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4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6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43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3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4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5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3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6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93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90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95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0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58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34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6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953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80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251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65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0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58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91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4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6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0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58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233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43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203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2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996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03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20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8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68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8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4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64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23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8814" y="3170392"/>
              <a:ext cx="64965" cy="167167"/>
            </a:xfrm>
            <a:custGeom>
              <a:avLst/>
              <a:pathLst>
                <a:path w="64965" h="167167">
                  <a:moveTo>
                    <a:pt x="64965" y="0"/>
                  </a:moveTo>
                  <a:lnTo>
                    <a:pt x="58900" y="110"/>
                  </a:lnTo>
                  <a:lnTo>
                    <a:pt x="52844" y="439"/>
                  </a:lnTo>
                  <a:lnTo>
                    <a:pt x="46803" y="989"/>
                  </a:lnTo>
                  <a:lnTo>
                    <a:pt x="40787" y="1757"/>
                  </a:lnTo>
                  <a:lnTo>
                    <a:pt x="34802" y="2743"/>
                  </a:lnTo>
                  <a:lnTo>
                    <a:pt x="28857" y="3946"/>
                  </a:lnTo>
                  <a:lnTo>
                    <a:pt x="22960" y="5363"/>
                  </a:lnTo>
                  <a:lnTo>
                    <a:pt x="17118" y="6993"/>
                  </a:lnTo>
                  <a:lnTo>
                    <a:pt x="11339" y="8834"/>
                  </a:lnTo>
                  <a:lnTo>
                    <a:pt x="5630" y="10884"/>
                  </a:lnTo>
                  <a:lnTo>
                    <a:pt x="0" y="13139"/>
                  </a:lnTo>
                  <a:lnTo>
                    <a:pt x="649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8814" y="3183532"/>
              <a:ext cx="64965" cy="154027"/>
            </a:xfrm>
            <a:custGeom>
              <a:avLst/>
              <a:pathLst>
                <a:path w="64965" h="154027">
                  <a:moveTo>
                    <a:pt x="0" y="0"/>
                  </a:moveTo>
                  <a:lnTo>
                    <a:pt x="64965" y="154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816612" y="3170406"/>
              <a:ext cx="334333" cy="334306"/>
            </a:xfrm>
            <a:custGeom>
              <a:avLst/>
              <a:pathLst>
                <a:path w="334333" h="334306">
                  <a:moveTo>
                    <a:pt x="102201" y="13126"/>
                  </a:moveTo>
                  <a:lnTo>
                    <a:pt x="97347" y="15264"/>
                  </a:lnTo>
                  <a:lnTo>
                    <a:pt x="92562" y="17556"/>
                  </a:lnTo>
                  <a:lnTo>
                    <a:pt x="87853" y="19999"/>
                  </a:lnTo>
                  <a:lnTo>
                    <a:pt x="83224" y="22590"/>
                  </a:lnTo>
                  <a:lnTo>
                    <a:pt x="78679" y="25326"/>
                  </a:lnTo>
                  <a:lnTo>
                    <a:pt x="74223" y="28205"/>
                  </a:lnTo>
                  <a:lnTo>
                    <a:pt x="69861" y="31224"/>
                  </a:lnTo>
                  <a:lnTo>
                    <a:pt x="65597" y="34380"/>
                  </a:lnTo>
                  <a:lnTo>
                    <a:pt x="61435" y="37670"/>
                  </a:lnTo>
                  <a:lnTo>
                    <a:pt x="57380" y="41090"/>
                  </a:lnTo>
                  <a:lnTo>
                    <a:pt x="53435" y="44637"/>
                  </a:lnTo>
                  <a:lnTo>
                    <a:pt x="49605" y="48308"/>
                  </a:lnTo>
                  <a:lnTo>
                    <a:pt x="45893" y="52098"/>
                  </a:lnTo>
                  <a:lnTo>
                    <a:pt x="42303" y="56004"/>
                  </a:lnTo>
                  <a:lnTo>
                    <a:pt x="38839" y="60022"/>
                  </a:lnTo>
                  <a:lnTo>
                    <a:pt x="35504" y="64148"/>
                  </a:lnTo>
                  <a:lnTo>
                    <a:pt x="32302" y="68378"/>
                  </a:lnTo>
                  <a:lnTo>
                    <a:pt x="29236" y="72707"/>
                  </a:lnTo>
                  <a:lnTo>
                    <a:pt x="26308" y="77131"/>
                  </a:lnTo>
                  <a:lnTo>
                    <a:pt x="23523" y="81646"/>
                  </a:lnTo>
                  <a:lnTo>
                    <a:pt x="20882" y="86247"/>
                  </a:lnTo>
                  <a:lnTo>
                    <a:pt x="18388" y="90929"/>
                  </a:lnTo>
                  <a:lnTo>
                    <a:pt x="16045" y="95688"/>
                  </a:lnTo>
                  <a:lnTo>
                    <a:pt x="13853" y="100520"/>
                  </a:lnTo>
                  <a:lnTo>
                    <a:pt x="11816" y="105418"/>
                  </a:lnTo>
                  <a:lnTo>
                    <a:pt x="9935" y="110378"/>
                  </a:lnTo>
                  <a:lnTo>
                    <a:pt x="8213" y="115396"/>
                  </a:lnTo>
                  <a:lnTo>
                    <a:pt x="6651" y="120466"/>
                  </a:lnTo>
                  <a:lnTo>
                    <a:pt x="5250" y="125582"/>
                  </a:lnTo>
                  <a:lnTo>
                    <a:pt x="4013" y="130741"/>
                  </a:lnTo>
                  <a:lnTo>
                    <a:pt x="2939" y="135936"/>
                  </a:lnTo>
                  <a:lnTo>
                    <a:pt x="2032" y="141163"/>
                  </a:lnTo>
                  <a:lnTo>
                    <a:pt x="1290" y="146416"/>
                  </a:lnTo>
                  <a:lnTo>
                    <a:pt x="716" y="151690"/>
                  </a:lnTo>
                  <a:lnTo>
                    <a:pt x="309" y="156979"/>
                  </a:lnTo>
                  <a:lnTo>
                    <a:pt x="70" y="162279"/>
                  </a:lnTo>
                  <a:lnTo>
                    <a:pt x="0" y="167584"/>
                  </a:lnTo>
                  <a:lnTo>
                    <a:pt x="97" y="172888"/>
                  </a:lnTo>
                  <a:lnTo>
                    <a:pt x="363" y="178186"/>
                  </a:lnTo>
                  <a:lnTo>
                    <a:pt x="798" y="183473"/>
                  </a:lnTo>
                  <a:lnTo>
                    <a:pt x="1399" y="188744"/>
                  </a:lnTo>
                  <a:lnTo>
                    <a:pt x="2168" y="193993"/>
                  </a:lnTo>
                  <a:lnTo>
                    <a:pt x="3102" y="199215"/>
                  </a:lnTo>
                  <a:lnTo>
                    <a:pt x="4202" y="204405"/>
                  </a:lnTo>
                  <a:lnTo>
                    <a:pt x="5466" y="209557"/>
                  </a:lnTo>
                  <a:lnTo>
                    <a:pt x="6893" y="214667"/>
                  </a:lnTo>
                  <a:lnTo>
                    <a:pt x="8482" y="219728"/>
                  </a:lnTo>
                  <a:lnTo>
                    <a:pt x="10230" y="224737"/>
                  </a:lnTo>
                  <a:lnTo>
                    <a:pt x="12136" y="229688"/>
                  </a:lnTo>
                  <a:lnTo>
                    <a:pt x="14198" y="234575"/>
                  </a:lnTo>
                  <a:lnTo>
                    <a:pt x="16415" y="239395"/>
                  </a:lnTo>
                  <a:lnTo>
                    <a:pt x="18783" y="244142"/>
                  </a:lnTo>
                  <a:lnTo>
                    <a:pt x="21301" y="248812"/>
                  </a:lnTo>
                  <a:lnTo>
                    <a:pt x="23965" y="253399"/>
                  </a:lnTo>
                  <a:lnTo>
                    <a:pt x="26774" y="257900"/>
                  </a:lnTo>
                  <a:lnTo>
                    <a:pt x="29724" y="262309"/>
                  </a:lnTo>
                  <a:lnTo>
                    <a:pt x="32813" y="266622"/>
                  </a:lnTo>
                  <a:lnTo>
                    <a:pt x="36037" y="270835"/>
                  </a:lnTo>
                  <a:lnTo>
                    <a:pt x="39392" y="274944"/>
                  </a:lnTo>
                  <a:lnTo>
                    <a:pt x="42877" y="278944"/>
                  </a:lnTo>
                  <a:lnTo>
                    <a:pt x="46487" y="282831"/>
                  </a:lnTo>
                  <a:lnTo>
                    <a:pt x="50218" y="286602"/>
                  </a:lnTo>
                  <a:lnTo>
                    <a:pt x="54067" y="290253"/>
                  </a:lnTo>
                  <a:lnTo>
                    <a:pt x="58030" y="293780"/>
                  </a:lnTo>
                  <a:lnTo>
                    <a:pt x="62103" y="297179"/>
                  </a:lnTo>
                  <a:lnTo>
                    <a:pt x="66282" y="300447"/>
                  </a:lnTo>
                  <a:lnTo>
                    <a:pt x="70562" y="303581"/>
                  </a:lnTo>
                  <a:lnTo>
                    <a:pt x="74940" y="306578"/>
                  </a:lnTo>
                  <a:lnTo>
                    <a:pt x="79410" y="309434"/>
                  </a:lnTo>
                  <a:lnTo>
                    <a:pt x="83969" y="312147"/>
                  </a:lnTo>
                  <a:lnTo>
                    <a:pt x="88612" y="314714"/>
                  </a:lnTo>
                  <a:lnTo>
                    <a:pt x="93334" y="317132"/>
                  </a:lnTo>
                  <a:lnTo>
                    <a:pt x="98130" y="319399"/>
                  </a:lnTo>
                  <a:lnTo>
                    <a:pt x="102995" y="321513"/>
                  </a:lnTo>
                  <a:lnTo>
                    <a:pt x="107926" y="323472"/>
                  </a:lnTo>
                  <a:lnTo>
                    <a:pt x="112916" y="325273"/>
                  </a:lnTo>
                  <a:lnTo>
                    <a:pt x="117960" y="326914"/>
                  </a:lnTo>
                  <a:lnTo>
                    <a:pt x="123054" y="328395"/>
                  </a:lnTo>
                  <a:lnTo>
                    <a:pt x="128193" y="329714"/>
                  </a:lnTo>
                  <a:lnTo>
                    <a:pt x="133371" y="330869"/>
                  </a:lnTo>
                  <a:lnTo>
                    <a:pt x="138582" y="331859"/>
                  </a:lnTo>
                  <a:lnTo>
                    <a:pt x="143823" y="332683"/>
                  </a:lnTo>
                  <a:lnTo>
                    <a:pt x="149087" y="333340"/>
                  </a:lnTo>
                  <a:lnTo>
                    <a:pt x="154370" y="333830"/>
                  </a:lnTo>
                  <a:lnTo>
                    <a:pt x="159665" y="334152"/>
                  </a:lnTo>
                  <a:lnTo>
                    <a:pt x="164968" y="334306"/>
                  </a:lnTo>
                  <a:lnTo>
                    <a:pt x="170273" y="334292"/>
                  </a:lnTo>
                  <a:lnTo>
                    <a:pt x="175574" y="334109"/>
                  </a:lnTo>
                  <a:lnTo>
                    <a:pt x="180868" y="333758"/>
                  </a:lnTo>
                  <a:lnTo>
                    <a:pt x="186147" y="333239"/>
                  </a:lnTo>
                  <a:lnTo>
                    <a:pt x="191408" y="332554"/>
                  </a:lnTo>
                  <a:lnTo>
                    <a:pt x="196644" y="331701"/>
                  </a:lnTo>
                  <a:lnTo>
                    <a:pt x="201850" y="330683"/>
                  </a:lnTo>
                  <a:lnTo>
                    <a:pt x="207022" y="329500"/>
                  </a:lnTo>
                  <a:lnTo>
                    <a:pt x="212153" y="328154"/>
                  </a:lnTo>
                  <a:lnTo>
                    <a:pt x="217239" y="326645"/>
                  </a:lnTo>
                  <a:lnTo>
                    <a:pt x="222275" y="324976"/>
                  </a:lnTo>
                  <a:lnTo>
                    <a:pt x="227255" y="323148"/>
                  </a:lnTo>
                  <a:lnTo>
                    <a:pt x="232174" y="321163"/>
                  </a:lnTo>
                  <a:lnTo>
                    <a:pt x="237028" y="319022"/>
                  </a:lnTo>
                  <a:lnTo>
                    <a:pt x="241812" y="316729"/>
                  </a:lnTo>
                  <a:lnTo>
                    <a:pt x="246521" y="314285"/>
                  </a:lnTo>
                  <a:lnTo>
                    <a:pt x="251149" y="311693"/>
                  </a:lnTo>
                  <a:lnTo>
                    <a:pt x="255694" y="308955"/>
                  </a:lnTo>
                  <a:lnTo>
                    <a:pt x="260148" y="306075"/>
                  </a:lnTo>
                  <a:lnTo>
                    <a:pt x="264510" y="303055"/>
                  </a:lnTo>
                  <a:lnTo>
                    <a:pt x="268773" y="299897"/>
                  </a:lnTo>
                  <a:lnTo>
                    <a:pt x="272934" y="296607"/>
                  </a:lnTo>
                  <a:lnTo>
                    <a:pt x="276988" y="293185"/>
                  </a:lnTo>
                  <a:lnTo>
                    <a:pt x="280932" y="289637"/>
                  </a:lnTo>
                  <a:lnTo>
                    <a:pt x="284761" y="285966"/>
                  </a:lnTo>
                  <a:lnTo>
                    <a:pt x="288472" y="282174"/>
                  </a:lnTo>
                  <a:lnTo>
                    <a:pt x="292061" y="278267"/>
                  </a:lnTo>
                  <a:lnTo>
                    <a:pt x="295524" y="274248"/>
                  </a:lnTo>
                  <a:lnTo>
                    <a:pt x="298857" y="270122"/>
                  </a:lnTo>
                  <a:lnTo>
                    <a:pt x="302058" y="265891"/>
                  </a:lnTo>
                  <a:lnTo>
                    <a:pt x="305123" y="261561"/>
                  </a:lnTo>
                  <a:lnTo>
                    <a:pt x="308049" y="257136"/>
                  </a:lnTo>
                  <a:lnTo>
                    <a:pt x="310834" y="252620"/>
                  </a:lnTo>
                  <a:lnTo>
                    <a:pt x="313473" y="248019"/>
                  </a:lnTo>
                  <a:lnTo>
                    <a:pt x="315965" y="243336"/>
                  </a:lnTo>
                  <a:lnTo>
                    <a:pt x="318308" y="238576"/>
                  </a:lnTo>
                  <a:lnTo>
                    <a:pt x="320498" y="233744"/>
                  </a:lnTo>
                  <a:lnTo>
                    <a:pt x="322534" y="228845"/>
                  </a:lnTo>
                  <a:lnTo>
                    <a:pt x="324413" y="223884"/>
                  </a:lnTo>
                  <a:lnTo>
                    <a:pt x="326134" y="218866"/>
                  </a:lnTo>
                  <a:lnTo>
                    <a:pt x="327695" y="213796"/>
                  </a:lnTo>
                  <a:lnTo>
                    <a:pt x="329094" y="208679"/>
                  </a:lnTo>
                  <a:lnTo>
                    <a:pt x="330330" y="203520"/>
                  </a:lnTo>
                  <a:lnTo>
                    <a:pt x="331402" y="198324"/>
                  </a:lnTo>
                  <a:lnTo>
                    <a:pt x="332308" y="193097"/>
                  </a:lnTo>
                  <a:lnTo>
                    <a:pt x="333048" y="187844"/>
                  </a:lnTo>
                  <a:lnTo>
                    <a:pt x="333621" y="182570"/>
                  </a:lnTo>
                  <a:lnTo>
                    <a:pt x="334027" y="177280"/>
                  </a:lnTo>
                  <a:lnTo>
                    <a:pt x="334264" y="171981"/>
                  </a:lnTo>
                  <a:lnTo>
                    <a:pt x="334333" y="166676"/>
                  </a:lnTo>
                  <a:lnTo>
                    <a:pt x="334234" y="161372"/>
                  </a:lnTo>
                  <a:lnTo>
                    <a:pt x="333966" y="156074"/>
                  </a:lnTo>
                  <a:lnTo>
                    <a:pt x="333531" y="150787"/>
                  </a:lnTo>
                  <a:lnTo>
                    <a:pt x="332928" y="145516"/>
                  </a:lnTo>
                  <a:lnTo>
                    <a:pt x="332158" y="140267"/>
                  </a:lnTo>
                  <a:lnTo>
                    <a:pt x="331221" y="135045"/>
                  </a:lnTo>
                  <a:lnTo>
                    <a:pt x="330120" y="129856"/>
                  </a:lnTo>
                  <a:lnTo>
                    <a:pt x="328854" y="124704"/>
                  </a:lnTo>
                  <a:lnTo>
                    <a:pt x="327426" y="119595"/>
                  </a:lnTo>
                  <a:lnTo>
                    <a:pt x="325836" y="114534"/>
                  </a:lnTo>
                  <a:lnTo>
                    <a:pt x="324087" y="109526"/>
                  </a:lnTo>
                  <a:lnTo>
                    <a:pt x="322179" y="104575"/>
                  </a:lnTo>
                  <a:lnTo>
                    <a:pt x="320116" y="99688"/>
                  </a:lnTo>
                  <a:lnTo>
                    <a:pt x="317898" y="94869"/>
                  </a:lnTo>
                  <a:lnTo>
                    <a:pt x="315528" y="90123"/>
                  </a:lnTo>
                  <a:lnTo>
                    <a:pt x="313009" y="85454"/>
                  </a:lnTo>
                  <a:lnTo>
                    <a:pt x="310344" y="80867"/>
                  </a:lnTo>
                  <a:lnTo>
                    <a:pt x="307534" y="76368"/>
                  </a:lnTo>
                  <a:lnTo>
                    <a:pt x="304582" y="71959"/>
                  </a:lnTo>
                  <a:lnTo>
                    <a:pt x="301492" y="67647"/>
                  </a:lnTo>
                  <a:lnTo>
                    <a:pt x="298267" y="63435"/>
                  </a:lnTo>
                  <a:lnTo>
                    <a:pt x="294910" y="59327"/>
                  </a:lnTo>
                  <a:lnTo>
                    <a:pt x="291425" y="55328"/>
                  </a:lnTo>
                  <a:lnTo>
                    <a:pt x="287814" y="51441"/>
                  </a:lnTo>
                  <a:lnTo>
                    <a:pt x="284081" y="47671"/>
                  </a:lnTo>
                  <a:lnTo>
                    <a:pt x="280231" y="44022"/>
                  </a:lnTo>
                  <a:lnTo>
                    <a:pt x="276267" y="40496"/>
                  </a:lnTo>
                  <a:lnTo>
                    <a:pt x="272193" y="37098"/>
                  </a:lnTo>
                  <a:lnTo>
                    <a:pt x="268014" y="33831"/>
                  </a:lnTo>
                  <a:lnTo>
                    <a:pt x="263733" y="30698"/>
                  </a:lnTo>
                  <a:lnTo>
                    <a:pt x="259354" y="27703"/>
                  </a:lnTo>
                  <a:lnTo>
                    <a:pt x="254883" y="24848"/>
                  </a:lnTo>
                  <a:lnTo>
                    <a:pt x="250323" y="22136"/>
                  </a:lnTo>
                  <a:lnTo>
                    <a:pt x="245680" y="19571"/>
                  </a:lnTo>
                  <a:lnTo>
                    <a:pt x="240957" y="17154"/>
                  </a:lnTo>
                  <a:lnTo>
                    <a:pt x="236161" y="14888"/>
                  </a:lnTo>
                  <a:lnTo>
                    <a:pt x="231294" y="12775"/>
                  </a:lnTo>
                  <a:lnTo>
                    <a:pt x="226364" y="10818"/>
                  </a:lnTo>
                  <a:lnTo>
                    <a:pt x="221373" y="9018"/>
                  </a:lnTo>
                  <a:lnTo>
                    <a:pt x="216328" y="7378"/>
                  </a:lnTo>
                  <a:lnTo>
                    <a:pt x="211234" y="5899"/>
                  </a:lnTo>
                  <a:lnTo>
                    <a:pt x="206095" y="4581"/>
                  </a:lnTo>
                  <a:lnTo>
                    <a:pt x="200917" y="3428"/>
                  </a:lnTo>
                  <a:lnTo>
                    <a:pt x="195704" y="2440"/>
                  </a:lnTo>
                  <a:lnTo>
                    <a:pt x="190464" y="1617"/>
                  </a:lnTo>
                  <a:lnTo>
                    <a:pt x="185199" y="961"/>
                  </a:lnTo>
                  <a:lnTo>
                    <a:pt x="179917" y="473"/>
                  </a:lnTo>
                  <a:lnTo>
                    <a:pt x="174621" y="152"/>
                  </a:lnTo>
                  <a:lnTo>
                    <a:pt x="169319" y="0"/>
                  </a:lnTo>
                  <a:lnTo>
                    <a:pt x="167166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83779" y="3170392"/>
              <a:ext cx="2152" cy="167167"/>
            </a:xfrm>
            <a:custGeom>
              <a:avLst/>
              <a:pathLst>
                <a:path w="2152" h="167167">
                  <a:moveTo>
                    <a:pt x="2152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50" y="2633064"/>
              <a:ext cx="167161" cy="168602"/>
            </a:xfrm>
            <a:custGeom>
              <a:avLst/>
              <a:pathLst>
                <a:path w="167161" h="168602">
                  <a:moveTo>
                    <a:pt x="167161" y="0"/>
                  </a:moveTo>
                  <a:lnTo>
                    <a:pt x="161774" y="86"/>
                  </a:lnTo>
                  <a:lnTo>
                    <a:pt x="156392" y="347"/>
                  </a:lnTo>
                  <a:lnTo>
                    <a:pt x="151021" y="780"/>
                  </a:lnTo>
                  <a:lnTo>
                    <a:pt x="145668" y="1387"/>
                  </a:lnTo>
                  <a:lnTo>
                    <a:pt x="140336" y="2166"/>
                  </a:lnTo>
                  <a:lnTo>
                    <a:pt x="135033" y="3116"/>
                  </a:lnTo>
                  <a:lnTo>
                    <a:pt x="129763" y="4236"/>
                  </a:lnTo>
                  <a:lnTo>
                    <a:pt x="124531" y="5526"/>
                  </a:lnTo>
                  <a:lnTo>
                    <a:pt x="119344" y="6984"/>
                  </a:lnTo>
                  <a:lnTo>
                    <a:pt x="114207" y="8608"/>
                  </a:lnTo>
                  <a:lnTo>
                    <a:pt x="109125" y="10397"/>
                  </a:lnTo>
                  <a:lnTo>
                    <a:pt x="104103" y="12349"/>
                  </a:lnTo>
                  <a:lnTo>
                    <a:pt x="99146" y="14461"/>
                  </a:lnTo>
                  <a:lnTo>
                    <a:pt x="94260" y="16733"/>
                  </a:lnTo>
                  <a:lnTo>
                    <a:pt x="89450" y="19160"/>
                  </a:lnTo>
                  <a:lnTo>
                    <a:pt x="84721" y="21741"/>
                  </a:lnTo>
                  <a:lnTo>
                    <a:pt x="80077" y="24474"/>
                  </a:lnTo>
                  <a:lnTo>
                    <a:pt x="75524" y="27354"/>
                  </a:lnTo>
                  <a:lnTo>
                    <a:pt x="71066" y="30380"/>
                  </a:lnTo>
                  <a:lnTo>
                    <a:pt x="66707" y="33548"/>
                  </a:lnTo>
                  <a:lnTo>
                    <a:pt x="62454" y="36854"/>
                  </a:lnTo>
                  <a:lnTo>
                    <a:pt x="58308" y="40297"/>
                  </a:lnTo>
                  <a:lnTo>
                    <a:pt x="54276" y="43870"/>
                  </a:lnTo>
                  <a:lnTo>
                    <a:pt x="50361" y="47572"/>
                  </a:lnTo>
                  <a:lnTo>
                    <a:pt x="46568" y="51398"/>
                  </a:lnTo>
                  <a:lnTo>
                    <a:pt x="42900" y="55345"/>
                  </a:lnTo>
                  <a:lnTo>
                    <a:pt x="39361" y="59408"/>
                  </a:lnTo>
                  <a:lnTo>
                    <a:pt x="35954" y="63582"/>
                  </a:lnTo>
                  <a:lnTo>
                    <a:pt x="32684" y="67864"/>
                  </a:lnTo>
                  <a:lnTo>
                    <a:pt x="29554" y="72250"/>
                  </a:lnTo>
                  <a:lnTo>
                    <a:pt x="26567" y="76733"/>
                  </a:lnTo>
                  <a:lnTo>
                    <a:pt x="23725" y="81311"/>
                  </a:lnTo>
                  <a:lnTo>
                    <a:pt x="21033" y="85978"/>
                  </a:lnTo>
                  <a:lnTo>
                    <a:pt x="18492" y="90730"/>
                  </a:lnTo>
                  <a:lnTo>
                    <a:pt x="16106" y="95560"/>
                  </a:lnTo>
                  <a:lnTo>
                    <a:pt x="13877" y="100466"/>
                  </a:lnTo>
                  <a:lnTo>
                    <a:pt x="11807" y="105440"/>
                  </a:lnTo>
                  <a:lnTo>
                    <a:pt x="9899" y="110479"/>
                  </a:lnTo>
                  <a:lnTo>
                    <a:pt x="8153" y="115576"/>
                  </a:lnTo>
                  <a:lnTo>
                    <a:pt x="6573" y="120727"/>
                  </a:lnTo>
                  <a:lnTo>
                    <a:pt x="5160" y="125927"/>
                  </a:lnTo>
                  <a:lnTo>
                    <a:pt x="3915" y="131169"/>
                  </a:lnTo>
                  <a:lnTo>
                    <a:pt x="2840" y="136448"/>
                  </a:lnTo>
                  <a:lnTo>
                    <a:pt x="1935" y="141760"/>
                  </a:lnTo>
                  <a:lnTo>
                    <a:pt x="1202" y="147098"/>
                  </a:lnTo>
                  <a:lnTo>
                    <a:pt x="642" y="152456"/>
                  </a:lnTo>
                  <a:lnTo>
                    <a:pt x="254" y="157830"/>
                  </a:lnTo>
                  <a:lnTo>
                    <a:pt x="40" y="163214"/>
                  </a:lnTo>
                  <a:lnTo>
                    <a:pt x="0" y="16860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50" y="2800231"/>
              <a:ext cx="167161" cy="1434"/>
            </a:xfrm>
            <a:custGeom>
              <a:avLst/>
              <a:pathLst>
                <a:path w="167161" h="1434">
                  <a:moveTo>
                    <a:pt x="0" y="1434"/>
                  </a:moveTo>
                  <a:lnTo>
                    <a:pt x="1671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850" y="2673256"/>
              <a:ext cx="334325" cy="294136"/>
            </a:xfrm>
            <a:custGeom>
              <a:avLst/>
              <a:pathLst>
                <a:path w="334325" h="294136">
                  <a:moveTo>
                    <a:pt x="0" y="128410"/>
                  </a:moveTo>
                  <a:lnTo>
                    <a:pt x="129" y="133709"/>
                  </a:lnTo>
                  <a:lnTo>
                    <a:pt x="427" y="139002"/>
                  </a:lnTo>
                  <a:lnTo>
                    <a:pt x="892" y="144282"/>
                  </a:lnTo>
                  <a:lnTo>
                    <a:pt x="1524" y="149545"/>
                  </a:lnTo>
                  <a:lnTo>
                    <a:pt x="2323" y="154785"/>
                  </a:lnTo>
                  <a:lnTo>
                    <a:pt x="3288" y="159998"/>
                  </a:lnTo>
                  <a:lnTo>
                    <a:pt x="4417" y="165177"/>
                  </a:lnTo>
                  <a:lnTo>
                    <a:pt x="5710" y="170318"/>
                  </a:lnTo>
                  <a:lnTo>
                    <a:pt x="7166" y="175415"/>
                  </a:lnTo>
                  <a:lnTo>
                    <a:pt x="8782" y="180464"/>
                  </a:lnTo>
                  <a:lnTo>
                    <a:pt x="10557" y="185458"/>
                  </a:lnTo>
                  <a:lnTo>
                    <a:pt x="12490" y="190394"/>
                  </a:lnTo>
                  <a:lnTo>
                    <a:pt x="14579" y="195266"/>
                  </a:lnTo>
                  <a:lnTo>
                    <a:pt x="16821" y="200070"/>
                  </a:lnTo>
                  <a:lnTo>
                    <a:pt x="19214" y="204800"/>
                  </a:lnTo>
                  <a:lnTo>
                    <a:pt x="21756" y="209451"/>
                  </a:lnTo>
                  <a:lnTo>
                    <a:pt x="24444" y="214020"/>
                  </a:lnTo>
                  <a:lnTo>
                    <a:pt x="27276" y="218501"/>
                  </a:lnTo>
                  <a:lnTo>
                    <a:pt x="30248" y="222891"/>
                  </a:lnTo>
                  <a:lnTo>
                    <a:pt x="33358" y="227183"/>
                  </a:lnTo>
                  <a:lnTo>
                    <a:pt x="36603" y="231375"/>
                  </a:lnTo>
                  <a:lnTo>
                    <a:pt x="39978" y="235462"/>
                  </a:lnTo>
                  <a:lnTo>
                    <a:pt x="43482" y="239440"/>
                  </a:lnTo>
                  <a:lnTo>
                    <a:pt x="47110" y="243305"/>
                  </a:lnTo>
                  <a:lnTo>
                    <a:pt x="50859" y="247053"/>
                  </a:lnTo>
                  <a:lnTo>
                    <a:pt x="54725" y="250680"/>
                  </a:lnTo>
                  <a:lnTo>
                    <a:pt x="58703" y="254183"/>
                  </a:lnTo>
                  <a:lnTo>
                    <a:pt x="62791" y="257558"/>
                  </a:lnTo>
                  <a:lnTo>
                    <a:pt x="66984" y="260801"/>
                  </a:lnTo>
                  <a:lnTo>
                    <a:pt x="71277" y="263910"/>
                  </a:lnTo>
                  <a:lnTo>
                    <a:pt x="75667" y="266882"/>
                  </a:lnTo>
                  <a:lnTo>
                    <a:pt x="80149" y="269712"/>
                  </a:lnTo>
                  <a:lnTo>
                    <a:pt x="84719" y="272399"/>
                  </a:lnTo>
                  <a:lnTo>
                    <a:pt x="89371" y="274940"/>
                  </a:lnTo>
                  <a:lnTo>
                    <a:pt x="94102" y="277332"/>
                  </a:lnTo>
                  <a:lnTo>
                    <a:pt x="98906" y="279573"/>
                  </a:lnTo>
                  <a:lnTo>
                    <a:pt x="103778" y="281660"/>
                  </a:lnTo>
                  <a:lnTo>
                    <a:pt x="108715" y="283592"/>
                  </a:lnTo>
                  <a:lnTo>
                    <a:pt x="113710" y="285366"/>
                  </a:lnTo>
                  <a:lnTo>
                    <a:pt x="118759" y="286982"/>
                  </a:lnTo>
                  <a:lnTo>
                    <a:pt x="123856" y="288436"/>
                  </a:lnTo>
                  <a:lnTo>
                    <a:pt x="128997" y="289728"/>
                  </a:lnTo>
                  <a:lnTo>
                    <a:pt x="134177" y="290856"/>
                  </a:lnTo>
                  <a:lnTo>
                    <a:pt x="139389" y="291819"/>
                  </a:lnTo>
                  <a:lnTo>
                    <a:pt x="144630" y="292617"/>
                  </a:lnTo>
                  <a:lnTo>
                    <a:pt x="149893" y="293248"/>
                  </a:lnTo>
                  <a:lnTo>
                    <a:pt x="155174" y="293712"/>
                  </a:lnTo>
                  <a:lnTo>
                    <a:pt x="160466" y="294008"/>
                  </a:lnTo>
                  <a:lnTo>
                    <a:pt x="165766" y="294136"/>
                  </a:lnTo>
                  <a:lnTo>
                    <a:pt x="171067" y="294097"/>
                  </a:lnTo>
                  <a:lnTo>
                    <a:pt x="176363" y="293889"/>
                  </a:lnTo>
                  <a:lnTo>
                    <a:pt x="181651" y="293513"/>
                  </a:lnTo>
                  <a:lnTo>
                    <a:pt x="186924" y="292970"/>
                  </a:lnTo>
                  <a:lnTo>
                    <a:pt x="192177" y="292260"/>
                  </a:lnTo>
                  <a:lnTo>
                    <a:pt x="197405" y="291383"/>
                  </a:lnTo>
                  <a:lnTo>
                    <a:pt x="202603" y="290342"/>
                  </a:lnTo>
                  <a:lnTo>
                    <a:pt x="207765" y="289136"/>
                  </a:lnTo>
                  <a:lnTo>
                    <a:pt x="212886" y="287767"/>
                  </a:lnTo>
                  <a:lnTo>
                    <a:pt x="217961" y="286236"/>
                  </a:lnTo>
                  <a:lnTo>
                    <a:pt x="222985" y="284546"/>
                  </a:lnTo>
                  <a:lnTo>
                    <a:pt x="227953" y="282697"/>
                  </a:lnTo>
                  <a:lnTo>
                    <a:pt x="232860" y="280691"/>
                  </a:lnTo>
                  <a:lnTo>
                    <a:pt x="237700" y="278530"/>
                  </a:lnTo>
                  <a:lnTo>
                    <a:pt x="242470" y="276218"/>
                  </a:lnTo>
                  <a:lnTo>
                    <a:pt x="247164" y="273755"/>
                  </a:lnTo>
                  <a:lnTo>
                    <a:pt x="251778" y="271144"/>
                  </a:lnTo>
                  <a:lnTo>
                    <a:pt x="256306" y="268389"/>
                  </a:lnTo>
                  <a:lnTo>
                    <a:pt x="260745" y="265491"/>
                  </a:lnTo>
                  <a:lnTo>
                    <a:pt x="265090" y="262455"/>
                  </a:lnTo>
                  <a:lnTo>
                    <a:pt x="269336" y="259282"/>
                  </a:lnTo>
                  <a:lnTo>
                    <a:pt x="273480" y="255975"/>
                  </a:lnTo>
                  <a:lnTo>
                    <a:pt x="277517" y="252540"/>
                  </a:lnTo>
                  <a:lnTo>
                    <a:pt x="281442" y="248977"/>
                  </a:lnTo>
                  <a:lnTo>
                    <a:pt x="285253" y="245293"/>
                  </a:lnTo>
                  <a:lnTo>
                    <a:pt x="288945" y="241489"/>
                  </a:lnTo>
                  <a:lnTo>
                    <a:pt x="292515" y="237570"/>
                  </a:lnTo>
                  <a:lnTo>
                    <a:pt x="295958" y="233540"/>
                  </a:lnTo>
                  <a:lnTo>
                    <a:pt x="299272" y="229403"/>
                  </a:lnTo>
                  <a:lnTo>
                    <a:pt x="302454" y="225162"/>
                  </a:lnTo>
                  <a:lnTo>
                    <a:pt x="305499" y="220823"/>
                  </a:lnTo>
                  <a:lnTo>
                    <a:pt x="308405" y="216390"/>
                  </a:lnTo>
                  <a:lnTo>
                    <a:pt x="311169" y="211867"/>
                  </a:lnTo>
                  <a:lnTo>
                    <a:pt x="313788" y="207258"/>
                  </a:lnTo>
                  <a:lnTo>
                    <a:pt x="316260" y="202569"/>
                  </a:lnTo>
                  <a:lnTo>
                    <a:pt x="318582" y="197803"/>
                  </a:lnTo>
                  <a:lnTo>
                    <a:pt x="320751" y="192967"/>
                  </a:lnTo>
                  <a:lnTo>
                    <a:pt x="322766" y="188064"/>
                  </a:lnTo>
                  <a:lnTo>
                    <a:pt x="324625" y="183099"/>
                  </a:lnTo>
                  <a:lnTo>
                    <a:pt x="326325" y="178079"/>
                  </a:lnTo>
                  <a:lnTo>
                    <a:pt x="327866" y="173006"/>
                  </a:lnTo>
                  <a:lnTo>
                    <a:pt x="329244" y="167888"/>
                  </a:lnTo>
                  <a:lnTo>
                    <a:pt x="330460" y="162728"/>
                  </a:lnTo>
                  <a:lnTo>
                    <a:pt x="331512" y="157533"/>
                  </a:lnTo>
                  <a:lnTo>
                    <a:pt x="332398" y="152306"/>
                  </a:lnTo>
                  <a:lnTo>
                    <a:pt x="333118" y="147055"/>
                  </a:lnTo>
                  <a:lnTo>
                    <a:pt x="333671" y="141783"/>
                  </a:lnTo>
                  <a:lnTo>
                    <a:pt x="334057" y="136496"/>
                  </a:lnTo>
                  <a:lnTo>
                    <a:pt x="334275" y="131199"/>
                  </a:lnTo>
                  <a:lnTo>
                    <a:pt x="334325" y="125899"/>
                  </a:lnTo>
                  <a:lnTo>
                    <a:pt x="334207" y="120599"/>
                  </a:lnTo>
                  <a:lnTo>
                    <a:pt x="333920" y="115306"/>
                  </a:lnTo>
                  <a:lnTo>
                    <a:pt x="333467" y="110024"/>
                  </a:lnTo>
                  <a:lnTo>
                    <a:pt x="332846" y="104760"/>
                  </a:lnTo>
                  <a:lnTo>
                    <a:pt x="332058" y="99518"/>
                  </a:lnTo>
                  <a:lnTo>
                    <a:pt x="331104" y="94303"/>
                  </a:lnTo>
                  <a:lnTo>
                    <a:pt x="329986" y="89122"/>
                  </a:lnTo>
                  <a:lnTo>
                    <a:pt x="328704" y="83978"/>
                  </a:lnTo>
                  <a:lnTo>
                    <a:pt x="327260" y="78878"/>
                  </a:lnTo>
                  <a:lnTo>
                    <a:pt x="325654" y="73826"/>
                  </a:lnTo>
                  <a:lnTo>
                    <a:pt x="323889" y="68827"/>
                  </a:lnTo>
                  <a:lnTo>
                    <a:pt x="321967" y="63887"/>
                  </a:lnTo>
                  <a:lnTo>
                    <a:pt x="319889" y="59011"/>
                  </a:lnTo>
                  <a:lnTo>
                    <a:pt x="317657" y="54202"/>
                  </a:lnTo>
                  <a:lnTo>
                    <a:pt x="315274" y="49467"/>
                  </a:lnTo>
                  <a:lnTo>
                    <a:pt x="312742" y="44810"/>
                  </a:lnTo>
                  <a:lnTo>
                    <a:pt x="310064" y="40236"/>
                  </a:lnTo>
                  <a:lnTo>
                    <a:pt x="307242" y="35748"/>
                  </a:lnTo>
                  <a:lnTo>
                    <a:pt x="304279" y="31353"/>
                  </a:lnTo>
                  <a:lnTo>
                    <a:pt x="301178" y="27053"/>
                  </a:lnTo>
                  <a:lnTo>
                    <a:pt x="297943" y="22854"/>
                  </a:lnTo>
                  <a:lnTo>
                    <a:pt x="294576" y="18760"/>
                  </a:lnTo>
                  <a:lnTo>
                    <a:pt x="291081" y="14775"/>
                  </a:lnTo>
                  <a:lnTo>
                    <a:pt x="287461" y="10902"/>
                  </a:lnTo>
                  <a:lnTo>
                    <a:pt x="283720" y="7146"/>
                  </a:lnTo>
                  <a:lnTo>
                    <a:pt x="279862" y="3511"/>
                  </a:lnTo>
                  <a:lnTo>
                    <a:pt x="275891" y="0"/>
                  </a:lnTo>
                  <a:lnTo>
                    <a:pt x="167161" y="12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919011" y="2633064"/>
              <a:ext cx="108730" cy="167167"/>
            </a:xfrm>
            <a:custGeom>
              <a:avLst/>
              <a:pathLst>
                <a:path w="108730" h="167167">
                  <a:moveTo>
                    <a:pt x="108730" y="40192"/>
                  </a:moveTo>
                  <a:lnTo>
                    <a:pt x="104387" y="36598"/>
                  </a:lnTo>
                  <a:lnTo>
                    <a:pt x="99925" y="33153"/>
                  </a:lnTo>
                  <a:lnTo>
                    <a:pt x="95350" y="29860"/>
                  </a:lnTo>
                  <a:lnTo>
                    <a:pt x="90667" y="26723"/>
                  </a:lnTo>
                  <a:lnTo>
                    <a:pt x="85880" y="23746"/>
                  </a:lnTo>
                  <a:lnTo>
                    <a:pt x="80996" y="20933"/>
                  </a:lnTo>
                  <a:lnTo>
                    <a:pt x="76020" y="18285"/>
                  </a:lnTo>
                  <a:lnTo>
                    <a:pt x="70957" y="15806"/>
                  </a:lnTo>
                  <a:lnTo>
                    <a:pt x="65814" y="13500"/>
                  </a:lnTo>
                  <a:lnTo>
                    <a:pt x="60595" y="11369"/>
                  </a:lnTo>
                  <a:lnTo>
                    <a:pt x="55308" y="9414"/>
                  </a:lnTo>
                  <a:lnTo>
                    <a:pt x="49958" y="7639"/>
                  </a:lnTo>
                  <a:lnTo>
                    <a:pt x="44551" y="6046"/>
                  </a:lnTo>
                  <a:lnTo>
                    <a:pt x="39094" y="4635"/>
                  </a:lnTo>
                  <a:lnTo>
                    <a:pt x="33592" y="3409"/>
                  </a:lnTo>
                  <a:lnTo>
                    <a:pt x="28052" y="2370"/>
                  </a:lnTo>
                  <a:lnTo>
                    <a:pt x="22480" y="1518"/>
                  </a:lnTo>
                  <a:lnTo>
                    <a:pt x="16882" y="854"/>
                  </a:lnTo>
                  <a:lnTo>
                    <a:pt x="11265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78318" y="2126963"/>
              <a:ext cx="50154" cy="167167"/>
            </a:xfrm>
            <a:custGeom>
              <a:avLst/>
              <a:pathLst>
                <a:path w="50154" h="167167">
                  <a:moveTo>
                    <a:pt x="50154" y="0"/>
                  </a:moveTo>
                  <a:lnTo>
                    <a:pt x="43788" y="121"/>
                  </a:lnTo>
                  <a:lnTo>
                    <a:pt x="37431" y="484"/>
                  </a:lnTo>
                  <a:lnTo>
                    <a:pt x="31093" y="1090"/>
                  </a:lnTo>
                  <a:lnTo>
                    <a:pt x="24783" y="1936"/>
                  </a:lnTo>
                  <a:lnTo>
                    <a:pt x="18509" y="3022"/>
                  </a:lnTo>
                  <a:lnTo>
                    <a:pt x="12281" y="4346"/>
                  </a:lnTo>
                  <a:lnTo>
                    <a:pt x="6108" y="5906"/>
                  </a:lnTo>
                  <a:lnTo>
                    <a:pt x="0" y="7701"/>
                  </a:lnTo>
                  <a:lnTo>
                    <a:pt x="5015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78318" y="2134664"/>
              <a:ext cx="50154" cy="159466"/>
            </a:xfrm>
            <a:custGeom>
              <a:avLst/>
              <a:pathLst>
                <a:path w="50154" h="159466">
                  <a:moveTo>
                    <a:pt x="0" y="0"/>
                  </a:moveTo>
                  <a:lnTo>
                    <a:pt x="50154" y="159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561309" y="2134664"/>
              <a:ext cx="203461" cy="326632"/>
            </a:xfrm>
            <a:custGeom>
              <a:avLst/>
              <a:pathLst>
                <a:path w="203461" h="326632">
                  <a:moveTo>
                    <a:pt x="117008" y="0"/>
                  </a:moveTo>
                  <a:lnTo>
                    <a:pt x="111959" y="1676"/>
                  </a:lnTo>
                  <a:lnTo>
                    <a:pt x="106965" y="3513"/>
                  </a:lnTo>
                  <a:lnTo>
                    <a:pt x="102032" y="5508"/>
                  </a:lnTo>
                  <a:lnTo>
                    <a:pt x="97166" y="7659"/>
                  </a:lnTo>
                  <a:lnTo>
                    <a:pt x="92370" y="9963"/>
                  </a:lnTo>
                  <a:lnTo>
                    <a:pt x="87650" y="12420"/>
                  </a:lnTo>
                  <a:lnTo>
                    <a:pt x="83010" y="15025"/>
                  </a:lnTo>
                  <a:lnTo>
                    <a:pt x="78456" y="17776"/>
                  </a:lnTo>
                  <a:lnTo>
                    <a:pt x="73991" y="20671"/>
                  </a:lnTo>
                  <a:lnTo>
                    <a:pt x="69621" y="23706"/>
                  </a:lnTo>
                  <a:lnTo>
                    <a:pt x="65350" y="26879"/>
                  </a:lnTo>
                  <a:lnTo>
                    <a:pt x="61182" y="30187"/>
                  </a:lnTo>
                  <a:lnTo>
                    <a:pt x="57121" y="33625"/>
                  </a:lnTo>
                  <a:lnTo>
                    <a:pt x="53172" y="37191"/>
                  </a:lnTo>
                  <a:lnTo>
                    <a:pt x="49339" y="40881"/>
                  </a:lnTo>
                  <a:lnTo>
                    <a:pt x="45624" y="44691"/>
                  </a:lnTo>
                  <a:lnTo>
                    <a:pt x="42033" y="48617"/>
                  </a:lnTo>
                  <a:lnTo>
                    <a:pt x="38569" y="52655"/>
                  </a:lnTo>
                  <a:lnTo>
                    <a:pt x="35234" y="56802"/>
                  </a:lnTo>
                  <a:lnTo>
                    <a:pt x="32034" y="61053"/>
                  </a:lnTo>
                  <a:lnTo>
                    <a:pt x="28970" y="65403"/>
                  </a:lnTo>
                  <a:lnTo>
                    <a:pt x="26047" y="69849"/>
                  </a:lnTo>
                  <a:lnTo>
                    <a:pt x="23266" y="74385"/>
                  </a:lnTo>
                  <a:lnTo>
                    <a:pt x="20631" y="79008"/>
                  </a:lnTo>
                  <a:lnTo>
                    <a:pt x="18145" y="83712"/>
                  </a:lnTo>
                  <a:lnTo>
                    <a:pt x="15809" y="88493"/>
                  </a:lnTo>
                  <a:lnTo>
                    <a:pt x="13627" y="93346"/>
                  </a:lnTo>
                  <a:lnTo>
                    <a:pt x="11601" y="98266"/>
                  </a:lnTo>
                  <a:lnTo>
                    <a:pt x="9732" y="103247"/>
                  </a:lnTo>
                  <a:lnTo>
                    <a:pt x="8023" y="108286"/>
                  </a:lnTo>
                  <a:lnTo>
                    <a:pt x="6474" y="113377"/>
                  </a:lnTo>
                  <a:lnTo>
                    <a:pt x="5089" y="118514"/>
                  </a:lnTo>
                  <a:lnTo>
                    <a:pt x="3868" y="123693"/>
                  </a:lnTo>
                  <a:lnTo>
                    <a:pt x="2812" y="128908"/>
                  </a:lnTo>
                  <a:lnTo>
                    <a:pt x="1923" y="134154"/>
                  </a:lnTo>
                  <a:lnTo>
                    <a:pt x="1201" y="139426"/>
                  </a:lnTo>
                  <a:lnTo>
                    <a:pt x="647" y="144718"/>
                  </a:lnTo>
                  <a:lnTo>
                    <a:pt x="262" y="150024"/>
                  </a:lnTo>
                  <a:lnTo>
                    <a:pt x="46" y="155341"/>
                  </a:lnTo>
                  <a:lnTo>
                    <a:pt x="0" y="160662"/>
                  </a:lnTo>
                  <a:lnTo>
                    <a:pt x="122" y="165981"/>
                  </a:lnTo>
                  <a:lnTo>
                    <a:pt x="414" y="171294"/>
                  </a:lnTo>
                  <a:lnTo>
                    <a:pt x="875" y="176595"/>
                  </a:lnTo>
                  <a:lnTo>
                    <a:pt x="1504" y="181878"/>
                  </a:lnTo>
                  <a:lnTo>
                    <a:pt x="2302" y="187139"/>
                  </a:lnTo>
                  <a:lnTo>
                    <a:pt x="3266" y="192372"/>
                  </a:lnTo>
                  <a:lnTo>
                    <a:pt x="4396" y="197571"/>
                  </a:lnTo>
                  <a:lnTo>
                    <a:pt x="5691" y="202732"/>
                  </a:lnTo>
                  <a:lnTo>
                    <a:pt x="7150" y="207849"/>
                  </a:lnTo>
                  <a:lnTo>
                    <a:pt x="8771" y="212917"/>
                  </a:lnTo>
                  <a:lnTo>
                    <a:pt x="10552" y="217931"/>
                  </a:lnTo>
                  <a:lnTo>
                    <a:pt x="12492" y="222885"/>
                  </a:lnTo>
                  <a:lnTo>
                    <a:pt x="14589" y="227776"/>
                  </a:lnTo>
                  <a:lnTo>
                    <a:pt x="16840" y="232597"/>
                  </a:lnTo>
                  <a:lnTo>
                    <a:pt x="19244" y="237344"/>
                  </a:lnTo>
                  <a:lnTo>
                    <a:pt x="21797" y="242012"/>
                  </a:lnTo>
                  <a:lnTo>
                    <a:pt x="24498" y="246596"/>
                  </a:lnTo>
                  <a:lnTo>
                    <a:pt x="27343" y="251093"/>
                  </a:lnTo>
                  <a:lnTo>
                    <a:pt x="30330" y="255496"/>
                  </a:lnTo>
                  <a:lnTo>
                    <a:pt x="33456" y="259802"/>
                  </a:lnTo>
                  <a:lnTo>
                    <a:pt x="36717" y="264007"/>
                  </a:lnTo>
                  <a:lnTo>
                    <a:pt x="40110" y="268105"/>
                  </a:lnTo>
                  <a:lnTo>
                    <a:pt x="43632" y="272094"/>
                  </a:lnTo>
                  <a:lnTo>
                    <a:pt x="47279" y="275968"/>
                  </a:lnTo>
                  <a:lnTo>
                    <a:pt x="51047" y="279724"/>
                  </a:lnTo>
                  <a:lnTo>
                    <a:pt x="54933" y="283359"/>
                  </a:lnTo>
                  <a:lnTo>
                    <a:pt x="58933" y="286868"/>
                  </a:lnTo>
                  <a:lnTo>
                    <a:pt x="63042" y="290248"/>
                  </a:lnTo>
                  <a:lnTo>
                    <a:pt x="67257" y="293495"/>
                  </a:lnTo>
                  <a:lnTo>
                    <a:pt x="71573" y="296607"/>
                  </a:lnTo>
                  <a:lnTo>
                    <a:pt x="75986" y="299580"/>
                  </a:lnTo>
                  <a:lnTo>
                    <a:pt x="80492" y="302410"/>
                  </a:lnTo>
                  <a:lnTo>
                    <a:pt x="85085" y="305096"/>
                  </a:lnTo>
                  <a:lnTo>
                    <a:pt x="89761" y="307635"/>
                  </a:lnTo>
                  <a:lnTo>
                    <a:pt x="94516" y="310023"/>
                  </a:lnTo>
                  <a:lnTo>
                    <a:pt x="99344" y="312259"/>
                  </a:lnTo>
                  <a:lnTo>
                    <a:pt x="104241" y="314340"/>
                  </a:lnTo>
                  <a:lnTo>
                    <a:pt x="109202" y="316264"/>
                  </a:lnTo>
                  <a:lnTo>
                    <a:pt x="114222" y="318029"/>
                  </a:lnTo>
                  <a:lnTo>
                    <a:pt x="119295" y="319633"/>
                  </a:lnTo>
                  <a:lnTo>
                    <a:pt x="124417" y="321076"/>
                  </a:lnTo>
                  <a:lnTo>
                    <a:pt x="129581" y="322354"/>
                  </a:lnTo>
                  <a:lnTo>
                    <a:pt x="134785" y="323468"/>
                  </a:lnTo>
                  <a:lnTo>
                    <a:pt x="140020" y="324415"/>
                  </a:lnTo>
                  <a:lnTo>
                    <a:pt x="145284" y="325195"/>
                  </a:lnTo>
                  <a:lnTo>
                    <a:pt x="150569" y="325808"/>
                  </a:lnTo>
                  <a:lnTo>
                    <a:pt x="155871" y="326252"/>
                  </a:lnTo>
                  <a:lnTo>
                    <a:pt x="161185" y="326526"/>
                  </a:lnTo>
                  <a:lnTo>
                    <a:pt x="166505" y="326632"/>
                  </a:lnTo>
                  <a:lnTo>
                    <a:pt x="171825" y="326568"/>
                  </a:lnTo>
                  <a:lnTo>
                    <a:pt x="177141" y="326335"/>
                  </a:lnTo>
                  <a:lnTo>
                    <a:pt x="182447" y="325933"/>
                  </a:lnTo>
                  <a:lnTo>
                    <a:pt x="187737" y="325362"/>
                  </a:lnTo>
                  <a:lnTo>
                    <a:pt x="193006" y="324624"/>
                  </a:lnTo>
                  <a:lnTo>
                    <a:pt x="198249" y="323717"/>
                  </a:lnTo>
                  <a:lnTo>
                    <a:pt x="203461" y="322645"/>
                  </a:lnTo>
                  <a:lnTo>
                    <a:pt x="167163" y="159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728472" y="2126963"/>
              <a:ext cx="167150" cy="330346"/>
            </a:xfrm>
            <a:custGeom>
              <a:avLst/>
              <a:pathLst>
                <a:path w="167150" h="330346">
                  <a:moveTo>
                    <a:pt x="36298" y="330346"/>
                  </a:moveTo>
                  <a:lnTo>
                    <a:pt x="41463" y="329111"/>
                  </a:lnTo>
                  <a:lnTo>
                    <a:pt x="46586" y="327712"/>
                  </a:lnTo>
                  <a:lnTo>
                    <a:pt x="51662" y="326151"/>
                  </a:lnTo>
                  <a:lnTo>
                    <a:pt x="56685" y="324430"/>
                  </a:lnTo>
                  <a:lnTo>
                    <a:pt x="61652" y="322550"/>
                  </a:lnTo>
                  <a:lnTo>
                    <a:pt x="66556" y="320513"/>
                  </a:lnTo>
                  <a:lnTo>
                    <a:pt x="71393" y="318322"/>
                  </a:lnTo>
                  <a:lnTo>
                    <a:pt x="76159" y="315978"/>
                  </a:lnTo>
                  <a:lnTo>
                    <a:pt x="80847" y="313484"/>
                  </a:lnTo>
                  <a:lnTo>
                    <a:pt x="85454" y="310842"/>
                  </a:lnTo>
                  <a:lnTo>
                    <a:pt x="89974" y="308055"/>
                  </a:lnTo>
                  <a:lnTo>
                    <a:pt x="94404" y="305126"/>
                  </a:lnTo>
                  <a:lnTo>
                    <a:pt x="98738" y="302058"/>
                  </a:lnTo>
                  <a:lnTo>
                    <a:pt x="102973" y="298854"/>
                  </a:lnTo>
                  <a:lnTo>
                    <a:pt x="107104" y="295517"/>
                  </a:lnTo>
                  <a:lnTo>
                    <a:pt x="111127" y="292050"/>
                  </a:lnTo>
                  <a:lnTo>
                    <a:pt x="115037" y="288457"/>
                  </a:lnTo>
                  <a:lnTo>
                    <a:pt x="118832" y="284742"/>
                  </a:lnTo>
                  <a:lnTo>
                    <a:pt x="122506" y="280908"/>
                  </a:lnTo>
                  <a:lnTo>
                    <a:pt x="126057" y="276959"/>
                  </a:lnTo>
                  <a:lnTo>
                    <a:pt x="129481" y="272900"/>
                  </a:lnTo>
                  <a:lnTo>
                    <a:pt x="132774" y="268734"/>
                  </a:lnTo>
                  <a:lnTo>
                    <a:pt x="135933" y="264465"/>
                  </a:lnTo>
                  <a:lnTo>
                    <a:pt x="138955" y="260099"/>
                  </a:lnTo>
                  <a:lnTo>
                    <a:pt x="141837" y="255638"/>
                  </a:lnTo>
                  <a:lnTo>
                    <a:pt x="144575" y="251088"/>
                  </a:lnTo>
                  <a:lnTo>
                    <a:pt x="147168" y="246454"/>
                  </a:lnTo>
                  <a:lnTo>
                    <a:pt x="149612" y="241739"/>
                  </a:lnTo>
                  <a:lnTo>
                    <a:pt x="151905" y="236949"/>
                  </a:lnTo>
                  <a:lnTo>
                    <a:pt x="154045" y="232089"/>
                  </a:lnTo>
                  <a:lnTo>
                    <a:pt x="156030" y="227163"/>
                  </a:lnTo>
                  <a:lnTo>
                    <a:pt x="157857" y="222177"/>
                  </a:lnTo>
                  <a:lnTo>
                    <a:pt x="159524" y="217135"/>
                  </a:lnTo>
                  <a:lnTo>
                    <a:pt x="161031" y="212043"/>
                  </a:lnTo>
                  <a:lnTo>
                    <a:pt x="162375" y="206905"/>
                  </a:lnTo>
                  <a:lnTo>
                    <a:pt x="163555" y="201728"/>
                  </a:lnTo>
                  <a:lnTo>
                    <a:pt x="164571" y="196515"/>
                  </a:lnTo>
                  <a:lnTo>
                    <a:pt x="165420" y="191273"/>
                  </a:lnTo>
                  <a:lnTo>
                    <a:pt x="166102" y="186007"/>
                  </a:lnTo>
                  <a:lnTo>
                    <a:pt x="166617" y="180721"/>
                  </a:lnTo>
                  <a:lnTo>
                    <a:pt x="166963" y="175422"/>
                  </a:lnTo>
                  <a:lnTo>
                    <a:pt x="167141" y="170115"/>
                  </a:lnTo>
                  <a:lnTo>
                    <a:pt x="167150" y="164804"/>
                  </a:lnTo>
                  <a:lnTo>
                    <a:pt x="166991" y="159496"/>
                  </a:lnTo>
                  <a:lnTo>
                    <a:pt x="166663" y="154196"/>
                  </a:lnTo>
                  <a:lnTo>
                    <a:pt x="166167" y="148909"/>
                  </a:lnTo>
                  <a:lnTo>
                    <a:pt x="165503" y="143640"/>
                  </a:lnTo>
                  <a:lnTo>
                    <a:pt x="164672" y="138395"/>
                  </a:lnTo>
                  <a:lnTo>
                    <a:pt x="163675" y="133179"/>
                  </a:lnTo>
                  <a:lnTo>
                    <a:pt x="162513" y="127997"/>
                  </a:lnTo>
                  <a:lnTo>
                    <a:pt x="161187" y="122855"/>
                  </a:lnTo>
                  <a:lnTo>
                    <a:pt x="159698" y="117757"/>
                  </a:lnTo>
                  <a:lnTo>
                    <a:pt x="158048" y="112710"/>
                  </a:lnTo>
                  <a:lnTo>
                    <a:pt x="156239" y="107717"/>
                  </a:lnTo>
                  <a:lnTo>
                    <a:pt x="154271" y="102784"/>
                  </a:lnTo>
                  <a:lnTo>
                    <a:pt x="152149" y="97917"/>
                  </a:lnTo>
                  <a:lnTo>
                    <a:pt x="149872" y="93119"/>
                  </a:lnTo>
                  <a:lnTo>
                    <a:pt x="147445" y="88396"/>
                  </a:lnTo>
                  <a:lnTo>
                    <a:pt x="144868" y="83752"/>
                  </a:lnTo>
                  <a:lnTo>
                    <a:pt x="142146" y="79193"/>
                  </a:lnTo>
                  <a:lnTo>
                    <a:pt x="139279" y="74722"/>
                  </a:lnTo>
                  <a:lnTo>
                    <a:pt x="136273" y="70345"/>
                  </a:lnTo>
                  <a:lnTo>
                    <a:pt x="133129" y="66065"/>
                  </a:lnTo>
                  <a:lnTo>
                    <a:pt x="129850" y="61888"/>
                  </a:lnTo>
                  <a:lnTo>
                    <a:pt x="126441" y="57816"/>
                  </a:lnTo>
                  <a:lnTo>
                    <a:pt x="122903" y="53855"/>
                  </a:lnTo>
                  <a:lnTo>
                    <a:pt x="119242" y="50008"/>
                  </a:lnTo>
                  <a:lnTo>
                    <a:pt x="115461" y="46280"/>
                  </a:lnTo>
                  <a:lnTo>
                    <a:pt x="111563" y="42674"/>
                  </a:lnTo>
                  <a:lnTo>
                    <a:pt x="107552" y="39193"/>
                  </a:lnTo>
                  <a:lnTo>
                    <a:pt x="103433" y="35841"/>
                  </a:lnTo>
                  <a:lnTo>
                    <a:pt x="99210" y="32622"/>
                  </a:lnTo>
                  <a:lnTo>
                    <a:pt x="94886" y="29539"/>
                  </a:lnTo>
                  <a:lnTo>
                    <a:pt x="90466" y="26594"/>
                  </a:lnTo>
                  <a:lnTo>
                    <a:pt x="85956" y="23792"/>
                  </a:lnTo>
                  <a:lnTo>
                    <a:pt x="81358" y="21134"/>
                  </a:lnTo>
                  <a:lnTo>
                    <a:pt x="76679" y="18623"/>
                  </a:lnTo>
                  <a:lnTo>
                    <a:pt x="71922" y="16263"/>
                  </a:lnTo>
                  <a:lnTo>
                    <a:pt x="67092" y="14054"/>
                  </a:lnTo>
                  <a:lnTo>
                    <a:pt x="62195" y="12000"/>
                  </a:lnTo>
                  <a:lnTo>
                    <a:pt x="57235" y="10103"/>
                  </a:lnTo>
                  <a:lnTo>
                    <a:pt x="52217" y="8364"/>
                  </a:lnTo>
                  <a:lnTo>
                    <a:pt x="47147" y="6786"/>
                  </a:lnTo>
                  <a:lnTo>
                    <a:pt x="42029" y="5369"/>
                  </a:lnTo>
                  <a:lnTo>
                    <a:pt x="36869" y="4116"/>
                  </a:lnTo>
                  <a:lnTo>
                    <a:pt x="31671" y="3027"/>
                  </a:lnTo>
                  <a:lnTo>
                    <a:pt x="26441" y="2104"/>
                  </a:lnTo>
                  <a:lnTo>
                    <a:pt x="21185" y="1347"/>
                  </a:lnTo>
                  <a:lnTo>
                    <a:pt x="15907" y="758"/>
                  </a:lnTo>
                  <a:lnTo>
                    <a:pt x="10614" y="337"/>
                  </a:lnTo>
                  <a:lnTo>
                    <a:pt x="530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7203" y="1681503"/>
              <a:ext cx="46031" cy="167167"/>
            </a:xfrm>
            <a:custGeom>
              <a:avLst/>
              <a:pathLst>
                <a:path w="46031" h="167167">
                  <a:moveTo>
                    <a:pt x="46031" y="0"/>
                  </a:moveTo>
                  <a:lnTo>
                    <a:pt x="39371" y="132"/>
                  </a:lnTo>
                  <a:lnTo>
                    <a:pt x="32721" y="530"/>
                  </a:lnTo>
                  <a:lnTo>
                    <a:pt x="26093" y="1193"/>
                  </a:lnTo>
                  <a:lnTo>
                    <a:pt x="19496" y="2119"/>
                  </a:lnTo>
                  <a:lnTo>
                    <a:pt x="12941" y="3307"/>
                  </a:lnTo>
                  <a:lnTo>
                    <a:pt x="6439" y="4756"/>
                  </a:lnTo>
                  <a:lnTo>
                    <a:pt x="0" y="6462"/>
                  </a:lnTo>
                  <a:lnTo>
                    <a:pt x="4603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7203" y="1687965"/>
              <a:ext cx="46031" cy="160704"/>
            </a:xfrm>
            <a:custGeom>
              <a:avLst/>
              <a:pathLst>
                <a:path w="46031" h="160704">
                  <a:moveTo>
                    <a:pt x="0" y="0"/>
                  </a:moveTo>
                  <a:lnTo>
                    <a:pt x="46031" y="1607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256069" y="1687965"/>
              <a:ext cx="334328" cy="327855"/>
            </a:xfrm>
            <a:custGeom>
              <a:avLst/>
              <a:pathLst>
                <a:path w="334328" h="327855">
                  <a:moveTo>
                    <a:pt x="121134" y="0"/>
                  </a:moveTo>
                  <a:lnTo>
                    <a:pt x="116077" y="1535"/>
                  </a:lnTo>
                  <a:lnTo>
                    <a:pt x="111072" y="3229"/>
                  </a:lnTo>
                  <a:lnTo>
                    <a:pt x="106123" y="5081"/>
                  </a:lnTo>
                  <a:lnTo>
                    <a:pt x="101235" y="7088"/>
                  </a:lnTo>
                  <a:lnTo>
                    <a:pt x="96412" y="9248"/>
                  </a:lnTo>
                  <a:lnTo>
                    <a:pt x="91660" y="11560"/>
                  </a:lnTo>
                  <a:lnTo>
                    <a:pt x="86984" y="14021"/>
                  </a:lnTo>
                  <a:lnTo>
                    <a:pt x="82388" y="16629"/>
                  </a:lnTo>
                  <a:lnTo>
                    <a:pt x="77877" y="19380"/>
                  </a:lnTo>
                  <a:lnTo>
                    <a:pt x="73454" y="22273"/>
                  </a:lnTo>
                  <a:lnTo>
                    <a:pt x="69126" y="25304"/>
                  </a:lnTo>
                  <a:lnTo>
                    <a:pt x="64895" y="28471"/>
                  </a:lnTo>
                  <a:lnTo>
                    <a:pt x="60767" y="31769"/>
                  </a:lnTo>
                  <a:lnTo>
                    <a:pt x="56745" y="35196"/>
                  </a:lnTo>
                  <a:lnTo>
                    <a:pt x="52833" y="38749"/>
                  </a:lnTo>
                  <a:lnTo>
                    <a:pt x="49036" y="42424"/>
                  </a:lnTo>
                  <a:lnTo>
                    <a:pt x="45356" y="46217"/>
                  </a:lnTo>
                  <a:lnTo>
                    <a:pt x="41798" y="50124"/>
                  </a:lnTo>
                  <a:lnTo>
                    <a:pt x="38366" y="54141"/>
                  </a:lnTo>
                  <a:lnTo>
                    <a:pt x="35062" y="58266"/>
                  </a:lnTo>
                  <a:lnTo>
                    <a:pt x="31890" y="62492"/>
                  </a:lnTo>
                  <a:lnTo>
                    <a:pt x="28854" y="66817"/>
                  </a:lnTo>
                  <a:lnTo>
                    <a:pt x="25955" y="71235"/>
                  </a:lnTo>
                  <a:lnTo>
                    <a:pt x="23198" y="75743"/>
                  </a:lnTo>
                  <a:lnTo>
                    <a:pt x="20585" y="80336"/>
                  </a:lnTo>
                  <a:lnTo>
                    <a:pt x="18118" y="85009"/>
                  </a:lnTo>
                  <a:lnTo>
                    <a:pt x="15800" y="89758"/>
                  </a:lnTo>
                  <a:lnTo>
                    <a:pt x="13633" y="94578"/>
                  </a:lnTo>
                  <a:lnTo>
                    <a:pt x="11620" y="99463"/>
                  </a:lnTo>
                  <a:lnTo>
                    <a:pt x="9762" y="104410"/>
                  </a:lnTo>
                  <a:lnTo>
                    <a:pt x="8061" y="109413"/>
                  </a:lnTo>
                  <a:lnTo>
                    <a:pt x="6519" y="114468"/>
                  </a:lnTo>
                  <a:lnTo>
                    <a:pt x="5138" y="119568"/>
                  </a:lnTo>
                  <a:lnTo>
                    <a:pt x="3919" y="124710"/>
                  </a:lnTo>
                  <a:lnTo>
                    <a:pt x="2863" y="129888"/>
                  </a:lnTo>
                  <a:lnTo>
                    <a:pt x="1971" y="135096"/>
                  </a:lnTo>
                  <a:lnTo>
                    <a:pt x="1244" y="140330"/>
                  </a:lnTo>
                  <a:lnTo>
                    <a:pt x="683" y="145585"/>
                  </a:lnTo>
                  <a:lnTo>
                    <a:pt x="288" y="150854"/>
                  </a:lnTo>
                  <a:lnTo>
                    <a:pt x="60" y="156134"/>
                  </a:lnTo>
                  <a:lnTo>
                    <a:pt x="0" y="161418"/>
                  </a:lnTo>
                  <a:lnTo>
                    <a:pt x="106" y="166701"/>
                  </a:lnTo>
                  <a:lnTo>
                    <a:pt x="379" y="171978"/>
                  </a:lnTo>
                  <a:lnTo>
                    <a:pt x="818" y="177244"/>
                  </a:lnTo>
                  <a:lnTo>
                    <a:pt x="1424" y="182494"/>
                  </a:lnTo>
                  <a:lnTo>
                    <a:pt x="2196" y="187721"/>
                  </a:lnTo>
                  <a:lnTo>
                    <a:pt x="3132" y="192922"/>
                  </a:lnTo>
                  <a:lnTo>
                    <a:pt x="4232" y="198090"/>
                  </a:lnTo>
                  <a:lnTo>
                    <a:pt x="5495" y="203222"/>
                  </a:lnTo>
                  <a:lnTo>
                    <a:pt x="6920" y="208310"/>
                  </a:lnTo>
                  <a:lnTo>
                    <a:pt x="8505" y="213351"/>
                  </a:lnTo>
                  <a:lnTo>
                    <a:pt x="10248" y="218340"/>
                  </a:lnTo>
                  <a:lnTo>
                    <a:pt x="12148" y="223271"/>
                  </a:lnTo>
                  <a:lnTo>
                    <a:pt x="14203" y="228139"/>
                  </a:lnTo>
                  <a:lnTo>
                    <a:pt x="16411" y="232940"/>
                  </a:lnTo>
                  <a:lnTo>
                    <a:pt x="18769" y="237669"/>
                  </a:lnTo>
                  <a:lnTo>
                    <a:pt x="21276" y="242321"/>
                  </a:lnTo>
                  <a:lnTo>
                    <a:pt x="23928" y="246891"/>
                  </a:lnTo>
                  <a:lnTo>
                    <a:pt x="26724" y="251375"/>
                  </a:lnTo>
                  <a:lnTo>
                    <a:pt x="29660" y="255769"/>
                  </a:lnTo>
                  <a:lnTo>
                    <a:pt x="32734" y="260067"/>
                  </a:lnTo>
                  <a:lnTo>
                    <a:pt x="35941" y="264267"/>
                  </a:lnTo>
                  <a:lnTo>
                    <a:pt x="39280" y="268363"/>
                  </a:lnTo>
                  <a:lnTo>
                    <a:pt x="42747" y="272351"/>
                  </a:lnTo>
                  <a:lnTo>
                    <a:pt x="46338" y="276228"/>
                  </a:lnTo>
                  <a:lnTo>
                    <a:pt x="50049" y="279989"/>
                  </a:lnTo>
                  <a:lnTo>
                    <a:pt x="53878" y="283631"/>
                  </a:lnTo>
                  <a:lnTo>
                    <a:pt x="57820" y="287150"/>
                  </a:lnTo>
                  <a:lnTo>
                    <a:pt x="61871" y="290543"/>
                  </a:lnTo>
                  <a:lnTo>
                    <a:pt x="66028" y="293806"/>
                  </a:lnTo>
                  <a:lnTo>
                    <a:pt x="70285" y="296936"/>
                  </a:lnTo>
                  <a:lnTo>
                    <a:pt x="74639" y="299930"/>
                  </a:lnTo>
                  <a:lnTo>
                    <a:pt x="79086" y="302785"/>
                  </a:lnTo>
                  <a:lnTo>
                    <a:pt x="83621" y="305498"/>
                  </a:lnTo>
                  <a:lnTo>
                    <a:pt x="88239" y="308066"/>
                  </a:lnTo>
                  <a:lnTo>
                    <a:pt x="92936" y="310487"/>
                  </a:lnTo>
                  <a:lnTo>
                    <a:pt x="97707" y="312759"/>
                  </a:lnTo>
                  <a:lnTo>
                    <a:pt x="102548" y="314878"/>
                  </a:lnTo>
                  <a:lnTo>
                    <a:pt x="107453" y="316843"/>
                  </a:lnTo>
                  <a:lnTo>
                    <a:pt x="112418" y="318653"/>
                  </a:lnTo>
                  <a:lnTo>
                    <a:pt x="117438" y="320304"/>
                  </a:lnTo>
                  <a:lnTo>
                    <a:pt x="122507" y="321796"/>
                  </a:lnTo>
                  <a:lnTo>
                    <a:pt x="127621" y="323127"/>
                  </a:lnTo>
                  <a:lnTo>
                    <a:pt x="132774" y="324296"/>
                  </a:lnTo>
                  <a:lnTo>
                    <a:pt x="137962" y="325301"/>
                  </a:lnTo>
                  <a:lnTo>
                    <a:pt x="143179" y="326142"/>
                  </a:lnTo>
                  <a:lnTo>
                    <a:pt x="148420" y="326817"/>
                  </a:lnTo>
                  <a:lnTo>
                    <a:pt x="153680" y="327327"/>
                  </a:lnTo>
                  <a:lnTo>
                    <a:pt x="158953" y="327670"/>
                  </a:lnTo>
                  <a:lnTo>
                    <a:pt x="164234" y="327846"/>
                  </a:lnTo>
                  <a:lnTo>
                    <a:pt x="169519" y="327855"/>
                  </a:lnTo>
                  <a:lnTo>
                    <a:pt x="174801" y="327697"/>
                  </a:lnTo>
                  <a:lnTo>
                    <a:pt x="180075" y="327373"/>
                  </a:lnTo>
                  <a:lnTo>
                    <a:pt x="185336" y="326881"/>
                  </a:lnTo>
                  <a:lnTo>
                    <a:pt x="190579" y="326224"/>
                  </a:lnTo>
                  <a:lnTo>
                    <a:pt x="195799" y="325401"/>
                  </a:lnTo>
                  <a:lnTo>
                    <a:pt x="200991" y="324414"/>
                  </a:lnTo>
                  <a:lnTo>
                    <a:pt x="206148" y="323263"/>
                  </a:lnTo>
                  <a:lnTo>
                    <a:pt x="211267" y="321950"/>
                  </a:lnTo>
                  <a:lnTo>
                    <a:pt x="216341" y="320475"/>
                  </a:lnTo>
                  <a:lnTo>
                    <a:pt x="221366" y="318841"/>
                  </a:lnTo>
                  <a:lnTo>
                    <a:pt x="226337" y="317049"/>
                  </a:lnTo>
                  <a:lnTo>
                    <a:pt x="231249" y="315101"/>
                  </a:lnTo>
                  <a:lnTo>
                    <a:pt x="236097" y="312998"/>
                  </a:lnTo>
                  <a:lnTo>
                    <a:pt x="240876" y="310743"/>
                  </a:lnTo>
                  <a:lnTo>
                    <a:pt x="245582" y="308338"/>
                  </a:lnTo>
                  <a:lnTo>
                    <a:pt x="250209" y="305786"/>
                  </a:lnTo>
                  <a:lnTo>
                    <a:pt x="254753" y="303089"/>
                  </a:lnTo>
                  <a:lnTo>
                    <a:pt x="259210" y="300249"/>
                  </a:lnTo>
                  <a:lnTo>
                    <a:pt x="263574" y="297270"/>
                  </a:lnTo>
                  <a:lnTo>
                    <a:pt x="267842" y="294155"/>
                  </a:lnTo>
                  <a:lnTo>
                    <a:pt x="272010" y="290906"/>
                  </a:lnTo>
                  <a:lnTo>
                    <a:pt x="276073" y="287527"/>
                  </a:lnTo>
                  <a:lnTo>
                    <a:pt x="280027" y="284022"/>
                  </a:lnTo>
                  <a:lnTo>
                    <a:pt x="283868" y="280393"/>
                  </a:lnTo>
                  <a:lnTo>
                    <a:pt x="287593" y="276645"/>
                  </a:lnTo>
                  <a:lnTo>
                    <a:pt x="291197" y="272780"/>
                  </a:lnTo>
                  <a:lnTo>
                    <a:pt x="294678" y="268804"/>
                  </a:lnTo>
                  <a:lnTo>
                    <a:pt x="298031" y="264720"/>
                  </a:lnTo>
                  <a:lnTo>
                    <a:pt x="301253" y="260532"/>
                  </a:lnTo>
                  <a:lnTo>
                    <a:pt x="304341" y="256244"/>
                  </a:lnTo>
                  <a:lnTo>
                    <a:pt x="307292" y="251860"/>
                  </a:lnTo>
                  <a:lnTo>
                    <a:pt x="310103" y="247386"/>
                  </a:lnTo>
                  <a:lnTo>
                    <a:pt x="312772" y="242825"/>
                  </a:lnTo>
                  <a:lnTo>
                    <a:pt x="315295" y="238181"/>
                  </a:lnTo>
                  <a:lnTo>
                    <a:pt x="317669" y="233461"/>
                  </a:lnTo>
                  <a:lnTo>
                    <a:pt x="319894" y="228667"/>
                  </a:lnTo>
                  <a:lnTo>
                    <a:pt x="321966" y="223806"/>
                  </a:lnTo>
                  <a:lnTo>
                    <a:pt x="323883" y="218882"/>
                  </a:lnTo>
                  <a:lnTo>
                    <a:pt x="325643" y="213900"/>
                  </a:lnTo>
                  <a:lnTo>
                    <a:pt x="327245" y="208864"/>
                  </a:lnTo>
                  <a:lnTo>
                    <a:pt x="328688" y="203780"/>
                  </a:lnTo>
                  <a:lnTo>
                    <a:pt x="329968" y="198654"/>
                  </a:lnTo>
                  <a:lnTo>
                    <a:pt x="331087" y="193489"/>
                  </a:lnTo>
                  <a:lnTo>
                    <a:pt x="332041" y="188292"/>
                  </a:lnTo>
                  <a:lnTo>
                    <a:pt x="332830" y="183067"/>
                  </a:lnTo>
                  <a:lnTo>
                    <a:pt x="333454" y="177819"/>
                  </a:lnTo>
                  <a:lnTo>
                    <a:pt x="333912" y="172555"/>
                  </a:lnTo>
                  <a:lnTo>
                    <a:pt x="334204" y="167279"/>
                  </a:lnTo>
                  <a:lnTo>
                    <a:pt x="334328" y="161996"/>
                  </a:lnTo>
                  <a:lnTo>
                    <a:pt x="334285" y="156712"/>
                  </a:lnTo>
                  <a:lnTo>
                    <a:pt x="334075" y="151431"/>
                  </a:lnTo>
                  <a:lnTo>
                    <a:pt x="333699" y="146161"/>
                  </a:lnTo>
                  <a:lnTo>
                    <a:pt x="333156" y="140904"/>
                  </a:lnTo>
                  <a:lnTo>
                    <a:pt x="332447" y="135668"/>
                  </a:lnTo>
                  <a:lnTo>
                    <a:pt x="331573" y="130456"/>
                  </a:lnTo>
                  <a:lnTo>
                    <a:pt x="330535" y="125275"/>
                  </a:lnTo>
                  <a:lnTo>
                    <a:pt x="329334" y="120129"/>
                  </a:lnTo>
                  <a:lnTo>
                    <a:pt x="327970" y="115024"/>
                  </a:lnTo>
                  <a:lnTo>
                    <a:pt x="326446" y="109964"/>
                  </a:lnTo>
                  <a:lnTo>
                    <a:pt x="324763" y="104955"/>
                  </a:lnTo>
                  <a:lnTo>
                    <a:pt x="322922" y="100002"/>
                  </a:lnTo>
                  <a:lnTo>
                    <a:pt x="320926" y="95109"/>
                  </a:lnTo>
                  <a:lnTo>
                    <a:pt x="318776" y="90282"/>
                  </a:lnTo>
                  <a:lnTo>
                    <a:pt x="316474" y="85525"/>
                  </a:lnTo>
                  <a:lnTo>
                    <a:pt x="314023" y="80843"/>
                  </a:lnTo>
                  <a:lnTo>
                    <a:pt x="311426" y="76242"/>
                  </a:lnTo>
                  <a:lnTo>
                    <a:pt x="308684" y="71724"/>
                  </a:lnTo>
                  <a:lnTo>
                    <a:pt x="305801" y="67296"/>
                  </a:lnTo>
                  <a:lnTo>
                    <a:pt x="302779" y="62961"/>
                  </a:lnTo>
                  <a:lnTo>
                    <a:pt x="299622" y="58723"/>
                  </a:lnTo>
                  <a:lnTo>
                    <a:pt x="296333" y="54588"/>
                  </a:lnTo>
                  <a:lnTo>
                    <a:pt x="292914" y="50558"/>
                  </a:lnTo>
                  <a:lnTo>
                    <a:pt x="289370" y="46638"/>
                  </a:lnTo>
                  <a:lnTo>
                    <a:pt x="285704" y="42833"/>
                  </a:lnTo>
                  <a:lnTo>
                    <a:pt x="281919" y="39145"/>
                  </a:lnTo>
                  <a:lnTo>
                    <a:pt x="278019" y="35579"/>
                  </a:lnTo>
                  <a:lnTo>
                    <a:pt x="274009" y="32138"/>
                  </a:lnTo>
                  <a:lnTo>
                    <a:pt x="269892" y="28825"/>
                  </a:lnTo>
                  <a:lnTo>
                    <a:pt x="265673" y="25644"/>
                  </a:lnTo>
                  <a:lnTo>
                    <a:pt x="261355" y="22598"/>
                  </a:lnTo>
                  <a:lnTo>
                    <a:pt x="256942" y="19690"/>
                  </a:lnTo>
                  <a:lnTo>
                    <a:pt x="252440" y="16923"/>
                  </a:lnTo>
                  <a:lnTo>
                    <a:pt x="247853" y="14299"/>
                  </a:lnTo>
                  <a:lnTo>
                    <a:pt x="243186" y="11822"/>
                  </a:lnTo>
                  <a:lnTo>
                    <a:pt x="167165" y="1607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423235" y="1681503"/>
              <a:ext cx="76020" cy="167167"/>
            </a:xfrm>
            <a:custGeom>
              <a:avLst/>
              <a:pathLst>
                <a:path w="76020" h="167167">
                  <a:moveTo>
                    <a:pt x="76020" y="18285"/>
                  </a:moveTo>
                  <a:lnTo>
                    <a:pt x="70957" y="15806"/>
                  </a:lnTo>
                  <a:lnTo>
                    <a:pt x="65814" y="13500"/>
                  </a:lnTo>
                  <a:lnTo>
                    <a:pt x="60595" y="11369"/>
                  </a:lnTo>
                  <a:lnTo>
                    <a:pt x="55308" y="9414"/>
                  </a:lnTo>
                  <a:lnTo>
                    <a:pt x="49958" y="7639"/>
                  </a:lnTo>
                  <a:lnTo>
                    <a:pt x="44551" y="6046"/>
                  </a:lnTo>
                  <a:lnTo>
                    <a:pt x="39094" y="4635"/>
                  </a:lnTo>
                  <a:lnTo>
                    <a:pt x="33592" y="3409"/>
                  </a:lnTo>
                  <a:lnTo>
                    <a:pt x="28052" y="2370"/>
                  </a:lnTo>
                  <a:lnTo>
                    <a:pt x="22480" y="1518"/>
                  </a:lnTo>
                  <a:lnTo>
                    <a:pt x="16882" y="854"/>
                  </a:lnTo>
                  <a:lnTo>
                    <a:pt x="11265" y="380"/>
                  </a:lnTo>
                  <a:lnTo>
                    <a:pt x="563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853890" y="1322571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1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3" y="5363"/>
                  </a:lnTo>
                  <a:lnTo>
                    <a:pt x="120027" y="6778"/>
                  </a:lnTo>
                  <a:lnTo>
                    <a:pt x="114960" y="8355"/>
                  </a:lnTo>
                  <a:lnTo>
                    <a:pt x="109944" y="10091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3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6" y="35801"/>
                  </a:lnTo>
                  <a:lnTo>
                    <a:pt x="59648" y="39149"/>
                  </a:lnTo>
                  <a:lnTo>
                    <a:pt x="55638" y="42626"/>
                  </a:lnTo>
                  <a:lnTo>
                    <a:pt x="51741" y="46229"/>
                  </a:lnTo>
                  <a:lnTo>
                    <a:pt x="47960" y="49953"/>
                  </a:lnTo>
                  <a:lnTo>
                    <a:pt x="44299" y="53796"/>
                  </a:lnTo>
                  <a:lnTo>
                    <a:pt x="40762" y="57753"/>
                  </a:lnTo>
                  <a:lnTo>
                    <a:pt x="37352" y="61820"/>
                  </a:lnTo>
                  <a:lnTo>
                    <a:pt x="34073" y="65993"/>
                  </a:lnTo>
                  <a:lnTo>
                    <a:pt x="30929" y="70269"/>
                  </a:lnTo>
                  <a:lnTo>
                    <a:pt x="27921" y="74642"/>
                  </a:lnTo>
                  <a:lnTo>
                    <a:pt x="25054" y="79108"/>
                  </a:lnTo>
                  <a:lnTo>
                    <a:pt x="22331" y="83663"/>
                  </a:lnTo>
                  <a:lnTo>
                    <a:pt x="19753" y="88303"/>
                  </a:lnTo>
                  <a:lnTo>
                    <a:pt x="17323" y="93021"/>
                  </a:lnTo>
                  <a:lnTo>
                    <a:pt x="15045" y="97815"/>
                  </a:lnTo>
                  <a:lnTo>
                    <a:pt x="12920" y="102678"/>
                  </a:lnTo>
                  <a:lnTo>
                    <a:pt x="10951" y="107607"/>
                  </a:lnTo>
                  <a:lnTo>
                    <a:pt x="9139" y="112595"/>
                  </a:lnTo>
                  <a:lnTo>
                    <a:pt x="7486" y="117639"/>
                  </a:lnTo>
                  <a:lnTo>
                    <a:pt x="5994" y="122732"/>
                  </a:lnTo>
                  <a:lnTo>
                    <a:pt x="4665" y="127870"/>
                  </a:lnTo>
                  <a:lnTo>
                    <a:pt x="3499" y="133048"/>
                  </a:lnTo>
                  <a:lnTo>
                    <a:pt x="2499" y="138260"/>
                  </a:lnTo>
                  <a:lnTo>
                    <a:pt x="1664" y="143501"/>
                  </a:lnTo>
                  <a:lnTo>
                    <a:pt x="996" y="148767"/>
                  </a:lnTo>
                  <a:lnTo>
                    <a:pt x="496" y="154050"/>
                  </a:lnTo>
                  <a:lnTo>
                    <a:pt x="164" y="159347"/>
                  </a:lnTo>
                  <a:lnTo>
                    <a:pt x="0" y="164652"/>
                  </a:lnTo>
                  <a:lnTo>
                    <a:pt x="4" y="169959"/>
                  </a:lnTo>
                  <a:lnTo>
                    <a:pt x="177" y="175264"/>
                  </a:lnTo>
                  <a:lnTo>
                    <a:pt x="518" y="180560"/>
                  </a:lnTo>
                  <a:lnTo>
                    <a:pt x="1027" y="185843"/>
                  </a:lnTo>
                  <a:lnTo>
                    <a:pt x="1704" y="191107"/>
                  </a:lnTo>
                  <a:lnTo>
                    <a:pt x="2547" y="196347"/>
                  </a:lnTo>
                  <a:lnTo>
                    <a:pt x="3556" y="201558"/>
                  </a:lnTo>
                  <a:lnTo>
                    <a:pt x="4731" y="206734"/>
                  </a:lnTo>
                  <a:lnTo>
                    <a:pt x="6068" y="211869"/>
                  </a:lnTo>
                  <a:lnTo>
                    <a:pt x="7569" y="216960"/>
                  </a:lnTo>
                  <a:lnTo>
                    <a:pt x="9230" y="222001"/>
                  </a:lnTo>
                  <a:lnTo>
                    <a:pt x="11050" y="226987"/>
                  </a:lnTo>
                  <a:lnTo>
                    <a:pt x="13028" y="231912"/>
                  </a:lnTo>
                  <a:lnTo>
                    <a:pt x="15161" y="236772"/>
                  </a:lnTo>
                  <a:lnTo>
                    <a:pt x="17447" y="241561"/>
                  </a:lnTo>
                  <a:lnTo>
                    <a:pt x="19884" y="246276"/>
                  </a:lnTo>
                  <a:lnTo>
                    <a:pt x="22469" y="250911"/>
                  </a:lnTo>
                  <a:lnTo>
                    <a:pt x="25201" y="255462"/>
                  </a:lnTo>
                  <a:lnTo>
                    <a:pt x="28075" y="259923"/>
                  </a:lnTo>
                  <a:lnTo>
                    <a:pt x="31090" y="264291"/>
                  </a:lnTo>
                  <a:lnTo>
                    <a:pt x="34242" y="268561"/>
                  </a:lnTo>
                  <a:lnTo>
                    <a:pt x="37527" y="272729"/>
                  </a:lnTo>
                  <a:lnTo>
                    <a:pt x="40944" y="276791"/>
                  </a:lnTo>
                  <a:lnTo>
                    <a:pt x="44487" y="280742"/>
                  </a:lnTo>
                  <a:lnTo>
                    <a:pt x="48154" y="284579"/>
                  </a:lnTo>
                  <a:lnTo>
                    <a:pt x="51942" y="288297"/>
                  </a:lnTo>
                  <a:lnTo>
                    <a:pt x="55845" y="291893"/>
                  </a:lnTo>
                  <a:lnTo>
                    <a:pt x="59860" y="295363"/>
                  </a:lnTo>
                  <a:lnTo>
                    <a:pt x="63984" y="298705"/>
                  </a:lnTo>
                  <a:lnTo>
                    <a:pt x="68212" y="301913"/>
                  </a:lnTo>
                  <a:lnTo>
                    <a:pt x="72539" y="304986"/>
                  </a:lnTo>
                  <a:lnTo>
                    <a:pt x="76962" y="307920"/>
                  </a:lnTo>
                  <a:lnTo>
                    <a:pt x="81475" y="310712"/>
                  </a:lnTo>
                  <a:lnTo>
                    <a:pt x="86075" y="313359"/>
                  </a:lnTo>
                  <a:lnTo>
                    <a:pt x="90757" y="315859"/>
                  </a:lnTo>
                  <a:lnTo>
                    <a:pt x="95516" y="318209"/>
                  </a:lnTo>
                  <a:lnTo>
                    <a:pt x="100347" y="320407"/>
                  </a:lnTo>
                  <a:lnTo>
                    <a:pt x="105245" y="322450"/>
                  </a:lnTo>
                  <a:lnTo>
                    <a:pt x="110205" y="324337"/>
                  </a:lnTo>
                  <a:lnTo>
                    <a:pt x="115223" y="326066"/>
                  </a:lnTo>
                  <a:lnTo>
                    <a:pt x="120294" y="327634"/>
                  </a:lnTo>
                  <a:lnTo>
                    <a:pt x="125411" y="329040"/>
                  </a:lnTo>
                  <a:lnTo>
                    <a:pt x="130571" y="330284"/>
                  </a:lnTo>
                  <a:lnTo>
                    <a:pt x="135768" y="331363"/>
                  </a:lnTo>
                  <a:lnTo>
                    <a:pt x="140996" y="332276"/>
                  </a:lnTo>
                  <a:lnTo>
                    <a:pt x="146250" y="333023"/>
                  </a:lnTo>
                  <a:lnTo>
                    <a:pt x="151526" y="333603"/>
                  </a:lnTo>
                  <a:lnTo>
                    <a:pt x="156817" y="334015"/>
                  </a:lnTo>
                  <a:lnTo>
                    <a:pt x="162119" y="334259"/>
                  </a:lnTo>
                  <a:lnTo>
                    <a:pt x="167426" y="334334"/>
                  </a:lnTo>
                  <a:lnTo>
                    <a:pt x="172732" y="334241"/>
                  </a:lnTo>
                  <a:lnTo>
                    <a:pt x="178033" y="333980"/>
                  </a:lnTo>
                  <a:lnTo>
                    <a:pt x="183323" y="333550"/>
                  </a:lnTo>
                  <a:lnTo>
                    <a:pt x="188597" y="332953"/>
                  </a:lnTo>
                  <a:lnTo>
                    <a:pt x="193849" y="332188"/>
                  </a:lnTo>
                  <a:lnTo>
                    <a:pt x="199074" y="331257"/>
                  </a:lnTo>
                  <a:lnTo>
                    <a:pt x="204267" y="330161"/>
                  </a:lnTo>
                  <a:lnTo>
                    <a:pt x="209422" y="328901"/>
                  </a:lnTo>
                  <a:lnTo>
                    <a:pt x="214535" y="327477"/>
                  </a:lnTo>
                  <a:lnTo>
                    <a:pt x="219600" y="325892"/>
                  </a:lnTo>
                  <a:lnTo>
                    <a:pt x="224613" y="324147"/>
                  </a:lnTo>
                  <a:lnTo>
                    <a:pt x="229567" y="322244"/>
                  </a:lnTo>
                  <a:lnTo>
                    <a:pt x="234458" y="320184"/>
                  </a:lnTo>
                  <a:lnTo>
                    <a:pt x="239282" y="317970"/>
                  </a:lnTo>
                  <a:lnTo>
                    <a:pt x="244033" y="315604"/>
                  </a:lnTo>
                  <a:lnTo>
                    <a:pt x="248706" y="313089"/>
                  </a:lnTo>
                  <a:lnTo>
                    <a:pt x="253297" y="310426"/>
                  </a:lnTo>
                  <a:lnTo>
                    <a:pt x="257802" y="307619"/>
                  </a:lnTo>
                  <a:lnTo>
                    <a:pt x="262214" y="304671"/>
                  </a:lnTo>
                  <a:lnTo>
                    <a:pt x="266532" y="301584"/>
                  </a:lnTo>
                  <a:lnTo>
                    <a:pt x="270748" y="298361"/>
                  </a:lnTo>
                  <a:lnTo>
                    <a:pt x="274861" y="295006"/>
                  </a:lnTo>
                  <a:lnTo>
                    <a:pt x="278865" y="291522"/>
                  </a:lnTo>
                  <a:lnTo>
                    <a:pt x="282756" y="287913"/>
                  </a:lnTo>
                  <a:lnTo>
                    <a:pt x="286531" y="284183"/>
                  </a:lnTo>
                  <a:lnTo>
                    <a:pt x="290185" y="280334"/>
                  </a:lnTo>
                  <a:lnTo>
                    <a:pt x="293716" y="276371"/>
                  </a:lnTo>
                  <a:lnTo>
                    <a:pt x="297119" y="272298"/>
                  </a:lnTo>
                  <a:lnTo>
                    <a:pt x="300391" y="268119"/>
                  </a:lnTo>
                  <a:lnTo>
                    <a:pt x="303528" y="263839"/>
                  </a:lnTo>
                  <a:lnTo>
                    <a:pt x="306528" y="259460"/>
                  </a:lnTo>
                  <a:lnTo>
                    <a:pt x="309388" y="254989"/>
                  </a:lnTo>
                  <a:lnTo>
                    <a:pt x="312104" y="250430"/>
                  </a:lnTo>
                  <a:lnTo>
                    <a:pt x="314674" y="245786"/>
                  </a:lnTo>
                  <a:lnTo>
                    <a:pt x="317096" y="241063"/>
                  </a:lnTo>
                  <a:lnTo>
                    <a:pt x="319366" y="236266"/>
                  </a:lnTo>
                  <a:lnTo>
                    <a:pt x="321483" y="231399"/>
                  </a:lnTo>
                  <a:lnTo>
                    <a:pt x="323444" y="226468"/>
                  </a:lnTo>
                  <a:lnTo>
                    <a:pt x="325248" y="221476"/>
                  </a:lnTo>
                  <a:lnTo>
                    <a:pt x="326892" y="216430"/>
                  </a:lnTo>
                  <a:lnTo>
                    <a:pt x="328375" y="211334"/>
                  </a:lnTo>
                  <a:lnTo>
                    <a:pt x="329696" y="206194"/>
                  </a:lnTo>
                  <a:lnTo>
                    <a:pt x="330853" y="201014"/>
                  </a:lnTo>
                  <a:lnTo>
                    <a:pt x="331845" y="195800"/>
                  </a:lnTo>
                  <a:lnTo>
                    <a:pt x="332671" y="190557"/>
                  </a:lnTo>
                  <a:lnTo>
                    <a:pt x="333330" y="185291"/>
                  </a:lnTo>
                  <a:lnTo>
                    <a:pt x="333822" y="180007"/>
                  </a:lnTo>
                  <a:lnTo>
                    <a:pt x="334145" y="174709"/>
                  </a:lnTo>
                  <a:lnTo>
                    <a:pt x="334300" y="169404"/>
                  </a:lnTo>
                  <a:lnTo>
                    <a:pt x="334287" y="164097"/>
                  </a:lnTo>
                  <a:lnTo>
                    <a:pt x="334106" y="158793"/>
                  </a:lnTo>
                  <a:lnTo>
                    <a:pt x="333756" y="153497"/>
                  </a:lnTo>
                  <a:lnTo>
                    <a:pt x="333238" y="148215"/>
                  </a:lnTo>
                  <a:lnTo>
                    <a:pt x="332552" y="142952"/>
                  </a:lnTo>
                  <a:lnTo>
                    <a:pt x="331700" y="137713"/>
                  </a:lnTo>
                  <a:lnTo>
                    <a:pt x="330682" y="132504"/>
                  </a:lnTo>
                  <a:lnTo>
                    <a:pt x="329500" y="127331"/>
                  </a:lnTo>
                  <a:lnTo>
                    <a:pt x="328153" y="122197"/>
                  </a:lnTo>
                  <a:lnTo>
                    <a:pt x="326644" y="117108"/>
                  </a:lnTo>
                  <a:lnTo>
                    <a:pt x="324975" y="112071"/>
                  </a:lnTo>
                  <a:lnTo>
                    <a:pt x="323146" y="107088"/>
                  </a:lnTo>
                  <a:lnTo>
                    <a:pt x="321161" y="102166"/>
                  </a:lnTo>
                  <a:lnTo>
                    <a:pt x="319020" y="97310"/>
                  </a:lnTo>
                  <a:lnTo>
                    <a:pt x="316725" y="92524"/>
                  </a:lnTo>
                  <a:lnTo>
                    <a:pt x="314280" y="87813"/>
                  </a:lnTo>
                  <a:lnTo>
                    <a:pt x="311687" y="83183"/>
                  </a:lnTo>
                  <a:lnTo>
                    <a:pt x="308948" y="78637"/>
                  </a:lnTo>
                  <a:lnTo>
                    <a:pt x="306067" y="74180"/>
                  </a:lnTo>
                  <a:lnTo>
                    <a:pt x="303045" y="69817"/>
                  </a:lnTo>
                  <a:lnTo>
                    <a:pt x="299886" y="65552"/>
                  </a:lnTo>
                  <a:lnTo>
                    <a:pt x="296593" y="61389"/>
                  </a:lnTo>
                  <a:lnTo>
                    <a:pt x="293170" y="57333"/>
                  </a:lnTo>
                  <a:lnTo>
                    <a:pt x="289620" y="53388"/>
                  </a:lnTo>
                  <a:lnTo>
                    <a:pt x="285946" y="49558"/>
                  </a:lnTo>
                  <a:lnTo>
                    <a:pt x="282153" y="45846"/>
                  </a:lnTo>
                  <a:lnTo>
                    <a:pt x="278244" y="42256"/>
                  </a:lnTo>
                  <a:lnTo>
                    <a:pt x="274222" y="38792"/>
                  </a:lnTo>
                  <a:lnTo>
                    <a:pt x="270093" y="35458"/>
                  </a:lnTo>
                  <a:lnTo>
                    <a:pt x="265860" y="32257"/>
                  </a:lnTo>
                  <a:lnTo>
                    <a:pt x="261528" y="29191"/>
                  </a:lnTo>
                  <a:lnTo>
                    <a:pt x="257100" y="26264"/>
                  </a:lnTo>
                  <a:lnTo>
                    <a:pt x="252582" y="23480"/>
                  </a:lnTo>
                  <a:lnTo>
                    <a:pt x="247978" y="20840"/>
                  </a:lnTo>
                  <a:lnTo>
                    <a:pt x="243292" y="18348"/>
                  </a:lnTo>
                  <a:lnTo>
                    <a:pt x="238529" y="16006"/>
                  </a:lnTo>
                  <a:lnTo>
                    <a:pt x="233695" y="13816"/>
                  </a:lnTo>
                  <a:lnTo>
                    <a:pt x="228793" y="1178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4353"/>
              <a:ext cx="61645" cy="155386"/>
            </a:xfrm>
            <a:custGeom>
              <a:avLst/>
              <a:pathLst>
                <a:path w="61645" h="155386">
                  <a:moveTo>
                    <a:pt x="61645" y="0"/>
                  </a:moveTo>
                  <a:lnTo>
                    <a:pt x="0" y="155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4090"/>
              <a:ext cx="61645" cy="155649"/>
            </a:xfrm>
            <a:custGeom>
              <a:avLst/>
              <a:pathLst>
                <a:path w="61645" h="155649">
                  <a:moveTo>
                    <a:pt x="61645" y="263"/>
                  </a:moveTo>
                  <a:lnTo>
                    <a:pt x="60977" y="0"/>
                  </a:lnTo>
                  <a:lnTo>
                    <a:pt x="0" y="1556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60977" cy="167167"/>
            </a:xfrm>
            <a:custGeom>
              <a:avLst/>
              <a:pathLst>
                <a:path w="60977" h="167167">
                  <a:moveTo>
                    <a:pt x="60977" y="11518"/>
                  </a:moveTo>
                  <a:lnTo>
                    <a:pt x="55124" y="9350"/>
                  </a:lnTo>
                  <a:lnTo>
                    <a:pt x="49195" y="7402"/>
                  </a:lnTo>
                  <a:lnTo>
                    <a:pt x="43196" y="5677"/>
                  </a:lnTo>
                  <a:lnTo>
                    <a:pt x="37138" y="4177"/>
                  </a:lnTo>
                  <a:lnTo>
                    <a:pt x="31028" y="2904"/>
                  </a:lnTo>
                  <a:lnTo>
                    <a:pt x="24874" y="1861"/>
                  </a:lnTo>
                  <a:lnTo>
                    <a:pt x="18686" y="1047"/>
                  </a:lnTo>
                  <a:lnTo>
                    <a:pt x="12471" y="465"/>
                  </a:lnTo>
                  <a:lnTo>
                    <a:pt x="624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378109" y="1071028"/>
              <a:ext cx="331859" cy="334334"/>
            </a:xfrm>
            <a:custGeom>
              <a:avLst/>
              <a:pathLst>
                <a:path w="33185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39" y="336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2" y="3024"/>
                  </a:lnTo>
                  <a:lnTo>
                    <a:pt x="130297" y="4112"/>
                  </a:lnTo>
                  <a:lnTo>
                    <a:pt x="125139" y="5364"/>
                  </a:lnTo>
                  <a:lnTo>
                    <a:pt x="120023" y="6779"/>
                  </a:lnTo>
                  <a:lnTo>
                    <a:pt x="114955" y="8356"/>
                  </a:lnTo>
                  <a:lnTo>
                    <a:pt x="109939" y="10094"/>
                  </a:lnTo>
                  <a:lnTo>
                    <a:pt x="104981" y="11989"/>
                  </a:lnTo>
                  <a:lnTo>
                    <a:pt x="100086" y="14041"/>
                  </a:lnTo>
                  <a:lnTo>
                    <a:pt x="95258" y="16247"/>
                  </a:lnTo>
                  <a:lnTo>
                    <a:pt x="90503" y="18606"/>
                  </a:lnTo>
                  <a:lnTo>
                    <a:pt x="85825" y="21114"/>
                  </a:lnTo>
                  <a:lnTo>
                    <a:pt x="81230" y="23769"/>
                  </a:lnTo>
                  <a:lnTo>
                    <a:pt x="76720" y="26569"/>
                  </a:lnTo>
                  <a:lnTo>
                    <a:pt x="72302" y="29511"/>
                  </a:lnTo>
                  <a:lnTo>
                    <a:pt x="67980" y="32592"/>
                  </a:lnTo>
                  <a:lnTo>
                    <a:pt x="63757" y="35808"/>
                  </a:lnTo>
                  <a:lnTo>
                    <a:pt x="59639" y="39157"/>
                  </a:lnTo>
                  <a:lnTo>
                    <a:pt x="55629" y="42634"/>
                  </a:lnTo>
                  <a:lnTo>
                    <a:pt x="51732" y="46238"/>
                  </a:lnTo>
                  <a:lnTo>
                    <a:pt x="47951" y="49963"/>
                  </a:lnTo>
                  <a:lnTo>
                    <a:pt x="44290" y="53806"/>
                  </a:lnTo>
                  <a:lnTo>
                    <a:pt x="40753" y="57764"/>
                  </a:lnTo>
                  <a:lnTo>
                    <a:pt x="37343" y="61832"/>
                  </a:lnTo>
                  <a:lnTo>
                    <a:pt x="34064" y="66006"/>
                  </a:lnTo>
                  <a:lnTo>
                    <a:pt x="30920" y="70282"/>
                  </a:lnTo>
                  <a:lnTo>
                    <a:pt x="27912" y="74656"/>
                  </a:lnTo>
                  <a:lnTo>
                    <a:pt x="25046" y="79123"/>
                  </a:lnTo>
                  <a:lnTo>
                    <a:pt x="22322" y="83679"/>
                  </a:lnTo>
                  <a:lnTo>
                    <a:pt x="19744" y="88319"/>
                  </a:lnTo>
                  <a:lnTo>
                    <a:pt x="17315" y="93038"/>
                  </a:lnTo>
                  <a:lnTo>
                    <a:pt x="15038" y="97833"/>
                  </a:lnTo>
                  <a:lnTo>
                    <a:pt x="12913" y="102697"/>
                  </a:lnTo>
                  <a:lnTo>
                    <a:pt x="10944" y="107626"/>
                  </a:lnTo>
                  <a:lnTo>
                    <a:pt x="9132" y="112615"/>
                  </a:lnTo>
                  <a:lnTo>
                    <a:pt x="7480" y="117659"/>
                  </a:lnTo>
                  <a:lnTo>
                    <a:pt x="5989" y="122753"/>
                  </a:lnTo>
                  <a:lnTo>
                    <a:pt x="4660" y="127892"/>
                  </a:lnTo>
                  <a:lnTo>
                    <a:pt x="3495" y="133071"/>
                  </a:lnTo>
                  <a:lnTo>
                    <a:pt x="2495" y="138284"/>
                  </a:lnTo>
                  <a:lnTo>
                    <a:pt x="1661" y="143526"/>
                  </a:lnTo>
                  <a:lnTo>
                    <a:pt x="994" y="148791"/>
                  </a:lnTo>
                  <a:lnTo>
                    <a:pt x="494" y="154076"/>
                  </a:lnTo>
                  <a:lnTo>
                    <a:pt x="163" y="159373"/>
                  </a:lnTo>
                  <a:lnTo>
                    <a:pt x="0" y="164679"/>
                  </a:lnTo>
                  <a:lnTo>
                    <a:pt x="5" y="169986"/>
                  </a:lnTo>
                  <a:lnTo>
                    <a:pt x="179" y="175291"/>
                  </a:lnTo>
                  <a:lnTo>
                    <a:pt x="521" y="180588"/>
                  </a:lnTo>
                  <a:lnTo>
                    <a:pt x="1031" y="185872"/>
                  </a:lnTo>
                  <a:lnTo>
                    <a:pt x="1708" y="191136"/>
                  </a:lnTo>
                  <a:lnTo>
                    <a:pt x="2553" y="196376"/>
                  </a:lnTo>
                  <a:lnTo>
                    <a:pt x="3563" y="201587"/>
                  </a:lnTo>
                  <a:lnTo>
                    <a:pt x="4738" y="206763"/>
                  </a:lnTo>
                  <a:lnTo>
                    <a:pt x="6077" y="211900"/>
                  </a:lnTo>
                  <a:lnTo>
                    <a:pt x="7579" y="216991"/>
                  </a:lnTo>
                  <a:lnTo>
                    <a:pt x="9241" y="222032"/>
                  </a:lnTo>
                  <a:lnTo>
                    <a:pt x="11062" y="227017"/>
                  </a:lnTo>
                  <a:lnTo>
                    <a:pt x="13041" y="231942"/>
                  </a:lnTo>
                  <a:lnTo>
                    <a:pt x="15175" y="236802"/>
                  </a:lnTo>
                  <a:lnTo>
                    <a:pt x="17463" y="241592"/>
                  </a:lnTo>
                  <a:lnTo>
                    <a:pt x="19901" y="246307"/>
                  </a:lnTo>
                  <a:lnTo>
                    <a:pt x="22488" y="250942"/>
                  </a:lnTo>
                  <a:lnTo>
                    <a:pt x="25220" y="255492"/>
                  </a:lnTo>
                  <a:lnTo>
                    <a:pt x="28096" y="259954"/>
                  </a:lnTo>
                  <a:lnTo>
                    <a:pt x="31112" y="264321"/>
                  </a:lnTo>
                  <a:lnTo>
                    <a:pt x="34265" y="268591"/>
                  </a:lnTo>
                  <a:lnTo>
                    <a:pt x="37552" y="272759"/>
                  </a:lnTo>
                  <a:lnTo>
                    <a:pt x="40970" y="276820"/>
                  </a:lnTo>
                  <a:lnTo>
                    <a:pt x="44514" y="280771"/>
                  </a:lnTo>
                  <a:lnTo>
                    <a:pt x="48183" y="284607"/>
                  </a:lnTo>
                  <a:lnTo>
                    <a:pt x="51971" y="288325"/>
                  </a:lnTo>
                  <a:lnTo>
                    <a:pt x="55876" y="291920"/>
                  </a:lnTo>
                  <a:lnTo>
                    <a:pt x="59893" y="295390"/>
                  </a:lnTo>
                  <a:lnTo>
                    <a:pt x="64018" y="298731"/>
                  </a:lnTo>
                  <a:lnTo>
                    <a:pt x="68246" y="301938"/>
                  </a:lnTo>
                  <a:lnTo>
                    <a:pt x="72575" y="305010"/>
                  </a:lnTo>
                  <a:lnTo>
                    <a:pt x="76999" y="307943"/>
                  </a:lnTo>
                  <a:lnTo>
                    <a:pt x="81514" y="310735"/>
                  </a:lnTo>
                  <a:lnTo>
                    <a:pt x="86115" y="313381"/>
                  </a:lnTo>
                  <a:lnTo>
                    <a:pt x="90798" y="315880"/>
                  </a:lnTo>
                  <a:lnTo>
                    <a:pt x="95558" y="318229"/>
                  </a:lnTo>
                  <a:lnTo>
                    <a:pt x="100390" y="320426"/>
                  </a:lnTo>
                  <a:lnTo>
                    <a:pt x="105289" y="322468"/>
                  </a:lnTo>
                  <a:lnTo>
                    <a:pt x="110250" y="324353"/>
                  </a:lnTo>
                  <a:lnTo>
                    <a:pt x="115269" y="326081"/>
                  </a:lnTo>
                  <a:lnTo>
                    <a:pt x="120341" y="327647"/>
                  </a:lnTo>
                  <a:lnTo>
                    <a:pt x="125459" y="329053"/>
                  </a:lnTo>
                  <a:lnTo>
                    <a:pt x="130620" y="330295"/>
                  </a:lnTo>
                  <a:lnTo>
                    <a:pt x="135817" y="331372"/>
                  </a:lnTo>
                  <a:lnTo>
                    <a:pt x="141046" y="332284"/>
                  </a:lnTo>
                  <a:lnTo>
                    <a:pt x="146302" y="333029"/>
                  </a:lnTo>
                  <a:lnTo>
                    <a:pt x="151578" y="333608"/>
                  </a:lnTo>
                  <a:lnTo>
                    <a:pt x="156870" y="334018"/>
                  </a:lnTo>
                  <a:lnTo>
                    <a:pt x="162172" y="334260"/>
                  </a:lnTo>
                  <a:lnTo>
                    <a:pt x="167480" y="334334"/>
                  </a:lnTo>
                  <a:lnTo>
                    <a:pt x="172787" y="334239"/>
                  </a:lnTo>
                  <a:lnTo>
                    <a:pt x="178088" y="333976"/>
                  </a:lnTo>
                  <a:lnTo>
                    <a:pt x="183378" y="333545"/>
                  </a:lnTo>
                  <a:lnTo>
                    <a:pt x="188652" y="332946"/>
                  </a:lnTo>
                  <a:lnTo>
                    <a:pt x="193905" y="332179"/>
                  </a:lnTo>
                  <a:lnTo>
                    <a:pt x="199130" y="331247"/>
                  </a:lnTo>
                  <a:lnTo>
                    <a:pt x="204323" y="330149"/>
                  </a:lnTo>
                  <a:lnTo>
                    <a:pt x="209479" y="328886"/>
                  </a:lnTo>
                  <a:lnTo>
                    <a:pt x="214591" y="327461"/>
                  </a:lnTo>
                  <a:lnTo>
                    <a:pt x="219657" y="325874"/>
                  </a:lnTo>
                  <a:lnTo>
                    <a:pt x="224669" y="324127"/>
                  </a:lnTo>
                  <a:lnTo>
                    <a:pt x="229623" y="322221"/>
                  </a:lnTo>
                  <a:lnTo>
                    <a:pt x="234514" y="320160"/>
                  </a:lnTo>
                  <a:lnTo>
                    <a:pt x="239337" y="317944"/>
                  </a:lnTo>
                  <a:lnTo>
                    <a:pt x="244088" y="315576"/>
                  </a:lnTo>
                  <a:lnTo>
                    <a:pt x="248761" y="313059"/>
                  </a:lnTo>
                  <a:lnTo>
                    <a:pt x="253351" y="310394"/>
                  </a:lnTo>
                  <a:lnTo>
                    <a:pt x="257855" y="307585"/>
                  </a:lnTo>
                  <a:lnTo>
                    <a:pt x="262267" y="304635"/>
                  </a:lnTo>
                  <a:lnTo>
                    <a:pt x="266584" y="301546"/>
                  </a:lnTo>
                  <a:lnTo>
                    <a:pt x="270800" y="298321"/>
                  </a:lnTo>
                  <a:lnTo>
                    <a:pt x="274911" y="294964"/>
                  </a:lnTo>
                  <a:lnTo>
                    <a:pt x="278914" y="291478"/>
                  </a:lnTo>
                  <a:lnTo>
                    <a:pt x="282805" y="287867"/>
                  </a:lnTo>
                  <a:lnTo>
                    <a:pt x="286578" y="284135"/>
                  </a:lnTo>
                  <a:lnTo>
                    <a:pt x="290232" y="280284"/>
                  </a:lnTo>
                  <a:lnTo>
                    <a:pt x="293761" y="276319"/>
                  </a:lnTo>
                  <a:lnTo>
                    <a:pt x="297162" y="272245"/>
                  </a:lnTo>
                  <a:lnTo>
                    <a:pt x="300433" y="268064"/>
                  </a:lnTo>
                  <a:lnTo>
                    <a:pt x="303569" y="263782"/>
                  </a:lnTo>
                  <a:lnTo>
                    <a:pt x="306567" y="259402"/>
                  </a:lnTo>
                  <a:lnTo>
                    <a:pt x="309425" y="254929"/>
                  </a:lnTo>
                  <a:lnTo>
                    <a:pt x="312140" y="250368"/>
                  </a:lnTo>
                  <a:lnTo>
                    <a:pt x="314708" y="245723"/>
                  </a:lnTo>
                  <a:lnTo>
                    <a:pt x="317128" y="240999"/>
                  </a:lnTo>
                  <a:lnTo>
                    <a:pt x="319396" y="236200"/>
                  </a:lnTo>
                  <a:lnTo>
                    <a:pt x="321511" y="231331"/>
                  </a:lnTo>
                  <a:lnTo>
                    <a:pt x="323470" y="226398"/>
                  </a:lnTo>
                  <a:lnTo>
                    <a:pt x="325272" y="221406"/>
                  </a:lnTo>
                  <a:lnTo>
                    <a:pt x="326914" y="216358"/>
                  </a:lnTo>
                  <a:lnTo>
                    <a:pt x="328396" y="211261"/>
                  </a:lnTo>
                  <a:lnTo>
                    <a:pt x="329714" y="206120"/>
                  </a:lnTo>
                  <a:lnTo>
                    <a:pt x="330869" y="200939"/>
                  </a:lnTo>
                  <a:lnTo>
                    <a:pt x="331859" y="195724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4710" cy="28557"/>
            </a:xfrm>
            <a:custGeom>
              <a:avLst/>
              <a:pathLst>
                <a:path w="164710" h="28557">
                  <a:moveTo>
                    <a:pt x="164710" y="2855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4949" cy="28557"/>
            </a:xfrm>
            <a:custGeom>
              <a:avLst/>
              <a:pathLst>
                <a:path w="164949" h="28557">
                  <a:moveTo>
                    <a:pt x="164710" y="28557"/>
                  </a:moveTo>
                  <a:lnTo>
                    <a:pt x="164949" y="27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071028"/>
              <a:ext cx="167166" cy="194309"/>
            </a:xfrm>
            <a:custGeom>
              <a:avLst/>
              <a:pathLst>
                <a:path w="167166" h="194309">
                  <a:moveTo>
                    <a:pt x="164949" y="194309"/>
                  </a:moveTo>
                  <a:lnTo>
                    <a:pt x="165735" y="189000"/>
                  </a:lnTo>
                  <a:lnTo>
                    <a:pt x="166351" y="183668"/>
                  </a:lnTo>
                  <a:lnTo>
                    <a:pt x="166795" y="178319"/>
                  </a:lnTo>
                  <a:lnTo>
                    <a:pt x="167067" y="172959"/>
                  </a:lnTo>
                  <a:lnTo>
                    <a:pt x="167166" y="167592"/>
                  </a:lnTo>
                  <a:lnTo>
                    <a:pt x="167094" y="162225"/>
                  </a:lnTo>
                  <a:lnTo>
                    <a:pt x="166849" y="156863"/>
                  </a:lnTo>
                  <a:lnTo>
                    <a:pt x="166432" y="151512"/>
                  </a:lnTo>
                  <a:lnTo>
                    <a:pt x="165844" y="146177"/>
                  </a:lnTo>
                  <a:lnTo>
                    <a:pt x="165085" y="140864"/>
                  </a:lnTo>
                  <a:lnTo>
                    <a:pt x="164155" y="135578"/>
                  </a:lnTo>
                  <a:lnTo>
                    <a:pt x="163056" y="130324"/>
                  </a:lnTo>
                  <a:lnTo>
                    <a:pt x="161790" y="125108"/>
                  </a:lnTo>
                  <a:lnTo>
                    <a:pt x="160356" y="119936"/>
                  </a:lnTo>
                  <a:lnTo>
                    <a:pt x="158757" y="114812"/>
                  </a:lnTo>
                  <a:lnTo>
                    <a:pt x="156994" y="109743"/>
                  </a:lnTo>
                  <a:lnTo>
                    <a:pt x="155070" y="104732"/>
                  </a:lnTo>
                  <a:lnTo>
                    <a:pt x="152986" y="99786"/>
                  </a:lnTo>
                  <a:lnTo>
                    <a:pt x="150744" y="94909"/>
                  </a:lnTo>
                  <a:lnTo>
                    <a:pt x="148346" y="90107"/>
                  </a:lnTo>
                  <a:lnTo>
                    <a:pt x="145796" y="85385"/>
                  </a:lnTo>
                  <a:lnTo>
                    <a:pt x="143095" y="80746"/>
                  </a:lnTo>
                  <a:lnTo>
                    <a:pt x="140247" y="76197"/>
                  </a:lnTo>
                  <a:lnTo>
                    <a:pt x="137254" y="71741"/>
                  </a:lnTo>
                  <a:lnTo>
                    <a:pt x="134120" y="67384"/>
                  </a:lnTo>
                  <a:lnTo>
                    <a:pt x="130848" y="63130"/>
                  </a:lnTo>
                  <a:lnTo>
                    <a:pt x="127440" y="58983"/>
                  </a:lnTo>
                  <a:lnTo>
                    <a:pt x="123901" y="54947"/>
                  </a:lnTo>
                  <a:lnTo>
                    <a:pt x="120235" y="51027"/>
                  </a:lnTo>
                  <a:lnTo>
                    <a:pt x="116444" y="47227"/>
                  </a:lnTo>
                  <a:lnTo>
                    <a:pt x="112534" y="43551"/>
                  </a:lnTo>
                  <a:lnTo>
                    <a:pt x="108507" y="40002"/>
                  </a:lnTo>
                  <a:lnTo>
                    <a:pt x="104369" y="36584"/>
                  </a:lnTo>
                  <a:lnTo>
                    <a:pt x="100123" y="33301"/>
                  </a:lnTo>
                  <a:lnTo>
                    <a:pt x="95774" y="30155"/>
                  </a:lnTo>
                  <a:lnTo>
                    <a:pt x="91326" y="27151"/>
                  </a:lnTo>
                  <a:lnTo>
                    <a:pt x="86784" y="24291"/>
                  </a:lnTo>
                  <a:lnTo>
                    <a:pt x="82152" y="21579"/>
                  </a:lnTo>
                  <a:lnTo>
                    <a:pt x="77436" y="19017"/>
                  </a:lnTo>
                  <a:lnTo>
                    <a:pt x="72640" y="16607"/>
                  </a:lnTo>
                  <a:lnTo>
                    <a:pt x="67769" y="14353"/>
                  </a:lnTo>
                  <a:lnTo>
                    <a:pt x="62828" y="12256"/>
                  </a:lnTo>
                  <a:lnTo>
                    <a:pt x="57823" y="10319"/>
                  </a:lnTo>
                  <a:lnTo>
                    <a:pt x="52758" y="8543"/>
                  </a:lnTo>
                  <a:lnTo>
                    <a:pt x="47638" y="6931"/>
                  </a:lnTo>
                  <a:lnTo>
                    <a:pt x="42469" y="5484"/>
                  </a:lnTo>
                  <a:lnTo>
                    <a:pt x="37257" y="4204"/>
                  </a:lnTo>
                  <a:lnTo>
                    <a:pt x="32006" y="3092"/>
                  </a:lnTo>
                  <a:lnTo>
                    <a:pt x="26722" y="2149"/>
                  </a:lnTo>
                  <a:lnTo>
                    <a:pt x="21411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6357" y="941493"/>
              <a:ext cx="117186" cy="167167"/>
            </a:xfrm>
            <a:custGeom>
              <a:avLst/>
              <a:pathLst>
                <a:path w="117186" h="167167">
                  <a:moveTo>
                    <a:pt x="117186" y="0"/>
                  </a:moveTo>
                  <a:lnTo>
                    <a:pt x="111541" y="95"/>
                  </a:lnTo>
                  <a:lnTo>
                    <a:pt x="105902" y="381"/>
                  </a:lnTo>
                  <a:lnTo>
                    <a:pt x="100277" y="857"/>
                  </a:lnTo>
                  <a:lnTo>
                    <a:pt x="94670" y="1523"/>
                  </a:lnTo>
                  <a:lnTo>
                    <a:pt x="89090" y="2377"/>
                  </a:lnTo>
                  <a:lnTo>
                    <a:pt x="83541" y="3420"/>
                  </a:lnTo>
                  <a:lnTo>
                    <a:pt x="78031" y="4650"/>
                  </a:lnTo>
                  <a:lnTo>
                    <a:pt x="72565" y="6065"/>
                  </a:lnTo>
                  <a:lnTo>
                    <a:pt x="67151" y="7663"/>
                  </a:lnTo>
                  <a:lnTo>
                    <a:pt x="61793" y="9444"/>
                  </a:lnTo>
                  <a:lnTo>
                    <a:pt x="56499" y="11404"/>
                  </a:lnTo>
                  <a:lnTo>
                    <a:pt x="51273" y="13542"/>
                  </a:lnTo>
                  <a:lnTo>
                    <a:pt x="46123" y="15856"/>
                  </a:lnTo>
                  <a:lnTo>
                    <a:pt x="41054" y="18342"/>
                  </a:lnTo>
                  <a:lnTo>
                    <a:pt x="36072" y="20997"/>
                  </a:lnTo>
                  <a:lnTo>
                    <a:pt x="31183" y="23820"/>
                  </a:lnTo>
                  <a:lnTo>
                    <a:pt x="26391" y="26806"/>
                  </a:lnTo>
                  <a:lnTo>
                    <a:pt x="21703" y="29952"/>
                  </a:lnTo>
                  <a:lnTo>
                    <a:pt x="17124" y="33254"/>
                  </a:lnTo>
                  <a:lnTo>
                    <a:pt x="12659" y="36709"/>
                  </a:lnTo>
                  <a:lnTo>
                    <a:pt x="8314" y="40314"/>
                  </a:lnTo>
                  <a:lnTo>
                    <a:pt x="4092" y="44062"/>
                  </a:lnTo>
                  <a:lnTo>
                    <a:pt x="0" y="47951"/>
                  </a:lnTo>
                  <a:lnTo>
                    <a:pt x="11718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6357" y="989445"/>
              <a:ext cx="117186" cy="119215"/>
            </a:xfrm>
            <a:custGeom>
              <a:avLst/>
              <a:pathLst>
                <a:path w="117186" h="119215">
                  <a:moveTo>
                    <a:pt x="0" y="0"/>
                  </a:moveTo>
                  <a:lnTo>
                    <a:pt x="117186" y="1192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56377" y="962129"/>
              <a:ext cx="334328" cy="313689"/>
            </a:xfrm>
            <a:custGeom>
              <a:avLst/>
              <a:pathLst>
                <a:path w="334328" h="313689">
                  <a:moveTo>
                    <a:pt x="49980" y="27315"/>
                  </a:moveTo>
                  <a:lnTo>
                    <a:pt x="46264" y="31086"/>
                  </a:lnTo>
                  <a:lnTo>
                    <a:pt x="42669" y="34973"/>
                  </a:lnTo>
                  <a:lnTo>
                    <a:pt x="39198" y="38971"/>
                  </a:lnTo>
                  <a:lnTo>
                    <a:pt x="35856" y="43077"/>
                  </a:lnTo>
                  <a:lnTo>
                    <a:pt x="32646" y="47288"/>
                  </a:lnTo>
                  <a:lnTo>
                    <a:pt x="29571" y="51597"/>
                  </a:lnTo>
                  <a:lnTo>
                    <a:pt x="26634" y="56002"/>
                  </a:lnTo>
                  <a:lnTo>
                    <a:pt x="23837" y="60498"/>
                  </a:lnTo>
                  <a:lnTo>
                    <a:pt x="21185" y="65080"/>
                  </a:lnTo>
                  <a:lnTo>
                    <a:pt x="18679" y="69743"/>
                  </a:lnTo>
                  <a:lnTo>
                    <a:pt x="16322" y="74484"/>
                  </a:lnTo>
                  <a:lnTo>
                    <a:pt x="14116" y="79297"/>
                  </a:lnTo>
                  <a:lnTo>
                    <a:pt x="12063" y="84177"/>
                  </a:lnTo>
                  <a:lnTo>
                    <a:pt x="10167" y="89120"/>
                  </a:lnTo>
                  <a:lnTo>
                    <a:pt x="8427" y="94121"/>
                  </a:lnTo>
                  <a:lnTo>
                    <a:pt x="6847" y="99174"/>
                  </a:lnTo>
                  <a:lnTo>
                    <a:pt x="5428" y="104274"/>
                  </a:lnTo>
                  <a:lnTo>
                    <a:pt x="4171" y="109417"/>
                  </a:lnTo>
                  <a:lnTo>
                    <a:pt x="3077" y="114598"/>
                  </a:lnTo>
                  <a:lnTo>
                    <a:pt x="2149" y="119810"/>
                  </a:lnTo>
                  <a:lnTo>
                    <a:pt x="1385" y="125049"/>
                  </a:lnTo>
                  <a:lnTo>
                    <a:pt x="788" y="130309"/>
                  </a:lnTo>
                  <a:lnTo>
                    <a:pt x="358" y="135586"/>
                  </a:lnTo>
                  <a:lnTo>
                    <a:pt x="95" y="140874"/>
                  </a:lnTo>
                  <a:lnTo>
                    <a:pt x="0" y="146168"/>
                  </a:lnTo>
                  <a:lnTo>
                    <a:pt x="72" y="151462"/>
                  </a:lnTo>
                  <a:lnTo>
                    <a:pt x="312" y="156750"/>
                  </a:lnTo>
                  <a:lnTo>
                    <a:pt x="719" y="162029"/>
                  </a:lnTo>
                  <a:lnTo>
                    <a:pt x="1293" y="167292"/>
                  </a:lnTo>
                  <a:lnTo>
                    <a:pt x="2034" y="172535"/>
                  </a:lnTo>
                  <a:lnTo>
                    <a:pt x="2940" y="177751"/>
                  </a:lnTo>
                  <a:lnTo>
                    <a:pt x="4011" y="182936"/>
                  </a:lnTo>
                  <a:lnTo>
                    <a:pt x="5246" y="188084"/>
                  </a:lnTo>
                  <a:lnTo>
                    <a:pt x="6643" y="193191"/>
                  </a:lnTo>
                  <a:lnTo>
                    <a:pt x="8201" y="198251"/>
                  </a:lnTo>
                  <a:lnTo>
                    <a:pt x="9919" y="203259"/>
                  </a:lnTo>
                  <a:lnTo>
                    <a:pt x="11794" y="208210"/>
                  </a:lnTo>
                  <a:lnTo>
                    <a:pt x="13825" y="213099"/>
                  </a:lnTo>
                  <a:lnTo>
                    <a:pt x="16010" y="217922"/>
                  </a:lnTo>
                  <a:lnTo>
                    <a:pt x="18346" y="222672"/>
                  </a:lnTo>
                  <a:lnTo>
                    <a:pt x="20832" y="227347"/>
                  </a:lnTo>
                  <a:lnTo>
                    <a:pt x="23465" y="231940"/>
                  </a:lnTo>
                  <a:lnTo>
                    <a:pt x="26242" y="236448"/>
                  </a:lnTo>
                  <a:lnTo>
                    <a:pt x="29160" y="240866"/>
                  </a:lnTo>
                  <a:lnTo>
                    <a:pt x="32216" y="245189"/>
                  </a:lnTo>
                  <a:lnTo>
                    <a:pt x="35408" y="249413"/>
                  </a:lnTo>
                  <a:lnTo>
                    <a:pt x="38732" y="253534"/>
                  </a:lnTo>
                  <a:lnTo>
                    <a:pt x="42185" y="257547"/>
                  </a:lnTo>
                  <a:lnTo>
                    <a:pt x="45763" y="261449"/>
                  </a:lnTo>
                  <a:lnTo>
                    <a:pt x="49463" y="265236"/>
                  </a:lnTo>
                  <a:lnTo>
                    <a:pt x="53281" y="268904"/>
                  </a:lnTo>
                  <a:lnTo>
                    <a:pt x="57214" y="272449"/>
                  </a:lnTo>
                  <a:lnTo>
                    <a:pt x="61256" y="275868"/>
                  </a:lnTo>
                  <a:lnTo>
                    <a:pt x="65405" y="279157"/>
                  </a:lnTo>
                  <a:lnTo>
                    <a:pt x="69656" y="282312"/>
                  </a:lnTo>
                  <a:lnTo>
                    <a:pt x="74005" y="285332"/>
                  </a:lnTo>
                  <a:lnTo>
                    <a:pt x="78447" y="288213"/>
                  </a:lnTo>
                  <a:lnTo>
                    <a:pt x="82978" y="290951"/>
                  </a:lnTo>
                  <a:lnTo>
                    <a:pt x="87594" y="293545"/>
                  </a:lnTo>
                  <a:lnTo>
                    <a:pt x="92289" y="295991"/>
                  </a:lnTo>
                  <a:lnTo>
                    <a:pt x="97059" y="298287"/>
                  </a:lnTo>
                  <a:lnTo>
                    <a:pt x="101900" y="300431"/>
                  </a:lnTo>
                  <a:lnTo>
                    <a:pt x="106807" y="302421"/>
                  </a:lnTo>
                  <a:lnTo>
                    <a:pt x="111773" y="304254"/>
                  </a:lnTo>
                  <a:lnTo>
                    <a:pt x="116796" y="305929"/>
                  </a:lnTo>
                  <a:lnTo>
                    <a:pt x="121869" y="307444"/>
                  </a:lnTo>
                  <a:lnTo>
                    <a:pt x="126987" y="308798"/>
                  </a:lnTo>
                  <a:lnTo>
                    <a:pt x="132146" y="309989"/>
                  </a:lnTo>
                  <a:lnTo>
                    <a:pt x="137340" y="311016"/>
                  </a:lnTo>
                  <a:lnTo>
                    <a:pt x="142563" y="311878"/>
                  </a:lnTo>
                  <a:lnTo>
                    <a:pt x="147812" y="312574"/>
                  </a:lnTo>
                  <a:lnTo>
                    <a:pt x="153080" y="313104"/>
                  </a:lnTo>
                  <a:lnTo>
                    <a:pt x="158361" y="313466"/>
                  </a:lnTo>
                  <a:lnTo>
                    <a:pt x="163652" y="313661"/>
                  </a:lnTo>
                  <a:lnTo>
                    <a:pt x="168947" y="313689"/>
                  </a:lnTo>
                  <a:lnTo>
                    <a:pt x="174239" y="313549"/>
                  </a:lnTo>
                  <a:lnTo>
                    <a:pt x="179524" y="313241"/>
                  </a:lnTo>
                  <a:lnTo>
                    <a:pt x="184797" y="312766"/>
                  </a:lnTo>
                  <a:lnTo>
                    <a:pt x="190053" y="312124"/>
                  </a:lnTo>
                  <a:lnTo>
                    <a:pt x="195285" y="311317"/>
                  </a:lnTo>
                  <a:lnTo>
                    <a:pt x="200489" y="310343"/>
                  </a:lnTo>
                  <a:lnTo>
                    <a:pt x="205660" y="309206"/>
                  </a:lnTo>
                  <a:lnTo>
                    <a:pt x="210792" y="307905"/>
                  </a:lnTo>
                  <a:lnTo>
                    <a:pt x="215881" y="306443"/>
                  </a:lnTo>
                  <a:lnTo>
                    <a:pt x="220920" y="304820"/>
                  </a:lnTo>
                  <a:lnTo>
                    <a:pt x="225906" y="303039"/>
                  </a:lnTo>
                  <a:lnTo>
                    <a:pt x="230832" y="301100"/>
                  </a:lnTo>
                  <a:lnTo>
                    <a:pt x="235695" y="299006"/>
                  </a:lnTo>
                  <a:lnTo>
                    <a:pt x="240489" y="296760"/>
                  </a:lnTo>
                  <a:lnTo>
                    <a:pt x="245210" y="294363"/>
                  </a:lnTo>
                  <a:lnTo>
                    <a:pt x="249852" y="291817"/>
                  </a:lnTo>
                  <a:lnTo>
                    <a:pt x="254411" y="289126"/>
                  </a:lnTo>
                  <a:lnTo>
                    <a:pt x="258883" y="286291"/>
                  </a:lnTo>
                  <a:lnTo>
                    <a:pt x="263263" y="283317"/>
                  </a:lnTo>
                  <a:lnTo>
                    <a:pt x="267546" y="280205"/>
                  </a:lnTo>
                  <a:lnTo>
                    <a:pt x="271729" y="276959"/>
                  </a:lnTo>
                  <a:lnTo>
                    <a:pt x="275807" y="273583"/>
                  </a:lnTo>
                  <a:lnTo>
                    <a:pt x="279776" y="270079"/>
                  </a:lnTo>
                  <a:lnTo>
                    <a:pt x="283632" y="266451"/>
                  </a:lnTo>
                  <a:lnTo>
                    <a:pt x="287371" y="262703"/>
                  </a:lnTo>
                  <a:lnTo>
                    <a:pt x="290989" y="258838"/>
                  </a:lnTo>
                  <a:lnTo>
                    <a:pt x="294484" y="254860"/>
                  </a:lnTo>
                  <a:lnTo>
                    <a:pt x="297850" y="250774"/>
                  </a:lnTo>
                  <a:lnTo>
                    <a:pt x="301086" y="246584"/>
                  </a:lnTo>
                  <a:lnTo>
                    <a:pt x="304187" y="242293"/>
                  </a:lnTo>
                  <a:lnTo>
                    <a:pt x="307151" y="237906"/>
                  </a:lnTo>
                  <a:lnTo>
                    <a:pt x="309974" y="233427"/>
                  </a:lnTo>
                  <a:lnTo>
                    <a:pt x="312654" y="228861"/>
                  </a:lnTo>
                  <a:lnTo>
                    <a:pt x="315189" y="224213"/>
                  </a:lnTo>
                  <a:lnTo>
                    <a:pt x="317574" y="219486"/>
                  </a:lnTo>
                  <a:lnTo>
                    <a:pt x="319809" y="214687"/>
                  </a:lnTo>
                  <a:lnTo>
                    <a:pt x="321891" y="209819"/>
                  </a:lnTo>
                  <a:lnTo>
                    <a:pt x="323817" y="204887"/>
                  </a:lnTo>
                  <a:lnTo>
                    <a:pt x="325587" y="199897"/>
                  </a:lnTo>
                  <a:lnTo>
                    <a:pt x="327197" y="194854"/>
                  </a:lnTo>
                  <a:lnTo>
                    <a:pt x="328647" y="189762"/>
                  </a:lnTo>
                  <a:lnTo>
                    <a:pt x="329935" y="184627"/>
                  </a:lnTo>
                  <a:lnTo>
                    <a:pt x="331060" y="179453"/>
                  </a:lnTo>
                  <a:lnTo>
                    <a:pt x="332020" y="174247"/>
                  </a:lnTo>
                  <a:lnTo>
                    <a:pt x="332815" y="169012"/>
                  </a:lnTo>
                  <a:lnTo>
                    <a:pt x="333444" y="163755"/>
                  </a:lnTo>
                  <a:lnTo>
                    <a:pt x="333906" y="158481"/>
                  </a:lnTo>
                  <a:lnTo>
                    <a:pt x="334201" y="153195"/>
                  </a:lnTo>
                  <a:lnTo>
                    <a:pt x="334328" y="147902"/>
                  </a:lnTo>
                  <a:lnTo>
                    <a:pt x="334288" y="142608"/>
                  </a:lnTo>
                  <a:lnTo>
                    <a:pt x="334080" y="137318"/>
                  </a:lnTo>
                  <a:lnTo>
                    <a:pt x="333704" y="132037"/>
                  </a:lnTo>
                  <a:lnTo>
                    <a:pt x="333162" y="126770"/>
                  </a:lnTo>
                  <a:lnTo>
                    <a:pt x="332453" y="121524"/>
                  </a:lnTo>
                  <a:lnTo>
                    <a:pt x="331578" y="116302"/>
                  </a:lnTo>
                  <a:lnTo>
                    <a:pt x="330538" y="111111"/>
                  </a:lnTo>
                  <a:lnTo>
                    <a:pt x="329335" y="105955"/>
                  </a:lnTo>
                  <a:lnTo>
                    <a:pt x="327969" y="100840"/>
                  </a:lnTo>
                  <a:lnTo>
                    <a:pt x="326441" y="95771"/>
                  </a:lnTo>
                  <a:lnTo>
                    <a:pt x="324754" y="90752"/>
                  </a:lnTo>
                  <a:lnTo>
                    <a:pt x="322908" y="85790"/>
                  </a:lnTo>
                  <a:lnTo>
                    <a:pt x="320907" y="80889"/>
                  </a:lnTo>
                  <a:lnTo>
                    <a:pt x="318751" y="76053"/>
                  </a:lnTo>
                  <a:lnTo>
                    <a:pt x="316443" y="71288"/>
                  </a:lnTo>
                  <a:lnTo>
                    <a:pt x="313985" y="66599"/>
                  </a:lnTo>
                  <a:lnTo>
                    <a:pt x="311381" y="61990"/>
                  </a:lnTo>
                  <a:lnTo>
                    <a:pt x="308631" y="57465"/>
                  </a:lnTo>
                  <a:lnTo>
                    <a:pt x="305740" y="53030"/>
                  </a:lnTo>
                  <a:lnTo>
                    <a:pt x="302709" y="48689"/>
                  </a:lnTo>
                  <a:lnTo>
                    <a:pt x="299543" y="44445"/>
                  </a:lnTo>
                  <a:lnTo>
                    <a:pt x="296244" y="40305"/>
                  </a:lnTo>
                  <a:lnTo>
                    <a:pt x="292815" y="36270"/>
                  </a:lnTo>
                  <a:lnTo>
                    <a:pt x="289261" y="32347"/>
                  </a:lnTo>
                  <a:lnTo>
                    <a:pt x="285584" y="28538"/>
                  </a:lnTo>
                  <a:lnTo>
                    <a:pt x="281788" y="24847"/>
                  </a:lnTo>
                  <a:lnTo>
                    <a:pt x="277877" y="21278"/>
                  </a:lnTo>
                  <a:lnTo>
                    <a:pt x="273855" y="17835"/>
                  </a:lnTo>
                  <a:lnTo>
                    <a:pt x="269726" y="14521"/>
                  </a:lnTo>
                  <a:lnTo>
                    <a:pt x="265494" y="11340"/>
                  </a:lnTo>
                  <a:lnTo>
                    <a:pt x="261164" y="8294"/>
                  </a:lnTo>
                  <a:lnTo>
                    <a:pt x="256739" y="5387"/>
                  </a:lnTo>
                  <a:lnTo>
                    <a:pt x="252224" y="2621"/>
                  </a:lnTo>
                  <a:lnTo>
                    <a:pt x="247625" y="0"/>
                  </a:lnTo>
                  <a:lnTo>
                    <a:pt x="167167" y="146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023544" y="941493"/>
              <a:ext cx="80458" cy="167167"/>
            </a:xfrm>
            <a:custGeom>
              <a:avLst/>
              <a:pathLst>
                <a:path w="80458" h="167167">
                  <a:moveTo>
                    <a:pt x="80458" y="20636"/>
                  </a:moveTo>
                  <a:lnTo>
                    <a:pt x="75151" y="17845"/>
                  </a:lnTo>
                  <a:lnTo>
                    <a:pt x="69748" y="15246"/>
                  </a:lnTo>
                  <a:lnTo>
                    <a:pt x="64256" y="12842"/>
                  </a:lnTo>
                  <a:lnTo>
                    <a:pt x="58680" y="10637"/>
                  </a:lnTo>
                  <a:lnTo>
                    <a:pt x="53030" y="8634"/>
                  </a:lnTo>
                  <a:lnTo>
                    <a:pt x="47311" y="6834"/>
                  </a:lnTo>
                  <a:lnTo>
                    <a:pt x="41531" y="5241"/>
                  </a:lnTo>
                  <a:lnTo>
                    <a:pt x="35697" y="3856"/>
                  </a:lnTo>
                  <a:lnTo>
                    <a:pt x="29818" y="2680"/>
                  </a:lnTo>
                  <a:lnTo>
                    <a:pt x="23901" y="1717"/>
                  </a:lnTo>
                  <a:lnTo>
                    <a:pt x="17952" y="966"/>
                  </a:lnTo>
                  <a:lnTo>
                    <a:pt x="11981" y="429"/>
                  </a:lnTo>
                  <a:lnTo>
                    <a:pt x="5994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5859" y="941493"/>
              <a:ext cx="110355" cy="167167"/>
            </a:xfrm>
            <a:custGeom>
              <a:avLst/>
              <a:pathLst>
                <a:path w="110355" h="167167">
                  <a:moveTo>
                    <a:pt x="110355" y="0"/>
                  </a:moveTo>
                  <a:lnTo>
                    <a:pt x="104617" y="98"/>
                  </a:lnTo>
                  <a:lnTo>
                    <a:pt x="98885" y="393"/>
                  </a:lnTo>
                  <a:lnTo>
                    <a:pt x="93167" y="886"/>
                  </a:lnTo>
                  <a:lnTo>
                    <a:pt x="87469" y="1574"/>
                  </a:lnTo>
                  <a:lnTo>
                    <a:pt x="81798" y="2457"/>
                  </a:lnTo>
                  <a:lnTo>
                    <a:pt x="76161" y="3534"/>
                  </a:lnTo>
                  <a:lnTo>
                    <a:pt x="70564" y="4804"/>
                  </a:lnTo>
                  <a:lnTo>
                    <a:pt x="65014" y="6266"/>
                  </a:lnTo>
                  <a:lnTo>
                    <a:pt x="59517" y="7917"/>
                  </a:lnTo>
                  <a:lnTo>
                    <a:pt x="54081" y="9756"/>
                  </a:lnTo>
                  <a:lnTo>
                    <a:pt x="48710" y="11781"/>
                  </a:lnTo>
                  <a:lnTo>
                    <a:pt x="43413" y="13989"/>
                  </a:lnTo>
                  <a:lnTo>
                    <a:pt x="38194" y="16377"/>
                  </a:lnTo>
                  <a:lnTo>
                    <a:pt x="33060" y="18943"/>
                  </a:lnTo>
                  <a:lnTo>
                    <a:pt x="28017" y="21684"/>
                  </a:lnTo>
                  <a:lnTo>
                    <a:pt x="23072" y="24596"/>
                  </a:lnTo>
                  <a:lnTo>
                    <a:pt x="18229" y="27676"/>
                  </a:lnTo>
                  <a:lnTo>
                    <a:pt x="13495" y="30921"/>
                  </a:lnTo>
                  <a:lnTo>
                    <a:pt x="8875" y="34326"/>
                  </a:lnTo>
                  <a:lnTo>
                    <a:pt x="4375" y="37888"/>
                  </a:lnTo>
                  <a:lnTo>
                    <a:pt x="0" y="41602"/>
                  </a:lnTo>
                  <a:lnTo>
                    <a:pt x="1103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5859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19053" y="983095"/>
              <a:ext cx="167161" cy="271400"/>
            </a:xfrm>
            <a:custGeom>
              <a:avLst/>
              <a:pathLst>
                <a:path w="167161" h="271400">
                  <a:moveTo>
                    <a:pt x="56805" y="0"/>
                  </a:moveTo>
                  <a:lnTo>
                    <a:pt x="52799" y="3637"/>
                  </a:lnTo>
                  <a:lnTo>
                    <a:pt x="48913" y="7402"/>
                  </a:lnTo>
                  <a:lnTo>
                    <a:pt x="45151" y="11291"/>
                  </a:lnTo>
                  <a:lnTo>
                    <a:pt x="41516" y="15300"/>
                  </a:lnTo>
                  <a:lnTo>
                    <a:pt x="38013" y="19424"/>
                  </a:lnTo>
                  <a:lnTo>
                    <a:pt x="34646" y="23659"/>
                  </a:lnTo>
                  <a:lnTo>
                    <a:pt x="31417" y="28002"/>
                  </a:lnTo>
                  <a:lnTo>
                    <a:pt x="28331" y="32446"/>
                  </a:lnTo>
                  <a:lnTo>
                    <a:pt x="25390" y="36988"/>
                  </a:lnTo>
                  <a:lnTo>
                    <a:pt x="22597" y="41623"/>
                  </a:lnTo>
                  <a:lnTo>
                    <a:pt x="19956" y="46346"/>
                  </a:lnTo>
                  <a:lnTo>
                    <a:pt x="17470" y="51151"/>
                  </a:lnTo>
                  <a:lnTo>
                    <a:pt x="15140" y="56035"/>
                  </a:lnTo>
                  <a:lnTo>
                    <a:pt x="12969" y="60992"/>
                  </a:lnTo>
                  <a:lnTo>
                    <a:pt x="10960" y="66016"/>
                  </a:lnTo>
                  <a:lnTo>
                    <a:pt x="9114" y="71102"/>
                  </a:lnTo>
                  <a:lnTo>
                    <a:pt x="7435" y="76246"/>
                  </a:lnTo>
                  <a:lnTo>
                    <a:pt x="5922" y="81441"/>
                  </a:lnTo>
                  <a:lnTo>
                    <a:pt x="4579" y="86683"/>
                  </a:lnTo>
                  <a:lnTo>
                    <a:pt x="3405" y="91965"/>
                  </a:lnTo>
                  <a:lnTo>
                    <a:pt x="2404" y="97283"/>
                  </a:lnTo>
                  <a:lnTo>
                    <a:pt x="1575" y="102630"/>
                  </a:lnTo>
                  <a:lnTo>
                    <a:pt x="919" y="108001"/>
                  </a:lnTo>
                  <a:lnTo>
                    <a:pt x="438" y="113391"/>
                  </a:lnTo>
                  <a:lnTo>
                    <a:pt x="131" y="118793"/>
                  </a:lnTo>
                  <a:lnTo>
                    <a:pt x="0" y="124202"/>
                  </a:lnTo>
                  <a:lnTo>
                    <a:pt x="43" y="129613"/>
                  </a:lnTo>
                  <a:lnTo>
                    <a:pt x="262" y="135020"/>
                  </a:lnTo>
                  <a:lnTo>
                    <a:pt x="655" y="140417"/>
                  </a:lnTo>
                  <a:lnTo>
                    <a:pt x="1223" y="145798"/>
                  </a:lnTo>
                  <a:lnTo>
                    <a:pt x="1965" y="151158"/>
                  </a:lnTo>
                  <a:lnTo>
                    <a:pt x="2880" y="156491"/>
                  </a:lnTo>
                  <a:lnTo>
                    <a:pt x="3967" y="161791"/>
                  </a:lnTo>
                  <a:lnTo>
                    <a:pt x="5225" y="167054"/>
                  </a:lnTo>
                  <a:lnTo>
                    <a:pt x="6652" y="172274"/>
                  </a:lnTo>
                  <a:lnTo>
                    <a:pt x="8248" y="177444"/>
                  </a:lnTo>
                  <a:lnTo>
                    <a:pt x="10010" y="182560"/>
                  </a:lnTo>
                  <a:lnTo>
                    <a:pt x="11937" y="187616"/>
                  </a:lnTo>
                  <a:lnTo>
                    <a:pt x="14027" y="192607"/>
                  </a:lnTo>
                  <a:lnTo>
                    <a:pt x="16277" y="197528"/>
                  </a:lnTo>
                  <a:lnTo>
                    <a:pt x="18685" y="202374"/>
                  </a:lnTo>
                  <a:lnTo>
                    <a:pt x="21249" y="207139"/>
                  </a:lnTo>
                  <a:lnTo>
                    <a:pt x="23965" y="211819"/>
                  </a:lnTo>
                  <a:lnTo>
                    <a:pt x="26832" y="216408"/>
                  </a:lnTo>
                  <a:lnTo>
                    <a:pt x="29846" y="220902"/>
                  </a:lnTo>
                  <a:lnTo>
                    <a:pt x="33003" y="225297"/>
                  </a:lnTo>
                  <a:lnTo>
                    <a:pt x="36301" y="229586"/>
                  </a:lnTo>
                  <a:lnTo>
                    <a:pt x="39736" y="233767"/>
                  </a:lnTo>
                  <a:lnTo>
                    <a:pt x="43305" y="237834"/>
                  </a:lnTo>
                  <a:lnTo>
                    <a:pt x="47004" y="241784"/>
                  </a:lnTo>
                  <a:lnTo>
                    <a:pt x="50828" y="245612"/>
                  </a:lnTo>
                  <a:lnTo>
                    <a:pt x="54774" y="249314"/>
                  </a:lnTo>
                  <a:lnTo>
                    <a:pt x="58838" y="252887"/>
                  </a:lnTo>
                  <a:lnTo>
                    <a:pt x="63016" y="256326"/>
                  </a:lnTo>
                  <a:lnTo>
                    <a:pt x="67302" y="259628"/>
                  </a:lnTo>
                  <a:lnTo>
                    <a:pt x="71694" y="262790"/>
                  </a:lnTo>
                  <a:lnTo>
                    <a:pt x="76185" y="265808"/>
                  </a:lnTo>
                  <a:lnTo>
                    <a:pt x="80771" y="268679"/>
                  </a:lnTo>
                  <a:lnTo>
                    <a:pt x="85449" y="271400"/>
                  </a:lnTo>
                  <a:lnTo>
                    <a:pt x="167161" y="125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404503" y="941493"/>
              <a:ext cx="248862" cy="334334"/>
            </a:xfrm>
            <a:custGeom>
              <a:avLst/>
              <a:pathLst>
                <a:path w="248862" h="334334">
                  <a:moveTo>
                    <a:pt x="0" y="313002"/>
                  </a:moveTo>
                  <a:lnTo>
                    <a:pt x="4672" y="315523"/>
                  </a:lnTo>
                  <a:lnTo>
                    <a:pt x="9421" y="317895"/>
                  </a:lnTo>
                  <a:lnTo>
                    <a:pt x="14244" y="320115"/>
                  </a:lnTo>
                  <a:lnTo>
                    <a:pt x="19135" y="322180"/>
                  </a:lnTo>
                  <a:lnTo>
                    <a:pt x="24089" y="324089"/>
                  </a:lnTo>
                  <a:lnTo>
                    <a:pt x="29100" y="325839"/>
                  </a:lnTo>
                  <a:lnTo>
                    <a:pt x="34165" y="327430"/>
                  </a:lnTo>
                  <a:lnTo>
                    <a:pt x="39278" y="328859"/>
                  </a:lnTo>
                  <a:lnTo>
                    <a:pt x="44434" y="330125"/>
                  </a:lnTo>
                  <a:lnTo>
                    <a:pt x="49628" y="331226"/>
                  </a:lnTo>
                  <a:lnTo>
                    <a:pt x="54853" y="332163"/>
                  </a:lnTo>
                  <a:lnTo>
                    <a:pt x="60106" y="332932"/>
                  </a:lnTo>
                  <a:lnTo>
                    <a:pt x="65381" y="333535"/>
                  </a:lnTo>
                  <a:lnTo>
                    <a:pt x="70672" y="333969"/>
                  </a:lnTo>
                  <a:lnTo>
                    <a:pt x="75974" y="334236"/>
                  </a:lnTo>
                  <a:lnTo>
                    <a:pt x="81282" y="334334"/>
                  </a:lnTo>
                  <a:lnTo>
                    <a:pt x="86590" y="334263"/>
                  </a:lnTo>
                  <a:lnTo>
                    <a:pt x="91894" y="334024"/>
                  </a:lnTo>
                  <a:lnTo>
                    <a:pt x="97187" y="333617"/>
                  </a:lnTo>
                  <a:lnTo>
                    <a:pt x="102465" y="333041"/>
                  </a:lnTo>
                  <a:lnTo>
                    <a:pt x="107721" y="332299"/>
                  </a:lnTo>
                  <a:lnTo>
                    <a:pt x="112952" y="331389"/>
                  </a:lnTo>
                  <a:lnTo>
                    <a:pt x="118151" y="330315"/>
                  </a:lnTo>
                  <a:lnTo>
                    <a:pt x="123313" y="329075"/>
                  </a:lnTo>
                  <a:lnTo>
                    <a:pt x="128433" y="327673"/>
                  </a:lnTo>
                  <a:lnTo>
                    <a:pt x="133506" y="326108"/>
                  </a:lnTo>
                  <a:lnTo>
                    <a:pt x="138527" y="324383"/>
                  </a:lnTo>
                  <a:lnTo>
                    <a:pt x="143491" y="322500"/>
                  </a:lnTo>
                  <a:lnTo>
                    <a:pt x="148392" y="320460"/>
                  </a:lnTo>
                  <a:lnTo>
                    <a:pt x="153226" y="318265"/>
                  </a:lnTo>
                  <a:lnTo>
                    <a:pt x="157988" y="315918"/>
                  </a:lnTo>
                  <a:lnTo>
                    <a:pt x="162673" y="313421"/>
                  </a:lnTo>
                  <a:lnTo>
                    <a:pt x="167276" y="310777"/>
                  </a:lnTo>
                  <a:lnTo>
                    <a:pt x="171793" y="307987"/>
                  </a:lnTo>
                  <a:lnTo>
                    <a:pt x="176220" y="305056"/>
                  </a:lnTo>
                  <a:lnTo>
                    <a:pt x="180550" y="301985"/>
                  </a:lnTo>
                  <a:lnTo>
                    <a:pt x="184782" y="298779"/>
                  </a:lnTo>
                  <a:lnTo>
                    <a:pt x="188909" y="295440"/>
                  </a:lnTo>
                  <a:lnTo>
                    <a:pt x="192928" y="291971"/>
                  </a:lnTo>
                  <a:lnTo>
                    <a:pt x="196835" y="288377"/>
                  </a:lnTo>
                  <a:lnTo>
                    <a:pt x="200626" y="284660"/>
                  </a:lnTo>
                  <a:lnTo>
                    <a:pt x="204297" y="280825"/>
                  </a:lnTo>
                  <a:lnTo>
                    <a:pt x="207844" y="276875"/>
                  </a:lnTo>
                  <a:lnTo>
                    <a:pt x="211264" y="272814"/>
                  </a:lnTo>
                  <a:lnTo>
                    <a:pt x="214553" y="268647"/>
                  </a:lnTo>
                  <a:lnTo>
                    <a:pt x="217709" y="264378"/>
                  </a:lnTo>
                  <a:lnTo>
                    <a:pt x="220727" y="260010"/>
                  </a:lnTo>
                  <a:lnTo>
                    <a:pt x="223605" y="255549"/>
                  </a:lnTo>
                  <a:lnTo>
                    <a:pt x="226340" y="250999"/>
                  </a:lnTo>
                  <a:lnTo>
                    <a:pt x="228929" y="246364"/>
                  </a:lnTo>
                  <a:lnTo>
                    <a:pt x="231370" y="241650"/>
                  </a:lnTo>
                  <a:lnTo>
                    <a:pt x="233659" y="236860"/>
                  </a:lnTo>
                  <a:lnTo>
                    <a:pt x="235796" y="232000"/>
                  </a:lnTo>
                  <a:lnTo>
                    <a:pt x="237777" y="227074"/>
                  </a:lnTo>
                  <a:lnTo>
                    <a:pt x="239600" y="222089"/>
                  </a:lnTo>
                  <a:lnTo>
                    <a:pt x="241265" y="217047"/>
                  </a:lnTo>
                  <a:lnTo>
                    <a:pt x="242768" y="211956"/>
                  </a:lnTo>
                  <a:lnTo>
                    <a:pt x="244109" y="206819"/>
                  </a:lnTo>
                  <a:lnTo>
                    <a:pt x="245286" y="201642"/>
                  </a:lnTo>
                  <a:lnTo>
                    <a:pt x="246298" y="196431"/>
                  </a:lnTo>
                  <a:lnTo>
                    <a:pt x="247145" y="191190"/>
                  </a:lnTo>
                  <a:lnTo>
                    <a:pt x="247824" y="185924"/>
                  </a:lnTo>
                  <a:lnTo>
                    <a:pt x="248336" y="180640"/>
                  </a:lnTo>
                  <a:lnTo>
                    <a:pt x="248680" y="175343"/>
                  </a:lnTo>
                  <a:lnTo>
                    <a:pt x="248855" y="170037"/>
                  </a:lnTo>
                  <a:lnTo>
                    <a:pt x="248862" y="164728"/>
                  </a:lnTo>
                  <a:lnTo>
                    <a:pt x="248700" y="159421"/>
                  </a:lnTo>
                  <a:lnTo>
                    <a:pt x="248370" y="154123"/>
                  </a:lnTo>
                  <a:lnTo>
                    <a:pt x="247872" y="148837"/>
                  </a:lnTo>
                  <a:lnTo>
                    <a:pt x="247206" y="143570"/>
                  </a:lnTo>
                  <a:lnTo>
                    <a:pt x="246373" y="138327"/>
                  </a:lnTo>
                  <a:lnTo>
                    <a:pt x="245374" y="133113"/>
                  </a:lnTo>
                  <a:lnTo>
                    <a:pt x="244211" y="127933"/>
                  </a:lnTo>
                  <a:lnTo>
                    <a:pt x="242883" y="122793"/>
                  </a:lnTo>
                  <a:lnTo>
                    <a:pt x="241392" y="117698"/>
                  </a:lnTo>
                  <a:lnTo>
                    <a:pt x="239741" y="112652"/>
                  </a:lnTo>
                  <a:lnTo>
                    <a:pt x="237930" y="107662"/>
                  </a:lnTo>
                  <a:lnTo>
                    <a:pt x="235962" y="102731"/>
                  </a:lnTo>
                  <a:lnTo>
                    <a:pt x="233838" y="97865"/>
                  </a:lnTo>
                  <a:lnTo>
                    <a:pt x="231561" y="93070"/>
                  </a:lnTo>
                  <a:lnTo>
                    <a:pt x="229132" y="88349"/>
                  </a:lnTo>
                  <a:lnTo>
                    <a:pt x="226555" y="83708"/>
                  </a:lnTo>
                  <a:lnTo>
                    <a:pt x="223832" y="79150"/>
                  </a:lnTo>
                  <a:lnTo>
                    <a:pt x="220966" y="74682"/>
                  </a:lnTo>
                  <a:lnTo>
                    <a:pt x="217959" y="70307"/>
                  </a:lnTo>
                  <a:lnTo>
                    <a:pt x="214814" y="66029"/>
                  </a:lnTo>
                  <a:lnTo>
                    <a:pt x="211536" y="61854"/>
                  </a:lnTo>
                  <a:lnTo>
                    <a:pt x="208126" y="57784"/>
                  </a:lnTo>
                  <a:lnTo>
                    <a:pt x="204589" y="53825"/>
                  </a:lnTo>
                  <a:lnTo>
                    <a:pt x="200928" y="49981"/>
                  </a:lnTo>
                  <a:lnTo>
                    <a:pt x="197147" y="46254"/>
                  </a:lnTo>
                  <a:lnTo>
                    <a:pt x="193249" y="42650"/>
                  </a:lnTo>
                  <a:lnTo>
                    <a:pt x="189239" y="39171"/>
                  </a:lnTo>
                  <a:lnTo>
                    <a:pt x="185120" y="35821"/>
                  </a:lnTo>
                  <a:lnTo>
                    <a:pt x="180897" y="32604"/>
                  </a:lnTo>
                  <a:lnTo>
                    <a:pt x="176574" y="29522"/>
                  </a:lnTo>
                  <a:lnTo>
                    <a:pt x="172156" y="26579"/>
                  </a:lnTo>
                  <a:lnTo>
                    <a:pt x="167646" y="23778"/>
                  </a:lnTo>
                  <a:lnTo>
                    <a:pt x="163049" y="21122"/>
                  </a:lnTo>
                  <a:lnTo>
                    <a:pt x="158371" y="18612"/>
                  </a:lnTo>
                  <a:lnTo>
                    <a:pt x="153615" y="16253"/>
                  </a:lnTo>
                  <a:lnTo>
                    <a:pt x="148787" y="14046"/>
                  </a:lnTo>
                  <a:lnTo>
                    <a:pt x="143891" y="11993"/>
                  </a:lnTo>
                  <a:lnTo>
                    <a:pt x="138932" y="10097"/>
                  </a:lnTo>
                  <a:lnTo>
                    <a:pt x="133916" y="8360"/>
                  </a:lnTo>
                  <a:lnTo>
                    <a:pt x="128846" y="6782"/>
                  </a:lnTo>
                  <a:lnTo>
                    <a:pt x="123730" y="5366"/>
                  </a:lnTo>
                  <a:lnTo>
                    <a:pt x="118571" y="4114"/>
                  </a:lnTo>
                  <a:lnTo>
                    <a:pt x="113375" y="3025"/>
                  </a:lnTo>
                  <a:lnTo>
                    <a:pt x="108147" y="2103"/>
                  </a:lnTo>
                  <a:lnTo>
                    <a:pt x="102892" y="1347"/>
                  </a:lnTo>
                  <a:lnTo>
                    <a:pt x="97616" y="758"/>
                  </a:lnTo>
                  <a:lnTo>
                    <a:pt x="92323" y="337"/>
                  </a:lnTo>
                  <a:lnTo>
                    <a:pt x="87021" y="84"/>
                  </a:lnTo>
                  <a:lnTo>
                    <a:pt x="81712" y="0"/>
                  </a:lnTo>
                  <a:lnTo>
                    <a:pt x="8171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797336" y="1071028"/>
              <a:ext cx="167164" cy="333373"/>
            </a:xfrm>
            <a:custGeom>
              <a:avLst/>
              <a:pathLst>
                <a:path w="167164" h="33337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100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3" y="10211"/>
                  </a:lnTo>
                  <a:lnTo>
                    <a:pt x="104650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7"/>
                  </a:lnTo>
                  <a:lnTo>
                    <a:pt x="80791" y="24043"/>
                  </a:lnTo>
                  <a:lnTo>
                    <a:pt x="76264" y="26874"/>
                  </a:lnTo>
                  <a:lnTo>
                    <a:pt x="71830" y="29848"/>
                  </a:lnTo>
                  <a:lnTo>
                    <a:pt x="67494" y="32963"/>
                  </a:lnTo>
                  <a:lnTo>
                    <a:pt x="63259" y="36214"/>
                  </a:lnTo>
                  <a:lnTo>
                    <a:pt x="59130" y="39599"/>
                  </a:lnTo>
                  <a:lnTo>
                    <a:pt x="55111" y="43114"/>
                  </a:lnTo>
                  <a:lnTo>
                    <a:pt x="51207" y="46756"/>
                  </a:lnTo>
                  <a:lnTo>
                    <a:pt x="47421" y="50520"/>
                  </a:lnTo>
                  <a:lnTo>
                    <a:pt x="43757" y="54404"/>
                  </a:lnTo>
                  <a:lnTo>
                    <a:pt x="40218" y="58402"/>
                  </a:lnTo>
                  <a:lnTo>
                    <a:pt x="36810" y="62512"/>
                  </a:lnTo>
                  <a:lnTo>
                    <a:pt x="33534" y="66728"/>
                  </a:lnTo>
                  <a:lnTo>
                    <a:pt x="30395" y="71047"/>
                  </a:lnTo>
                  <a:lnTo>
                    <a:pt x="27395" y="75463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3" y="89256"/>
                  </a:lnTo>
                  <a:lnTo>
                    <a:pt x="16850" y="94019"/>
                  </a:lnTo>
                  <a:lnTo>
                    <a:pt x="14591" y="98857"/>
                  </a:lnTo>
                  <a:lnTo>
                    <a:pt x="12487" y="103764"/>
                  </a:lnTo>
                  <a:lnTo>
                    <a:pt x="10541" y="108736"/>
                  </a:lnTo>
                  <a:lnTo>
                    <a:pt x="8755" y="113767"/>
                  </a:lnTo>
                  <a:lnTo>
                    <a:pt x="7131" y="118853"/>
                  </a:lnTo>
                  <a:lnTo>
                    <a:pt x="5669" y="123988"/>
                  </a:lnTo>
                  <a:lnTo>
                    <a:pt x="4373" y="129168"/>
                  </a:lnTo>
                  <a:lnTo>
                    <a:pt x="3242" y="134386"/>
                  </a:lnTo>
                  <a:lnTo>
                    <a:pt x="2279" y="139637"/>
                  </a:lnTo>
                  <a:lnTo>
                    <a:pt x="1484" y="144917"/>
                  </a:lnTo>
                  <a:lnTo>
                    <a:pt x="858" y="150219"/>
                  </a:lnTo>
                  <a:lnTo>
                    <a:pt x="402" y="155539"/>
                  </a:lnTo>
                  <a:lnTo>
                    <a:pt x="115" y="160870"/>
                  </a:lnTo>
                  <a:lnTo>
                    <a:pt x="0" y="166208"/>
                  </a:lnTo>
                  <a:lnTo>
                    <a:pt x="54" y="171547"/>
                  </a:lnTo>
                  <a:lnTo>
                    <a:pt x="279" y="176881"/>
                  </a:lnTo>
                  <a:lnTo>
                    <a:pt x="675" y="182205"/>
                  </a:lnTo>
                  <a:lnTo>
                    <a:pt x="1240" y="187515"/>
                  </a:lnTo>
                  <a:lnTo>
                    <a:pt x="1974" y="192803"/>
                  </a:lnTo>
                  <a:lnTo>
                    <a:pt x="2877" y="198065"/>
                  </a:lnTo>
                  <a:lnTo>
                    <a:pt x="3948" y="203296"/>
                  </a:lnTo>
                  <a:lnTo>
                    <a:pt x="5185" y="208490"/>
                  </a:lnTo>
                  <a:lnTo>
                    <a:pt x="6587" y="213641"/>
                  </a:lnTo>
                  <a:lnTo>
                    <a:pt x="8153" y="218746"/>
                  </a:lnTo>
                  <a:lnTo>
                    <a:pt x="9881" y="223797"/>
                  </a:lnTo>
                  <a:lnTo>
                    <a:pt x="11770" y="228791"/>
                  </a:lnTo>
                  <a:lnTo>
                    <a:pt x="13817" y="233722"/>
                  </a:lnTo>
                  <a:lnTo>
                    <a:pt x="16021" y="238585"/>
                  </a:lnTo>
                  <a:lnTo>
                    <a:pt x="18378" y="243375"/>
                  </a:lnTo>
                  <a:lnTo>
                    <a:pt x="20888" y="248088"/>
                  </a:lnTo>
                  <a:lnTo>
                    <a:pt x="23547" y="252718"/>
                  </a:lnTo>
                  <a:lnTo>
                    <a:pt x="26352" y="257261"/>
                  </a:lnTo>
                  <a:lnTo>
                    <a:pt x="29301" y="261712"/>
                  </a:lnTo>
                  <a:lnTo>
                    <a:pt x="32391" y="266066"/>
                  </a:lnTo>
                  <a:lnTo>
                    <a:pt x="35618" y="270319"/>
                  </a:lnTo>
                  <a:lnTo>
                    <a:pt x="38979" y="274468"/>
                  </a:lnTo>
                  <a:lnTo>
                    <a:pt x="42471" y="278506"/>
                  </a:lnTo>
                  <a:lnTo>
                    <a:pt x="46090" y="282432"/>
                  </a:lnTo>
                  <a:lnTo>
                    <a:pt x="49833" y="286239"/>
                  </a:lnTo>
                  <a:lnTo>
                    <a:pt x="53695" y="289926"/>
                  </a:lnTo>
                  <a:lnTo>
                    <a:pt x="57673" y="293487"/>
                  </a:lnTo>
                  <a:lnTo>
                    <a:pt x="61763" y="296919"/>
                  </a:lnTo>
                  <a:lnTo>
                    <a:pt x="65960" y="300218"/>
                  </a:lnTo>
                  <a:lnTo>
                    <a:pt x="70261" y="303383"/>
                  </a:lnTo>
                  <a:lnTo>
                    <a:pt x="74660" y="306408"/>
                  </a:lnTo>
                  <a:lnTo>
                    <a:pt x="79154" y="309291"/>
                  </a:lnTo>
                  <a:lnTo>
                    <a:pt x="83737" y="312029"/>
                  </a:lnTo>
                  <a:lnTo>
                    <a:pt x="88406" y="314619"/>
                  </a:lnTo>
                  <a:lnTo>
                    <a:pt x="93155" y="317059"/>
                  </a:lnTo>
                  <a:lnTo>
                    <a:pt x="97980" y="319346"/>
                  </a:lnTo>
                  <a:lnTo>
                    <a:pt x="102875" y="321478"/>
                  </a:lnTo>
                  <a:lnTo>
                    <a:pt x="107835" y="323452"/>
                  </a:lnTo>
                  <a:lnTo>
                    <a:pt x="112856" y="325267"/>
                  </a:lnTo>
                  <a:lnTo>
                    <a:pt x="117933" y="326921"/>
                  </a:lnTo>
                  <a:lnTo>
                    <a:pt x="123060" y="328411"/>
                  </a:lnTo>
                  <a:lnTo>
                    <a:pt x="128232" y="329738"/>
                  </a:lnTo>
                  <a:lnTo>
                    <a:pt x="133443" y="330898"/>
                  </a:lnTo>
                  <a:lnTo>
                    <a:pt x="138689" y="331891"/>
                  </a:lnTo>
                  <a:lnTo>
                    <a:pt x="143964" y="332717"/>
                  </a:lnTo>
                  <a:lnTo>
                    <a:pt x="149262" y="33337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46599" y="1238196"/>
              <a:ext cx="17901" cy="166206"/>
            </a:xfrm>
            <a:custGeom>
              <a:avLst/>
              <a:pathLst>
                <a:path w="17901" h="166206">
                  <a:moveTo>
                    <a:pt x="0" y="166206"/>
                  </a:moveTo>
                  <a:lnTo>
                    <a:pt x="179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46599" y="1083345"/>
              <a:ext cx="185064" cy="322006"/>
            </a:xfrm>
            <a:custGeom>
              <a:avLst/>
              <a:pathLst>
                <a:path w="185064" h="322006">
                  <a:moveTo>
                    <a:pt x="0" y="321057"/>
                  </a:moveTo>
                  <a:lnTo>
                    <a:pt x="5294" y="321542"/>
                  </a:lnTo>
                  <a:lnTo>
                    <a:pt x="10602" y="321859"/>
                  </a:lnTo>
                  <a:lnTo>
                    <a:pt x="15916" y="322006"/>
                  </a:lnTo>
                  <a:lnTo>
                    <a:pt x="21233" y="321985"/>
                  </a:lnTo>
                  <a:lnTo>
                    <a:pt x="26547" y="321794"/>
                  </a:lnTo>
                  <a:lnTo>
                    <a:pt x="31851" y="321435"/>
                  </a:lnTo>
                  <a:lnTo>
                    <a:pt x="37142" y="320907"/>
                  </a:lnTo>
                  <a:lnTo>
                    <a:pt x="42413" y="320211"/>
                  </a:lnTo>
                  <a:lnTo>
                    <a:pt x="47659" y="319348"/>
                  </a:lnTo>
                  <a:lnTo>
                    <a:pt x="52876" y="318319"/>
                  </a:lnTo>
                  <a:lnTo>
                    <a:pt x="58057" y="317124"/>
                  </a:lnTo>
                  <a:lnTo>
                    <a:pt x="63197" y="315765"/>
                  </a:lnTo>
                  <a:lnTo>
                    <a:pt x="68291" y="314243"/>
                  </a:lnTo>
                  <a:lnTo>
                    <a:pt x="73335" y="312560"/>
                  </a:lnTo>
                  <a:lnTo>
                    <a:pt x="78322" y="310717"/>
                  </a:lnTo>
                  <a:lnTo>
                    <a:pt x="83248" y="308717"/>
                  </a:lnTo>
                  <a:lnTo>
                    <a:pt x="88108" y="306561"/>
                  </a:lnTo>
                  <a:lnTo>
                    <a:pt x="92897" y="304251"/>
                  </a:lnTo>
                  <a:lnTo>
                    <a:pt x="97611" y="301791"/>
                  </a:lnTo>
                  <a:lnTo>
                    <a:pt x="102243" y="299182"/>
                  </a:lnTo>
                  <a:lnTo>
                    <a:pt x="106791" y="296426"/>
                  </a:lnTo>
                  <a:lnTo>
                    <a:pt x="111248" y="293528"/>
                  </a:lnTo>
                  <a:lnTo>
                    <a:pt x="115611" y="290489"/>
                  </a:lnTo>
                  <a:lnTo>
                    <a:pt x="119875" y="287313"/>
                  </a:lnTo>
                  <a:lnTo>
                    <a:pt x="124036" y="284003"/>
                  </a:lnTo>
                  <a:lnTo>
                    <a:pt x="128089" y="280563"/>
                  </a:lnTo>
                  <a:lnTo>
                    <a:pt x="132032" y="276995"/>
                  </a:lnTo>
                  <a:lnTo>
                    <a:pt x="135858" y="273304"/>
                  </a:lnTo>
                  <a:lnTo>
                    <a:pt x="139566" y="269493"/>
                  </a:lnTo>
                  <a:lnTo>
                    <a:pt x="143150" y="265565"/>
                  </a:lnTo>
                  <a:lnTo>
                    <a:pt x="146607" y="261526"/>
                  </a:lnTo>
                  <a:lnTo>
                    <a:pt x="149935" y="257379"/>
                  </a:lnTo>
                  <a:lnTo>
                    <a:pt x="153129" y="253129"/>
                  </a:lnTo>
                  <a:lnTo>
                    <a:pt x="156186" y="248778"/>
                  </a:lnTo>
                  <a:lnTo>
                    <a:pt x="159103" y="244333"/>
                  </a:lnTo>
                  <a:lnTo>
                    <a:pt x="161877" y="239798"/>
                  </a:lnTo>
                  <a:lnTo>
                    <a:pt x="164506" y="235176"/>
                  </a:lnTo>
                  <a:lnTo>
                    <a:pt x="166986" y="230473"/>
                  </a:lnTo>
                  <a:lnTo>
                    <a:pt x="169315" y="225694"/>
                  </a:lnTo>
                  <a:lnTo>
                    <a:pt x="171492" y="220843"/>
                  </a:lnTo>
                  <a:lnTo>
                    <a:pt x="173513" y="215925"/>
                  </a:lnTo>
                  <a:lnTo>
                    <a:pt x="175376" y="210945"/>
                  </a:lnTo>
                  <a:lnTo>
                    <a:pt x="177080" y="205909"/>
                  </a:lnTo>
                  <a:lnTo>
                    <a:pt x="178624" y="200821"/>
                  </a:lnTo>
                  <a:lnTo>
                    <a:pt x="180004" y="195687"/>
                  </a:lnTo>
                  <a:lnTo>
                    <a:pt x="181221" y="190511"/>
                  </a:lnTo>
                  <a:lnTo>
                    <a:pt x="182272" y="185299"/>
                  </a:lnTo>
                  <a:lnTo>
                    <a:pt x="183158" y="180056"/>
                  </a:lnTo>
                  <a:lnTo>
                    <a:pt x="183876" y="174788"/>
                  </a:lnTo>
                  <a:lnTo>
                    <a:pt x="184426" y="169500"/>
                  </a:lnTo>
                  <a:lnTo>
                    <a:pt x="184807" y="164197"/>
                  </a:lnTo>
                  <a:lnTo>
                    <a:pt x="185020" y="158884"/>
                  </a:lnTo>
                  <a:lnTo>
                    <a:pt x="185064" y="153567"/>
                  </a:lnTo>
                  <a:lnTo>
                    <a:pt x="184938" y="148252"/>
                  </a:lnTo>
                  <a:lnTo>
                    <a:pt x="184644" y="142943"/>
                  </a:lnTo>
                  <a:lnTo>
                    <a:pt x="184181" y="137647"/>
                  </a:lnTo>
                  <a:lnTo>
                    <a:pt x="183550" y="132367"/>
                  </a:lnTo>
                  <a:lnTo>
                    <a:pt x="182751" y="127111"/>
                  </a:lnTo>
                  <a:lnTo>
                    <a:pt x="181786" y="121882"/>
                  </a:lnTo>
                  <a:lnTo>
                    <a:pt x="180654" y="116687"/>
                  </a:lnTo>
                  <a:lnTo>
                    <a:pt x="179358" y="111531"/>
                  </a:lnTo>
                  <a:lnTo>
                    <a:pt x="177899" y="106418"/>
                  </a:lnTo>
                  <a:lnTo>
                    <a:pt x="176278" y="101354"/>
                  </a:lnTo>
                  <a:lnTo>
                    <a:pt x="174496" y="96345"/>
                  </a:lnTo>
                  <a:lnTo>
                    <a:pt x="172557" y="91394"/>
                  </a:lnTo>
                  <a:lnTo>
                    <a:pt x="170460" y="86508"/>
                  </a:lnTo>
                  <a:lnTo>
                    <a:pt x="168210" y="81691"/>
                  </a:lnTo>
                  <a:lnTo>
                    <a:pt x="165807" y="76948"/>
                  </a:lnTo>
                  <a:lnTo>
                    <a:pt x="163255" y="72284"/>
                  </a:lnTo>
                  <a:lnTo>
                    <a:pt x="160556" y="67703"/>
                  </a:lnTo>
                  <a:lnTo>
                    <a:pt x="157712" y="63211"/>
                  </a:lnTo>
                  <a:lnTo>
                    <a:pt x="154727" y="58811"/>
                  </a:lnTo>
                  <a:lnTo>
                    <a:pt x="151604" y="54508"/>
                  </a:lnTo>
                  <a:lnTo>
                    <a:pt x="148345" y="50307"/>
                  </a:lnTo>
                  <a:lnTo>
                    <a:pt x="144954" y="46211"/>
                  </a:lnTo>
                  <a:lnTo>
                    <a:pt x="141435" y="42226"/>
                  </a:lnTo>
                  <a:lnTo>
                    <a:pt x="137791" y="38354"/>
                  </a:lnTo>
                  <a:lnTo>
                    <a:pt x="134026" y="34601"/>
                  </a:lnTo>
                  <a:lnTo>
                    <a:pt x="130143" y="30968"/>
                  </a:lnTo>
                  <a:lnTo>
                    <a:pt x="126146" y="27462"/>
                  </a:lnTo>
                  <a:lnTo>
                    <a:pt x="122040" y="24084"/>
                  </a:lnTo>
                  <a:lnTo>
                    <a:pt x="117829" y="20838"/>
                  </a:lnTo>
                  <a:lnTo>
                    <a:pt x="113517" y="17728"/>
                  </a:lnTo>
                  <a:lnTo>
                    <a:pt x="109108" y="14757"/>
                  </a:lnTo>
                  <a:lnTo>
                    <a:pt x="104606" y="11927"/>
                  </a:lnTo>
                  <a:lnTo>
                    <a:pt x="100017" y="9242"/>
                  </a:lnTo>
                  <a:lnTo>
                    <a:pt x="95345" y="6704"/>
                  </a:lnTo>
                  <a:lnTo>
                    <a:pt x="90595" y="4316"/>
                  </a:lnTo>
                  <a:lnTo>
                    <a:pt x="85771" y="2081"/>
                  </a:lnTo>
                  <a:lnTo>
                    <a:pt x="80878" y="0"/>
                  </a:lnTo>
                  <a:lnTo>
                    <a:pt x="17901" y="1548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1028"/>
              <a:ext cx="62976" cy="167167"/>
            </a:xfrm>
            <a:custGeom>
              <a:avLst/>
              <a:pathLst>
                <a:path w="62976" h="167167">
                  <a:moveTo>
                    <a:pt x="62976" y="12316"/>
                  </a:moveTo>
                  <a:lnTo>
                    <a:pt x="57501" y="10200"/>
                  </a:lnTo>
                  <a:lnTo>
                    <a:pt x="51955" y="8278"/>
                  </a:lnTo>
                  <a:lnTo>
                    <a:pt x="46345" y="6552"/>
                  </a:lnTo>
                  <a:lnTo>
                    <a:pt x="40677" y="5024"/>
                  </a:lnTo>
                  <a:lnTo>
                    <a:pt x="34960" y="3696"/>
                  </a:lnTo>
                  <a:lnTo>
                    <a:pt x="29199" y="2569"/>
                  </a:lnTo>
                  <a:lnTo>
                    <a:pt x="23402" y="1646"/>
                  </a:lnTo>
                  <a:lnTo>
                    <a:pt x="17577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7018" y="1322571"/>
              <a:ext cx="121702" cy="167167"/>
            </a:xfrm>
            <a:custGeom>
              <a:avLst/>
              <a:pathLst>
                <a:path w="121702" h="167167">
                  <a:moveTo>
                    <a:pt x="121702" y="0"/>
                  </a:moveTo>
                  <a:lnTo>
                    <a:pt x="116023" y="96"/>
                  </a:lnTo>
                  <a:lnTo>
                    <a:pt x="110351" y="385"/>
                  </a:lnTo>
                  <a:lnTo>
                    <a:pt x="104692" y="867"/>
                  </a:lnTo>
                  <a:lnTo>
                    <a:pt x="99053" y="1541"/>
                  </a:lnTo>
                  <a:lnTo>
                    <a:pt x="93439" y="2406"/>
                  </a:lnTo>
                  <a:lnTo>
                    <a:pt x="87859" y="3461"/>
                  </a:lnTo>
                  <a:lnTo>
                    <a:pt x="82317" y="4705"/>
                  </a:lnTo>
                  <a:lnTo>
                    <a:pt x="76821" y="6137"/>
                  </a:lnTo>
                  <a:lnTo>
                    <a:pt x="71377" y="7755"/>
                  </a:lnTo>
                  <a:lnTo>
                    <a:pt x="65991" y="9556"/>
                  </a:lnTo>
                  <a:lnTo>
                    <a:pt x="60669" y="11540"/>
                  </a:lnTo>
                  <a:lnTo>
                    <a:pt x="55417" y="13703"/>
                  </a:lnTo>
                  <a:lnTo>
                    <a:pt x="50242" y="16043"/>
                  </a:lnTo>
                  <a:lnTo>
                    <a:pt x="45150" y="18558"/>
                  </a:lnTo>
                  <a:lnTo>
                    <a:pt x="40146" y="21244"/>
                  </a:lnTo>
                  <a:lnTo>
                    <a:pt x="35236" y="24099"/>
                  </a:lnTo>
                  <a:lnTo>
                    <a:pt x="30426" y="27119"/>
                  </a:lnTo>
                  <a:lnTo>
                    <a:pt x="25721" y="30300"/>
                  </a:lnTo>
                  <a:lnTo>
                    <a:pt x="21127" y="33640"/>
                  </a:lnTo>
                  <a:lnTo>
                    <a:pt x="16649" y="37133"/>
                  </a:lnTo>
                  <a:lnTo>
                    <a:pt x="12292" y="40777"/>
                  </a:lnTo>
                  <a:lnTo>
                    <a:pt x="8062" y="44566"/>
                  </a:lnTo>
                  <a:lnTo>
                    <a:pt x="3963" y="48498"/>
                  </a:lnTo>
                  <a:lnTo>
                    <a:pt x="0" y="52566"/>
                  </a:lnTo>
                  <a:lnTo>
                    <a:pt x="12170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7018" y="1375137"/>
              <a:ext cx="121702" cy="114601"/>
            </a:xfrm>
            <a:custGeom>
              <a:avLst/>
              <a:pathLst>
                <a:path w="121702" h="114601">
                  <a:moveTo>
                    <a:pt x="0" y="0"/>
                  </a:moveTo>
                  <a:lnTo>
                    <a:pt x="121702" y="1146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21557" y="1375137"/>
              <a:ext cx="334323" cy="281763"/>
            </a:xfrm>
            <a:custGeom>
              <a:avLst/>
              <a:pathLst>
                <a:path w="334323" h="281763">
                  <a:moveTo>
                    <a:pt x="45460" y="0"/>
                  </a:moveTo>
                  <a:lnTo>
                    <a:pt x="41883" y="3922"/>
                  </a:lnTo>
                  <a:lnTo>
                    <a:pt x="38431" y="7956"/>
                  </a:lnTo>
                  <a:lnTo>
                    <a:pt x="35110" y="12097"/>
                  </a:lnTo>
                  <a:lnTo>
                    <a:pt x="31922" y="16342"/>
                  </a:lnTo>
                  <a:lnTo>
                    <a:pt x="28870" y="20686"/>
                  </a:lnTo>
                  <a:lnTo>
                    <a:pt x="25957" y="25125"/>
                  </a:lnTo>
                  <a:lnTo>
                    <a:pt x="23187" y="29654"/>
                  </a:lnTo>
                  <a:lnTo>
                    <a:pt x="20563" y="34268"/>
                  </a:lnTo>
                  <a:lnTo>
                    <a:pt x="18086" y="38964"/>
                  </a:lnTo>
                  <a:lnTo>
                    <a:pt x="15759" y="43736"/>
                  </a:lnTo>
                  <a:lnTo>
                    <a:pt x="13585" y="48579"/>
                  </a:lnTo>
                  <a:lnTo>
                    <a:pt x="11566" y="53489"/>
                  </a:lnTo>
                  <a:lnTo>
                    <a:pt x="9704" y="58461"/>
                  </a:lnTo>
                  <a:lnTo>
                    <a:pt x="8001" y="63489"/>
                  </a:lnTo>
                  <a:lnTo>
                    <a:pt x="6458" y="68569"/>
                  </a:lnTo>
                  <a:lnTo>
                    <a:pt x="5078" y="73695"/>
                  </a:lnTo>
                  <a:lnTo>
                    <a:pt x="3860" y="78863"/>
                  </a:lnTo>
                  <a:lnTo>
                    <a:pt x="2808" y="84066"/>
                  </a:lnTo>
                  <a:lnTo>
                    <a:pt x="1921" y="89301"/>
                  </a:lnTo>
                  <a:lnTo>
                    <a:pt x="1201" y="94561"/>
                  </a:lnTo>
                  <a:lnTo>
                    <a:pt x="648" y="99841"/>
                  </a:lnTo>
                  <a:lnTo>
                    <a:pt x="264" y="105135"/>
                  </a:lnTo>
                  <a:lnTo>
                    <a:pt x="47" y="110440"/>
                  </a:lnTo>
                  <a:lnTo>
                    <a:pt x="0" y="115749"/>
                  </a:lnTo>
                  <a:lnTo>
                    <a:pt x="120" y="121056"/>
                  </a:lnTo>
                  <a:lnTo>
                    <a:pt x="409" y="126357"/>
                  </a:lnTo>
                  <a:lnTo>
                    <a:pt x="867" y="131646"/>
                  </a:lnTo>
                  <a:lnTo>
                    <a:pt x="1492" y="136918"/>
                  </a:lnTo>
                  <a:lnTo>
                    <a:pt x="2284" y="142168"/>
                  </a:lnTo>
                  <a:lnTo>
                    <a:pt x="3243" y="147389"/>
                  </a:lnTo>
                  <a:lnTo>
                    <a:pt x="4367" y="152578"/>
                  </a:lnTo>
                  <a:lnTo>
                    <a:pt x="5655" y="157728"/>
                  </a:lnTo>
                  <a:lnTo>
                    <a:pt x="7105" y="162835"/>
                  </a:lnTo>
                  <a:lnTo>
                    <a:pt x="8718" y="167893"/>
                  </a:lnTo>
                  <a:lnTo>
                    <a:pt x="10490" y="172898"/>
                  </a:lnTo>
                  <a:lnTo>
                    <a:pt x="12420" y="177843"/>
                  </a:lnTo>
                  <a:lnTo>
                    <a:pt x="14506" y="182725"/>
                  </a:lnTo>
                  <a:lnTo>
                    <a:pt x="16747" y="187538"/>
                  </a:lnTo>
                  <a:lnTo>
                    <a:pt x="19138" y="192278"/>
                  </a:lnTo>
                  <a:lnTo>
                    <a:pt x="21680" y="196939"/>
                  </a:lnTo>
                  <a:lnTo>
                    <a:pt x="24368" y="201517"/>
                  </a:lnTo>
                  <a:lnTo>
                    <a:pt x="27200" y="206007"/>
                  </a:lnTo>
                  <a:lnTo>
                    <a:pt x="30173" y="210406"/>
                  </a:lnTo>
                  <a:lnTo>
                    <a:pt x="33284" y="214707"/>
                  </a:lnTo>
                  <a:lnTo>
                    <a:pt x="36530" y="218908"/>
                  </a:lnTo>
                  <a:lnTo>
                    <a:pt x="39908" y="223004"/>
                  </a:lnTo>
                  <a:lnTo>
                    <a:pt x="43415" y="226990"/>
                  </a:lnTo>
                  <a:lnTo>
                    <a:pt x="47046" y="230863"/>
                  </a:lnTo>
                  <a:lnTo>
                    <a:pt x="50798" y="234618"/>
                  </a:lnTo>
                  <a:lnTo>
                    <a:pt x="54668" y="238253"/>
                  </a:lnTo>
                  <a:lnTo>
                    <a:pt x="58651" y="241762"/>
                  </a:lnTo>
                  <a:lnTo>
                    <a:pt x="62744" y="245144"/>
                  </a:lnTo>
                  <a:lnTo>
                    <a:pt x="66942" y="248394"/>
                  </a:lnTo>
                  <a:lnTo>
                    <a:pt x="71241" y="251509"/>
                  </a:lnTo>
                  <a:lnTo>
                    <a:pt x="75636" y="254486"/>
                  </a:lnTo>
                  <a:lnTo>
                    <a:pt x="80124" y="257322"/>
                  </a:lnTo>
                  <a:lnTo>
                    <a:pt x="84700" y="260013"/>
                  </a:lnTo>
                  <a:lnTo>
                    <a:pt x="89359" y="262559"/>
                  </a:lnTo>
                  <a:lnTo>
                    <a:pt x="94097" y="264955"/>
                  </a:lnTo>
                  <a:lnTo>
                    <a:pt x="98908" y="267199"/>
                  </a:lnTo>
                  <a:lnTo>
                    <a:pt x="103788" y="269289"/>
                  </a:lnTo>
                  <a:lnTo>
                    <a:pt x="108732" y="271224"/>
                  </a:lnTo>
                  <a:lnTo>
                    <a:pt x="113735" y="273000"/>
                  </a:lnTo>
                  <a:lnTo>
                    <a:pt x="118791" y="274617"/>
                  </a:lnTo>
                  <a:lnTo>
                    <a:pt x="123897" y="276072"/>
                  </a:lnTo>
                  <a:lnTo>
                    <a:pt x="129046" y="277365"/>
                  </a:lnTo>
                  <a:lnTo>
                    <a:pt x="134234" y="278493"/>
                  </a:lnTo>
                  <a:lnTo>
                    <a:pt x="139454" y="279456"/>
                  </a:lnTo>
                  <a:lnTo>
                    <a:pt x="144703" y="280253"/>
                  </a:lnTo>
                  <a:lnTo>
                    <a:pt x="149975" y="280882"/>
                  </a:lnTo>
                  <a:lnTo>
                    <a:pt x="155263" y="281344"/>
                  </a:lnTo>
                  <a:lnTo>
                    <a:pt x="160564" y="281638"/>
                  </a:lnTo>
                  <a:lnTo>
                    <a:pt x="165872" y="281763"/>
                  </a:lnTo>
                  <a:lnTo>
                    <a:pt x="171180" y="281720"/>
                  </a:lnTo>
                  <a:lnTo>
                    <a:pt x="176485" y="281508"/>
                  </a:lnTo>
                  <a:lnTo>
                    <a:pt x="181780" y="281128"/>
                  </a:lnTo>
                  <a:lnTo>
                    <a:pt x="187061" y="280580"/>
                  </a:lnTo>
                  <a:lnTo>
                    <a:pt x="192321" y="279864"/>
                  </a:lnTo>
                  <a:lnTo>
                    <a:pt x="197556" y="278982"/>
                  </a:lnTo>
                  <a:lnTo>
                    <a:pt x="202761" y="277934"/>
                  </a:lnTo>
                  <a:lnTo>
                    <a:pt x="207929" y="276721"/>
                  </a:lnTo>
                  <a:lnTo>
                    <a:pt x="213057" y="275345"/>
                  </a:lnTo>
                  <a:lnTo>
                    <a:pt x="218138" y="273807"/>
                  </a:lnTo>
                  <a:lnTo>
                    <a:pt x="223167" y="272108"/>
                  </a:lnTo>
                  <a:lnTo>
                    <a:pt x="228141" y="270250"/>
                  </a:lnTo>
                  <a:lnTo>
                    <a:pt x="233052" y="268235"/>
                  </a:lnTo>
                  <a:lnTo>
                    <a:pt x="237898" y="266065"/>
                  </a:lnTo>
                  <a:lnTo>
                    <a:pt x="242672" y="263743"/>
                  </a:lnTo>
                  <a:lnTo>
                    <a:pt x="247369" y="261270"/>
                  </a:lnTo>
                  <a:lnTo>
                    <a:pt x="251986" y="258649"/>
                  </a:lnTo>
                  <a:lnTo>
                    <a:pt x="256518" y="255883"/>
                  </a:lnTo>
                  <a:lnTo>
                    <a:pt x="260959" y="252974"/>
                  </a:lnTo>
                  <a:lnTo>
                    <a:pt x="265305" y="249926"/>
                  </a:lnTo>
                  <a:lnTo>
                    <a:pt x="269553" y="246742"/>
                  </a:lnTo>
                  <a:lnTo>
                    <a:pt x="273697" y="243424"/>
                  </a:lnTo>
                  <a:lnTo>
                    <a:pt x="277734" y="239976"/>
                  </a:lnTo>
                  <a:lnTo>
                    <a:pt x="281660" y="236402"/>
                  </a:lnTo>
                  <a:lnTo>
                    <a:pt x="285470" y="232704"/>
                  </a:lnTo>
                  <a:lnTo>
                    <a:pt x="289160" y="228888"/>
                  </a:lnTo>
                  <a:lnTo>
                    <a:pt x="292728" y="224957"/>
                  </a:lnTo>
                  <a:lnTo>
                    <a:pt x="296169" y="220914"/>
                  </a:lnTo>
                  <a:lnTo>
                    <a:pt x="299480" y="216764"/>
                  </a:lnTo>
                  <a:lnTo>
                    <a:pt x="302657" y="212511"/>
                  </a:lnTo>
                  <a:lnTo>
                    <a:pt x="305698" y="208159"/>
                  </a:lnTo>
                  <a:lnTo>
                    <a:pt x="308599" y="203713"/>
                  </a:lnTo>
                  <a:lnTo>
                    <a:pt x="311357" y="199177"/>
                  </a:lnTo>
                  <a:lnTo>
                    <a:pt x="313970" y="194555"/>
                  </a:lnTo>
                  <a:lnTo>
                    <a:pt x="316435" y="189853"/>
                  </a:lnTo>
                  <a:lnTo>
                    <a:pt x="318749" y="185075"/>
                  </a:lnTo>
                  <a:lnTo>
                    <a:pt x="320910" y="180226"/>
                  </a:lnTo>
                  <a:lnTo>
                    <a:pt x="322917" y="175311"/>
                  </a:lnTo>
                  <a:lnTo>
                    <a:pt x="324766" y="170335"/>
                  </a:lnTo>
                  <a:lnTo>
                    <a:pt x="326456" y="165302"/>
                  </a:lnTo>
                  <a:lnTo>
                    <a:pt x="327986" y="160218"/>
                  </a:lnTo>
                  <a:lnTo>
                    <a:pt x="329353" y="155089"/>
                  </a:lnTo>
                  <a:lnTo>
                    <a:pt x="330557" y="149918"/>
                  </a:lnTo>
                  <a:lnTo>
                    <a:pt x="331596" y="144712"/>
                  </a:lnTo>
                  <a:lnTo>
                    <a:pt x="332469" y="139475"/>
                  </a:lnTo>
                  <a:lnTo>
                    <a:pt x="333176" y="134214"/>
                  </a:lnTo>
                  <a:lnTo>
                    <a:pt x="333715" y="128932"/>
                  </a:lnTo>
                  <a:lnTo>
                    <a:pt x="334086" y="123636"/>
                  </a:lnTo>
                  <a:lnTo>
                    <a:pt x="334289" y="118331"/>
                  </a:lnTo>
                  <a:lnTo>
                    <a:pt x="334323" y="113022"/>
                  </a:lnTo>
                  <a:lnTo>
                    <a:pt x="334189" y="107715"/>
                  </a:lnTo>
                  <a:lnTo>
                    <a:pt x="333886" y="102415"/>
                  </a:lnTo>
                  <a:lnTo>
                    <a:pt x="333415" y="97127"/>
                  </a:lnTo>
                  <a:lnTo>
                    <a:pt x="332776" y="91857"/>
                  </a:lnTo>
                  <a:lnTo>
                    <a:pt x="331970" y="86609"/>
                  </a:lnTo>
                  <a:lnTo>
                    <a:pt x="330998" y="81390"/>
                  </a:lnTo>
                  <a:lnTo>
                    <a:pt x="329861" y="76204"/>
                  </a:lnTo>
                  <a:lnTo>
                    <a:pt x="328560" y="71057"/>
                  </a:lnTo>
                  <a:lnTo>
                    <a:pt x="327096" y="65954"/>
                  </a:lnTo>
                  <a:lnTo>
                    <a:pt x="325470" y="60900"/>
                  </a:lnTo>
                  <a:lnTo>
                    <a:pt x="323685" y="55901"/>
                  </a:lnTo>
                  <a:lnTo>
                    <a:pt x="321743" y="50960"/>
                  </a:lnTo>
                  <a:lnTo>
                    <a:pt x="319644" y="46084"/>
                  </a:lnTo>
                  <a:lnTo>
                    <a:pt x="317391" y="41276"/>
                  </a:lnTo>
                  <a:lnTo>
                    <a:pt x="314987" y="36543"/>
                  </a:lnTo>
                  <a:lnTo>
                    <a:pt x="312434" y="31888"/>
                  </a:lnTo>
                  <a:lnTo>
                    <a:pt x="309734" y="27317"/>
                  </a:lnTo>
                  <a:lnTo>
                    <a:pt x="306891" y="22834"/>
                  </a:lnTo>
                  <a:lnTo>
                    <a:pt x="303906" y="18443"/>
                  </a:lnTo>
                  <a:lnTo>
                    <a:pt x="300784" y="14150"/>
                  </a:lnTo>
                  <a:lnTo>
                    <a:pt x="297527" y="9957"/>
                  </a:lnTo>
                  <a:lnTo>
                    <a:pt x="294138" y="5871"/>
                  </a:lnTo>
                  <a:lnTo>
                    <a:pt x="167163" y="1146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488720" y="1322571"/>
              <a:ext cx="126975" cy="167167"/>
            </a:xfrm>
            <a:custGeom>
              <a:avLst/>
              <a:pathLst>
                <a:path w="126975" h="167167">
                  <a:moveTo>
                    <a:pt x="126975" y="58437"/>
                  </a:moveTo>
                  <a:lnTo>
                    <a:pt x="123298" y="54285"/>
                  </a:lnTo>
                  <a:lnTo>
                    <a:pt x="119485" y="50256"/>
                  </a:lnTo>
                  <a:lnTo>
                    <a:pt x="115541" y="46357"/>
                  </a:lnTo>
                  <a:lnTo>
                    <a:pt x="111470" y="42591"/>
                  </a:lnTo>
                  <a:lnTo>
                    <a:pt x="107276" y="38962"/>
                  </a:lnTo>
                  <a:lnTo>
                    <a:pt x="102964" y="35473"/>
                  </a:lnTo>
                  <a:lnTo>
                    <a:pt x="98539" y="32130"/>
                  </a:lnTo>
                  <a:lnTo>
                    <a:pt x="94005" y="28936"/>
                  </a:lnTo>
                  <a:lnTo>
                    <a:pt x="89368" y="25893"/>
                  </a:lnTo>
                  <a:lnTo>
                    <a:pt x="84632" y="23007"/>
                  </a:lnTo>
                  <a:lnTo>
                    <a:pt x="79804" y="20278"/>
                  </a:lnTo>
                  <a:lnTo>
                    <a:pt x="74887" y="17712"/>
                  </a:lnTo>
                  <a:lnTo>
                    <a:pt x="69888" y="15310"/>
                  </a:lnTo>
                  <a:lnTo>
                    <a:pt x="64812" y="13075"/>
                  </a:lnTo>
                  <a:lnTo>
                    <a:pt x="59665" y="11010"/>
                  </a:lnTo>
                  <a:lnTo>
                    <a:pt x="54452" y="9117"/>
                  </a:lnTo>
                  <a:lnTo>
                    <a:pt x="49179" y="7397"/>
                  </a:lnTo>
                  <a:lnTo>
                    <a:pt x="43852" y="5854"/>
                  </a:lnTo>
                  <a:lnTo>
                    <a:pt x="38476" y="4488"/>
                  </a:lnTo>
                  <a:lnTo>
                    <a:pt x="33059" y="3301"/>
                  </a:lnTo>
                  <a:lnTo>
                    <a:pt x="27605" y="2295"/>
                  </a:lnTo>
                  <a:lnTo>
                    <a:pt x="22120" y="1470"/>
                  </a:lnTo>
                  <a:lnTo>
                    <a:pt x="16611" y="827"/>
                  </a:lnTo>
                  <a:lnTo>
                    <a:pt x="11084" y="367"/>
                  </a:lnTo>
                  <a:lnTo>
                    <a:pt x="554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17615" y="1681503"/>
              <a:ext cx="68909" cy="167167"/>
            </a:xfrm>
            <a:custGeom>
              <a:avLst/>
              <a:pathLst>
                <a:path w="68909" h="167167">
                  <a:moveTo>
                    <a:pt x="68909" y="0"/>
                  </a:moveTo>
                  <a:lnTo>
                    <a:pt x="62991" y="104"/>
                  </a:lnTo>
                  <a:lnTo>
                    <a:pt x="57081" y="418"/>
                  </a:lnTo>
                  <a:lnTo>
                    <a:pt x="51186" y="942"/>
                  </a:lnTo>
                  <a:lnTo>
                    <a:pt x="45312" y="1673"/>
                  </a:lnTo>
                  <a:lnTo>
                    <a:pt x="39469" y="2612"/>
                  </a:lnTo>
                  <a:lnTo>
                    <a:pt x="33662" y="3758"/>
                  </a:lnTo>
                  <a:lnTo>
                    <a:pt x="27899" y="5108"/>
                  </a:lnTo>
                  <a:lnTo>
                    <a:pt x="22188" y="6661"/>
                  </a:lnTo>
                  <a:lnTo>
                    <a:pt x="16535" y="8416"/>
                  </a:lnTo>
                  <a:lnTo>
                    <a:pt x="10949" y="10369"/>
                  </a:lnTo>
                  <a:lnTo>
                    <a:pt x="5434" y="12519"/>
                  </a:lnTo>
                  <a:lnTo>
                    <a:pt x="0" y="14863"/>
                  </a:lnTo>
                  <a:lnTo>
                    <a:pt x="6890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17615" y="1696366"/>
              <a:ext cx="68909" cy="152303"/>
            </a:xfrm>
            <a:custGeom>
              <a:avLst/>
              <a:pathLst>
                <a:path w="68909" h="152303">
                  <a:moveTo>
                    <a:pt x="0" y="0"/>
                  </a:moveTo>
                  <a:lnTo>
                    <a:pt x="68909" y="1523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19360" y="1681503"/>
              <a:ext cx="334318" cy="334331"/>
            </a:xfrm>
            <a:custGeom>
              <a:avLst/>
              <a:pathLst>
                <a:path w="334318" h="334331">
                  <a:moveTo>
                    <a:pt x="98255" y="14863"/>
                  </a:moveTo>
                  <a:lnTo>
                    <a:pt x="93467" y="17121"/>
                  </a:lnTo>
                  <a:lnTo>
                    <a:pt x="88753" y="19530"/>
                  </a:lnTo>
                  <a:lnTo>
                    <a:pt x="84118" y="22086"/>
                  </a:lnTo>
                  <a:lnTo>
                    <a:pt x="79566" y="24789"/>
                  </a:lnTo>
                  <a:lnTo>
                    <a:pt x="75102" y="27633"/>
                  </a:lnTo>
                  <a:lnTo>
                    <a:pt x="70731" y="30618"/>
                  </a:lnTo>
                  <a:lnTo>
                    <a:pt x="66456" y="33740"/>
                  </a:lnTo>
                  <a:lnTo>
                    <a:pt x="62282" y="36995"/>
                  </a:lnTo>
                  <a:lnTo>
                    <a:pt x="58213" y="40381"/>
                  </a:lnTo>
                  <a:lnTo>
                    <a:pt x="54254" y="43894"/>
                  </a:lnTo>
                  <a:lnTo>
                    <a:pt x="50407" y="47531"/>
                  </a:lnTo>
                  <a:lnTo>
                    <a:pt x="46678" y="51287"/>
                  </a:lnTo>
                  <a:lnTo>
                    <a:pt x="43069" y="55160"/>
                  </a:lnTo>
                  <a:lnTo>
                    <a:pt x="39585" y="59145"/>
                  </a:lnTo>
                  <a:lnTo>
                    <a:pt x="36229" y="63239"/>
                  </a:lnTo>
                  <a:lnTo>
                    <a:pt x="33004" y="67437"/>
                  </a:lnTo>
                  <a:lnTo>
                    <a:pt x="29914" y="71734"/>
                  </a:lnTo>
                  <a:lnTo>
                    <a:pt x="26961" y="76128"/>
                  </a:lnTo>
                  <a:lnTo>
                    <a:pt x="24149" y="80612"/>
                  </a:lnTo>
                  <a:lnTo>
                    <a:pt x="21481" y="85184"/>
                  </a:lnTo>
                  <a:lnTo>
                    <a:pt x="18958" y="89837"/>
                  </a:lnTo>
                  <a:lnTo>
                    <a:pt x="16584" y="94568"/>
                  </a:lnTo>
                  <a:lnTo>
                    <a:pt x="14361" y="99372"/>
                  </a:lnTo>
                  <a:lnTo>
                    <a:pt x="12291" y="104244"/>
                  </a:lnTo>
                  <a:lnTo>
                    <a:pt x="10376" y="109179"/>
                  </a:lnTo>
                  <a:lnTo>
                    <a:pt x="8619" y="114172"/>
                  </a:lnTo>
                  <a:lnTo>
                    <a:pt x="7021" y="119219"/>
                  </a:lnTo>
                  <a:lnTo>
                    <a:pt x="5583" y="124313"/>
                  </a:lnTo>
                  <a:lnTo>
                    <a:pt x="4307" y="129450"/>
                  </a:lnTo>
                  <a:lnTo>
                    <a:pt x="3194" y="134626"/>
                  </a:lnTo>
                  <a:lnTo>
                    <a:pt x="2246" y="139833"/>
                  </a:lnTo>
                  <a:lnTo>
                    <a:pt x="1464" y="145068"/>
                  </a:lnTo>
                  <a:lnTo>
                    <a:pt x="847" y="150326"/>
                  </a:lnTo>
                  <a:lnTo>
                    <a:pt x="397" y="155600"/>
                  </a:lnTo>
                  <a:lnTo>
                    <a:pt x="115" y="160886"/>
                  </a:lnTo>
                  <a:lnTo>
                    <a:pt x="0" y="166178"/>
                  </a:lnTo>
                  <a:lnTo>
                    <a:pt x="52" y="171471"/>
                  </a:lnTo>
                  <a:lnTo>
                    <a:pt x="272" y="176760"/>
                  </a:lnTo>
                  <a:lnTo>
                    <a:pt x="659" y="182039"/>
                  </a:lnTo>
                  <a:lnTo>
                    <a:pt x="1214" y="187303"/>
                  </a:lnTo>
                  <a:lnTo>
                    <a:pt x="1935" y="192548"/>
                  </a:lnTo>
                  <a:lnTo>
                    <a:pt x="2821" y="197766"/>
                  </a:lnTo>
                  <a:lnTo>
                    <a:pt x="3872" y="202954"/>
                  </a:lnTo>
                  <a:lnTo>
                    <a:pt x="5087" y="208106"/>
                  </a:lnTo>
                  <a:lnTo>
                    <a:pt x="6465" y="213217"/>
                  </a:lnTo>
                  <a:lnTo>
                    <a:pt x="8003" y="218282"/>
                  </a:lnTo>
                  <a:lnTo>
                    <a:pt x="9701" y="223296"/>
                  </a:lnTo>
                  <a:lnTo>
                    <a:pt x="11557" y="228253"/>
                  </a:lnTo>
                  <a:lnTo>
                    <a:pt x="13569" y="233149"/>
                  </a:lnTo>
                  <a:lnTo>
                    <a:pt x="15735" y="237979"/>
                  </a:lnTo>
                  <a:lnTo>
                    <a:pt x="18053" y="242738"/>
                  </a:lnTo>
                  <a:lnTo>
                    <a:pt x="20521" y="247421"/>
                  </a:lnTo>
                  <a:lnTo>
                    <a:pt x="23135" y="252024"/>
                  </a:lnTo>
                  <a:lnTo>
                    <a:pt x="25894" y="256541"/>
                  </a:lnTo>
                  <a:lnTo>
                    <a:pt x="28795" y="260969"/>
                  </a:lnTo>
                  <a:lnTo>
                    <a:pt x="31834" y="265303"/>
                  </a:lnTo>
                  <a:lnTo>
                    <a:pt x="35009" y="269539"/>
                  </a:lnTo>
                  <a:lnTo>
                    <a:pt x="38316" y="273671"/>
                  </a:lnTo>
                  <a:lnTo>
                    <a:pt x="41753" y="277698"/>
                  </a:lnTo>
                  <a:lnTo>
                    <a:pt x="45315" y="281613"/>
                  </a:lnTo>
                  <a:lnTo>
                    <a:pt x="49000" y="285413"/>
                  </a:lnTo>
                  <a:lnTo>
                    <a:pt x="52803" y="289095"/>
                  </a:lnTo>
                  <a:lnTo>
                    <a:pt x="56721" y="292655"/>
                  </a:lnTo>
                  <a:lnTo>
                    <a:pt x="60749" y="296089"/>
                  </a:lnTo>
                  <a:lnTo>
                    <a:pt x="64884" y="299393"/>
                  </a:lnTo>
                  <a:lnTo>
                    <a:pt x="69122" y="302565"/>
                  </a:lnTo>
                  <a:lnTo>
                    <a:pt x="73458" y="305602"/>
                  </a:lnTo>
                  <a:lnTo>
                    <a:pt x="77888" y="308499"/>
                  </a:lnTo>
                  <a:lnTo>
                    <a:pt x="82408" y="311255"/>
                  </a:lnTo>
                  <a:lnTo>
                    <a:pt x="87012" y="313866"/>
                  </a:lnTo>
                  <a:lnTo>
                    <a:pt x="91697" y="316330"/>
                  </a:lnTo>
                  <a:lnTo>
                    <a:pt x="96457" y="318645"/>
                  </a:lnTo>
                  <a:lnTo>
                    <a:pt x="101289" y="320807"/>
                  </a:lnTo>
                  <a:lnTo>
                    <a:pt x="106186" y="322816"/>
                  </a:lnTo>
                  <a:lnTo>
                    <a:pt x="111145" y="324669"/>
                  </a:lnTo>
                  <a:lnTo>
                    <a:pt x="116160" y="326363"/>
                  </a:lnTo>
                  <a:lnTo>
                    <a:pt x="121226" y="327898"/>
                  </a:lnTo>
                  <a:lnTo>
                    <a:pt x="126338" y="329272"/>
                  </a:lnTo>
                  <a:lnTo>
                    <a:pt x="131491" y="330484"/>
                  </a:lnTo>
                  <a:lnTo>
                    <a:pt x="136679" y="331531"/>
                  </a:lnTo>
                  <a:lnTo>
                    <a:pt x="141898" y="332414"/>
                  </a:lnTo>
                  <a:lnTo>
                    <a:pt x="147143" y="333131"/>
                  </a:lnTo>
                  <a:lnTo>
                    <a:pt x="152408" y="333682"/>
                  </a:lnTo>
                  <a:lnTo>
                    <a:pt x="157687" y="334066"/>
                  </a:lnTo>
                  <a:lnTo>
                    <a:pt x="162976" y="334282"/>
                  </a:lnTo>
                  <a:lnTo>
                    <a:pt x="168269" y="334331"/>
                  </a:lnTo>
                  <a:lnTo>
                    <a:pt x="173561" y="334212"/>
                  </a:lnTo>
                  <a:lnTo>
                    <a:pt x="178847" y="333926"/>
                  </a:lnTo>
                  <a:lnTo>
                    <a:pt x="184121" y="333472"/>
                  </a:lnTo>
                  <a:lnTo>
                    <a:pt x="189378" y="332852"/>
                  </a:lnTo>
                  <a:lnTo>
                    <a:pt x="194612" y="332066"/>
                  </a:lnTo>
                  <a:lnTo>
                    <a:pt x="199820" y="331114"/>
                  </a:lnTo>
                  <a:lnTo>
                    <a:pt x="204994" y="329998"/>
                  </a:lnTo>
                  <a:lnTo>
                    <a:pt x="210130" y="328718"/>
                  </a:lnTo>
                  <a:lnTo>
                    <a:pt x="215224" y="327277"/>
                  </a:lnTo>
                  <a:lnTo>
                    <a:pt x="220269" y="325675"/>
                  </a:lnTo>
                  <a:lnTo>
                    <a:pt x="225261" y="323914"/>
                  </a:lnTo>
                  <a:lnTo>
                    <a:pt x="230195" y="321996"/>
                  </a:lnTo>
                  <a:lnTo>
                    <a:pt x="235065" y="319923"/>
                  </a:lnTo>
                  <a:lnTo>
                    <a:pt x="239867" y="317697"/>
                  </a:lnTo>
                  <a:lnTo>
                    <a:pt x="244597" y="315319"/>
                  </a:lnTo>
                  <a:lnTo>
                    <a:pt x="249249" y="312793"/>
                  </a:lnTo>
                  <a:lnTo>
                    <a:pt x="253818" y="310121"/>
                  </a:lnTo>
                  <a:lnTo>
                    <a:pt x="258301" y="307306"/>
                  </a:lnTo>
                  <a:lnTo>
                    <a:pt x="262692" y="304350"/>
                  </a:lnTo>
                  <a:lnTo>
                    <a:pt x="266988" y="301257"/>
                  </a:lnTo>
                  <a:lnTo>
                    <a:pt x="271183" y="298029"/>
                  </a:lnTo>
                  <a:lnTo>
                    <a:pt x="275274" y="294670"/>
                  </a:lnTo>
                  <a:lnTo>
                    <a:pt x="279257" y="291184"/>
                  </a:lnTo>
                  <a:lnTo>
                    <a:pt x="283127" y="287572"/>
                  </a:lnTo>
                  <a:lnTo>
                    <a:pt x="286881" y="283840"/>
                  </a:lnTo>
                  <a:lnTo>
                    <a:pt x="290515" y="279992"/>
                  </a:lnTo>
                  <a:lnTo>
                    <a:pt x="294026" y="276030"/>
                  </a:lnTo>
                  <a:lnTo>
                    <a:pt x="297409" y="271958"/>
                  </a:lnTo>
                  <a:lnTo>
                    <a:pt x="300661" y="267782"/>
                  </a:lnTo>
                  <a:lnTo>
                    <a:pt x="303780" y="263505"/>
                  </a:lnTo>
                  <a:lnTo>
                    <a:pt x="306762" y="259131"/>
                  </a:lnTo>
                  <a:lnTo>
                    <a:pt x="309603" y="254665"/>
                  </a:lnTo>
                  <a:lnTo>
                    <a:pt x="312302" y="250112"/>
                  </a:lnTo>
                  <a:lnTo>
                    <a:pt x="314856" y="245475"/>
                  </a:lnTo>
                  <a:lnTo>
                    <a:pt x="317261" y="240760"/>
                  </a:lnTo>
                  <a:lnTo>
                    <a:pt x="319516" y="235970"/>
                  </a:lnTo>
                  <a:lnTo>
                    <a:pt x="321618" y="231112"/>
                  </a:lnTo>
                  <a:lnTo>
                    <a:pt x="323565" y="226190"/>
                  </a:lnTo>
                  <a:lnTo>
                    <a:pt x="325355" y="221209"/>
                  </a:lnTo>
                  <a:lnTo>
                    <a:pt x="326987" y="216173"/>
                  </a:lnTo>
                  <a:lnTo>
                    <a:pt x="328458" y="211088"/>
                  </a:lnTo>
                  <a:lnTo>
                    <a:pt x="329768" y="205959"/>
                  </a:lnTo>
                  <a:lnTo>
                    <a:pt x="330915" y="200792"/>
                  </a:lnTo>
                  <a:lnTo>
                    <a:pt x="331897" y="195590"/>
                  </a:lnTo>
                  <a:lnTo>
                    <a:pt x="332715" y="190360"/>
                  </a:lnTo>
                  <a:lnTo>
                    <a:pt x="333366" y="185107"/>
                  </a:lnTo>
                  <a:lnTo>
                    <a:pt x="333851" y="179836"/>
                  </a:lnTo>
                  <a:lnTo>
                    <a:pt x="334168" y="174552"/>
                  </a:lnTo>
                  <a:lnTo>
                    <a:pt x="334318" y="169261"/>
                  </a:lnTo>
                  <a:lnTo>
                    <a:pt x="334301" y="163968"/>
                  </a:lnTo>
                  <a:lnTo>
                    <a:pt x="334116" y="158678"/>
                  </a:lnTo>
                  <a:lnTo>
                    <a:pt x="333763" y="153396"/>
                  </a:lnTo>
                  <a:lnTo>
                    <a:pt x="333244" y="148128"/>
                  </a:lnTo>
                  <a:lnTo>
                    <a:pt x="332558" y="142879"/>
                  </a:lnTo>
                  <a:lnTo>
                    <a:pt x="331706" y="137655"/>
                  </a:lnTo>
                  <a:lnTo>
                    <a:pt x="330689" y="132460"/>
                  </a:lnTo>
                  <a:lnTo>
                    <a:pt x="329508" y="127300"/>
                  </a:lnTo>
                  <a:lnTo>
                    <a:pt x="328164" y="122180"/>
                  </a:lnTo>
                  <a:lnTo>
                    <a:pt x="326659" y="117105"/>
                  </a:lnTo>
                  <a:lnTo>
                    <a:pt x="324994" y="112081"/>
                  </a:lnTo>
                  <a:lnTo>
                    <a:pt x="323171" y="107111"/>
                  </a:lnTo>
                  <a:lnTo>
                    <a:pt x="321192" y="102202"/>
                  </a:lnTo>
                  <a:lnTo>
                    <a:pt x="319057" y="97358"/>
                  </a:lnTo>
                  <a:lnTo>
                    <a:pt x="316771" y="92584"/>
                  </a:lnTo>
                  <a:lnTo>
                    <a:pt x="314335" y="87884"/>
                  </a:lnTo>
                  <a:lnTo>
                    <a:pt x="311751" y="83264"/>
                  </a:lnTo>
                  <a:lnTo>
                    <a:pt x="309022" y="78729"/>
                  </a:lnTo>
                  <a:lnTo>
                    <a:pt x="306151" y="74282"/>
                  </a:lnTo>
                  <a:lnTo>
                    <a:pt x="303140" y="69928"/>
                  </a:lnTo>
                  <a:lnTo>
                    <a:pt x="299993" y="65671"/>
                  </a:lnTo>
                  <a:lnTo>
                    <a:pt x="296713" y="61517"/>
                  </a:lnTo>
                  <a:lnTo>
                    <a:pt x="293303" y="57468"/>
                  </a:lnTo>
                  <a:lnTo>
                    <a:pt x="289767" y="53529"/>
                  </a:lnTo>
                  <a:lnTo>
                    <a:pt x="286107" y="49704"/>
                  </a:lnTo>
                  <a:lnTo>
                    <a:pt x="282329" y="45997"/>
                  </a:lnTo>
                  <a:lnTo>
                    <a:pt x="278435" y="42412"/>
                  </a:lnTo>
                  <a:lnTo>
                    <a:pt x="274429" y="38952"/>
                  </a:lnTo>
                  <a:lnTo>
                    <a:pt x="270316" y="35620"/>
                  </a:lnTo>
                  <a:lnTo>
                    <a:pt x="266099" y="32420"/>
                  </a:lnTo>
                  <a:lnTo>
                    <a:pt x="261783" y="29355"/>
                  </a:lnTo>
                  <a:lnTo>
                    <a:pt x="257372" y="26428"/>
                  </a:lnTo>
                  <a:lnTo>
                    <a:pt x="252871" y="23643"/>
                  </a:lnTo>
                  <a:lnTo>
                    <a:pt x="248284" y="21001"/>
                  </a:lnTo>
                  <a:lnTo>
                    <a:pt x="243616" y="18506"/>
                  </a:lnTo>
                  <a:lnTo>
                    <a:pt x="238871" y="16160"/>
                  </a:lnTo>
                  <a:lnTo>
                    <a:pt x="234054" y="13965"/>
                  </a:lnTo>
                  <a:lnTo>
                    <a:pt x="229169" y="11924"/>
                  </a:lnTo>
                  <a:lnTo>
                    <a:pt x="224223" y="10039"/>
                  </a:lnTo>
                  <a:lnTo>
                    <a:pt x="219220" y="8311"/>
                  </a:lnTo>
                  <a:lnTo>
                    <a:pt x="214164" y="6743"/>
                  </a:lnTo>
                  <a:lnTo>
                    <a:pt x="209061" y="5335"/>
                  </a:lnTo>
                  <a:lnTo>
                    <a:pt x="203917" y="4090"/>
                  </a:lnTo>
                  <a:lnTo>
                    <a:pt x="198735" y="3008"/>
                  </a:lnTo>
                  <a:lnTo>
                    <a:pt x="193522" y="2090"/>
                  </a:lnTo>
                  <a:lnTo>
                    <a:pt x="188282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5600" y="2126963"/>
              <a:ext cx="95687" cy="167167"/>
            </a:xfrm>
            <a:custGeom>
              <a:avLst/>
              <a:pathLst>
                <a:path w="95687" h="167167">
                  <a:moveTo>
                    <a:pt x="95687" y="0"/>
                  </a:moveTo>
                  <a:lnTo>
                    <a:pt x="90028" y="95"/>
                  </a:lnTo>
                  <a:lnTo>
                    <a:pt x="84376" y="383"/>
                  </a:lnTo>
                  <a:lnTo>
                    <a:pt x="78736" y="861"/>
                  </a:lnTo>
                  <a:lnTo>
                    <a:pt x="73116" y="1530"/>
                  </a:lnTo>
                  <a:lnTo>
                    <a:pt x="67522" y="2389"/>
                  </a:lnTo>
                  <a:lnTo>
                    <a:pt x="61961" y="3437"/>
                  </a:lnTo>
                  <a:lnTo>
                    <a:pt x="56438" y="4672"/>
                  </a:lnTo>
                  <a:lnTo>
                    <a:pt x="50959" y="6094"/>
                  </a:lnTo>
                  <a:lnTo>
                    <a:pt x="45533" y="7701"/>
                  </a:lnTo>
                  <a:lnTo>
                    <a:pt x="40163" y="9490"/>
                  </a:lnTo>
                  <a:lnTo>
                    <a:pt x="34858" y="11460"/>
                  </a:lnTo>
                  <a:lnTo>
                    <a:pt x="29622" y="13608"/>
                  </a:lnTo>
                  <a:lnTo>
                    <a:pt x="24461" y="15932"/>
                  </a:lnTo>
                  <a:lnTo>
                    <a:pt x="19383" y="18430"/>
                  </a:lnTo>
                  <a:lnTo>
                    <a:pt x="14392" y="21098"/>
                  </a:lnTo>
                  <a:lnTo>
                    <a:pt x="9494" y="23934"/>
                  </a:lnTo>
                  <a:lnTo>
                    <a:pt x="4694" y="26934"/>
                  </a:lnTo>
                  <a:lnTo>
                    <a:pt x="0" y="30094"/>
                  </a:lnTo>
                  <a:lnTo>
                    <a:pt x="9568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5600" y="2157058"/>
              <a:ext cx="95687" cy="137072"/>
            </a:xfrm>
            <a:custGeom>
              <a:avLst/>
              <a:pathLst>
                <a:path w="95687" h="137072">
                  <a:moveTo>
                    <a:pt x="0" y="0"/>
                  </a:moveTo>
                  <a:lnTo>
                    <a:pt x="95687" y="1370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14130" y="2127777"/>
              <a:ext cx="334305" cy="333520"/>
            </a:xfrm>
            <a:custGeom>
              <a:avLst/>
              <a:pathLst>
                <a:path w="334305" h="333520">
                  <a:moveTo>
                    <a:pt x="71469" y="29281"/>
                  </a:moveTo>
                  <a:lnTo>
                    <a:pt x="67176" y="32380"/>
                  </a:lnTo>
                  <a:lnTo>
                    <a:pt x="62983" y="35614"/>
                  </a:lnTo>
                  <a:lnTo>
                    <a:pt x="58895" y="38978"/>
                  </a:lnTo>
                  <a:lnTo>
                    <a:pt x="54915" y="42471"/>
                  </a:lnTo>
                  <a:lnTo>
                    <a:pt x="51048" y="46088"/>
                  </a:lnTo>
                  <a:lnTo>
                    <a:pt x="47297" y="49826"/>
                  </a:lnTo>
                  <a:lnTo>
                    <a:pt x="43667" y="53680"/>
                  </a:lnTo>
                  <a:lnTo>
                    <a:pt x="40160" y="57648"/>
                  </a:lnTo>
                  <a:lnTo>
                    <a:pt x="36781" y="61724"/>
                  </a:lnTo>
                  <a:lnTo>
                    <a:pt x="33533" y="65906"/>
                  </a:lnTo>
                  <a:lnTo>
                    <a:pt x="30419" y="70188"/>
                  </a:lnTo>
                  <a:lnTo>
                    <a:pt x="27442" y="74567"/>
                  </a:lnTo>
                  <a:lnTo>
                    <a:pt x="24605" y="79038"/>
                  </a:lnTo>
                  <a:lnTo>
                    <a:pt x="21911" y="83597"/>
                  </a:lnTo>
                  <a:lnTo>
                    <a:pt x="19363" y="88238"/>
                  </a:lnTo>
                  <a:lnTo>
                    <a:pt x="16963" y="92958"/>
                  </a:lnTo>
                  <a:lnTo>
                    <a:pt x="14714" y="97752"/>
                  </a:lnTo>
                  <a:lnTo>
                    <a:pt x="12618" y="102615"/>
                  </a:lnTo>
                  <a:lnTo>
                    <a:pt x="10676" y="107541"/>
                  </a:lnTo>
                  <a:lnTo>
                    <a:pt x="8892" y="112526"/>
                  </a:lnTo>
                  <a:lnTo>
                    <a:pt x="7267" y="117566"/>
                  </a:lnTo>
                  <a:lnTo>
                    <a:pt x="5802" y="122654"/>
                  </a:lnTo>
                  <a:lnTo>
                    <a:pt x="4499" y="127786"/>
                  </a:lnTo>
                  <a:lnTo>
                    <a:pt x="3359" y="132957"/>
                  </a:lnTo>
                  <a:lnTo>
                    <a:pt x="2384" y="138162"/>
                  </a:lnTo>
                  <a:lnTo>
                    <a:pt x="1573" y="143394"/>
                  </a:lnTo>
                  <a:lnTo>
                    <a:pt x="929" y="148650"/>
                  </a:lnTo>
                  <a:lnTo>
                    <a:pt x="452" y="153923"/>
                  </a:lnTo>
                  <a:lnTo>
                    <a:pt x="142" y="159209"/>
                  </a:lnTo>
                  <a:lnTo>
                    <a:pt x="0" y="164503"/>
                  </a:lnTo>
                  <a:lnTo>
                    <a:pt x="25" y="169797"/>
                  </a:lnTo>
                  <a:lnTo>
                    <a:pt x="218" y="175089"/>
                  </a:lnTo>
                  <a:lnTo>
                    <a:pt x="578" y="180372"/>
                  </a:lnTo>
                  <a:lnTo>
                    <a:pt x="1106" y="185640"/>
                  </a:lnTo>
                  <a:lnTo>
                    <a:pt x="1800" y="190890"/>
                  </a:lnTo>
                  <a:lnTo>
                    <a:pt x="2660" y="196115"/>
                  </a:lnTo>
                  <a:lnTo>
                    <a:pt x="3685" y="201309"/>
                  </a:lnTo>
                  <a:lnTo>
                    <a:pt x="4874" y="206469"/>
                  </a:lnTo>
                  <a:lnTo>
                    <a:pt x="6226" y="211589"/>
                  </a:lnTo>
                  <a:lnTo>
                    <a:pt x="7739" y="216663"/>
                  </a:lnTo>
                  <a:lnTo>
                    <a:pt x="9413" y="221687"/>
                  </a:lnTo>
                  <a:lnTo>
                    <a:pt x="11244" y="226655"/>
                  </a:lnTo>
                  <a:lnTo>
                    <a:pt x="13232" y="231562"/>
                  </a:lnTo>
                  <a:lnTo>
                    <a:pt x="15375" y="236405"/>
                  </a:lnTo>
                  <a:lnTo>
                    <a:pt x="17670" y="241177"/>
                  </a:lnTo>
                  <a:lnTo>
                    <a:pt x="20114" y="245873"/>
                  </a:lnTo>
                  <a:lnTo>
                    <a:pt x="22707" y="250491"/>
                  </a:lnTo>
                  <a:lnTo>
                    <a:pt x="25444" y="255023"/>
                  </a:lnTo>
                  <a:lnTo>
                    <a:pt x="28323" y="259467"/>
                  </a:lnTo>
                  <a:lnTo>
                    <a:pt x="31342" y="263817"/>
                  </a:lnTo>
                  <a:lnTo>
                    <a:pt x="34497" y="268070"/>
                  </a:lnTo>
                  <a:lnTo>
                    <a:pt x="37785" y="272220"/>
                  </a:lnTo>
                  <a:lnTo>
                    <a:pt x="41202" y="276264"/>
                  </a:lnTo>
                  <a:lnTo>
                    <a:pt x="44747" y="280198"/>
                  </a:lnTo>
                  <a:lnTo>
                    <a:pt x="48414" y="284018"/>
                  </a:lnTo>
                  <a:lnTo>
                    <a:pt x="52200" y="287720"/>
                  </a:lnTo>
                  <a:lnTo>
                    <a:pt x="56101" y="291300"/>
                  </a:lnTo>
                  <a:lnTo>
                    <a:pt x="60114" y="294754"/>
                  </a:lnTo>
                  <a:lnTo>
                    <a:pt x="64235" y="298080"/>
                  </a:lnTo>
                  <a:lnTo>
                    <a:pt x="68458" y="301274"/>
                  </a:lnTo>
                  <a:lnTo>
                    <a:pt x="72781" y="304332"/>
                  </a:lnTo>
                  <a:lnTo>
                    <a:pt x="77198" y="307252"/>
                  </a:lnTo>
                  <a:lnTo>
                    <a:pt x="81705" y="310030"/>
                  </a:lnTo>
                  <a:lnTo>
                    <a:pt x="86299" y="312664"/>
                  </a:lnTo>
                  <a:lnTo>
                    <a:pt x="90973" y="315152"/>
                  </a:lnTo>
                  <a:lnTo>
                    <a:pt x="95724" y="317490"/>
                  </a:lnTo>
                  <a:lnTo>
                    <a:pt x="100546" y="319676"/>
                  </a:lnTo>
                  <a:lnTo>
                    <a:pt x="105436" y="321709"/>
                  </a:lnTo>
                  <a:lnTo>
                    <a:pt x="110387" y="323586"/>
                  </a:lnTo>
                  <a:lnTo>
                    <a:pt x="115395" y="325305"/>
                  </a:lnTo>
                  <a:lnTo>
                    <a:pt x="120455" y="326865"/>
                  </a:lnTo>
                  <a:lnTo>
                    <a:pt x="125562" y="328263"/>
                  </a:lnTo>
                  <a:lnTo>
                    <a:pt x="130711" y="329499"/>
                  </a:lnTo>
                  <a:lnTo>
                    <a:pt x="135896" y="330572"/>
                  </a:lnTo>
                  <a:lnTo>
                    <a:pt x="141113" y="331479"/>
                  </a:lnTo>
                  <a:lnTo>
                    <a:pt x="146356" y="332221"/>
                  </a:lnTo>
                  <a:lnTo>
                    <a:pt x="151619" y="332797"/>
                  </a:lnTo>
                  <a:lnTo>
                    <a:pt x="156899" y="333206"/>
                  </a:lnTo>
                  <a:lnTo>
                    <a:pt x="162188" y="333447"/>
                  </a:lnTo>
                  <a:lnTo>
                    <a:pt x="167483" y="333520"/>
                  </a:lnTo>
                  <a:lnTo>
                    <a:pt x="172777" y="333426"/>
                  </a:lnTo>
                  <a:lnTo>
                    <a:pt x="178066" y="333164"/>
                  </a:lnTo>
                  <a:lnTo>
                    <a:pt x="183343" y="332735"/>
                  </a:lnTo>
                  <a:lnTo>
                    <a:pt x="188605" y="332139"/>
                  </a:lnTo>
                  <a:lnTo>
                    <a:pt x="193844" y="331377"/>
                  </a:lnTo>
                  <a:lnTo>
                    <a:pt x="199057" y="330449"/>
                  </a:lnTo>
                  <a:lnTo>
                    <a:pt x="204239" y="329356"/>
                  </a:lnTo>
                  <a:lnTo>
                    <a:pt x="209382" y="328100"/>
                  </a:lnTo>
                  <a:lnTo>
                    <a:pt x="214484" y="326681"/>
                  </a:lnTo>
                  <a:lnTo>
                    <a:pt x="219538" y="325102"/>
                  </a:lnTo>
                  <a:lnTo>
                    <a:pt x="224539" y="323363"/>
                  </a:lnTo>
                  <a:lnTo>
                    <a:pt x="229483" y="321467"/>
                  </a:lnTo>
                  <a:lnTo>
                    <a:pt x="234365" y="319415"/>
                  </a:lnTo>
                  <a:lnTo>
                    <a:pt x="239179" y="317210"/>
                  </a:lnTo>
                  <a:lnTo>
                    <a:pt x="243920" y="314853"/>
                  </a:lnTo>
                  <a:lnTo>
                    <a:pt x="248585" y="312348"/>
                  </a:lnTo>
                  <a:lnTo>
                    <a:pt x="253168" y="309696"/>
                  </a:lnTo>
                  <a:lnTo>
                    <a:pt x="257665" y="306900"/>
                  </a:lnTo>
                  <a:lnTo>
                    <a:pt x="262070" y="303963"/>
                  </a:lnTo>
                  <a:lnTo>
                    <a:pt x="266381" y="300888"/>
                  </a:lnTo>
                  <a:lnTo>
                    <a:pt x="270592" y="297678"/>
                  </a:lnTo>
                  <a:lnTo>
                    <a:pt x="274699" y="294336"/>
                  </a:lnTo>
                  <a:lnTo>
                    <a:pt x="278699" y="290866"/>
                  </a:lnTo>
                  <a:lnTo>
                    <a:pt x="282586" y="287270"/>
                  </a:lnTo>
                  <a:lnTo>
                    <a:pt x="286358" y="283554"/>
                  </a:lnTo>
                  <a:lnTo>
                    <a:pt x="290010" y="279720"/>
                  </a:lnTo>
                  <a:lnTo>
                    <a:pt x="293539" y="275772"/>
                  </a:lnTo>
                  <a:lnTo>
                    <a:pt x="296941" y="271715"/>
                  </a:lnTo>
                  <a:lnTo>
                    <a:pt x="300213" y="267551"/>
                  </a:lnTo>
                  <a:lnTo>
                    <a:pt x="303351" y="263287"/>
                  </a:lnTo>
                  <a:lnTo>
                    <a:pt x="306353" y="258925"/>
                  </a:lnTo>
                  <a:lnTo>
                    <a:pt x="309215" y="254470"/>
                  </a:lnTo>
                  <a:lnTo>
                    <a:pt x="311934" y="249926"/>
                  </a:lnTo>
                  <a:lnTo>
                    <a:pt x="314508" y="245299"/>
                  </a:lnTo>
                  <a:lnTo>
                    <a:pt x="316935" y="240593"/>
                  </a:lnTo>
                  <a:lnTo>
                    <a:pt x="319211" y="235812"/>
                  </a:lnTo>
                  <a:lnTo>
                    <a:pt x="321334" y="230961"/>
                  </a:lnTo>
                  <a:lnTo>
                    <a:pt x="323303" y="226046"/>
                  </a:lnTo>
                  <a:lnTo>
                    <a:pt x="325115" y="221071"/>
                  </a:lnTo>
                  <a:lnTo>
                    <a:pt x="326769" y="216040"/>
                  </a:lnTo>
                  <a:lnTo>
                    <a:pt x="328263" y="210960"/>
                  </a:lnTo>
                  <a:lnTo>
                    <a:pt x="329595" y="205836"/>
                  </a:lnTo>
                  <a:lnTo>
                    <a:pt x="330764" y="200671"/>
                  </a:lnTo>
                  <a:lnTo>
                    <a:pt x="331768" y="195472"/>
                  </a:lnTo>
                  <a:lnTo>
                    <a:pt x="332608" y="190244"/>
                  </a:lnTo>
                  <a:lnTo>
                    <a:pt x="333282" y="184992"/>
                  </a:lnTo>
                  <a:lnTo>
                    <a:pt x="333789" y="179722"/>
                  </a:lnTo>
                  <a:lnTo>
                    <a:pt x="334129" y="174438"/>
                  </a:lnTo>
                  <a:lnTo>
                    <a:pt x="334301" y="169145"/>
                  </a:lnTo>
                  <a:lnTo>
                    <a:pt x="334305" y="163850"/>
                  </a:lnTo>
                  <a:lnTo>
                    <a:pt x="334142" y="158558"/>
                  </a:lnTo>
                  <a:lnTo>
                    <a:pt x="333812" y="153273"/>
                  </a:lnTo>
                  <a:lnTo>
                    <a:pt x="333314" y="148002"/>
                  </a:lnTo>
                  <a:lnTo>
                    <a:pt x="332649" y="142748"/>
                  </a:lnTo>
                  <a:lnTo>
                    <a:pt x="331819" y="137519"/>
                  </a:lnTo>
                  <a:lnTo>
                    <a:pt x="330823" y="132318"/>
                  </a:lnTo>
                  <a:lnTo>
                    <a:pt x="329663" y="127152"/>
                  </a:lnTo>
                  <a:lnTo>
                    <a:pt x="328340" y="122025"/>
                  </a:lnTo>
                  <a:lnTo>
                    <a:pt x="326855" y="116942"/>
                  </a:lnTo>
                  <a:lnTo>
                    <a:pt x="325210" y="111909"/>
                  </a:lnTo>
                  <a:lnTo>
                    <a:pt x="323406" y="106931"/>
                  </a:lnTo>
                  <a:lnTo>
                    <a:pt x="321446" y="102012"/>
                  </a:lnTo>
                  <a:lnTo>
                    <a:pt x="319331" y="97158"/>
                  </a:lnTo>
                  <a:lnTo>
                    <a:pt x="317063" y="92373"/>
                  </a:lnTo>
                  <a:lnTo>
                    <a:pt x="314645" y="87662"/>
                  </a:lnTo>
                  <a:lnTo>
                    <a:pt x="312079" y="83031"/>
                  </a:lnTo>
                  <a:lnTo>
                    <a:pt x="309367" y="78483"/>
                  </a:lnTo>
                  <a:lnTo>
                    <a:pt x="306513" y="74023"/>
                  </a:lnTo>
                  <a:lnTo>
                    <a:pt x="303519" y="69656"/>
                  </a:lnTo>
                  <a:lnTo>
                    <a:pt x="300388" y="65385"/>
                  </a:lnTo>
                  <a:lnTo>
                    <a:pt x="297123" y="61217"/>
                  </a:lnTo>
                  <a:lnTo>
                    <a:pt x="293728" y="57153"/>
                  </a:lnTo>
                  <a:lnTo>
                    <a:pt x="290206" y="53199"/>
                  </a:lnTo>
                  <a:lnTo>
                    <a:pt x="286561" y="49359"/>
                  </a:lnTo>
                  <a:lnTo>
                    <a:pt x="282795" y="45636"/>
                  </a:lnTo>
                  <a:lnTo>
                    <a:pt x="278914" y="42034"/>
                  </a:lnTo>
                  <a:lnTo>
                    <a:pt x="274921" y="38557"/>
                  </a:lnTo>
                  <a:lnTo>
                    <a:pt x="270819" y="35208"/>
                  </a:lnTo>
                  <a:lnTo>
                    <a:pt x="266614" y="31991"/>
                  </a:lnTo>
                  <a:lnTo>
                    <a:pt x="262308" y="28908"/>
                  </a:lnTo>
                  <a:lnTo>
                    <a:pt x="257908" y="25964"/>
                  </a:lnTo>
                  <a:lnTo>
                    <a:pt x="253416" y="23160"/>
                  </a:lnTo>
                  <a:lnTo>
                    <a:pt x="248838" y="20500"/>
                  </a:lnTo>
                  <a:lnTo>
                    <a:pt x="244177" y="17986"/>
                  </a:lnTo>
                  <a:lnTo>
                    <a:pt x="239440" y="15621"/>
                  </a:lnTo>
                  <a:lnTo>
                    <a:pt x="234630" y="13408"/>
                  </a:lnTo>
                  <a:lnTo>
                    <a:pt x="229752" y="11347"/>
                  </a:lnTo>
                  <a:lnTo>
                    <a:pt x="224811" y="9443"/>
                  </a:lnTo>
                  <a:lnTo>
                    <a:pt x="219813" y="7695"/>
                  </a:lnTo>
                  <a:lnTo>
                    <a:pt x="214761" y="6107"/>
                  </a:lnTo>
                  <a:lnTo>
                    <a:pt x="209662" y="4680"/>
                  </a:lnTo>
                  <a:lnTo>
                    <a:pt x="204521" y="3415"/>
                  </a:lnTo>
                  <a:lnTo>
                    <a:pt x="199342" y="2313"/>
                  </a:lnTo>
                  <a:lnTo>
                    <a:pt x="194130" y="1376"/>
                  </a:lnTo>
                  <a:lnTo>
                    <a:pt x="188892" y="605"/>
                  </a:lnTo>
                  <a:lnTo>
                    <a:pt x="183631" y="0"/>
                  </a:lnTo>
                  <a:lnTo>
                    <a:pt x="167157" y="166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81287" y="2126963"/>
              <a:ext cx="16474" cy="167167"/>
            </a:xfrm>
            <a:custGeom>
              <a:avLst/>
              <a:pathLst>
                <a:path w="16474" h="167167">
                  <a:moveTo>
                    <a:pt x="16474" y="813"/>
                  </a:moveTo>
                  <a:lnTo>
                    <a:pt x="8247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5" y="2103"/>
                  </a:lnTo>
                  <a:lnTo>
                    <a:pt x="135487" y="3025"/>
                  </a:lnTo>
                  <a:lnTo>
                    <a:pt x="130291" y="4114"/>
                  </a:lnTo>
                  <a:lnTo>
                    <a:pt x="125132" y="5366"/>
                  </a:lnTo>
                  <a:lnTo>
                    <a:pt x="120015" y="6782"/>
                  </a:lnTo>
                  <a:lnTo>
                    <a:pt x="114946" y="8360"/>
                  </a:lnTo>
                  <a:lnTo>
                    <a:pt x="109930" y="10097"/>
                  </a:lnTo>
                  <a:lnTo>
                    <a:pt x="104971" y="11993"/>
                  </a:lnTo>
                  <a:lnTo>
                    <a:pt x="100075" y="14046"/>
                  </a:lnTo>
                  <a:lnTo>
                    <a:pt x="95246" y="16253"/>
                  </a:lnTo>
                  <a:lnTo>
                    <a:pt x="90491" y="18612"/>
                  </a:lnTo>
                  <a:lnTo>
                    <a:pt x="85812" y="21122"/>
                  </a:lnTo>
                  <a:lnTo>
                    <a:pt x="81216" y="23778"/>
                  </a:lnTo>
                  <a:lnTo>
                    <a:pt x="76706" y="26579"/>
                  </a:lnTo>
                  <a:lnTo>
                    <a:pt x="72287" y="29522"/>
                  </a:lnTo>
                  <a:lnTo>
                    <a:pt x="67964" y="32604"/>
                  </a:lnTo>
                  <a:lnTo>
                    <a:pt x="63741" y="35821"/>
                  </a:lnTo>
                  <a:lnTo>
                    <a:pt x="59623" y="39171"/>
                  </a:lnTo>
                  <a:lnTo>
                    <a:pt x="55613" y="42650"/>
                  </a:lnTo>
                  <a:lnTo>
                    <a:pt x="51715" y="46254"/>
                  </a:lnTo>
                  <a:lnTo>
                    <a:pt x="47934" y="49981"/>
                  </a:lnTo>
                  <a:lnTo>
                    <a:pt x="44273" y="53825"/>
                  </a:lnTo>
                  <a:lnTo>
                    <a:pt x="40736" y="57784"/>
                  </a:lnTo>
                  <a:lnTo>
                    <a:pt x="37326" y="61854"/>
                  </a:lnTo>
                  <a:lnTo>
                    <a:pt x="34047" y="66029"/>
                  </a:lnTo>
                  <a:lnTo>
                    <a:pt x="30903" y="70307"/>
                  </a:lnTo>
                  <a:lnTo>
                    <a:pt x="27896" y="74682"/>
                  </a:lnTo>
                  <a:lnTo>
                    <a:pt x="25029" y="79150"/>
                  </a:lnTo>
                  <a:lnTo>
                    <a:pt x="22306" y="83708"/>
                  </a:lnTo>
                  <a:lnTo>
                    <a:pt x="19729" y="88349"/>
                  </a:lnTo>
                  <a:lnTo>
                    <a:pt x="17301" y="93070"/>
                  </a:lnTo>
                  <a:lnTo>
                    <a:pt x="15023" y="97865"/>
                  </a:lnTo>
                  <a:lnTo>
                    <a:pt x="12899" y="102731"/>
                  </a:lnTo>
                  <a:lnTo>
                    <a:pt x="10931" y="107662"/>
                  </a:lnTo>
                  <a:lnTo>
                    <a:pt x="9120" y="112652"/>
                  </a:lnTo>
                  <a:lnTo>
                    <a:pt x="7469" y="117698"/>
                  </a:lnTo>
                  <a:lnTo>
                    <a:pt x="5979" y="122793"/>
                  </a:lnTo>
                  <a:lnTo>
                    <a:pt x="4651" y="127933"/>
                  </a:lnTo>
                  <a:lnTo>
                    <a:pt x="3487" y="133113"/>
                  </a:lnTo>
                  <a:lnTo>
                    <a:pt x="2488" y="138327"/>
                  </a:lnTo>
                  <a:lnTo>
                    <a:pt x="1655" y="143570"/>
                  </a:lnTo>
                  <a:lnTo>
                    <a:pt x="990" y="148837"/>
                  </a:lnTo>
                  <a:lnTo>
                    <a:pt x="491" y="154123"/>
                  </a:lnTo>
                  <a:lnTo>
                    <a:pt x="161" y="159421"/>
                  </a:lnTo>
                  <a:lnTo>
                    <a:pt x="0" y="164728"/>
                  </a:lnTo>
                  <a:lnTo>
                    <a:pt x="6" y="170037"/>
                  </a:lnTo>
                  <a:lnTo>
                    <a:pt x="182" y="175343"/>
                  </a:lnTo>
                  <a:lnTo>
                    <a:pt x="526" y="180640"/>
                  </a:lnTo>
                  <a:lnTo>
                    <a:pt x="1037" y="185924"/>
                  </a:lnTo>
                  <a:lnTo>
                    <a:pt x="1717" y="191190"/>
                  </a:lnTo>
                  <a:lnTo>
                    <a:pt x="2563" y="196431"/>
                  </a:lnTo>
                  <a:lnTo>
                    <a:pt x="3575" y="201642"/>
                  </a:lnTo>
                  <a:lnTo>
                    <a:pt x="4753" y="206819"/>
                  </a:lnTo>
                  <a:lnTo>
                    <a:pt x="6094" y="211956"/>
                  </a:lnTo>
                  <a:lnTo>
                    <a:pt x="7597" y="217047"/>
                  </a:lnTo>
                  <a:lnTo>
                    <a:pt x="9261" y="222089"/>
                  </a:lnTo>
                  <a:lnTo>
                    <a:pt x="11085" y="227074"/>
                  </a:lnTo>
                  <a:lnTo>
                    <a:pt x="13066" y="232000"/>
                  </a:lnTo>
                  <a:lnTo>
                    <a:pt x="15202" y="236860"/>
                  </a:lnTo>
                  <a:lnTo>
                    <a:pt x="17492" y="241650"/>
                  </a:lnTo>
                  <a:lnTo>
                    <a:pt x="19933" y="246364"/>
                  </a:lnTo>
                  <a:lnTo>
                    <a:pt x="22522" y="250999"/>
                  </a:lnTo>
                  <a:lnTo>
                    <a:pt x="25257" y="255549"/>
                  </a:lnTo>
                  <a:lnTo>
                    <a:pt x="28135" y="260010"/>
                  </a:lnTo>
                  <a:lnTo>
                    <a:pt x="31153" y="264378"/>
                  </a:lnTo>
                  <a:lnTo>
                    <a:pt x="34308" y="268647"/>
                  </a:lnTo>
                  <a:lnTo>
                    <a:pt x="37598" y="272814"/>
                  </a:lnTo>
                  <a:lnTo>
                    <a:pt x="41018" y="276875"/>
                  </a:lnTo>
                  <a:lnTo>
                    <a:pt x="44565" y="280825"/>
                  </a:lnTo>
                  <a:lnTo>
                    <a:pt x="48236" y="284660"/>
                  </a:lnTo>
                  <a:lnTo>
                    <a:pt x="52027" y="288377"/>
                  </a:lnTo>
                  <a:lnTo>
                    <a:pt x="55934" y="291971"/>
                  </a:lnTo>
                  <a:lnTo>
                    <a:pt x="59953" y="295440"/>
                  </a:lnTo>
                  <a:lnTo>
                    <a:pt x="64080" y="298779"/>
                  </a:lnTo>
                  <a:lnTo>
                    <a:pt x="68311" y="301985"/>
                  </a:lnTo>
                  <a:lnTo>
                    <a:pt x="72642" y="305056"/>
                  </a:lnTo>
                  <a:lnTo>
                    <a:pt x="77068" y="307987"/>
                  </a:lnTo>
                  <a:lnTo>
                    <a:pt x="81585" y="310777"/>
                  </a:lnTo>
                  <a:lnTo>
                    <a:pt x="86188" y="313421"/>
                  </a:lnTo>
                  <a:lnTo>
                    <a:pt x="90873" y="315918"/>
                  </a:lnTo>
                  <a:lnTo>
                    <a:pt x="95635" y="318265"/>
                  </a:lnTo>
                  <a:lnTo>
                    <a:pt x="100469" y="320460"/>
                  </a:lnTo>
                  <a:lnTo>
                    <a:pt x="105371" y="322500"/>
                  </a:lnTo>
                  <a:lnTo>
                    <a:pt x="110334" y="324383"/>
                  </a:lnTo>
                  <a:lnTo>
                    <a:pt x="115355" y="326108"/>
                  </a:lnTo>
                  <a:lnTo>
                    <a:pt x="120428" y="327673"/>
                  </a:lnTo>
                  <a:lnTo>
                    <a:pt x="125548" y="329075"/>
                  </a:lnTo>
                  <a:lnTo>
                    <a:pt x="130711" y="330315"/>
                  </a:lnTo>
                  <a:lnTo>
                    <a:pt x="135910" y="331389"/>
                  </a:lnTo>
                  <a:lnTo>
                    <a:pt x="141140" y="332299"/>
                  </a:lnTo>
                  <a:lnTo>
                    <a:pt x="146397" y="333041"/>
                  </a:lnTo>
                  <a:lnTo>
                    <a:pt x="151674" y="333617"/>
                  </a:lnTo>
                  <a:lnTo>
                    <a:pt x="156968" y="334024"/>
                  </a:lnTo>
                  <a:lnTo>
                    <a:pt x="162271" y="334263"/>
                  </a:lnTo>
                  <a:lnTo>
                    <a:pt x="167580" y="334334"/>
                  </a:lnTo>
                  <a:lnTo>
                    <a:pt x="172888" y="334236"/>
                  </a:lnTo>
                  <a:lnTo>
                    <a:pt x="178190" y="333969"/>
                  </a:lnTo>
                  <a:lnTo>
                    <a:pt x="183481" y="333535"/>
                  </a:lnTo>
                  <a:lnTo>
                    <a:pt x="188755" y="332932"/>
                  </a:lnTo>
                  <a:lnTo>
                    <a:pt x="194008" y="332163"/>
                  </a:lnTo>
                  <a:lnTo>
                    <a:pt x="199234" y="331226"/>
                  </a:lnTo>
                  <a:lnTo>
                    <a:pt x="204427" y="330125"/>
                  </a:lnTo>
                  <a:lnTo>
                    <a:pt x="209583" y="328859"/>
                  </a:lnTo>
                  <a:lnTo>
                    <a:pt x="214696" y="327430"/>
                  </a:lnTo>
                  <a:lnTo>
                    <a:pt x="219761" y="325839"/>
                  </a:lnTo>
                  <a:lnTo>
                    <a:pt x="224773" y="324089"/>
                  </a:lnTo>
                  <a:lnTo>
                    <a:pt x="229727" y="322180"/>
                  </a:lnTo>
                  <a:lnTo>
                    <a:pt x="234618" y="320115"/>
                  </a:lnTo>
                  <a:lnTo>
                    <a:pt x="239440" y="317895"/>
                  </a:lnTo>
                  <a:lnTo>
                    <a:pt x="244190" y="315523"/>
                  </a:lnTo>
                  <a:lnTo>
                    <a:pt x="248862" y="313002"/>
                  </a:lnTo>
                  <a:lnTo>
                    <a:pt x="253452" y="310334"/>
                  </a:lnTo>
                  <a:lnTo>
                    <a:pt x="257954" y="307521"/>
                  </a:lnTo>
                  <a:lnTo>
                    <a:pt x="262365" y="304567"/>
                  </a:lnTo>
                  <a:lnTo>
                    <a:pt x="266680" y="301474"/>
                  </a:lnTo>
                  <a:lnTo>
                    <a:pt x="270895" y="298246"/>
                  </a:lnTo>
                  <a:lnTo>
                    <a:pt x="275005" y="294886"/>
                  </a:lnTo>
                  <a:lnTo>
                    <a:pt x="279006" y="291397"/>
                  </a:lnTo>
                  <a:lnTo>
                    <a:pt x="282894" y="287782"/>
                  </a:lnTo>
                  <a:lnTo>
                    <a:pt x="286666" y="284046"/>
                  </a:lnTo>
                  <a:lnTo>
                    <a:pt x="290317" y="280192"/>
                  </a:lnTo>
                  <a:lnTo>
                    <a:pt x="293844" y="276224"/>
                  </a:lnTo>
                  <a:lnTo>
                    <a:pt x="297243" y="272146"/>
                  </a:lnTo>
                  <a:lnTo>
                    <a:pt x="300511" y="267962"/>
                  </a:lnTo>
                  <a:lnTo>
                    <a:pt x="303644" y="263676"/>
                  </a:lnTo>
                  <a:lnTo>
                    <a:pt x="306640" y="259293"/>
                  </a:lnTo>
                  <a:lnTo>
                    <a:pt x="309495" y="254817"/>
                  </a:lnTo>
                  <a:lnTo>
                    <a:pt x="312207" y="250253"/>
                  </a:lnTo>
                  <a:lnTo>
                    <a:pt x="314772" y="245605"/>
                  </a:lnTo>
                  <a:lnTo>
                    <a:pt x="317188" y="240878"/>
                  </a:lnTo>
                  <a:lnTo>
                    <a:pt x="319453" y="236076"/>
                  </a:lnTo>
                  <a:lnTo>
                    <a:pt x="321564" y="231205"/>
                  </a:lnTo>
                  <a:lnTo>
                    <a:pt x="323520" y="226270"/>
                  </a:lnTo>
                  <a:lnTo>
                    <a:pt x="325318" y="221275"/>
                  </a:lnTo>
                  <a:lnTo>
                    <a:pt x="326956" y="216225"/>
                  </a:lnTo>
                  <a:lnTo>
                    <a:pt x="328433" y="211126"/>
                  </a:lnTo>
                  <a:lnTo>
                    <a:pt x="329748" y="205982"/>
                  </a:lnTo>
                  <a:lnTo>
                    <a:pt x="330898" y="200799"/>
                  </a:lnTo>
                  <a:lnTo>
                    <a:pt x="331884" y="195583"/>
                  </a:lnTo>
                  <a:lnTo>
                    <a:pt x="332703" y="190337"/>
                  </a:lnTo>
                  <a:lnTo>
                    <a:pt x="333355" y="185069"/>
                  </a:lnTo>
                  <a:lnTo>
                    <a:pt x="333840" y="179782"/>
                  </a:lnTo>
                  <a:lnTo>
                    <a:pt x="334156" y="174483"/>
                  </a:lnTo>
                  <a:lnTo>
                    <a:pt x="334305" y="169176"/>
                  </a:lnTo>
                  <a:lnTo>
                    <a:pt x="334284" y="163867"/>
                  </a:lnTo>
                  <a:lnTo>
                    <a:pt x="334095" y="158561"/>
                  </a:lnTo>
                  <a:lnTo>
                    <a:pt x="333737" y="153265"/>
                  </a:lnTo>
                  <a:lnTo>
                    <a:pt x="333212" y="147982"/>
                  </a:lnTo>
                  <a:lnTo>
                    <a:pt x="332519" y="142718"/>
                  </a:lnTo>
                  <a:lnTo>
                    <a:pt x="331659" y="137479"/>
                  </a:lnTo>
                  <a:lnTo>
                    <a:pt x="330634" y="13227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65335"/>
              <a:ext cx="163484" cy="34896"/>
            </a:xfrm>
            <a:custGeom>
              <a:avLst/>
              <a:pathLst>
                <a:path w="163484" h="34896">
                  <a:moveTo>
                    <a:pt x="163484" y="0"/>
                  </a:moveTo>
                  <a:lnTo>
                    <a:pt x="0" y="348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41424"/>
              <a:ext cx="163484" cy="158807"/>
            </a:xfrm>
            <a:custGeom>
              <a:avLst/>
              <a:pathLst>
                <a:path w="163484" h="158807">
                  <a:moveTo>
                    <a:pt x="163484" y="123910"/>
                  </a:moveTo>
                  <a:lnTo>
                    <a:pt x="162260" y="118602"/>
                  </a:lnTo>
                  <a:lnTo>
                    <a:pt x="160864" y="113336"/>
                  </a:lnTo>
                  <a:lnTo>
                    <a:pt x="159297" y="108118"/>
                  </a:lnTo>
                  <a:lnTo>
                    <a:pt x="157560" y="102955"/>
                  </a:lnTo>
                  <a:lnTo>
                    <a:pt x="155657" y="97850"/>
                  </a:lnTo>
                  <a:lnTo>
                    <a:pt x="153588" y="92810"/>
                  </a:lnTo>
                  <a:lnTo>
                    <a:pt x="151356" y="87841"/>
                  </a:lnTo>
                  <a:lnTo>
                    <a:pt x="148963" y="82946"/>
                  </a:lnTo>
                  <a:lnTo>
                    <a:pt x="146412" y="78133"/>
                  </a:lnTo>
                  <a:lnTo>
                    <a:pt x="143706" y="73405"/>
                  </a:lnTo>
                  <a:lnTo>
                    <a:pt x="140846" y="68767"/>
                  </a:lnTo>
                  <a:lnTo>
                    <a:pt x="137838" y="64226"/>
                  </a:lnTo>
                  <a:lnTo>
                    <a:pt x="134683" y="59784"/>
                  </a:lnTo>
                  <a:lnTo>
                    <a:pt x="131384" y="55448"/>
                  </a:lnTo>
                  <a:lnTo>
                    <a:pt x="127947" y="51222"/>
                  </a:lnTo>
                  <a:lnTo>
                    <a:pt x="124373" y="47110"/>
                  </a:lnTo>
                  <a:lnTo>
                    <a:pt x="120667" y="43117"/>
                  </a:lnTo>
                  <a:lnTo>
                    <a:pt x="116833" y="39246"/>
                  </a:lnTo>
                  <a:lnTo>
                    <a:pt x="112876" y="35503"/>
                  </a:lnTo>
                  <a:lnTo>
                    <a:pt x="108798" y="31890"/>
                  </a:lnTo>
                  <a:lnTo>
                    <a:pt x="104604" y="28412"/>
                  </a:lnTo>
                  <a:lnTo>
                    <a:pt x="100300" y="25073"/>
                  </a:lnTo>
                  <a:lnTo>
                    <a:pt x="95889" y="21876"/>
                  </a:lnTo>
                  <a:lnTo>
                    <a:pt x="91376" y="18824"/>
                  </a:lnTo>
                  <a:lnTo>
                    <a:pt x="86766" y="15921"/>
                  </a:lnTo>
                  <a:lnTo>
                    <a:pt x="82064" y="13169"/>
                  </a:lnTo>
                  <a:lnTo>
                    <a:pt x="77275" y="10572"/>
                  </a:lnTo>
                  <a:lnTo>
                    <a:pt x="72404" y="8133"/>
                  </a:lnTo>
                  <a:lnTo>
                    <a:pt x="67456" y="5854"/>
                  </a:lnTo>
                  <a:lnTo>
                    <a:pt x="62436" y="3737"/>
                  </a:lnTo>
                  <a:lnTo>
                    <a:pt x="57350" y="1785"/>
                  </a:lnTo>
                  <a:lnTo>
                    <a:pt x="52203" y="0"/>
                  </a:lnTo>
                  <a:lnTo>
                    <a:pt x="0" y="158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33064"/>
              <a:ext cx="52203" cy="167167"/>
            </a:xfrm>
            <a:custGeom>
              <a:avLst/>
              <a:pathLst>
                <a:path w="52203" h="167167">
                  <a:moveTo>
                    <a:pt x="52203" y="8360"/>
                  </a:moveTo>
                  <a:lnTo>
                    <a:pt x="46567" y="6617"/>
                  </a:lnTo>
                  <a:lnTo>
                    <a:pt x="40874" y="5074"/>
                  </a:lnTo>
                  <a:lnTo>
                    <a:pt x="35130" y="3732"/>
                  </a:lnTo>
                  <a:lnTo>
                    <a:pt x="29342" y="2595"/>
                  </a:lnTo>
                  <a:lnTo>
                    <a:pt x="23517" y="1662"/>
                  </a:lnTo>
                  <a:lnTo>
                    <a:pt x="17664" y="935"/>
                  </a:lnTo>
                  <a:lnTo>
                    <a:pt x="11788" y="416"/>
                  </a:lnTo>
                  <a:lnTo>
                    <a:pt x="589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21" y="3170392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29" y="751"/>
                  </a:lnTo>
                  <a:lnTo>
                    <a:pt x="146078" y="1334"/>
                  </a:lnTo>
                  <a:lnTo>
                    <a:pt x="140847" y="2083"/>
                  </a:lnTo>
                  <a:lnTo>
                    <a:pt x="135642" y="2997"/>
                  </a:lnTo>
                  <a:lnTo>
                    <a:pt x="130469" y="4076"/>
                  </a:lnTo>
                  <a:lnTo>
                    <a:pt x="125333" y="5317"/>
                  </a:lnTo>
                  <a:lnTo>
                    <a:pt x="120238" y="6719"/>
                  </a:lnTo>
                  <a:lnTo>
                    <a:pt x="115190" y="8283"/>
                  </a:lnTo>
                  <a:lnTo>
                    <a:pt x="110195" y="10005"/>
                  </a:lnTo>
                  <a:lnTo>
                    <a:pt x="105256" y="11884"/>
                  </a:lnTo>
                  <a:lnTo>
                    <a:pt x="100379" y="13918"/>
                  </a:lnTo>
                  <a:lnTo>
                    <a:pt x="95568" y="16105"/>
                  </a:lnTo>
                  <a:lnTo>
                    <a:pt x="90830" y="18443"/>
                  </a:lnTo>
                  <a:lnTo>
                    <a:pt x="86167" y="20930"/>
                  </a:lnTo>
                  <a:lnTo>
                    <a:pt x="81586" y="23563"/>
                  </a:lnTo>
                  <a:lnTo>
                    <a:pt x="77090" y="26339"/>
                  </a:lnTo>
                  <a:lnTo>
                    <a:pt x="72684" y="29256"/>
                  </a:lnTo>
                  <a:lnTo>
                    <a:pt x="68372" y="32311"/>
                  </a:lnTo>
                  <a:lnTo>
                    <a:pt x="64159" y="35501"/>
                  </a:lnTo>
                  <a:lnTo>
                    <a:pt x="60049" y="38822"/>
                  </a:lnTo>
                  <a:lnTo>
                    <a:pt x="56046" y="42272"/>
                  </a:lnTo>
                  <a:lnTo>
                    <a:pt x="52154" y="45846"/>
                  </a:lnTo>
                  <a:lnTo>
                    <a:pt x="48377" y="49541"/>
                  </a:lnTo>
                  <a:lnTo>
                    <a:pt x="44719" y="53354"/>
                  </a:lnTo>
                  <a:lnTo>
                    <a:pt x="41183" y="57281"/>
                  </a:lnTo>
                  <a:lnTo>
                    <a:pt x="37772" y="61318"/>
                  </a:lnTo>
                  <a:lnTo>
                    <a:pt x="34491" y="65460"/>
                  </a:lnTo>
                  <a:lnTo>
                    <a:pt x="31343" y="69704"/>
                  </a:lnTo>
                  <a:lnTo>
                    <a:pt x="28331" y="74045"/>
                  </a:lnTo>
                  <a:lnTo>
                    <a:pt x="25457" y="78480"/>
                  </a:lnTo>
                  <a:lnTo>
                    <a:pt x="22724" y="83003"/>
                  </a:lnTo>
                  <a:lnTo>
                    <a:pt x="20136" y="87610"/>
                  </a:lnTo>
                  <a:lnTo>
                    <a:pt x="17695" y="92296"/>
                  </a:lnTo>
                  <a:lnTo>
                    <a:pt x="15404" y="97058"/>
                  </a:lnTo>
                  <a:lnTo>
                    <a:pt x="13264" y="101889"/>
                  </a:lnTo>
                  <a:lnTo>
                    <a:pt x="11277" y="106786"/>
                  </a:lnTo>
                  <a:lnTo>
                    <a:pt x="9447" y="111743"/>
                  </a:lnTo>
                  <a:lnTo>
                    <a:pt x="7774" y="116755"/>
                  </a:lnTo>
                  <a:lnTo>
                    <a:pt x="6260" y="121818"/>
                  </a:lnTo>
                  <a:lnTo>
                    <a:pt x="4907" y="126926"/>
                  </a:lnTo>
                  <a:lnTo>
                    <a:pt x="3716" y="132074"/>
                  </a:lnTo>
                  <a:lnTo>
                    <a:pt x="2689" y="137258"/>
                  </a:lnTo>
                  <a:lnTo>
                    <a:pt x="1826" y="142471"/>
                  </a:lnTo>
                  <a:lnTo>
                    <a:pt x="1128" y="147709"/>
                  </a:lnTo>
                  <a:lnTo>
                    <a:pt x="596" y="152966"/>
                  </a:lnTo>
                  <a:lnTo>
                    <a:pt x="230" y="158238"/>
                  </a:lnTo>
                  <a:lnTo>
                    <a:pt x="31" y="163518"/>
                  </a:lnTo>
                  <a:lnTo>
                    <a:pt x="0" y="168802"/>
                  </a:lnTo>
                  <a:lnTo>
                    <a:pt x="135" y="174085"/>
                  </a:lnTo>
                  <a:lnTo>
                    <a:pt x="437" y="179360"/>
                  </a:lnTo>
                  <a:lnTo>
                    <a:pt x="905" y="184624"/>
                  </a:lnTo>
                  <a:lnTo>
                    <a:pt x="1540" y="189870"/>
                  </a:lnTo>
                  <a:lnTo>
                    <a:pt x="2341" y="195093"/>
                  </a:lnTo>
                  <a:lnTo>
                    <a:pt x="3306" y="200288"/>
                  </a:lnTo>
                  <a:lnTo>
                    <a:pt x="4434" y="205451"/>
                  </a:lnTo>
                  <a:lnTo>
                    <a:pt x="5726" y="210575"/>
                  </a:lnTo>
                  <a:lnTo>
                    <a:pt x="7178" y="215655"/>
                  </a:lnTo>
                  <a:lnTo>
                    <a:pt x="8791" y="220687"/>
                  </a:lnTo>
                  <a:lnTo>
                    <a:pt x="10561" y="225666"/>
                  </a:lnTo>
                  <a:lnTo>
                    <a:pt x="12489" y="230586"/>
                  </a:lnTo>
                  <a:lnTo>
                    <a:pt x="14570" y="235443"/>
                  </a:lnTo>
                  <a:lnTo>
                    <a:pt x="16804" y="240232"/>
                  </a:lnTo>
                  <a:lnTo>
                    <a:pt x="19189" y="244948"/>
                  </a:lnTo>
                  <a:lnTo>
                    <a:pt x="21721" y="249585"/>
                  </a:lnTo>
                  <a:lnTo>
                    <a:pt x="24399" y="254141"/>
                  </a:lnTo>
                  <a:lnTo>
                    <a:pt x="27219" y="258610"/>
                  </a:lnTo>
                  <a:lnTo>
                    <a:pt x="30179" y="262987"/>
                  </a:lnTo>
                  <a:lnTo>
                    <a:pt x="33276" y="267269"/>
                  </a:lnTo>
                  <a:lnTo>
                    <a:pt x="36507" y="271450"/>
                  </a:lnTo>
                  <a:lnTo>
                    <a:pt x="39868" y="275527"/>
                  </a:lnTo>
                  <a:lnTo>
                    <a:pt x="43357" y="279497"/>
                  </a:lnTo>
                  <a:lnTo>
                    <a:pt x="46969" y="283353"/>
                  </a:lnTo>
                  <a:lnTo>
                    <a:pt x="50701" y="287094"/>
                  </a:lnTo>
                  <a:lnTo>
                    <a:pt x="54550" y="290715"/>
                  </a:lnTo>
                  <a:lnTo>
                    <a:pt x="58511" y="294212"/>
                  </a:lnTo>
                  <a:lnTo>
                    <a:pt x="62581" y="297583"/>
                  </a:lnTo>
                  <a:lnTo>
                    <a:pt x="66755" y="300823"/>
                  </a:lnTo>
                  <a:lnTo>
                    <a:pt x="71029" y="303930"/>
                  </a:lnTo>
                  <a:lnTo>
                    <a:pt x="75400" y="306900"/>
                  </a:lnTo>
                  <a:lnTo>
                    <a:pt x="79862" y="309730"/>
                  </a:lnTo>
                  <a:lnTo>
                    <a:pt x="84412" y="312418"/>
                  </a:lnTo>
                  <a:lnTo>
                    <a:pt x="89044" y="314961"/>
                  </a:lnTo>
                  <a:lnTo>
                    <a:pt x="93754" y="317356"/>
                  </a:lnTo>
                  <a:lnTo>
                    <a:pt x="98538" y="319601"/>
                  </a:lnTo>
                  <a:lnTo>
                    <a:pt x="103390" y="321694"/>
                  </a:lnTo>
                  <a:lnTo>
                    <a:pt x="108306" y="323632"/>
                  </a:lnTo>
                  <a:lnTo>
                    <a:pt x="113280" y="325414"/>
                  </a:lnTo>
                  <a:lnTo>
                    <a:pt x="118309" y="327038"/>
                  </a:lnTo>
                  <a:lnTo>
                    <a:pt x="123386" y="328502"/>
                  </a:lnTo>
                  <a:lnTo>
                    <a:pt x="128507" y="329805"/>
                  </a:lnTo>
                  <a:lnTo>
                    <a:pt x="133667" y="330945"/>
                  </a:lnTo>
                  <a:lnTo>
                    <a:pt x="138860" y="331922"/>
                  </a:lnTo>
                  <a:lnTo>
                    <a:pt x="144082" y="332734"/>
                  </a:lnTo>
                  <a:lnTo>
                    <a:pt x="149326" y="333380"/>
                  </a:lnTo>
                  <a:lnTo>
                    <a:pt x="154588" y="333861"/>
                  </a:lnTo>
                  <a:lnTo>
                    <a:pt x="159863" y="334175"/>
                  </a:lnTo>
                  <a:lnTo>
                    <a:pt x="165146" y="334322"/>
                  </a:lnTo>
                  <a:lnTo>
                    <a:pt x="170430" y="334302"/>
                  </a:lnTo>
                  <a:lnTo>
                    <a:pt x="175711" y="334116"/>
                  </a:lnTo>
                  <a:lnTo>
                    <a:pt x="180983" y="333762"/>
                  </a:lnTo>
                  <a:lnTo>
                    <a:pt x="186241" y="333242"/>
                  </a:lnTo>
                  <a:lnTo>
                    <a:pt x="191481" y="332556"/>
                  </a:lnTo>
                  <a:lnTo>
                    <a:pt x="196696" y="331704"/>
                  </a:lnTo>
                  <a:lnTo>
                    <a:pt x="201882" y="330688"/>
                  </a:lnTo>
                  <a:lnTo>
                    <a:pt x="207033" y="329509"/>
                  </a:lnTo>
                  <a:lnTo>
                    <a:pt x="212144" y="328168"/>
                  </a:lnTo>
                  <a:lnTo>
                    <a:pt x="217210" y="326666"/>
                  </a:lnTo>
                  <a:lnTo>
                    <a:pt x="222226" y="325004"/>
                  </a:lnTo>
                  <a:lnTo>
                    <a:pt x="227187" y="323185"/>
                  </a:lnTo>
                  <a:lnTo>
                    <a:pt x="232089" y="321209"/>
                  </a:lnTo>
                  <a:lnTo>
                    <a:pt x="236925" y="319080"/>
                  </a:lnTo>
                  <a:lnTo>
                    <a:pt x="241691" y="316799"/>
                  </a:lnTo>
                  <a:lnTo>
                    <a:pt x="246383" y="314369"/>
                  </a:lnTo>
                  <a:lnTo>
                    <a:pt x="250996" y="311791"/>
                  </a:lnTo>
                  <a:lnTo>
                    <a:pt x="255526" y="309069"/>
                  </a:lnTo>
                  <a:lnTo>
                    <a:pt x="259966" y="306206"/>
                  </a:lnTo>
                  <a:lnTo>
                    <a:pt x="264315" y="303203"/>
                  </a:lnTo>
                  <a:lnTo>
                    <a:pt x="268566" y="300064"/>
                  </a:lnTo>
                  <a:lnTo>
                    <a:pt x="272715" y="296793"/>
                  </a:lnTo>
                  <a:lnTo>
                    <a:pt x="276760" y="293392"/>
                  </a:lnTo>
                  <a:lnTo>
                    <a:pt x="280694" y="289864"/>
                  </a:lnTo>
                  <a:lnTo>
                    <a:pt x="284516" y="286215"/>
                  </a:lnTo>
                  <a:lnTo>
                    <a:pt x="288220" y="282446"/>
                  </a:lnTo>
                  <a:lnTo>
                    <a:pt x="291803" y="278562"/>
                  </a:lnTo>
                  <a:lnTo>
                    <a:pt x="295261" y="274567"/>
                  </a:lnTo>
                  <a:lnTo>
                    <a:pt x="298592" y="270464"/>
                  </a:lnTo>
                  <a:lnTo>
                    <a:pt x="301791" y="266259"/>
                  </a:lnTo>
                  <a:lnTo>
                    <a:pt x="304856" y="261954"/>
                  </a:lnTo>
                  <a:lnTo>
                    <a:pt x="307783" y="257555"/>
                  </a:lnTo>
                  <a:lnTo>
                    <a:pt x="310569" y="253065"/>
                  </a:lnTo>
                  <a:lnTo>
                    <a:pt x="313213" y="248489"/>
                  </a:lnTo>
                  <a:lnTo>
                    <a:pt x="315710" y="243832"/>
                  </a:lnTo>
                  <a:lnTo>
                    <a:pt x="318059" y="239099"/>
                  </a:lnTo>
                  <a:lnTo>
                    <a:pt x="320257" y="234294"/>
                  </a:lnTo>
                  <a:lnTo>
                    <a:pt x="322302" y="229421"/>
                  </a:lnTo>
                  <a:lnTo>
                    <a:pt x="324192" y="224487"/>
                  </a:lnTo>
                  <a:lnTo>
                    <a:pt x="325925" y="219495"/>
                  </a:lnTo>
                  <a:lnTo>
                    <a:pt x="327500" y="214450"/>
                  </a:lnTo>
                  <a:lnTo>
                    <a:pt x="328914" y="209359"/>
                  </a:lnTo>
                  <a:lnTo>
                    <a:pt x="330167" y="204226"/>
                  </a:lnTo>
                  <a:lnTo>
                    <a:pt x="331257" y="199055"/>
                  </a:lnTo>
                  <a:lnTo>
                    <a:pt x="332183" y="193852"/>
                  </a:lnTo>
                  <a:lnTo>
                    <a:pt x="332944" y="188623"/>
                  </a:lnTo>
                  <a:lnTo>
                    <a:pt x="333539" y="183373"/>
                  </a:lnTo>
                  <a:lnTo>
                    <a:pt x="333968" y="178106"/>
                  </a:lnTo>
                  <a:lnTo>
                    <a:pt x="334230" y="172828"/>
                  </a:lnTo>
                  <a:lnTo>
                    <a:pt x="334326" y="167545"/>
                  </a:lnTo>
                  <a:lnTo>
                    <a:pt x="334254" y="162261"/>
                  </a:lnTo>
                  <a:lnTo>
                    <a:pt x="334016" y="156982"/>
                  </a:lnTo>
                  <a:lnTo>
                    <a:pt x="333611" y="151714"/>
                  </a:lnTo>
                  <a:lnTo>
                    <a:pt x="333039" y="146461"/>
                  </a:lnTo>
                  <a:lnTo>
                    <a:pt x="332302" y="141228"/>
                  </a:lnTo>
                  <a:lnTo>
                    <a:pt x="331399" y="136021"/>
                  </a:lnTo>
                  <a:lnTo>
                    <a:pt x="330333" y="130846"/>
                  </a:lnTo>
                  <a:lnTo>
                    <a:pt x="329103" y="125707"/>
                  </a:lnTo>
                  <a:lnTo>
                    <a:pt x="327712" y="120609"/>
                  </a:lnTo>
                  <a:lnTo>
                    <a:pt x="326160" y="115558"/>
                  </a:lnTo>
                  <a:lnTo>
                    <a:pt x="324450" y="110558"/>
                  </a:lnTo>
                  <a:lnTo>
                    <a:pt x="322582" y="105615"/>
                  </a:lnTo>
                  <a:lnTo>
                    <a:pt x="320559" y="100733"/>
                  </a:lnTo>
                  <a:lnTo>
                    <a:pt x="318383" y="95918"/>
                  </a:lnTo>
                  <a:lnTo>
                    <a:pt x="316055" y="91174"/>
                  </a:lnTo>
                  <a:lnTo>
                    <a:pt x="313579" y="86506"/>
                  </a:lnTo>
                  <a:lnTo>
                    <a:pt x="310956" y="81919"/>
                  </a:lnTo>
                  <a:lnTo>
                    <a:pt x="308190" y="77416"/>
                  </a:lnTo>
                  <a:lnTo>
                    <a:pt x="305283" y="73004"/>
                  </a:lnTo>
                  <a:lnTo>
                    <a:pt x="302238" y="68685"/>
                  </a:lnTo>
                  <a:lnTo>
                    <a:pt x="299058" y="64465"/>
                  </a:lnTo>
                  <a:lnTo>
                    <a:pt x="295746" y="60347"/>
                  </a:lnTo>
                  <a:lnTo>
                    <a:pt x="292305" y="56337"/>
                  </a:lnTo>
                  <a:lnTo>
                    <a:pt x="288740" y="52437"/>
                  </a:lnTo>
                  <a:lnTo>
                    <a:pt x="285053" y="48651"/>
                  </a:lnTo>
                  <a:lnTo>
                    <a:pt x="281248" y="44984"/>
                  </a:lnTo>
                  <a:lnTo>
                    <a:pt x="277329" y="41439"/>
                  </a:lnTo>
                  <a:lnTo>
                    <a:pt x="273301" y="38020"/>
                  </a:lnTo>
                  <a:lnTo>
                    <a:pt x="269166" y="34730"/>
                  </a:lnTo>
                  <a:lnTo>
                    <a:pt x="264929" y="31572"/>
                  </a:lnTo>
                  <a:lnTo>
                    <a:pt x="260594" y="28550"/>
                  </a:lnTo>
                  <a:lnTo>
                    <a:pt x="256166" y="25666"/>
                  </a:lnTo>
                  <a:lnTo>
                    <a:pt x="251650" y="22923"/>
                  </a:lnTo>
                  <a:lnTo>
                    <a:pt x="247048" y="20325"/>
                  </a:lnTo>
                  <a:lnTo>
                    <a:pt x="242367" y="17873"/>
                  </a:lnTo>
                  <a:lnTo>
                    <a:pt x="237611" y="15571"/>
                  </a:lnTo>
                  <a:lnTo>
                    <a:pt x="232785" y="1342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3812"/>
              <a:ext cx="65625" cy="153747"/>
            </a:xfrm>
            <a:custGeom>
              <a:avLst/>
              <a:pathLst>
                <a:path w="65625" h="153747">
                  <a:moveTo>
                    <a:pt x="65625" y="0"/>
                  </a:moveTo>
                  <a:lnTo>
                    <a:pt x="0" y="153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0886"/>
              <a:ext cx="65625" cy="156673"/>
            </a:xfrm>
            <a:custGeom>
              <a:avLst/>
              <a:pathLst>
                <a:path w="65625" h="156673">
                  <a:moveTo>
                    <a:pt x="65625" y="2925"/>
                  </a:moveTo>
                  <a:lnTo>
                    <a:pt x="58296" y="0"/>
                  </a:lnTo>
                  <a:lnTo>
                    <a:pt x="0" y="156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70392"/>
              <a:ext cx="58296" cy="167167"/>
            </a:xfrm>
            <a:custGeom>
              <a:avLst/>
              <a:pathLst>
                <a:path w="58296" h="167167">
                  <a:moveTo>
                    <a:pt x="58296" y="10494"/>
                  </a:moveTo>
                  <a:lnTo>
                    <a:pt x="52680" y="8517"/>
                  </a:lnTo>
                  <a:lnTo>
                    <a:pt x="46996" y="6742"/>
                  </a:lnTo>
                  <a:lnTo>
                    <a:pt x="41253" y="5170"/>
                  </a:lnTo>
                  <a:lnTo>
                    <a:pt x="35457" y="3803"/>
                  </a:lnTo>
                  <a:lnTo>
                    <a:pt x="29616" y="2644"/>
                  </a:lnTo>
                  <a:lnTo>
                    <a:pt x="23738" y="1694"/>
                  </a:lnTo>
                  <a:lnTo>
                    <a:pt x="17830" y="953"/>
                  </a:lnTo>
                  <a:lnTo>
                    <a:pt x="11899" y="424"/>
                  </a:lnTo>
                  <a:lnTo>
                    <a:pt x="595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23586" y="3707720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4125" y="421382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432" y="4659281"/>
              <a:ext cx="167092" cy="167167"/>
            </a:xfrm>
            <a:custGeom>
              <a:avLst/>
              <a:pathLst>
                <a:path w="167092" h="167167">
                  <a:moveTo>
                    <a:pt x="167092" y="0"/>
                  </a:moveTo>
                  <a:lnTo>
                    <a:pt x="161727" y="86"/>
                  </a:lnTo>
                  <a:lnTo>
                    <a:pt x="156367" y="344"/>
                  </a:lnTo>
                  <a:lnTo>
                    <a:pt x="151019" y="774"/>
                  </a:lnTo>
                  <a:lnTo>
                    <a:pt x="145687" y="1376"/>
                  </a:lnTo>
                  <a:lnTo>
                    <a:pt x="140377" y="2148"/>
                  </a:lnTo>
                  <a:lnTo>
                    <a:pt x="135095" y="3090"/>
                  </a:lnTo>
                  <a:lnTo>
                    <a:pt x="129845" y="4202"/>
                  </a:lnTo>
                  <a:lnTo>
                    <a:pt x="124634" y="5481"/>
                  </a:lnTo>
                  <a:lnTo>
                    <a:pt x="119467" y="6927"/>
                  </a:lnTo>
                  <a:lnTo>
                    <a:pt x="114349" y="8538"/>
                  </a:lnTo>
                  <a:lnTo>
                    <a:pt x="109285" y="10312"/>
                  </a:lnTo>
                  <a:lnTo>
                    <a:pt x="104281" y="12248"/>
                  </a:lnTo>
                  <a:lnTo>
                    <a:pt x="99342" y="14344"/>
                  </a:lnTo>
                  <a:lnTo>
                    <a:pt x="94472" y="16597"/>
                  </a:lnTo>
                  <a:lnTo>
                    <a:pt x="89677" y="19005"/>
                  </a:lnTo>
                  <a:lnTo>
                    <a:pt x="84962" y="21566"/>
                  </a:lnTo>
                  <a:lnTo>
                    <a:pt x="80331" y="24277"/>
                  </a:lnTo>
                  <a:lnTo>
                    <a:pt x="75790" y="27135"/>
                  </a:lnTo>
                  <a:lnTo>
                    <a:pt x="71343" y="30137"/>
                  </a:lnTo>
                  <a:lnTo>
                    <a:pt x="66994" y="33281"/>
                  </a:lnTo>
                  <a:lnTo>
                    <a:pt x="62749" y="36562"/>
                  </a:lnTo>
                  <a:lnTo>
                    <a:pt x="58611" y="39978"/>
                  </a:lnTo>
                  <a:lnTo>
                    <a:pt x="54585" y="43525"/>
                  </a:lnTo>
                  <a:lnTo>
                    <a:pt x="50675" y="47200"/>
                  </a:lnTo>
                  <a:lnTo>
                    <a:pt x="46885" y="50998"/>
                  </a:lnTo>
                  <a:lnTo>
                    <a:pt x="43219" y="54915"/>
                  </a:lnTo>
                  <a:lnTo>
                    <a:pt x="39680" y="58949"/>
                  </a:lnTo>
                  <a:lnTo>
                    <a:pt x="36272" y="63093"/>
                  </a:lnTo>
                  <a:lnTo>
                    <a:pt x="33000" y="67345"/>
                  </a:lnTo>
                  <a:lnTo>
                    <a:pt x="29865" y="71700"/>
                  </a:lnTo>
                  <a:lnTo>
                    <a:pt x="26872" y="76154"/>
                  </a:lnTo>
                  <a:lnTo>
                    <a:pt x="24023" y="80701"/>
                  </a:lnTo>
                  <a:lnTo>
                    <a:pt x="21322" y="85337"/>
                  </a:lnTo>
                  <a:lnTo>
                    <a:pt x="18771" y="90057"/>
                  </a:lnTo>
                  <a:lnTo>
                    <a:pt x="16372" y="94857"/>
                  </a:lnTo>
                  <a:lnTo>
                    <a:pt x="14129" y="99731"/>
                  </a:lnTo>
                  <a:lnTo>
                    <a:pt x="12044" y="104675"/>
                  </a:lnTo>
                  <a:lnTo>
                    <a:pt x="10118" y="109683"/>
                  </a:lnTo>
                  <a:lnTo>
                    <a:pt x="8354" y="114751"/>
                  </a:lnTo>
                  <a:lnTo>
                    <a:pt x="6754" y="119872"/>
                  </a:lnTo>
                  <a:lnTo>
                    <a:pt x="5319" y="125042"/>
                  </a:lnTo>
                  <a:lnTo>
                    <a:pt x="4050" y="130256"/>
                  </a:lnTo>
                  <a:lnTo>
                    <a:pt x="2949" y="135508"/>
                  </a:lnTo>
                  <a:lnTo>
                    <a:pt x="2018" y="140792"/>
                  </a:lnTo>
                  <a:lnTo>
                    <a:pt x="1256" y="146103"/>
                  </a:lnTo>
                  <a:lnTo>
                    <a:pt x="666" y="151436"/>
                  </a:lnTo>
                  <a:lnTo>
                    <a:pt x="247" y="156786"/>
                  </a:lnTo>
                  <a:lnTo>
                    <a:pt x="0" y="162146"/>
                  </a:lnTo>
                  <a:lnTo>
                    <a:pt x="16709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19432" y="4821427"/>
              <a:ext cx="167092" cy="5021"/>
            </a:xfrm>
            <a:custGeom>
              <a:avLst/>
              <a:pathLst>
                <a:path w="167092" h="5021">
                  <a:moveTo>
                    <a:pt x="0" y="0"/>
                  </a:moveTo>
                  <a:lnTo>
                    <a:pt x="167092" y="50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82" y="4821427"/>
              <a:ext cx="167142" cy="15775"/>
            </a:xfrm>
            <a:custGeom>
              <a:avLst/>
              <a:pathLst>
                <a:path w="167142" h="15775">
                  <a:moveTo>
                    <a:pt x="50" y="0"/>
                  </a:moveTo>
                  <a:lnTo>
                    <a:pt x="0" y="7891"/>
                  </a:lnTo>
                  <a:lnTo>
                    <a:pt x="321" y="15775"/>
                  </a:lnTo>
                  <a:lnTo>
                    <a:pt x="167142" y="50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19703" y="4659281"/>
              <a:ext cx="333978" cy="334326"/>
            </a:xfrm>
            <a:custGeom>
              <a:avLst/>
              <a:pathLst>
                <a:path w="333978" h="334326">
                  <a:moveTo>
                    <a:pt x="0" y="177921"/>
                  </a:moveTo>
                  <a:lnTo>
                    <a:pt x="426" y="183226"/>
                  </a:lnTo>
                  <a:lnTo>
                    <a:pt x="1022" y="188514"/>
                  </a:lnTo>
                  <a:lnTo>
                    <a:pt x="1785" y="193781"/>
                  </a:lnTo>
                  <a:lnTo>
                    <a:pt x="2716" y="199020"/>
                  </a:lnTo>
                  <a:lnTo>
                    <a:pt x="3813" y="204228"/>
                  </a:lnTo>
                  <a:lnTo>
                    <a:pt x="5075" y="209397"/>
                  </a:lnTo>
                  <a:lnTo>
                    <a:pt x="6502" y="214524"/>
                  </a:lnTo>
                  <a:lnTo>
                    <a:pt x="8090" y="219603"/>
                  </a:lnTo>
                  <a:lnTo>
                    <a:pt x="9840" y="224629"/>
                  </a:lnTo>
                  <a:lnTo>
                    <a:pt x="11748" y="229597"/>
                  </a:lnTo>
                  <a:lnTo>
                    <a:pt x="13814" y="234501"/>
                  </a:lnTo>
                  <a:lnTo>
                    <a:pt x="16035" y="239337"/>
                  </a:lnTo>
                  <a:lnTo>
                    <a:pt x="18408" y="244100"/>
                  </a:lnTo>
                  <a:lnTo>
                    <a:pt x="20932" y="248785"/>
                  </a:lnTo>
                  <a:lnTo>
                    <a:pt x="23604" y="253388"/>
                  </a:lnTo>
                  <a:lnTo>
                    <a:pt x="26421" y="257903"/>
                  </a:lnTo>
                  <a:lnTo>
                    <a:pt x="29381" y="262326"/>
                  </a:lnTo>
                  <a:lnTo>
                    <a:pt x="32479" y="266652"/>
                  </a:lnTo>
                  <a:lnTo>
                    <a:pt x="35714" y="270878"/>
                  </a:lnTo>
                  <a:lnTo>
                    <a:pt x="39082" y="274999"/>
                  </a:lnTo>
                  <a:lnTo>
                    <a:pt x="42579" y="279010"/>
                  </a:lnTo>
                  <a:lnTo>
                    <a:pt x="46201" y="282908"/>
                  </a:lnTo>
                  <a:lnTo>
                    <a:pt x="49947" y="286689"/>
                  </a:lnTo>
                  <a:lnTo>
                    <a:pt x="53810" y="290348"/>
                  </a:lnTo>
                  <a:lnTo>
                    <a:pt x="57788" y="293883"/>
                  </a:lnTo>
                  <a:lnTo>
                    <a:pt x="61877" y="297289"/>
                  </a:lnTo>
                  <a:lnTo>
                    <a:pt x="66072" y="300564"/>
                  </a:lnTo>
                  <a:lnTo>
                    <a:pt x="70369" y="303703"/>
                  </a:lnTo>
                  <a:lnTo>
                    <a:pt x="74764" y="306704"/>
                  </a:lnTo>
                  <a:lnTo>
                    <a:pt x="79252" y="309563"/>
                  </a:lnTo>
                  <a:lnTo>
                    <a:pt x="83829" y="312279"/>
                  </a:lnTo>
                  <a:lnTo>
                    <a:pt x="88490" y="314847"/>
                  </a:lnTo>
                  <a:lnTo>
                    <a:pt x="93231" y="317265"/>
                  </a:lnTo>
                  <a:lnTo>
                    <a:pt x="98046" y="319531"/>
                  </a:lnTo>
                  <a:lnTo>
                    <a:pt x="102930" y="321643"/>
                  </a:lnTo>
                  <a:lnTo>
                    <a:pt x="107880" y="323599"/>
                  </a:lnTo>
                  <a:lnTo>
                    <a:pt x="112889" y="325396"/>
                  </a:lnTo>
                  <a:lnTo>
                    <a:pt x="117953" y="327032"/>
                  </a:lnTo>
                  <a:lnTo>
                    <a:pt x="123066" y="328507"/>
                  </a:lnTo>
                  <a:lnTo>
                    <a:pt x="128224" y="329818"/>
                  </a:lnTo>
                  <a:lnTo>
                    <a:pt x="133420" y="330964"/>
                  </a:lnTo>
                  <a:lnTo>
                    <a:pt x="138651" y="331944"/>
                  </a:lnTo>
                  <a:lnTo>
                    <a:pt x="143910" y="332757"/>
                  </a:lnTo>
                  <a:lnTo>
                    <a:pt x="149192" y="333402"/>
                  </a:lnTo>
                  <a:lnTo>
                    <a:pt x="154493" y="333879"/>
                  </a:lnTo>
                  <a:lnTo>
                    <a:pt x="159805" y="334187"/>
                  </a:lnTo>
                  <a:lnTo>
                    <a:pt x="165125" y="334326"/>
                  </a:lnTo>
                  <a:lnTo>
                    <a:pt x="170447" y="334295"/>
                  </a:lnTo>
                  <a:lnTo>
                    <a:pt x="175765" y="334095"/>
                  </a:lnTo>
                  <a:lnTo>
                    <a:pt x="181074" y="333726"/>
                  </a:lnTo>
                  <a:lnTo>
                    <a:pt x="186368" y="333188"/>
                  </a:lnTo>
                  <a:lnTo>
                    <a:pt x="191643" y="332481"/>
                  </a:lnTo>
                  <a:lnTo>
                    <a:pt x="196892" y="331607"/>
                  </a:lnTo>
                  <a:lnTo>
                    <a:pt x="202111" y="330567"/>
                  </a:lnTo>
                  <a:lnTo>
                    <a:pt x="207294" y="329361"/>
                  </a:lnTo>
                  <a:lnTo>
                    <a:pt x="212436" y="327990"/>
                  </a:lnTo>
                  <a:lnTo>
                    <a:pt x="217532" y="326457"/>
                  </a:lnTo>
                  <a:lnTo>
                    <a:pt x="222577" y="324762"/>
                  </a:lnTo>
                  <a:lnTo>
                    <a:pt x="227565" y="322907"/>
                  </a:lnTo>
                  <a:lnTo>
                    <a:pt x="232491" y="320895"/>
                  </a:lnTo>
                  <a:lnTo>
                    <a:pt x="237351" y="318727"/>
                  </a:lnTo>
                  <a:lnTo>
                    <a:pt x="242140" y="316405"/>
                  </a:lnTo>
                  <a:lnTo>
                    <a:pt x="246852" y="313932"/>
                  </a:lnTo>
                  <a:lnTo>
                    <a:pt x="251483" y="311310"/>
                  </a:lnTo>
                  <a:lnTo>
                    <a:pt x="256028" y="308542"/>
                  </a:lnTo>
                  <a:lnTo>
                    <a:pt x="260483" y="305631"/>
                  </a:lnTo>
                  <a:lnTo>
                    <a:pt x="264843" y="302580"/>
                  </a:lnTo>
                  <a:lnTo>
                    <a:pt x="269103" y="299391"/>
                  </a:lnTo>
                  <a:lnTo>
                    <a:pt x="273260" y="296068"/>
                  </a:lnTo>
                  <a:lnTo>
                    <a:pt x="277309" y="292615"/>
                  </a:lnTo>
                  <a:lnTo>
                    <a:pt x="281246" y="289034"/>
                  </a:lnTo>
                  <a:lnTo>
                    <a:pt x="285068" y="285330"/>
                  </a:lnTo>
                  <a:lnTo>
                    <a:pt x="288769" y="281507"/>
                  </a:lnTo>
                  <a:lnTo>
                    <a:pt x="292347" y="277567"/>
                  </a:lnTo>
                  <a:lnTo>
                    <a:pt x="295797" y="273516"/>
                  </a:lnTo>
                  <a:lnTo>
                    <a:pt x="299117" y="269356"/>
                  </a:lnTo>
                  <a:lnTo>
                    <a:pt x="302302" y="265094"/>
                  </a:lnTo>
                  <a:lnTo>
                    <a:pt x="305351" y="260732"/>
                  </a:lnTo>
                  <a:lnTo>
                    <a:pt x="308259" y="256275"/>
                  </a:lnTo>
                  <a:lnTo>
                    <a:pt x="311023" y="251728"/>
                  </a:lnTo>
                  <a:lnTo>
                    <a:pt x="313642" y="247095"/>
                  </a:lnTo>
                  <a:lnTo>
                    <a:pt x="316112" y="242381"/>
                  </a:lnTo>
                  <a:lnTo>
                    <a:pt x="318430" y="237591"/>
                  </a:lnTo>
                  <a:lnTo>
                    <a:pt x="320595" y="232729"/>
                  </a:lnTo>
                  <a:lnTo>
                    <a:pt x="322604" y="227801"/>
                  </a:lnTo>
                  <a:lnTo>
                    <a:pt x="324455" y="222812"/>
                  </a:lnTo>
                  <a:lnTo>
                    <a:pt x="326146" y="217766"/>
                  </a:lnTo>
                  <a:lnTo>
                    <a:pt x="327676" y="212669"/>
                  </a:lnTo>
                  <a:lnTo>
                    <a:pt x="329043" y="207526"/>
                  </a:lnTo>
                  <a:lnTo>
                    <a:pt x="330245" y="202342"/>
                  </a:lnTo>
                  <a:lnTo>
                    <a:pt x="331282" y="197122"/>
                  </a:lnTo>
                  <a:lnTo>
                    <a:pt x="332152" y="191872"/>
                  </a:lnTo>
                  <a:lnTo>
                    <a:pt x="332855" y="186597"/>
                  </a:lnTo>
                  <a:lnTo>
                    <a:pt x="333389" y="181302"/>
                  </a:lnTo>
                  <a:lnTo>
                    <a:pt x="333755" y="175993"/>
                  </a:lnTo>
                  <a:lnTo>
                    <a:pt x="333951" y="170675"/>
                  </a:lnTo>
                  <a:lnTo>
                    <a:pt x="333978" y="165354"/>
                  </a:lnTo>
                  <a:lnTo>
                    <a:pt x="333836" y="160034"/>
                  </a:lnTo>
                  <a:lnTo>
                    <a:pt x="333524" y="154721"/>
                  </a:lnTo>
                  <a:lnTo>
                    <a:pt x="333044" y="149421"/>
                  </a:lnTo>
                  <a:lnTo>
                    <a:pt x="332394" y="144140"/>
                  </a:lnTo>
                  <a:lnTo>
                    <a:pt x="331578" y="138881"/>
                  </a:lnTo>
                  <a:lnTo>
                    <a:pt x="330594" y="133651"/>
                  </a:lnTo>
                  <a:lnTo>
                    <a:pt x="329444" y="128455"/>
                  </a:lnTo>
                  <a:lnTo>
                    <a:pt x="328129" y="123298"/>
                  </a:lnTo>
                  <a:lnTo>
                    <a:pt x="326651" y="118186"/>
                  </a:lnTo>
                  <a:lnTo>
                    <a:pt x="325011" y="113123"/>
                  </a:lnTo>
                  <a:lnTo>
                    <a:pt x="323211" y="108116"/>
                  </a:lnTo>
                  <a:lnTo>
                    <a:pt x="321252" y="103167"/>
                  </a:lnTo>
                  <a:lnTo>
                    <a:pt x="319137" y="98284"/>
                  </a:lnTo>
                  <a:lnTo>
                    <a:pt x="316867" y="93471"/>
                  </a:lnTo>
                  <a:lnTo>
                    <a:pt x="314445" y="88732"/>
                  </a:lnTo>
                  <a:lnTo>
                    <a:pt x="311874" y="84073"/>
                  </a:lnTo>
                  <a:lnTo>
                    <a:pt x="309155" y="79498"/>
                  </a:lnTo>
                  <a:lnTo>
                    <a:pt x="306293" y="75012"/>
                  </a:lnTo>
                  <a:lnTo>
                    <a:pt x="303289" y="70619"/>
                  </a:lnTo>
                  <a:lnTo>
                    <a:pt x="300146" y="66324"/>
                  </a:lnTo>
                  <a:lnTo>
                    <a:pt x="296869" y="62132"/>
                  </a:lnTo>
                  <a:lnTo>
                    <a:pt x="293460" y="58045"/>
                  </a:lnTo>
                  <a:lnTo>
                    <a:pt x="289922" y="54070"/>
                  </a:lnTo>
                  <a:lnTo>
                    <a:pt x="286260" y="50209"/>
                  </a:lnTo>
                  <a:lnTo>
                    <a:pt x="282477" y="46466"/>
                  </a:lnTo>
                  <a:lnTo>
                    <a:pt x="278576" y="42846"/>
                  </a:lnTo>
                  <a:lnTo>
                    <a:pt x="274562" y="39352"/>
                  </a:lnTo>
                  <a:lnTo>
                    <a:pt x="270439" y="35987"/>
                  </a:lnTo>
                  <a:lnTo>
                    <a:pt x="266211" y="32755"/>
                  </a:lnTo>
                  <a:lnTo>
                    <a:pt x="261882" y="29660"/>
                  </a:lnTo>
                  <a:lnTo>
                    <a:pt x="257457" y="26704"/>
                  </a:lnTo>
                  <a:lnTo>
                    <a:pt x="252940" y="23890"/>
                  </a:lnTo>
                  <a:lnTo>
                    <a:pt x="248336" y="21221"/>
                  </a:lnTo>
                  <a:lnTo>
                    <a:pt x="243649" y="18700"/>
                  </a:lnTo>
                  <a:lnTo>
                    <a:pt x="238885" y="16330"/>
                  </a:lnTo>
                  <a:lnTo>
                    <a:pt x="234047" y="14113"/>
                  </a:lnTo>
                  <a:lnTo>
                    <a:pt x="229141" y="12051"/>
                  </a:lnTo>
                  <a:lnTo>
                    <a:pt x="224172" y="10145"/>
                  </a:lnTo>
                  <a:lnTo>
                    <a:pt x="219145" y="8400"/>
                  </a:lnTo>
                  <a:lnTo>
                    <a:pt x="214065" y="6814"/>
                  </a:lnTo>
                  <a:lnTo>
                    <a:pt x="208937" y="5392"/>
                  </a:lnTo>
                  <a:lnTo>
                    <a:pt x="203766" y="4133"/>
                  </a:lnTo>
                  <a:lnTo>
                    <a:pt x="198558" y="3040"/>
                  </a:lnTo>
                  <a:lnTo>
                    <a:pt x="193318" y="2113"/>
                  </a:lnTo>
                  <a:lnTo>
                    <a:pt x="188051" y="1353"/>
                  </a:lnTo>
                  <a:lnTo>
                    <a:pt x="182762" y="761"/>
                  </a:lnTo>
                  <a:lnTo>
                    <a:pt x="177457" y="338"/>
                  </a:lnTo>
                  <a:lnTo>
                    <a:pt x="172142" y="84"/>
                  </a:lnTo>
                  <a:lnTo>
                    <a:pt x="166821" y="0"/>
                  </a:lnTo>
                  <a:lnTo>
                    <a:pt x="1668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6568" y="5018213"/>
              <a:ext cx="2152" cy="167167"/>
            </a:xfrm>
            <a:custGeom>
              <a:avLst/>
              <a:pathLst>
                <a:path w="2152" h="167167">
                  <a:moveTo>
                    <a:pt x="2152" y="0"/>
                  </a:moveTo>
                  <a:lnTo>
                    <a:pt x="0" y="13"/>
                  </a:lnTo>
                  <a:lnTo>
                    <a:pt x="21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568" y="5018227"/>
              <a:ext cx="2152" cy="167153"/>
            </a:xfrm>
            <a:custGeom>
              <a:avLst/>
              <a:pathLst>
                <a:path w="2152" h="167153">
                  <a:moveTo>
                    <a:pt x="0" y="0"/>
                  </a:moveTo>
                  <a:lnTo>
                    <a:pt x="2152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321559" y="5018219"/>
              <a:ext cx="334315" cy="334328"/>
            </a:xfrm>
            <a:custGeom>
              <a:avLst/>
              <a:pathLst>
                <a:path w="334315" h="334328">
                  <a:moveTo>
                    <a:pt x="165009" y="7"/>
                  </a:moveTo>
                  <a:lnTo>
                    <a:pt x="159725" y="159"/>
                  </a:lnTo>
                  <a:lnTo>
                    <a:pt x="154448" y="477"/>
                  </a:lnTo>
                  <a:lnTo>
                    <a:pt x="149184" y="963"/>
                  </a:lnTo>
                  <a:lnTo>
                    <a:pt x="143938" y="1614"/>
                  </a:lnTo>
                  <a:lnTo>
                    <a:pt x="138715" y="2431"/>
                  </a:lnTo>
                  <a:lnTo>
                    <a:pt x="133520" y="3413"/>
                  </a:lnTo>
                  <a:lnTo>
                    <a:pt x="128359" y="4559"/>
                  </a:lnTo>
                  <a:lnTo>
                    <a:pt x="123237" y="5867"/>
                  </a:lnTo>
                  <a:lnTo>
                    <a:pt x="118159" y="7337"/>
                  </a:lnTo>
                  <a:lnTo>
                    <a:pt x="113130" y="8966"/>
                  </a:lnTo>
                  <a:lnTo>
                    <a:pt x="108155" y="10753"/>
                  </a:lnTo>
                  <a:lnTo>
                    <a:pt x="103239" y="12697"/>
                  </a:lnTo>
                  <a:lnTo>
                    <a:pt x="98387" y="14796"/>
                  </a:lnTo>
                  <a:lnTo>
                    <a:pt x="93604" y="17047"/>
                  </a:lnTo>
                  <a:lnTo>
                    <a:pt x="88894" y="19448"/>
                  </a:lnTo>
                  <a:lnTo>
                    <a:pt x="84262" y="21996"/>
                  </a:lnTo>
                  <a:lnTo>
                    <a:pt x="79714" y="24690"/>
                  </a:lnTo>
                  <a:lnTo>
                    <a:pt x="75253" y="27526"/>
                  </a:lnTo>
                  <a:lnTo>
                    <a:pt x="70884" y="30502"/>
                  </a:lnTo>
                  <a:lnTo>
                    <a:pt x="66611" y="33615"/>
                  </a:lnTo>
                  <a:lnTo>
                    <a:pt x="62438" y="36861"/>
                  </a:lnTo>
                  <a:lnTo>
                    <a:pt x="58370" y="40237"/>
                  </a:lnTo>
                  <a:lnTo>
                    <a:pt x="54412" y="43741"/>
                  </a:lnTo>
                  <a:lnTo>
                    <a:pt x="50566" y="47368"/>
                  </a:lnTo>
                  <a:lnTo>
                    <a:pt x="46836" y="51114"/>
                  </a:lnTo>
                  <a:lnTo>
                    <a:pt x="43227" y="54977"/>
                  </a:lnTo>
                  <a:lnTo>
                    <a:pt x="39742" y="58952"/>
                  </a:lnTo>
                  <a:lnTo>
                    <a:pt x="36384" y="63035"/>
                  </a:lnTo>
                  <a:lnTo>
                    <a:pt x="33157" y="67222"/>
                  </a:lnTo>
                  <a:lnTo>
                    <a:pt x="30064" y="71509"/>
                  </a:lnTo>
                  <a:lnTo>
                    <a:pt x="27108" y="75892"/>
                  </a:lnTo>
                  <a:lnTo>
                    <a:pt x="24292" y="80366"/>
                  </a:lnTo>
                  <a:lnTo>
                    <a:pt x="21619" y="84927"/>
                  </a:lnTo>
                  <a:lnTo>
                    <a:pt x="19092" y="89570"/>
                  </a:lnTo>
                  <a:lnTo>
                    <a:pt x="16712" y="94291"/>
                  </a:lnTo>
                  <a:lnTo>
                    <a:pt x="14483" y="99084"/>
                  </a:lnTo>
                  <a:lnTo>
                    <a:pt x="12407" y="103946"/>
                  </a:lnTo>
                  <a:lnTo>
                    <a:pt x="10486" y="108871"/>
                  </a:lnTo>
                  <a:lnTo>
                    <a:pt x="8721" y="113854"/>
                  </a:lnTo>
                  <a:lnTo>
                    <a:pt x="7115" y="118890"/>
                  </a:lnTo>
                  <a:lnTo>
                    <a:pt x="5668" y="123975"/>
                  </a:lnTo>
                  <a:lnTo>
                    <a:pt x="4384" y="129103"/>
                  </a:lnTo>
                  <a:lnTo>
                    <a:pt x="3262" y="134269"/>
                  </a:lnTo>
                  <a:lnTo>
                    <a:pt x="2303" y="139468"/>
                  </a:lnTo>
                  <a:lnTo>
                    <a:pt x="1510" y="144695"/>
                  </a:lnTo>
                  <a:lnTo>
                    <a:pt x="883" y="149944"/>
                  </a:lnTo>
                  <a:lnTo>
                    <a:pt x="421" y="155210"/>
                  </a:lnTo>
                  <a:lnTo>
                    <a:pt x="127" y="160488"/>
                  </a:lnTo>
                  <a:lnTo>
                    <a:pt x="0" y="165773"/>
                  </a:lnTo>
                  <a:lnTo>
                    <a:pt x="39" y="171059"/>
                  </a:lnTo>
                  <a:lnTo>
                    <a:pt x="246" y="176342"/>
                  </a:lnTo>
                  <a:lnTo>
                    <a:pt x="620" y="181615"/>
                  </a:lnTo>
                  <a:lnTo>
                    <a:pt x="1160" y="186874"/>
                  </a:lnTo>
                  <a:lnTo>
                    <a:pt x="1866" y="192113"/>
                  </a:lnTo>
                  <a:lnTo>
                    <a:pt x="2738" y="197327"/>
                  </a:lnTo>
                  <a:lnTo>
                    <a:pt x="3774" y="202511"/>
                  </a:lnTo>
                  <a:lnTo>
                    <a:pt x="4974" y="207659"/>
                  </a:lnTo>
                  <a:lnTo>
                    <a:pt x="6335" y="212767"/>
                  </a:lnTo>
                  <a:lnTo>
                    <a:pt x="7858" y="217830"/>
                  </a:lnTo>
                  <a:lnTo>
                    <a:pt x="9539" y="222841"/>
                  </a:lnTo>
                  <a:lnTo>
                    <a:pt x="11379" y="227798"/>
                  </a:lnTo>
                  <a:lnTo>
                    <a:pt x="13374" y="232693"/>
                  </a:lnTo>
                  <a:lnTo>
                    <a:pt x="15523" y="237523"/>
                  </a:lnTo>
                  <a:lnTo>
                    <a:pt x="17824" y="242283"/>
                  </a:lnTo>
                  <a:lnTo>
                    <a:pt x="20274" y="246967"/>
                  </a:lnTo>
                  <a:lnTo>
                    <a:pt x="22871" y="251572"/>
                  </a:lnTo>
                  <a:lnTo>
                    <a:pt x="25612" y="256092"/>
                  </a:lnTo>
                  <a:lnTo>
                    <a:pt x="28495" y="260523"/>
                  </a:lnTo>
                  <a:lnTo>
                    <a:pt x="31516" y="264861"/>
                  </a:lnTo>
                  <a:lnTo>
                    <a:pt x="34673" y="269101"/>
                  </a:lnTo>
                  <a:lnTo>
                    <a:pt x="37963" y="273239"/>
                  </a:lnTo>
                  <a:lnTo>
                    <a:pt x="41381" y="277272"/>
                  </a:lnTo>
                  <a:lnTo>
                    <a:pt x="44926" y="281194"/>
                  </a:lnTo>
                  <a:lnTo>
                    <a:pt x="48593" y="285002"/>
                  </a:lnTo>
                  <a:lnTo>
                    <a:pt x="52378" y="288692"/>
                  </a:lnTo>
                  <a:lnTo>
                    <a:pt x="56278" y="292260"/>
                  </a:lnTo>
                  <a:lnTo>
                    <a:pt x="60289" y="295704"/>
                  </a:lnTo>
                  <a:lnTo>
                    <a:pt x="64407" y="299019"/>
                  </a:lnTo>
                  <a:lnTo>
                    <a:pt x="68628" y="302202"/>
                  </a:lnTo>
                  <a:lnTo>
                    <a:pt x="72947" y="305250"/>
                  </a:lnTo>
                  <a:lnTo>
                    <a:pt x="77361" y="308160"/>
                  </a:lnTo>
                  <a:lnTo>
                    <a:pt x="81864" y="310929"/>
                  </a:lnTo>
                  <a:lnTo>
                    <a:pt x="86452" y="313554"/>
                  </a:lnTo>
                  <a:lnTo>
                    <a:pt x="91122" y="316033"/>
                  </a:lnTo>
                  <a:lnTo>
                    <a:pt x="95867" y="318363"/>
                  </a:lnTo>
                  <a:lnTo>
                    <a:pt x="100683" y="320542"/>
                  </a:lnTo>
                  <a:lnTo>
                    <a:pt x="105567" y="322567"/>
                  </a:lnTo>
                  <a:lnTo>
                    <a:pt x="110511" y="324437"/>
                  </a:lnTo>
                  <a:lnTo>
                    <a:pt x="115513" y="326149"/>
                  </a:lnTo>
                  <a:lnTo>
                    <a:pt x="120566" y="327703"/>
                  </a:lnTo>
                  <a:lnTo>
                    <a:pt x="125665" y="329096"/>
                  </a:lnTo>
                  <a:lnTo>
                    <a:pt x="130806" y="330327"/>
                  </a:lnTo>
                  <a:lnTo>
                    <a:pt x="135984" y="331395"/>
                  </a:lnTo>
                  <a:lnTo>
                    <a:pt x="141192" y="332299"/>
                  </a:lnTo>
                  <a:lnTo>
                    <a:pt x="146427" y="333037"/>
                  </a:lnTo>
                  <a:lnTo>
                    <a:pt x="151682" y="333610"/>
                  </a:lnTo>
                  <a:lnTo>
                    <a:pt x="156953" y="334016"/>
                  </a:lnTo>
                  <a:lnTo>
                    <a:pt x="162234" y="334256"/>
                  </a:lnTo>
                  <a:lnTo>
                    <a:pt x="167520" y="334328"/>
                  </a:lnTo>
                  <a:lnTo>
                    <a:pt x="172805" y="334233"/>
                  </a:lnTo>
                  <a:lnTo>
                    <a:pt x="178085" y="333971"/>
                  </a:lnTo>
                  <a:lnTo>
                    <a:pt x="183354" y="333542"/>
                  </a:lnTo>
                  <a:lnTo>
                    <a:pt x="188607" y="332947"/>
                  </a:lnTo>
                  <a:lnTo>
                    <a:pt x="193839" y="332186"/>
                  </a:lnTo>
                  <a:lnTo>
                    <a:pt x="199043" y="331260"/>
                  </a:lnTo>
                  <a:lnTo>
                    <a:pt x="204216" y="330170"/>
                  </a:lnTo>
                  <a:lnTo>
                    <a:pt x="209352" y="328916"/>
                  </a:lnTo>
                  <a:lnTo>
                    <a:pt x="214445" y="327502"/>
                  </a:lnTo>
                  <a:lnTo>
                    <a:pt x="219492" y="325926"/>
                  </a:lnTo>
                  <a:lnTo>
                    <a:pt x="224486" y="324192"/>
                  </a:lnTo>
                  <a:lnTo>
                    <a:pt x="229422" y="322301"/>
                  </a:lnTo>
                  <a:lnTo>
                    <a:pt x="234297" y="320255"/>
                  </a:lnTo>
                  <a:lnTo>
                    <a:pt x="239104" y="318056"/>
                  </a:lnTo>
                  <a:lnTo>
                    <a:pt x="243839" y="315705"/>
                  </a:lnTo>
                  <a:lnTo>
                    <a:pt x="248498" y="313206"/>
                  </a:lnTo>
                  <a:lnTo>
                    <a:pt x="253075" y="310562"/>
                  </a:lnTo>
                  <a:lnTo>
                    <a:pt x="257566" y="307773"/>
                  </a:lnTo>
                  <a:lnTo>
                    <a:pt x="261967" y="304844"/>
                  </a:lnTo>
                  <a:lnTo>
                    <a:pt x="266273" y="301778"/>
                  </a:lnTo>
                  <a:lnTo>
                    <a:pt x="270480" y="298577"/>
                  </a:lnTo>
                  <a:lnTo>
                    <a:pt x="274584" y="295244"/>
                  </a:lnTo>
                  <a:lnTo>
                    <a:pt x="278580" y="291783"/>
                  </a:lnTo>
                  <a:lnTo>
                    <a:pt x="282465" y="288198"/>
                  </a:lnTo>
                  <a:lnTo>
                    <a:pt x="286234" y="284492"/>
                  </a:lnTo>
                  <a:lnTo>
                    <a:pt x="289885" y="280668"/>
                  </a:lnTo>
                  <a:lnTo>
                    <a:pt x="293412" y="276731"/>
                  </a:lnTo>
                  <a:lnTo>
                    <a:pt x="296814" y="272684"/>
                  </a:lnTo>
                  <a:lnTo>
                    <a:pt x="300086" y="268532"/>
                  </a:lnTo>
                  <a:lnTo>
                    <a:pt x="303224" y="264278"/>
                  </a:lnTo>
                  <a:lnTo>
                    <a:pt x="306227" y="259927"/>
                  </a:lnTo>
                  <a:lnTo>
                    <a:pt x="309091" y="255483"/>
                  </a:lnTo>
                  <a:lnTo>
                    <a:pt x="311813" y="250952"/>
                  </a:lnTo>
                  <a:lnTo>
                    <a:pt x="314390" y="246336"/>
                  </a:lnTo>
                  <a:lnTo>
                    <a:pt x="316820" y="241641"/>
                  </a:lnTo>
                  <a:lnTo>
                    <a:pt x="319100" y="236872"/>
                  </a:lnTo>
                  <a:lnTo>
                    <a:pt x="321228" y="232032"/>
                  </a:lnTo>
                  <a:lnTo>
                    <a:pt x="323202" y="227128"/>
                  </a:lnTo>
                  <a:lnTo>
                    <a:pt x="325020" y="222165"/>
                  </a:lnTo>
                  <a:lnTo>
                    <a:pt x="326681" y="217146"/>
                  </a:lnTo>
                  <a:lnTo>
                    <a:pt x="328181" y="212077"/>
                  </a:lnTo>
                  <a:lnTo>
                    <a:pt x="329521" y="206963"/>
                  </a:lnTo>
                  <a:lnTo>
                    <a:pt x="330698" y="201809"/>
                  </a:lnTo>
                  <a:lnTo>
                    <a:pt x="331712" y="196621"/>
                  </a:lnTo>
                  <a:lnTo>
                    <a:pt x="332562" y="191403"/>
                  </a:lnTo>
                  <a:lnTo>
                    <a:pt x="333245" y="186161"/>
                  </a:lnTo>
                  <a:lnTo>
                    <a:pt x="333763" y="180900"/>
                  </a:lnTo>
                  <a:lnTo>
                    <a:pt x="334114" y="175625"/>
                  </a:lnTo>
                  <a:lnTo>
                    <a:pt x="334298" y="170342"/>
                  </a:lnTo>
                  <a:lnTo>
                    <a:pt x="334315" y="165056"/>
                  </a:lnTo>
                  <a:lnTo>
                    <a:pt x="334165" y="159771"/>
                  </a:lnTo>
                  <a:lnTo>
                    <a:pt x="333848" y="154494"/>
                  </a:lnTo>
                  <a:lnTo>
                    <a:pt x="333364" y="149230"/>
                  </a:lnTo>
                  <a:lnTo>
                    <a:pt x="332714" y="143984"/>
                  </a:lnTo>
                  <a:lnTo>
                    <a:pt x="331899" y="138761"/>
                  </a:lnTo>
                  <a:lnTo>
                    <a:pt x="330918" y="133566"/>
                  </a:lnTo>
                  <a:lnTo>
                    <a:pt x="329774" y="128405"/>
                  </a:lnTo>
                  <a:lnTo>
                    <a:pt x="328467" y="123282"/>
                  </a:lnTo>
                  <a:lnTo>
                    <a:pt x="326999" y="118204"/>
                  </a:lnTo>
                  <a:lnTo>
                    <a:pt x="325371" y="113174"/>
                  </a:lnTo>
                  <a:lnTo>
                    <a:pt x="323585" y="108199"/>
                  </a:lnTo>
                  <a:lnTo>
                    <a:pt x="321643" y="103282"/>
                  </a:lnTo>
                  <a:lnTo>
                    <a:pt x="319546" y="98430"/>
                  </a:lnTo>
                  <a:lnTo>
                    <a:pt x="317296" y="93646"/>
                  </a:lnTo>
                  <a:lnTo>
                    <a:pt x="314896" y="88935"/>
                  </a:lnTo>
                  <a:lnTo>
                    <a:pt x="312349" y="84303"/>
                  </a:lnTo>
                  <a:lnTo>
                    <a:pt x="309657" y="79754"/>
                  </a:lnTo>
                  <a:lnTo>
                    <a:pt x="306822" y="75292"/>
                  </a:lnTo>
                  <a:lnTo>
                    <a:pt x="303847" y="70922"/>
                  </a:lnTo>
                  <a:lnTo>
                    <a:pt x="300735" y="66648"/>
                  </a:lnTo>
                  <a:lnTo>
                    <a:pt x="297491" y="62474"/>
                  </a:lnTo>
                  <a:lnTo>
                    <a:pt x="294115" y="58406"/>
                  </a:lnTo>
                  <a:lnTo>
                    <a:pt x="290613" y="54446"/>
                  </a:lnTo>
                  <a:lnTo>
                    <a:pt x="286987" y="50599"/>
                  </a:lnTo>
                  <a:lnTo>
                    <a:pt x="283242" y="46868"/>
                  </a:lnTo>
                  <a:lnTo>
                    <a:pt x="279380" y="43258"/>
                  </a:lnTo>
                  <a:lnTo>
                    <a:pt x="275406" y="39772"/>
                  </a:lnTo>
                  <a:lnTo>
                    <a:pt x="271324" y="36413"/>
                  </a:lnTo>
                  <a:lnTo>
                    <a:pt x="267138" y="33185"/>
                  </a:lnTo>
                  <a:lnTo>
                    <a:pt x="262851" y="30090"/>
                  </a:lnTo>
                  <a:lnTo>
                    <a:pt x="258469" y="27133"/>
                  </a:lnTo>
                  <a:lnTo>
                    <a:pt x="253996" y="24316"/>
                  </a:lnTo>
                  <a:lnTo>
                    <a:pt x="249436" y="21642"/>
                  </a:lnTo>
                  <a:lnTo>
                    <a:pt x="244794" y="19113"/>
                  </a:lnTo>
                  <a:lnTo>
                    <a:pt x="240074" y="16732"/>
                  </a:lnTo>
                  <a:lnTo>
                    <a:pt x="235281" y="14502"/>
                  </a:lnTo>
                  <a:lnTo>
                    <a:pt x="230420" y="12424"/>
                  </a:lnTo>
                  <a:lnTo>
                    <a:pt x="225495" y="10502"/>
                  </a:lnTo>
                  <a:lnTo>
                    <a:pt x="220513" y="8735"/>
                  </a:lnTo>
                  <a:lnTo>
                    <a:pt x="215477" y="7128"/>
                  </a:lnTo>
                  <a:lnTo>
                    <a:pt x="210392" y="5680"/>
                  </a:lnTo>
                  <a:lnTo>
                    <a:pt x="205265" y="4394"/>
                  </a:lnTo>
                  <a:lnTo>
                    <a:pt x="200099" y="3270"/>
                  </a:lnTo>
                  <a:lnTo>
                    <a:pt x="194900" y="2311"/>
                  </a:lnTo>
                  <a:lnTo>
                    <a:pt x="189674" y="1516"/>
                  </a:lnTo>
                  <a:lnTo>
                    <a:pt x="184425" y="887"/>
                  </a:lnTo>
                  <a:lnTo>
                    <a:pt x="179159" y="424"/>
                  </a:lnTo>
                  <a:lnTo>
                    <a:pt x="173881" y="128"/>
                  </a:lnTo>
                  <a:lnTo>
                    <a:pt x="168596" y="0"/>
                  </a:lnTo>
                  <a:lnTo>
                    <a:pt x="167161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797353" y="5269756"/>
              <a:ext cx="167148" cy="170037"/>
            </a:xfrm>
            <a:custGeom>
              <a:avLst/>
              <a:pathLst>
                <a:path w="167148" h="170037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1" y="789"/>
                  </a:lnTo>
                  <a:lnTo>
                    <a:pt x="145538" y="1402"/>
                  </a:lnTo>
                  <a:lnTo>
                    <a:pt x="140179" y="2189"/>
                  </a:lnTo>
                  <a:lnTo>
                    <a:pt x="134847" y="3150"/>
                  </a:lnTo>
                  <a:lnTo>
                    <a:pt x="129550" y="4282"/>
                  </a:lnTo>
                  <a:lnTo>
                    <a:pt x="124292" y="5586"/>
                  </a:lnTo>
                  <a:lnTo>
                    <a:pt x="119079" y="7060"/>
                  </a:lnTo>
                  <a:lnTo>
                    <a:pt x="113916" y="8701"/>
                  </a:lnTo>
                  <a:lnTo>
                    <a:pt x="108810" y="10509"/>
                  </a:lnTo>
                  <a:lnTo>
                    <a:pt x="103764" y="12482"/>
                  </a:lnTo>
                  <a:lnTo>
                    <a:pt x="98785" y="14617"/>
                  </a:lnTo>
                  <a:lnTo>
                    <a:pt x="93878" y="16912"/>
                  </a:lnTo>
                  <a:lnTo>
                    <a:pt x="89048" y="19365"/>
                  </a:lnTo>
                  <a:lnTo>
                    <a:pt x="84300" y="21973"/>
                  </a:lnTo>
                  <a:lnTo>
                    <a:pt x="79639" y="24734"/>
                  </a:lnTo>
                  <a:lnTo>
                    <a:pt x="75070" y="27644"/>
                  </a:lnTo>
                  <a:lnTo>
                    <a:pt x="70598" y="30701"/>
                  </a:lnTo>
                  <a:lnTo>
                    <a:pt x="66227" y="33901"/>
                  </a:lnTo>
                  <a:lnTo>
                    <a:pt x="61962" y="37241"/>
                  </a:lnTo>
                  <a:lnTo>
                    <a:pt x="57807" y="40717"/>
                  </a:lnTo>
                  <a:lnTo>
                    <a:pt x="53767" y="44326"/>
                  </a:lnTo>
                  <a:lnTo>
                    <a:pt x="49846" y="48064"/>
                  </a:lnTo>
                  <a:lnTo>
                    <a:pt x="46049" y="51928"/>
                  </a:lnTo>
                  <a:lnTo>
                    <a:pt x="42379" y="55912"/>
                  </a:lnTo>
                  <a:lnTo>
                    <a:pt x="38839" y="60013"/>
                  </a:lnTo>
                  <a:lnTo>
                    <a:pt x="35435" y="64227"/>
                  </a:lnTo>
                  <a:lnTo>
                    <a:pt x="32168" y="68549"/>
                  </a:lnTo>
                  <a:lnTo>
                    <a:pt x="29044" y="72974"/>
                  </a:lnTo>
                  <a:lnTo>
                    <a:pt x="26064" y="77498"/>
                  </a:lnTo>
                  <a:lnTo>
                    <a:pt x="23233" y="82117"/>
                  </a:lnTo>
                  <a:lnTo>
                    <a:pt x="20553" y="86824"/>
                  </a:lnTo>
                  <a:lnTo>
                    <a:pt x="18026" y="91617"/>
                  </a:lnTo>
                  <a:lnTo>
                    <a:pt x="15657" y="96488"/>
                  </a:lnTo>
                  <a:lnTo>
                    <a:pt x="13446" y="101434"/>
                  </a:lnTo>
                  <a:lnTo>
                    <a:pt x="11397" y="106448"/>
                  </a:lnTo>
                  <a:lnTo>
                    <a:pt x="9511" y="111527"/>
                  </a:lnTo>
                  <a:lnTo>
                    <a:pt x="7791" y="116664"/>
                  </a:lnTo>
                  <a:lnTo>
                    <a:pt x="6239" y="121854"/>
                  </a:lnTo>
                  <a:lnTo>
                    <a:pt x="4855" y="127091"/>
                  </a:lnTo>
                  <a:lnTo>
                    <a:pt x="3642" y="132371"/>
                  </a:lnTo>
                  <a:lnTo>
                    <a:pt x="2600" y="137687"/>
                  </a:lnTo>
                  <a:lnTo>
                    <a:pt x="1731" y="143034"/>
                  </a:lnTo>
                  <a:lnTo>
                    <a:pt x="1036" y="148406"/>
                  </a:lnTo>
                  <a:lnTo>
                    <a:pt x="515" y="153799"/>
                  </a:lnTo>
                  <a:lnTo>
                    <a:pt x="170" y="159205"/>
                  </a:lnTo>
                  <a:lnTo>
                    <a:pt x="0" y="164619"/>
                  </a:lnTo>
                  <a:lnTo>
                    <a:pt x="5" y="17003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58" y="5269756"/>
              <a:ext cx="334290" cy="334334"/>
            </a:xfrm>
            <a:custGeom>
              <a:avLst/>
              <a:pathLst>
                <a:path w="334290" h="334334">
                  <a:moveTo>
                    <a:pt x="0" y="170037"/>
                  </a:moveTo>
                  <a:lnTo>
                    <a:pt x="175" y="175337"/>
                  </a:lnTo>
                  <a:lnTo>
                    <a:pt x="518" y="180629"/>
                  </a:lnTo>
                  <a:lnTo>
                    <a:pt x="1029" y="185907"/>
                  </a:lnTo>
                  <a:lnTo>
                    <a:pt x="1707" y="191167"/>
                  </a:lnTo>
                  <a:lnTo>
                    <a:pt x="2551" y="196402"/>
                  </a:lnTo>
                  <a:lnTo>
                    <a:pt x="3561" y="201608"/>
                  </a:lnTo>
                  <a:lnTo>
                    <a:pt x="4736" y="206779"/>
                  </a:lnTo>
                  <a:lnTo>
                    <a:pt x="6074" y="211911"/>
                  </a:lnTo>
                  <a:lnTo>
                    <a:pt x="7574" y="216997"/>
                  </a:lnTo>
                  <a:lnTo>
                    <a:pt x="9235" y="222034"/>
                  </a:lnTo>
                  <a:lnTo>
                    <a:pt x="11055" y="227015"/>
                  </a:lnTo>
                  <a:lnTo>
                    <a:pt x="13032" y="231935"/>
                  </a:lnTo>
                  <a:lnTo>
                    <a:pt x="15164" y="236791"/>
                  </a:lnTo>
                  <a:lnTo>
                    <a:pt x="17449" y="241577"/>
                  </a:lnTo>
                  <a:lnTo>
                    <a:pt x="19884" y="246287"/>
                  </a:lnTo>
                  <a:lnTo>
                    <a:pt x="22468" y="250919"/>
                  </a:lnTo>
                  <a:lnTo>
                    <a:pt x="25197" y="255465"/>
                  </a:lnTo>
                  <a:lnTo>
                    <a:pt x="28070" y="259923"/>
                  </a:lnTo>
                  <a:lnTo>
                    <a:pt x="31082" y="264288"/>
                  </a:lnTo>
                  <a:lnTo>
                    <a:pt x="34231" y="268555"/>
                  </a:lnTo>
                  <a:lnTo>
                    <a:pt x="37514" y="272720"/>
                  </a:lnTo>
                  <a:lnTo>
                    <a:pt x="40927" y="276778"/>
                  </a:lnTo>
                  <a:lnTo>
                    <a:pt x="44467" y="280726"/>
                  </a:lnTo>
                  <a:lnTo>
                    <a:pt x="48131" y="284560"/>
                  </a:lnTo>
                  <a:lnTo>
                    <a:pt x="51914" y="288276"/>
                  </a:lnTo>
                  <a:lnTo>
                    <a:pt x="55814" y="291870"/>
                  </a:lnTo>
                  <a:lnTo>
                    <a:pt x="59825" y="295339"/>
                  </a:lnTo>
                  <a:lnTo>
                    <a:pt x="63945" y="298678"/>
                  </a:lnTo>
                  <a:lnTo>
                    <a:pt x="68168" y="301885"/>
                  </a:lnTo>
                  <a:lnTo>
                    <a:pt x="72491" y="304957"/>
                  </a:lnTo>
                  <a:lnTo>
                    <a:pt x="76909" y="307890"/>
                  </a:lnTo>
                  <a:lnTo>
                    <a:pt x="81418" y="310681"/>
                  </a:lnTo>
                  <a:lnTo>
                    <a:pt x="86014" y="313328"/>
                  </a:lnTo>
                  <a:lnTo>
                    <a:pt x="90691" y="315828"/>
                  </a:lnTo>
                  <a:lnTo>
                    <a:pt x="95445" y="318178"/>
                  </a:lnTo>
                  <a:lnTo>
                    <a:pt x="100271" y="320376"/>
                  </a:lnTo>
                  <a:lnTo>
                    <a:pt x="105164" y="322420"/>
                  </a:lnTo>
                  <a:lnTo>
                    <a:pt x="110120" y="324308"/>
                  </a:lnTo>
                  <a:lnTo>
                    <a:pt x="115133" y="326038"/>
                  </a:lnTo>
                  <a:lnTo>
                    <a:pt x="120198" y="327608"/>
                  </a:lnTo>
                  <a:lnTo>
                    <a:pt x="125311" y="329016"/>
                  </a:lnTo>
                  <a:lnTo>
                    <a:pt x="130465" y="330261"/>
                  </a:lnTo>
                  <a:lnTo>
                    <a:pt x="135657" y="331343"/>
                  </a:lnTo>
                  <a:lnTo>
                    <a:pt x="140880" y="332259"/>
                  </a:lnTo>
                  <a:lnTo>
                    <a:pt x="146130" y="333009"/>
                  </a:lnTo>
                  <a:lnTo>
                    <a:pt x="151401" y="333592"/>
                  </a:lnTo>
                  <a:lnTo>
                    <a:pt x="156688" y="334007"/>
                  </a:lnTo>
                  <a:lnTo>
                    <a:pt x="161985" y="334255"/>
                  </a:lnTo>
                  <a:lnTo>
                    <a:pt x="167288" y="334334"/>
                  </a:lnTo>
                  <a:lnTo>
                    <a:pt x="172590" y="334246"/>
                  </a:lnTo>
                  <a:lnTo>
                    <a:pt x="177887" y="333989"/>
                  </a:lnTo>
                  <a:lnTo>
                    <a:pt x="183173" y="333564"/>
                  </a:lnTo>
                  <a:lnTo>
                    <a:pt x="188443" y="332972"/>
                  </a:lnTo>
                  <a:lnTo>
                    <a:pt x="193691" y="332213"/>
                  </a:lnTo>
                  <a:lnTo>
                    <a:pt x="198913" y="331288"/>
                  </a:lnTo>
                  <a:lnTo>
                    <a:pt x="204103" y="330197"/>
                  </a:lnTo>
                  <a:lnTo>
                    <a:pt x="209255" y="328943"/>
                  </a:lnTo>
                  <a:lnTo>
                    <a:pt x="214366" y="327526"/>
                  </a:lnTo>
                  <a:lnTo>
                    <a:pt x="219428" y="325947"/>
                  </a:lnTo>
                  <a:lnTo>
                    <a:pt x="224438" y="324209"/>
                  </a:lnTo>
                  <a:lnTo>
                    <a:pt x="229391" y="322312"/>
                  </a:lnTo>
                  <a:lnTo>
                    <a:pt x="234281" y="320260"/>
                  </a:lnTo>
                  <a:lnTo>
                    <a:pt x="239103" y="318053"/>
                  </a:lnTo>
                  <a:lnTo>
                    <a:pt x="243853" y="315695"/>
                  </a:lnTo>
                  <a:lnTo>
                    <a:pt x="248525" y="313187"/>
                  </a:lnTo>
                  <a:lnTo>
                    <a:pt x="253116" y="310532"/>
                  </a:lnTo>
                  <a:lnTo>
                    <a:pt x="257620" y="307733"/>
                  </a:lnTo>
                  <a:lnTo>
                    <a:pt x="262033" y="304792"/>
                  </a:lnTo>
                  <a:lnTo>
                    <a:pt x="266351" y="301713"/>
                  </a:lnTo>
                  <a:lnTo>
                    <a:pt x="270568" y="298499"/>
                  </a:lnTo>
                  <a:lnTo>
                    <a:pt x="274682" y="295152"/>
                  </a:lnTo>
                  <a:lnTo>
                    <a:pt x="278688" y="291676"/>
                  </a:lnTo>
                  <a:lnTo>
                    <a:pt x="282581" y="288076"/>
                  </a:lnTo>
                  <a:lnTo>
                    <a:pt x="286358" y="284353"/>
                  </a:lnTo>
                  <a:lnTo>
                    <a:pt x="290015" y="280513"/>
                  </a:lnTo>
                  <a:lnTo>
                    <a:pt x="293548" y="276558"/>
                  </a:lnTo>
                  <a:lnTo>
                    <a:pt x="296954" y="272494"/>
                  </a:lnTo>
                  <a:lnTo>
                    <a:pt x="300230" y="268323"/>
                  </a:lnTo>
                  <a:lnTo>
                    <a:pt x="303372" y="264051"/>
                  </a:lnTo>
                  <a:lnTo>
                    <a:pt x="306376" y="259681"/>
                  </a:lnTo>
                  <a:lnTo>
                    <a:pt x="309241" y="255218"/>
                  </a:lnTo>
                  <a:lnTo>
                    <a:pt x="311962" y="250667"/>
                  </a:lnTo>
                  <a:lnTo>
                    <a:pt x="314538" y="246031"/>
                  </a:lnTo>
                  <a:lnTo>
                    <a:pt x="316965" y="241316"/>
                  </a:lnTo>
                  <a:lnTo>
                    <a:pt x="319242" y="236527"/>
                  </a:lnTo>
                  <a:lnTo>
                    <a:pt x="321365" y="231667"/>
                  </a:lnTo>
                  <a:lnTo>
                    <a:pt x="323333" y="226743"/>
                  </a:lnTo>
                  <a:lnTo>
                    <a:pt x="325144" y="221759"/>
                  </a:lnTo>
                  <a:lnTo>
                    <a:pt x="326797" y="216720"/>
                  </a:lnTo>
                  <a:lnTo>
                    <a:pt x="328288" y="211631"/>
                  </a:lnTo>
                  <a:lnTo>
                    <a:pt x="329617" y="206497"/>
                  </a:lnTo>
                  <a:lnTo>
                    <a:pt x="330783" y="201323"/>
                  </a:lnTo>
                  <a:lnTo>
                    <a:pt x="331784" y="196116"/>
                  </a:lnTo>
                  <a:lnTo>
                    <a:pt x="332619" y="190879"/>
                  </a:lnTo>
                  <a:lnTo>
                    <a:pt x="333288" y="185618"/>
                  </a:lnTo>
                  <a:lnTo>
                    <a:pt x="333790" y="180339"/>
                  </a:lnTo>
                  <a:lnTo>
                    <a:pt x="334124" y="175046"/>
                  </a:lnTo>
                  <a:lnTo>
                    <a:pt x="334290" y="169746"/>
                  </a:lnTo>
                  <a:lnTo>
                    <a:pt x="334288" y="164443"/>
                  </a:lnTo>
                  <a:lnTo>
                    <a:pt x="334117" y="159142"/>
                  </a:lnTo>
                  <a:lnTo>
                    <a:pt x="333778" y="153850"/>
                  </a:lnTo>
                  <a:lnTo>
                    <a:pt x="333272" y="148571"/>
                  </a:lnTo>
                  <a:lnTo>
                    <a:pt x="332599" y="143311"/>
                  </a:lnTo>
                  <a:lnTo>
                    <a:pt x="331759" y="138075"/>
                  </a:lnTo>
                  <a:lnTo>
                    <a:pt x="330753" y="132868"/>
                  </a:lnTo>
                  <a:lnTo>
                    <a:pt x="329583" y="127696"/>
                  </a:lnTo>
                  <a:lnTo>
                    <a:pt x="328249" y="122563"/>
                  </a:lnTo>
                  <a:lnTo>
                    <a:pt x="326753" y="117475"/>
                  </a:lnTo>
                  <a:lnTo>
                    <a:pt x="325097" y="112438"/>
                  </a:lnTo>
                  <a:lnTo>
                    <a:pt x="323281" y="107455"/>
                  </a:lnTo>
                  <a:lnTo>
                    <a:pt x="321309" y="102532"/>
                  </a:lnTo>
                  <a:lnTo>
                    <a:pt x="319181" y="97675"/>
                  </a:lnTo>
                  <a:lnTo>
                    <a:pt x="316900" y="92887"/>
                  </a:lnTo>
                  <a:lnTo>
                    <a:pt x="314469" y="88175"/>
                  </a:lnTo>
                  <a:lnTo>
                    <a:pt x="311889" y="83541"/>
                  </a:lnTo>
                  <a:lnTo>
                    <a:pt x="309164" y="78992"/>
                  </a:lnTo>
                  <a:lnTo>
                    <a:pt x="306296" y="74532"/>
                  </a:lnTo>
                  <a:lnTo>
                    <a:pt x="303287" y="70164"/>
                  </a:lnTo>
                  <a:lnTo>
                    <a:pt x="300142" y="65895"/>
                  </a:lnTo>
                  <a:lnTo>
                    <a:pt x="296863" y="61727"/>
                  </a:lnTo>
                  <a:lnTo>
                    <a:pt x="293453" y="57666"/>
                  </a:lnTo>
                  <a:lnTo>
                    <a:pt x="289916" y="53714"/>
                  </a:lnTo>
                  <a:lnTo>
                    <a:pt x="286256" y="49877"/>
                  </a:lnTo>
                  <a:lnTo>
                    <a:pt x="282476" y="46158"/>
                  </a:lnTo>
                  <a:lnTo>
                    <a:pt x="278579" y="42560"/>
                  </a:lnTo>
                  <a:lnTo>
                    <a:pt x="274571" y="39088"/>
                  </a:lnTo>
                  <a:lnTo>
                    <a:pt x="270454" y="35745"/>
                  </a:lnTo>
                  <a:lnTo>
                    <a:pt x="266234" y="32535"/>
                  </a:lnTo>
                  <a:lnTo>
                    <a:pt x="261913" y="29459"/>
                  </a:lnTo>
                  <a:lnTo>
                    <a:pt x="257498" y="26522"/>
                  </a:lnTo>
                  <a:lnTo>
                    <a:pt x="252991" y="23727"/>
                  </a:lnTo>
                  <a:lnTo>
                    <a:pt x="248398" y="21076"/>
                  </a:lnTo>
                  <a:lnTo>
                    <a:pt x="243723" y="18572"/>
                  </a:lnTo>
                  <a:lnTo>
                    <a:pt x="238971" y="16218"/>
                  </a:lnTo>
                  <a:lnTo>
                    <a:pt x="234147" y="14016"/>
                  </a:lnTo>
                  <a:lnTo>
                    <a:pt x="229256" y="11967"/>
                  </a:lnTo>
                  <a:lnTo>
                    <a:pt x="224302" y="10075"/>
                  </a:lnTo>
                  <a:lnTo>
                    <a:pt x="219290" y="8341"/>
                  </a:lnTo>
                  <a:lnTo>
                    <a:pt x="214226" y="6767"/>
                  </a:lnTo>
                  <a:lnTo>
                    <a:pt x="209115" y="5354"/>
                  </a:lnTo>
                  <a:lnTo>
                    <a:pt x="203961" y="4105"/>
                  </a:lnTo>
                  <a:lnTo>
                    <a:pt x="198770" y="3019"/>
                  </a:lnTo>
                  <a:lnTo>
                    <a:pt x="193548" y="2098"/>
                  </a:lnTo>
                  <a:lnTo>
                    <a:pt x="188299" y="1344"/>
                  </a:lnTo>
                  <a:lnTo>
                    <a:pt x="183028" y="756"/>
                  </a:lnTo>
                  <a:lnTo>
                    <a:pt x="177742" y="336"/>
                  </a:lnTo>
                  <a:lnTo>
                    <a:pt x="172445" y="84"/>
                  </a:lnTo>
                  <a:lnTo>
                    <a:pt x="167142" y="0"/>
                  </a:lnTo>
                  <a:lnTo>
                    <a:pt x="1671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618" y="5399291"/>
              <a:ext cx="35597" cy="167167"/>
            </a:xfrm>
            <a:custGeom>
              <a:avLst/>
              <a:pathLst>
                <a:path w="35597" h="167167">
                  <a:moveTo>
                    <a:pt x="35597" y="0"/>
                  </a:moveTo>
                  <a:lnTo>
                    <a:pt x="28425" y="153"/>
                  </a:lnTo>
                  <a:lnTo>
                    <a:pt x="21266" y="615"/>
                  </a:lnTo>
                  <a:lnTo>
                    <a:pt x="14133" y="1383"/>
                  </a:lnTo>
                  <a:lnTo>
                    <a:pt x="7040" y="2457"/>
                  </a:lnTo>
                  <a:lnTo>
                    <a:pt x="0" y="3834"/>
                  </a:lnTo>
                  <a:lnTo>
                    <a:pt x="355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0618" y="5403125"/>
              <a:ext cx="35597" cy="163333"/>
            </a:xfrm>
            <a:custGeom>
              <a:avLst/>
              <a:pathLst>
                <a:path w="35597" h="163333">
                  <a:moveTo>
                    <a:pt x="0" y="0"/>
                  </a:moveTo>
                  <a:lnTo>
                    <a:pt x="35597" y="1633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319052" y="5403125"/>
              <a:ext cx="334330" cy="330491"/>
            </a:xfrm>
            <a:custGeom>
              <a:avLst/>
              <a:pathLst>
                <a:path w="334330" h="330491">
                  <a:moveTo>
                    <a:pt x="131565" y="0"/>
                  </a:moveTo>
                  <a:lnTo>
                    <a:pt x="126407" y="1210"/>
                  </a:lnTo>
                  <a:lnTo>
                    <a:pt x="121289" y="2583"/>
                  </a:lnTo>
                  <a:lnTo>
                    <a:pt x="116217" y="4118"/>
                  </a:lnTo>
                  <a:lnTo>
                    <a:pt x="111197" y="5812"/>
                  </a:lnTo>
                  <a:lnTo>
                    <a:pt x="106233" y="7665"/>
                  </a:lnTo>
                  <a:lnTo>
                    <a:pt x="101330" y="9674"/>
                  </a:lnTo>
                  <a:lnTo>
                    <a:pt x="96493" y="11838"/>
                  </a:lnTo>
                  <a:lnTo>
                    <a:pt x="91727" y="14154"/>
                  </a:lnTo>
                  <a:lnTo>
                    <a:pt x="87037" y="16620"/>
                  </a:lnTo>
                  <a:lnTo>
                    <a:pt x="82427" y="19233"/>
                  </a:lnTo>
                  <a:lnTo>
                    <a:pt x="77903" y="21991"/>
                  </a:lnTo>
                  <a:lnTo>
                    <a:pt x="73468" y="24891"/>
                  </a:lnTo>
                  <a:lnTo>
                    <a:pt x="69127" y="27930"/>
                  </a:lnTo>
                  <a:lnTo>
                    <a:pt x="64885" y="31105"/>
                  </a:lnTo>
                  <a:lnTo>
                    <a:pt x="60746" y="34413"/>
                  </a:lnTo>
                  <a:lnTo>
                    <a:pt x="56713" y="37850"/>
                  </a:lnTo>
                  <a:lnTo>
                    <a:pt x="52792" y="41414"/>
                  </a:lnTo>
                  <a:lnTo>
                    <a:pt x="48985" y="45100"/>
                  </a:lnTo>
                  <a:lnTo>
                    <a:pt x="45298" y="48905"/>
                  </a:lnTo>
                  <a:lnTo>
                    <a:pt x="41732" y="52825"/>
                  </a:lnTo>
                  <a:lnTo>
                    <a:pt x="38293" y="56855"/>
                  </a:lnTo>
                  <a:lnTo>
                    <a:pt x="34983" y="60993"/>
                  </a:lnTo>
                  <a:lnTo>
                    <a:pt x="31806" y="65234"/>
                  </a:lnTo>
                  <a:lnTo>
                    <a:pt x="28765" y="69573"/>
                  </a:lnTo>
                  <a:lnTo>
                    <a:pt x="25863" y="74006"/>
                  </a:lnTo>
                  <a:lnTo>
                    <a:pt x="23103" y="78530"/>
                  </a:lnTo>
                  <a:lnTo>
                    <a:pt x="20487" y="83138"/>
                  </a:lnTo>
                  <a:lnTo>
                    <a:pt x="18019" y="87827"/>
                  </a:lnTo>
                  <a:lnTo>
                    <a:pt x="15701" y="92592"/>
                  </a:lnTo>
                  <a:lnTo>
                    <a:pt x="13535" y="97428"/>
                  </a:lnTo>
                  <a:lnTo>
                    <a:pt x="11524" y="102330"/>
                  </a:lnTo>
                  <a:lnTo>
                    <a:pt x="9669" y="107293"/>
                  </a:lnTo>
                  <a:lnTo>
                    <a:pt x="7972" y="112313"/>
                  </a:lnTo>
                  <a:lnTo>
                    <a:pt x="6435" y="117384"/>
                  </a:lnTo>
                  <a:lnTo>
                    <a:pt x="5059" y="122501"/>
                  </a:lnTo>
                  <a:lnTo>
                    <a:pt x="3846" y="127659"/>
                  </a:lnTo>
                  <a:lnTo>
                    <a:pt x="2798" y="132853"/>
                  </a:lnTo>
                  <a:lnTo>
                    <a:pt x="1914" y="138077"/>
                  </a:lnTo>
                  <a:lnTo>
                    <a:pt x="1197" y="143327"/>
                  </a:lnTo>
                  <a:lnTo>
                    <a:pt x="646" y="148597"/>
                  </a:lnTo>
                  <a:lnTo>
                    <a:pt x="263" y="153882"/>
                  </a:lnTo>
                  <a:lnTo>
                    <a:pt x="47" y="159177"/>
                  </a:lnTo>
                  <a:lnTo>
                    <a:pt x="0" y="164475"/>
                  </a:lnTo>
                  <a:lnTo>
                    <a:pt x="120" y="169773"/>
                  </a:lnTo>
                  <a:lnTo>
                    <a:pt x="408" y="175064"/>
                  </a:lnTo>
                  <a:lnTo>
                    <a:pt x="863" y="180343"/>
                  </a:lnTo>
                  <a:lnTo>
                    <a:pt x="1486" y="185605"/>
                  </a:lnTo>
                  <a:lnTo>
                    <a:pt x="2275" y="190844"/>
                  </a:lnTo>
                  <a:lnTo>
                    <a:pt x="3230" y="196056"/>
                  </a:lnTo>
                  <a:lnTo>
                    <a:pt x="4349" y="201236"/>
                  </a:lnTo>
                  <a:lnTo>
                    <a:pt x="5632" y="206377"/>
                  </a:lnTo>
                  <a:lnTo>
                    <a:pt x="7078" y="211474"/>
                  </a:lnTo>
                  <a:lnTo>
                    <a:pt x="8684" y="216524"/>
                  </a:lnTo>
                  <a:lnTo>
                    <a:pt x="10449" y="221520"/>
                  </a:lnTo>
                  <a:lnTo>
                    <a:pt x="12372" y="226457"/>
                  </a:lnTo>
                  <a:lnTo>
                    <a:pt x="14451" y="231332"/>
                  </a:lnTo>
                  <a:lnTo>
                    <a:pt x="16682" y="236137"/>
                  </a:lnTo>
                  <a:lnTo>
                    <a:pt x="19065" y="240870"/>
                  </a:lnTo>
                  <a:lnTo>
                    <a:pt x="21597" y="245525"/>
                  </a:lnTo>
                  <a:lnTo>
                    <a:pt x="24275" y="250097"/>
                  </a:lnTo>
                  <a:lnTo>
                    <a:pt x="27097" y="254582"/>
                  </a:lnTo>
                  <a:lnTo>
                    <a:pt x="30059" y="258975"/>
                  </a:lnTo>
                  <a:lnTo>
                    <a:pt x="33159" y="263273"/>
                  </a:lnTo>
                  <a:lnTo>
                    <a:pt x="36394" y="267469"/>
                  </a:lnTo>
                  <a:lnTo>
                    <a:pt x="39760" y="271562"/>
                  </a:lnTo>
                  <a:lnTo>
                    <a:pt x="43254" y="275545"/>
                  </a:lnTo>
                  <a:lnTo>
                    <a:pt x="46873" y="279416"/>
                  </a:lnTo>
                  <a:lnTo>
                    <a:pt x="50612" y="283170"/>
                  </a:lnTo>
                  <a:lnTo>
                    <a:pt x="54469" y="286803"/>
                  </a:lnTo>
                  <a:lnTo>
                    <a:pt x="58439" y="290313"/>
                  </a:lnTo>
                  <a:lnTo>
                    <a:pt x="62518" y="293695"/>
                  </a:lnTo>
                  <a:lnTo>
                    <a:pt x="66702" y="296946"/>
                  </a:lnTo>
                  <a:lnTo>
                    <a:pt x="70987" y="300063"/>
                  </a:lnTo>
                  <a:lnTo>
                    <a:pt x="75369" y="303042"/>
                  </a:lnTo>
                  <a:lnTo>
                    <a:pt x="79843" y="305882"/>
                  </a:lnTo>
                  <a:lnTo>
                    <a:pt x="84405" y="308577"/>
                  </a:lnTo>
                  <a:lnTo>
                    <a:pt x="89049" y="311127"/>
                  </a:lnTo>
                  <a:lnTo>
                    <a:pt x="93773" y="313529"/>
                  </a:lnTo>
                  <a:lnTo>
                    <a:pt x="98570" y="315779"/>
                  </a:lnTo>
                  <a:lnTo>
                    <a:pt x="103436" y="317877"/>
                  </a:lnTo>
                  <a:lnTo>
                    <a:pt x="108366" y="319819"/>
                  </a:lnTo>
                  <a:lnTo>
                    <a:pt x="113355" y="321604"/>
                  </a:lnTo>
                  <a:lnTo>
                    <a:pt x="118398" y="323229"/>
                  </a:lnTo>
                  <a:lnTo>
                    <a:pt x="123490" y="324695"/>
                  </a:lnTo>
                  <a:lnTo>
                    <a:pt x="128626" y="325998"/>
                  </a:lnTo>
                  <a:lnTo>
                    <a:pt x="133801" y="327137"/>
                  </a:lnTo>
                  <a:lnTo>
                    <a:pt x="139009" y="328112"/>
                  </a:lnTo>
                  <a:lnTo>
                    <a:pt x="144246" y="328922"/>
                  </a:lnTo>
                  <a:lnTo>
                    <a:pt x="149505" y="329565"/>
                  </a:lnTo>
                  <a:lnTo>
                    <a:pt x="154783" y="330041"/>
                  </a:lnTo>
                  <a:lnTo>
                    <a:pt x="160073" y="330350"/>
                  </a:lnTo>
                  <a:lnTo>
                    <a:pt x="165369" y="330491"/>
                  </a:lnTo>
                  <a:lnTo>
                    <a:pt x="170668" y="330463"/>
                  </a:lnTo>
                  <a:lnTo>
                    <a:pt x="175963" y="330268"/>
                  </a:lnTo>
                  <a:lnTo>
                    <a:pt x="181250" y="329906"/>
                  </a:lnTo>
                  <a:lnTo>
                    <a:pt x="186522" y="329376"/>
                  </a:lnTo>
                  <a:lnTo>
                    <a:pt x="191775" y="328679"/>
                  </a:lnTo>
                  <a:lnTo>
                    <a:pt x="197003" y="327815"/>
                  </a:lnTo>
                  <a:lnTo>
                    <a:pt x="202201" y="326787"/>
                  </a:lnTo>
                  <a:lnTo>
                    <a:pt x="207363" y="325595"/>
                  </a:lnTo>
                  <a:lnTo>
                    <a:pt x="212486" y="324239"/>
                  </a:lnTo>
                  <a:lnTo>
                    <a:pt x="217563" y="322722"/>
                  </a:lnTo>
                  <a:lnTo>
                    <a:pt x="222589" y="321044"/>
                  </a:lnTo>
                  <a:lnTo>
                    <a:pt x="227559" y="319208"/>
                  </a:lnTo>
                  <a:lnTo>
                    <a:pt x="232469" y="317216"/>
                  </a:lnTo>
                  <a:lnTo>
                    <a:pt x="237314" y="315069"/>
                  </a:lnTo>
                  <a:lnTo>
                    <a:pt x="242087" y="312769"/>
                  </a:lnTo>
                  <a:lnTo>
                    <a:pt x="246786" y="310320"/>
                  </a:lnTo>
                  <a:lnTo>
                    <a:pt x="251404" y="307722"/>
                  </a:lnTo>
                  <a:lnTo>
                    <a:pt x="255938" y="304980"/>
                  </a:lnTo>
                  <a:lnTo>
                    <a:pt x="260383" y="302095"/>
                  </a:lnTo>
                  <a:lnTo>
                    <a:pt x="264734" y="299071"/>
                  </a:lnTo>
                  <a:lnTo>
                    <a:pt x="268987" y="295911"/>
                  </a:lnTo>
                  <a:lnTo>
                    <a:pt x="273138" y="292617"/>
                  </a:lnTo>
                  <a:lnTo>
                    <a:pt x="277182" y="289193"/>
                  </a:lnTo>
                  <a:lnTo>
                    <a:pt x="281115" y="285643"/>
                  </a:lnTo>
                  <a:lnTo>
                    <a:pt x="284935" y="281970"/>
                  </a:lnTo>
                  <a:lnTo>
                    <a:pt x="288635" y="278178"/>
                  </a:lnTo>
                  <a:lnTo>
                    <a:pt x="292214" y="274270"/>
                  </a:lnTo>
                  <a:lnTo>
                    <a:pt x="295667" y="270251"/>
                  </a:lnTo>
                  <a:lnTo>
                    <a:pt x="298991" y="266125"/>
                  </a:lnTo>
                  <a:lnTo>
                    <a:pt x="302183" y="261895"/>
                  </a:lnTo>
                  <a:lnTo>
                    <a:pt x="305239" y="257566"/>
                  </a:lnTo>
                  <a:lnTo>
                    <a:pt x="308156" y="253143"/>
                  </a:lnTo>
                  <a:lnTo>
                    <a:pt x="310932" y="248629"/>
                  </a:lnTo>
                  <a:lnTo>
                    <a:pt x="313563" y="244030"/>
                  </a:lnTo>
                  <a:lnTo>
                    <a:pt x="316047" y="239350"/>
                  </a:lnTo>
                  <a:lnTo>
                    <a:pt x="318381" y="234593"/>
                  </a:lnTo>
                  <a:lnTo>
                    <a:pt x="320564" y="229764"/>
                  </a:lnTo>
                  <a:lnTo>
                    <a:pt x="322592" y="224869"/>
                  </a:lnTo>
                  <a:lnTo>
                    <a:pt x="324464" y="219912"/>
                  </a:lnTo>
                  <a:lnTo>
                    <a:pt x="326179" y="214898"/>
                  </a:lnTo>
                  <a:lnTo>
                    <a:pt x="327733" y="209833"/>
                  </a:lnTo>
                  <a:lnTo>
                    <a:pt x="329126" y="204720"/>
                  </a:lnTo>
                  <a:lnTo>
                    <a:pt x="330356" y="199566"/>
                  </a:lnTo>
                  <a:lnTo>
                    <a:pt x="331423" y="194376"/>
                  </a:lnTo>
                  <a:lnTo>
                    <a:pt x="332324" y="189155"/>
                  </a:lnTo>
                  <a:lnTo>
                    <a:pt x="333060" y="183907"/>
                  </a:lnTo>
                  <a:lnTo>
                    <a:pt x="333628" y="178639"/>
                  </a:lnTo>
                  <a:lnTo>
                    <a:pt x="334030" y="173355"/>
                  </a:lnTo>
                  <a:lnTo>
                    <a:pt x="334264" y="168062"/>
                  </a:lnTo>
                  <a:lnTo>
                    <a:pt x="334330" y="162763"/>
                  </a:lnTo>
                  <a:lnTo>
                    <a:pt x="334227" y="157466"/>
                  </a:lnTo>
                  <a:lnTo>
                    <a:pt x="333958" y="152174"/>
                  </a:lnTo>
                  <a:lnTo>
                    <a:pt x="333520" y="146893"/>
                  </a:lnTo>
                  <a:lnTo>
                    <a:pt x="332916" y="141629"/>
                  </a:lnTo>
                  <a:lnTo>
                    <a:pt x="332144" y="136387"/>
                  </a:lnTo>
                  <a:lnTo>
                    <a:pt x="331208" y="131171"/>
                  </a:lnTo>
                  <a:lnTo>
                    <a:pt x="330106" y="125988"/>
                  </a:lnTo>
                  <a:lnTo>
                    <a:pt x="328840" y="120843"/>
                  </a:lnTo>
                  <a:lnTo>
                    <a:pt x="327413" y="115740"/>
                  </a:lnTo>
                  <a:lnTo>
                    <a:pt x="325824" y="110685"/>
                  </a:lnTo>
                  <a:lnTo>
                    <a:pt x="324075" y="105683"/>
                  </a:lnTo>
                  <a:lnTo>
                    <a:pt x="322169" y="100739"/>
                  </a:lnTo>
                  <a:lnTo>
                    <a:pt x="320108" y="95858"/>
                  </a:lnTo>
                  <a:lnTo>
                    <a:pt x="317892" y="91045"/>
                  </a:lnTo>
                  <a:lnTo>
                    <a:pt x="315526" y="86304"/>
                  </a:lnTo>
                  <a:lnTo>
                    <a:pt x="313010" y="81640"/>
                  </a:lnTo>
                  <a:lnTo>
                    <a:pt x="310347" y="77059"/>
                  </a:lnTo>
                  <a:lnTo>
                    <a:pt x="307541" y="72564"/>
                  </a:lnTo>
                  <a:lnTo>
                    <a:pt x="304594" y="68161"/>
                  </a:lnTo>
                  <a:lnTo>
                    <a:pt x="301509" y="63853"/>
                  </a:lnTo>
                  <a:lnTo>
                    <a:pt x="298288" y="59645"/>
                  </a:lnTo>
                  <a:lnTo>
                    <a:pt x="294936" y="55541"/>
                  </a:lnTo>
                  <a:lnTo>
                    <a:pt x="291456" y="51546"/>
                  </a:lnTo>
                  <a:lnTo>
                    <a:pt x="287850" y="47663"/>
                  </a:lnTo>
                  <a:lnTo>
                    <a:pt x="284124" y="43896"/>
                  </a:lnTo>
                  <a:lnTo>
                    <a:pt x="280280" y="40249"/>
                  </a:lnTo>
                  <a:lnTo>
                    <a:pt x="276322" y="36726"/>
                  </a:lnTo>
                  <a:lnTo>
                    <a:pt x="272255" y="33330"/>
                  </a:lnTo>
                  <a:lnTo>
                    <a:pt x="268082" y="30065"/>
                  </a:lnTo>
                  <a:lnTo>
                    <a:pt x="263807" y="26933"/>
                  </a:lnTo>
                  <a:lnTo>
                    <a:pt x="259436" y="23939"/>
                  </a:lnTo>
                  <a:lnTo>
                    <a:pt x="254971" y="21084"/>
                  </a:lnTo>
                  <a:lnTo>
                    <a:pt x="250419" y="18373"/>
                  </a:lnTo>
                  <a:lnTo>
                    <a:pt x="245783" y="15807"/>
                  </a:lnTo>
                  <a:lnTo>
                    <a:pt x="241068" y="13389"/>
                  </a:lnTo>
                  <a:lnTo>
                    <a:pt x="236278" y="11122"/>
                  </a:lnTo>
                  <a:lnTo>
                    <a:pt x="231420" y="9008"/>
                  </a:lnTo>
                  <a:lnTo>
                    <a:pt x="226496" y="7049"/>
                  </a:lnTo>
                  <a:lnTo>
                    <a:pt x="221513" y="5247"/>
                  </a:lnTo>
                  <a:lnTo>
                    <a:pt x="216476" y="3604"/>
                  </a:lnTo>
                  <a:lnTo>
                    <a:pt x="211389" y="2122"/>
                  </a:lnTo>
                  <a:lnTo>
                    <a:pt x="206257" y="801"/>
                  </a:lnTo>
                  <a:lnTo>
                    <a:pt x="167163" y="1633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39094" cy="167167"/>
            </a:xfrm>
            <a:custGeom>
              <a:avLst/>
              <a:pathLst>
                <a:path w="39094" h="167167">
                  <a:moveTo>
                    <a:pt x="39094" y="4635"/>
                  </a:moveTo>
                  <a:lnTo>
                    <a:pt x="32671" y="3223"/>
                  </a:lnTo>
                  <a:lnTo>
                    <a:pt x="26197" y="2065"/>
                  </a:lnTo>
                  <a:lnTo>
                    <a:pt x="19684" y="1162"/>
                  </a:lnTo>
                  <a:lnTo>
                    <a:pt x="13139" y="517"/>
                  </a:lnTo>
                  <a:lnTo>
                    <a:pt x="6574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56377" y="5399291"/>
              <a:ext cx="167166" cy="332857"/>
            </a:xfrm>
            <a:custGeom>
              <a:avLst/>
              <a:pathLst>
                <a:path w="167166" h="332857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69"/>
                  </a:lnTo>
                  <a:lnTo>
                    <a:pt x="145824" y="1368"/>
                  </a:lnTo>
                  <a:lnTo>
                    <a:pt x="140529" y="2135"/>
                  </a:lnTo>
                  <a:lnTo>
                    <a:pt x="135261" y="3072"/>
                  </a:lnTo>
                  <a:lnTo>
                    <a:pt x="130027" y="4177"/>
                  </a:lnTo>
                  <a:lnTo>
                    <a:pt x="124830" y="5449"/>
                  </a:lnTo>
                  <a:lnTo>
                    <a:pt x="119677" y="6887"/>
                  </a:lnTo>
                  <a:lnTo>
                    <a:pt x="114572" y="8489"/>
                  </a:lnTo>
                  <a:lnTo>
                    <a:pt x="109521" y="10253"/>
                  </a:lnTo>
                  <a:lnTo>
                    <a:pt x="104529" y="12178"/>
                  </a:lnTo>
                  <a:lnTo>
                    <a:pt x="99602" y="14262"/>
                  </a:lnTo>
                  <a:lnTo>
                    <a:pt x="94743" y="16502"/>
                  </a:lnTo>
                  <a:lnTo>
                    <a:pt x="89959" y="18897"/>
                  </a:lnTo>
                  <a:lnTo>
                    <a:pt x="85254" y="21444"/>
                  </a:lnTo>
                  <a:lnTo>
                    <a:pt x="80633" y="24139"/>
                  </a:lnTo>
                  <a:lnTo>
                    <a:pt x="76100" y="26982"/>
                  </a:lnTo>
                  <a:lnTo>
                    <a:pt x="71661" y="29968"/>
                  </a:lnTo>
                  <a:lnTo>
                    <a:pt x="67319" y="33094"/>
                  </a:lnTo>
                  <a:lnTo>
                    <a:pt x="63080" y="36358"/>
                  </a:lnTo>
                  <a:lnTo>
                    <a:pt x="58947" y="39756"/>
                  </a:lnTo>
                  <a:lnTo>
                    <a:pt x="54926" y="43284"/>
                  </a:lnTo>
                  <a:lnTo>
                    <a:pt x="51019" y="46939"/>
                  </a:lnTo>
                  <a:lnTo>
                    <a:pt x="47231" y="50718"/>
                  </a:lnTo>
                  <a:lnTo>
                    <a:pt x="43566" y="54615"/>
                  </a:lnTo>
                  <a:lnTo>
                    <a:pt x="40028" y="58628"/>
                  </a:lnTo>
                  <a:lnTo>
                    <a:pt x="36619" y="62752"/>
                  </a:lnTo>
                  <a:lnTo>
                    <a:pt x="33345" y="66983"/>
                  </a:lnTo>
                  <a:lnTo>
                    <a:pt x="30208" y="71317"/>
                  </a:lnTo>
                  <a:lnTo>
                    <a:pt x="27210" y="75749"/>
                  </a:lnTo>
                  <a:lnTo>
                    <a:pt x="24357" y="80274"/>
                  </a:lnTo>
                  <a:lnTo>
                    <a:pt x="21649" y="84889"/>
                  </a:lnTo>
                  <a:lnTo>
                    <a:pt x="19091" y="89587"/>
                  </a:lnTo>
                  <a:lnTo>
                    <a:pt x="16684" y="94366"/>
                  </a:lnTo>
                  <a:lnTo>
                    <a:pt x="14431" y="99218"/>
                  </a:lnTo>
                  <a:lnTo>
                    <a:pt x="12335" y="104141"/>
                  </a:lnTo>
                  <a:lnTo>
                    <a:pt x="10398" y="109128"/>
                  </a:lnTo>
                  <a:lnTo>
                    <a:pt x="8621" y="114174"/>
                  </a:lnTo>
                  <a:lnTo>
                    <a:pt x="7006" y="119275"/>
                  </a:lnTo>
                  <a:lnTo>
                    <a:pt x="5556" y="124424"/>
                  </a:lnTo>
                  <a:lnTo>
                    <a:pt x="4271" y="129618"/>
                  </a:lnTo>
                  <a:lnTo>
                    <a:pt x="3152" y="134850"/>
                  </a:lnTo>
                  <a:lnTo>
                    <a:pt x="2202" y="140115"/>
                  </a:lnTo>
                  <a:lnTo>
                    <a:pt x="1421" y="145408"/>
                  </a:lnTo>
                  <a:lnTo>
                    <a:pt x="810" y="150723"/>
                  </a:lnTo>
                  <a:lnTo>
                    <a:pt x="369" y="156055"/>
                  </a:lnTo>
                  <a:lnTo>
                    <a:pt x="99" y="161398"/>
                  </a:lnTo>
                  <a:lnTo>
                    <a:pt x="0" y="166747"/>
                  </a:lnTo>
                  <a:lnTo>
                    <a:pt x="72" y="172097"/>
                  </a:lnTo>
                  <a:lnTo>
                    <a:pt x="315" y="177441"/>
                  </a:lnTo>
                  <a:lnTo>
                    <a:pt x="729" y="182775"/>
                  </a:lnTo>
                  <a:lnTo>
                    <a:pt x="1314" y="188093"/>
                  </a:lnTo>
                  <a:lnTo>
                    <a:pt x="2069" y="193390"/>
                  </a:lnTo>
                  <a:lnTo>
                    <a:pt x="2992" y="198660"/>
                  </a:lnTo>
                  <a:lnTo>
                    <a:pt x="4084" y="203897"/>
                  </a:lnTo>
                  <a:lnTo>
                    <a:pt x="5343" y="209097"/>
                  </a:lnTo>
                  <a:lnTo>
                    <a:pt x="6768" y="214254"/>
                  </a:lnTo>
                  <a:lnTo>
                    <a:pt x="8357" y="219363"/>
                  </a:lnTo>
                  <a:lnTo>
                    <a:pt x="10108" y="224418"/>
                  </a:lnTo>
                  <a:lnTo>
                    <a:pt x="12021" y="229415"/>
                  </a:lnTo>
                  <a:lnTo>
                    <a:pt x="14092" y="234348"/>
                  </a:lnTo>
                  <a:lnTo>
                    <a:pt x="16320" y="239212"/>
                  </a:lnTo>
                  <a:lnTo>
                    <a:pt x="18703" y="244002"/>
                  </a:lnTo>
                  <a:lnTo>
                    <a:pt x="21238" y="248713"/>
                  </a:lnTo>
                  <a:lnTo>
                    <a:pt x="23922" y="253341"/>
                  </a:lnTo>
                  <a:lnTo>
                    <a:pt x="26753" y="257881"/>
                  </a:lnTo>
                  <a:lnTo>
                    <a:pt x="29728" y="262328"/>
                  </a:lnTo>
                  <a:lnTo>
                    <a:pt x="32843" y="266677"/>
                  </a:lnTo>
                  <a:lnTo>
                    <a:pt x="36097" y="270925"/>
                  </a:lnTo>
                  <a:lnTo>
                    <a:pt x="39484" y="275066"/>
                  </a:lnTo>
                  <a:lnTo>
                    <a:pt x="43002" y="279096"/>
                  </a:lnTo>
                  <a:lnTo>
                    <a:pt x="46648" y="283012"/>
                  </a:lnTo>
                  <a:lnTo>
                    <a:pt x="50416" y="286810"/>
                  </a:lnTo>
                  <a:lnTo>
                    <a:pt x="54305" y="290484"/>
                  </a:lnTo>
                  <a:lnTo>
                    <a:pt x="58309" y="294033"/>
                  </a:lnTo>
                  <a:lnTo>
                    <a:pt x="62424" y="297451"/>
                  </a:lnTo>
                  <a:lnTo>
                    <a:pt x="66647" y="300736"/>
                  </a:lnTo>
                  <a:lnTo>
                    <a:pt x="70973" y="303885"/>
                  </a:lnTo>
                  <a:lnTo>
                    <a:pt x="75397" y="306893"/>
                  </a:lnTo>
                  <a:lnTo>
                    <a:pt x="79915" y="309758"/>
                  </a:lnTo>
                  <a:lnTo>
                    <a:pt x="84523" y="312477"/>
                  </a:lnTo>
                  <a:lnTo>
                    <a:pt x="89215" y="315047"/>
                  </a:lnTo>
                  <a:lnTo>
                    <a:pt x="93987" y="317466"/>
                  </a:lnTo>
                  <a:lnTo>
                    <a:pt x="98835" y="319731"/>
                  </a:lnTo>
                  <a:lnTo>
                    <a:pt x="103752" y="321839"/>
                  </a:lnTo>
                  <a:lnTo>
                    <a:pt x="108734" y="323789"/>
                  </a:lnTo>
                  <a:lnTo>
                    <a:pt x="113776" y="325579"/>
                  </a:lnTo>
                  <a:lnTo>
                    <a:pt x="118872" y="327206"/>
                  </a:lnTo>
                  <a:lnTo>
                    <a:pt x="124018" y="328670"/>
                  </a:lnTo>
                  <a:lnTo>
                    <a:pt x="129209" y="329968"/>
                  </a:lnTo>
                  <a:lnTo>
                    <a:pt x="134438" y="331099"/>
                  </a:lnTo>
                  <a:lnTo>
                    <a:pt x="139700" y="332063"/>
                  </a:lnTo>
                  <a:lnTo>
                    <a:pt x="144991" y="33285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01368" y="5566459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01368" y="5566459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01368" y="5566459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01368" y="5566459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01368" y="5566459"/>
              <a:ext cx="22175" cy="165690"/>
            </a:xfrm>
            <a:custGeom>
              <a:avLst/>
              <a:pathLst>
                <a:path w="22175" h="165690">
                  <a:moveTo>
                    <a:pt x="0" y="165690"/>
                  </a:moveTo>
                  <a:lnTo>
                    <a:pt x="221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01368" y="5566459"/>
              <a:ext cx="83153" cy="167167"/>
            </a:xfrm>
            <a:custGeom>
              <a:avLst/>
              <a:pathLst>
                <a:path w="83153" h="167167">
                  <a:moveTo>
                    <a:pt x="0" y="165690"/>
                  </a:moveTo>
                  <a:lnTo>
                    <a:pt x="5605" y="166344"/>
                  </a:lnTo>
                  <a:lnTo>
                    <a:pt x="11230" y="166808"/>
                  </a:lnTo>
                  <a:lnTo>
                    <a:pt x="16867" y="167083"/>
                  </a:lnTo>
                  <a:lnTo>
                    <a:pt x="22510" y="167167"/>
                  </a:lnTo>
                  <a:lnTo>
                    <a:pt x="28152" y="167060"/>
                  </a:lnTo>
                  <a:lnTo>
                    <a:pt x="33788" y="166763"/>
                  </a:lnTo>
                  <a:lnTo>
                    <a:pt x="39411" y="166276"/>
                  </a:lnTo>
                  <a:lnTo>
                    <a:pt x="45014" y="165599"/>
                  </a:lnTo>
                  <a:lnTo>
                    <a:pt x="50591" y="164734"/>
                  </a:lnTo>
                  <a:lnTo>
                    <a:pt x="56135" y="163681"/>
                  </a:lnTo>
                  <a:lnTo>
                    <a:pt x="61641" y="162441"/>
                  </a:lnTo>
                  <a:lnTo>
                    <a:pt x="67102" y="161017"/>
                  </a:lnTo>
                  <a:lnTo>
                    <a:pt x="72511" y="159408"/>
                  </a:lnTo>
                  <a:lnTo>
                    <a:pt x="77864" y="157618"/>
                  </a:lnTo>
                  <a:lnTo>
                    <a:pt x="83153" y="155649"/>
                  </a:lnTo>
                  <a:lnTo>
                    <a:pt x="221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167156" cy="322816"/>
            </a:xfrm>
            <a:custGeom>
              <a:avLst/>
              <a:pathLst>
                <a:path w="167156" h="322816">
                  <a:moveTo>
                    <a:pt x="60977" y="322816"/>
                  </a:moveTo>
                  <a:lnTo>
                    <a:pt x="65898" y="320797"/>
                  </a:lnTo>
                  <a:lnTo>
                    <a:pt x="70752" y="318623"/>
                  </a:lnTo>
                  <a:lnTo>
                    <a:pt x="75535" y="316296"/>
                  </a:lnTo>
                  <a:lnTo>
                    <a:pt x="80241" y="313817"/>
                  </a:lnTo>
                  <a:lnTo>
                    <a:pt x="84865" y="311190"/>
                  </a:lnTo>
                  <a:lnTo>
                    <a:pt x="89404" y="308418"/>
                  </a:lnTo>
                  <a:lnTo>
                    <a:pt x="93853" y="305502"/>
                  </a:lnTo>
                  <a:lnTo>
                    <a:pt x="98206" y="302446"/>
                  </a:lnTo>
                  <a:lnTo>
                    <a:pt x="102460" y="299253"/>
                  </a:lnTo>
                  <a:lnTo>
                    <a:pt x="106610" y="295927"/>
                  </a:lnTo>
                  <a:lnTo>
                    <a:pt x="110652" y="292470"/>
                  </a:lnTo>
                  <a:lnTo>
                    <a:pt x="114583" y="288886"/>
                  </a:lnTo>
                  <a:lnTo>
                    <a:pt x="118397" y="285180"/>
                  </a:lnTo>
                  <a:lnTo>
                    <a:pt x="122091" y="281353"/>
                  </a:lnTo>
                  <a:lnTo>
                    <a:pt x="125662" y="277411"/>
                  </a:lnTo>
                  <a:lnTo>
                    <a:pt x="129106" y="273358"/>
                  </a:lnTo>
                  <a:lnTo>
                    <a:pt x="132419" y="269197"/>
                  </a:lnTo>
                  <a:lnTo>
                    <a:pt x="135598" y="264932"/>
                  </a:lnTo>
                  <a:lnTo>
                    <a:pt x="138639" y="260569"/>
                  </a:lnTo>
                  <a:lnTo>
                    <a:pt x="141540" y="256111"/>
                  </a:lnTo>
                  <a:lnTo>
                    <a:pt x="144298" y="251563"/>
                  </a:lnTo>
                  <a:lnTo>
                    <a:pt x="146910" y="246930"/>
                  </a:lnTo>
                  <a:lnTo>
                    <a:pt x="149373" y="242216"/>
                  </a:lnTo>
                  <a:lnTo>
                    <a:pt x="151685" y="237426"/>
                  </a:lnTo>
                  <a:lnTo>
                    <a:pt x="153844" y="232565"/>
                  </a:lnTo>
                  <a:lnTo>
                    <a:pt x="155846" y="227638"/>
                  </a:lnTo>
                  <a:lnTo>
                    <a:pt x="157691" y="222649"/>
                  </a:lnTo>
                  <a:lnTo>
                    <a:pt x="159377" y="217604"/>
                  </a:lnTo>
                  <a:lnTo>
                    <a:pt x="160900" y="212508"/>
                  </a:lnTo>
                  <a:lnTo>
                    <a:pt x="162261" y="207367"/>
                  </a:lnTo>
                  <a:lnTo>
                    <a:pt x="163458" y="202184"/>
                  </a:lnTo>
                  <a:lnTo>
                    <a:pt x="164489" y="196966"/>
                  </a:lnTo>
                  <a:lnTo>
                    <a:pt x="165354" y="191718"/>
                  </a:lnTo>
                  <a:lnTo>
                    <a:pt x="166052" y="186446"/>
                  </a:lnTo>
                  <a:lnTo>
                    <a:pt x="166581" y="181153"/>
                  </a:lnTo>
                  <a:lnTo>
                    <a:pt x="166941" y="175847"/>
                  </a:lnTo>
                  <a:lnTo>
                    <a:pt x="167133" y="170531"/>
                  </a:lnTo>
                  <a:lnTo>
                    <a:pt x="167156" y="165213"/>
                  </a:lnTo>
                  <a:lnTo>
                    <a:pt x="167009" y="159896"/>
                  </a:lnTo>
                  <a:lnTo>
                    <a:pt x="166693" y="154586"/>
                  </a:lnTo>
                  <a:lnTo>
                    <a:pt x="166208" y="149290"/>
                  </a:lnTo>
                  <a:lnTo>
                    <a:pt x="165555" y="144011"/>
                  </a:lnTo>
                  <a:lnTo>
                    <a:pt x="164735" y="138756"/>
                  </a:lnTo>
                  <a:lnTo>
                    <a:pt x="163748" y="133530"/>
                  </a:lnTo>
                  <a:lnTo>
                    <a:pt x="162595" y="128337"/>
                  </a:lnTo>
                  <a:lnTo>
                    <a:pt x="161277" y="123184"/>
                  </a:lnTo>
                  <a:lnTo>
                    <a:pt x="159796" y="118076"/>
                  </a:lnTo>
                  <a:lnTo>
                    <a:pt x="158154" y="113017"/>
                  </a:lnTo>
                  <a:lnTo>
                    <a:pt x="156351" y="108013"/>
                  </a:lnTo>
                  <a:lnTo>
                    <a:pt x="154390" y="103069"/>
                  </a:lnTo>
                  <a:lnTo>
                    <a:pt x="152273" y="98190"/>
                  </a:lnTo>
                  <a:lnTo>
                    <a:pt x="150001" y="93380"/>
                  </a:lnTo>
                  <a:lnTo>
                    <a:pt x="147578" y="88646"/>
                  </a:lnTo>
                  <a:lnTo>
                    <a:pt x="145005" y="83991"/>
                  </a:lnTo>
                  <a:lnTo>
                    <a:pt x="142286" y="79420"/>
                  </a:lnTo>
                  <a:lnTo>
                    <a:pt x="139422" y="74937"/>
                  </a:lnTo>
                  <a:lnTo>
                    <a:pt x="136418" y="70549"/>
                  </a:lnTo>
                  <a:lnTo>
                    <a:pt x="133275" y="66258"/>
                  </a:lnTo>
                  <a:lnTo>
                    <a:pt x="129997" y="62069"/>
                  </a:lnTo>
                  <a:lnTo>
                    <a:pt x="126588" y="57986"/>
                  </a:lnTo>
                  <a:lnTo>
                    <a:pt x="123050" y="54015"/>
                  </a:lnTo>
                  <a:lnTo>
                    <a:pt x="119388" y="50157"/>
                  </a:lnTo>
                  <a:lnTo>
                    <a:pt x="115605" y="46418"/>
                  </a:lnTo>
                  <a:lnTo>
                    <a:pt x="111706" y="42802"/>
                  </a:lnTo>
                  <a:lnTo>
                    <a:pt x="107693" y="39311"/>
                  </a:lnTo>
                  <a:lnTo>
                    <a:pt x="103571" y="35950"/>
                  </a:lnTo>
                  <a:lnTo>
                    <a:pt x="99344" y="32721"/>
                  </a:lnTo>
                  <a:lnTo>
                    <a:pt x="95016" y="29629"/>
                  </a:lnTo>
                  <a:lnTo>
                    <a:pt x="90593" y="26676"/>
                  </a:lnTo>
                  <a:lnTo>
                    <a:pt x="86077" y="23865"/>
                  </a:lnTo>
                  <a:lnTo>
                    <a:pt x="81475" y="21199"/>
                  </a:lnTo>
                  <a:lnTo>
                    <a:pt x="76790" y="18681"/>
                  </a:lnTo>
                  <a:lnTo>
                    <a:pt x="72027" y="16313"/>
                  </a:lnTo>
                  <a:lnTo>
                    <a:pt x="67192" y="14098"/>
                  </a:lnTo>
                  <a:lnTo>
                    <a:pt x="62288" y="12038"/>
                  </a:lnTo>
                  <a:lnTo>
                    <a:pt x="57321" y="10135"/>
                  </a:lnTo>
                  <a:lnTo>
                    <a:pt x="52297" y="8390"/>
                  </a:lnTo>
                  <a:lnTo>
                    <a:pt x="47219" y="6807"/>
                  </a:lnTo>
                  <a:lnTo>
                    <a:pt x="42094" y="5386"/>
                  </a:lnTo>
                  <a:lnTo>
                    <a:pt x="36925" y="4129"/>
                  </a:lnTo>
                  <a:lnTo>
                    <a:pt x="31720" y="3037"/>
                  </a:lnTo>
                  <a:lnTo>
                    <a:pt x="26483" y="2111"/>
                  </a:lnTo>
                  <a:lnTo>
                    <a:pt x="21218" y="1352"/>
                  </a:lnTo>
                  <a:lnTo>
                    <a:pt x="15932" y="761"/>
                  </a:lnTo>
                  <a:lnTo>
                    <a:pt x="10630" y="338"/>
                  </a:lnTo>
                  <a:lnTo>
                    <a:pt x="531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8383" y="5269756"/>
              <a:ext cx="146875" cy="167167"/>
            </a:xfrm>
            <a:custGeom>
              <a:avLst/>
              <a:pathLst>
                <a:path w="146875" h="167167">
                  <a:moveTo>
                    <a:pt x="146875" y="0"/>
                  </a:moveTo>
                  <a:lnTo>
                    <a:pt x="141441" y="88"/>
                  </a:lnTo>
                  <a:lnTo>
                    <a:pt x="136012" y="353"/>
                  </a:lnTo>
                  <a:lnTo>
                    <a:pt x="130595" y="794"/>
                  </a:lnTo>
                  <a:lnTo>
                    <a:pt x="125195" y="1411"/>
                  </a:lnTo>
                  <a:lnTo>
                    <a:pt x="119818" y="2204"/>
                  </a:lnTo>
                  <a:lnTo>
                    <a:pt x="114470" y="3170"/>
                  </a:lnTo>
                  <a:lnTo>
                    <a:pt x="109156" y="4310"/>
                  </a:lnTo>
                  <a:lnTo>
                    <a:pt x="103882" y="5623"/>
                  </a:lnTo>
                  <a:lnTo>
                    <a:pt x="98653" y="7106"/>
                  </a:lnTo>
                  <a:lnTo>
                    <a:pt x="93475" y="8758"/>
                  </a:lnTo>
                  <a:lnTo>
                    <a:pt x="88354" y="10577"/>
                  </a:lnTo>
                  <a:lnTo>
                    <a:pt x="83295" y="12563"/>
                  </a:lnTo>
                  <a:lnTo>
                    <a:pt x="78302" y="14711"/>
                  </a:lnTo>
                  <a:lnTo>
                    <a:pt x="73383" y="17021"/>
                  </a:lnTo>
                  <a:lnTo>
                    <a:pt x="68540" y="19489"/>
                  </a:lnTo>
                  <a:lnTo>
                    <a:pt x="63781" y="22114"/>
                  </a:lnTo>
                  <a:lnTo>
                    <a:pt x="59110" y="24892"/>
                  </a:lnTo>
                  <a:lnTo>
                    <a:pt x="54531" y="27820"/>
                  </a:lnTo>
                  <a:lnTo>
                    <a:pt x="50050" y="30896"/>
                  </a:lnTo>
                  <a:lnTo>
                    <a:pt x="45671" y="34115"/>
                  </a:lnTo>
                  <a:lnTo>
                    <a:pt x="41400" y="37475"/>
                  </a:lnTo>
                  <a:lnTo>
                    <a:pt x="37239" y="40973"/>
                  </a:lnTo>
                  <a:lnTo>
                    <a:pt x="33195" y="44603"/>
                  </a:lnTo>
                  <a:lnTo>
                    <a:pt x="29271" y="48364"/>
                  </a:lnTo>
                  <a:lnTo>
                    <a:pt x="25471" y="52250"/>
                  </a:lnTo>
                  <a:lnTo>
                    <a:pt x="21799" y="56257"/>
                  </a:lnTo>
                  <a:lnTo>
                    <a:pt x="18260" y="60381"/>
                  </a:lnTo>
                  <a:lnTo>
                    <a:pt x="14857" y="64619"/>
                  </a:lnTo>
                  <a:lnTo>
                    <a:pt x="11593" y="68965"/>
                  </a:lnTo>
                  <a:lnTo>
                    <a:pt x="8472" y="73414"/>
                  </a:lnTo>
                  <a:lnTo>
                    <a:pt x="5497" y="77963"/>
                  </a:lnTo>
                  <a:lnTo>
                    <a:pt x="2672" y="82606"/>
                  </a:lnTo>
                  <a:lnTo>
                    <a:pt x="0" y="87338"/>
                  </a:lnTo>
                  <a:lnTo>
                    <a:pt x="14687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8383" y="5357095"/>
              <a:ext cx="146875" cy="79828"/>
            </a:xfrm>
            <a:custGeom>
              <a:avLst/>
              <a:pathLst>
                <a:path w="146875" h="79828">
                  <a:moveTo>
                    <a:pt x="0" y="0"/>
                  </a:moveTo>
                  <a:lnTo>
                    <a:pt x="146875" y="79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8383" y="5357095"/>
              <a:ext cx="146875" cy="79828"/>
            </a:xfrm>
            <a:custGeom>
              <a:avLst/>
              <a:pathLst>
                <a:path w="146875" h="79828">
                  <a:moveTo>
                    <a:pt x="0" y="0"/>
                  </a:moveTo>
                  <a:lnTo>
                    <a:pt x="146875" y="79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8383" y="5357095"/>
              <a:ext cx="146875" cy="79828"/>
            </a:xfrm>
            <a:custGeom>
              <a:avLst/>
              <a:pathLst>
                <a:path w="146875" h="79828">
                  <a:moveTo>
                    <a:pt x="0" y="0"/>
                  </a:moveTo>
                  <a:lnTo>
                    <a:pt x="146875" y="79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8383" y="5357095"/>
              <a:ext cx="146875" cy="79828"/>
            </a:xfrm>
            <a:custGeom>
              <a:avLst/>
              <a:pathLst>
                <a:path w="146875" h="79828">
                  <a:moveTo>
                    <a:pt x="0" y="0"/>
                  </a:moveTo>
                  <a:lnTo>
                    <a:pt x="146875" y="79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84357" y="5357095"/>
              <a:ext cx="160900" cy="79828"/>
            </a:xfrm>
            <a:custGeom>
              <a:avLst/>
              <a:pathLst>
                <a:path w="160900" h="79828">
                  <a:moveTo>
                    <a:pt x="14025" y="0"/>
                  </a:moveTo>
                  <a:lnTo>
                    <a:pt x="11158" y="5517"/>
                  </a:lnTo>
                  <a:lnTo>
                    <a:pt x="8498" y="11136"/>
                  </a:lnTo>
                  <a:lnTo>
                    <a:pt x="6049" y="16851"/>
                  </a:lnTo>
                  <a:lnTo>
                    <a:pt x="3814" y="22653"/>
                  </a:lnTo>
                  <a:lnTo>
                    <a:pt x="1797" y="28534"/>
                  </a:lnTo>
                  <a:lnTo>
                    <a:pt x="0" y="34486"/>
                  </a:lnTo>
                  <a:lnTo>
                    <a:pt x="160900" y="79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101" y="5269756"/>
              <a:ext cx="334307" cy="334334"/>
            </a:xfrm>
            <a:custGeom>
              <a:avLst/>
              <a:pathLst>
                <a:path w="334307" h="334334">
                  <a:moveTo>
                    <a:pt x="6256" y="121825"/>
                  </a:moveTo>
                  <a:lnTo>
                    <a:pt x="4897" y="126958"/>
                  </a:lnTo>
                  <a:lnTo>
                    <a:pt x="3702" y="132132"/>
                  </a:lnTo>
                  <a:lnTo>
                    <a:pt x="2671" y="137341"/>
                  </a:lnTo>
                  <a:lnTo>
                    <a:pt x="1807" y="142580"/>
                  </a:lnTo>
                  <a:lnTo>
                    <a:pt x="1110" y="147844"/>
                  </a:lnTo>
                  <a:lnTo>
                    <a:pt x="580" y="153127"/>
                  </a:lnTo>
                  <a:lnTo>
                    <a:pt x="218" y="158424"/>
                  </a:lnTo>
                  <a:lnTo>
                    <a:pt x="24" y="163731"/>
                  </a:lnTo>
                  <a:lnTo>
                    <a:pt x="0" y="169040"/>
                  </a:lnTo>
                  <a:lnTo>
                    <a:pt x="143" y="174348"/>
                  </a:lnTo>
                  <a:lnTo>
                    <a:pt x="456" y="179649"/>
                  </a:lnTo>
                  <a:lnTo>
                    <a:pt x="936" y="184937"/>
                  </a:lnTo>
                  <a:lnTo>
                    <a:pt x="1584" y="190207"/>
                  </a:lnTo>
                  <a:lnTo>
                    <a:pt x="2400" y="195454"/>
                  </a:lnTo>
                  <a:lnTo>
                    <a:pt x="3381" y="200672"/>
                  </a:lnTo>
                  <a:lnTo>
                    <a:pt x="4528" y="205857"/>
                  </a:lnTo>
                  <a:lnTo>
                    <a:pt x="5839" y="211002"/>
                  </a:lnTo>
                  <a:lnTo>
                    <a:pt x="7312" y="216103"/>
                  </a:lnTo>
                  <a:lnTo>
                    <a:pt x="8947" y="221155"/>
                  </a:lnTo>
                  <a:lnTo>
                    <a:pt x="10742" y="226153"/>
                  </a:lnTo>
                  <a:lnTo>
                    <a:pt x="12694" y="231091"/>
                  </a:lnTo>
                  <a:lnTo>
                    <a:pt x="14802" y="235964"/>
                  </a:lnTo>
                  <a:lnTo>
                    <a:pt x="17064" y="240768"/>
                  </a:lnTo>
                  <a:lnTo>
                    <a:pt x="19477" y="245498"/>
                  </a:lnTo>
                  <a:lnTo>
                    <a:pt x="22039" y="250148"/>
                  </a:lnTo>
                  <a:lnTo>
                    <a:pt x="24748" y="254715"/>
                  </a:lnTo>
                  <a:lnTo>
                    <a:pt x="27600" y="259194"/>
                  </a:lnTo>
                  <a:lnTo>
                    <a:pt x="30593" y="263580"/>
                  </a:lnTo>
                  <a:lnTo>
                    <a:pt x="33724" y="267868"/>
                  </a:lnTo>
                  <a:lnTo>
                    <a:pt x="36990" y="272055"/>
                  </a:lnTo>
                  <a:lnTo>
                    <a:pt x="40387" y="276136"/>
                  </a:lnTo>
                  <a:lnTo>
                    <a:pt x="43911" y="280108"/>
                  </a:lnTo>
                  <a:lnTo>
                    <a:pt x="47560" y="283965"/>
                  </a:lnTo>
                  <a:lnTo>
                    <a:pt x="51330" y="287704"/>
                  </a:lnTo>
                  <a:lnTo>
                    <a:pt x="55217" y="291322"/>
                  </a:lnTo>
                  <a:lnTo>
                    <a:pt x="59216" y="294814"/>
                  </a:lnTo>
                  <a:lnTo>
                    <a:pt x="63325" y="298178"/>
                  </a:lnTo>
                  <a:lnTo>
                    <a:pt x="67538" y="301410"/>
                  </a:lnTo>
                  <a:lnTo>
                    <a:pt x="71852" y="304506"/>
                  </a:lnTo>
                  <a:lnTo>
                    <a:pt x="76262" y="307463"/>
                  </a:lnTo>
                  <a:lnTo>
                    <a:pt x="80763" y="310279"/>
                  </a:lnTo>
                  <a:lnTo>
                    <a:pt x="85352" y="312951"/>
                  </a:lnTo>
                  <a:lnTo>
                    <a:pt x="90023" y="315475"/>
                  </a:lnTo>
                  <a:lnTo>
                    <a:pt x="94772" y="317850"/>
                  </a:lnTo>
                  <a:lnTo>
                    <a:pt x="99594" y="320073"/>
                  </a:lnTo>
                  <a:lnTo>
                    <a:pt x="104485" y="322142"/>
                  </a:lnTo>
                  <a:lnTo>
                    <a:pt x="109438" y="324054"/>
                  </a:lnTo>
                  <a:lnTo>
                    <a:pt x="114450" y="325808"/>
                  </a:lnTo>
                  <a:lnTo>
                    <a:pt x="119515" y="327402"/>
                  </a:lnTo>
                  <a:lnTo>
                    <a:pt x="124628" y="328834"/>
                  </a:lnTo>
                  <a:lnTo>
                    <a:pt x="129784" y="330103"/>
                  </a:lnTo>
                  <a:lnTo>
                    <a:pt x="134977" y="331208"/>
                  </a:lnTo>
                  <a:lnTo>
                    <a:pt x="140204" y="332147"/>
                  </a:lnTo>
                  <a:lnTo>
                    <a:pt x="145457" y="332920"/>
                  </a:lnTo>
                  <a:lnTo>
                    <a:pt x="150732" y="333526"/>
                  </a:lnTo>
                  <a:lnTo>
                    <a:pt x="156024" y="333963"/>
                  </a:lnTo>
                  <a:lnTo>
                    <a:pt x="161327" y="334233"/>
                  </a:lnTo>
                  <a:lnTo>
                    <a:pt x="166635" y="334334"/>
                  </a:lnTo>
                  <a:lnTo>
                    <a:pt x="171945" y="334266"/>
                  </a:lnTo>
                  <a:lnTo>
                    <a:pt x="177249" y="334029"/>
                  </a:lnTo>
                  <a:lnTo>
                    <a:pt x="182544" y="333625"/>
                  </a:lnTo>
                  <a:lnTo>
                    <a:pt x="187823" y="333052"/>
                  </a:lnTo>
                  <a:lnTo>
                    <a:pt x="193081" y="332312"/>
                  </a:lnTo>
                  <a:lnTo>
                    <a:pt x="198312" y="331405"/>
                  </a:lnTo>
                  <a:lnTo>
                    <a:pt x="203513" y="330333"/>
                  </a:lnTo>
                  <a:lnTo>
                    <a:pt x="208677" y="329096"/>
                  </a:lnTo>
                  <a:lnTo>
                    <a:pt x="213798" y="327696"/>
                  </a:lnTo>
                  <a:lnTo>
                    <a:pt x="218873" y="326133"/>
                  </a:lnTo>
                  <a:lnTo>
                    <a:pt x="223896" y="324411"/>
                  </a:lnTo>
                  <a:lnTo>
                    <a:pt x="228861" y="322529"/>
                  </a:lnTo>
                  <a:lnTo>
                    <a:pt x="233764" y="320491"/>
                  </a:lnTo>
                  <a:lnTo>
                    <a:pt x="238600" y="318299"/>
                  </a:lnTo>
                  <a:lnTo>
                    <a:pt x="243364" y="315953"/>
                  </a:lnTo>
                  <a:lnTo>
                    <a:pt x="248051" y="313458"/>
                  </a:lnTo>
                  <a:lnTo>
                    <a:pt x="252656" y="310815"/>
                  </a:lnTo>
                  <a:lnTo>
                    <a:pt x="257175" y="308027"/>
                  </a:lnTo>
                  <a:lnTo>
                    <a:pt x="261603" y="305097"/>
                  </a:lnTo>
                  <a:lnTo>
                    <a:pt x="265936" y="302028"/>
                  </a:lnTo>
                  <a:lnTo>
                    <a:pt x="270170" y="298823"/>
                  </a:lnTo>
                  <a:lnTo>
                    <a:pt x="274299" y="295485"/>
                  </a:lnTo>
                  <a:lnTo>
                    <a:pt x="278320" y="292017"/>
                  </a:lnTo>
                  <a:lnTo>
                    <a:pt x="282229" y="288424"/>
                  </a:lnTo>
                  <a:lnTo>
                    <a:pt x="286022" y="284708"/>
                  </a:lnTo>
                  <a:lnTo>
                    <a:pt x="289695" y="280874"/>
                  </a:lnTo>
                  <a:lnTo>
                    <a:pt x="293245" y="276924"/>
                  </a:lnTo>
                  <a:lnTo>
                    <a:pt x="296667" y="272865"/>
                  </a:lnTo>
                  <a:lnTo>
                    <a:pt x="299959" y="268698"/>
                  </a:lnTo>
                  <a:lnTo>
                    <a:pt x="303116" y="264429"/>
                  </a:lnTo>
                  <a:lnTo>
                    <a:pt x="306136" y="260062"/>
                  </a:lnTo>
                  <a:lnTo>
                    <a:pt x="309017" y="255601"/>
                  </a:lnTo>
                  <a:lnTo>
                    <a:pt x="311754" y="251051"/>
                  </a:lnTo>
                  <a:lnTo>
                    <a:pt x="314345" y="246417"/>
                  </a:lnTo>
                  <a:lnTo>
                    <a:pt x="316788" y="241702"/>
                  </a:lnTo>
                  <a:lnTo>
                    <a:pt x="319079" y="236912"/>
                  </a:lnTo>
                  <a:lnTo>
                    <a:pt x="321218" y="232052"/>
                  </a:lnTo>
                  <a:lnTo>
                    <a:pt x="323201" y="227126"/>
                  </a:lnTo>
                  <a:lnTo>
                    <a:pt x="325026" y="222140"/>
                  </a:lnTo>
                  <a:lnTo>
                    <a:pt x="326693" y="217099"/>
                  </a:lnTo>
                  <a:lnTo>
                    <a:pt x="328198" y="212007"/>
                  </a:lnTo>
                  <a:lnTo>
                    <a:pt x="329541" y="206870"/>
                  </a:lnTo>
                  <a:lnTo>
                    <a:pt x="330720" y="201692"/>
                  </a:lnTo>
                  <a:lnTo>
                    <a:pt x="331734" y="196480"/>
                  </a:lnTo>
                  <a:lnTo>
                    <a:pt x="332582" y="191239"/>
                  </a:lnTo>
                  <a:lnTo>
                    <a:pt x="333263" y="185973"/>
                  </a:lnTo>
                  <a:lnTo>
                    <a:pt x="333776" y="180688"/>
                  </a:lnTo>
                  <a:lnTo>
                    <a:pt x="334122" y="175389"/>
                  </a:lnTo>
                  <a:lnTo>
                    <a:pt x="334298" y="170082"/>
                  </a:lnTo>
                  <a:lnTo>
                    <a:pt x="334307" y="164772"/>
                  </a:lnTo>
                  <a:lnTo>
                    <a:pt x="334146" y="159465"/>
                  </a:lnTo>
                  <a:lnTo>
                    <a:pt x="333818" y="154165"/>
                  </a:lnTo>
                  <a:lnTo>
                    <a:pt x="333321" y="148879"/>
                  </a:lnTo>
                  <a:lnTo>
                    <a:pt x="332656" y="143611"/>
                  </a:lnTo>
                  <a:lnTo>
                    <a:pt x="331824" y="138367"/>
                  </a:lnTo>
                  <a:lnTo>
                    <a:pt x="330827" y="133151"/>
                  </a:lnTo>
                  <a:lnTo>
                    <a:pt x="329664" y="127971"/>
                  </a:lnTo>
                  <a:lnTo>
                    <a:pt x="328337" y="122829"/>
                  </a:lnTo>
                  <a:lnTo>
                    <a:pt x="326847" y="117733"/>
                  </a:lnTo>
                  <a:lnTo>
                    <a:pt x="325197" y="112686"/>
                  </a:lnTo>
                  <a:lnTo>
                    <a:pt x="323387" y="107694"/>
                  </a:lnTo>
                  <a:lnTo>
                    <a:pt x="321419" y="102762"/>
                  </a:lnTo>
                  <a:lnTo>
                    <a:pt x="319296" y="97895"/>
                  </a:lnTo>
                  <a:lnTo>
                    <a:pt x="317019" y="93099"/>
                  </a:lnTo>
                  <a:lnTo>
                    <a:pt x="314591" y="88376"/>
                  </a:lnTo>
                  <a:lnTo>
                    <a:pt x="312014" y="83734"/>
                  </a:lnTo>
                  <a:lnTo>
                    <a:pt x="309292" y="79175"/>
                  </a:lnTo>
                  <a:lnTo>
                    <a:pt x="306425" y="74705"/>
                  </a:lnTo>
                  <a:lnTo>
                    <a:pt x="303419" y="70329"/>
                  </a:lnTo>
                  <a:lnTo>
                    <a:pt x="300274" y="66050"/>
                  </a:lnTo>
                  <a:lnTo>
                    <a:pt x="296996" y="61873"/>
                  </a:lnTo>
                  <a:lnTo>
                    <a:pt x="293586" y="57803"/>
                  </a:lnTo>
                  <a:lnTo>
                    <a:pt x="290049" y="53843"/>
                  </a:lnTo>
                  <a:lnTo>
                    <a:pt x="286388" y="49997"/>
                  </a:lnTo>
                  <a:lnTo>
                    <a:pt x="282607" y="46269"/>
                  </a:lnTo>
                  <a:lnTo>
                    <a:pt x="278709" y="42664"/>
                  </a:lnTo>
                  <a:lnTo>
                    <a:pt x="274698" y="39184"/>
                  </a:lnTo>
                  <a:lnTo>
                    <a:pt x="270579" y="35833"/>
                  </a:lnTo>
                  <a:lnTo>
                    <a:pt x="266356" y="32614"/>
                  </a:lnTo>
                  <a:lnTo>
                    <a:pt x="262033" y="29532"/>
                  </a:lnTo>
                  <a:lnTo>
                    <a:pt x="257614" y="26588"/>
                  </a:lnTo>
                  <a:lnTo>
                    <a:pt x="253103" y="23786"/>
                  </a:lnTo>
                  <a:lnTo>
                    <a:pt x="248506" y="21129"/>
                  </a:lnTo>
                  <a:lnTo>
                    <a:pt x="243827" y="18619"/>
                  </a:lnTo>
                  <a:lnTo>
                    <a:pt x="239071" y="16259"/>
                  </a:lnTo>
                  <a:lnTo>
                    <a:pt x="234242" y="14051"/>
                  </a:lnTo>
                  <a:lnTo>
                    <a:pt x="229345" y="11998"/>
                  </a:lnTo>
                  <a:lnTo>
                    <a:pt x="224385" y="10101"/>
                  </a:lnTo>
                  <a:lnTo>
                    <a:pt x="219368" y="8362"/>
                  </a:lnTo>
                  <a:lnTo>
                    <a:pt x="214298" y="6784"/>
                  </a:lnTo>
                  <a:lnTo>
                    <a:pt x="209181" y="5368"/>
                  </a:lnTo>
                  <a:lnTo>
                    <a:pt x="204021" y="4115"/>
                  </a:lnTo>
                  <a:lnTo>
                    <a:pt x="198824" y="3026"/>
                  </a:lnTo>
                  <a:lnTo>
                    <a:pt x="193595" y="2103"/>
                  </a:lnTo>
                  <a:lnTo>
                    <a:pt x="188339" y="1347"/>
                  </a:lnTo>
                  <a:lnTo>
                    <a:pt x="183062" y="758"/>
                  </a:lnTo>
                  <a:lnTo>
                    <a:pt x="177769" y="337"/>
                  </a:lnTo>
                  <a:lnTo>
                    <a:pt x="172466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60940" y="5018213"/>
              <a:ext cx="160098" cy="167167"/>
            </a:xfrm>
            <a:custGeom>
              <a:avLst/>
              <a:pathLst>
                <a:path w="160098" h="167167">
                  <a:moveTo>
                    <a:pt x="160098" y="0"/>
                  </a:moveTo>
                  <a:lnTo>
                    <a:pt x="154617" y="89"/>
                  </a:lnTo>
                  <a:lnTo>
                    <a:pt x="149142" y="359"/>
                  </a:lnTo>
                  <a:lnTo>
                    <a:pt x="143679" y="808"/>
                  </a:lnTo>
                  <a:lnTo>
                    <a:pt x="138233" y="1436"/>
                  </a:lnTo>
                  <a:lnTo>
                    <a:pt x="132811" y="2242"/>
                  </a:lnTo>
                  <a:lnTo>
                    <a:pt x="127418" y="3225"/>
                  </a:lnTo>
                  <a:lnTo>
                    <a:pt x="122060" y="4385"/>
                  </a:lnTo>
                  <a:lnTo>
                    <a:pt x="116743" y="5719"/>
                  </a:lnTo>
                  <a:lnTo>
                    <a:pt x="111473" y="7228"/>
                  </a:lnTo>
                  <a:lnTo>
                    <a:pt x="106255" y="8908"/>
                  </a:lnTo>
                  <a:lnTo>
                    <a:pt x="101095" y="10759"/>
                  </a:lnTo>
                  <a:lnTo>
                    <a:pt x="95999" y="12777"/>
                  </a:lnTo>
                  <a:lnTo>
                    <a:pt x="90971" y="14962"/>
                  </a:lnTo>
                  <a:lnTo>
                    <a:pt x="86018" y="17310"/>
                  </a:lnTo>
                  <a:lnTo>
                    <a:pt x="81144" y="19820"/>
                  </a:lnTo>
                  <a:lnTo>
                    <a:pt x="76355" y="22488"/>
                  </a:lnTo>
                  <a:lnTo>
                    <a:pt x="71657" y="25311"/>
                  </a:lnTo>
                  <a:lnTo>
                    <a:pt x="67053" y="28287"/>
                  </a:lnTo>
                  <a:lnTo>
                    <a:pt x="62550" y="31413"/>
                  </a:lnTo>
                  <a:lnTo>
                    <a:pt x="58151" y="34684"/>
                  </a:lnTo>
                  <a:lnTo>
                    <a:pt x="53862" y="38098"/>
                  </a:lnTo>
                  <a:lnTo>
                    <a:pt x="49687" y="41651"/>
                  </a:lnTo>
                  <a:lnTo>
                    <a:pt x="45631" y="45338"/>
                  </a:lnTo>
                  <a:lnTo>
                    <a:pt x="41698" y="49157"/>
                  </a:lnTo>
                  <a:lnTo>
                    <a:pt x="37893" y="53103"/>
                  </a:lnTo>
                  <a:lnTo>
                    <a:pt x="34218" y="57171"/>
                  </a:lnTo>
                  <a:lnTo>
                    <a:pt x="30679" y="61357"/>
                  </a:lnTo>
                  <a:lnTo>
                    <a:pt x="27280" y="65657"/>
                  </a:lnTo>
                  <a:lnTo>
                    <a:pt x="24023" y="70067"/>
                  </a:lnTo>
                  <a:lnTo>
                    <a:pt x="20912" y="74581"/>
                  </a:lnTo>
                  <a:lnTo>
                    <a:pt x="17952" y="79194"/>
                  </a:lnTo>
                  <a:lnTo>
                    <a:pt x="15143" y="83902"/>
                  </a:lnTo>
                  <a:lnTo>
                    <a:pt x="12491" y="88700"/>
                  </a:lnTo>
                  <a:lnTo>
                    <a:pt x="9998" y="93581"/>
                  </a:lnTo>
                  <a:lnTo>
                    <a:pt x="7666" y="98543"/>
                  </a:lnTo>
                  <a:lnTo>
                    <a:pt x="5498" y="103577"/>
                  </a:lnTo>
                  <a:lnTo>
                    <a:pt x="3496" y="108681"/>
                  </a:lnTo>
                  <a:lnTo>
                    <a:pt x="1663" y="113847"/>
                  </a:lnTo>
                  <a:lnTo>
                    <a:pt x="0" y="119070"/>
                  </a:lnTo>
                  <a:lnTo>
                    <a:pt x="1600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60940" y="5137283"/>
              <a:ext cx="160098" cy="48096"/>
            </a:xfrm>
            <a:custGeom>
              <a:avLst/>
              <a:pathLst>
                <a:path w="160098" h="48096">
                  <a:moveTo>
                    <a:pt x="0" y="0"/>
                  </a:moveTo>
                  <a:lnTo>
                    <a:pt x="160098" y="480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60940" y="5137283"/>
              <a:ext cx="160098" cy="48096"/>
            </a:xfrm>
            <a:custGeom>
              <a:avLst/>
              <a:pathLst>
                <a:path w="160098" h="48096">
                  <a:moveTo>
                    <a:pt x="0" y="0"/>
                  </a:moveTo>
                  <a:lnTo>
                    <a:pt x="160098" y="480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60940" y="5137283"/>
              <a:ext cx="160098" cy="48096"/>
            </a:xfrm>
            <a:custGeom>
              <a:avLst/>
              <a:pathLst>
                <a:path w="160098" h="48096">
                  <a:moveTo>
                    <a:pt x="0" y="0"/>
                  </a:moveTo>
                  <a:lnTo>
                    <a:pt x="160098" y="480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4093" y="5137283"/>
              <a:ext cx="166945" cy="48096"/>
            </a:xfrm>
            <a:custGeom>
              <a:avLst/>
              <a:pathLst>
                <a:path w="166945" h="48096">
                  <a:moveTo>
                    <a:pt x="6846" y="0"/>
                  </a:moveTo>
                  <a:lnTo>
                    <a:pt x="5049" y="6449"/>
                  </a:lnTo>
                  <a:lnTo>
                    <a:pt x="3511" y="12966"/>
                  </a:lnTo>
                  <a:lnTo>
                    <a:pt x="2235" y="19539"/>
                  </a:lnTo>
                  <a:lnTo>
                    <a:pt x="1224" y="26158"/>
                  </a:lnTo>
                  <a:lnTo>
                    <a:pt x="478" y="32812"/>
                  </a:lnTo>
                  <a:lnTo>
                    <a:pt x="0" y="39491"/>
                  </a:lnTo>
                  <a:lnTo>
                    <a:pt x="166945" y="48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83" y="5018213"/>
              <a:ext cx="334305" cy="334334"/>
            </a:xfrm>
            <a:custGeom>
              <a:avLst/>
              <a:pathLst>
                <a:path w="334305" h="334334">
                  <a:moveTo>
                    <a:pt x="209" y="158561"/>
                  </a:moveTo>
                  <a:lnTo>
                    <a:pt x="20" y="163867"/>
                  </a:lnTo>
                  <a:lnTo>
                    <a:pt x="0" y="169176"/>
                  </a:lnTo>
                  <a:lnTo>
                    <a:pt x="148" y="174483"/>
                  </a:lnTo>
                  <a:lnTo>
                    <a:pt x="464" y="179782"/>
                  </a:lnTo>
                  <a:lnTo>
                    <a:pt x="949" y="185069"/>
                  </a:lnTo>
                  <a:lnTo>
                    <a:pt x="1601" y="190337"/>
                  </a:lnTo>
                  <a:lnTo>
                    <a:pt x="2420" y="195583"/>
                  </a:lnTo>
                  <a:lnTo>
                    <a:pt x="3406" y="200799"/>
                  </a:lnTo>
                  <a:lnTo>
                    <a:pt x="4556" y="205982"/>
                  </a:lnTo>
                  <a:lnTo>
                    <a:pt x="5871" y="211126"/>
                  </a:lnTo>
                  <a:lnTo>
                    <a:pt x="7348" y="216225"/>
                  </a:lnTo>
                  <a:lnTo>
                    <a:pt x="8986" y="221275"/>
                  </a:lnTo>
                  <a:lnTo>
                    <a:pt x="10784" y="226270"/>
                  </a:lnTo>
                  <a:lnTo>
                    <a:pt x="12740" y="231205"/>
                  </a:lnTo>
                  <a:lnTo>
                    <a:pt x="14851" y="236076"/>
                  </a:lnTo>
                  <a:lnTo>
                    <a:pt x="17116" y="240878"/>
                  </a:lnTo>
                  <a:lnTo>
                    <a:pt x="19532" y="245605"/>
                  </a:lnTo>
                  <a:lnTo>
                    <a:pt x="22097" y="250253"/>
                  </a:lnTo>
                  <a:lnTo>
                    <a:pt x="24809" y="254817"/>
                  </a:lnTo>
                  <a:lnTo>
                    <a:pt x="27664" y="259293"/>
                  </a:lnTo>
                  <a:lnTo>
                    <a:pt x="30660" y="263676"/>
                  </a:lnTo>
                  <a:lnTo>
                    <a:pt x="33793" y="267962"/>
                  </a:lnTo>
                  <a:lnTo>
                    <a:pt x="37061" y="272146"/>
                  </a:lnTo>
                  <a:lnTo>
                    <a:pt x="40460" y="276224"/>
                  </a:lnTo>
                  <a:lnTo>
                    <a:pt x="43987" y="280192"/>
                  </a:lnTo>
                  <a:lnTo>
                    <a:pt x="47638" y="284046"/>
                  </a:lnTo>
                  <a:lnTo>
                    <a:pt x="51410" y="287782"/>
                  </a:lnTo>
                  <a:lnTo>
                    <a:pt x="55298" y="291397"/>
                  </a:lnTo>
                  <a:lnTo>
                    <a:pt x="59299" y="294886"/>
                  </a:lnTo>
                  <a:lnTo>
                    <a:pt x="63409" y="298246"/>
                  </a:lnTo>
                  <a:lnTo>
                    <a:pt x="67624" y="301474"/>
                  </a:lnTo>
                  <a:lnTo>
                    <a:pt x="71939" y="304567"/>
                  </a:lnTo>
                  <a:lnTo>
                    <a:pt x="76350" y="307521"/>
                  </a:lnTo>
                  <a:lnTo>
                    <a:pt x="80852" y="310334"/>
                  </a:lnTo>
                  <a:lnTo>
                    <a:pt x="85442" y="313002"/>
                  </a:lnTo>
                  <a:lnTo>
                    <a:pt x="90114" y="315523"/>
                  </a:lnTo>
                  <a:lnTo>
                    <a:pt x="94864" y="317895"/>
                  </a:lnTo>
                  <a:lnTo>
                    <a:pt x="99686" y="320115"/>
                  </a:lnTo>
                  <a:lnTo>
                    <a:pt x="104577" y="322180"/>
                  </a:lnTo>
                  <a:lnTo>
                    <a:pt x="109531" y="324089"/>
                  </a:lnTo>
                  <a:lnTo>
                    <a:pt x="114543" y="325839"/>
                  </a:lnTo>
                  <a:lnTo>
                    <a:pt x="119608" y="327430"/>
                  </a:lnTo>
                  <a:lnTo>
                    <a:pt x="124721" y="328859"/>
                  </a:lnTo>
                  <a:lnTo>
                    <a:pt x="129877" y="330125"/>
                  </a:lnTo>
                  <a:lnTo>
                    <a:pt x="135070" y="331226"/>
                  </a:lnTo>
                  <a:lnTo>
                    <a:pt x="140296" y="332163"/>
                  </a:lnTo>
                  <a:lnTo>
                    <a:pt x="145549" y="332932"/>
                  </a:lnTo>
                  <a:lnTo>
                    <a:pt x="150823" y="333535"/>
                  </a:lnTo>
                  <a:lnTo>
                    <a:pt x="156114" y="333969"/>
                  </a:lnTo>
                  <a:lnTo>
                    <a:pt x="161416" y="334236"/>
                  </a:lnTo>
                  <a:lnTo>
                    <a:pt x="166724" y="334334"/>
                  </a:lnTo>
                  <a:lnTo>
                    <a:pt x="172033" y="334263"/>
                  </a:lnTo>
                  <a:lnTo>
                    <a:pt x="177336" y="334024"/>
                  </a:lnTo>
                  <a:lnTo>
                    <a:pt x="182630" y="333617"/>
                  </a:lnTo>
                  <a:lnTo>
                    <a:pt x="187907" y="333041"/>
                  </a:lnTo>
                  <a:lnTo>
                    <a:pt x="193164" y="332299"/>
                  </a:lnTo>
                  <a:lnTo>
                    <a:pt x="198394" y="331389"/>
                  </a:lnTo>
                  <a:lnTo>
                    <a:pt x="203593" y="330315"/>
                  </a:lnTo>
                  <a:lnTo>
                    <a:pt x="208756" y="329075"/>
                  </a:lnTo>
                  <a:lnTo>
                    <a:pt x="213876" y="327673"/>
                  </a:lnTo>
                  <a:lnTo>
                    <a:pt x="218949" y="326108"/>
                  </a:lnTo>
                  <a:lnTo>
                    <a:pt x="223970" y="324383"/>
                  </a:lnTo>
                  <a:lnTo>
                    <a:pt x="228933" y="322500"/>
                  </a:lnTo>
                  <a:lnTo>
                    <a:pt x="233835" y="320460"/>
                  </a:lnTo>
                  <a:lnTo>
                    <a:pt x="238669" y="318265"/>
                  </a:lnTo>
                  <a:lnTo>
                    <a:pt x="243431" y="315918"/>
                  </a:lnTo>
                  <a:lnTo>
                    <a:pt x="248116" y="313421"/>
                  </a:lnTo>
                  <a:lnTo>
                    <a:pt x="252719" y="310777"/>
                  </a:lnTo>
                  <a:lnTo>
                    <a:pt x="257236" y="307987"/>
                  </a:lnTo>
                  <a:lnTo>
                    <a:pt x="261662" y="305056"/>
                  </a:lnTo>
                  <a:lnTo>
                    <a:pt x="265993" y="301985"/>
                  </a:lnTo>
                  <a:lnTo>
                    <a:pt x="270224" y="298779"/>
                  </a:lnTo>
                  <a:lnTo>
                    <a:pt x="274351" y="295440"/>
                  </a:lnTo>
                  <a:lnTo>
                    <a:pt x="278370" y="291971"/>
                  </a:lnTo>
                  <a:lnTo>
                    <a:pt x="282277" y="288377"/>
                  </a:lnTo>
                  <a:lnTo>
                    <a:pt x="286068" y="284660"/>
                  </a:lnTo>
                  <a:lnTo>
                    <a:pt x="289739" y="280825"/>
                  </a:lnTo>
                  <a:lnTo>
                    <a:pt x="293286" y="276875"/>
                  </a:lnTo>
                  <a:lnTo>
                    <a:pt x="296706" y="272814"/>
                  </a:lnTo>
                  <a:lnTo>
                    <a:pt x="299996" y="268647"/>
                  </a:lnTo>
                  <a:lnTo>
                    <a:pt x="303151" y="264378"/>
                  </a:lnTo>
                  <a:lnTo>
                    <a:pt x="306169" y="260010"/>
                  </a:lnTo>
                  <a:lnTo>
                    <a:pt x="309047" y="255549"/>
                  </a:lnTo>
                  <a:lnTo>
                    <a:pt x="311782" y="250999"/>
                  </a:lnTo>
                  <a:lnTo>
                    <a:pt x="314371" y="246364"/>
                  </a:lnTo>
                  <a:lnTo>
                    <a:pt x="316812" y="241650"/>
                  </a:lnTo>
                  <a:lnTo>
                    <a:pt x="319102" y="236860"/>
                  </a:lnTo>
                  <a:lnTo>
                    <a:pt x="321238" y="232000"/>
                  </a:lnTo>
                  <a:lnTo>
                    <a:pt x="323219" y="227074"/>
                  </a:lnTo>
                  <a:lnTo>
                    <a:pt x="325043" y="222089"/>
                  </a:lnTo>
                  <a:lnTo>
                    <a:pt x="326707" y="217047"/>
                  </a:lnTo>
                  <a:lnTo>
                    <a:pt x="328211" y="211956"/>
                  </a:lnTo>
                  <a:lnTo>
                    <a:pt x="329552" y="206819"/>
                  </a:lnTo>
                  <a:lnTo>
                    <a:pt x="330729" y="201642"/>
                  </a:lnTo>
                  <a:lnTo>
                    <a:pt x="331741" y="196431"/>
                  </a:lnTo>
                  <a:lnTo>
                    <a:pt x="332587" y="191190"/>
                  </a:lnTo>
                  <a:lnTo>
                    <a:pt x="333267" y="185924"/>
                  </a:lnTo>
                  <a:lnTo>
                    <a:pt x="333778" y="180640"/>
                  </a:lnTo>
                  <a:lnTo>
                    <a:pt x="334122" y="175343"/>
                  </a:lnTo>
                  <a:lnTo>
                    <a:pt x="334298" y="170037"/>
                  </a:lnTo>
                  <a:lnTo>
                    <a:pt x="334305" y="164728"/>
                  </a:lnTo>
                  <a:lnTo>
                    <a:pt x="334143" y="159421"/>
                  </a:lnTo>
                  <a:lnTo>
                    <a:pt x="333813" y="154123"/>
                  </a:lnTo>
                  <a:lnTo>
                    <a:pt x="333314" y="148837"/>
                  </a:lnTo>
                  <a:lnTo>
                    <a:pt x="332649" y="143570"/>
                  </a:lnTo>
                  <a:lnTo>
                    <a:pt x="331816" y="138327"/>
                  </a:lnTo>
                  <a:lnTo>
                    <a:pt x="330817" y="133113"/>
                  </a:lnTo>
                  <a:lnTo>
                    <a:pt x="329653" y="127933"/>
                  </a:lnTo>
                  <a:lnTo>
                    <a:pt x="328325" y="122793"/>
                  </a:lnTo>
                  <a:lnTo>
                    <a:pt x="326835" y="117698"/>
                  </a:lnTo>
                  <a:lnTo>
                    <a:pt x="325184" y="112652"/>
                  </a:lnTo>
                  <a:lnTo>
                    <a:pt x="323373" y="107662"/>
                  </a:lnTo>
                  <a:lnTo>
                    <a:pt x="321405" y="102731"/>
                  </a:lnTo>
                  <a:lnTo>
                    <a:pt x="319281" y="97865"/>
                  </a:lnTo>
                  <a:lnTo>
                    <a:pt x="317003" y="93070"/>
                  </a:lnTo>
                  <a:lnTo>
                    <a:pt x="314575" y="88349"/>
                  </a:lnTo>
                  <a:lnTo>
                    <a:pt x="311998" y="83708"/>
                  </a:lnTo>
                  <a:lnTo>
                    <a:pt x="309275" y="79150"/>
                  </a:lnTo>
                  <a:lnTo>
                    <a:pt x="306408" y="74682"/>
                  </a:lnTo>
                  <a:lnTo>
                    <a:pt x="303401" y="70307"/>
                  </a:lnTo>
                  <a:lnTo>
                    <a:pt x="300257" y="66029"/>
                  </a:lnTo>
                  <a:lnTo>
                    <a:pt x="296978" y="61854"/>
                  </a:lnTo>
                  <a:lnTo>
                    <a:pt x="293568" y="57784"/>
                  </a:lnTo>
                  <a:lnTo>
                    <a:pt x="290031" y="53825"/>
                  </a:lnTo>
                  <a:lnTo>
                    <a:pt x="286370" y="49981"/>
                  </a:lnTo>
                  <a:lnTo>
                    <a:pt x="282589" y="46254"/>
                  </a:lnTo>
                  <a:lnTo>
                    <a:pt x="278691" y="42650"/>
                  </a:lnTo>
                  <a:lnTo>
                    <a:pt x="274681" y="39171"/>
                  </a:lnTo>
                  <a:lnTo>
                    <a:pt x="270563" y="35821"/>
                  </a:lnTo>
                  <a:lnTo>
                    <a:pt x="266340" y="32604"/>
                  </a:lnTo>
                  <a:lnTo>
                    <a:pt x="262017" y="29522"/>
                  </a:lnTo>
                  <a:lnTo>
                    <a:pt x="257598" y="26579"/>
                  </a:lnTo>
                  <a:lnTo>
                    <a:pt x="253088" y="23778"/>
                  </a:lnTo>
                  <a:lnTo>
                    <a:pt x="248492" y="21122"/>
                  </a:lnTo>
                  <a:lnTo>
                    <a:pt x="243813" y="18612"/>
                  </a:lnTo>
                  <a:lnTo>
                    <a:pt x="239058" y="16253"/>
                  </a:lnTo>
                  <a:lnTo>
                    <a:pt x="234229" y="14046"/>
                  </a:lnTo>
                  <a:lnTo>
                    <a:pt x="229333" y="11993"/>
                  </a:lnTo>
                  <a:lnTo>
                    <a:pt x="224374" y="10097"/>
                  </a:lnTo>
                  <a:lnTo>
                    <a:pt x="219358" y="8360"/>
                  </a:lnTo>
                  <a:lnTo>
                    <a:pt x="214289" y="6782"/>
                  </a:lnTo>
                  <a:lnTo>
                    <a:pt x="209172" y="5366"/>
                  </a:lnTo>
                  <a:lnTo>
                    <a:pt x="204013" y="4114"/>
                  </a:lnTo>
                  <a:lnTo>
                    <a:pt x="198817" y="3025"/>
                  </a:lnTo>
                  <a:lnTo>
                    <a:pt x="193589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56079" y="4659281"/>
              <a:ext cx="333509" cy="334328"/>
            </a:xfrm>
            <a:custGeom>
              <a:avLst/>
              <a:pathLst>
                <a:path w="333509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1"/>
                  </a:lnTo>
                  <a:lnTo>
                    <a:pt x="145937" y="1352"/>
                  </a:lnTo>
                  <a:lnTo>
                    <a:pt x="140673" y="2111"/>
                  </a:lnTo>
                  <a:lnTo>
                    <a:pt x="135435" y="3037"/>
                  </a:lnTo>
                  <a:lnTo>
                    <a:pt x="130230" y="4129"/>
                  </a:lnTo>
                  <a:lnTo>
                    <a:pt x="125061" y="5386"/>
                  </a:lnTo>
                  <a:lnTo>
                    <a:pt x="119936" y="6807"/>
                  </a:lnTo>
                  <a:lnTo>
                    <a:pt x="114858" y="8390"/>
                  </a:lnTo>
                  <a:lnTo>
                    <a:pt x="109834" y="10135"/>
                  </a:lnTo>
                  <a:lnTo>
                    <a:pt x="104867" y="12038"/>
                  </a:lnTo>
                  <a:lnTo>
                    <a:pt x="99963" y="14098"/>
                  </a:lnTo>
                  <a:lnTo>
                    <a:pt x="95128" y="16313"/>
                  </a:lnTo>
                  <a:lnTo>
                    <a:pt x="90365" y="18681"/>
                  </a:lnTo>
                  <a:lnTo>
                    <a:pt x="85680" y="21199"/>
                  </a:lnTo>
                  <a:lnTo>
                    <a:pt x="81078" y="23865"/>
                  </a:lnTo>
                  <a:lnTo>
                    <a:pt x="76562" y="26676"/>
                  </a:lnTo>
                  <a:lnTo>
                    <a:pt x="72139" y="29629"/>
                  </a:lnTo>
                  <a:lnTo>
                    <a:pt x="67811" y="32721"/>
                  </a:lnTo>
                  <a:lnTo>
                    <a:pt x="63584" y="35950"/>
                  </a:lnTo>
                  <a:lnTo>
                    <a:pt x="59462" y="39311"/>
                  </a:lnTo>
                  <a:lnTo>
                    <a:pt x="55450" y="42802"/>
                  </a:lnTo>
                  <a:lnTo>
                    <a:pt x="51550" y="46418"/>
                  </a:lnTo>
                  <a:lnTo>
                    <a:pt x="47767" y="50157"/>
                  </a:lnTo>
                  <a:lnTo>
                    <a:pt x="44105" y="54015"/>
                  </a:lnTo>
                  <a:lnTo>
                    <a:pt x="40567" y="57986"/>
                  </a:lnTo>
                  <a:lnTo>
                    <a:pt x="37158" y="62069"/>
                  </a:lnTo>
                  <a:lnTo>
                    <a:pt x="33880" y="66258"/>
                  </a:lnTo>
                  <a:lnTo>
                    <a:pt x="30738" y="70549"/>
                  </a:lnTo>
                  <a:lnTo>
                    <a:pt x="27733" y="74937"/>
                  </a:lnTo>
                  <a:lnTo>
                    <a:pt x="24869" y="79420"/>
                  </a:lnTo>
                  <a:lnTo>
                    <a:pt x="22150" y="83991"/>
                  </a:lnTo>
                  <a:lnTo>
                    <a:pt x="19577" y="88646"/>
                  </a:lnTo>
                  <a:lnTo>
                    <a:pt x="17154" y="93380"/>
                  </a:lnTo>
                  <a:lnTo>
                    <a:pt x="14882" y="98190"/>
                  </a:lnTo>
                  <a:lnTo>
                    <a:pt x="12765" y="103069"/>
                  </a:lnTo>
                  <a:lnTo>
                    <a:pt x="10804" y="108013"/>
                  </a:lnTo>
                  <a:lnTo>
                    <a:pt x="9001" y="113017"/>
                  </a:lnTo>
                  <a:lnTo>
                    <a:pt x="7359" y="118076"/>
                  </a:lnTo>
                  <a:lnTo>
                    <a:pt x="5878" y="123184"/>
                  </a:lnTo>
                  <a:lnTo>
                    <a:pt x="4560" y="128337"/>
                  </a:lnTo>
                  <a:lnTo>
                    <a:pt x="3407" y="133530"/>
                  </a:lnTo>
                  <a:lnTo>
                    <a:pt x="2420" y="138756"/>
                  </a:lnTo>
                  <a:lnTo>
                    <a:pt x="1600" y="144011"/>
                  </a:lnTo>
                  <a:lnTo>
                    <a:pt x="947" y="149290"/>
                  </a:lnTo>
                  <a:lnTo>
                    <a:pt x="462" y="154586"/>
                  </a:lnTo>
                  <a:lnTo>
                    <a:pt x="146" y="159896"/>
                  </a:lnTo>
                  <a:lnTo>
                    <a:pt x="0" y="165213"/>
                  </a:lnTo>
                  <a:lnTo>
                    <a:pt x="22" y="170531"/>
                  </a:lnTo>
                  <a:lnTo>
                    <a:pt x="214" y="175847"/>
                  </a:lnTo>
                  <a:lnTo>
                    <a:pt x="574" y="181153"/>
                  </a:lnTo>
                  <a:lnTo>
                    <a:pt x="1103" y="186446"/>
                  </a:lnTo>
                  <a:lnTo>
                    <a:pt x="1801" y="191718"/>
                  </a:lnTo>
                  <a:lnTo>
                    <a:pt x="2666" y="196966"/>
                  </a:lnTo>
                  <a:lnTo>
                    <a:pt x="3697" y="202184"/>
                  </a:lnTo>
                  <a:lnTo>
                    <a:pt x="4894" y="207367"/>
                  </a:lnTo>
                  <a:lnTo>
                    <a:pt x="6255" y="212508"/>
                  </a:lnTo>
                  <a:lnTo>
                    <a:pt x="7778" y="217604"/>
                  </a:lnTo>
                  <a:lnTo>
                    <a:pt x="9464" y="222649"/>
                  </a:lnTo>
                  <a:lnTo>
                    <a:pt x="11309" y="227638"/>
                  </a:lnTo>
                  <a:lnTo>
                    <a:pt x="13311" y="232565"/>
                  </a:lnTo>
                  <a:lnTo>
                    <a:pt x="15470" y="237426"/>
                  </a:lnTo>
                  <a:lnTo>
                    <a:pt x="17782" y="242216"/>
                  </a:lnTo>
                  <a:lnTo>
                    <a:pt x="20245" y="246930"/>
                  </a:lnTo>
                  <a:lnTo>
                    <a:pt x="22857" y="251563"/>
                  </a:lnTo>
                  <a:lnTo>
                    <a:pt x="25615" y="256111"/>
                  </a:lnTo>
                  <a:lnTo>
                    <a:pt x="28516" y="260569"/>
                  </a:lnTo>
                  <a:lnTo>
                    <a:pt x="31557" y="264932"/>
                  </a:lnTo>
                  <a:lnTo>
                    <a:pt x="34736" y="269197"/>
                  </a:lnTo>
                  <a:lnTo>
                    <a:pt x="38049" y="273358"/>
                  </a:lnTo>
                  <a:lnTo>
                    <a:pt x="41493" y="277411"/>
                  </a:lnTo>
                  <a:lnTo>
                    <a:pt x="45064" y="281353"/>
                  </a:lnTo>
                  <a:lnTo>
                    <a:pt x="48758" y="285180"/>
                  </a:lnTo>
                  <a:lnTo>
                    <a:pt x="52572" y="288886"/>
                  </a:lnTo>
                  <a:lnTo>
                    <a:pt x="56503" y="292470"/>
                  </a:lnTo>
                  <a:lnTo>
                    <a:pt x="60545" y="295927"/>
                  </a:lnTo>
                  <a:lnTo>
                    <a:pt x="64695" y="299253"/>
                  </a:lnTo>
                  <a:lnTo>
                    <a:pt x="68949" y="302446"/>
                  </a:lnTo>
                  <a:lnTo>
                    <a:pt x="73302" y="305502"/>
                  </a:lnTo>
                  <a:lnTo>
                    <a:pt x="77751" y="308418"/>
                  </a:lnTo>
                  <a:lnTo>
                    <a:pt x="82290" y="311190"/>
                  </a:lnTo>
                  <a:lnTo>
                    <a:pt x="86914" y="313817"/>
                  </a:lnTo>
                  <a:lnTo>
                    <a:pt x="91620" y="316296"/>
                  </a:lnTo>
                  <a:lnTo>
                    <a:pt x="96403" y="318623"/>
                  </a:lnTo>
                  <a:lnTo>
                    <a:pt x="101257" y="320797"/>
                  </a:lnTo>
                  <a:lnTo>
                    <a:pt x="106178" y="322816"/>
                  </a:lnTo>
                  <a:lnTo>
                    <a:pt x="111160" y="324677"/>
                  </a:lnTo>
                  <a:lnTo>
                    <a:pt x="116200" y="326379"/>
                  </a:lnTo>
                  <a:lnTo>
                    <a:pt x="121290" y="327919"/>
                  </a:lnTo>
                  <a:lnTo>
                    <a:pt x="126428" y="329297"/>
                  </a:lnTo>
                  <a:lnTo>
                    <a:pt x="131606" y="330511"/>
                  </a:lnTo>
                  <a:lnTo>
                    <a:pt x="136821" y="331559"/>
                  </a:lnTo>
                  <a:lnTo>
                    <a:pt x="142066" y="332441"/>
                  </a:lnTo>
                  <a:lnTo>
                    <a:pt x="147336" y="333155"/>
                  </a:lnTo>
                  <a:lnTo>
                    <a:pt x="152627" y="333702"/>
                  </a:lnTo>
                  <a:lnTo>
                    <a:pt x="157932" y="334080"/>
                  </a:lnTo>
                  <a:lnTo>
                    <a:pt x="163247" y="334289"/>
                  </a:lnTo>
                  <a:lnTo>
                    <a:pt x="168566" y="334328"/>
                  </a:lnTo>
                  <a:lnTo>
                    <a:pt x="173883" y="334199"/>
                  </a:lnTo>
                  <a:lnTo>
                    <a:pt x="179193" y="333900"/>
                  </a:lnTo>
                  <a:lnTo>
                    <a:pt x="184491" y="333433"/>
                  </a:lnTo>
                  <a:lnTo>
                    <a:pt x="189772" y="332797"/>
                  </a:lnTo>
                  <a:lnTo>
                    <a:pt x="195030" y="331994"/>
                  </a:lnTo>
                  <a:lnTo>
                    <a:pt x="200259" y="331024"/>
                  </a:lnTo>
                  <a:lnTo>
                    <a:pt x="205456" y="329888"/>
                  </a:lnTo>
                  <a:lnTo>
                    <a:pt x="210613" y="328587"/>
                  </a:lnTo>
                  <a:lnTo>
                    <a:pt x="215726" y="327123"/>
                  </a:lnTo>
                  <a:lnTo>
                    <a:pt x="220790" y="325497"/>
                  </a:lnTo>
                  <a:lnTo>
                    <a:pt x="225800" y="323710"/>
                  </a:lnTo>
                  <a:lnTo>
                    <a:pt x="230750" y="321765"/>
                  </a:lnTo>
                  <a:lnTo>
                    <a:pt x="235636" y="319664"/>
                  </a:lnTo>
                  <a:lnTo>
                    <a:pt x="240453" y="317408"/>
                  </a:lnTo>
                  <a:lnTo>
                    <a:pt x="245196" y="315000"/>
                  </a:lnTo>
                  <a:lnTo>
                    <a:pt x="249859" y="312443"/>
                  </a:lnTo>
                  <a:lnTo>
                    <a:pt x="254439" y="309738"/>
                  </a:lnTo>
                  <a:lnTo>
                    <a:pt x="258931" y="306889"/>
                  </a:lnTo>
                  <a:lnTo>
                    <a:pt x="263329" y="303899"/>
                  </a:lnTo>
                  <a:lnTo>
                    <a:pt x="267630" y="300770"/>
                  </a:lnTo>
                  <a:lnTo>
                    <a:pt x="271830" y="297506"/>
                  </a:lnTo>
                  <a:lnTo>
                    <a:pt x="275923" y="294110"/>
                  </a:lnTo>
                  <a:lnTo>
                    <a:pt x="279907" y="290585"/>
                  </a:lnTo>
                  <a:lnTo>
                    <a:pt x="283776" y="286936"/>
                  </a:lnTo>
                  <a:lnTo>
                    <a:pt x="287527" y="283165"/>
                  </a:lnTo>
                  <a:lnTo>
                    <a:pt x="291156" y="279277"/>
                  </a:lnTo>
                  <a:lnTo>
                    <a:pt x="294660" y="275276"/>
                  </a:lnTo>
                  <a:lnTo>
                    <a:pt x="298035" y="271165"/>
                  </a:lnTo>
                  <a:lnTo>
                    <a:pt x="301277" y="266948"/>
                  </a:lnTo>
                  <a:lnTo>
                    <a:pt x="304384" y="262631"/>
                  </a:lnTo>
                  <a:lnTo>
                    <a:pt x="307351" y="258217"/>
                  </a:lnTo>
                  <a:lnTo>
                    <a:pt x="310177" y="253711"/>
                  </a:lnTo>
                  <a:lnTo>
                    <a:pt x="312858" y="249117"/>
                  </a:lnTo>
                  <a:lnTo>
                    <a:pt x="315391" y="244440"/>
                  </a:lnTo>
                  <a:lnTo>
                    <a:pt x="317774" y="239685"/>
                  </a:lnTo>
                  <a:lnTo>
                    <a:pt x="320005" y="234857"/>
                  </a:lnTo>
                  <a:lnTo>
                    <a:pt x="322081" y="229960"/>
                  </a:lnTo>
                  <a:lnTo>
                    <a:pt x="324000" y="225000"/>
                  </a:lnTo>
                  <a:lnTo>
                    <a:pt x="325761" y="219981"/>
                  </a:lnTo>
                  <a:lnTo>
                    <a:pt x="327361" y="214908"/>
                  </a:lnTo>
                  <a:lnTo>
                    <a:pt x="328798" y="209788"/>
                  </a:lnTo>
                  <a:lnTo>
                    <a:pt x="330073" y="204624"/>
                  </a:lnTo>
                  <a:lnTo>
                    <a:pt x="331182" y="199422"/>
                  </a:lnTo>
                  <a:lnTo>
                    <a:pt x="332125" y="194187"/>
                  </a:lnTo>
                  <a:lnTo>
                    <a:pt x="332901" y="188925"/>
                  </a:lnTo>
                  <a:lnTo>
                    <a:pt x="333509" y="1836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826449"/>
              <a:ext cx="166353" cy="16474"/>
            </a:xfrm>
            <a:custGeom>
              <a:avLst/>
              <a:pathLst>
                <a:path w="166353" h="16474">
                  <a:moveTo>
                    <a:pt x="166353" y="164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826449"/>
              <a:ext cx="166353" cy="16474"/>
            </a:xfrm>
            <a:custGeom>
              <a:avLst/>
              <a:pathLst>
                <a:path w="166353" h="16474">
                  <a:moveTo>
                    <a:pt x="166353" y="164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744111"/>
              <a:ext cx="167166" cy="98812"/>
            </a:xfrm>
            <a:custGeom>
              <a:avLst/>
              <a:pathLst>
                <a:path w="167166" h="98812">
                  <a:moveTo>
                    <a:pt x="166353" y="98812"/>
                  </a:moveTo>
                  <a:lnTo>
                    <a:pt x="166818" y="93132"/>
                  </a:lnTo>
                  <a:lnTo>
                    <a:pt x="167089" y="87439"/>
                  </a:lnTo>
                  <a:lnTo>
                    <a:pt x="167166" y="81740"/>
                  </a:lnTo>
                  <a:lnTo>
                    <a:pt x="167048" y="76041"/>
                  </a:lnTo>
                  <a:lnTo>
                    <a:pt x="166737" y="70350"/>
                  </a:lnTo>
                  <a:lnTo>
                    <a:pt x="166231" y="64673"/>
                  </a:lnTo>
                  <a:lnTo>
                    <a:pt x="165532" y="59017"/>
                  </a:lnTo>
                  <a:lnTo>
                    <a:pt x="164641" y="53388"/>
                  </a:lnTo>
                  <a:lnTo>
                    <a:pt x="163559" y="47792"/>
                  </a:lnTo>
                  <a:lnTo>
                    <a:pt x="162286" y="42236"/>
                  </a:lnTo>
                  <a:lnTo>
                    <a:pt x="160825" y="36728"/>
                  </a:lnTo>
                  <a:lnTo>
                    <a:pt x="159176" y="31272"/>
                  </a:lnTo>
                  <a:lnTo>
                    <a:pt x="157343" y="25875"/>
                  </a:lnTo>
                  <a:lnTo>
                    <a:pt x="155327" y="20544"/>
                  </a:lnTo>
                  <a:lnTo>
                    <a:pt x="153130" y="15285"/>
                  </a:lnTo>
                  <a:lnTo>
                    <a:pt x="150755" y="10104"/>
                  </a:lnTo>
                  <a:lnTo>
                    <a:pt x="148205" y="5007"/>
                  </a:lnTo>
                  <a:lnTo>
                    <a:pt x="145483" y="0"/>
                  </a:lnTo>
                  <a:lnTo>
                    <a:pt x="0" y="823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145483" cy="167167"/>
            </a:xfrm>
            <a:custGeom>
              <a:avLst/>
              <a:pathLst>
                <a:path w="145483" h="167167">
                  <a:moveTo>
                    <a:pt x="145483" y="84829"/>
                  </a:moveTo>
                  <a:lnTo>
                    <a:pt x="142688" y="80075"/>
                  </a:lnTo>
                  <a:lnTo>
                    <a:pt x="139737" y="75415"/>
                  </a:lnTo>
                  <a:lnTo>
                    <a:pt x="136634" y="70856"/>
                  </a:lnTo>
                  <a:lnTo>
                    <a:pt x="133383" y="66401"/>
                  </a:lnTo>
                  <a:lnTo>
                    <a:pt x="129986" y="62056"/>
                  </a:lnTo>
                  <a:lnTo>
                    <a:pt x="126448" y="57825"/>
                  </a:lnTo>
                  <a:lnTo>
                    <a:pt x="122773" y="53713"/>
                  </a:lnTo>
                  <a:lnTo>
                    <a:pt x="118963" y="49725"/>
                  </a:lnTo>
                  <a:lnTo>
                    <a:pt x="115024" y="45865"/>
                  </a:lnTo>
                  <a:lnTo>
                    <a:pt x="110960" y="42136"/>
                  </a:lnTo>
                  <a:lnTo>
                    <a:pt x="106776" y="38544"/>
                  </a:lnTo>
                  <a:lnTo>
                    <a:pt x="102475" y="35092"/>
                  </a:lnTo>
                  <a:lnTo>
                    <a:pt x="98062" y="31783"/>
                  </a:lnTo>
                  <a:lnTo>
                    <a:pt x="93543" y="28622"/>
                  </a:lnTo>
                  <a:lnTo>
                    <a:pt x="88922" y="25612"/>
                  </a:lnTo>
                  <a:lnTo>
                    <a:pt x="84204" y="22756"/>
                  </a:lnTo>
                  <a:lnTo>
                    <a:pt x="79394" y="20057"/>
                  </a:lnTo>
                  <a:lnTo>
                    <a:pt x="74498" y="17518"/>
                  </a:lnTo>
                  <a:lnTo>
                    <a:pt x="69521" y="15142"/>
                  </a:lnTo>
                  <a:lnTo>
                    <a:pt x="64469" y="12931"/>
                  </a:lnTo>
                  <a:lnTo>
                    <a:pt x="59346" y="10888"/>
                  </a:lnTo>
                  <a:lnTo>
                    <a:pt x="54158" y="9016"/>
                  </a:lnTo>
                  <a:lnTo>
                    <a:pt x="48912" y="7315"/>
                  </a:lnTo>
                  <a:lnTo>
                    <a:pt x="43612" y="5789"/>
                  </a:lnTo>
                  <a:lnTo>
                    <a:pt x="38265" y="4438"/>
                  </a:lnTo>
                  <a:lnTo>
                    <a:pt x="32876" y="3264"/>
                  </a:lnTo>
                  <a:lnTo>
                    <a:pt x="27452" y="2269"/>
                  </a:lnTo>
                  <a:lnTo>
                    <a:pt x="21997" y="1453"/>
                  </a:lnTo>
                  <a:lnTo>
                    <a:pt x="16519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61311" y="4213821"/>
              <a:ext cx="318258" cy="334319"/>
            </a:xfrm>
            <a:custGeom>
              <a:avLst/>
              <a:pathLst>
                <a:path w="318258" h="334319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8" y="1356"/>
                  </a:lnTo>
                  <a:lnTo>
                    <a:pt x="140636" y="2117"/>
                  </a:lnTo>
                  <a:lnTo>
                    <a:pt x="135390" y="3046"/>
                  </a:lnTo>
                  <a:lnTo>
                    <a:pt x="130177" y="4142"/>
                  </a:lnTo>
                  <a:lnTo>
                    <a:pt x="125001" y="5403"/>
                  </a:lnTo>
                  <a:lnTo>
                    <a:pt x="119869" y="6828"/>
                  </a:lnTo>
                  <a:lnTo>
                    <a:pt x="114784" y="8416"/>
                  </a:lnTo>
                  <a:lnTo>
                    <a:pt x="109752" y="10166"/>
                  </a:lnTo>
                  <a:lnTo>
                    <a:pt x="104779" y="12075"/>
                  </a:lnTo>
                  <a:lnTo>
                    <a:pt x="99869" y="14141"/>
                  </a:lnTo>
                  <a:lnTo>
                    <a:pt x="95027" y="16363"/>
                  </a:lnTo>
                  <a:lnTo>
                    <a:pt x="90259" y="18738"/>
                  </a:lnTo>
                  <a:lnTo>
                    <a:pt x="85568" y="21264"/>
                  </a:lnTo>
                  <a:lnTo>
                    <a:pt x="80961" y="23937"/>
                  </a:lnTo>
                  <a:lnTo>
                    <a:pt x="76441" y="26757"/>
                  </a:lnTo>
                  <a:lnTo>
                    <a:pt x="72013" y="29718"/>
                  </a:lnTo>
                  <a:lnTo>
                    <a:pt x="67682" y="32820"/>
                  </a:lnTo>
                  <a:lnTo>
                    <a:pt x="63452" y="36058"/>
                  </a:lnTo>
                  <a:lnTo>
                    <a:pt x="59327" y="39429"/>
                  </a:lnTo>
                  <a:lnTo>
                    <a:pt x="55312" y="42929"/>
                  </a:lnTo>
                  <a:lnTo>
                    <a:pt x="51410" y="46556"/>
                  </a:lnTo>
                  <a:lnTo>
                    <a:pt x="47626" y="50306"/>
                  </a:lnTo>
                  <a:lnTo>
                    <a:pt x="43963" y="54174"/>
                  </a:lnTo>
                  <a:lnTo>
                    <a:pt x="40425" y="58156"/>
                  </a:lnTo>
                  <a:lnTo>
                    <a:pt x="37016" y="62250"/>
                  </a:lnTo>
                  <a:lnTo>
                    <a:pt x="33739" y="66450"/>
                  </a:lnTo>
                  <a:lnTo>
                    <a:pt x="30598" y="70752"/>
                  </a:lnTo>
                  <a:lnTo>
                    <a:pt x="27595" y="75152"/>
                  </a:lnTo>
                  <a:lnTo>
                    <a:pt x="24734" y="79646"/>
                  </a:lnTo>
                  <a:lnTo>
                    <a:pt x="22018" y="84229"/>
                  </a:lnTo>
                  <a:lnTo>
                    <a:pt x="19449" y="88895"/>
                  </a:lnTo>
                  <a:lnTo>
                    <a:pt x="17030" y="93642"/>
                  </a:lnTo>
                  <a:lnTo>
                    <a:pt x="14763" y="98462"/>
                  </a:lnTo>
                  <a:lnTo>
                    <a:pt x="12652" y="103353"/>
                  </a:lnTo>
                  <a:lnTo>
                    <a:pt x="10697" y="108309"/>
                  </a:lnTo>
                  <a:lnTo>
                    <a:pt x="8901" y="113324"/>
                  </a:lnTo>
                  <a:lnTo>
                    <a:pt x="7266" y="118394"/>
                  </a:lnTo>
                  <a:lnTo>
                    <a:pt x="5793" y="123513"/>
                  </a:lnTo>
                  <a:lnTo>
                    <a:pt x="4484" y="128677"/>
                  </a:lnTo>
                  <a:lnTo>
                    <a:pt x="3340" y="133880"/>
                  </a:lnTo>
                  <a:lnTo>
                    <a:pt x="2363" y="139116"/>
                  </a:lnTo>
                  <a:lnTo>
                    <a:pt x="1552" y="144381"/>
                  </a:lnTo>
                  <a:lnTo>
                    <a:pt x="911" y="149670"/>
                  </a:lnTo>
                  <a:lnTo>
                    <a:pt x="437" y="154976"/>
                  </a:lnTo>
                  <a:lnTo>
                    <a:pt x="134" y="160294"/>
                  </a:lnTo>
                  <a:lnTo>
                    <a:pt x="0" y="165620"/>
                  </a:lnTo>
                  <a:lnTo>
                    <a:pt x="35" y="170947"/>
                  </a:lnTo>
                  <a:lnTo>
                    <a:pt x="240" y="176270"/>
                  </a:lnTo>
                  <a:lnTo>
                    <a:pt x="615" y="181584"/>
                  </a:lnTo>
                  <a:lnTo>
                    <a:pt x="1159" y="186883"/>
                  </a:lnTo>
                  <a:lnTo>
                    <a:pt x="1872" y="192162"/>
                  </a:lnTo>
                  <a:lnTo>
                    <a:pt x="2752" y="197416"/>
                  </a:lnTo>
                  <a:lnTo>
                    <a:pt x="3799" y="202639"/>
                  </a:lnTo>
                  <a:lnTo>
                    <a:pt x="5012" y="207826"/>
                  </a:lnTo>
                  <a:lnTo>
                    <a:pt x="6390" y="212972"/>
                  </a:lnTo>
                  <a:lnTo>
                    <a:pt x="7931" y="218071"/>
                  </a:lnTo>
                  <a:lnTo>
                    <a:pt x="9634" y="223119"/>
                  </a:lnTo>
                  <a:lnTo>
                    <a:pt x="11497" y="228110"/>
                  </a:lnTo>
                  <a:lnTo>
                    <a:pt x="13518" y="233039"/>
                  </a:lnTo>
                  <a:lnTo>
                    <a:pt x="15695" y="237901"/>
                  </a:lnTo>
                  <a:lnTo>
                    <a:pt x="18025" y="242691"/>
                  </a:lnTo>
                  <a:lnTo>
                    <a:pt x="20507" y="247404"/>
                  </a:lnTo>
                  <a:lnTo>
                    <a:pt x="23138" y="252036"/>
                  </a:lnTo>
                  <a:lnTo>
                    <a:pt x="25916" y="256582"/>
                  </a:lnTo>
                  <a:lnTo>
                    <a:pt x="28837" y="261037"/>
                  </a:lnTo>
                  <a:lnTo>
                    <a:pt x="31898" y="265397"/>
                  </a:lnTo>
                  <a:lnTo>
                    <a:pt x="35096" y="269657"/>
                  </a:lnTo>
                  <a:lnTo>
                    <a:pt x="38429" y="273813"/>
                  </a:lnTo>
                  <a:lnTo>
                    <a:pt x="41892" y="277860"/>
                  </a:lnTo>
                  <a:lnTo>
                    <a:pt x="45483" y="281795"/>
                  </a:lnTo>
                  <a:lnTo>
                    <a:pt x="49197" y="285614"/>
                  </a:lnTo>
                  <a:lnTo>
                    <a:pt x="53031" y="289313"/>
                  </a:lnTo>
                  <a:lnTo>
                    <a:pt x="56981" y="292887"/>
                  </a:lnTo>
                  <a:lnTo>
                    <a:pt x="61043" y="296334"/>
                  </a:lnTo>
                  <a:lnTo>
                    <a:pt x="65212" y="299650"/>
                  </a:lnTo>
                  <a:lnTo>
                    <a:pt x="69485" y="302831"/>
                  </a:lnTo>
                  <a:lnTo>
                    <a:pt x="73857" y="305874"/>
                  </a:lnTo>
                  <a:lnTo>
                    <a:pt x="78324" y="308776"/>
                  </a:lnTo>
                  <a:lnTo>
                    <a:pt x="82882" y="311535"/>
                  </a:lnTo>
                  <a:lnTo>
                    <a:pt x="87524" y="314147"/>
                  </a:lnTo>
                  <a:lnTo>
                    <a:pt x="92248" y="316610"/>
                  </a:lnTo>
                  <a:lnTo>
                    <a:pt x="97048" y="318921"/>
                  </a:lnTo>
                  <a:lnTo>
                    <a:pt x="101918" y="321078"/>
                  </a:lnTo>
                  <a:lnTo>
                    <a:pt x="106856" y="323078"/>
                  </a:lnTo>
                  <a:lnTo>
                    <a:pt x="111854" y="324921"/>
                  </a:lnTo>
                  <a:lnTo>
                    <a:pt x="116909" y="326603"/>
                  </a:lnTo>
                  <a:lnTo>
                    <a:pt x="122014" y="328123"/>
                  </a:lnTo>
                  <a:lnTo>
                    <a:pt x="127166" y="329480"/>
                  </a:lnTo>
                  <a:lnTo>
                    <a:pt x="132358" y="330672"/>
                  </a:lnTo>
                  <a:lnTo>
                    <a:pt x="137585" y="331697"/>
                  </a:lnTo>
                  <a:lnTo>
                    <a:pt x="142842" y="332556"/>
                  </a:lnTo>
                  <a:lnTo>
                    <a:pt x="148125" y="333247"/>
                  </a:lnTo>
                  <a:lnTo>
                    <a:pt x="153426" y="333769"/>
                  </a:lnTo>
                  <a:lnTo>
                    <a:pt x="158741" y="334122"/>
                  </a:lnTo>
                  <a:lnTo>
                    <a:pt x="164065" y="334306"/>
                  </a:lnTo>
                  <a:lnTo>
                    <a:pt x="169392" y="334319"/>
                  </a:lnTo>
                  <a:lnTo>
                    <a:pt x="174717" y="334163"/>
                  </a:lnTo>
                  <a:lnTo>
                    <a:pt x="180034" y="333838"/>
                  </a:lnTo>
                  <a:lnTo>
                    <a:pt x="185338" y="333343"/>
                  </a:lnTo>
                  <a:lnTo>
                    <a:pt x="190624" y="332679"/>
                  </a:lnTo>
                  <a:lnTo>
                    <a:pt x="195886" y="331848"/>
                  </a:lnTo>
                  <a:lnTo>
                    <a:pt x="201118" y="330849"/>
                  </a:lnTo>
                  <a:lnTo>
                    <a:pt x="206316" y="329684"/>
                  </a:lnTo>
                  <a:lnTo>
                    <a:pt x="211475" y="328354"/>
                  </a:lnTo>
                  <a:lnTo>
                    <a:pt x="216588" y="326860"/>
                  </a:lnTo>
                  <a:lnTo>
                    <a:pt x="221651" y="325204"/>
                  </a:lnTo>
                  <a:lnTo>
                    <a:pt x="226659" y="323387"/>
                  </a:lnTo>
                  <a:lnTo>
                    <a:pt x="231607" y="321412"/>
                  </a:lnTo>
                  <a:lnTo>
                    <a:pt x="236489" y="319280"/>
                  </a:lnTo>
                  <a:lnTo>
                    <a:pt x="241300" y="316994"/>
                  </a:lnTo>
                  <a:lnTo>
                    <a:pt x="246036" y="314556"/>
                  </a:lnTo>
                  <a:lnTo>
                    <a:pt x="250692" y="311968"/>
                  </a:lnTo>
                  <a:lnTo>
                    <a:pt x="255264" y="309233"/>
                  </a:lnTo>
                  <a:lnTo>
                    <a:pt x="259746" y="306353"/>
                  </a:lnTo>
                  <a:lnTo>
                    <a:pt x="264134" y="303332"/>
                  </a:lnTo>
                  <a:lnTo>
                    <a:pt x="268423" y="300173"/>
                  </a:lnTo>
                  <a:lnTo>
                    <a:pt x="272609" y="296879"/>
                  </a:lnTo>
                  <a:lnTo>
                    <a:pt x="276689" y="293454"/>
                  </a:lnTo>
                  <a:lnTo>
                    <a:pt x="280657" y="289900"/>
                  </a:lnTo>
                  <a:lnTo>
                    <a:pt x="284510" y="286221"/>
                  </a:lnTo>
                  <a:lnTo>
                    <a:pt x="288244" y="282421"/>
                  </a:lnTo>
                  <a:lnTo>
                    <a:pt x="291855" y="278505"/>
                  </a:lnTo>
                  <a:lnTo>
                    <a:pt x="295339" y="274475"/>
                  </a:lnTo>
                  <a:lnTo>
                    <a:pt x="298693" y="270336"/>
                  </a:lnTo>
                  <a:lnTo>
                    <a:pt x="301914" y="266093"/>
                  </a:lnTo>
                  <a:lnTo>
                    <a:pt x="304997" y="261749"/>
                  </a:lnTo>
                  <a:lnTo>
                    <a:pt x="307941" y="257309"/>
                  </a:lnTo>
                  <a:lnTo>
                    <a:pt x="310742" y="252778"/>
                  </a:lnTo>
                  <a:lnTo>
                    <a:pt x="313396" y="248159"/>
                  </a:lnTo>
                  <a:lnTo>
                    <a:pt x="315903" y="243459"/>
                  </a:lnTo>
                  <a:lnTo>
                    <a:pt x="318258" y="23868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51098" cy="71513"/>
            </a:xfrm>
            <a:custGeom>
              <a:avLst/>
              <a:pathLst>
                <a:path w="151098" h="71513">
                  <a:moveTo>
                    <a:pt x="151098" y="715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58813"/>
              <a:ext cx="167167" cy="93689"/>
            </a:xfrm>
            <a:custGeom>
              <a:avLst/>
              <a:pathLst>
                <a:path w="167167" h="93689">
                  <a:moveTo>
                    <a:pt x="151098" y="93689"/>
                  </a:moveTo>
                  <a:lnTo>
                    <a:pt x="153430" y="88537"/>
                  </a:lnTo>
                  <a:lnTo>
                    <a:pt x="155587" y="83310"/>
                  </a:lnTo>
                  <a:lnTo>
                    <a:pt x="157566" y="78012"/>
                  </a:lnTo>
                  <a:lnTo>
                    <a:pt x="159364" y="72651"/>
                  </a:lnTo>
                  <a:lnTo>
                    <a:pt x="160980" y="67232"/>
                  </a:lnTo>
                  <a:lnTo>
                    <a:pt x="162412" y="61761"/>
                  </a:lnTo>
                  <a:lnTo>
                    <a:pt x="163658" y="56245"/>
                  </a:lnTo>
                  <a:lnTo>
                    <a:pt x="164717" y="50690"/>
                  </a:lnTo>
                  <a:lnTo>
                    <a:pt x="165587" y="45103"/>
                  </a:lnTo>
                  <a:lnTo>
                    <a:pt x="166268" y="39489"/>
                  </a:lnTo>
                  <a:lnTo>
                    <a:pt x="166758" y="33855"/>
                  </a:lnTo>
                  <a:lnTo>
                    <a:pt x="167058" y="28209"/>
                  </a:lnTo>
                  <a:lnTo>
                    <a:pt x="167167" y="22555"/>
                  </a:lnTo>
                  <a:lnTo>
                    <a:pt x="167084" y="16900"/>
                  </a:lnTo>
                  <a:lnTo>
                    <a:pt x="166810" y="11252"/>
                  </a:lnTo>
                  <a:lnTo>
                    <a:pt x="166345" y="5616"/>
                  </a:lnTo>
                  <a:lnTo>
                    <a:pt x="165690" y="0"/>
                  </a:lnTo>
                  <a:lnTo>
                    <a:pt x="0" y="22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165690" cy="167167"/>
            </a:xfrm>
            <a:custGeom>
              <a:avLst/>
              <a:pathLst>
                <a:path w="165690" h="167167">
                  <a:moveTo>
                    <a:pt x="165690" y="144992"/>
                  </a:moveTo>
                  <a:lnTo>
                    <a:pt x="164877" y="139590"/>
                  </a:lnTo>
                  <a:lnTo>
                    <a:pt x="163888" y="134218"/>
                  </a:lnTo>
                  <a:lnTo>
                    <a:pt x="162724" y="128882"/>
                  </a:lnTo>
                  <a:lnTo>
                    <a:pt x="161386" y="123586"/>
                  </a:lnTo>
                  <a:lnTo>
                    <a:pt x="159876" y="118337"/>
                  </a:lnTo>
                  <a:lnTo>
                    <a:pt x="158196" y="113139"/>
                  </a:lnTo>
                  <a:lnTo>
                    <a:pt x="156346" y="108000"/>
                  </a:lnTo>
                  <a:lnTo>
                    <a:pt x="154330" y="102924"/>
                  </a:lnTo>
                  <a:lnTo>
                    <a:pt x="152148" y="97916"/>
                  </a:lnTo>
                  <a:lnTo>
                    <a:pt x="149805" y="92982"/>
                  </a:lnTo>
                  <a:lnTo>
                    <a:pt x="147301" y="88128"/>
                  </a:lnTo>
                  <a:lnTo>
                    <a:pt x="144640" y="83357"/>
                  </a:lnTo>
                  <a:lnTo>
                    <a:pt x="141825" y="78677"/>
                  </a:lnTo>
                  <a:lnTo>
                    <a:pt x="138858" y="74090"/>
                  </a:lnTo>
                  <a:lnTo>
                    <a:pt x="135743" y="69604"/>
                  </a:lnTo>
                  <a:lnTo>
                    <a:pt x="132483" y="65221"/>
                  </a:lnTo>
                  <a:lnTo>
                    <a:pt x="129082" y="60947"/>
                  </a:lnTo>
                  <a:lnTo>
                    <a:pt x="125543" y="56787"/>
                  </a:lnTo>
                  <a:lnTo>
                    <a:pt x="121870" y="52744"/>
                  </a:lnTo>
                  <a:lnTo>
                    <a:pt x="118066" y="48823"/>
                  </a:lnTo>
                  <a:lnTo>
                    <a:pt x="114137" y="45029"/>
                  </a:lnTo>
                  <a:lnTo>
                    <a:pt x="110086" y="41366"/>
                  </a:lnTo>
                  <a:lnTo>
                    <a:pt x="105917" y="37836"/>
                  </a:lnTo>
                  <a:lnTo>
                    <a:pt x="101635" y="34445"/>
                  </a:lnTo>
                  <a:lnTo>
                    <a:pt x="97245" y="31195"/>
                  </a:lnTo>
                  <a:lnTo>
                    <a:pt x="92751" y="28091"/>
                  </a:lnTo>
                  <a:lnTo>
                    <a:pt x="88158" y="25135"/>
                  </a:lnTo>
                  <a:lnTo>
                    <a:pt x="83470" y="22331"/>
                  </a:lnTo>
                  <a:lnTo>
                    <a:pt x="78694" y="19681"/>
                  </a:lnTo>
                  <a:lnTo>
                    <a:pt x="73833" y="17189"/>
                  </a:lnTo>
                  <a:lnTo>
                    <a:pt x="68894" y="14856"/>
                  </a:lnTo>
                  <a:lnTo>
                    <a:pt x="63881" y="12687"/>
                  </a:lnTo>
                  <a:lnTo>
                    <a:pt x="58800" y="10682"/>
                  </a:lnTo>
                  <a:lnTo>
                    <a:pt x="53657" y="8845"/>
                  </a:lnTo>
                  <a:lnTo>
                    <a:pt x="48455" y="7176"/>
                  </a:lnTo>
                  <a:lnTo>
                    <a:pt x="43203" y="5679"/>
                  </a:lnTo>
                  <a:lnTo>
                    <a:pt x="37904" y="4353"/>
                  </a:lnTo>
                  <a:lnTo>
                    <a:pt x="32564" y="3202"/>
                  </a:lnTo>
                  <a:lnTo>
                    <a:pt x="27190" y="2226"/>
                  </a:lnTo>
                  <a:lnTo>
                    <a:pt x="21787" y="1425"/>
                  </a:lnTo>
                  <a:lnTo>
                    <a:pt x="16360" y="802"/>
                  </a:lnTo>
                  <a:lnTo>
                    <a:pt x="10917" y="356"/>
                  </a:lnTo>
                  <a:lnTo>
                    <a:pt x="546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1846" y="3707720"/>
              <a:ext cx="197134" cy="334324"/>
            </a:xfrm>
            <a:custGeom>
              <a:avLst/>
              <a:pathLst>
                <a:path w="197134" h="334324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80" y="2127"/>
                  </a:lnTo>
                  <a:lnTo>
                    <a:pt x="135323" y="3060"/>
                  </a:lnTo>
                  <a:lnTo>
                    <a:pt x="130099" y="4161"/>
                  </a:lnTo>
                  <a:lnTo>
                    <a:pt x="124912" y="5427"/>
                  </a:lnTo>
                  <a:lnTo>
                    <a:pt x="119768" y="6859"/>
                  </a:lnTo>
                  <a:lnTo>
                    <a:pt x="114673" y="8455"/>
                  </a:lnTo>
                  <a:lnTo>
                    <a:pt x="109631" y="10212"/>
                  </a:lnTo>
                  <a:lnTo>
                    <a:pt x="104648" y="12129"/>
                  </a:lnTo>
                  <a:lnTo>
                    <a:pt x="99729" y="14205"/>
                  </a:lnTo>
                  <a:lnTo>
                    <a:pt x="94878" y="16436"/>
                  </a:lnTo>
                  <a:lnTo>
                    <a:pt x="90101" y="18822"/>
                  </a:lnTo>
                  <a:lnTo>
                    <a:pt x="85403" y="21359"/>
                  </a:lnTo>
                  <a:lnTo>
                    <a:pt x="80788" y="24044"/>
                  </a:lnTo>
                  <a:lnTo>
                    <a:pt x="76262" y="26875"/>
                  </a:lnTo>
                  <a:lnTo>
                    <a:pt x="71828" y="29850"/>
                  </a:lnTo>
                  <a:lnTo>
                    <a:pt x="67491" y="32965"/>
                  </a:lnTo>
                  <a:lnTo>
                    <a:pt x="63256" y="36216"/>
                  </a:lnTo>
                  <a:lnTo>
                    <a:pt x="59127" y="39601"/>
                  </a:lnTo>
                  <a:lnTo>
                    <a:pt x="55109" y="43117"/>
                  </a:lnTo>
                  <a:lnTo>
                    <a:pt x="51204" y="46758"/>
                  </a:lnTo>
                  <a:lnTo>
                    <a:pt x="47418" y="50523"/>
                  </a:lnTo>
                  <a:lnTo>
                    <a:pt x="43754" y="54407"/>
                  </a:lnTo>
                  <a:lnTo>
                    <a:pt x="40216" y="58405"/>
                  </a:lnTo>
                  <a:lnTo>
                    <a:pt x="36807" y="62515"/>
                  </a:lnTo>
                  <a:lnTo>
                    <a:pt x="33532" y="66731"/>
                  </a:lnTo>
                  <a:lnTo>
                    <a:pt x="30392" y="71050"/>
                  </a:lnTo>
                  <a:lnTo>
                    <a:pt x="27393" y="75467"/>
                  </a:lnTo>
                  <a:lnTo>
                    <a:pt x="24535" y="79978"/>
                  </a:lnTo>
                  <a:lnTo>
                    <a:pt x="21824" y="84577"/>
                  </a:lnTo>
                  <a:lnTo>
                    <a:pt x="19260" y="89261"/>
                  </a:lnTo>
                  <a:lnTo>
                    <a:pt x="16848" y="94024"/>
                  </a:lnTo>
                  <a:lnTo>
                    <a:pt x="14589" y="98861"/>
                  </a:lnTo>
                  <a:lnTo>
                    <a:pt x="12485" y="103769"/>
                  </a:lnTo>
                  <a:lnTo>
                    <a:pt x="10539" y="108741"/>
                  </a:lnTo>
                  <a:lnTo>
                    <a:pt x="8753" y="113773"/>
                  </a:lnTo>
                  <a:lnTo>
                    <a:pt x="7129" y="118859"/>
                  </a:lnTo>
                  <a:lnTo>
                    <a:pt x="5668" y="123994"/>
                  </a:lnTo>
                  <a:lnTo>
                    <a:pt x="4372" y="129174"/>
                  </a:lnTo>
                  <a:lnTo>
                    <a:pt x="3241" y="134392"/>
                  </a:lnTo>
                  <a:lnTo>
                    <a:pt x="2278" y="139643"/>
                  </a:lnTo>
                  <a:lnTo>
                    <a:pt x="1483" y="144923"/>
                  </a:lnTo>
                  <a:lnTo>
                    <a:pt x="857" y="150226"/>
                  </a:lnTo>
                  <a:lnTo>
                    <a:pt x="401" y="155545"/>
                  </a:lnTo>
                  <a:lnTo>
                    <a:pt x="115" y="160877"/>
                  </a:lnTo>
                  <a:lnTo>
                    <a:pt x="0" y="166215"/>
                  </a:lnTo>
                  <a:lnTo>
                    <a:pt x="54" y="171554"/>
                  </a:lnTo>
                  <a:lnTo>
                    <a:pt x="280" y="176888"/>
                  </a:lnTo>
                  <a:lnTo>
                    <a:pt x="675" y="182213"/>
                  </a:lnTo>
                  <a:lnTo>
                    <a:pt x="1241" y="187522"/>
                  </a:lnTo>
                  <a:lnTo>
                    <a:pt x="1975" y="192811"/>
                  </a:lnTo>
                  <a:lnTo>
                    <a:pt x="2879" y="198073"/>
                  </a:lnTo>
                  <a:lnTo>
                    <a:pt x="3949" y="203304"/>
                  </a:lnTo>
                  <a:lnTo>
                    <a:pt x="5187" y="208498"/>
                  </a:lnTo>
                  <a:lnTo>
                    <a:pt x="6589" y="213649"/>
                  </a:lnTo>
                  <a:lnTo>
                    <a:pt x="8156" y="218754"/>
                  </a:lnTo>
                  <a:lnTo>
                    <a:pt x="9884" y="223805"/>
                  </a:lnTo>
                  <a:lnTo>
                    <a:pt x="11773" y="228799"/>
                  </a:lnTo>
                  <a:lnTo>
                    <a:pt x="13821" y="233730"/>
                  </a:lnTo>
                  <a:lnTo>
                    <a:pt x="16025" y="238593"/>
                  </a:lnTo>
                  <a:lnTo>
                    <a:pt x="18383" y="243384"/>
                  </a:lnTo>
                  <a:lnTo>
                    <a:pt x="20893" y="248096"/>
                  </a:lnTo>
                  <a:lnTo>
                    <a:pt x="23552" y="252726"/>
                  </a:lnTo>
                  <a:lnTo>
                    <a:pt x="26357" y="257269"/>
                  </a:lnTo>
                  <a:lnTo>
                    <a:pt x="29307" y="261720"/>
                  </a:lnTo>
                  <a:lnTo>
                    <a:pt x="32396" y="266074"/>
                  </a:lnTo>
                  <a:lnTo>
                    <a:pt x="35624" y="270327"/>
                  </a:lnTo>
                  <a:lnTo>
                    <a:pt x="38985" y="274476"/>
                  </a:lnTo>
                  <a:lnTo>
                    <a:pt x="42478" y="278514"/>
                  </a:lnTo>
                  <a:lnTo>
                    <a:pt x="46097" y="282439"/>
                  </a:lnTo>
                  <a:lnTo>
                    <a:pt x="49840" y="286247"/>
                  </a:lnTo>
                  <a:lnTo>
                    <a:pt x="53703" y="289933"/>
                  </a:lnTo>
                  <a:lnTo>
                    <a:pt x="57681" y="293494"/>
                  </a:lnTo>
                  <a:lnTo>
                    <a:pt x="61772" y="296926"/>
                  </a:lnTo>
                  <a:lnTo>
                    <a:pt x="65969" y="300225"/>
                  </a:lnTo>
                  <a:lnTo>
                    <a:pt x="70270" y="303389"/>
                  </a:lnTo>
                  <a:lnTo>
                    <a:pt x="74670" y="306414"/>
                  </a:lnTo>
                  <a:lnTo>
                    <a:pt x="79164" y="309297"/>
                  </a:lnTo>
                  <a:lnTo>
                    <a:pt x="83748" y="312035"/>
                  </a:lnTo>
                  <a:lnTo>
                    <a:pt x="88417" y="314625"/>
                  </a:lnTo>
                  <a:lnTo>
                    <a:pt x="93166" y="317064"/>
                  </a:lnTo>
                  <a:lnTo>
                    <a:pt x="97991" y="319351"/>
                  </a:lnTo>
                  <a:lnTo>
                    <a:pt x="102886" y="321482"/>
                  </a:lnTo>
                  <a:lnTo>
                    <a:pt x="107847" y="323457"/>
                  </a:lnTo>
                  <a:lnTo>
                    <a:pt x="112869" y="325271"/>
                  </a:lnTo>
                  <a:lnTo>
                    <a:pt x="117945" y="326924"/>
                  </a:lnTo>
                  <a:lnTo>
                    <a:pt x="123072" y="328415"/>
                  </a:lnTo>
                  <a:lnTo>
                    <a:pt x="128244" y="329741"/>
                  </a:lnTo>
                  <a:lnTo>
                    <a:pt x="133456" y="330901"/>
                  </a:lnTo>
                  <a:lnTo>
                    <a:pt x="138702" y="331894"/>
                  </a:lnTo>
                  <a:lnTo>
                    <a:pt x="143977" y="332719"/>
                  </a:lnTo>
                  <a:lnTo>
                    <a:pt x="149276" y="333375"/>
                  </a:lnTo>
                  <a:lnTo>
                    <a:pt x="154593" y="333861"/>
                  </a:lnTo>
                  <a:lnTo>
                    <a:pt x="159923" y="334177"/>
                  </a:lnTo>
                  <a:lnTo>
                    <a:pt x="165260" y="334324"/>
                  </a:lnTo>
                  <a:lnTo>
                    <a:pt x="170599" y="334299"/>
                  </a:lnTo>
                  <a:lnTo>
                    <a:pt x="175935" y="334104"/>
                  </a:lnTo>
                  <a:lnTo>
                    <a:pt x="181262" y="333739"/>
                  </a:lnTo>
                  <a:lnTo>
                    <a:pt x="186574" y="333204"/>
                  </a:lnTo>
                  <a:lnTo>
                    <a:pt x="191867" y="332499"/>
                  </a:lnTo>
                  <a:lnTo>
                    <a:pt x="197134" y="33162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8165"/>
              <a:ext cx="167158" cy="331181"/>
            </a:xfrm>
            <a:custGeom>
              <a:avLst/>
              <a:pathLst>
                <a:path w="167158" h="331181">
                  <a:moveTo>
                    <a:pt x="29969" y="331181"/>
                  </a:moveTo>
                  <a:lnTo>
                    <a:pt x="35231" y="330135"/>
                  </a:lnTo>
                  <a:lnTo>
                    <a:pt x="40456" y="328920"/>
                  </a:lnTo>
                  <a:lnTo>
                    <a:pt x="45640" y="327539"/>
                  </a:lnTo>
                  <a:lnTo>
                    <a:pt x="50777" y="325991"/>
                  </a:lnTo>
                  <a:lnTo>
                    <a:pt x="55861" y="324280"/>
                  </a:lnTo>
                  <a:lnTo>
                    <a:pt x="60888" y="322406"/>
                  </a:lnTo>
                  <a:lnTo>
                    <a:pt x="65852" y="320372"/>
                  </a:lnTo>
                  <a:lnTo>
                    <a:pt x="70749" y="318180"/>
                  </a:lnTo>
                  <a:lnTo>
                    <a:pt x="75572" y="315832"/>
                  </a:lnTo>
                  <a:lnTo>
                    <a:pt x="80318" y="313330"/>
                  </a:lnTo>
                  <a:lnTo>
                    <a:pt x="84981" y="310678"/>
                  </a:lnTo>
                  <a:lnTo>
                    <a:pt x="89556" y="307877"/>
                  </a:lnTo>
                  <a:lnTo>
                    <a:pt x="94039" y="304930"/>
                  </a:lnTo>
                  <a:lnTo>
                    <a:pt x="98426" y="301842"/>
                  </a:lnTo>
                  <a:lnTo>
                    <a:pt x="102711" y="298614"/>
                  </a:lnTo>
                  <a:lnTo>
                    <a:pt x="106890" y="295250"/>
                  </a:lnTo>
                  <a:lnTo>
                    <a:pt x="110959" y="291754"/>
                  </a:lnTo>
                  <a:lnTo>
                    <a:pt x="114914" y="288129"/>
                  </a:lnTo>
                  <a:lnTo>
                    <a:pt x="118750" y="284379"/>
                  </a:lnTo>
                  <a:lnTo>
                    <a:pt x="122464" y="280508"/>
                  </a:lnTo>
                  <a:lnTo>
                    <a:pt x="126052" y="276520"/>
                  </a:lnTo>
                  <a:lnTo>
                    <a:pt x="129511" y="272419"/>
                  </a:lnTo>
                  <a:lnTo>
                    <a:pt x="132836" y="268209"/>
                  </a:lnTo>
                  <a:lnTo>
                    <a:pt x="136024" y="263894"/>
                  </a:lnTo>
                  <a:lnTo>
                    <a:pt x="139072" y="259479"/>
                  </a:lnTo>
                  <a:lnTo>
                    <a:pt x="141976" y="254969"/>
                  </a:lnTo>
                  <a:lnTo>
                    <a:pt x="144735" y="250368"/>
                  </a:lnTo>
                  <a:lnTo>
                    <a:pt x="147344" y="245681"/>
                  </a:lnTo>
                  <a:lnTo>
                    <a:pt x="149802" y="240912"/>
                  </a:lnTo>
                  <a:lnTo>
                    <a:pt x="152105" y="236067"/>
                  </a:lnTo>
                  <a:lnTo>
                    <a:pt x="154252" y="231151"/>
                  </a:lnTo>
                  <a:lnTo>
                    <a:pt x="156240" y="226168"/>
                  </a:lnTo>
                  <a:lnTo>
                    <a:pt x="158067" y="221124"/>
                  </a:lnTo>
                  <a:lnTo>
                    <a:pt x="159731" y="216024"/>
                  </a:lnTo>
                  <a:lnTo>
                    <a:pt x="161231" y="210873"/>
                  </a:lnTo>
                  <a:lnTo>
                    <a:pt x="162565" y="205677"/>
                  </a:lnTo>
                  <a:lnTo>
                    <a:pt x="163731" y="200441"/>
                  </a:lnTo>
                  <a:lnTo>
                    <a:pt x="164729" y="195169"/>
                  </a:lnTo>
                  <a:lnTo>
                    <a:pt x="165557" y="189869"/>
                  </a:lnTo>
                  <a:lnTo>
                    <a:pt x="166214" y="184545"/>
                  </a:lnTo>
                  <a:lnTo>
                    <a:pt x="166700" y="179202"/>
                  </a:lnTo>
                  <a:lnTo>
                    <a:pt x="167015" y="173847"/>
                  </a:lnTo>
                  <a:lnTo>
                    <a:pt x="167158" y="168484"/>
                  </a:lnTo>
                  <a:lnTo>
                    <a:pt x="167128" y="163119"/>
                  </a:lnTo>
                  <a:lnTo>
                    <a:pt x="166926" y="157758"/>
                  </a:lnTo>
                  <a:lnTo>
                    <a:pt x="166553" y="152407"/>
                  </a:lnTo>
                  <a:lnTo>
                    <a:pt x="166008" y="147070"/>
                  </a:lnTo>
                  <a:lnTo>
                    <a:pt x="165292" y="141753"/>
                  </a:lnTo>
                  <a:lnTo>
                    <a:pt x="164405" y="136462"/>
                  </a:lnTo>
                  <a:lnTo>
                    <a:pt x="163350" y="131202"/>
                  </a:lnTo>
                  <a:lnTo>
                    <a:pt x="162126" y="125979"/>
                  </a:lnTo>
                  <a:lnTo>
                    <a:pt x="160735" y="120798"/>
                  </a:lnTo>
                  <a:lnTo>
                    <a:pt x="159179" y="115664"/>
                  </a:lnTo>
                  <a:lnTo>
                    <a:pt x="157458" y="110583"/>
                  </a:lnTo>
                  <a:lnTo>
                    <a:pt x="155576" y="105559"/>
                  </a:lnTo>
                  <a:lnTo>
                    <a:pt x="153533" y="100598"/>
                  </a:lnTo>
                  <a:lnTo>
                    <a:pt x="151332" y="95706"/>
                  </a:lnTo>
                  <a:lnTo>
                    <a:pt x="148976" y="90887"/>
                  </a:lnTo>
                  <a:lnTo>
                    <a:pt x="146466" y="86145"/>
                  </a:lnTo>
                  <a:lnTo>
                    <a:pt x="143805" y="81487"/>
                  </a:lnTo>
                  <a:lnTo>
                    <a:pt x="140996" y="76917"/>
                  </a:lnTo>
                  <a:lnTo>
                    <a:pt x="138041" y="72439"/>
                  </a:lnTo>
                  <a:lnTo>
                    <a:pt x="134945" y="68058"/>
                  </a:lnTo>
                  <a:lnTo>
                    <a:pt x="131710" y="63779"/>
                  </a:lnTo>
                  <a:lnTo>
                    <a:pt x="128339" y="59605"/>
                  </a:lnTo>
                  <a:lnTo>
                    <a:pt x="124835" y="55542"/>
                  </a:lnTo>
                  <a:lnTo>
                    <a:pt x="121204" y="51594"/>
                  </a:lnTo>
                  <a:lnTo>
                    <a:pt x="117447" y="47764"/>
                  </a:lnTo>
                  <a:lnTo>
                    <a:pt x="113569" y="44057"/>
                  </a:lnTo>
                  <a:lnTo>
                    <a:pt x="109575" y="40476"/>
                  </a:lnTo>
                  <a:lnTo>
                    <a:pt x="105468" y="37025"/>
                  </a:lnTo>
                  <a:lnTo>
                    <a:pt x="101252" y="33707"/>
                  </a:lnTo>
                  <a:lnTo>
                    <a:pt x="96931" y="30527"/>
                  </a:lnTo>
                  <a:lnTo>
                    <a:pt x="92511" y="27487"/>
                  </a:lnTo>
                  <a:lnTo>
                    <a:pt x="87996" y="24590"/>
                  </a:lnTo>
                  <a:lnTo>
                    <a:pt x="83390" y="21839"/>
                  </a:lnTo>
                  <a:lnTo>
                    <a:pt x="78698" y="19238"/>
                  </a:lnTo>
                  <a:lnTo>
                    <a:pt x="73925" y="16789"/>
                  </a:lnTo>
                  <a:lnTo>
                    <a:pt x="69076" y="14494"/>
                  </a:lnTo>
                  <a:lnTo>
                    <a:pt x="64156" y="12356"/>
                  </a:lnTo>
                  <a:lnTo>
                    <a:pt x="59170" y="10377"/>
                  </a:lnTo>
                  <a:lnTo>
                    <a:pt x="54122" y="8559"/>
                  </a:lnTo>
                  <a:lnTo>
                    <a:pt x="49019" y="6904"/>
                  </a:lnTo>
                  <a:lnTo>
                    <a:pt x="43866" y="5413"/>
                  </a:lnTo>
                  <a:lnTo>
                    <a:pt x="38667" y="4088"/>
                  </a:lnTo>
                  <a:lnTo>
                    <a:pt x="33429" y="2931"/>
                  </a:lnTo>
                  <a:lnTo>
                    <a:pt x="28156" y="1943"/>
                  </a:lnTo>
                  <a:lnTo>
                    <a:pt x="22854" y="1124"/>
                  </a:lnTo>
                  <a:lnTo>
                    <a:pt x="17529" y="476"/>
                  </a:lnTo>
                  <a:lnTo>
                    <a:pt x="12185" y="0"/>
                  </a:lnTo>
                  <a:lnTo>
                    <a:pt x="0" y="1667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12185" cy="167167"/>
            </a:xfrm>
            <a:custGeom>
              <a:avLst/>
              <a:pathLst>
                <a:path w="12185" h="167167">
                  <a:moveTo>
                    <a:pt x="12185" y="44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tx81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2025-06-05T21:52:30Z</dcterms:modified>
  <cp:category/>
</cp:coreProperties>
</file>