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070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731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3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1141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17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6347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599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601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5985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63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179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04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3561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358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4588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73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2409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1676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1738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722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2845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191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1962" y="3170392"/>
              <a:ext cx="1816" cy="167167"/>
            </a:xfrm>
            <a:custGeom>
              <a:avLst/>
              <a:pathLst>
                <a:path w="1816" h="167167">
                  <a:moveTo>
                    <a:pt x="1816" y="0"/>
                  </a:moveTo>
                  <a:lnTo>
                    <a:pt x="0" y="9"/>
                  </a:lnTo>
                  <a:lnTo>
                    <a:pt x="181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962" y="3170402"/>
              <a:ext cx="1816" cy="167157"/>
            </a:xfrm>
            <a:custGeom>
              <a:avLst/>
              <a:pathLst>
                <a:path w="1816" h="167157">
                  <a:moveTo>
                    <a:pt x="0" y="0"/>
                  </a:moveTo>
                  <a:lnTo>
                    <a:pt x="1816" y="16715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25" y="3170402"/>
              <a:ext cx="334320" cy="334323"/>
            </a:xfrm>
            <a:custGeom>
              <a:avLst/>
              <a:pathLst>
                <a:path w="334320" h="334323">
                  <a:moveTo>
                    <a:pt x="165337" y="0"/>
                  </a:moveTo>
                  <a:lnTo>
                    <a:pt x="160060" y="140"/>
                  </a:lnTo>
                  <a:lnTo>
                    <a:pt x="154791" y="447"/>
                  </a:lnTo>
                  <a:lnTo>
                    <a:pt x="149533" y="921"/>
                  </a:lnTo>
                  <a:lnTo>
                    <a:pt x="144294" y="1560"/>
                  </a:lnTo>
                  <a:lnTo>
                    <a:pt x="139077" y="2364"/>
                  </a:lnTo>
                  <a:lnTo>
                    <a:pt x="133888" y="3333"/>
                  </a:lnTo>
                  <a:lnTo>
                    <a:pt x="128732" y="4465"/>
                  </a:lnTo>
                  <a:lnTo>
                    <a:pt x="123615" y="5759"/>
                  </a:lnTo>
                  <a:lnTo>
                    <a:pt x="118541" y="7214"/>
                  </a:lnTo>
                  <a:lnTo>
                    <a:pt x="113515" y="8829"/>
                  </a:lnTo>
                  <a:lnTo>
                    <a:pt x="108543" y="10601"/>
                  </a:lnTo>
                  <a:lnTo>
                    <a:pt x="103629" y="12530"/>
                  </a:lnTo>
                  <a:lnTo>
                    <a:pt x="98779" y="14612"/>
                  </a:lnTo>
                  <a:lnTo>
                    <a:pt x="93997" y="16847"/>
                  </a:lnTo>
                  <a:lnTo>
                    <a:pt x="89288" y="19232"/>
                  </a:lnTo>
                  <a:lnTo>
                    <a:pt x="84656" y="21764"/>
                  </a:lnTo>
                  <a:lnTo>
                    <a:pt x="80107" y="24441"/>
                  </a:lnTo>
                  <a:lnTo>
                    <a:pt x="75644" y="27261"/>
                  </a:lnTo>
                  <a:lnTo>
                    <a:pt x="71273" y="30220"/>
                  </a:lnTo>
                  <a:lnTo>
                    <a:pt x="66997" y="33315"/>
                  </a:lnTo>
                  <a:lnTo>
                    <a:pt x="62822" y="36544"/>
                  </a:lnTo>
                  <a:lnTo>
                    <a:pt x="58750" y="39903"/>
                  </a:lnTo>
                  <a:lnTo>
                    <a:pt x="54786" y="43389"/>
                  </a:lnTo>
                  <a:lnTo>
                    <a:pt x="50935" y="46999"/>
                  </a:lnTo>
                  <a:lnTo>
                    <a:pt x="47199" y="50728"/>
                  </a:lnTo>
                  <a:lnTo>
                    <a:pt x="43583" y="54573"/>
                  </a:lnTo>
                  <a:lnTo>
                    <a:pt x="40090" y="58531"/>
                  </a:lnTo>
                  <a:lnTo>
                    <a:pt x="36723" y="62597"/>
                  </a:lnTo>
                  <a:lnTo>
                    <a:pt x="33487" y="66767"/>
                  </a:lnTo>
                  <a:lnTo>
                    <a:pt x="30384" y="71037"/>
                  </a:lnTo>
                  <a:lnTo>
                    <a:pt x="27418" y="75403"/>
                  </a:lnTo>
                  <a:lnTo>
                    <a:pt x="24590" y="79861"/>
                  </a:lnTo>
                  <a:lnTo>
                    <a:pt x="21905" y="84405"/>
                  </a:lnTo>
                  <a:lnTo>
                    <a:pt x="19365" y="89032"/>
                  </a:lnTo>
                  <a:lnTo>
                    <a:pt x="16972" y="93737"/>
                  </a:lnTo>
                  <a:lnTo>
                    <a:pt x="14729" y="98515"/>
                  </a:lnTo>
                  <a:lnTo>
                    <a:pt x="12638" y="103362"/>
                  </a:lnTo>
                  <a:lnTo>
                    <a:pt x="10701" y="108272"/>
                  </a:lnTo>
                  <a:lnTo>
                    <a:pt x="8919" y="113241"/>
                  </a:lnTo>
                  <a:lnTo>
                    <a:pt x="7296" y="118264"/>
                  </a:lnTo>
                  <a:lnTo>
                    <a:pt x="5832" y="123335"/>
                  </a:lnTo>
                  <a:lnTo>
                    <a:pt x="4529" y="128451"/>
                  </a:lnTo>
                  <a:lnTo>
                    <a:pt x="3388" y="133604"/>
                  </a:lnTo>
                  <a:lnTo>
                    <a:pt x="2410" y="138792"/>
                  </a:lnTo>
                  <a:lnTo>
                    <a:pt x="1597" y="144007"/>
                  </a:lnTo>
                  <a:lnTo>
                    <a:pt x="949" y="149246"/>
                  </a:lnTo>
                  <a:lnTo>
                    <a:pt x="466" y="154502"/>
                  </a:lnTo>
                  <a:lnTo>
                    <a:pt x="149" y="159771"/>
                  </a:lnTo>
                  <a:lnTo>
                    <a:pt x="0" y="165048"/>
                  </a:lnTo>
                  <a:lnTo>
                    <a:pt x="16" y="170326"/>
                  </a:lnTo>
                  <a:lnTo>
                    <a:pt x="200" y="175602"/>
                  </a:lnTo>
                  <a:lnTo>
                    <a:pt x="549" y="180868"/>
                  </a:lnTo>
                  <a:lnTo>
                    <a:pt x="1065" y="186122"/>
                  </a:lnTo>
                  <a:lnTo>
                    <a:pt x="1747" y="191356"/>
                  </a:lnTo>
                  <a:lnTo>
                    <a:pt x="2593" y="196566"/>
                  </a:lnTo>
                  <a:lnTo>
                    <a:pt x="3604" y="201747"/>
                  </a:lnTo>
                  <a:lnTo>
                    <a:pt x="4778" y="206894"/>
                  </a:lnTo>
                  <a:lnTo>
                    <a:pt x="6113" y="212000"/>
                  </a:lnTo>
                  <a:lnTo>
                    <a:pt x="7609" y="217063"/>
                  </a:lnTo>
                  <a:lnTo>
                    <a:pt x="9264" y="222075"/>
                  </a:lnTo>
                  <a:lnTo>
                    <a:pt x="11077" y="227032"/>
                  </a:lnTo>
                  <a:lnTo>
                    <a:pt x="13045" y="231930"/>
                  </a:lnTo>
                  <a:lnTo>
                    <a:pt x="15167" y="236764"/>
                  </a:lnTo>
                  <a:lnTo>
                    <a:pt x="17441" y="241528"/>
                  </a:lnTo>
                  <a:lnTo>
                    <a:pt x="19863" y="246217"/>
                  </a:lnTo>
                  <a:lnTo>
                    <a:pt x="22433" y="250828"/>
                  </a:lnTo>
                  <a:lnTo>
                    <a:pt x="25147" y="255356"/>
                  </a:lnTo>
                  <a:lnTo>
                    <a:pt x="28002" y="259795"/>
                  </a:lnTo>
                  <a:lnTo>
                    <a:pt x="30996" y="264142"/>
                  </a:lnTo>
                  <a:lnTo>
                    <a:pt x="34126" y="268393"/>
                  </a:lnTo>
                  <a:lnTo>
                    <a:pt x="37389" y="272542"/>
                  </a:lnTo>
                  <a:lnTo>
                    <a:pt x="40781" y="276587"/>
                  </a:lnTo>
                  <a:lnTo>
                    <a:pt x="44299" y="280522"/>
                  </a:lnTo>
                  <a:lnTo>
                    <a:pt x="47939" y="284345"/>
                  </a:lnTo>
                  <a:lnTo>
                    <a:pt x="51699" y="288050"/>
                  </a:lnTo>
                  <a:lnTo>
                    <a:pt x="55573" y="291635"/>
                  </a:lnTo>
                  <a:lnTo>
                    <a:pt x="59559" y="295096"/>
                  </a:lnTo>
                  <a:lnTo>
                    <a:pt x="63652" y="298429"/>
                  </a:lnTo>
                  <a:lnTo>
                    <a:pt x="67848" y="301631"/>
                  </a:lnTo>
                  <a:lnTo>
                    <a:pt x="72143" y="304700"/>
                  </a:lnTo>
                  <a:lnTo>
                    <a:pt x="76533" y="307631"/>
                  </a:lnTo>
                  <a:lnTo>
                    <a:pt x="81013" y="310422"/>
                  </a:lnTo>
                  <a:lnTo>
                    <a:pt x="85580" y="313070"/>
                  </a:lnTo>
                  <a:lnTo>
                    <a:pt x="90227" y="315573"/>
                  </a:lnTo>
                  <a:lnTo>
                    <a:pt x="94951" y="317928"/>
                  </a:lnTo>
                  <a:lnTo>
                    <a:pt x="99747" y="320132"/>
                  </a:lnTo>
                  <a:lnTo>
                    <a:pt x="104611" y="322184"/>
                  </a:lnTo>
                  <a:lnTo>
                    <a:pt x="109537" y="324081"/>
                  </a:lnTo>
                  <a:lnTo>
                    <a:pt x="114520" y="325822"/>
                  </a:lnTo>
                  <a:lnTo>
                    <a:pt x="119556" y="327405"/>
                  </a:lnTo>
                  <a:lnTo>
                    <a:pt x="124639" y="328828"/>
                  </a:lnTo>
                  <a:lnTo>
                    <a:pt x="129764" y="330090"/>
                  </a:lnTo>
                  <a:lnTo>
                    <a:pt x="134927" y="331189"/>
                  </a:lnTo>
                  <a:lnTo>
                    <a:pt x="140122" y="332124"/>
                  </a:lnTo>
                  <a:lnTo>
                    <a:pt x="145344" y="332896"/>
                  </a:lnTo>
                  <a:lnTo>
                    <a:pt x="150588" y="333502"/>
                  </a:lnTo>
                  <a:lnTo>
                    <a:pt x="155848" y="333942"/>
                  </a:lnTo>
                  <a:lnTo>
                    <a:pt x="161119" y="334216"/>
                  </a:lnTo>
                  <a:lnTo>
                    <a:pt x="166397" y="334323"/>
                  </a:lnTo>
                  <a:lnTo>
                    <a:pt x="171675" y="334263"/>
                  </a:lnTo>
                  <a:lnTo>
                    <a:pt x="176949" y="334037"/>
                  </a:lnTo>
                  <a:lnTo>
                    <a:pt x="182213" y="333645"/>
                  </a:lnTo>
                  <a:lnTo>
                    <a:pt x="187461" y="333086"/>
                  </a:lnTo>
                  <a:lnTo>
                    <a:pt x="192690" y="332363"/>
                  </a:lnTo>
                  <a:lnTo>
                    <a:pt x="197893" y="331474"/>
                  </a:lnTo>
                  <a:lnTo>
                    <a:pt x="203066" y="330421"/>
                  </a:lnTo>
                  <a:lnTo>
                    <a:pt x="208203" y="329206"/>
                  </a:lnTo>
                  <a:lnTo>
                    <a:pt x="213298" y="327829"/>
                  </a:lnTo>
                  <a:lnTo>
                    <a:pt x="218348" y="326292"/>
                  </a:lnTo>
                  <a:lnTo>
                    <a:pt x="223347" y="324597"/>
                  </a:lnTo>
                  <a:lnTo>
                    <a:pt x="228290" y="322744"/>
                  </a:lnTo>
                  <a:lnTo>
                    <a:pt x="233172" y="320736"/>
                  </a:lnTo>
                  <a:lnTo>
                    <a:pt x="237988" y="318575"/>
                  </a:lnTo>
                  <a:lnTo>
                    <a:pt x="242733" y="316263"/>
                  </a:lnTo>
                  <a:lnTo>
                    <a:pt x="247403" y="313803"/>
                  </a:lnTo>
                  <a:lnTo>
                    <a:pt x="251993" y="311196"/>
                  </a:lnTo>
                  <a:lnTo>
                    <a:pt x="256498" y="308446"/>
                  </a:lnTo>
                  <a:lnTo>
                    <a:pt x="260915" y="305554"/>
                  </a:lnTo>
                  <a:lnTo>
                    <a:pt x="265237" y="302525"/>
                  </a:lnTo>
                  <a:lnTo>
                    <a:pt x="269462" y="299361"/>
                  </a:lnTo>
                  <a:lnTo>
                    <a:pt x="273585" y="296065"/>
                  </a:lnTo>
                  <a:lnTo>
                    <a:pt x="277602" y="292640"/>
                  </a:lnTo>
                  <a:lnTo>
                    <a:pt x="281509" y="289091"/>
                  </a:lnTo>
                  <a:lnTo>
                    <a:pt x="285302" y="285419"/>
                  </a:lnTo>
                  <a:lnTo>
                    <a:pt x="288977" y="281630"/>
                  </a:lnTo>
                  <a:lnTo>
                    <a:pt x="292530" y="277727"/>
                  </a:lnTo>
                  <a:lnTo>
                    <a:pt x="295959" y="273713"/>
                  </a:lnTo>
                  <a:lnTo>
                    <a:pt x="299259" y="269593"/>
                  </a:lnTo>
                  <a:lnTo>
                    <a:pt x="302427" y="265372"/>
                  </a:lnTo>
                  <a:lnTo>
                    <a:pt x="305460" y="261052"/>
                  </a:lnTo>
                  <a:lnTo>
                    <a:pt x="308356" y="256638"/>
                  </a:lnTo>
                  <a:lnTo>
                    <a:pt x="311111" y="252135"/>
                  </a:lnTo>
                  <a:lnTo>
                    <a:pt x="313722" y="247548"/>
                  </a:lnTo>
                  <a:lnTo>
                    <a:pt x="316187" y="242880"/>
                  </a:lnTo>
                  <a:lnTo>
                    <a:pt x="318503" y="238137"/>
                  </a:lnTo>
                  <a:lnTo>
                    <a:pt x="320669" y="233323"/>
                  </a:lnTo>
                  <a:lnTo>
                    <a:pt x="322682" y="228444"/>
                  </a:lnTo>
                  <a:lnTo>
                    <a:pt x="324539" y="223503"/>
                  </a:lnTo>
                  <a:lnTo>
                    <a:pt x="326239" y="218505"/>
                  </a:lnTo>
                  <a:lnTo>
                    <a:pt x="327781" y="213457"/>
                  </a:lnTo>
                  <a:lnTo>
                    <a:pt x="329163" y="208363"/>
                  </a:lnTo>
                  <a:lnTo>
                    <a:pt x="330383" y="203227"/>
                  </a:lnTo>
                  <a:lnTo>
                    <a:pt x="331441" y="198055"/>
                  </a:lnTo>
                  <a:lnTo>
                    <a:pt x="332334" y="192853"/>
                  </a:lnTo>
                  <a:lnTo>
                    <a:pt x="333063" y="187625"/>
                  </a:lnTo>
                  <a:lnTo>
                    <a:pt x="333627" y="182377"/>
                  </a:lnTo>
                  <a:lnTo>
                    <a:pt x="334024" y="177113"/>
                  </a:lnTo>
                  <a:lnTo>
                    <a:pt x="334255" y="171840"/>
                  </a:lnTo>
                  <a:lnTo>
                    <a:pt x="334320" y="166562"/>
                  </a:lnTo>
                  <a:lnTo>
                    <a:pt x="334218" y="161284"/>
                  </a:lnTo>
                  <a:lnTo>
                    <a:pt x="333949" y="156012"/>
                  </a:lnTo>
                  <a:lnTo>
                    <a:pt x="333514" y="150752"/>
                  </a:lnTo>
                  <a:lnTo>
                    <a:pt x="332913" y="145507"/>
                  </a:lnTo>
                  <a:lnTo>
                    <a:pt x="332147" y="140285"/>
                  </a:lnTo>
                  <a:lnTo>
                    <a:pt x="331216" y="135089"/>
                  </a:lnTo>
                  <a:lnTo>
                    <a:pt x="330122" y="129925"/>
                  </a:lnTo>
                  <a:lnTo>
                    <a:pt x="328865" y="124798"/>
                  </a:lnTo>
                  <a:lnTo>
                    <a:pt x="327447" y="119714"/>
                  </a:lnTo>
                  <a:lnTo>
                    <a:pt x="325870" y="114677"/>
                  </a:lnTo>
                  <a:lnTo>
                    <a:pt x="324134" y="109692"/>
                  </a:lnTo>
                  <a:lnTo>
                    <a:pt x="322241" y="104764"/>
                  </a:lnTo>
                  <a:lnTo>
                    <a:pt x="320194" y="99899"/>
                  </a:lnTo>
                  <a:lnTo>
                    <a:pt x="317994" y="95100"/>
                  </a:lnTo>
                  <a:lnTo>
                    <a:pt x="315644" y="90374"/>
                  </a:lnTo>
                  <a:lnTo>
                    <a:pt x="313145" y="85724"/>
                  </a:lnTo>
                  <a:lnTo>
                    <a:pt x="310502" y="81155"/>
                  </a:lnTo>
                  <a:lnTo>
                    <a:pt x="307715" y="76672"/>
                  </a:lnTo>
                  <a:lnTo>
                    <a:pt x="304788" y="72280"/>
                  </a:lnTo>
                  <a:lnTo>
                    <a:pt x="301724" y="67981"/>
                  </a:lnTo>
                  <a:lnTo>
                    <a:pt x="298525" y="63782"/>
                  </a:lnTo>
                  <a:lnTo>
                    <a:pt x="295196" y="59686"/>
                  </a:lnTo>
                  <a:lnTo>
                    <a:pt x="291739" y="55697"/>
                  </a:lnTo>
                  <a:lnTo>
                    <a:pt x="288158" y="51819"/>
                  </a:lnTo>
                  <a:lnTo>
                    <a:pt x="284456" y="48056"/>
                  </a:lnTo>
                  <a:lnTo>
                    <a:pt x="280637" y="44412"/>
                  </a:lnTo>
                  <a:lnTo>
                    <a:pt x="276705" y="40890"/>
                  </a:lnTo>
                  <a:lnTo>
                    <a:pt x="272664" y="37494"/>
                  </a:lnTo>
                  <a:lnTo>
                    <a:pt x="268518" y="34228"/>
                  </a:lnTo>
                  <a:lnTo>
                    <a:pt x="264270" y="31094"/>
                  </a:lnTo>
                  <a:lnTo>
                    <a:pt x="259926" y="28095"/>
                  </a:lnTo>
                  <a:lnTo>
                    <a:pt x="255489" y="25235"/>
                  </a:lnTo>
                  <a:lnTo>
                    <a:pt x="250965" y="22517"/>
                  </a:lnTo>
                  <a:lnTo>
                    <a:pt x="246356" y="19943"/>
                  </a:lnTo>
                  <a:lnTo>
                    <a:pt x="241669" y="17516"/>
                  </a:lnTo>
                  <a:lnTo>
                    <a:pt x="236907" y="15238"/>
                  </a:lnTo>
                  <a:lnTo>
                    <a:pt x="232076" y="13111"/>
                  </a:lnTo>
                  <a:lnTo>
                    <a:pt x="227180" y="11138"/>
                  </a:lnTo>
                  <a:lnTo>
                    <a:pt x="222224" y="9321"/>
                  </a:lnTo>
                  <a:lnTo>
                    <a:pt x="217213" y="7661"/>
                  </a:lnTo>
                  <a:lnTo>
                    <a:pt x="212153" y="6160"/>
                  </a:lnTo>
                  <a:lnTo>
                    <a:pt x="207047" y="4820"/>
                  </a:lnTo>
                  <a:lnTo>
                    <a:pt x="201902" y="3641"/>
                  </a:lnTo>
                  <a:lnTo>
                    <a:pt x="196722" y="2625"/>
                  </a:lnTo>
                  <a:lnTo>
                    <a:pt x="191512" y="1774"/>
                  </a:lnTo>
                  <a:lnTo>
                    <a:pt x="186279" y="1087"/>
                  </a:lnTo>
                  <a:lnTo>
                    <a:pt x="181026" y="566"/>
                  </a:lnTo>
                  <a:lnTo>
                    <a:pt x="167154" y="1671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3872" cy="167167"/>
            </a:xfrm>
            <a:custGeom>
              <a:avLst/>
              <a:pathLst>
                <a:path w="13872" h="167167">
                  <a:moveTo>
                    <a:pt x="13872" y="57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0725" y="2633064"/>
              <a:ext cx="28285" cy="167167"/>
            </a:xfrm>
            <a:custGeom>
              <a:avLst/>
              <a:pathLst>
                <a:path w="28285" h="167167">
                  <a:moveTo>
                    <a:pt x="28285" y="0"/>
                  </a:moveTo>
                  <a:lnTo>
                    <a:pt x="21182" y="150"/>
                  </a:lnTo>
                  <a:lnTo>
                    <a:pt x="14091" y="603"/>
                  </a:lnTo>
                  <a:lnTo>
                    <a:pt x="7026" y="1357"/>
                  </a:lnTo>
                  <a:lnTo>
                    <a:pt x="0" y="2410"/>
                  </a:lnTo>
                  <a:lnTo>
                    <a:pt x="2828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0725" y="2635474"/>
              <a:ext cx="28285" cy="164756"/>
            </a:xfrm>
            <a:custGeom>
              <a:avLst/>
              <a:pathLst>
                <a:path w="28285" h="164756">
                  <a:moveTo>
                    <a:pt x="0" y="0"/>
                  </a:moveTo>
                  <a:lnTo>
                    <a:pt x="28285" y="1647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751846" y="2635474"/>
              <a:ext cx="334326" cy="331917"/>
            </a:xfrm>
            <a:custGeom>
              <a:avLst/>
              <a:pathLst>
                <a:path w="334326" h="331917">
                  <a:moveTo>
                    <a:pt x="138878" y="0"/>
                  </a:moveTo>
                  <a:lnTo>
                    <a:pt x="133669" y="979"/>
                  </a:lnTo>
                  <a:lnTo>
                    <a:pt x="128494" y="2123"/>
                  </a:lnTo>
                  <a:lnTo>
                    <a:pt x="123357" y="3431"/>
                  </a:lnTo>
                  <a:lnTo>
                    <a:pt x="118265" y="4901"/>
                  </a:lnTo>
                  <a:lnTo>
                    <a:pt x="113222" y="6532"/>
                  </a:lnTo>
                  <a:lnTo>
                    <a:pt x="108232" y="8321"/>
                  </a:lnTo>
                  <a:lnTo>
                    <a:pt x="103303" y="10268"/>
                  </a:lnTo>
                  <a:lnTo>
                    <a:pt x="98437" y="12370"/>
                  </a:lnTo>
                  <a:lnTo>
                    <a:pt x="93640" y="14626"/>
                  </a:lnTo>
                  <a:lnTo>
                    <a:pt x="88918" y="17032"/>
                  </a:lnTo>
                  <a:lnTo>
                    <a:pt x="84274" y="19587"/>
                  </a:lnTo>
                  <a:lnTo>
                    <a:pt x="79713" y="22288"/>
                  </a:lnTo>
                  <a:lnTo>
                    <a:pt x="75240" y="25132"/>
                  </a:lnTo>
                  <a:lnTo>
                    <a:pt x="70860" y="28117"/>
                  </a:lnTo>
                  <a:lnTo>
                    <a:pt x="66576" y="31239"/>
                  </a:lnTo>
                  <a:lnTo>
                    <a:pt x="62394" y="34495"/>
                  </a:lnTo>
                  <a:lnTo>
                    <a:pt x="58317" y="37882"/>
                  </a:lnTo>
                  <a:lnTo>
                    <a:pt x="54349" y="41396"/>
                  </a:lnTo>
                  <a:lnTo>
                    <a:pt x="50495" y="45035"/>
                  </a:lnTo>
                  <a:lnTo>
                    <a:pt x="46758" y="48794"/>
                  </a:lnTo>
                  <a:lnTo>
                    <a:pt x="43142" y="52669"/>
                  </a:lnTo>
                  <a:lnTo>
                    <a:pt x="39651" y="56658"/>
                  </a:lnTo>
                  <a:lnTo>
                    <a:pt x="36288" y="60755"/>
                  </a:lnTo>
                  <a:lnTo>
                    <a:pt x="33057" y="64956"/>
                  </a:lnTo>
                  <a:lnTo>
                    <a:pt x="29960" y="69258"/>
                  </a:lnTo>
                  <a:lnTo>
                    <a:pt x="27002" y="73656"/>
                  </a:lnTo>
                  <a:lnTo>
                    <a:pt x="24184" y="78145"/>
                  </a:lnTo>
                  <a:lnTo>
                    <a:pt x="21510" y="82722"/>
                  </a:lnTo>
                  <a:lnTo>
                    <a:pt x="18982" y="87380"/>
                  </a:lnTo>
                  <a:lnTo>
                    <a:pt x="16604" y="92117"/>
                  </a:lnTo>
                  <a:lnTo>
                    <a:pt x="14377" y="96927"/>
                  </a:lnTo>
                  <a:lnTo>
                    <a:pt x="12303" y="101805"/>
                  </a:lnTo>
                  <a:lnTo>
                    <a:pt x="10385" y="106746"/>
                  </a:lnTo>
                  <a:lnTo>
                    <a:pt x="8625" y="111746"/>
                  </a:lnTo>
                  <a:lnTo>
                    <a:pt x="7024" y="116799"/>
                  </a:lnTo>
                  <a:lnTo>
                    <a:pt x="5584" y="121900"/>
                  </a:lnTo>
                  <a:lnTo>
                    <a:pt x="4306" y="127044"/>
                  </a:lnTo>
                  <a:lnTo>
                    <a:pt x="3193" y="132226"/>
                  </a:lnTo>
                  <a:lnTo>
                    <a:pt x="2244" y="137441"/>
                  </a:lnTo>
                  <a:lnTo>
                    <a:pt x="1461" y="142683"/>
                  </a:lnTo>
                  <a:lnTo>
                    <a:pt x="844" y="147947"/>
                  </a:lnTo>
                  <a:lnTo>
                    <a:pt x="395" y="153229"/>
                  </a:lnTo>
                  <a:lnTo>
                    <a:pt x="113" y="158522"/>
                  </a:lnTo>
                  <a:lnTo>
                    <a:pt x="0" y="163821"/>
                  </a:lnTo>
                  <a:lnTo>
                    <a:pt x="54" y="169121"/>
                  </a:lnTo>
                  <a:lnTo>
                    <a:pt x="276" y="174417"/>
                  </a:lnTo>
                  <a:lnTo>
                    <a:pt x="666" y="179703"/>
                  </a:lnTo>
                  <a:lnTo>
                    <a:pt x="1224" y="184974"/>
                  </a:lnTo>
                  <a:lnTo>
                    <a:pt x="1948" y="190224"/>
                  </a:lnTo>
                  <a:lnTo>
                    <a:pt x="2839" y="195449"/>
                  </a:lnTo>
                  <a:lnTo>
                    <a:pt x="3894" y="200644"/>
                  </a:lnTo>
                  <a:lnTo>
                    <a:pt x="5114" y="205802"/>
                  </a:lnTo>
                  <a:lnTo>
                    <a:pt x="6497" y="210919"/>
                  </a:lnTo>
                  <a:lnTo>
                    <a:pt x="8041" y="215989"/>
                  </a:lnTo>
                  <a:lnTo>
                    <a:pt x="9745" y="221008"/>
                  </a:lnTo>
                  <a:lnTo>
                    <a:pt x="11608" y="225970"/>
                  </a:lnTo>
                  <a:lnTo>
                    <a:pt x="13627" y="230871"/>
                  </a:lnTo>
                  <a:lnTo>
                    <a:pt x="15800" y="235706"/>
                  </a:lnTo>
                  <a:lnTo>
                    <a:pt x="18125" y="240469"/>
                  </a:lnTo>
                  <a:lnTo>
                    <a:pt x="20601" y="245156"/>
                  </a:lnTo>
                  <a:lnTo>
                    <a:pt x="23223" y="249762"/>
                  </a:lnTo>
                  <a:lnTo>
                    <a:pt x="25991" y="254283"/>
                  </a:lnTo>
                  <a:lnTo>
                    <a:pt x="28900" y="258713"/>
                  </a:lnTo>
                  <a:lnTo>
                    <a:pt x="31948" y="263049"/>
                  </a:lnTo>
                  <a:lnTo>
                    <a:pt x="35132" y="267287"/>
                  </a:lnTo>
                  <a:lnTo>
                    <a:pt x="38449" y="271421"/>
                  </a:lnTo>
                  <a:lnTo>
                    <a:pt x="41895" y="275448"/>
                  </a:lnTo>
                  <a:lnTo>
                    <a:pt x="45468" y="279364"/>
                  </a:lnTo>
                  <a:lnTo>
                    <a:pt x="49162" y="283164"/>
                  </a:lnTo>
                  <a:lnTo>
                    <a:pt x="52975" y="286846"/>
                  </a:lnTo>
                  <a:lnTo>
                    <a:pt x="56903" y="290405"/>
                  </a:lnTo>
                  <a:lnTo>
                    <a:pt x="60942" y="293837"/>
                  </a:lnTo>
                  <a:lnTo>
                    <a:pt x="65088" y="297140"/>
                  </a:lnTo>
                  <a:lnTo>
                    <a:pt x="69336" y="300310"/>
                  </a:lnTo>
                  <a:lnTo>
                    <a:pt x="73683" y="303343"/>
                  </a:lnTo>
                  <a:lnTo>
                    <a:pt x="78124" y="306237"/>
                  </a:lnTo>
                  <a:lnTo>
                    <a:pt x="82654" y="308989"/>
                  </a:lnTo>
                  <a:lnTo>
                    <a:pt x="87269" y="311595"/>
                  </a:lnTo>
                  <a:lnTo>
                    <a:pt x="91964" y="314054"/>
                  </a:lnTo>
                  <a:lnTo>
                    <a:pt x="96735" y="316364"/>
                  </a:lnTo>
                  <a:lnTo>
                    <a:pt x="101577" y="318520"/>
                  </a:lnTo>
                  <a:lnTo>
                    <a:pt x="106485" y="320522"/>
                  </a:lnTo>
                  <a:lnTo>
                    <a:pt x="111454" y="322368"/>
                  </a:lnTo>
                  <a:lnTo>
                    <a:pt x="116478" y="324055"/>
                  </a:lnTo>
                  <a:lnTo>
                    <a:pt x="121554" y="325581"/>
                  </a:lnTo>
                  <a:lnTo>
                    <a:pt x="126676" y="326947"/>
                  </a:lnTo>
                  <a:lnTo>
                    <a:pt x="131838" y="328149"/>
                  </a:lnTo>
                  <a:lnTo>
                    <a:pt x="137036" y="329186"/>
                  </a:lnTo>
                  <a:lnTo>
                    <a:pt x="142264" y="330059"/>
                  </a:lnTo>
                  <a:lnTo>
                    <a:pt x="147517" y="330765"/>
                  </a:lnTo>
                  <a:lnTo>
                    <a:pt x="152790" y="331305"/>
                  </a:lnTo>
                  <a:lnTo>
                    <a:pt x="158077" y="331677"/>
                  </a:lnTo>
                  <a:lnTo>
                    <a:pt x="163374" y="331881"/>
                  </a:lnTo>
                  <a:lnTo>
                    <a:pt x="168674" y="331917"/>
                  </a:lnTo>
                  <a:lnTo>
                    <a:pt x="173973" y="331785"/>
                  </a:lnTo>
                  <a:lnTo>
                    <a:pt x="179265" y="331485"/>
                  </a:lnTo>
                  <a:lnTo>
                    <a:pt x="184544" y="331018"/>
                  </a:lnTo>
                  <a:lnTo>
                    <a:pt x="189807" y="330383"/>
                  </a:lnTo>
                  <a:lnTo>
                    <a:pt x="195046" y="329582"/>
                  </a:lnTo>
                  <a:lnTo>
                    <a:pt x="200258" y="328616"/>
                  </a:lnTo>
                  <a:lnTo>
                    <a:pt x="205436" y="327484"/>
                  </a:lnTo>
                  <a:lnTo>
                    <a:pt x="210576" y="326189"/>
                  </a:lnTo>
                  <a:lnTo>
                    <a:pt x="215672" y="324731"/>
                  </a:lnTo>
                  <a:lnTo>
                    <a:pt x="220719" y="323113"/>
                  </a:lnTo>
                  <a:lnTo>
                    <a:pt x="225713" y="321336"/>
                  </a:lnTo>
                  <a:lnTo>
                    <a:pt x="230647" y="319401"/>
                  </a:lnTo>
                  <a:lnTo>
                    <a:pt x="235518" y="317310"/>
                  </a:lnTo>
                  <a:lnTo>
                    <a:pt x="240320" y="315067"/>
                  </a:lnTo>
                  <a:lnTo>
                    <a:pt x="245049" y="312672"/>
                  </a:lnTo>
                  <a:lnTo>
                    <a:pt x="249699" y="310128"/>
                  </a:lnTo>
                  <a:lnTo>
                    <a:pt x="254266" y="307439"/>
                  </a:lnTo>
                  <a:lnTo>
                    <a:pt x="258746" y="304606"/>
                  </a:lnTo>
                  <a:lnTo>
                    <a:pt x="263134" y="301632"/>
                  </a:lnTo>
                  <a:lnTo>
                    <a:pt x="267425" y="298521"/>
                  </a:lnTo>
                  <a:lnTo>
                    <a:pt x="271615" y="295275"/>
                  </a:lnTo>
                  <a:lnTo>
                    <a:pt x="275700" y="291898"/>
                  </a:lnTo>
                  <a:lnTo>
                    <a:pt x="279677" y="288393"/>
                  </a:lnTo>
                  <a:lnTo>
                    <a:pt x="283540" y="284764"/>
                  </a:lnTo>
                  <a:lnTo>
                    <a:pt x="287286" y="281014"/>
                  </a:lnTo>
                  <a:lnTo>
                    <a:pt x="290911" y="277147"/>
                  </a:lnTo>
                  <a:lnTo>
                    <a:pt x="294412" y="273168"/>
                  </a:lnTo>
                  <a:lnTo>
                    <a:pt x="297785" y="269079"/>
                  </a:lnTo>
                  <a:lnTo>
                    <a:pt x="301027" y="264885"/>
                  </a:lnTo>
                  <a:lnTo>
                    <a:pt x="304134" y="260591"/>
                  </a:lnTo>
                  <a:lnTo>
                    <a:pt x="307103" y="256201"/>
                  </a:lnTo>
                  <a:lnTo>
                    <a:pt x="309932" y="251718"/>
                  </a:lnTo>
                  <a:lnTo>
                    <a:pt x="312617" y="247148"/>
                  </a:lnTo>
                  <a:lnTo>
                    <a:pt x="315156" y="242495"/>
                  </a:lnTo>
                  <a:lnTo>
                    <a:pt x="317546" y="237765"/>
                  </a:lnTo>
                  <a:lnTo>
                    <a:pt x="319785" y="232960"/>
                  </a:lnTo>
                  <a:lnTo>
                    <a:pt x="321871" y="228087"/>
                  </a:lnTo>
                  <a:lnTo>
                    <a:pt x="323801" y="223151"/>
                  </a:lnTo>
                  <a:lnTo>
                    <a:pt x="325574" y="218156"/>
                  </a:lnTo>
                  <a:lnTo>
                    <a:pt x="327187" y="213107"/>
                  </a:lnTo>
                  <a:lnTo>
                    <a:pt x="328639" y="208009"/>
                  </a:lnTo>
                  <a:lnTo>
                    <a:pt x="329929" y="202868"/>
                  </a:lnTo>
                  <a:lnTo>
                    <a:pt x="331056" y="197689"/>
                  </a:lnTo>
                  <a:lnTo>
                    <a:pt x="332017" y="192476"/>
                  </a:lnTo>
                  <a:lnTo>
                    <a:pt x="332813" y="187236"/>
                  </a:lnTo>
                  <a:lnTo>
                    <a:pt x="333443" y="181973"/>
                  </a:lnTo>
                  <a:lnTo>
                    <a:pt x="333905" y="176693"/>
                  </a:lnTo>
                  <a:lnTo>
                    <a:pt x="334200" y="171401"/>
                  </a:lnTo>
                  <a:lnTo>
                    <a:pt x="334326" y="166102"/>
                  </a:lnTo>
                  <a:lnTo>
                    <a:pt x="334285" y="160802"/>
                  </a:lnTo>
                  <a:lnTo>
                    <a:pt x="334076" y="155505"/>
                  </a:lnTo>
                  <a:lnTo>
                    <a:pt x="333698" y="150218"/>
                  </a:lnTo>
                  <a:lnTo>
                    <a:pt x="333154" y="144946"/>
                  </a:lnTo>
                  <a:lnTo>
                    <a:pt x="332442" y="139694"/>
                  </a:lnTo>
                  <a:lnTo>
                    <a:pt x="331565" y="134466"/>
                  </a:lnTo>
                  <a:lnTo>
                    <a:pt x="330522" y="129270"/>
                  </a:lnTo>
                  <a:lnTo>
                    <a:pt x="329315" y="124109"/>
                  </a:lnTo>
                  <a:lnTo>
                    <a:pt x="327944" y="118988"/>
                  </a:lnTo>
                  <a:lnTo>
                    <a:pt x="326413" y="113914"/>
                  </a:lnTo>
                  <a:lnTo>
                    <a:pt x="324721" y="108891"/>
                  </a:lnTo>
                  <a:lnTo>
                    <a:pt x="322870" y="103924"/>
                  </a:lnTo>
                  <a:lnTo>
                    <a:pt x="320863" y="99018"/>
                  </a:lnTo>
                  <a:lnTo>
                    <a:pt x="318702" y="94178"/>
                  </a:lnTo>
                  <a:lnTo>
                    <a:pt x="316388" y="89410"/>
                  </a:lnTo>
                  <a:lnTo>
                    <a:pt x="313925" y="84717"/>
                  </a:lnTo>
                  <a:lnTo>
                    <a:pt x="311313" y="80104"/>
                  </a:lnTo>
                  <a:lnTo>
                    <a:pt x="308557" y="75577"/>
                  </a:lnTo>
                  <a:lnTo>
                    <a:pt x="305659" y="71139"/>
                  </a:lnTo>
                  <a:lnTo>
                    <a:pt x="302621" y="66795"/>
                  </a:lnTo>
                  <a:lnTo>
                    <a:pt x="299447" y="62550"/>
                  </a:lnTo>
                  <a:lnTo>
                    <a:pt x="296141" y="58408"/>
                  </a:lnTo>
                  <a:lnTo>
                    <a:pt x="292704" y="54372"/>
                  </a:lnTo>
                  <a:lnTo>
                    <a:pt x="289142" y="50448"/>
                  </a:lnTo>
                  <a:lnTo>
                    <a:pt x="285456" y="46638"/>
                  </a:lnTo>
                  <a:lnTo>
                    <a:pt x="281652" y="42947"/>
                  </a:lnTo>
                  <a:lnTo>
                    <a:pt x="277733" y="39379"/>
                  </a:lnTo>
                  <a:lnTo>
                    <a:pt x="273702" y="35936"/>
                  </a:lnTo>
                  <a:lnTo>
                    <a:pt x="269565" y="32624"/>
                  </a:lnTo>
                  <a:lnTo>
                    <a:pt x="265324" y="29444"/>
                  </a:lnTo>
                  <a:lnTo>
                    <a:pt x="260985" y="26400"/>
                  </a:lnTo>
                  <a:lnTo>
                    <a:pt x="256552" y="23495"/>
                  </a:lnTo>
                  <a:lnTo>
                    <a:pt x="167164" y="1647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19011" y="2633064"/>
              <a:ext cx="89387" cy="167167"/>
            </a:xfrm>
            <a:custGeom>
              <a:avLst/>
              <a:pathLst>
                <a:path w="89387" h="167167">
                  <a:moveTo>
                    <a:pt x="89387" y="25905"/>
                  </a:moveTo>
                  <a:lnTo>
                    <a:pt x="84351" y="22842"/>
                  </a:lnTo>
                  <a:lnTo>
                    <a:pt x="79211" y="19958"/>
                  </a:lnTo>
                  <a:lnTo>
                    <a:pt x="73972" y="17257"/>
                  </a:lnTo>
                  <a:lnTo>
                    <a:pt x="68641" y="14742"/>
                  </a:lnTo>
                  <a:lnTo>
                    <a:pt x="63225" y="12417"/>
                  </a:lnTo>
                  <a:lnTo>
                    <a:pt x="57730" y="10284"/>
                  </a:lnTo>
                  <a:lnTo>
                    <a:pt x="52164" y="8347"/>
                  </a:lnTo>
                  <a:lnTo>
                    <a:pt x="46532" y="6607"/>
                  </a:lnTo>
                  <a:lnTo>
                    <a:pt x="40843" y="5066"/>
                  </a:lnTo>
                  <a:lnTo>
                    <a:pt x="35103" y="3727"/>
                  </a:lnTo>
                  <a:lnTo>
                    <a:pt x="29319" y="2591"/>
                  </a:lnTo>
                  <a:lnTo>
                    <a:pt x="23499" y="1659"/>
                  </a:lnTo>
                  <a:lnTo>
                    <a:pt x="17650" y="934"/>
                  </a:lnTo>
                  <a:lnTo>
                    <a:pt x="11779" y="415"/>
                  </a:lnTo>
                  <a:lnTo>
                    <a:pt x="5893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20925" y="2126963"/>
              <a:ext cx="7547" cy="167167"/>
            </a:xfrm>
            <a:custGeom>
              <a:avLst/>
              <a:pathLst>
                <a:path w="7547" h="167167">
                  <a:moveTo>
                    <a:pt x="7547" y="0"/>
                  </a:moveTo>
                  <a:lnTo>
                    <a:pt x="0" y="170"/>
                  </a:lnTo>
                  <a:lnTo>
                    <a:pt x="75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925" y="2127134"/>
              <a:ext cx="7547" cy="166996"/>
            </a:xfrm>
            <a:custGeom>
              <a:avLst/>
              <a:pathLst>
                <a:path w="7547" h="166996">
                  <a:moveTo>
                    <a:pt x="0" y="0"/>
                  </a:moveTo>
                  <a:lnTo>
                    <a:pt x="7547" y="1669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561306" y="2127134"/>
              <a:ext cx="333915" cy="334155"/>
            </a:xfrm>
            <a:custGeom>
              <a:avLst/>
              <a:pathLst>
                <a:path w="333915" h="334155">
                  <a:moveTo>
                    <a:pt x="159618" y="0"/>
                  </a:moveTo>
                  <a:lnTo>
                    <a:pt x="154329" y="323"/>
                  </a:lnTo>
                  <a:lnTo>
                    <a:pt x="149053" y="813"/>
                  </a:lnTo>
                  <a:lnTo>
                    <a:pt x="143795" y="1471"/>
                  </a:lnTo>
                  <a:lnTo>
                    <a:pt x="138561" y="2295"/>
                  </a:lnTo>
                  <a:lnTo>
                    <a:pt x="133355" y="3284"/>
                  </a:lnTo>
                  <a:lnTo>
                    <a:pt x="128183" y="4438"/>
                  </a:lnTo>
                  <a:lnTo>
                    <a:pt x="123050" y="5755"/>
                  </a:lnTo>
                  <a:lnTo>
                    <a:pt x="117962" y="7234"/>
                  </a:lnTo>
                  <a:lnTo>
                    <a:pt x="112923" y="8874"/>
                  </a:lnTo>
                  <a:lnTo>
                    <a:pt x="107939" y="10673"/>
                  </a:lnTo>
                  <a:lnTo>
                    <a:pt x="103014" y="12628"/>
                  </a:lnTo>
                  <a:lnTo>
                    <a:pt x="98154" y="14739"/>
                  </a:lnTo>
                  <a:lnTo>
                    <a:pt x="93363" y="17003"/>
                  </a:lnTo>
                  <a:lnTo>
                    <a:pt x="88646" y="19417"/>
                  </a:lnTo>
                  <a:lnTo>
                    <a:pt x="84008" y="21980"/>
                  </a:lnTo>
                  <a:lnTo>
                    <a:pt x="79453" y="24689"/>
                  </a:lnTo>
                  <a:lnTo>
                    <a:pt x="74987" y="27540"/>
                  </a:lnTo>
                  <a:lnTo>
                    <a:pt x="70613" y="30532"/>
                  </a:lnTo>
                  <a:lnTo>
                    <a:pt x="66337" y="33660"/>
                  </a:lnTo>
                  <a:lnTo>
                    <a:pt x="62161" y="36923"/>
                  </a:lnTo>
                  <a:lnTo>
                    <a:pt x="58092" y="40317"/>
                  </a:lnTo>
                  <a:lnTo>
                    <a:pt x="54131" y="43837"/>
                  </a:lnTo>
                  <a:lnTo>
                    <a:pt x="50285" y="47482"/>
                  </a:lnTo>
                  <a:lnTo>
                    <a:pt x="46555" y="51246"/>
                  </a:lnTo>
                  <a:lnTo>
                    <a:pt x="42947" y="55127"/>
                  </a:lnTo>
                  <a:lnTo>
                    <a:pt x="39464" y="59120"/>
                  </a:lnTo>
                  <a:lnTo>
                    <a:pt x="36109" y="63222"/>
                  </a:lnTo>
                  <a:lnTo>
                    <a:pt x="32886" y="67428"/>
                  </a:lnTo>
                  <a:lnTo>
                    <a:pt x="29798" y="71734"/>
                  </a:lnTo>
                  <a:lnTo>
                    <a:pt x="26847" y="76135"/>
                  </a:lnTo>
                  <a:lnTo>
                    <a:pt x="24038" y="80628"/>
                  </a:lnTo>
                  <a:lnTo>
                    <a:pt x="21373" y="85208"/>
                  </a:lnTo>
                  <a:lnTo>
                    <a:pt x="18854" y="89870"/>
                  </a:lnTo>
                  <a:lnTo>
                    <a:pt x="16484" y="94609"/>
                  </a:lnTo>
                  <a:lnTo>
                    <a:pt x="14265" y="99422"/>
                  </a:lnTo>
                  <a:lnTo>
                    <a:pt x="12200" y="104302"/>
                  </a:lnTo>
                  <a:lnTo>
                    <a:pt x="10291" y="109245"/>
                  </a:lnTo>
                  <a:lnTo>
                    <a:pt x="8539" y="114246"/>
                  </a:lnTo>
                  <a:lnTo>
                    <a:pt x="6947" y="119300"/>
                  </a:lnTo>
                  <a:lnTo>
                    <a:pt x="5516" y="124402"/>
                  </a:lnTo>
                  <a:lnTo>
                    <a:pt x="4247" y="129547"/>
                  </a:lnTo>
                  <a:lnTo>
                    <a:pt x="3142" y="134729"/>
                  </a:lnTo>
                  <a:lnTo>
                    <a:pt x="2202" y="139944"/>
                  </a:lnTo>
                  <a:lnTo>
                    <a:pt x="1427" y="145186"/>
                  </a:lnTo>
                  <a:lnTo>
                    <a:pt x="819" y="150450"/>
                  </a:lnTo>
                  <a:lnTo>
                    <a:pt x="378" y="155730"/>
                  </a:lnTo>
                  <a:lnTo>
                    <a:pt x="105" y="161022"/>
                  </a:lnTo>
                  <a:lnTo>
                    <a:pt x="0" y="166320"/>
                  </a:lnTo>
                  <a:lnTo>
                    <a:pt x="62" y="171619"/>
                  </a:lnTo>
                  <a:lnTo>
                    <a:pt x="292" y="176913"/>
                  </a:lnTo>
                  <a:lnTo>
                    <a:pt x="691" y="182197"/>
                  </a:lnTo>
                  <a:lnTo>
                    <a:pt x="1256" y="187465"/>
                  </a:lnTo>
                  <a:lnTo>
                    <a:pt x="1988" y="192713"/>
                  </a:lnTo>
                  <a:lnTo>
                    <a:pt x="2886" y="197936"/>
                  </a:lnTo>
                  <a:lnTo>
                    <a:pt x="3949" y="203127"/>
                  </a:lnTo>
                  <a:lnTo>
                    <a:pt x="5176" y="208282"/>
                  </a:lnTo>
                  <a:lnTo>
                    <a:pt x="6566" y="213395"/>
                  </a:lnTo>
                  <a:lnTo>
                    <a:pt x="8118" y="218462"/>
                  </a:lnTo>
                  <a:lnTo>
                    <a:pt x="9829" y="223477"/>
                  </a:lnTo>
                  <a:lnTo>
                    <a:pt x="11698" y="228435"/>
                  </a:lnTo>
                  <a:lnTo>
                    <a:pt x="13723" y="233332"/>
                  </a:lnTo>
                  <a:lnTo>
                    <a:pt x="15903" y="238162"/>
                  </a:lnTo>
                  <a:lnTo>
                    <a:pt x="18234" y="242920"/>
                  </a:lnTo>
                  <a:lnTo>
                    <a:pt x="20716" y="247603"/>
                  </a:lnTo>
                  <a:lnTo>
                    <a:pt x="23344" y="252204"/>
                  </a:lnTo>
                  <a:lnTo>
                    <a:pt x="26117" y="256719"/>
                  </a:lnTo>
                  <a:lnTo>
                    <a:pt x="29031" y="261145"/>
                  </a:lnTo>
                  <a:lnTo>
                    <a:pt x="32085" y="265475"/>
                  </a:lnTo>
                  <a:lnTo>
                    <a:pt x="35274" y="269707"/>
                  </a:lnTo>
                  <a:lnTo>
                    <a:pt x="38595" y="273836"/>
                  </a:lnTo>
                  <a:lnTo>
                    <a:pt x="42046" y="277857"/>
                  </a:lnTo>
                  <a:lnTo>
                    <a:pt x="45623" y="281767"/>
                  </a:lnTo>
                  <a:lnTo>
                    <a:pt x="49321" y="285562"/>
                  </a:lnTo>
                  <a:lnTo>
                    <a:pt x="53138" y="289237"/>
                  </a:lnTo>
                  <a:lnTo>
                    <a:pt x="57070" y="292790"/>
                  </a:lnTo>
                  <a:lnTo>
                    <a:pt x="61112" y="296216"/>
                  </a:lnTo>
                  <a:lnTo>
                    <a:pt x="65261" y="299512"/>
                  </a:lnTo>
                  <a:lnTo>
                    <a:pt x="69512" y="302676"/>
                  </a:lnTo>
                  <a:lnTo>
                    <a:pt x="73862" y="305702"/>
                  </a:lnTo>
                  <a:lnTo>
                    <a:pt x="78305" y="308590"/>
                  </a:lnTo>
                  <a:lnTo>
                    <a:pt x="82837" y="311335"/>
                  </a:lnTo>
                  <a:lnTo>
                    <a:pt x="87454" y="313935"/>
                  </a:lnTo>
                  <a:lnTo>
                    <a:pt x="92151" y="316388"/>
                  </a:lnTo>
                  <a:lnTo>
                    <a:pt x="96924" y="318691"/>
                  </a:lnTo>
                  <a:lnTo>
                    <a:pt x="101767" y="320841"/>
                  </a:lnTo>
                  <a:lnTo>
                    <a:pt x="106676" y="322836"/>
                  </a:lnTo>
                  <a:lnTo>
                    <a:pt x="111646" y="324675"/>
                  </a:lnTo>
                  <a:lnTo>
                    <a:pt x="116671" y="326355"/>
                  </a:lnTo>
                  <a:lnTo>
                    <a:pt x="121747" y="327876"/>
                  </a:lnTo>
                  <a:lnTo>
                    <a:pt x="126869" y="329234"/>
                  </a:lnTo>
                  <a:lnTo>
                    <a:pt x="132031" y="330430"/>
                  </a:lnTo>
                  <a:lnTo>
                    <a:pt x="137229" y="331462"/>
                  </a:lnTo>
                  <a:lnTo>
                    <a:pt x="142457" y="332328"/>
                  </a:lnTo>
                  <a:lnTo>
                    <a:pt x="147709" y="333028"/>
                  </a:lnTo>
                  <a:lnTo>
                    <a:pt x="152981" y="333561"/>
                  </a:lnTo>
                  <a:lnTo>
                    <a:pt x="158267" y="333927"/>
                  </a:lnTo>
                  <a:lnTo>
                    <a:pt x="163563" y="334125"/>
                  </a:lnTo>
                  <a:lnTo>
                    <a:pt x="168861" y="334155"/>
                  </a:lnTo>
                  <a:lnTo>
                    <a:pt x="174159" y="334018"/>
                  </a:lnTo>
                  <a:lnTo>
                    <a:pt x="179449" y="333712"/>
                  </a:lnTo>
                  <a:lnTo>
                    <a:pt x="184727" y="333239"/>
                  </a:lnTo>
                  <a:lnTo>
                    <a:pt x="189987" y="332599"/>
                  </a:lnTo>
                  <a:lnTo>
                    <a:pt x="195224" y="331792"/>
                  </a:lnTo>
                  <a:lnTo>
                    <a:pt x="200433" y="330820"/>
                  </a:lnTo>
                  <a:lnTo>
                    <a:pt x="205609" y="329684"/>
                  </a:lnTo>
                  <a:lnTo>
                    <a:pt x="210745" y="328383"/>
                  </a:lnTo>
                  <a:lnTo>
                    <a:pt x="215839" y="326921"/>
                  </a:lnTo>
                  <a:lnTo>
                    <a:pt x="220883" y="325298"/>
                  </a:lnTo>
                  <a:lnTo>
                    <a:pt x="225873" y="323516"/>
                  </a:lnTo>
                  <a:lnTo>
                    <a:pt x="230805" y="321577"/>
                  </a:lnTo>
                  <a:lnTo>
                    <a:pt x="235672" y="319482"/>
                  </a:lnTo>
                  <a:lnTo>
                    <a:pt x="240470" y="317234"/>
                  </a:lnTo>
                  <a:lnTo>
                    <a:pt x="245195" y="314835"/>
                  </a:lnTo>
                  <a:lnTo>
                    <a:pt x="249842" y="312288"/>
                  </a:lnTo>
                  <a:lnTo>
                    <a:pt x="254405" y="309595"/>
                  </a:lnTo>
                  <a:lnTo>
                    <a:pt x="258881" y="306758"/>
                  </a:lnTo>
                  <a:lnTo>
                    <a:pt x="263264" y="303781"/>
                  </a:lnTo>
                  <a:lnTo>
                    <a:pt x="267551" y="300666"/>
                  </a:lnTo>
                  <a:lnTo>
                    <a:pt x="271738" y="297417"/>
                  </a:lnTo>
                  <a:lnTo>
                    <a:pt x="275819" y="294038"/>
                  </a:lnTo>
                  <a:lnTo>
                    <a:pt x="279791" y="290530"/>
                  </a:lnTo>
                  <a:lnTo>
                    <a:pt x="283649" y="286898"/>
                  </a:lnTo>
                  <a:lnTo>
                    <a:pt x="287391" y="283146"/>
                  </a:lnTo>
                  <a:lnTo>
                    <a:pt x="291012" y="279277"/>
                  </a:lnTo>
                  <a:lnTo>
                    <a:pt x="294508" y="275296"/>
                  </a:lnTo>
                  <a:lnTo>
                    <a:pt x="297877" y="271205"/>
                  </a:lnTo>
                  <a:lnTo>
                    <a:pt x="301114" y="267010"/>
                  </a:lnTo>
                  <a:lnTo>
                    <a:pt x="304217" y="262715"/>
                  </a:lnTo>
                  <a:lnTo>
                    <a:pt x="307182" y="258323"/>
                  </a:lnTo>
                  <a:lnTo>
                    <a:pt x="310006" y="253839"/>
                  </a:lnTo>
                  <a:lnTo>
                    <a:pt x="312686" y="249268"/>
                  </a:lnTo>
                  <a:lnTo>
                    <a:pt x="315221" y="244615"/>
                  </a:lnTo>
                  <a:lnTo>
                    <a:pt x="317607" y="239883"/>
                  </a:lnTo>
                  <a:lnTo>
                    <a:pt x="319841" y="235078"/>
                  </a:lnTo>
                  <a:lnTo>
                    <a:pt x="321922" y="230205"/>
                  </a:lnTo>
                  <a:lnTo>
                    <a:pt x="323848" y="225269"/>
                  </a:lnTo>
                  <a:lnTo>
                    <a:pt x="325616" y="220273"/>
                  </a:lnTo>
                  <a:lnTo>
                    <a:pt x="327225" y="215225"/>
                  </a:lnTo>
                  <a:lnTo>
                    <a:pt x="328673" y="210127"/>
                  </a:lnTo>
                  <a:lnTo>
                    <a:pt x="329959" y="204987"/>
                  </a:lnTo>
                  <a:lnTo>
                    <a:pt x="331081" y="199808"/>
                  </a:lnTo>
                  <a:lnTo>
                    <a:pt x="332039" y="194596"/>
                  </a:lnTo>
                  <a:lnTo>
                    <a:pt x="332831" y="189357"/>
                  </a:lnTo>
                  <a:lnTo>
                    <a:pt x="333456" y="184095"/>
                  </a:lnTo>
                  <a:lnTo>
                    <a:pt x="333915" y="178816"/>
                  </a:lnTo>
                  <a:lnTo>
                    <a:pt x="167166" y="1669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8472" y="2126963"/>
              <a:ext cx="167164" cy="178986"/>
            </a:xfrm>
            <a:custGeom>
              <a:avLst/>
              <a:pathLst>
                <a:path w="167164" h="178986">
                  <a:moveTo>
                    <a:pt x="166749" y="178986"/>
                  </a:moveTo>
                  <a:lnTo>
                    <a:pt x="167043" y="173614"/>
                  </a:lnTo>
                  <a:lnTo>
                    <a:pt x="167164" y="168235"/>
                  </a:lnTo>
                  <a:lnTo>
                    <a:pt x="167111" y="162855"/>
                  </a:lnTo>
                  <a:lnTo>
                    <a:pt x="166886" y="157479"/>
                  </a:lnTo>
                  <a:lnTo>
                    <a:pt x="166488" y="152113"/>
                  </a:lnTo>
                  <a:lnTo>
                    <a:pt x="165917" y="146763"/>
                  </a:lnTo>
                  <a:lnTo>
                    <a:pt x="165174" y="141434"/>
                  </a:lnTo>
                  <a:lnTo>
                    <a:pt x="164261" y="136132"/>
                  </a:lnTo>
                  <a:lnTo>
                    <a:pt x="163177" y="130862"/>
                  </a:lnTo>
                  <a:lnTo>
                    <a:pt x="161924" y="125629"/>
                  </a:lnTo>
                  <a:lnTo>
                    <a:pt x="160503" y="120440"/>
                  </a:lnTo>
                  <a:lnTo>
                    <a:pt x="158917" y="115298"/>
                  </a:lnTo>
                  <a:lnTo>
                    <a:pt x="157165" y="110211"/>
                  </a:lnTo>
                  <a:lnTo>
                    <a:pt x="155251" y="105183"/>
                  </a:lnTo>
                  <a:lnTo>
                    <a:pt x="153175" y="100219"/>
                  </a:lnTo>
                  <a:lnTo>
                    <a:pt x="150942" y="95324"/>
                  </a:lnTo>
                  <a:lnTo>
                    <a:pt x="148551" y="90503"/>
                  </a:lnTo>
                  <a:lnTo>
                    <a:pt x="146007" y="85762"/>
                  </a:lnTo>
                  <a:lnTo>
                    <a:pt x="143312" y="81106"/>
                  </a:lnTo>
                  <a:lnTo>
                    <a:pt x="140468" y="76538"/>
                  </a:lnTo>
                  <a:lnTo>
                    <a:pt x="137479" y="72065"/>
                  </a:lnTo>
                  <a:lnTo>
                    <a:pt x="134347" y="67690"/>
                  </a:lnTo>
                  <a:lnTo>
                    <a:pt x="131076" y="63418"/>
                  </a:lnTo>
                  <a:lnTo>
                    <a:pt x="127669" y="59253"/>
                  </a:lnTo>
                  <a:lnTo>
                    <a:pt x="124130" y="55200"/>
                  </a:lnTo>
                  <a:lnTo>
                    <a:pt x="120463" y="51263"/>
                  </a:lnTo>
                  <a:lnTo>
                    <a:pt x="116670" y="47447"/>
                  </a:lnTo>
                  <a:lnTo>
                    <a:pt x="112757" y="43754"/>
                  </a:lnTo>
                  <a:lnTo>
                    <a:pt x="108727" y="40189"/>
                  </a:lnTo>
                  <a:lnTo>
                    <a:pt x="104584" y="36756"/>
                  </a:lnTo>
                  <a:lnTo>
                    <a:pt x="100333" y="33458"/>
                  </a:lnTo>
                  <a:lnTo>
                    <a:pt x="95978" y="30298"/>
                  </a:lnTo>
                  <a:lnTo>
                    <a:pt x="91524" y="27280"/>
                  </a:lnTo>
                  <a:lnTo>
                    <a:pt x="86974" y="24407"/>
                  </a:lnTo>
                  <a:lnTo>
                    <a:pt x="82335" y="21682"/>
                  </a:lnTo>
                  <a:lnTo>
                    <a:pt x="77611" y="19108"/>
                  </a:lnTo>
                  <a:lnTo>
                    <a:pt x="72806" y="16687"/>
                  </a:lnTo>
                  <a:lnTo>
                    <a:pt x="67925" y="14422"/>
                  </a:lnTo>
                  <a:lnTo>
                    <a:pt x="62974" y="12315"/>
                  </a:lnTo>
                  <a:lnTo>
                    <a:pt x="57958" y="10369"/>
                  </a:lnTo>
                  <a:lnTo>
                    <a:pt x="52882" y="8585"/>
                  </a:lnTo>
                  <a:lnTo>
                    <a:pt x="47751" y="6965"/>
                  </a:lnTo>
                  <a:lnTo>
                    <a:pt x="42571" y="5511"/>
                  </a:lnTo>
                  <a:lnTo>
                    <a:pt x="37346" y="4225"/>
                  </a:lnTo>
                  <a:lnTo>
                    <a:pt x="32083" y="3107"/>
                  </a:lnTo>
                  <a:lnTo>
                    <a:pt x="26787" y="2160"/>
                  </a:lnTo>
                  <a:lnTo>
                    <a:pt x="21463" y="1383"/>
                  </a:lnTo>
                  <a:lnTo>
                    <a:pt x="16117" y="778"/>
                  </a:lnTo>
                  <a:lnTo>
                    <a:pt x="10753" y="346"/>
                  </a:lnTo>
                  <a:lnTo>
                    <a:pt x="5379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12986" y="1681503"/>
              <a:ext cx="10248" cy="167167"/>
            </a:xfrm>
            <a:custGeom>
              <a:avLst/>
              <a:pathLst>
                <a:path w="10248" h="167167">
                  <a:moveTo>
                    <a:pt x="10248" y="0"/>
                  </a:moveTo>
                  <a:lnTo>
                    <a:pt x="0" y="314"/>
                  </a:lnTo>
                  <a:lnTo>
                    <a:pt x="10248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12986" y="1681817"/>
              <a:ext cx="10248" cy="166853"/>
            </a:xfrm>
            <a:custGeom>
              <a:avLst/>
              <a:pathLst>
                <a:path w="10248" h="166853">
                  <a:moveTo>
                    <a:pt x="0" y="0"/>
                  </a:moveTo>
                  <a:lnTo>
                    <a:pt x="10248" y="1668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256080" y="1681817"/>
              <a:ext cx="334313" cy="334018"/>
            </a:xfrm>
            <a:custGeom>
              <a:avLst/>
              <a:pathLst>
                <a:path w="334313" h="334018">
                  <a:moveTo>
                    <a:pt x="156905" y="0"/>
                  </a:moveTo>
                  <a:lnTo>
                    <a:pt x="151621" y="408"/>
                  </a:lnTo>
                  <a:lnTo>
                    <a:pt x="146352" y="984"/>
                  </a:lnTo>
                  <a:lnTo>
                    <a:pt x="141104" y="1727"/>
                  </a:lnTo>
                  <a:lnTo>
                    <a:pt x="135882" y="2636"/>
                  </a:lnTo>
                  <a:lnTo>
                    <a:pt x="130691" y="3710"/>
                  </a:lnTo>
                  <a:lnTo>
                    <a:pt x="125538" y="4948"/>
                  </a:lnTo>
                  <a:lnTo>
                    <a:pt x="120426" y="6349"/>
                  </a:lnTo>
                  <a:lnTo>
                    <a:pt x="115361" y="7911"/>
                  </a:lnTo>
                  <a:lnTo>
                    <a:pt x="110348" y="9633"/>
                  </a:lnTo>
                  <a:lnTo>
                    <a:pt x="105392" y="11513"/>
                  </a:lnTo>
                  <a:lnTo>
                    <a:pt x="100498" y="13549"/>
                  </a:lnTo>
                  <a:lnTo>
                    <a:pt x="95672" y="15739"/>
                  </a:lnTo>
                  <a:lnTo>
                    <a:pt x="90917" y="18081"/>
                  </a:lnTo>
                  <a:lnTo>
                    <a:pt x="86239" y="20573"/>
                  </a:lnTo>
                  <a:lnTo>
                    <a:pt x="81642" y="23212"/>
                  </a:lnTo>
                  <a:lnTo>
                    <a:pt x="77131" y="25995"/>
                  </a:lnTo>
                  <a:lnTo>
                    <a:pt x="72711" y="28920"/>
                  </a:lnTo>
                  <a:lnTo>
                    <a:pt x="68385" y="31983"/>
                  </a:lnTo>
                  <a:lnTo>
                    <a:pt x="64159" y="35182"/>
                  </a:lnTo>
                  <a:lnTo>
                    <a:pt x="60036" y="38514"/>
                  </a:lnTo>
                  <a:lnTo>
                    <a:pt x="56022" y="41974"/>
                  </a:lnTo>
                  <a:lnTo>
                    <a:pt x="52118" y="45560"/>
                  </a:lnTo>
                  <a:lnTo>
                    <a:pt x="48331" y="49268"/>
                  </a:lnTo>
                  <a:lnTo>
                    <a:pt x="44663" y="53094"/>
                  </a:lnTo>
                  <a:lnTo>
                    <a:pt x="41118" y="57035"/>
                  </a:lnTo>
                  <a:lnTo>
                    <a:pt x="37700" y="61086"/>
                  </a:lnTo>
                  <a:lnTo>
                    <a:pt x="34412" y="65243"/>
                  </a:lnTo>
                  <a:lnTo>
                    <a:pt x="31257" y="69502"/>
                  </a:lnTo>
                  <a:lnTo>
                    <a:pt x="28239" y="73860"/>
                  </a:lnTo>
                  <a:lnTo>
                    <a:pt x="25361" y="78311"/>
                  </a:lnTo>
                  <a:lnTo>
                    <a:pt x="22625" y="82850"/>
                  </a:lnTo>
                  <a:lnTo>
                    <a:pt x="20034" y="87475"/>
                  </a:lnTo>
                  <a:lnTo>
                    <a:pt x="17592" y="92179"/>
                  </a:lnTo>
                  <a:lnTo>
                    <a:pt x="15300" y="96958"/>
                  </a:lnTo>
                  <a:lnTo>
                    <a:pt x="13160" y="101807"/>
                  </a:lnTo>
                  <a:lnTo>
                    <a:pt x="11175" y="106722"/>
                  </a:lnTo>
                  <a:lnTo>
                    <a:pt x="9347" y="111697"/>
                  </a:lnTo>
                  <a:lnTo>
                    <a:pt x="7678" y="116728"/>
                  </a:lnTo>
                  <a:lnTo>
                    <a:pt x="6169" y="121809"/>
                  </a:lnTo>
                  <a:lnTo>
                    <a:pt x="4822" y="126935"/>
                  </a:lnTo>
                  <a:lnTo>
                    <a:pt x="3638" y="132102"/>
                  </a:lnTo>
                  <a:lnTo>
                    <a:pt x="2619" y="137303"/>
                  </a:lnTo>
                  <a:lnTo>
                    <a:pt x="1765" y="142534"/>
                  </a:lnTo>
                  <a:lnTo>
                    <a:pt x="1077" y="147790"/>
                  </a:lnTo>
                  <a:lnTo>
                    <a:pt x="556" y="153064"/>
                  </a:lnTo>
                  <a:lnTo>
                    <a:pt x="203" y="158353"/>
                  </a:lnTo>
                  <a:lnTo>
                    <a:pt x="17" y="163650"/>
                  </a:lnTo>
                  <a:lnTo>
                    <a:pt x="0" y="168951"/>
                  </a:lnTo>
                  <a:lnTo>
                    <a:pt x="150" y="174249"/>
                  </a:lnTo>
                  <a:lnTo>
                    <a:pt x="468" y="179540"/>
                  </a:lnTo>
                  <a:lnTo>
                    <a:pt x="954" y="184818"/>
                  </a:lnTo>
                  <a:lnTo>
                    <a:pt x="1608" y="190078"/>
                  </a:lnTo>
                  <a:lnTo>
                    <a:pt x="2427" y="195314"/>
                  </a:lnTo>
                  <a:lnTo>
                    <a:pt x="3412" y="200522"/>
                  </a:lnTo>
                  <a:lnTo>
                    <a:pt x="4562" y="205697"/>
                  </a:lnTo>
                  <a:lnTo>
                    <a:pt x="5875" y="210832"/>
                  </a:lnTo>
                  <a:lnTo>
                    <a:pt x="7351" y="215923"/>
                  </a:lnTo>
                  <a:lnTo>
                    <a:pt x="8987" y="220964"/>
                  </a:lnTo>
                  <a:lnTo>
                    <a:pt x="10782" y="225951"/>
                  </a:lnTo>
                  <a:lnTo>
                    <a:pt x="12734" y="230879"/>
                  </a:lnTo>
                  <a:lnTo>
                    <a:pt x="14841" y="235743"/>
                  </a:lnTo>
                  <a:lnTo>
                    <a:pt x="17102" y="240537"/>
                  </a:lnTo>
                  <a:lnTo>
                    <a:pt x="19513" y="245257"/>
                  </a:lnTo>
                  <a:lnTo>
                    <a:pt x="22073" y="249898"/>
                  </a:lnTo>
                  <a:lnTo>
                    <a:pt x="24779" y="254456"/>
                  </a:lnTo>
                  <a:lnTo>
                    <a:pt x="27628" y="258926"/>
                  </a:lnTo>
                  <a:lnTo>
                    <a:pt x="30617" y="263303"/>
                  </a:lnTo>
                  <a:lnTo>
                    <a:pt x="33743" y="267583"/>
                  </a:lnTo>
                  <a:lnTo>
                    <a:pt x="37004" y="271762"/>
                  </a:lnTo>
                  <a:lnTo>
                    <a:pt x="40395" y="275835"/>
                  </a:lnTo>
                  <a:lnTo>
                    <a:pt x="43914" y="279799"/>
                  </a:lnTo>
                  <a:lnTo>
                    <a:pt x="47557" y="283649"/>
                  </a:lnTo>
                  <a:lnTo>
                    <a:pt x="51320" y="287382"/>
                  </a:lnTo>
                  <a:lnTo>
                    <a:pt x="55199" y="290994"/>
                  </a:lnTo>
                  <a:lnTo>
                    <a:pt x="59191" y="294481"/>
                  </a:lnTo>
                  <a:lnTo>
                    <a:pt x="63291" y="297839"/>
                  </a:lnTo>
                  <a:lnTo>
                    <a:pt x="67496" y="301066"/>
                  </a:lnTo>
                  <a:lnTo>
                    <a:pt x="71801" y="304158"/>
                  </a:lnTo>
                  <a:lnTo>
                    <a:pt x="76202" y="307112"/>
                  </a:lnTo>
                  <a:lnTo>
                    <a:pt x="80695" y="309925"/>
                  </a:lnTo>
                  <a:lnTo>
                    <a:pt x="85274" y="312594"/>
                  </a:lnTo>
                  <a:lnTo>
                    <a:pt x="89936" y="315117"/>
                  </a:lnTo>
                  <a:lnTo>
                    <a:pt x="94675" y="317490"/>
                  </a:lnTo>
                  <a:lnTo>
                    <a:pt x="99487" y="319712"/>
                  </a:lnTo>
                  <a:lnTo>
                    <a:pt x="104367" y="321781"/>
                  </a:lnTo>
                  <a:lnTo>
                    <a:pt x="109310" y="323694"/>
                  </a:lnTo>
                  <a:lnTo>
                    <a:pt x="114312" y="325448"/>
                  </a:lnTo>
                  <a:lnTo>
                    <a:pt x="119366" y="327044"/>
                  </a:lnTo>
                  <a:lnTo>
                    <a:pt x="124469" y="328478"/>
                  </a:lnTo>
                  <a:lnTo>
                    <a:pt x="129614" y="329750"/>
                  </a:lnTo>
                  <a:lnTo>
                    <a:pt x="134798" y="330859"/>
                  </a:lnTo>
                  <a:lnTo>
                    <a:pt x="140013" y="331802"/>
                  </a:lnTo>
                  <a:lnTo>
                    <a:pt x="145257" y="332580"/>
                  </a:lnTo>
                  <a:lnTo>
                    <a:pt x="150522" y="333190"/>
                  </a:lnTo>
                  <a:lnTo>
                    <a:pt x="155803" y="333634"/>
                  </a:lnTo>
                  <a:lnTo>
                    <a:pt x="161097" y="333910"/>
                  </a:lnTo>
                  <a:lnTo>
                    <a:pt x="166396" y="334018"/>
                  </a:lnTo>
                  <a:lnTo>
                    <a:pt x="171696" y="333958"/>
                  </a:lnTo>
                  <a:lnTo>
                    <a:pt x="176991" y="333730"/>
                  </a:lnTo>
                  <a:lnTo>
                    <a:pt x="182277" y="333334"/>
                  </a:lnTo>
                  <a:lnTo>
                    <a:pt x="187547" y="332771"/>
                  </a:lnTo>
                  <a:lnTo>
                    <a:pt x="192797" y="332041"/>
                  </a:lnTo>
                  <a:lnTo>
                    <a:pt x="198021" y="331145"/>
                  </a:lnTo>
                  <a:lnTo>
                    <a:pt x="203214" y="330084"/>
                  </a:lnTo>
                  <a:lnTo>
                    <a:pt x="208371" y="328859"/>
                  </a:lnTo>
                  <a:lnTo>
                    <a:pt x="213487" y="327471"/>
                  </a:lnTo>
                  <a:lnTo>
                    <a:pt x="218555" y="325921"/>
                  </a:lnTo>
                  <a:lnTo>
                    <a:pt x="223573" y="324212"/>
                  </a:lnTo>
                  <a:lnTo>
                    <a:pt x="228533" y="322344"/>
                  </a:lnTo>
                  <a:lnTo>
                    <a:pt x="233432" y="320320"/>
                  </a:lnTo>
                  <a:lnTo>
                    <a:pt x="238264" y="318141"/>
                  </a:lnTo>
                  <a:lnTo>
                    <a:pt x="243024" y="315811"/>
                  </a:lnTo>
                  <a:lnTo>
                    <a:pt x="247709" y="313331"/>
                  </a:lnTo>
                  <a:lnTo>
                    <a:pt x="252312" y="310703"/>
                  </a:lnTo>
                  <a:lnTo>
                    <a:pt x="256830" y="307931"/>
                  </a:lnTo>
                  <a:lnTo>
                    <a:pt x="261257" y="305017"/>
                  </a:lnTo>
                  <a:lnTo>
                    <a:pt x="265590" y="301964"/>
                  </a:lnTo>
                  <a:lnTo>
                    <a:pt x="269824" y="298776"/>
                  </a:lnTo>
                  <a:lnTo>
                    <a:pt x="273955" y="295454"/>
                  </a:lnTo>
                  <a:lnTo>
                    <a:pt x="277978" y="292004"/>
                  </a:lnTo>
                  <a:lnTo>
                    <a:pt x="281890" y="288428"/>
                  </a:lnTo>
                  <a:lnTo>
                    <a:pt x="285687" y="284729"/>
                  </a:lnTo>
                  <a:lnTo>
                    <a:pt x="289364" y="280912"/>
                  </a:lnTo>
                  <a:lnTo>
                    <a:pt x="292919" y="276980"/>
                  </a:lnTo>
                  <a:lnTo>
                    <a:pt x="296347" y="272937"/>
                  </a:lnTo>
                  <a:lnTo>
                    <a:pt x="299645" y="268788"/>
                  </a:lnTo>
                  <a:lnTo>
                    <a:pt x="302811" y="264537"/>
                  </a:lnTo>
                  <a:lnTo>
                    <a:pt x="305839" y="260187"/>
                  </a:lnTo>
                  <a:lnTo>
                    <a:pt x="308728" y="255743"/>
                  </a:lnTo>
                  <a:lnTo>
                    <a:pt x="311475" y="251210"/>
                  </a:lnTo>
                  <a:lnTo>
                    <a:pt x="314077" y="246592"/>
                  </a:lnTo>
                  <a:lnTo>
                    <a:pt x="316531" y="241894"/>
                  </a:lnTo>
                  <a:lnTo>
                    <a:pt x="318835" y="237121"/>
                  </a:lnTo>
                  <a:lnTo>
                    <a:pt x="320987" y="232277"/>
                  </a:lnTo>
                  <a:lnTo>
                    <a:pt x="322984" y="227367"/>
                  </a:lnTo>
                  <a:lnTo>
                    <a:pt x="324824" y="222396"/>
                  </a:lnTo>
                  <a:lnTo>
                    <a:pt x="326506" y="217370"/>
                  </a:lnTo>
                  <a:lnTo>
                    <a:pt x="328027" y="212292"/>
                  </a:lnTo>
                  <a:lnTo>
                    <a:pt x="329387" y="207169"/>
                  </a:lnTo>
                  <a:lnTo>
                    <a:pt x="330583" y="202006"/>
                  </a:lnTo>
                  <a:lnTo>
                    <a:pt x="331616" y="196807"/>
                  </a:lnTo>
                  <a:lnTo>
                    <a:pt x="332483" y="191578"/>
                  </a:lnTo>
                  <a:lnTo>
                    <a:pt x="333183" y="186324"/>
                  </a:lnTo>
                  <a:lnTo>
                    <a:pt x="333717" y="181051"/>
                  </a:lnTo>
                  <a:lnTo>
                    <a:pt x="334084" y="175763"/>
                  </a:lnTo>
                  <a:lnTo>
                    <a:pt x="334282" y="170466"/>
                  </a:lnTo>
                  <a:lnTo>
                    <a:pt x="334313" y="165166"/>
                  </a:lnTo>
                  <a:lnTo>
                    <a:pt x="334175" y="159867"/>
                  </a:lnTo>
                  <a:lnTo>
                    <a:pt x="333870" y="154576"/>
                  </a:lnTo>
                  <a:lnTo>
                    <a:pt x="333397" y="149296"/>
                  </a:lnTo>
                  <a:lnTo>
                    <a:pt x="332757" y="144035"/>
                  </a:lnTo>
                  <a:lnTo>
                    <a:pt x="331950" y="138796"/>
                  </a:lnTo>
                  <a:lnTo>
                    <a:pt x="330978" y="133586"/>
                  </a:lnTo>
                  <a:lnTo>
                    <a:pt x="329841" y="128409"/>
                  </a:lnTo>
                  <a:lnTo>
                    <a:pt x="328540" y="123270"/>
                  </a:lnTo>
                  <a:lnTo>
                    <a:pt x="327077" y="118176"/>
                  </a:lnTo>
                  <a:lnTo>
                    <a:pt x="325454" y="113130"/>
                  </a:lnTo>
                  <a:lnTo>
                    <a:pt x="323671" y="108139"/>
                  </a:lnTo>
                  <a:lnTo>
                    <a:pt x="321731" y="103206"/>
                  </a:lnTo>
                  <a:lnTo>
                    <a:pt x="319635" y="98337"/>
                  </a:lnTo>
                  <a:lnTo>
                    <a:pt x="317387" y="93538"/>
                  </a:lnTo>
                  <a:lnTo>
                    <a:pt x="314987" y="88812"/>
                  </a:lnTo>
                  <a:lnTo>
                    <a:pt x="312438" y="84164"/>
                  </a:lnTo>
                  <a:lnTo>
                    <a:pt x="309744" y="79600"/>
                  </a:lnTo>
                  <a:lnTo>
                    <a:pt x="306906" y="75123"/>
                  </a:lnTo>
                  <a:lnTo>
                    <a:pt x="303928" y="70739"/>
                  </a:lnTo>
                  <a:lnTo>
                    <a:pt x="300812" y="66451"/>
                  </a:lnTo>
                  <a:lnTo>
                    <a:pt x="297562" y="62264"/>
                  </a:lnTo>
                  <a:lnTo>
                    <a:pt x="294180" y="58182"/>
                  </a:lnTo>
                  <a:lnTo>
                    <a:pt x="290671" y="54210"/>
                  </a:lnTo>
                  <a:lnTo>
                    <a:pt x="287038" y="50350"/>
                  </a:lnTo>
                  <a:lnTo>
                    <a:pt x="283284" y="46608"/>
                  </a:lnTo>
                  <a:lnTo>
                    <a:pt x="279414" y="42987"/>
                  </a:lnTo>
                  <a:lnTo>
                    <a:pt x="275430" y="39490"/>
                  </a:lnTo>
                  <a:lnTo>
                    <a:pt x="271338" y="36122"/>
                  </a:lnTo>
                  <a:lnTo>
                    <a:pt x="267141" y="32884"/>
                  </a:lnTo>
                  <a:lnTo>
                    <a:pt x="262844" y="29782"/>
                  </a:lnTo>
                  <a:lnTo>
                    <a:pt x="258450" y="26817"/>
                  </a:lnTo>
                  <a:lnTo>
                    <a:pt x="253965" y="23993"/>
                  </a:lnTo>
                  <a:lnTo>
                    <a:pt x="249392" y="21313"/>
                  </a:lnTo>
                  <a:lnTo>
                    <a:pt x="244737" y="18779"/>
                  </a:lnTo>
                  <a:lnTo>
                    <a:pt x="240003" y="16393"/>
                  </a:lnTo>
                  <a:lnTo>
                    <a:pt x="235197" y="14160"/>
                  </a:lnTo>
                  <a:lnTo>
                    <a:pt x="230322" y="12079"/>
                  </a:lnTo>
                  <a:lnTo>
                    <a:pt x="225383" y="10154"/>
                  </a:lnTo>
                  <a:lnTo>
                    <a:pt x="220386" y="8387"/>
                  </a:lnTo>
                  <a:lnTo>
                    <a:pt x="215335" y="6779"/>
                  </a:lnTo>
                  <a:lnTo>
                    <a:pt x="210236" y="5332"/>
                  </a:lnTo>
                  <a:lnTo>
                    <a:pt x="205094" y="4047"/>
                  </a:lnTo>
                  <a:lnTo>
                    <a:pt x="167154" y="1668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23235" y="1681503"/>
              <a:ext cx="37940" cy="167167"/>
            </a:xfrm>
            <a:custGeom>
              <a:avLst/>
              <a:pathLst>
                <a:path w="37940" h="167167">
                  <a:moveTo>
                    <a:pt x="37940" y="4362"/>
                  </a:moveTo>
                  <a:lnTo>
                    <a:pt x="31701" y="3033"/>
                  </a:lnTo>
                  <a:lnTo>
                    <a:pt x="25416" y="1943"/>
                  </a:lnTo>
                  <a:lnTo>
                    <a:pt x="19095" y="1094"/>
                  </a:lnTo>
                  <a:lnTo>
                    <a:pt x="12745" y="486"/>
                  </a:lnTo>
                  <a:lnTo>
                    <a:pt x="6377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5853876" y="1322571"/>
              <a:ext cx="167162" cy="308966"/>
            </a:xfrm>
            <a:custGeom>
              <a:avLst/>
              <a:pathLst>
                <a:path w="167162" h="308966">
                  <a:moveTo>
                    <a:pt x="167162" y="0"/>
                  </a:moveTo>
                  <a:lnTo>
                    <a:pt x="161831" y="85"/>
                  </a:lnTo>
                  <a:lnTo>
                    <a:pt x="156505" y="339"/>
                  </a:lnTo>
                  <a:lnTo>
                    <a:pt x="151191" y="764"/>
                  </a:lnTo>
                  <a:lnTo>
                    <a:pt x="145893" y="1358"/>
                  </a:lnTo>
                  <a:lnTo>
                    <a:pt x="140616" y="2121"/>
                  </a:lnTo>
                  <a:lnTo>
                    <a:pt x="135366" y="3051"/>
                  </a:lnTo>
                  <a:lnTo>
                    <a:pt x="130149" y="4149"/>
                  </a:lnTo>
                  <a:lnTo>
                    <a:pt x="124969" y="5412"/>
                  </a:lnTo>
                  <a:lnTo>
                    <a:pt x="119832" y="6839"/>
                  </a:lnTo>
                  <a:lnTo>
                    <a:pt x="114744" y="8430"/>
                  </a:lnTo>
                  <a:lnTo>
                    <a:pt x="109708" y="10183"/>
                  </a:lnTo>
                  <a:lnTo>
                    <a:pt x="104732" y="12095"/>
                  </a:lnTo>
                  <a:lnTo>
                    <a:pt x="99818" y="14164"/>
                  </a:lnTo>
                  <a:lnTo>
                    <a:pt x="94973" y="16390"/>
                  </a:lnTo>
                  <a:lnTo>
                    <a:pt x="90202" y="18768"/>
                  </a:lnTo>
                  <a:lnTo>
                    <a:pt x="85509" y="21298"/>
                  </a:lnTo>
                  <a:lnTo>
                    <a:pt x="80899" y="23976"/>
                  </a:lnTo>
                  <a:lnTo>
                    <a:pt x="76376" y="26800"/>
                  </a:lnTo>
                  <a:lnTo>
                    <a:pt x="71946" y="29766"/>
                  </a:lnTo>
                  <a:lnTo>
                    <a:pt x="67613" y="32872"/>
                  </a:lnTo>
                  <a:lnTo>
                    <a:pt x="63381" y="36115"/>
                  </a:lnTo>
                  <a:lnTo>
                    <a:pt x="59255" y="39491"/>
                  </a:lnTo>
                  <a:lnTo>
                    <a:pt x="55238" y="42997"/>
                  </a:lnTo>
                  <a:lnTo>
                    <a:pt x="51335" y="46630"/>
                  </a:lnTo>
                  <a:lnTo>
                    <a:pt x="47551" y="50384"/>
                  </a:lnTo>
                  <a:lnTo>
                    <a:pt x="43887" y="54258"/>
                  </a:lnTo>
                  <a:lnTo>
                    <a:pt x="40349" y="58247"/>
                  </a:lnTo>
                  <a:lnTo>
                    <a:pt x="36941" y="62346"/>
                  </a:lnTo>
                  <a:lnTo>
                    <a:pt x="33664" y="66552"/>
                  </a:lnTo>
                  <a:lnTo>
                    <a:pt x="30523" y="70860"/>
                  </a:lnTo>
                  <a:lnTo>
                    <a:pt x="27522" y="75267"/>
                  </a:lnTo>
                  <a:lnTo>
                    <a:pt x="24662" y="79766"/>
                  </a:lnTo>
                  <a:lnTo>
                    <a:pt x="21948" y="84355"/>
                  </a:lnTo>
                  <a:lnTo>
                    <a:pt x="19381" y="89028"/>
                  </a:lnTo>
                  <a:lnTo>
                    <a:pt x="16964" y="93780"/>
                  </a:lnTo>
                  <a:lnTo>
                    <a:pt x="14700" y="98607"/>
                  </a:lnTo>
                  <a:lnTo>
                    <a:pt x="12591" y="103504"/>
                  </a:lnTo>
                  <a:lnTo>
                    <a:pt x="10640" y="108465"/>
                  </a:lnTo>
                  <a:lnTo>
                    <a:pt x="8847" y="113487"/>
                  </a:lnTo>
                  <a:lnTo>
                    <a:pt x="7216" y="118562"/>
                  </a:lnTo>
                  <a:lnTo>
                    <a:pt x="5748" y="123688"/>
                  </a:lnTo>
                  <a:lnTo>
                    <a:pt x="4443" y="128857"/>
                  </a:lnTo>
                  <a:lnTo>
                    <a:pt x="3304" y="134065"/>
                  </a:lnTo>
                  <a:lnTo>
                    <a:pt x="2332" y="139308"/>
                  </a:lnTo>
                  <a:lnTo>
                    <a:pt x="1527" y="144578"/>
                  </a:lnTo>
                  <a:lnTo>
                    <a:pt x="891" y="149871"/>
                  </a:lnTo>
                  <a:lnTo>
                    <a:pt x="424" y="155182"/>
                  </a:lnTo>
                  <a:lnTo>
                    <a:pt x="127" y="160506"/>
                  </a:lnTo>
                  <a:lnTo>
                    <a:pt x="0" y="165836"/>
                  </a:lnTo>
                  <a:lnTo>
                    <a:pt x="42" y="171167"/>
                  </a:lnTo>
                  <a:lnTo>
                    <a:pt x="255" y="176494"/>
                  </a:lnTo>
                  <a:lnTo>
                    <a:pt x="637" y="181812"/>
                  </a:lnTo>
                  <a:lnTo>
                    <a:pt x="1189" y="187115"/>
                  </a:lnTo>
                  <a:lnTo>
                    <a:pt x="1909" y="192397"/>
                  </a:lnTo>
                  <a:lnTo>
                    <a:pt x="2798" y="197654"/>
                  </a:lnTo>
                  <a:lnTo>
                    <a:pt x="3854" y="202880"/>
                  </a:lnTo>
                  <a:lnTo>
                    <a:pt x="5076" y="208070"/>
                  </a:lnTo>
                  <a:lnTo>
                    <a:pt x="6462" y="213218"/>
                  </a:lnTo>
                  <a:lnTo>
                    <a:pt x="8013" y="218319"/>
                  </a:lnTo>
                  <a:lnTo>
                    <a:pt x="9725" y="223368"/>
                  </a:lnTo>
                  <a:lnTo>
                    <a:pt x="11597" y="228360"/>
                  </a:lnTo>
                  <a:lnTo>
                    <a:pt x="13628" y="233290"/>
                  </a:lnTo>
                  <a:lnTo>
                    <a:pt x="15814" y="238152"/>
                  </a:lnTo>
                  <a:lnTo>
                    <a:pt x="18155" y="242942"/>
                  </a:lnTo>
                  <a:lnTo>
                    <a:pt x="20647" y="247656"/>
                  </a:lnTo>
                  <a:lnTo>
                    <a:pt x="23288" y="252287"/>
                  </a:lnTo>
                  <a:lnTo>
                    <a:pt x="26076" y="256832"/>
                  </a:lnTo>
                  <a:lnTo>
                    <a:pt x="29007" y="261285"/>
                  </a:lnTo>
                  <a:lnTo>
                    <a:pt x="32079" y="265643"/>
                  </a:lnTo>
                  <a:lnTo>
                    <a:pt x="35288" y="269900"/>
                  </a:lnTo>
                  <a:lnTo>
                    <a:pt x="38631" y="274054"/>
                  </a:lnTo>
                  <a:lnTo>
                    <a:pt x="42105" y="278098"/>
                  </a:lnTo>
                  <a:lnTo>
                    <a:pt x="45706" y="282030"/>
                  </a:lnTo>
                  <a:lnTo>
                    <a:pt x="49430" y="285844"/>
                  </a:lnTo>
                  <a:lnTo>
                    <a:pt x="53275" y="289538"/>
                  </a:lnTo>
                  <a:lnTo>
                    <a:pt x="57235" y="293108"/>
                  </a:lnTo>
                  <a:lnTo>
                    <a:pt x="61307" y="296549"/>
                  </a:lnTo>
                  <a:lnTo>
                    <a:pt x="65487" y="299859"/>
                  </a:lnTo>
                  <a:lnTo>
                    <a:pt x="69770" y="303034"/>
                  </a:lnTo>
                  <a:lnTo>
                    <a:pt x="74152" y="306070"/>
                  </a:lnTo>
                  <a:lnTo>
                    <a:pt x="78629" y="308966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32506" y="1489739"/>
              <a:ext cx="88532" cy="141798"/>
            </a:xfrm>
            <a:custGeom>
              <a:avLst/>
              <a:pathLst>
                <a:path w="88532" h="141798">
                  <a:moveTo>
                    <a:pt x="0" y="141798"/>
                  </a:moveTo>
                  <a:lnTo>
                    <a:pt x="8853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32506" y="1347408"/>
              <a:ext cx="255700" cy="309481"/>
            </a:xfrm>
            <a:custGeom>
              <a:avLst/>
              <a:pathLst>
                <a:path w="255700" h="309481">
                  <a:moveTo>
                    <a:pt x="0" y="284129"/>
                  </a:moveTo>
                  <a:lnTo>
                    <a:pt x="4552" y="286872"/>
                  </a:lnTo>
                  <a:lnTo>
                    <a:pt x="9189" y="289468"/>
                  </a:lnTo>
                  <a:lnTo>
                    <a:pt x="13907" y="291916"/>
                  </a:lnTo>
                  <a:lnTo>
                    <a:pt x="18699" y="294213"/>
                  </a:lnTo>
                  <a:lnTo>
                    <a:pt x="23563" y="296356"/>
                  </a:lnTo>
                  <a:lnTo>
                    <a:pt x="28492" y="298344"/>
                  </a:lnTo>
                  <a:lnTo>
                    <a:pt x="33482" y="300173"/>
                  </a:lnTo>
                  <a:lnTo>
                    <a:pt x="38527" y="301844"/>
                  </a:lnTo>
                  <a:lnTo>
                    <a:pt x="43623" y="303352"/>
                  </a:lnTo>
                  <a:lnTo>
                    <a:pt x="48765" y="304699"/>
                  </a:lnTo>
                  <a:lnTo>
                    <a:pt x="53946" y="305881"/>
                  </a:lnTo>
                  <a:lnTo>
                    <a:pt x="59163" y="306898"/>
                  </a:lnTo>
                  <a:lnTo>
                    <a:pt x="64409" y="307748"/>
                  </a:lnTo>
                  <a:lnTo>
                    <a:pt x="69680" y="308431"/>
                  </a:lnTo>
                  <a:lnTo>
                    <a:pt x="74970" y="308947"/>
                  </a:lnTo>
                  <a:lnTo>
                    <a:pt x="80273" y="309294"/>
                  </a:lnTo>
                  <a:lnTo>
                    <a:pt x="85585" y="309472"/>
                  </a:lnTo>
                  <a:lnTo>
                    <a:pt x="90899" y="309481"/>
                  </a:lnTo>
                  <a:lnTo>
                    <a:pt x="96212" y="309321"/>
                  </a:lnTo>
                  <a:lnTo>
                    <a:pt x="101516" y="308993"/>
                  </a:lnTo>
                  <a:lnTo>
                    <a:pt x="106808" y="308496"/>
                  </a:lnTo>
                  <a:lnTo>
                    <a:pt x="112081" y="307831"/>
                  </a:lnTo>
                  <a:lnTo>
                    <a:pt x="117330" y="306999"/>
                  </a:lnTo>
                  <a:lnTo>
                    <a:pt x="122550" y="306000"/>
                  </a:lnTo>
                  <a:lnTo>
                    <a:pt x="127736" y="304836"/>
                  </a:lnTo>
                  <a:lnTo>
                    <a:pt x="132882" y="303507"/>
                  </a:lnTo>
                  <a:lnTo>
                    <a:pt x="137983" y="302016"/>
                  </a:lnTo>
                  <a:lnTo>
                    <a:pt x="143034" y="300363"/>
                  </a:lnTo>
                  <a:lnTo>
                    <a:pt x="148030" y="298551"/>
                  </a:lnTo>
                  <a:lnTo>
                    <a:pt x="152966" y="296581"/>
                  </a:lnTo>
                  <a:lnTo>
                    <a:pt x="157837" y="294454"/>
                  </a:lnTo>
                  <a:lnTo>
                    <a:pt x="162638" y="292174"/>
                  </a:lnTo>
                  <a:lnTo>
                    <a:pt x="167364" y="289743"/>
                  </a:lnTo>
                  <a:lnTo>
                    <a:pt x="172010" y="287162"/>
                  </a:lnTo>
                  <a:lnTo>
                    <a:pt x="176572" y="284436"/>
                  </a:lnTo>
                  <a:lnTo>
                    <a:pt x="181045" y="281565"/>
                  </a:lnTo>
                  <a:lnTo>
                    <a:pt x="185424" y="278554"/>
                  </a:lnTo>
                  <a:lnTo>
                    <a:pt x="189706" y="275405"/>
                  </a:lnTo>
                  <a:lnTo>
                    <a:pt x="193885" y="272121"/>
                  </a:lnTo>
                  <a:lnTo>
                    <a:pt x="197958" y="268707"/>
                  </a:lnTo>
                  <a:lnTo>
                    <a:pt x="201920" y="265164"/>
                  </a:lnTo>
                  <a:lnTo>
                    <a:pt x="205767" y="261498"/>
                  </a:lnTo>
                  <a:lnTo>
                    <a:pt x="209496" y="257711"/>
                  </a:lnTo>
                  <a:lnTo>
                    <a:pt x="213103" y="253807"/>
                  </a:lnTo>
                  <a:lnTo>
                    <a:pt x="216584" y="249791"/>
                  </a:lnTo>
                  <a:lnTo>
                    <a:pt x="219935" y="245666"/>
                  </a:lnTo>
                  <a:lnTo>
                    <a:pt x="223153" y="241437"/>
                  </a:lnTo>
                  <a:lnTo>
                    <a:pt x="226236" y="237107"/>
                  </a:lnTo>
                  <a:lnTo>
                    <a:pt x="229179" y="232682"/>
                  </a:lnTo>
                  <a:lnTo>
                    <a:pt x="231980" y="228165"/>
                  </a:lnTo>
                  <a:lnTo>
                    <a:pt x="234636" y="223562"/>
                  </a:lnTo>
                  <a:lnTo>
                    <a:pt x="237145" y="218876"/>
                  </a:lnTo>
                  <a:lnTo>
                    <a:pt x="239503" y="214113"/>
                  </a:lnTo>
                  <a:lnTo>
                    <a:pt x="241709" y="209278"/>
                  </a:lnTo>
                  <a:lnTo>
                    <a:pt x="243759" y="204375"/>
                  </a:lnTo>
                  <a:lnTo>
                    <a:pt x="245653" y="199409"/>
                  </a:lnTo>
                  <a:lnTo>
                    <a:pt x="247388" y="194385"/>
                  </a:lnTo>
                  <a:lnTo>
                    <a:pt x="248963" y="189309"/>
                  </a:lnTo>
                  <a:lnTo>
                    <a:pt x="250375" y="184185"/>
                  </a:lnTo>
                  <a:lnTo>
                    <a:pt x="251624" y="179019"/>
                  </a:lnTo>
                  <a:lnTo>
                    <a:pt x="252708" y="173816"/>
                  </a:lnTo>
                  <a:lnTo>
                    <a:pt x="253626" y="168581"/>
                  </a:lnTo>
                  <a:lnTo>
                    <a:pt x="254377" y="163320"/>
                  </a:lnTo>
                  <a:lnTo>
                    <a:pt x="254960" y="158037"/>
                  </a:lnTo>
                  <a:lnTo>
                    <a:pt x="255375" y="152739"/>
                  </a:lnTo>
                  <a:lnTo>
                    <a:pt x="255622" y="147430"/>
                  </a:lnTo>
                  <a:lnTo>
                    <a:pt x="255700" y="142116"/>
                  </a:lnTo>
                  <a:lnTo>
                    <a:pt x="255608" y="136802"/>
                  </a:lnTo>
                  <a:lnTo>
                    <a:pt x="255348" y="131493"/>
                  </a:lnTo>
                  <a:lnTo>
                    <a:pt x="254919" y="126196"/>
                  </a:lnTo>
                  <a:lnTo>
                    <a:pt x="254322" y="120915"/>
                  </a:lnTo>
                  <a:lnTo>
                    <a:pt x="253558" y="115655"/>
                  </a:lnTo>
                  <a:lnTo>
                    <a:pt x="252626" y="110423"/>
                  </a:lnTo>
                  <a:lnTo>
                    <a:pt x="251529" y="105223"/>
                  </a:lnTo>
                  <a:lnTo>
                    <a:pt x="250267" y="100060"/>
                  </a:lnTo>
                  <a:lnTo>
                    <a:pt x="248842" y="94940"/>
                  </a:lnTo>
                  <a:lnTo>
                    <a:pt x="247254" y="89868"/>
                  </a:lnTo>
                  <a:lnTo>
                    <a:pt x="245506" y="84849"/>
                  </a:lnTo>
                  <a:lnTo>
                    <a:pt x="243600" y="79888"/>
                  </a:lnTo>
                  <a:lnTo>
                    <a:pt x="241536" y="74990"/>
                  </a:lnTo>
                  <a:lnTo>
                    <a:pt x="239318" y="70160"/>
                  </a:lnTo>
                  <a:lnTo>
                    <a:pt x="236948" y="65403"/>
                  </a:lnTo>
                  <a:lnTo>
                    <a:pt x="234427" y="60724"/>
                  </a:lnTo>
                  <a:lnTo>
                    <a:pt x="231760" y="56128"/>
                  </a:lnTo>
                  <a:lnTo>
                    <a:pt x="228947" y="51618"/>
                  </a:lnTo>
                  <a:lnTo>
                    <a:pt x="225992" y="47200"/>
                  </a:lnTo>
                  <a:lnTo>
                    <a:pt x="222899" y="42879"/>
                  </a:lnTo>
                  <a:lnTo>
                    <a:pt x="219669" y="38658"/>
                  </a:lnTo>
                  <a:lnTo>
                    <a:pt x="216307" y="34541"/>
                  </a:lnTo>
                  <a:lnTo>
                    <a:pt x="212816" y="30534"/>
                  </a:lnTo>
                  <a:lnTo>
                    <a:pt x="209200" y="26640"/>
                  </a:lnTo>
                  <a:lnTo>
                    <a:pt x="205461" y="22862"/>
                  </a:lnTo>
                  <a:lnTo>
                    <a:pt x="201604" y="19206"/>
                  </a:lnTo>
                  <a:lnTo>
                    <a:pt x="197633" y="15673"/>
                  </a:lnTo>
                  <a:lnTo>
                    <a:pt x="193552" y="12269"/>
                  </a:lnTo>
                  <a:lnTo>
                    <a:pt x="189364" y="8996"/>
                  </a:lnTo>
                  <a:lnTo>
                    <a:pt x="185075" y="5859"/>
                  </a:lnTo>
                  <a:lnTo>
                    <a:pt x="180687" y="2859"/>
                  </a:lnTo>
                  <a:lnTo>
                    <a:pt x="176207" y="0"/>
                  </a:lnTo>
                  <a:lnTo>
                    <a:pt x="88532" y="1423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21039" y="1322571"/>
              <a:ext cx="87674" cy="167167"/>
            </a:xfrm>
            <a:custGeom>
              <a:avLst/>
              <a:pathLst>
                <a:path w="87674" h="167167">
                  <a:moveTo>
                    <a:pt x="87674" y="24836"/>
                  </a:moveTo>
                  <a:lnTo>
                    <a:pt x="82712" y="21896"/>
                  </a:lnTo>
                  <a:lnTo>
                    <a:pt x="77651" y="19129"/>
                  </a:lnTo>
                  <a:lnTo>
                    <a:pt x="72498" y="16538"/>
                  </a:lnTo>
                  <a:lnTo>
                    <a:pt x="67258" y="14127"/>
                  </a:lnTo>
                  <a:lnTo>
                    <a:pt x="61938" y="11898"/>
                  </a:lnTo>
                  <a:lnTo>
                    <a:pt x="56545" y="9853"/>
                  </a:lnTo>
                  <a:lnTo>
                    <a:pt x="51084" y="7996"/>
                  </a:lnTo>
                  <a:lnTo>
                    <a:pt x="45562" y="6328"/>
                  </a:lnTo>
                  <a:lnTo>
                    <a:pt x="39986" y="4852"/>
                  </a:lnTo>
                  <a:lnTo>
                    <a:pt x="34363" y="3569"/>
                  </a:lnTo>
                  <a:lnTo>
                    <a:pt x="28698" y="2481"/>
                  </a:lnTo>
                  <a:lnTo>
                    <a:pt x="22999" y="1589"/>
                  </a:lnTo>
                  <a:lnTo>
                    <a:pt x="17273" y="894"/>
                  </a:lnTo>
                  <a:lnTo>
                    <a:pt x="11527" y="397"/>
                  </a:lnTo>
                  <a:lnTo>
                    <a:pt x="5767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378091" y="1071028"/>
              <a:ext cx="167166" cy="283965"/>
            </a:xfrm>
            <a:custGeom>
              <a:avLst/>
              <a:pathLst>
                <a:path w="167166" h="283965">
                  <a:moveTo>
                    <a:pt x="167166" y="0"/>
                  </a:moveTo>
                  <a:lnTo>
                    <a:pt x="161799" y="86"/>
                  </a:lnTo>
                  <a:lnTo>
                    <a:pt x="156437" y="344"/>
                  </a:lnTo>
                  <a:lnTo>
                    <a:pt x="151086" y="775"/>
                  </a:lnTo>
                  <a:lnTo>
                    <a:pt x="145751" y="1377"/>
                  </a:lnTo>
                  <a:lnTo>
                    <a:pt x="140439" y="2150"/>
                  </a:lnTo>
                  <a:lnTo>
                    <a:pt x="135154" y="3093"/>
                  </a:lnTo>
                  <a:lnTo>
                    <a:pt x="129902" y="4206"/>
                  </a:lnTo>
                  <a:lnTo>
                    <a:pt x="124689" y="5486"/>
                  </a:lnTo>
                  <a:lnTo>
                    <a:pt x="119520" y="6934"/>
                  </a:lnTo>
                  <a:lnTo>
                    <a:pt x="114399" y="8546"/>
                  </a:lnTo>
                  <a:lnTo>
                    <a:pt x="109333" y="10322"/>
                  </a:lnTo>
                  <a:lnTo>
                    <a:pt x="104327" y="12260"/>
                  </a:lnTo>
                  <a:lnTo>
                    <a:pt x="99386" y="14358"/>
                  </a:lnTo>
                  <a:lnTo>
                    <a:pt x="94514" y="16613"/>
                  </a:lnTo>
                  <a:lnTo>
                    <a:pt x="89717" y="19023"/>
                  </a:lnTo>
                  <a:lnTo>
                    <a:pt x="85000" y="21586"/>
                  </a:lnTo>
                  <a:lnTo>
                    <a:pt x="80368" y="24300"/>
                  </a:lnTo>
                  <a:lnTo>
                    <a:pt x="75826" y="27160"/>
                  </a:lnTo>
                  <a:lnTo>
                    <a:pt x="71377" y="30165"/>
                  </a:lnTo>
                  <a:lnTo>
                    <a:pt x="67028" y="33312"/>
                  </a:lnTo>
                  <a:lnTo>
                    <a:pt x="62781" y="36596"/>
                  </a:lnTo>
                  <a:lnTo>
                    <a:pt x="58643" y="40015"/>
                  </a:lnTo>
                  <a:lnTo>
                    <a:pt x="54616" y="43565"/>
                  </a:lnTo>
                  <a:lnTo>
                    <a:pt x="50705" y="47243"/>
                  </a:lnTo>
                  <a:lnTo>
                    <a:pt x="46915" y="51044"/>
                  </a:lnTo>
                  <a:lnTo>
                    <a:pt x="43248" y="54965"/>
                  </a:lnTo>
                  <a:lnTo>
                    <a:pt x="39709" y="59002"/>
                  </a:lnTo>
                  <a:lnTo>
                    <a:pt x="36302" y="63150"/>
                  </a:lnTo>
                  <a:lnTo>
                    <a:pt x="33030" y="67406"/>
                  </a:lnTo>
                  <a:lnTo>
                    <a:pt x="29896" y="71764"/>
                  </a:lnTo>
                  <a:lnTo>
                    <a:pt x="26903" y="76221"/>
                  </a:lnTo>
                  <a:lnTo>
                    <a:pt x="24055" y="80772"/>
                  </a:lnTo>
                  <a:lnTo>
                    <a:pt x="21355" y="85411"/>
                  </a:lnTo>
                  <a:lnTo>
                    <a:pt x="18805" y="90135"/>
                  </a:lnTo>
                  <a:lnTo>
                    <a:pt x="16408" y="94939"/>
                  </a:lnTo>
                  <a:lnTo>
                    <a:pt x="14167" y="99817"/>
                  </a:lnTo>
                  <a:lnTo>
                    <a:pt x="12083" y="104764"/>
                  </a:lnTo>
                  <a:lnTo>
                    <a:pt x="10159" y="109776"/>
                  </a:lnTo>
                  <a:lnTo>
                    <a:pt x="8397" y="114847"/>
                  </a:lnTo>
                  <a:lnTo>
                    <a:pt x="6799" y="119972"/>
                  </a:lnTo>
                  <a:lnTo>
                    <a:pt x="5367" y="125145"/>
                  </a:lnTo>
                  <a:lnTo>
                    <a:pt x="4101" y="130362"/>
                  </a:lnTo>
                  <a:lnTo>
                    <a:pt x="3003" y="135617"/>
                  </a:lnTo>
                  <a:lnTo>
                    <a:pt x="2075" y="140904"/>
                  </a:lnTo>
                  <a:lnTo>
                    <a:pt x="1317" y="146219"/>
                  </a:lnTo>
                  <a:lnTo>
                    <a:pt x="729" y="151555"/>
                  </a:lnTo>
                  <a:lnTo>
                    <a:pt x="314" y="156907"/>
                  </a:lnTo>
                  <a:lnTo>
                    <a:pt x="71" y="162270"/>
                  </a:lnTo>
                  <a:lnTo>
                    <a:pt x="0" y="167638"/>
                  </a:lnTo>
                  <a:lnTo>
                    <a:pt x="101" y="173005"/>
                  </a:lnTo>
                  <a:lnTo>
                    <a:pt x="374" y="178366"/>
                  </a:lnTo>
                  <a:lnTo>
                    <a:pt x="820" y="183716"/>
                  </a:lnTo>
                  <a:lnTo>
                    <a:pt x="1437" y="189049"/>
                  </a:lnTo>
                  <a:lnTo>
                    <a:pt x="2225" y="194359"/>
                  </a:lnTo>
                  <a:lnTo>
                    <a:pt x="3183" y="199641"/>
                  </a:lnTo>
                  <a:lnTo>
                    <a:pt x="4311" y="204889"/>
                  </a:lnTo>
                  <a:lnTo>
                    <a:pt x="5606" y="210099"/>
                  </a:lnTo>
                  <a:lnTo>
                    <a:pt x="7068" y="215264"/>
                  </a:lnTo>
                  <a:lnTo>
                    <a:pt x="8695" y="220380"/>
                  </a:lnTo>
                  <a:lnTo>
                    <a:pt x="10485" y="225441"/>
                  </a:lnTo>
                  <a:lnTo>
                    <a:pt x="12437" y="230442"/>
                  </a:lnTo>
                  <a:lnTo>
                    <a:pt x="14548" y="235378"/>
                  </a:lnTo>
                  <a:lnTo>
                    <a:pt x="16817" y="240243"/>
                  </a:lnTo>
                  <a:lnTo>
                    <a:pt x="19241" y="245033"/>
                  </a:lnTo>
                  <a:lnTo>
                    <a:pt x="21818" y="249742"/>
                  </a:lnTo>
                  <a:lnTo>
                    <a:pt x="24544" y="254367"/>
                  </a:lnTo>
                  <a:lnTo>
                    <a:pt x="27417" y="258901"/>
                  </a:lnTo>
                  <a:lnTo>
                    <a:pt x="30435" y="263341"/>
                  </a:lnTo>
                  <a:lnTo>
                    <a:pt x="33593" y="267682"/>
                  </a:lnTo>
                  <a:lnTo>
                    <a:pt x="36890" y="271919"/>
                  </a:lnTo>
                  <a:lnTo>
                    <a:pt x="40320" y="276048"/>
                  </a:lnTo>
                  <a:lnTo>
                    <a:pt x="43882" y="280065"/>
                  </a:lnTo>
                  <a:lnTo>
                    <a:pt x="47571" y="28396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5662" y="1238196"/>
              <a:ext cx="119595" cy="116798"/>
            </a:xfrm>
            <a:custGeom>
              <a:avLst/>
              <a:pathLst>
                <a:path w="119595" h="116798">
                  <a:moveTo>
                    <a:pt x="0" y="116798"/>
                  </a:moveTo>
                  <a:lnTo>
                    <a:pt x="11959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5662" y="1142887"/>
              <a:ext cx="286763" cy="262476"/>
            </a:xfrm>
            <a:custGeom>
              <a:avLst/>
              <a:pathLst>
                <a:path w="286763" h="262476">
                  <a:moveTo>
                    <a:pt x="0" y="212107"/>
                  </a:moveTo>
                  <a:lnTo>
                    <a:pt x="3796" y="215872"/>
                  </a:lnTo>
                  <a:lnTo>
                    <a:pt x="7711" y="219514"/>
                  </a:lnTo>
                  <a:lnTo>
                    <a:pt x="11740" y="223028"/>
                  </a:lnTo>
                  <a:lnTo>
                    <a:pt x="15880" y="226412"/>
                  </a:lnTo>
                  <a:lnTo>
                    <a:pt x="20126" y="229662"/>
                  </a:lnTo>
                  <a:lnTo>
                    <a:pt x="24473" y="232774"/>
                  </a:lnTo>
                  <a:lnTo>
                    <a:pt x="28918" y="235746"/>
                  </a:lnTo>
                  <a:lnTo>
                    <a:pt x="33456" y="238574"/>
                  </a:lnTo>
                  <a:lnTo>
                    <a:pt x="38082" y="241256"/>
                  </a:lnTo>
                  <a:lnTo>
                    <a:pt x="42791" y="243788"/>
                  </a:lnTo>
                  <a:lnTo>
                    <a:pt x="47579" y="246168"/>
                  </a:lnTo>
                  <a:lnTo>
                    <a:pt x="52440" y="248394"/>
                  </a:lnTo>
                  <a:lnTo>
                    <a:pt x="57370" y="250463"/>
                  </a:lnTo>
                  <a:lnTo>
                    <a:pt x="62364" y="252374"/>
                  </a:lnTo>
                  <a:lnTo>
                    <a:pt x="67416" y="254124"/>
                  </a:lnTo>
                  <a:lnTo>
                    <a:pt x="72522" y="255712"/>
                  </a:lnTo>
                  <a:lnTo>
                    <a:pt x="77676" y="257135"/>
                  </a:lnTo>
                  <a:lnTo>
                    <a:pt x="82873" y="258393"/>
                  </a:lnTo>
                  <a:lnTo>
                    <a:pt x="88107" y="259484"/>
                  </a:lnTo>
                  <a:lnTo>
                    <a:pt x="93373" y="260407"/>
                  </a:lnTo>
                  <a:lnTo>
                    <a:pt x="98667" y="261161"/>
                  </a:lnTo>
                  <a:lnTo>
                    <a:pt x="103982" y="261745"/>
                  </a:lnTo>
                  <a:lnTo>
                    <a:pt x="109312" y="262160"/>
                  </a:lnTo>
                  <a:lnTo>
                    <a:pt x="114654" y="262403"/>
                  </a:lnTo>
                  <a:lnTo>
                    <a:pt x="120000" y="262476"/>
                  </a:lnTo>
                  <a:lnTo>
                    <a:pt x="125346" y="262377"/>
                  </a:lnTo>
                  <a:lnTo>
                    <a:pt x="130686" y="262108"/>
                  </a:lnTo>
                  <a:lnTo>
                    <a:pt x="136014" y="261668"/>
                  </a:lnTo>
                  <a:lnTo>
                    <a:pt x="141326" y="261058"/>
                  </a:lnTo>
                  <a:lnTo>
                    <a:pt x="146616" y="260278"/>
                  </a:lnTo>
                  <a:lnTo>
                    <a:pt x="151878" y="259329"/>
                  </a:lnTo>
                  <a:lnTo>
                    <a:pt x="157107" y="258213"/>
                  </a:lnTo>
                  <a:lnTo>
                    <a:pt x="162298" y="256930"/>
                  </a:lnTo>
                  <a:lnTo>
                    <a:pt x="167444" y="255482"/>
                  </a:lnTo>
                  <a:lnTo>
                    <a:pt x="172542" y="253870"/>
                  </a:lnTo>
                  <a:lnTo>
                    <a:pt x="177586" y="252095"/>
                  </a:lnTo>
                  <a:lnTo>
                    <a:pt x="182571" y="250160"/>
                  </a:lnTo>
                  <a:lnTo>
                    <a:pt x="187491" y="248067"/>
                  </a:lnTo>
                  <a:lnTo>
                    <a:pt x="192341" y="245818"/>
                  </a:lnTo>
                  <a:lnTo>
                    <a:pt x="197117" y="243414"/>
                  </a:lnTo>
                  <a:lnTo>
                    <a:pt x="201814" y="240859"/>
                  </a:lnTo>
                  <a:lnTo>
                    <a:pt x="206427" y="238155"/>
                  </a:lnTo>
                  <a:lnTo>
                    <a:pt x="210951" y="235305"/>
                  </a:lnTo>
                  <a:lnTo>
                    <a:pt x="215381" y="232312"/>
                  </a:lnTo>
                  <a:lnTo>
                    <a:pt x="219714" y="229179"/>
                  </a:lnTo>
                  <a:lnTo>
                    <a:pt x="223944" y="225909"/>
                  </a:lnTo>
                  <a:lnTo>
                    <a:pt x="228067" y="222505"/>
                  </a:lnTo>
                  <a:lnTo>
                    <a:pt x="232080" y="218970"/>
                  </a:lnTo>
                  <a:lnTo>
                    <a:pt x="235977" y="215310"/>
                  </a:lnTo>
                  <a:lnTo>
                    <a:pt x="239755" y="211527"/>
                  </a:lnTo>
                  <a:lnTo>
                    <a:pt x="243410" y="207624"/>
                  </a:lnTo>
                  <a:lnTo>
                    <a:pt x="246939" y="203607"/>
                  </a:lnTo>
                  <a:lnTo>
                    <a:pt x="250337" y="199479"/>
                  </a:lnTo>
                  <a:lnTo>
                    <a:pt x="253602" y="195245"/>
                  </a:lnTo>
                  <a:lnTo>
                    <a:pt x="256729" y="190908"/>
                  </a:lnTo>
                  <a:lnTo>
                    <a:pt x="259716" y="186474"/>
                  </a:lnTo>
                  <a:lnTo>
                    <a:pt x="262560" y="181946"/>
                  </a:lnTo>
                  <a:lnTo>
                    <a:pt x="265258" y="177329"/>
                  </a:lnTo>
                  <a:lnTo>
                    <a:pt x="267806" y="172629"/>
                  </a:lnTo>
                  <a:lnTo>
                    <a:pt x="270203" y="167850"/>
                  </a:lnTo>
                  <a:lnTo>
                    <a:pt x="272446" y="162996"/>
                  </a:lnTo>
                  <a:lnTo>
                    <a:pt x="274533" y="158073"/>
                  </a:lnTo>
                  <a:lnTo>
                    <a:pt x="276461" y="153086"/>
                  </a:lnTo>
                  <a:lnTo>
                    <a:pt x="278228" y="148040"/>
                  </a:lnTo>
                  <a:lnTo>
                    <a:pt x="279833" y="142939"/>
                  </a:lnTo>
                  <a:lnTo>
                    <a:pt x="281275" y="137791"/>
                  </a:lnTo>
                  <a:lnTo>
                    <a:pt x="282551" y="132598"/>
                  </a:lnTo>
                  <a:lnTo>
                    <a:pt x="283660" y="127368"/>
                  </a:lnTo>
                  <a:lnTo>
                    <a:pt x="284601" y="122104"/>
                  </a:lnTo>
                  <a:lnTo>
                    <a:pt x="285374" y="116814"/>
                  </a:lnTo>
                  <a:lnTo>
                    <a:pt x="285977" y="111501"/>
                  </a:lnTo>
                  <a:lnTo>
                    <a:pt x="286409" y="106172"/>
                  </a:lnTo>
                  <a:lnTo>
                    <a:pt x="286671" y="100831"/>
                  </a:lnTo>
                  <a:lnTo>
                    <a:pt x="286763" y="95485"/>
                  </a:lnTo>
                  <a:lnTo>
                    <a:pt x="286683" y="90139"/>
                  </a:lnTo>
                  <a:lnTo>
                    <a:pt x="286432" y="84798"/>
                  </a:lnTo>
                  <a:lnTo>
                    <a:pt x="286011" y="79468"/>
                  </a:lnTo>
                  <a:lnTo>
                    <a:pt x="285419" y="74154"/>
                  </a:lnTo>
                  <a:lnTo>
                    <a:pt x="284657" y="68862"/>
                  </a:lnTo>
                  <a:lnTo>
                    <a:pt x="283727" y="63597"/>
                  </a:lnTo>
                  <a:lnTo>
                    <a:pt x="282629" y="58364"/>
                  </a:lnTo>
                  <a:lnTo>
                    <a:pt x="281364" y="53169"/>
                  </a:lnTo>
                  <a:lnTo>
                    <a:pt x="279934" y="48017"/>
                  </a:lnTo>
                  <a:lnTo>
                    <a:pt x="278339" y="42913"/>
                  </a:lnTo>
                  <a:lnTo>
                    <a:pt x="276582" y="37863"/>
                  </a:lnTo>
                  <a:lnTo>
                    <a:pt x="274665" y="32872"/>
                  </a:lnTo>
                  <a:lnTo>
                    <a:pt x="272589" y="27945"/>
                  </a:lnTo>
                  <a:lnTo>
                    <a:pt x="270356" y="23086"/>
                  </a:lnTo>
                  <a:lnTo>
                    <a:pt x="267970" y="18302"/>
                  </a:lnTo>
                  <a:lnTo>
                    <a:pt x="265431" y="13596"/>
                  </a:lnTo>
                  <a:lnTo>
                    <a:pt x="262743" y="8974"/>
                  </a:lnTo>
                  <a:lnTo>
                    <a:pt x="259909" y="4440"/>
                  </a:lnTo>
                  <a:lnTo>
                    <a:pt x="256931" y="0"/>
                  </a:lnTo>
                  <a:lnTo>
                    <a:pt x="119595" y="9530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45258" y="1071028"/>
              <a:ext cx="137335" cy="167167"/>
            </a:xfrm>
            <a:custGeom>
              <a:avLst/>
              <a:pathLst>
                <a:path w="137335" h="167167">
                  <a:moveTo>
                    <a:pt x="137335" y="71858"/>
                  </a:moveTo>
                  <a:lnTo>
                    <a:pt x="134091" y="67345"/>
                  </a:lnTo>
                  <a:lnTo>
                    <a:pt x="130699" y="62943"/>
                  </a:lnTo>
                  <a:lnTo>
                    <a:pt x="127163" y="58657"/>
                  </a:lnTo>
                  <a:lnTo>
                    <a:pt x="123486" y="54490"/>
                  </a:lnTo>
                  <a:lnTo>
                    <a:pt x="119672" y="50448"/>
                  </a:lnTo>
                  <a:lnTo>
                    <a:pt x="115726" y="46534"/>
                  </a:lnTo>
                  <a:lnTo>
                    <a:pt x="111653" y="42754"/>
                  </a:lnTo>
                  <a:lnTo>
                    <a:pt x="107456" y="39112"/>
                  </a:lnTo>
                  <a:lnTo>
                    <a:pt x="103140" y="35611"/>
                  </a:lnTo>
                  <a:lnTo>
                    <a:pt x="98710" y="32255"/>
                  </a:lnTo>
                  <a:lnTo>
                    <a:pt x="94171" y="29049"/>
                  </a:lnTo>
                  <a:lnTo>
                    <a:pt x="89528" y="25995"/>
                  </a:lnTo>
                  <a:lnTo>
                    <a:pt x="84786" y="23097"/>
                  </a:lnTo>
                  <a:lnTo>
                    <a:pt x="79950" y="20358"/>
                  </a:lnTo>
                  <a:lnTo>
                    <a:pt x="75026" y="17782"/>
                  </a:lnTo>
                  <a:lnTo>
                    <a:pt x="70019" y="15370"/>
                  </a:lnTo>
                  <a:lnTo>
                    <a:pt x="64935" y="13127"/>
                  </a:lnTo>
                  <a:lnTo>
                    <a:pt x="59779" y="11054"/>
                  </a:lnTo>
                  <a:lnTo>
                    <a:pt x="54557" y="9153"/>
                  </a:lnTo>
                  <a:lnTo>
                    <a:pt x="49274" y="7427"/>
                  </a:lnTo>
                  <a:lnTo>
                    <a:pt x="43938" y="5877"/>
                  </a:lnTo>
                  <a:lnTo>
                    <a:pt x="38552" y="4506"/>
                  </a:lnTo>
                  <a:lnTo>
                    <a:pt x="33124" y="3314"/>
                  </a:lnTo>
                  <a:lnTo>
                    <a:pt x="27659" y="2304"/>
                  </a:lnTo>
                  <a:lnTo>
                    <a:pt x="22164" y="1475"/>
                  </a:lnTo>
                  <a:lnTo>
                    <a:pt x="16645" y="830"/>
                  </a:lnTo>
                  <a:lnTo>
                    <a:pt x="11106" y="369"/>
                  </a:lnTo>
                  <a:lnTo>
                    <a:pt x="555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4953799" y="941493"/>
              <a:ext cx="69744" cy="167167"/>
            </a:xfrm>
            <a:custGeom>
              <a:avLst/>
              <a:pathLst>
                <a:path w="69744" h="167167">
                  <a:moveTo>
                    <a:pt x="69744" y="0"/>
                  </a:moveTo>
                  <a:lnTo>
                    <a:pt x="63750" y="107"/>
                  </a:lnTo>
                  <a:lnTo>
                    <a:pt x="57763" y="429"/>
                  </a:lnTo>
                  <a:lnTo>
                    <a:pt x="51792" y="966"/>
                  </a:lnTo>
                  <a:lnTo>
                    <a:pt x="45844" y="1717"/>
                  </a:lnTo>
                  <a:lnTo>
                    <a:pt x="39927" y="2680"/>
                  </a:lnTo>
                  <a:lnTo>
                    <a:pt x="34048" y="3855"/>
                  </a:lnTo>
                  <a:lnTo>
                    <a:pt x="28215" y="5240"/>
                  </a:lnTo>
                  <a:lnTo>
                    <a:pt x="22436" y="6833"/>
                  </a:lnTo>
                  <a:lnTo>
                    <a:pt x="16717" y="8633"/>
                  </a:lnTo>
                  <a:lnTo>
                    <a:pt x="11067" y="10636"/>
                  </a:lnTo>
                  <a:lnTo>
                    <a:pt x="5492" y="12840"/>
                  </a:lnTo>
                  <a:lnTo>
                    <a:pt x="0" y="15244"/>
                  </a:lnTo>
                  <a:lnTo>
                    <a:pt x="6974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53799" y="956737"/>
              <a:ext cx="69744" cy="151923"/>
            </a:xfrm>
            <a:custGeom>
              <a:avLst/>
              <a:pathLst>
                <a:path w="69744" h="151923">
                  <a:moveTo>
                    <a:pt x="0" y="0"/>
                  </a:moveTo>
                  <a:lnTo>
                    <a:pt x="69744" y="15192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856376" y="956737"/>
              <a:ext cx="334330" cy="319079"/>
            </a:xfrm>
            <a:custGeom>
              <a:avLst/>
              <a:pathLst>
                <a:path w="334330" h="319079">
                  <a:moveTo>
                    <a:pt x="97423" y="0"/>
                  </a:moveTo>
                  <a:lnTo>
                    <a:pt x="92648" y="2284"/>
                  </a:lnTo>
                  <a:lnTo>
                    <a:pt x="87948" y="4718"/>
                  </a:lnTo>
                  <a:lnTo>
                    <a:pt x="83328" y="7299"/>
                  </a:lnTo>
                  <a:lnTo>
                    <a:pt x="78791" y="10026"/>
                  </a:lnTo>
                  <a:lnTo>
                    <a:pt x="74343" y="12895"/>
                  </a:lnTo>
                  <a:lnTo>
                    <a:pt x="69988" y="15903"/>
                  </a:lnTo>
                  <a:lnTo>
                    <a:pt x="65731" y="19048"/>
                  </a:lnTo>
                  <a:lnTo>
                    <a:pt x="61575" y="22326"/>
                  </a:lnTo>
                  <a:lnTo>
                    <a:pt x="57525" y="25734"/>
                  </a:lnTo>
                  <a:lnTo>
                    <a:pt x="53585" y="29268"/>
                  </a:lnTo>
                  <a:lnTo>
                    <a:pt x="49759" y="32925"/>
                  </a:lnTo>
                  <a:lnTo>
                    <a:pt x="46051" y="36702"/>
                  </a:lnTo>
                  <a:lnTo>
                    <a:pt x="42464" y="40594"/>
                  </a:lnTo>
                  <a:lnTo>
                    <a:pt x="39002" y="44598"/>
                  </a:lnTo>
                  <a:lnTo>
                    <a:pt x="35668" y="48709"/>
                  </a:lnTo>
                  <a:lnTo>
                    <a:pt x="32467" y="52924"/>
                  </a:lnTo>
                  <a:lnTo>
                    <a:pt x="29400" y="57238"/>
                  </a:lnTo>
                  <a:lnTo>
                    <a:pt x="26472" y="61647"/>
                  </a:lnTo>
                  <a:lnTo>
                    <a:pt x="23684" y="66146"/>
                  </a:lnTo>
                  <a:lnTo>
                    <a:pt x="21041" y="70731"/>
                  </a:lnTo>
                  <a:lnTo>
                    <a:pt x="18544" y="75398"/>
                  </a:lnTo>
                  <a:lnTo>
                    <a:pt x="16195" y="80142"/>
                  </a:lnTo>
                  <a:lnTo>
                    <a:pt x="13999" y="84957"/>
                  </a:lnTo>
                  <a:lnTo>
                    <a:pt x="11955" y="89840"/>
                  </a:lnTo>
                  <a:lnTo>
                    <a:pt x="10068" y="94785"/>
                  </a:lnTo>
                  <a:lnTo>
                    <a:pt x="8338" y="99787"/>
                  </a:lnTo>
                  <a:lnTo>
                    <a:pt x="6767" y="104841"/>
                  </a:lnTo>
                  <a:lnTo>
                    <a:pt x="5356" y="109943"/>
                  </a:lnTo>
                  <a:lnTo>
                    <a:pt x="4109" y="115086"/>
                  </a:lnTo>
                  <a:lnTo>
                    <a:pt x="3024" y="120267"/>
                  </a:lnTo>
                  <a:lnTo>
                    <a:pt x="2104" y="125479"/>
                  </a:lnTo>
                  <a:lnTo>
                    <a:pt x="1350" y="130718"/>
                  </a:lnTo>
                  <a:lnTo>
                    <a:pt x="762" y="135978"/>
                  </a:lnTo>
                  <a:lnTo>
                    <a:pt x="340" y="141254"/>
                  </a:lnTo>
                  <a:lnTo>
                    <a:pt x="86" y="146541"/>
                  </a:lnTo>
                  <a:lnTo>
                    <a:pt x="0" y="151833"/>
                  </a:lnTo>
                  <a:lnTo>
                    <a:pt x="80" y="157125"/>
                  </a:lnTo>
                  <a:lnTo>
                    <a:pt x="329" y="162412"/>
                  </a:lnTo>
                  <a:lnTo>
                    <a:pt x="745" y="167689"/>
                  </a:lnTo>
                  <a:lnTo>
                    <a:pt x="1327" y="172950"/>
                  </a:lnTo>
                  <a:lnTo>
                    <a:pt x="2076" y="178189"/>
                  </a:lnTo>
                  <a:lnTo>
                    <a:pt x="2990" y="183403"/>
                  </a:lnTo>
                  <a:lnTo>
                    <a:pt x="4069" y="188584"/>
                  </a:lnTo>
                  <a:lnTo>
                    <a:pt x="5312" y="193729"/>
                  </a:lnTo>
                  <a:lnTo>
                    <a:pt x="6716" y="198832"/>
                  </a:lnTo>
                  <a:lnTo>
                    <a:pt x="8282" y="203889"/>
                  </a:lnTo>
                  <a:lnTo>
                    <a:pt x="10006" y="208893"/>
                  </a:lnTo>
                  <a:lnTo>
                    <a:pt x="11889" y="213839"/>
                  </a:lnTo>
                  <a:lnTo>
                    <a:pt x="13927" y="218724"/>
                  </a:lnTo>
                  <a:lnTo>
                    <a:pt x="16118" y="223542"/>
                  </a:lnTo>
                  <a:lnTo>
                    <a:pt x="18461" y="228288"/>
                  </a:lnTo>
                  <a:lnTo>
                    <a:pt x="20954" y="232957"/>
                  </a:lnTo>
                  <a:lnTo>
                    <a:pt x="23592" y="237546"/>
                  </a:lnTo>
                  <a:lnTo>
                    <a:pt x="26375" y="242048"/>
                  </a:lnTo>
                  <a:lnTo>
                    <a:pt x="29299" y="246460"/>
                  </a:lnTo>
                  <a:lnTo>
                    <a:pt x="32361" y="250777"/>
                  </a:lnTo>
                  <a:lnTo>
                    <a:pt x="35558" y="254996"/>
                  </a:lnTo>
                  <a:lnTo>
                    <a:pt x="38887" y="259110"/>
                  </a:lnTo>
                  <a:lnTo>
                    <a:pt x="42344" y="263118"/>
                  </a:lnTo>
                  <a:lnTo>
                    <a:pt x="45927" y="267014"/>
                  </a:lnTo>
                  <a:lnTo>
                    <a:pt x="49632" y="270794"/>
                  </a:lnTo>
                  <a:lnTo>
                    <a:pt x="53454" y="274456"/>
                  </a:lnTo>
                  <a:lnTo>
                    <a:pt x="57390" y="277994"/>
                  </a:lnTo>
                  <a:lnTo>
                    <a:pt x="61436" y="281406"/>
                  </a:lnTo>
                  <a:lnTo>
                    <a:pt x="65588" y="284689"/>
                  </a:lnTo>
                  <a:lnTo>
                    <a:pt x="69842" y="287838"/>
                  </a:lnTo>
                  <a:lnTo>
                    <a:pt x="74194" y="290851"/>
                  </a:lnTo>
                  <a:lnTo>
                    <a:pt x="78639" y="293725"/>
                  </a:lnTo>
                  <a:lnTo>
                    <a:pt x="83172" y="296456"/>
                  </a:lnTo>
                  <a:lnTo>
                    <a:pt x="87790" y="299043"/>
                  </a:lnTo>
                  <a:lnTo>
                    <a:pt x="92487" y="301482"/>
                  </a:lnTo>
                  <a:lnTo>
                    <a:pt x="97260" y="303771"/>
                  </a:lnTo>
                  <a:lnTo>
                    <a:pt x="102102" y="305908"/>
                  </a:lnTo>
                  <a:lnTo>
                    <a:pt x="107009" y="307891"/>
                  </a:lnTo>
                  <a:lnTo>
                    <a:pt x="111977" y="309717"/>
                  </a:lnTo>
                  <a:lnTo>
                    <a:pt x="117000" y="311385"/>
                  </a:lnTo>
                  <a:lnTo>
                    <a:pt x="122074" y="312894"/>
                  </a:lnTo>
                  <a:lnTo>
                    <a:pt x="127193" y="314240"/>
                  </a:lnTo>
                  <a:lnTo>
                    <a:pt x="132351" y="315425"/>
                  </a:lnTo>
                  <a:lnTo>
                    <a:pt x="137545" y="316445"/>
                  </a:lnTo>
                  <a:lnTo>
                    <a:pt x="142768" y="317300"/>
                  </a:lnTo>
                  <a:lnTo>
                    <a:pt x="148016" y="317990"/>
                  </a:lnTo>
                  <a:lnTo>
                    <a:pt x="153283" y="318513"/>
                  </a:lnTo>
                  <a:lnTo>
                    <a:pt x="158564" y="318869"/>
                  </a:lnTo>
                  <a:lnTo>
                    <a:pt x="163853" y="319057"/>
                  </a:lnTo>
                  <a:lnTo>
                    <a:pt x="169146" y="319079"/>
                  </a:lnTo>
                  <a:lnTo>
                    <a:pt x="174437" y="318932"/>
                  </a:lnTo>
                  <a:lnTo>
                    <a:pt x="179721" y="318618"/>
                  </a:lnTo>
                  <a:lnTo>
                    <a:pt x="184992" y="318137"/>
                  </a:lnTo>
                  <a:lnTo>
                    <a:pt x="190245" y="317490"/>
                  </a:lnTo>
                  <a:lnTo>
                    <a:pt x="195475" y="316676"/>
                  </a:lnTo>
                  <a:lnTo>
                    <a:pt x="200676" y="315697"/>
                  </a:lnTo>
                  <a:lnTo>
                    <a:pt x="205844" y="314554"/>
                  </a:lnTo>
                  <a:lnTo>
                    <a:pt x="210973" y="313248"/>
                  </a:lnTo>
                  <a:lnTo>
                    <a:pt x="216059" y="311781"/>
                  </a:lnTo>
                  <a:lnTo>
                    <a:pt x="221095" y="310153"/>
                  </a:lnTo>
                  <a:lnTo>
                    <a:pt x="226077" y="308366"/>
                  </a:lnTo>
                  <a:lnTo>
                    <a:pt x="231000" y="306423"/>
                  </a:lnTo>
                  <a:lnTo>
                    <a:pt x="235860" y="304324"/>
                  </a:lnTo>
                  <a:lnTo>
                    <a:pt x="240650" y="302073"/>
                  </a:lnTo>
                  <a:lnTo>
                    <a:pt x="245367" y="299672"/>
                  </a:lnTo>
                  <a:lnTo>
                    <a:pt x="250005" y="297122"/>
                  </a:lnTo>
                  <a:lnTo>
                    <a:pt x="254560" y="294427"/>
                  </a:lnTo>
                  <a:lnTo>
                    <a:pt x="259028" y="291589"/>
                  </a:lnTo>
                  <a:lnTo>
                    <a:pt x="263403" y="288610"/>
                  </a:lnTo>
                  <a:lnTo>
                    <a:pt x="267682" y="285495"/>
                  </a:lnTo>
                  <a:lnTo>
                    <a:pt x="271861" y="282246"/>
                  </a:lnTo>
                  <a:lnTo>
                    <a:pt x="275934" y="278866"/>
                  </a:lnTo>
                  <a:lnTo>
                    <a:pt x="279898" y="275359"/>
                  </a:lnTo>
                  <a:lnTo>
                    <a:pt x="283749" y="271729"/>
                  </a:lnTo>
                  <a:lnTo>
                    <a:pt x="287484" y="267978"/>
                  </a:lnTo>
                  <a:lnTo>
                    <a:pt x="291098" y="264111"/>
                  </a:lnTo>
                  <a:lnTo>
                    <a:pt x="294587" y="260131"/>
                  </a:lnTo>
                  <a:lnTo>
                    <a:pt x="297949" y="256043"/>
                  </a:lnTo>
                  <a:lnTo>
                    <a:pt x="301180" y="251850"/>
                  </a:lnTo>
                  <a:lnTo>
                    <a:pt x="304276" y="247558"/>
                  </a:lnTo>
                  <a:lnTo>
                    <a:pt x="307235" y="243169"/>
                  </a:lnTo>
                  <a:lnTo>
                    <a:pt x="310053" y="238689"/>
                  </a:lnTo>
                  <a:lnTo>
                    <a:pt x="312729" y="234122"/>
                  </a:lnTo>
                  <a:lnTo>
                    <a:pt x="315258" y="229473"/>
                  </a:lnTo>
                  <a:lnTo>
                    <a:pt x="317639" y="224746"/>
                  </a:lnTo>
                  <a:lnTo>
                    <a:pt x="319869" y="219945"/>
                  </a:lnTo>
                  <a:lnTo>
                    <a:pt x="321946" y="215077"/>
                  </a:lnTo>
                  <a:lnTo>
                    <a:pt x="323868" y="210145"/>
                  </a:lnTo>
                  <a:lnTo>
                    <a:pt x="325632" y="205155"/>
                  </a:lnTo>
                  <a:lnTo>
                    <a:pt x="327238" y="200112"/>
                  </a:lnTo>
                  <a:lnTo>
                    <a:pt x="328683" y="195020"/>
                  </a:lnTo>
                  <a:lnTo>
                    <a:pt x="329967" y="189885"/>
                  </a:lnTo>
                  <a:lnTo>
                    <a:pt x="331087" y="184712"/>
                  </a:lnTo>
                  <a:lnTo>
                    <a:pt x="332043" y="179506"/>
                  </a:lnTo>
                  <a:lnTo>
                    <a:pt x="332834" y="174273"/>
                  </a:lnTo>
                  <a:lnTo>
                    <a:pt x="333458" y="169017"/>
                  </a:lnTo>
                  <a:lnTo>
                    <a:pt x="333916" y="163744"/>
                  </a:lnTo>
                  <a:lnTo>
                    <a:pt x="334207" y="158459"/>
                  </a:lnTo>
                  <a:lnTo>
                    <a:pt x="334330" y="153168"/>
                  </a:lnTo>
                  <a:lnTo>
                    <a:pt x="334285" y="147875"/>
                  </a:lnTo>
                  <a:lnTo>
                    <a:pt x="334073" y="142586"/>
                  </a:lnTo>
                  <a:lnTo>
                    <a:pt x="333694" y="137307"/>
                  </a:lnTo>
                  <a:lnTo>
                    <a:pt x="333148" y="132042"/>
                  </a:lnTo>
                  <a:lnTo>
                    <a:pt x="332435" y="126798"/>
                  </a:lnTo>
                  <a:lnTo>
                    <a:pt x="331557" y="121578"/>
                  </a:lnTo>
                  <a:lnTo>
                    <a:pt x="330514" y="116389"/>
                  </a:lnTo>
                  <a:lnTo>
                    <a:pt x="329307" y="111236"/>
                  </a:lnTo>
                  <a:lnTo>
                    <a:pt x="327938" y="106123"/>
                  </a:lnTo>
                  <a:lnTo>
                    <a:pt x="326407" y="101056"/>
                  </a:lnTo>
                  <a:lnTo>
                    <a:pt x="324717" y="96040"/>
                  </a:lnTo>
                  <a:lnTo>
                    <a:pt x="322869" y="91081"/>
                  </a:lnTo>
                  <a:lnTo>
                    <a:pt x="320865" y="86182"/>
                  </a:lnTo>
                  <a:lnTo>
                    <a:pt x="318707" y="81349"/>
                  </a:lnTo>
                  <a:lnTo>
                    <a:pt x="316397" y="76587"/>
                  </a:lnTo>
                  <a:lnTo>
                    <a:pt x="313937" y="71900"/>
                  </a:lnTo>
                  <a:lnTo>
                    <a:pt x="311330" y="67294"/>
                  </a:lnTo>
                  <a:lnTo>
                    <a:pt x="308578" y="62773"/>
                  </a:lnTo>
                  <a:lnTo>
                    <a:pt x="305685" y="58340"/>
                  </a:lnTo>
                  <a:lnTo>
                    <a:pt x="302653" y="54002"/>
                  </a:lnTo>
                  <a:lnTo>
                    <a:pt x="299485" y="49762"/>
                  </a:lnTo>
                  <a:lnTo>
                    <a:pt x="296185" y="45624"/>
                  </a:lnTo>
                  <a:lnTo>
                    <a:pt x="292755" y="41593"/>
                  </a:lnTo>
                  <a:lnTo>
                    <a:pt x="289199" y="37672"/>
                  </a:lnTo>
                  <a:lnTo>
                    <a:pt x="285521" y="33866"/>
                  </a:lnTo>
                  <a:lnTo>
                    <a:pt x="281724" y="30179"/>
                  </a:lnTo>
                  <a:lnTo>
                    <a:pt x="277812" y="26613"/>
                  </a:lnTo>
                  <a:lnTo>
                    <a:pt x="167167" y="151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023544" y="941493"/>
              <a:ext cx="110645" cy="167167"/>
            </a:xfrm>
            <a:custGeom>
              <a:avLst/>
              <a:pathLst>
                <a:path w="110645" h="167167">
                  <a:moveTo>
                    <a:pt x="110645" y="41857"/>
                  </a:moveTo>
                  <a:lnTo>
                    <a:pt x="106466" y="38288"/>
                  </a:lnTo>
                  <a:lnTo>
                    <a:pt x="102172" y="34858"/>
                  </a:lnTo>
                  <a:lnTo>
                    <a:pt x="97767" y="31570"/>
                  </a:lnTo>
                  <a:lnTo>
                    <a:pt x="93257" y="28430"/>
                  </a:lnTo>
                  <a:lnTo>
                    <a:pt x="88646" y="25439"/>
                  </a:lnTo>
                  <a:lnTo>
                    <a:pt x="83939" y="22602"/>
                  </a:lnTo>
                  <a:lnTo>
                    <a:pt x="79141" y="19920"/>
                  </a:lnTo>
                  <a:lnTo>
                    <a:pt x="74258" y="17398"/>
                  </a:lnTo>
                  <a:lnTo>
                    <a:pt x="69295" y="15038"/>
                  </a:lnTo>
                  <a:lnTo>
                    <a:pt x="64256" y="12843"/>
                  </a:lnTo>
                  <a:lnTo>
                    <a:pt x="59149" y="10814"/>
                  </a:lnTo>
                  <a:lnTo>
                    <a:pt x="53977" y="8954"/>
                  </a:lnTo>
                  <a:lnTo>
                    <a:pt x="48747" y="7265"/>
                  </a:lnTo>
                  <a:lnTo>
                    <a:pt x="43464" y="5749"/>
                  </a:lnTo>
                  <a:lnTo>
                    <a:pt x="38134" y="4407"/>
                  </a:lnTo>
                  <a:lnTo>
                    <a:pt x="32763" y="3242"/>
                  </a:lnTo>
                  <a:lnTo>
                    <a:pt x="27357" y="2253"/>
                  </a:lnTo>
                  <a:lnTo>
                    <a:pt x="21921" y="1443"/>
                  </a:lnTo>
                  <a:lnTo>
                    <a:pt x="16461" y="812"/>
                  </a:lnTo>
                  <a:lnTo>
                    <a:pt x="10984" y="361"/>
                  </a:lnTo>
                  <a:lnTo>
                    <a:pt x="549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448590" y="941493"/>
              <a:ext cx="37625" cy="167167"/>
            </a:xfrm>
            <a:custGeom>
              <a:avLst/>
              <a:pathLst>
                <a:path w="37625" h="167167">
                  <a:moveTo>
                    <a:pt x="37625" y="0"/>
                  </a:moveTo>
                  <a:lnTo>
                    <a:pt x="31301" y="119"/>
                  </a:lnTo>
                  <a:lnTo>
                    <a:pt x="24987" y="478"/>
                  </a:lnTo>
                  <a:lnTo>
                    <a:pt x="18690" y="1075"/>
                  </a:lnTo>
                  <a:lnTo>
                    <a:pt x="12421" y="1910"/>
                  </a:lnTo>
                  <a:lnTo>
                    <a:pt x="6188" y="2982"/>
                  </a:lnTo>
                  <a:lnTo>
                    <a:pt x="0" y="4289"/>
                  </a:lnTo>
                  <a:lnTo>
                    <a:pt x="376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8590" y="945782"/>
              <a:ext cx="37625" cy="162878"/>
            </a:xfrm>
            <a:custGeom>
              <a:avLst/>
              <a:pathLst>
                <a:path w="37625" h="162878">
                  <a:moveTo>
                    <a:pt x="0" y="0"/>
                  </a:moveTo>
                  <a:lnTo>
                    <a:pt x="37625" y="1628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319050" y="945782"/>
              <a:ext cx="167165" cy="322545"/>
            </a:xfrm>
            <a:custGeom>
              <a:avLst/>
              <a:pathLst>
                <a:path w="167165" h="322545">
                  <a:moveTo>
                    <a:pt x="129539" y="0"/>
                  </a:moveTo>
                  <a:lnTo>
                    <a:pt x="124367" y="1281"/>
                  </a:lnTo>
                  <a:lnTo>
                    <a:pt x="119239" y="2728"/>
                  </a:lnTo>
                  <a:lnTo>
                    <a:pt x="114159" y="4336"/>
                  </a:lnTo>
                  <a:lnTo>
                    <a:pt x="109133" y="6106"/>
                  </a:lnTo>
                  <a:lnTo>
                    <a:pt x="104166" y="8035"/>
                  </a:lnTo>
                  <a:lnTo>
                    <a:pt x="99263" y="10122"/>
                  </a:lnTo>
                  <a:lnTo>
                    <a:pt x="94429" y="12364"/>
                  </a:lnTo>
                  <a:lnTo>
                    <a:pt x="89669" y="14758"/>
                  </a:lnTo>
                  <a:lnTo>
                    <a:pt x="84987" y="17303"/>
                  </a:lnTo>
                  <a:lnTo>
                    <a:pt x="80390" y="19997"/>
                  </a:lnTo>
                  <a:lnTo>
                    <a:pt x="75880" y="22835"/>
                  </a:lnTo>
                  <a:lnTo>
                    <a:pt x="71463" y="25815"/>
                  </a:lnTo>
                  <a:lnTo>
                    <a:pt x="67143" y="28935"/>
                  </a:lnTo>
                  <a:lnTo>
                    <a:pt x="62925" y="32191"/>
                  </a:lnTo>
                  <a:lnTo>
                    <a:pt x="58813" y="35580"/>
                  </a:lnTo>
                  <a:lnTo>
                    <a:pt x="54811" y="39098"/>
                  </a:lnTo>
                  <a:lnTo>
                    <a:pt x="50923" y="42741"/>
                  </a:lnTo>
                  <a:lnTo>
                    <a:pt x="47153" y="46507"/>
                  </a:lnTo>
                  <a:lnTo>
                    <a:pt x="43505" y="50391"/>
                  </a:lnTo>
                  <a:lnTo>
                    <a:pt x="39983" y="54390"/>
                  </a:lnTo>
                  <a:lnTo>
                    <a:pt x="36590" y="58498"/>
                  </a:lnTo>
                  <a:lnTo>
                    <a:pt x="33329" y="62713"/>
                  </a:lnTo>
                  <a:lnTo>
                    <a:pt x="30205" y="67029"/>
                  </a:lnTo>
                  <a:lnTo>
                    <a:pt x="27220" y="71443"/>
                  </a:lnTo>
                  <a:lnTo>
                    <a:pt x="24377" y="75950"/>
                  </a:lnTo>
                  <a:lnTo>
                    <a:pt x="21679" y="80545"/>
                  </a:lnTo>
                  <a:lnTo>
                    <a:pt x="19129" y="85223"/>
                  </a:lnTo>
                  <a:lnTo>
                    <a:pt x="16729" y="89981"/>
                  </a:lnTo>
                  <a:lnTo>
                    <a:pt x="14482" y="94812"/>
                  </a:lnTo>
                  <a:lnTo>
                    <a:pt x="12390" y="99713"/>
                  </a:lnTo>
                  <a:lnTo>
                    <a:pt x="10456" y="104678"/>
                  </a:lnTo>
                  <a:lnTo>
                    <a:pt x="8680" y="109702"/>
                  </a:lnTo>
                  <a:lnTo>
                    <a:pt x="7066" y="114780"/>
                  </a:lnTo>
                  <a:lnTo>
                    <a:pt x="5615" y="119907"/>
                  </a:lnTo>
                  <a:lnTo>
                    <a:pt x="4327" y="125078"/>
                  </a:lnTo>
                  <a:lnTo>
                    <a:pt x="3205" y="130287"/>
                  </a:lnTo>
                  <a:lnTo>
                    <a:pt x="2250" y="135529"/>
                  </a:lnTo>
                  <a:lnTo>
                    <a:pt x="1462" y="140799"/>
                  </a:lnTo>
                  <a:lnTo>
                    <a:pt x="842" y="146092"/>
                  </a:lnTo>
                  <a:lnTo>
                    <a:pt x="392" y="151401"/>
                  </a:lnTo>
                  <a:lnTo>
                    <a:pt x="111" y="156722"/>
                  </a:lnTo>
                  <a:lnTo>
                    <a:pt x="0" y="162049"/>
                  </a:lnTo>
                  <a:lnTo>
                    <a:pt x="58" y="167378"/>
                  </a:lnTo>
                  <a:lnTo>
                    <a:pt x="286" y="172701"/>
                  </a:lnTo>
                  <a:lnTo>
                    <a:pt x="684" y="178015"/>
                  </a:lnTo>
                  <a:lnTo>
                    <a:pt x="1251" y="183313"/>
                  </a:lnTo>
                  <a:lnTo>
                    <a:pt x="1987" y="188591"/>
                  </a:lnTo>
                  <a:lnTo>
                    <a:pt x="2890" y="193842"/>
                  </a:lnTo>
                  <a:lnTo>
                    <a:pt x="3961" y="199062"/>
                  </a:lnTo>
                  <a:lnTo>
                    <a:pt x="5197" y="204245"/>
                  </a:lnTo>
                  <a:lnTo>
                    <a:pt x="6597" y="209386"/>
                  </a:lnTo>
                  <a:lnTo>
                    <a:pt x="8161" y="214480"/>
                  </a:lnTo>
                  <a:lnTo>
                    <a:pt x="9887" y="219522"/>
                  </a:lnTo>
                  <a:lnTo>
                    <a:pt x="11772" y="224505"/>
                  </a:lnTo>
                  <a:lnTo>
                    <a:pt x="13815" y="229427"/>
                  </a:lnTo>
                  <a:lnTo>
                    <a:pt x="16014" y="234280"/>
                  </a:lnTo>
                  <a:lnTo>
                    <a:pt x="18366" y="239061"/>
                  </a:lnTo>
                  <a:lnTo>
                    <a:pt x="20870" y="243765"/>
                  </a:lnTo>
                  <a:lnTo>
                    <a:pt x="23522" y="248387"/>
                  </a:lnTo>
                  <a:lnTo>
                    <a:pt x="26321" y="252921"/>
                  </a:lnTo>
                  <a:lnTo>
                    <a:pt x="29262" y="257364"/>
                  </a:lnTo>
                  <a:lnTo>
                    <a:pt x="32344" y="261712"/>
                  </a:lnTo>
                  <a:lnTo>
                    <a:pt x="35562" y="265958"/>
                  </a:lnTo>
                  <a:lnTo>
                    <a:pt x="38914" y="270100"/>
                  </a:lnTo>
                  <a:lnTo>
                    <a:pt x="42397" y="274133"/>
                  </a:lnTo>
                  <a:lnTo>
                    <a:pt x="46006" y="278053"/>
                  </a:lnTo>
                  <a:lnTo>
                    <a:pt x="49738" y="281856"/>
                  </a:lnTo>
                  <a:lnTo>
                    <a:pt x="53590" y="285538"/>
                  </a:lnTo>
                  <a:lnTo>
                    <a:pt x="57557" y="289096"/>
                  </a:lnTo>
                  <a:lnTo>
                    <a:pt x="61635" y="292525"/>
                  </a:lnTo>
                  <a:lnTo>
                    <a:pt x="65821" y="295823"/>
                  </a:lnTo>
                  <a:lnTo>
                    <a:pt x="70110" y="298985"/>
                  </a:lnTo>
                  <a:lnTo>
                    <a:pt x="74497" y="302009"/>
                  </a:lnTo>
                  <a:lnTo>
                    <a:pt x="78978" y="304892"/>
                  </a:lnTo>
                  <a:lnTo>
                    <a:pt x="83549" y="307630"/>
                  </a:lnTo>
                  <a:lnTo>
                    <a:pt x="88205" y="310222"/>
                  </a:lnTo>
                  <a:lnTo>
                    <a:pt x="92941" y="312663"/>
                  </a:lnTo>
                  <a:lnTo>
                    <a:pt x="97753" y="314953"/>
                  </a:lnTo>
                  <a:lnTo>
                    <a:pt x="102635" y="317088"/>
                  </a:lnTo>
                  <a:lnTo>
                    <a:pt x="107583" y="319066"/>
                  </a:lnTo>
                  <a:lnTo>
                    <a:pt x="112591" y="320886"/>
                  </a:lnTo>
                  <a:lnTo>
                    <a:pt x="117654" y="322545"/>
                  </a:lnTo>
                  <a:lnTo>
                    <a:pt x="167165" y="1628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6705" y="941493"/>
              <a:ext cx="216671" cy="334318"/>
            </a:xfrm>
            <a:custGeom>
              <a:avLst/>
              <a:pathLst>
                <a:path w="216671" h="334318">
                  <a:moveTo>
                    <a:pt x="0" y="326834"/>
                  </a:moveTo>
                  <a:lnTo>
                    <a:pt x="5113" y="328331"/>
                  </a:lnTo>
                  <a:lnTo>
                    <a:pt x="10271" y="329664"/>
                  </a:lnTo>
                  <a:lnTo>
                    <a:pt x="15470" y="330832"/>
                  </a:lnTo>
                  <a:lnTo>
                    <a:pt x="20702" y="331834"/>
                  </a:lnTo>
                  <a:lnTo>
                    <a:pt x="25965" y="332668"/>
                  </a:lnTo>
                  <a:lnTo>
                    <a:pt x="31251" y="333334"/>
                  </a:lnTo>
                  <a:lnTo>
                    <a:pt x="36555" y="333832"/>
                  </a:lnTo>
                  <a:lnTo>
                    <a:pt x="41873" y="334160"/>
                  </a:lnTo>
                  <a:lnTo>
                    <a:pt x="47199" y="334318"/>
                  </a:lnTo>
                  <a:lnTo>
                    <a:pt x="52526" y="334307"/>
                  </a:lnTo>
                  <a:lnTo>
                    <a:pt x="57851" y="334126"/>
                  </a:lnTo>
                  <a:lnTo>
                    <a:pt x="63168" y="333776"/>
                  </a:lnTo>
                  <a:lnTo>
                    <a:pt x="68470" y="333256"/>
                  </a:lnTo>
                  <a:lnTo>
                    <a:pt x="73753" y="332567"/>
                  </a:lnTo>
                  <a:lnTo>
                    <a:pt x="79012" y="331711"/>
                  </a:lnTo>
                  <a:lnTo>
                    <a:pt x="84241" y="330687"/>
                  </a:lnTo>
                  <a:lnTo>
                    <a:pt x="89434" y="329497"/>
                  </a:lnTo>
                  <a:lnTo>
                    <a:pt x="94587" y="328142"/>
                  </a:lnTo>
                  <a:lnTo>
                    <a:pt x="99694" y="326624"/>
                  </a:lnTo>
                  <a:lnTo>
                    <a:pt x="104750" y="324944"/>
                  </a:lnTo>
                  <a:lnTo>
                    <a:pt x="109750" y="323103"/>
                  </a:lnTo>
                  <a:lnTo>
                    <a:pt x="114688" y="321104"/>
                  </a:lnTo>
                  <a:lnTo>
                    <a:pt x="119561" y="318949"/>
                  </a:lnTo>
                  <a:lnTo>
                    <a:pt x="124362" y="316640"/>
                  </a:lnTo>
                  <a:lnTo>
                    <a:pt x="129087" y="314178"/>
                  </a:lnTo>
                  <a:lnTo>
                    <a:pt x="133732" y="311568"/>
                  </a:lnTo>
                  <a:lnTo>
                    <a:pt x="138291" y="308811"/>
                  </a:lnTo>
                  <a:lnTo>
                    <a:pt x="142760" y="305909"/>
                  </a:lnTo>
                  <a:lnTo>
                    <a:pt x="147134" y="302867"/>
                  </a:lnTo>
                  <a:lnTo>
                    <a:pt x="151408" y="299687"/>
                  </a:lnTo>
                  <a:lnTo>
                    <a:pt x="155580" y="296373"/>
                  </a:lnTo>
                  <a:lnTo>
                    <a:pt x="159643" y="292927"/>
                  </a:lnTo>
                  <a:lnTo>
                    <a:pt x="163595" y="289353"/>
                  </a:lnTo>
                  <a:lnTo>
                    <a:pt x="167431" y="285656"/>
                  </a:lnTo>
                  <a:lnTo>
                    <a:pt x="171147" y="281838"/>
                  </a:lnTo>
                  <a:lnTo>
                    <a:pt x="174739" y="277903"/>
                  </a:lnTo>
                  <a:lnTo>
                    <a:pt x="178205" y="273856"/>
                  </a:lnTo>
                  <a:lnTo>
                    <a:pt x="181539" y="269701"/>
                  </a:lnTo>
                  <a:lnTo>
                    <a:pt x="184740" y="265441"/>
                  </a:lnTo>
                  <a:lnTo>
                    <a:pt x="187803" y="261082"/>
                  </a:lnTo>
                  <a:lnTo>
                    <a:pt x="190725" y="256627"/>
                  </a:lnTo>
                  <a:lnTo>
                    <a:pt x="193505" y="252082"/>
                  </a:lnTo>
                  <a:lnTo>
                    <a:pt x="196137" y="247450"/>
                  </a:lnTo>
                  <a:lnTo>
                    <a:pt x="198621" y="242736"/>
                  </a:lnTo>
                  <a:lnTo>
                    <a:pt x="200954" y="237946"/>
                  </a:lnTo>
                  <a:lnTo>
                    <a:pt x="203132" y="233084"/>
                  </a:lnTo>
                  <a:lnTo>
                    <a:pt x="205155" y="228155"/>
                  </a:lnTo>
                  <a:lnTo>
                    <a:pt x="207020" y="223164"/>
                  </a:lnTo>
                  <a:lnTo>
                    <a:pt x="208724" y="218116"/>
                  </a:lnTo>
                  <a:lnTo>
                    <a:pt x="210267" y="213016"/>
                  </a:lnTo>
                  <a:lnTo>
                    <a:pt x="211646" y="207870"/>
                  </a:lnTo>
                  <a:lnTo>
                    <a:pt x="212861" y="202683"/>
                  </a:lnTo>
                  <a:lnTo>
                    <a:pt x="213910" y="197459"/>
                  </a:lnTo>
                  <a:lnTo>
                    <a:pt x="214792" y="192205"/>
                  </a:lnTo>
                  <a:lnTo>
                    <a:pt x="215506" y="186925"/>
                  </a:lnTo>
                  <a:lnTo>
                    <a:pt x="216051" y="181625"/>
                  </a:lnTo>
                  <a:lnTo>
                    <a:pt x="216427" y="176310"/>
                  </a:lnTo>
                  <a:lnTo>
                    <a:pt x="216634" y="170986"/>
                  </a:lnTo>
                  <a:lnTo>
                    <a:pt x="216671" y="165659"/>
                  </a:lnTo>
                  <a:lnTo>
                    <a:pt x="216538" y="160332"/>
                  </a:lnTo>
                  <a:lnTo>
                    <a:pt x="216235" y="155013"/>
                  </a:lnTo>
                  <a:lnTo>
                    <a:pt x="215763" y="149706"/>
                  </a:lnTo>
                  <a:lnTo>
                    <a:pt x="215122" y="144417"/>
                  </a:lnTo>
                  <a:lnTo>
                    <a:pt x="214313" y="139151"/>
                  </a:lnTo>
                  <a:lnTo>
                    <a:pt x="213336" y="133913"/>
                  </a:lnTo>
                  <a:lnTo>
                    <a:pt x="212194" y="128709"/>
                  </a:lnTo>
                  <a:lnTo>
                    <a:pt x="210885" y="123545"/>
                  </a:lnTo>
                  <a:lnTo>
                    <a:pt x="209413" y="118424"/>
                  </a:lnTo>
                  <a:lnTo>
                    <a:pt x="207779" y="113353"/>
                  </a:lnTo>
                  <a:lnTo>
                    <a:pt x="205983" y="108337"/>
                  </a:lnTo>
                  <a:lnTo>
                    <a:pt x="204029" y="103380"/>
                  </a:lnTo>
                  <a:lnTo>
                    <a:pt x="201918" y="98488"/>
                  </a:lnTo>
                  <a:lnTo>
                    <a:pt x="199652" y="93667"/>
                  </a:lnTo>
                  <a:lnTo>
                    <a:pt x="197233" y="88919"/>
                  </a:lnTo>
                  <a:lnTo>
                    <a:pt x="194665" y="84251"/>
                  </a:lnTo>
                  <a:lnTo>
                    <a:pt x="191949" y="79668"/>
                  </a:lnTo>
                  <a:lnTo>
                    <a:pt x="189088" y="75173"/>
                  </a:lnTo>
                  <a:lnTo>
                    <a:pt x="186086" y="70772"/>
                  </a:lnTo>
                  <a:lnTo>
                    <a:pt x="182944" y="66468"/>
                  </a:lnTo>
                  <a:lnTo>
                    <a:pt x="179668" y="62267"/>
                  </a:lnTo>
                  <a:lnTo>
                    <a:pt x="176259" y="58173"/>
                  </a:lnTo>
                  <a:lnTo>
                    <a:pt x="172721" y="54189"/>
                  </a:lnTo>
                  <a:lnTo>
                    <a:pt x="169058" y="50320"/>
                  </a:lnTo>
                  <a:lnTo>
                    <a:pt x="165274" y="46570"/>
                  </a:lnTo>
                  <a:lnTo>
                    <a:pt x="161372" y="42942"/>
                  </a:lnTo>
                  <a:lnTo>
                    <a:pt x="157356" y="39440"/>
                  </a:lnTo>
                  <a:lnTo>
                    <a:pt x="153231" y="36068"/>
                  </a:lnTo>
                  <a:lnTo>
                    <a:pt x="149000" y="32829"/>
                  </a:lnTo>
                  <a:lnTo>
                    <a:pt x="144669" y="29727"/>
                  </a:lnTo>
                  <a:lnTo>
                    <a:pt x="140241" y="26764"/>
                  </a:lnTo>
                  <a:lnTo>
                    <a:pt x="135720" y="23944"/>
                  </a:lnTo>
                  <a:lnTo>
                    <a:pt x="131112" y="21270"/>
                  </a:lnTo>
                  <a:lnTo>
                    <a:pt x="126422" y="18743"/>
                  </a:lnTo>
                  <a:lnTo>
                    <a:pt x="121653" y="16368"/>
                  </a:lnTo>
                  <a:lnTo>
                    <a:pt x="116810" y="14145"/>
                  </a:lnTo>
                  <a:lnTo>
                    <a:pt x="111900" y="12078"/>
                  </a:lnTo>
                  <a:lnTo>
                    <a:pt x="106926" y="10169"/>
                  </a:lnTo>
                  <a:lnTo>
                    <a:pt x="101893" y="8419"/>
                  </a:lnTo>
                  <a:lnTo>
                    <a:pt x="96808" y="6830"/>
                  </a:lnTo>
                  <a:lnTo>
                    <a:pt x="91674" y="5404"/>
                  </a:lnTo>
                  <a:lnTo>
                    <a:pt x="86498" y="4143"/>
                  </a:lnTo>
                  <a:lnTo>
                    <a:pt x="81284" y="3047"/>
                  </a:lnTo>
                  <a:lnTo>
                    <a:pt x="76038" y="2118"/>
                  </a:lnTo>
                  <a:lnTo>
                    <a:pt x="70765" y="1356"/>
                  </a:lnTo>
                  <a:lnTo>
                    <a:pt x="65470" y="763"/>
                  </a:lnTo>
                  <a:lnTo>
                    <a:pt x="60159" y="339"/>
                  </a:lnTo>
                  <a:lnTo>
                    <a:pt x="54837" y="84"/>
                  </a:lnTo>
                  <a:lnTo>
                    <a:pt x="49510" y="0"/>
                  </a:lnTo>
                  <a:lnTo>
                    <a:pt x="495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797793" y="1071028"/>
              <a:ext cx="166708" cy="167167"/>
            </a:xfrm>
            <a:custGeom>
              <a:avLst/>
              <a:pathLst>
                <a:path w="166708" h="167167">
                  <a:moveTo>
                    <a:pt x="166708" y="0"/>
                  </a:moveTo>
                  <a:lnTo>
                    <a:pt x="161270" y="88"/>
                  </a:lnTo>
                  <a:lnTo>
                    <a:pt x="155837" y="353"/>
                  </a:lnTo>
                  <a:lnTo>
                    <a:pt x="150417" y="795"/>
                  </a:lnTo>
                  <a:lnTo>
                    <a:pt x="145013" y="1413"/>
                  </a:lnTo>
                  <a:lnTo>
                    <a:pt x="139633" y="2207"/>
                  </a:lnTo>
                  <a:lnTo>
                    <a:pt x="134281" y="3175"/>
                  </a:lnTo>
                  <a:lnTo>
                    <a:pt x="128963" y="4316"/>
                  </a:lnTo>
                  <a:lnTo>
                    <a:pt x="123686" y="5630"/>
                  </a:lnTo>
                  <a:lnTo>
                    <a:pt x="118454" y="7115"/>
                  </a:lnTo>
                  <a:lnTo>
                    <a:pt x="113273" y="8770"/>
                  </a:lnTo>
                  <a:lnTo>
                    <a:pt x="108148" y="10592"/>
                  </a:lnTo>
                  <a:lnTo>
                    <a:pt x="103086" y="12580"/>
                  </a:lnTo>
                  <a:lnTo>
                    <a:pt x="98091" y="14731"/>
                  </a:lnTo>
                  <a:lnTo>
                    <a:pt x="93168" y="17044"/>
                  </a:lnTo>
                  <a:lnTo>
                    <a:pt x="88324" y="19516"/>
                  </a:lnTo>
                  <a:lnTo>
                    <a:pt x="83562" y="22144"/>
                  </a:lnTo>
                  <a:lnTo>
                    <a:pt x="78889" y="24925"/>
                  </a:lnTo>
                  <a:lnTo>
                    <a:pt x="74308" y="27857"/>
                  </a:lnTo>
                  <a:lnTo>
                    <a:pt x="69825" y="30937"/>
                  </a:lnTo>
                  <a:lnTo>
                    <a:pt x="65445" y="34160"/>
                  </a:lnTo>
                  <a:lnTo>
                    <a:pt x="61172" y="37525"/>
                  </a:lnTo>
                  <a:lnTo>
                    <a:pt x="57010" y="41027"/>
                  </a:lnTo>
                  <a:lnTo>
                    <a:pt x="52965" y="44662"/>
                  </a:lnTo>
                  <a:lnTo>
                    <a:pt x="49040" y="48427"/>
                  </a:lnTo>
                  <a:lnTo>
                    <a:pt x="45239" y="52317"/>
                  </a:lnTo>
                  <a:lnTo>
                    <a:pt x="41568" y="56329"/>
                  </a:lnTo>
                  <a:lnTo>
                    <a:pt x="38028" y="60459"/>
                  </a:lnTo>
                  <a:lnTo>
                    <a:pt x="34625" y="64701"/>
                  </a:lnTo>
                  <a:lnTo>
                    <a:pt x="31362" y="69052"/>
                  </a:lnTo>
                  <a:lnTo>
                    <a:pt x="28242" y="73507"/>
                  </a:lnTo>
                  <a:lnTo>
                    <a:pt x="25268" y="78061"/>
                  </a:lnTo>
                  <a:lnTo>
                    <a:pt x="22445" y="82709"/>
                  </a:lnTo>
                  <a:lnTo>
                    <a:pt x="19774" y="87447"/>
                  </a:lnTo>
                  <a:lnTo>
                    <a:pt x="17258" y="92269"/>
                  </a:lnTo>
                  <a:lnTo>
                    <a:pt x="14901" y="97170"/>
                  </a:lnTo>
                  <a:lnTo>
                    <a:pt x="12704" y="102145"/>
                  </a:lnTo>
                  <a:lnTo>
                    <a:pt x="10670" y="107190"/>
                  </a:lnTo>
                  <a:lnTo>
                    <a:pt x="8802" y="112297"/>
                  </a:lnTo>
                  <a:lnTo>
                    <a:pt x="7100" y="117463"/>
                  </a:lnTo>
                  <a:lnTo>
                    <a:pt x="5568" y="122681"/>
                  </a:lnTo>
                  <a:lnTo>
                    <a:pt x="4206" y="127947"/>
                  </a:lnTo>
                  <a:lnTo>
                    <a:pt x="3016" y="133254"/>
                  </a:lnTo>
                  <a:lnTo>
                    <a:pt x="2000" y="138597"/>
                  </a:lnTo>
                  <a:lnTo>
                    <a:pt x="1158" y="143970"/>
                  </a:lnTo>
                  <a:lnTo>
                    <a:pt x="491" y="149367"/>
                  </a:lnTo>
                  <a:lnTo>
                    <a:pt x="0" y="154784"/>
                  </a:lnTo>
                  <a:lnTo>
                    <a:pt x="16670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7793" y="1225813"/>
              <a:ext cx="166708" cy="12383"/>
            </a:xfrm>
            <a:custGeom>
              <a:avLst/>
              <a:pathLst>
                <a:path w="166708" h="12383">
                  <a:moveTo>
                    <a:pt x="0" y="0"/>
                  </a:moveTo>
                  <a:lnTo>
                    <a:pt x="166708" y="123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7343" y="1072246"/>
              <a:ext cx="334317" cy="333114"/>
            </a:xfrm>
            <a:custGeom>
              <a:avLst/>
              <a:pathLst>
                <a:path w="334317" h="333114">
                  <a:moveTo>
                    <a:pt x="449" y="153566"/>
                  </a:moveTo>
                  <a:lnTo>
                    <a:pt x="140" y="158863"/>
                  </a:lnTo>
                  <a:lnTo>
                    <a:pt x="0" y="164167"/>
                  </a:lnTo>
                  <a:lnTo>
                    <a:pt x="27" y="169473"/>
                  </a:lnTo>
                  <a:lnTo>
                    <a:pt x="223" y="174775"/>
                  </a:lnTo>
                  <a:lnTo>
                    <a:pt x="587" y="180068"/>
                  </a:lnTo>
                  <a:lnTo>
                    <a:pt x="1119" y="185347"/>
                  </a:lnTo>
                  <a:lnTo>
                    <a:pt x="1818" y="190606"/>
                  </a:lnTo>
                  <a:lnTo>
                    <a:pt x="2684" y="195841"/>
                  </a:lnTo>
                  <a:lnTo>
                    <a:pt x="3716" y="201045"/>
                  </a:lnTo>
                  <a:lnTo>
                    <a:pt x="4912" y="206214"/>
                  </a:lnTo>
                  <a:lnTo>
                    <a:pt x="6271" y="211343"/>
                  </a:lnTo>
                  <a:lnTo>
                    <a:pt x="7793" y="216425"/>
                  </a:lnTo>
                  <a:lnTo>
                    <a:pt x="9475" y="221457"/>
                  </a:lnTo>
                  <a:lnTo>
                    <a:pt x="11316" y="226434"/>
                  </a:lnTo>
                  <a:lnTo>
                    <a:pt x="13314" y="231349"/>
                  </a:lnTo>
                  <a:lnTo>
                    <a:pt x="15467" y="236198"/>
                  </a:lnTo>
                  <a:lnTo>
                    <a:pt x="17772" y="240976"/>
                  </a:lnTo>
                  <a:lnTo>
                    <a:pt x="20228" y="245679"/>
                  </a:lnTo>
                  <a:lnTo>
                    <a:pt x="22833" y="250302"/>
                  </a:lnTo>
                  <a:lnTo>
                    <a:pt x="25582" y="254839"/>
                  </a:lnTo>
                  <a:lnTo>
                    <a:pt x="28474" y="259288"/>
                  </a:lnTo>
                  <a:lnTo>
                    <a:pt x="31506" y="263642"/>
                  </a:lnTo>
                  <a:lnTo>
                    <a:pt x="34675" y="267897"/>
                  </a:lnTo>
                  <a:lnTo>
                    <a:pt x="37977" y="272050"/>
                  </a:lnTo>
                  <a:lnTo>
                    <a:pt x="41409" y="276096"/>
                  </a:lnTo>
                  <a:lnTo>
                    <a:pt x="44968" y="280031"/>
                  </a:lnTo>
                  <a:lnTo>
                    <a:pt x="48650" y="283851"/>
                  </a:lnTo>
                  <a:lnTo>
                    <a:pt x="52451" y="287553"/>
                  </a:lnTo>
                  <a:lnTo>
                    <a:pt x="56368" y="291132"/>
                  </a:lnTo>
                  <a:lnTo>
                    <a:pt x="60396" y="294585"/>
                  </a:lnTo>
                  <a:lnTo>
                    <a:pt x="64532" y="297908"/>
                  </a:lnTo>
                  <a:lnTo>
                    <a:pt x="68771" y="301098"/>
                  </a:lnTo>
                  <a:lnTo>
                    <a:pt x="73110" y="304152"/>
                  </a:lnTo>
                  <a:lnTo>
                    <a:pt x="77543" y="307067"/>
                  </a:lnTo>
                  <a:lnTo>
                    <a:pt x="82067" y="309840"/>
                  </a:lnTo>
                  <a:lnTo>
                    <a:pt x="86676" y="312468"/>
                  </a:lnTo>
                  <a:lnTo>
                    <a:pt x="91366" y="314948"/>
                  </a:lnTo>
                  <a:lnTo>
                    <a:pt x="96133" y="317278"/>
                  </a:lnTo>
                  <a:lnTo>
                    <a:pt x="100971" y="319456"/>
                  </a:lnTo>
                  <a:lnTo>
                    <a:pt x="105875" y="321479"/>
                  </a:lnTo>
                  <a:lnTo>
                    <a:pt x="110842" y="323346"/>
                  </a:lnTo>
                  <a:lnTo>
                    <a:pt x="115865" y="325054"/>
                  </a:lnTo>
                  <a:lnTo>
                    <a:pt x="120940" y="326601"/>
                  </a:lnTo>
                  <a:lnTo>
                    <a:pt x="126062" y="327987"/>
                  </a:lnTo>
                  <a:lnTo>
                    <a:pt x="131225" y="329209"/>
                  </a:lnTo>
                  <a:lnTo>
                    <a:pt x="136424" y="330268"/>
                  </a:lnTo>
                  <a:lnTo>
                    <a:pt x="141654" y="331160"/>
                  </a:lnTo>
                  <a:lnTo>
                    <a:pt x="146910" y="331886"/>
                  </a:lnTo>
                  <a:lnTo>
                    <a:pt x="152186" y="332445"/>
                  </a:lnTo>
                  <a:lnTo>
                    <a:pt x="157477" y="332837"/>
                  </a:lnTo>
                  <a:lnTo>
                    <a:pt x="162778" y="333060"/>
                  </a:lnTo>
                  <a:lnTo>
                    <a:pt x="168083" y="333114"/>
                  </a:lnTo>
                  <a:lnTo>
                    <a:pt x="173388" y="333001"/>
                  </a:lnTo>
                  <a:lnTo>
                    <a:pt x="178686" y="332719"/>
                  </a:lnTo>
                  <a:lnTo>
                    <a:pt x="183972" y="332269"/>
                  </a:lnTo>
                  <a:lnTo>
                    <a:pt x="189242" y="331652"/>
                  </a:lnTo>
                  <a:lnTo>
                    <a:pt x="194489" y="330868"/>
                  </a:lnTo>
                  <a:lnTo>
                    <a:pt x="199709" y="329917"/>
                  </a:lnTo>
                  <a:lnTo>
                    <a:pt x="204896" y="328801"/>
                  </a:lnTo>
                  <a:lnTo>
                    <a:pt x="210045" y="327522"/>
                  </a:lnTo>
                  <a:lnTo>
                    <a:pt x="215151" y="326079"/>
                  </a:lnTo>
                  <a:lnTo>
                    <a:pt x="220209" y="324476"/>
                  </a:lnTo>
                  <a:lnTo>
                    <a:pt x="225213" y="322712"/>
                  </a:lnTo>
                  <a:lnTo>
                    <a:pt x="230158" y="320791"/>
                  </a:lnTo>
                  <a:lnTo>
                    <a:pt x="235040" y="318714"/>
                  </a:lnTo>
                  <a:lnTo>
                    <a:pt x="239854" y="316482"/>
                  </a:lnTo>
                  <a:lnTo>
                    <a:pt x="244595" y="314100"/>
                  </a:lnTo>
                  <a:lnTo>
                    <a:pt x="249257" y="311568"/>
                  </a:lnTo>
                  <a:lnTo>
                    <a:pt x="253837" y="308889"/>
                  </a:lnTo>
                  <a:lnTo>
                    <a:pt x="258329" y="306066"/>
                  </a:lnTo>
                  <a:lnTo>
                    <a:pt x="262730" y="303102"/>
                  </a:lnTo>
                  <a:lnTo>
                    <a:pt x="267034" y="300000"/>
                  </a:lnTo>
                  <a:lnTo>
                    <a:pt x="271238" y="296763"/>
                  </a:lnTo>
                  <a:lnTo>
                    <a:pt x="275337" y="293394"/>
                  </a:lnTo>
                  <a:lnTo>
                    <a:pt x="279327" y="289897"/>
                  </a:lnTo>
                  <a:lnTo>
                    <a:pt x="283204" y="286275"/>
                  </a:lnTo>
                  <a:lnTo>
                    <a:pt x="286964" y="282532"/>
                  </a:lnTo>
                  <a:lnTo>
                    <a:pt x="290603" y="278671"/>
                  </a:lnTo>
                  <a:lnTo>
                    <a:pt x="294118" y="274697"/>
                  </a:lnTo>
                  <a:lnTo>
                    <a:pt x="297505" y="270613"/>
                  </a:lnTo>
                  <a:lnTo>
                    <a:pt x="300761" y="266423"/>
                  </a:lnTo>
                  <a:lnTo>
                    <a:pt x="303882" y="262133"/>
                  </a:lnTo>
                  <a:lnTo>
                    <a:pt x="306866" y="257746"/>
                  </a:lnTo>
                  <a:lnTo>
                    <a:pt x="309709" y="253266"/>
                  </a:lnTo>
                  <a:lnTo>
                    <a:pt x="312408" y="248698"/>
                  </a:lnTo>
                  <a:lnTo>
                    <a:pt x="314961" y="244047"/>
                  </a:lnTo>
                  <a:lnTo>
                    <a:pt x="317365" y="239317"/>
                  </a:lnTo>
                  <a:lnTo>
                    <a:pt x="319617" y="234513"/>
                  </a:lnTo>
                  <a:lnTo>
                    <a:pt x="321716" y="229641"/>
                  </a:lnTo>
                  <a:lnTo>
                    <a:pt x="323660" y="224704"/>
                  </a:lnTo>
                  <a:lnTo>
                    <a:pt x="325445" y="219707"/>
                  </a:lnTo>
                  <a:lnTo>
                    <a:pt x="327072" y="214657"/>
                  </a:lnTo>
                  <a:lnTo>
                    <a:pt x="328537" y="209558"/>
                  </a:lnTo>
                  <a:lnTo>
                    <a:pt x="329839" y="204415"/>
                  </a:lnTo>
                  <a:lnTo>
                    <a:pt x="330978" y="199233"/>
                  </a:lnTo>
                  <a:lnTo>
                    <a:pt x="331952" y="194017"/>
                  </a:lnTo>
                  <a:lnTo>
                    <a:pt x="332759" y="188773"/>
                  </a:lnTo>
                  <a:lnTo>
                    <a:pt x="333400" y="183506"/>
                  </a:lnTo>
                  <a:lnTo>
                    <a:pt x="333874" y="178222"/>
                  </a:lnTo>
                  <a:lnTo>
                    <a:pt x="334179" y="172925"/>
                  </a:lnTo>
                  <a:lnTo>
                    <a:pt x="334317" y="167621"/>
                  </a:lnTo>
                  <a:lnTo>
                    <a:pt x="334285" y="162315"/>
                  </a:lnTo>
                  <a:lnTo>
                    <a:pt x="334086" y="157014"/>
                  </a:lnTo>
                  <a:lnTo>
                    <a:pt x="333718" y="151721"/>
                  </a:lnTo>
                  <a:lnTo>
                    <a:pt x="333183" y="146442"/>
                  </a:lnTo>
                  <a:lnTo>
                    <a:pt x="332480" y="141183"/>
                  </a:lnTo>
                  <a:lnTo>
                    <a:pt x="331611" y="135949"/>
                  </a:lnTo>
                  <a:lnTo>
                    <a:pt x="330576" y="130745"/>
                  </a:lnTo>
                  <a:lnTo>
                    <a:pt x="329376" y="125577"/>
                  </a:lnTo>
                  <a:lnTo>
                    <a:pt x="328014" y="120449"/>
                  </a:lnTo>
                  <a:lnTo>
                    <a:pt x="326489" y="115368"/>
                  </a:lnTo>
                  <a:lnTo>
                    <a:pt x="324803" y="110337"/>
                  </a:lnTo>
                  <a:lnTo>
                    <a:pt x="322959" y="105362"/>
                  </a:lnTo>
                  <a:lnTo>
                    <a:pt x="320958" y="100448"/>
                  </a:lnTo>
                  <a:lnTo>
                    <a:pt x="318802" y="95600"/>
                  </a:lnTo>
                  <a:lnTo>
                    <a:pt x="316493" y="90823"/>
                  </a:lnTo>
                  <a:lnTo>
                    <a:pt x="314033" y="86122"/>
                  </a:lnTo>
                  <a:lnTo>
                    <a:pt x="311426" y="81501"/>
                  </a:lnTo>
                  <a:lnTo>
                    <a:pt x="308674" y="76966"/>
                  </a:lnTo>
                  <a:lnTo>
                    <a:pt x="305778" y="72519"/>
                  </a:lnTo>
                  <a:lnTo>
                    <a:pt x="302744" y="68167"/>
                  </a:lnTo>
                  <a:lnTo>
                    <a:pt x="299572" y="63914"/>
                  </a:lnTo>
                  <a:lnTo>
                    <a:pt x="296267" y="59763"/>
                  </a:lnTo>
                  <a:lnTo>
                    <a:pt x="292833" y="55719"/>
                  </a:lnTo>
                  <a:lnTo>
                    <a:pt x="289271" y="51787"/>
                  </a:lnTo>
                  <a:lnTo>
                    <a:pt x="285587" y="47969"/>
                  </a:lnTo>
                  <a:lnTo>
                    <a:pt x="281783" y="44270"/>
                  </a:lnTo>
                  <a:lnTo>
                    <a:pt x="277864" y="40694"/>
                  </a:lnTo>
                  <a:lnTo>
                    <a:pt x="273833" y="37244"/>
                  </a:lnTo>
                  <a:lnTo>
                    <a:pt x="269695" y="33923"/>
                  </a:lnTo>
                  <a:lnTo>
                    <a:pt x="265453" y="30736"/>
                  </a:lnTo>
                  <a:lnTo>
                    <a:pt x="261113" y="27684"/>
                  </a:lnTo>
                  <a:lnTo>
                    <a:pt x="256678" y="24772"/>
                  </a:lnTo>
                  <a:lnTo>
                    <a:pt x="252153" y="22002"/>
                  </a:lnTo>
                  <a:lnTo>
                    <a:pt x="247542" y="19378"/>
                  </a:lnTo>
                  <a:lnTo>
                    <a:pt x="242850" y="16901"/>
                  </a:lnTo>
                  <a:lnTo>
                    <a:pt x="238082" y="14574"/>
                  </a:lnTo>
                  <a:lnTo>
                    <a:pt x="233242" y="12399"/>
                  </a:lnTo>
                  <a:lnTo>
                    <a:pt x="228336" y="10379"/>
                  </a:lnTo>
                  <a:lnTo>
                    <a:pt x="223368" y="8516"/>
                  </a:lnTo>
                  <a:lnTo>
                    <a:pt x="218344" y="6812"/>
                  </a:lnTo>
                  <a:lnTo>
                    <a:pt x="213268" y="5267"/>
                  </a:lnTo>
                  <a:lnTo>
                    <a:pt x="208145" y="3885"/>
                  </a:lnTo>
                  <a:lnTo>
                    <a:pt x="202982" y="2666"/>
                  </a:lnTo>
                  <a:lnTo>
                    <a:pt x="197782" y="1611"/>
                  </a:lnTo>
                  <a:lnTo>
                    <a:pt x="192551" y="722"/>
                  </a:lnTo>
                  <a:lnTo>
                    <a:pt x="187295" y="0"/>
                  </a:lnTo>
                  <a:lnTo>
                    <a:pt x="167157" y="1659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964501" y="1071028"/>
              <a:ext cx="20137" cy="167167"/>
            </a:xfrm>
            <a:custGeom>
              <a:avLst/>
              <a:pathLst>
                <a:path w="20137" h="167167">
                  <a:moveTo>
                    <a:pt x="20137" y="1217"/>
                  </a:moveTo>
                  <a:lnTo>
                    <a:pt x="10087" y="3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36748" y="1322571"/>
              <a:ext cx="51972" cy="167167"/>
            </a:xfrm>
            <a:custGeom>
              <a:avLst/>
              <a:pathLst>
                <a:path w="51972" h="167167">
                  <a:moveTo>
                    <a:pt x="51972" y="0"/>
                  </a:moveTo>
                  <a:lnTo>
                    <a:pt x="46101" y="103"/>
                  </a:lnTo>
                  <a:lnTo>
                    <a:pt x="40237" y="412"/>
                  </a:lnTo>
                  <a:lnTo>
                    <a:pt x="34388" y="927"/>
                  </a:lnTo>
                  <a:lnTo>
                    <a:pt x="28561" y="1647"/>
                  </a:lnTo>
                  <a:lnTo>
                    <a:pt x="22762" y="2571"/>
                  </a:lnTo>
                  <a:lnTo>
                    <a:pt x="17000" y="3699"/>
                  </a:lnTo>
                  <a:lnTo>
                    <a:pt x="11281" y="5028"/>
                  </a:lnTo>
                  <a:lnTo>
                    <a:pt x="5611" y="6557"/>
                  </a:lnTo>
                  <a:lnTo>
                    <a:pt x="0" y="8284"/>
                  </a:lnTo>
                  <a:lnTo>
                    <a:pt x="5197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36748" y="1330856"/>
              <a:ext cx="51972" cy="158883"/>
            </a:xfrm>
            <a:custGeom>
              <a:avLst/>
              <a:pathLst>
                <a:path w="51972" h="158883">
                  <a:moveTo>
                    <a:pt x="0" y="0"/>
                  </a:moveTo>
                  <a:lnTo>
                    <a:pt x="51972" y="15888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321567" y="1330856"/>
              <a:ext cx="334314" cy="326048"/>
            </a:xfrm>
            <a:custGeom>
              <a:avLst/>
              <a:pathLst>
                <a:path w="334314" h="326048">
                  <a:moveTo>
                    <a:pt x="115181" y="0"/>
                  </a:moveTo>
                  <a:lnTo>
                    <a:pt x="110173" y="1726"/>
                  </a:lnTo>
                  <a:lnTo>
                    <a:pt x="105222" y="3610"/>
                  </a:lnTo>
                  <a:lnTo>
                    <a:pt x="100333" y="5651"/>
                  </a:lnTo>
                  <a:lnTo>
                    <a:pt x="95512" y="7845"/>
                  </a:lnTo>
                  <a:lnTo>
                    <a:pt x="90762" y="10190"/>
                  </a:lnTo>
                  <a:lnTo>
                    <a:pt x="86089" y="12685"/>
                  </a:lnTo>
                  <a:lnTo>
                    <a:pt x="81498" y="15327"/>
                  </a:lnTo>
                  <a:lnTo>
                    <a:pt x="76992" y="18113"/>
                  </a:lnTo>
                  <a:lnTo>
                    <a:pt x="72577" y="21041"/>
                  </a:lnTo>
                  <a:lnTo>
                    <a:pt x="68257" y="24107"/>
                  </a:lnTo>
                  <a:lnTo>
                    <a:pt x="64037" y="27308"/>
                  </a:lnTo>
                  <a:lnTo>
                    <a:pt x="59919" y="30641"/>
                  </a:lnTo>
                  <a:lnTo>
                    <a:pt x="55910" y="34103"/>
                  </a:lnTo>
                  <a:lnTo>
                    <a:pt x="52012" y="37690"/>
                  </a:lnTo>
                  <a:lnTo>
                    <a:pt x="48230" y="41399"/>
                  </a:lnTo>
                  <a:lnTo>
                    <a:pt x="44567" y="45226"/>
                  </a:lnTo>
                  <a:lnTo>
                    <a:pt x="41028" y="49167"/>
                  </a:lnTo>
                  <a:lnTo>
                    <a:pt x="37615" y="53219"/>
                  </a:lnTo>
                  <a:lnTo>
                    <a:pt x="34332" y="57376"/>
                  </a:lnTo>
                  <a:lnTo>
                    <a:pt x="31182" y="61636"/>
                  </a:lnTo>
                  <a:lnTo>
                    <a:pt x="28170" y="65993"/>
                  </a:lnTo>
                  <a:lnTo>
                    <a:pt x="25296" y="70443"/>
                  </a:lnTo>
                  <a:lnTo>
                    <a:pt x="22565" y="74982"/>
                  </a:lnTo>
                  <a:lnTo>
                    <a:pt x="19979" y="79605"/>
                  </a:lnTo>
                  <a:lnTo>
                    <a:pt x="17541" y="84308"/>
                  </a:lnTo>
                  <a:lnTo>
                    <a:pt x="15254" y="89086"/>
                  </a:lnTo>
                  <a:lnTo>
                    <a:pt x="13118" y="93934"/>
                  </a:lnTo>
                  <a:lnTo>
                    <a:pt x="11138" y="98847"/>
                  </a:lnTo>
                  <a:lnTo>
                    <a:pt x="9314" y="103820"/>
                  </a:lnTo>
                  <a:lnTo>
                    <a:pt x="7649" y="108849"/>
                  </a:lnTo>
                  <a:lnTo>
                    <a:pt x="6143" y="113928"/>
                  </a:lnTo>
                  <a:lnTo>
                    <a:pt x="4800" y="119052"/>
                  </a:lnTo>
                  <a:lnTo>
                    <a:pt x="3619" y="124216"/>
                  </a:lnTo>
                  <a:lnTo>
                    <a:pt x="2603" y="129415"/>
                  </a:lnTo>
                  <a:lnTo>
                    <a:pt x="1752" y="134644"/>
                  </a:lnTo>
                  <a:lnTo>
                    <a:pt x="1067" y="139896"/>
                  </a:lnTo>
                  <a:lnTo>
                    <a:pt x="549" y="145168"/>
                  </a:lnTo>
                  <a:lnTo>
                    <a:pt x="198" y="150454"/>
                  </a:lnTo>
                  <a:lnTo>
                    <a:pt x="15" y="155748"/>
                  </a:lnTo>
                  <a:lnTo>
                    <a:pt x="0" y="161045"/>
                  </a:lnTo>
                  <a:lnTo>
                    <a:pt x="152" y="166340"/>
                  </a:lnTo>
                  <a:lnTo>
                    <a:pt x="472" y="171628"/>
                  </a:lnTo>
                  <a:lnTo>
                    <a:pt x="960" y="176903"/>
                  </a:lnTo>
                  <a:lnTo>
                    <a:pt x="1614" y="182160"/>
                  </a:lnTo>
                  <a:lnTo>
                    <a:pt x="2435" y="187393"/>
                  </a:lnTo>
                  <a:lnTo>
                    <a:pt x="3421" y="192598"/>
                  </a:lnTo>
                  <a:lnTo>
                    <a:pt x="4571" y="197768"/>
                  </a:lnTo>
                  <a:lnTo>
                    <a:pt x="5885" y="202900"/>
                  </a:lnTo>
                  <a:lnTo>
                    <a:pt x="7361" y="207988"/>
                  </a:lnTo>
                  <a:lnTo>
                    <a:pt x="8997" y="213026"/>
                  </a:lnTo>
                  <a:lnTo>
                    <a:pt x="10792" y="218010"/>
                  </a:lnTo>
                  <a:lnTo>
                    <a:pt x="12744" y="222935"/>
                  </a:lnTo>
                  <a:lnTo>
                    <a:pt x="14850" y="227795"/>
                  </a:lnTo>
                  <a:lnTo>
                    <a:pt x="17110" y="232586"/>
                  </a:lnTo>
                  <a:lnTo>
                    <a:pt x="19521" y="237303"/>
                  </a:lnTo>
                  <a:lnTo>
                    <a:pt x="22080" y="241941"/>
                  </a:lnTo>
                  <a:lnTo>
                    <a:pt x="24784" y="246496"/>
                  </a:lnTo>
                  <a:lnTo>
                    <a:pt x="27632" y="250963"/>
                  </a:lnTo>
                  <a:lnTo>
                    <a:pt x="30619" y="255337"/>
                  </a:lnTo>
                  <a:lnTo>
                    <a:pt x="33744" y="259615"/>
                  </a:lnTo>
                  <a:lnTo>
                    <a:pt x="37003" y="263791"/>
                  </a:lnTo>
                  <a:lnTo>
                    <a:pt x="40392" y="267863"/>
                  </a:lnTo>
                  <a:lnTo>
                    <a:pt x="43909" y="271824"/>
                  </a:lnTo>
                  <a:lnTo>
                    <a:pt x="47549" y="275672"/>
                  </a:lnTo>
                  <a:lnTo>
                    <a:pt x="51310" y="279403"/>
                  </a:lnTo>
                  <a:lnTo>
                    <a:pt x="55186" y="283013"/>
                  </a:lnTo>
                  <a:lnTo>
                    <a:pt x="59176" y="286499"/>
                  </a:lnTo>
                  <a:lnTo>
                    <a:pt x="63273" y="289856"/>
                  </a:lnTo>
                  <a:lnTo>
                    <a:pt x="67475" y="293081"/>
                  </a:lnTo>
                  <a:lnTo>
                    <a:pt x="71777" y="296172"/>
                  </a:lnTo>
                  <a:lnTo>
                    <a:pt x="76175" y="299125"/>
                  </a:lnTo>
                  <a:lnTo>
                    <a:pt x="80664" y="301937"/>
                  </a:lnTo>
                  <a:lnTo>
                    <a:pt x="85241" y="304606"/>
                  </a:lnTo>
                  <a:lnTo>
                    <a:pt x="89899" y="307128"/>
                  </a:lnTo>
                  <a:lnTo>
                    <a:pt x="94635" y="309501"/>
                  </a:lnTo>
                  <a:lnTo>
                    <a:pt x="99443" y="311724"/>
                  </a:lnTo>
                  <a:lnTo>
                    <a:pt x="104320" y="313792"/>
                  </a:lnTo>
                  <a:lnTo>
                    <a:pt x="109260" y="315705"/>
                  </a:lnTo>
                  <a:lnTo>
                    <a:pt x="114258" y="317461"/>
                  </a:lnTo>
                  <a:lnTo>
                    <a:pt x="119309" y="319057"/>
                  </a:lnTo>
                  <a:lnTo>
                    <a:pt x="124408" y="320493"/>
                  </a:lnTo>
                  <a:lnTo>
                    <a:pt x="129550" y="321766"/>
                  </a:lnTo>
                  <a:lnTo>
                    <a:pt x="134730" y="322876"/>
                  </a:lnTo>
                  <a:lnTo>
                    <a:pt x="139942" y="323820"/>
                  </a:lnTo>
                  <a:lnTo>
                    <a:pt x="145182" y="324600"/>
                  </a:lnTo>
                  <a:lnTo>
                    <a:pt x="150443" y="325213"/>
                  </a:lnTo>
                  <a:lnTo>
                    <a:pt x="155722" y="325659"/>
                  </a:lnTo>
                  <a:lnTo>
                    <a:pt x="161012" y="325937"/>
                  </a:lnTo>
                  <a:lnTo>
                    <a:pt x="166308" y="326048"/>
                  </a:lnTo>
                  <a:lnTo>
                    <a:pt x="171605" y="325991"/>
                  </a:lnTo>
                  <a:lnTo>
                    <a:pt x="176898" y="325766"/>
                  </a:lnTo>
                  <a:lnTo>
                    <a:pt x="182180" y="325373"/>
                  </a:lnTo>
                  <a:lnTo>
                    <a:pt x="187448" y="324813"/>
                  </a:lnTo>
                  <a:lnTo>
                    <a:pt x="192695" y="324087"/>
                  </a:lnTo>
                  <a:lnTo>
                    <a:pt x="197917" y="323195"/>
                  </a:lnTo>
                  <a:lnTo>
                    <a:pt x="203107" y="322138"/>
                  </a:lnTo>
                  <a:lnTo>
                    <a:pt x="208262" y="320916"/>
                  </a:lnTo>
                  <a:lnTo>
                    <a:pt x="213375" y="319533"/>
                  </a:lnTo>
                  <a:lnTo>
                    <a:pt x="218442" y="317987"/>
                  </a:lnTo>
                  <a:lnTo>
                    <a:pt x="223458" y="316282"/>
                  </a:lnTo>
                  <a:lnTo>
                    <a:pt x="228417" y="314419"/>
                  </a:lnTo>
                  <a:lnTo>
                    <a:pt x="233314" y="312400"/>
                  </a:lnTo>
                  <a:lnTo>
                    <a:pt x="238145" y="310227"/>
                  </a:lnTo>
                  <a:lnTo>
                    <a:pt x="242905" y="307902"/>
                  </a:lnTo>
                  <a:lnTo>
                    <a:pt x="247588" y="305427"/>
                  </a:lnTo>
                  <a:lnTo>
                    <a:pt x="252191" y="302804"/>
                  </a:lnTo>
                  <a:lnTo>
                    <a:pt x="256708" y="300038"/>
                  </a:lnTo>
                  <a:lnTo>
                    <a:pt x="261136" y="297129"/>
                  </a:lnTo>
                  <a:lnTo>
                    <a:pt x="265469" y="294082"/>
                  </a:lnTo>
                  <a:lnTo>
                    <a:pt x="269703" y="290899"/>
                  </a:lnTo>
                  <a:lnTo>
                    <a:pt x="273835" y="287584"/>
                  </a:lnTo>
                  <a:lnTo>
                    <a:pt x="277859" y="284139"/>
                  </a:lnTo>
                  <a:lnTo>
                    <a:pt x="281772" y="280568"/>
                  </a:lnTo>
                  <a:lnTo>
                    <a:pt x="285570" y="276876"/>
                  </a:lnTo>
                  <a:lnTo>
                    <a:pt x="289249" y="273064"/>
                  </a:lnTo>
                  <a:lnTo>
                    <a:pt x="292806" y="269138"/>
                  </a:lnTo>
                  <a:lnTo>
                    <a:pt x="296236" y="265102"/>
                  </a:lnTo>
                  <a:lnTo>
                    <a:pt x="299537" y="260959"/>
                  </a:lnTo>
                  <a:lnTo>
                    <a:pt x="302704" y="256713"/>
                  </a:lnTo>
                  <a:lnTo>
                    <a:pt x="305736" y="252369"/>
                  </a:lnTo>
                  <a:lnTo>
                    <a:pt x="308629" y="247931"/>
                  </a:lnTo>
                  <a:lnTo>
                    <a:pt x="311379" y="243404"/>
                  </a:lnTo>
                  <a:lnTo>
                    <a:pt x="313985" y="238791"/>
                  </a:lnTo>
                  <a:lnTo>
                    <a:pt x="316443" y="234099"/>
                  </a:lnTo>
                  <a:lnTo>
                    <a:pt x="318751" y="229331"/>
                  </a:lnTo>
                  <a:lnTo>
                    <a:pt x="320907" y="224492"/>
                  </a:lnTo>
                  <a:lnTo>
                    <a:pt x="322909" y="219588"/>
                  </a:lnTo>
                  <a:lnTo>
                    <a:pt x="324754" y="214622"/>
                  </a:lnTo>
                  <a:lnTo>
                    <a:pt x="326441" y="209601"/>
                  </a:lnTo>
                  <a:lnTo>
                    <a:pt x="327968" y="204528"/>
                  </a:lnTo>
                  <a:lnTo>
                    <a:pt x="329333" y="199410"/>
                  </a:lnTo>
                  <a:lnTo>
                    <a:pt x="330536" y="194251"/>
                  </a:lnTo>
                  <a:lnTo>
                    <a:pt x="331575" y="189057"/>
                  </a:lnTo>
                  <a:lnTo>
                    <a:pt x="332448" y="183832"/>
                  </a:lnTo>
                  <a:lnTo>
                    <a:pt x="333156" y="178582"/>
                  </a:lnTo>
                  <a:lnTo>
                    <a:pt x="333696" y="173312"/>
                  </a:lnTo>
                  <a:lnTo>
                    <a:pt x="334070" y="168028"/>
                  </a:lnTo>
                  <a:lnTo>
                    <a:pt x="334276" y="162735"/>
                  </a:lnTo>
                  <a:lnTo>
                    <a:pt x="334314" y="157438"/>
                  </a:lnTo>
                  <a:lnTo>
                    <a:pt x="334184" y="152142"/>
                  </a:lnTo>
                  <a:lnTo>
                    <a:pt x="333887" y="146853"/>
                  </a:lnTo>
                  <a:lnTo>
                    <a:pt x="333422" y="141576"/>
                  </a:lnTo>
                  <a:lnTo>
                    <a:pt x="332790" y="136317"/>
                  </a:lnTo>
                  <a:lnTo>
                    <a:pt x="331992" y="131080"/>
                  </a:lnTo>
                  <a:lnTo>
                    <a:pt x="331029" y="125871"/>
                  </a:lnTo>
                  <a:lnTo>
                    <a:pt x="329900" y="120695"/>
                  </a:lnTo>
                  <a:lnTo>
                    <a:pt x="328609" y="115558"/>
                  </a:lnTo>
                  <a:lnTo>
                    <a:pt x="327155" y="110464"/>
                  </a:lnTo>
                  <a:lnTo>
                    <a:pt x="325540" y="105419"/>
                  </a:lnTo>
                  <a:lnTo>
                    <a:pt x="323767" y="100427"/>
                  </a:lnTo>
                  <a:lnTo>
                    <a:pt x="321836" y="95494"/>
                  </a:lnTo>
                  <a:lnTo>
                    <a:pt x="319750" y="90625"/>
                  </a:lnTo>
                  <a:lnTo>
                    <a:pt x="317511" y="85824"/>
                  </a:lnTo>
                  <a:lnTo>
                    <a:pt x="315120" y="81097"/>
                  </a:lnTo>
                  <a:lnTo>
                    <a:pt x="312581" y="76448"/>
                  </a:lnTo>
                  <a:lnTo>
                    <a:pt x="309897" y="71881"/>
                  </a:lnTo>
                  <a:lnTo>
                    <a:pt x="307068" y="67402"/>
                  </a:lnTo>
                  <a:lnTo>
                    <a:pt x="304100" y="63015"/>
                  </a:lnTo>
                  <a:lnTo>
                    <a:pt x="300993" y="58724"/>
                  </a:lnTo>
                  <a:lnTo>
                    <a:pt x="297753" y="54534"/>
                  </a:lnTo>
                  <a:lnTo>
                    <a:pt x="294381" y="50448"/>
                  </a:lnTo>
                  <a:lnTo>
                    <a:pt x="290881" y="46471"/>
                  </a:lnTo>
                  <a:lnTo>
                    <a:pt x="287257" y="42608"/>
                  </a:lnTo>
                  <a:lnTo>
                    <a:pt x="283513" y="38860"/>
                  </a:lnTo>
                  <a:lnTo>
                    <a:pt x="279652" y="35234"/>
                  </a:lnTo>
                  <a:lnTo>
                    <a:pt x="275677" y="31731"/>
                  </a:lnTo>
                  <a:lnTo>
                    <a:pt x="271594" y="28357"/>
                  </a:lnTo>
                  <a:lnTo>
                    <a:pt x="267406" y="25113"/>
                  </a:lnTo>
                  <a:lnTo>
                    <a:pt x="167153" y="1588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88720" y="1322571"/>
              <a:ext cx="100253" cy="167167"/>
            </a:xfrm>
            <a:custGeom>
              <a:avLst/>
              <a:pathLst>
                <a:path w="100253" h="167167">
                  <a:moveTo>
                    <a:pt x="100253" y="33398"/>
                  </a:moveTo>
                  <a:lnTo>
                    <a:pt x="95668" y="30081"/>
                  </a:lnTo>
                  <a:lnTo>
                    <a:pt x="90974" y="26922"/>
                  </a:lnTo>
                  <a:lnTo>
                    <a:pt x="86175" y="23923"/>
                  </a:lnTo>
                  <a:lnTo>
                    <a:pt x="81278" y="21089"/>
                  </a:lnTo>
                  <a:lnTo>
                    <a:pt x="76288" y="18422"/>
                  </a:lnTo>
                  <a:lnTo>
                    <a:pt x="71210" y="15925"/>
                  </a:lnTo>
                  <a:lnTo>
                    <a:pt x="66051" y="13602"/>
                  </a:lnTo>
                  <a:lnTo>
                    <a:pt x="60816" y="11455"/>
                  </a:lnTo>
                  <a:lnTo>
                    <a:pt x="55511" y="9486"/>
                  </a:lnTo>
                  <a:lnTo>
                    <a:pt x="50143" y="7697"/>
                  </a:lnTo>
                  <a:lnTo>
                    <a:pt x="44717" y="6092"/>
                  </a:lnTo>
                  <a:lnTo>
                    <a:pt x="39240" y="4670"/>
                  </a:lnTo>
                  <a:lnTo>
                    <a:pt x="33718" y="3435"/>
                  </a:lnTo>
                  <a:lnTo>
                    <a:pt x="28158" y="2388"/>
                  </a:lnTo>
                  <a:lnTo>
                    <a:pt x="22565" y="1530"/>
                  </a:lnTo>
                  <a:lnTo>
                    <a:pt x="16946" y="861"/>
                  </a:lnTo>
                  <a:lnTo>
                    <a:pt x="11308" y="382"/>
                  </a:lnTo>
                  <a:lnTo>
                    <a:pt x="5657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4788" y="1681503"/>
              <a:ext cx="1736" cy="167167"/>
            </a:xfrm>
            <a:custGeom>
              <a:avLst/>
              <a:pathLst>
                <a:path w="1736" h="167167">
                  <a:moveTo>
                    <a:pt x="1736" y="0"/>
                  </a:moveTo>
                  <a:lnTo>
                    <a:pt x="0" y="9"/>
                  </a:lnTo>
                  <a:lnTo>
                    <a:pt x="173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84788" y="1681512"/>
              <a:ext cx="1736" cy="167158"/>
            </a:xfrm>
            <a:custGeom>
              <a:avLst/>
              <a:pathLst>
                <a:path w="1736" h="167158">
                  <a:moveTo>
                    <a:pt x="0" y="0"/>
                  </a:moveTo>
                  <a:lnTo>
                    <a:pt x="1736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2967636" y="1681512"/>
              <a:ext cx="118888" cy="167158"/>
            </a:xfrm>
            <a:custGeom>
              <a:avLst/>
              <a:pathLst>
                <a:path w="118888" h="167158">
                  <a:moveTo>
                    <a:pt x="117152" y="0"/>
                  </a:moveTo>
                  <a:lnTo>
                    <a:pt x="111479" y="155"/>
                  </a:lnTo>
                  <a:lnTo>
                    <a:pt x="105815" y="502"/>
                  </a:lnTo>
                  <a:lnTo>
                    <a:pt x="100166" y="1042"/>
                  </a:lnTo>
                  <a:lnTo>
                    <a:pt x="94539" y="1773"/>
                  </a:lnTo>
                  <a:lnTo>
                    <a:pt x="88939" y="2695"/>
                  </a:lnTo>
                  <a:lnTo>
                    <a:pt x="83374" y="3806"/>
                  </a:lnTo>
                  <a:lnTo>
                    <a:pt x="77850" y="5106"/>
                  </a:lnTo>
                  <a:lnTo>
                    <a:pt x="72374" y="6592"/>
                  </a:lnTo>
                  <a:lnTo>
                    <a:pt x="66951" y="8263"/>
                  </a:lnTo>
                  <a:lnTo>
                    <a:pt x="61587" y="10118"/>
                  </a:lnTo>
                  <a:lnTo>
                    <a:pt x="56290" y="12153"/>
                  </a:lnTo>
                  <a:lnTo>
                    <a:pt x="51065" y="14367"/>
                  </a:lnTo>
                  <a:lnTo>
                    <a:pt x="45918" y="16757"/>
                  </a:lnTo>
                  <a:lnTo>
                    <a:pt x="40855" y="19321"/>
                  </a:lnTo>
                  <a:lnTo>
                    <a:pt x="35883" y="22054"/>
                  </a:lnTo>
                  <a:lnTo>
                    <a:pt x="31005" y="24955"/>
                  </a:lnTo>
                  <a:lnTo>
                    <a:pt x="26229" y="28020"/>
                  </a:lnTo>
                  <a:lnTo>
                    <a:pt x="21560" y="31245"/>
                  </a:lnTo>
                  <a:lnTo>
                    <a:pt x="17003" y="34627"/>
                  </a:lnTo>
                  <a:lnTo>
                    <a:pt x="12563" y="38162"/>
                  </a:lnTo>
                  <a:lnTo>
                    <a:pt x="8246" y="41845"/>
                  </a:lnTo>
                  <a:lnTo>
                    <a:pt x="4057" y="45672"/>
                  </a:lnTo>
                  <a:lnTo>
                    <a:pt x="0" y="49640"/>
                  </a:lnTo>
                  <a:lnTo>
                    <a:pt x="118888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2919374" y="1681503"/>
              <a:ext cx="334298" cy="334334"/>
            </a:xfrm>
            <a:custGeom>
              <a:avLst/>
              <a:pathLst>
                <a:path w="334298" h="334334">
                  <a:moveTo>
                    <a:pt x="48262" y="49649"/>
                  </a:moveTo>
                  <a:lnTo>
                    <a:pt x="44592" y="53482"/>
                  </a:lnTo>
                  <a:lnTo>
                    <a:pt x="41045" y="57429"/>
                  </a:lnTo>
                  <a:lnTo>
                    <a:pt x="37626" y="61487"/>
                  </a:lnTo>
                  <a:lnTo>
                    <a:pt x="34337" y="65651"/>
                  </a:lnTo>
                  <a:lnTo>
                    <a:pt x="31181" y="69918"/>
                  </a:lnTo>
                  <a:lnTo>
                    <a:pt x="28163" y="74283"/>
                  </a:lnTo>
                  <a:lnTo>
                    <a:pt x="25285" y="78741"/>
                  </a:lnTo>
                  <a:lnTo>
                    <a:pt x="22550" y="83288"/>
                  </a:lnTo>
                  <a:lnTo>
                    <a:pt x="19960" y="87920"/>
                  </a:lnTo>
                  <a:lnTo>
                    <a:pt x="17519" y="92632"/>
                  </a:lnTo>
                  <a:lnTo>
                    <a:pt x="15229" y="97419"/>
                  </a:lnTo>
                  <a:lnTo>
                    <a:pt x="13092" y="102276"/>
                  </a:lnTo>
                  <a:lnTo>
                    <a:pt x="11110" y="107199"/>
                  </a:lnTo>
                  <a:lnTo>
                    <a:pt x="9285" y="112182"/>
                  </a:lnTo>
                  <a:lnTo>
                    <a:pt x="7619" y="117220"/>
                  </a:lnTo>
                  <a:lnTo>
                    <a:pt x="6114" y="122309"/>
                  </a:lnTo>
                  <a:lnTo>
                    <a:pt x="4771" y="127443"/>
                  </a:lnTo>
                  <a:lnTo>
                    <a:pt x="3592" y="132617"/>
                  </a:lnTo>
                  <a:lnTo>
                    <a:pt x="2578" y="137825"/>
                  </a:lnTo>
                  <a:lnTo>
                    <a:pt x="1730" y="143064"/>
                  </a:lnTo>
                  <a:lnTo>
                    <a:pt x="1048" y="148326"/>
                  </a:lnTo>
                  <a:lnTo>
                    <a:pt x="534" y="153608"/>
                  </a:lnTo>
                  <a:lnTo>
                    <a:pt x="187" y="158903"/>
                  </a:lnTo>
                  <a:lnTo>
                    <a:pt x="9" y="164207"/>
                  </a:lnTo>
                  <a:lnTo>
                    <a:pt x="0" y="169514"/>
                  </a:lnTo>
                  <a:lnTo>
                    <a:pt x="158" y="174818"/>
                  </a:lnTo>
                  <a:lnTo>
                    <a:pt x="485" y="180114"/>
                  </a:lnTo>
                  <a:lnTo>
                    <a:pt x="980" y="185398"/>
                  </a:lnTo>
                  <a:lnTo>
                    <a:pt x="1642" y="190663"/>
                  </a:lnTo>
                  <a:lnTo>
                    <a:pt x="2472" y="195904"/>
                  </a:lnTo>
                  <a:lnTo>
                    <a:pt x="3467" y="201117"/>
                  </a:lnTo>
                  <a:lnTo>
                    <a:pt x="4627" y="206295"/>
                  </a:lnTo>
                  <a:lnTo>
                    <a:pt x="5951" y="211434"/>
                  </a:lnTo>
                  <a:lnTo>
                    <a:pt x="7437" y="216528"/>
                  </a:lnTo>
                  <a:lnTo>
                    <a:pt x="9084" y="221573"/>
                  </a:lnTo>
                  <a:lnTo>
                    <a:pt x="10891" y="226562"/>
                  </a:lnTo>
                  <a:lnTo>
                    <a:pt x="12855" y="231492"/>
                  </a:lnTo>
                  <a:lnTo>
                    <a:pt x="14974" y="236357"/>
                  </a:lnTo>
                  <a:lnTo>
                    <a:pt x="17247" y="241152"/>
                  </a:lnTo>
                  <a:lnTo>
                    <a:pt x="19671" y="245873"/>
                  </a:lnTo>
                  <a:lnTo>
                    <a:pt x="22243" y="250514"/>
                  </a:lnTo>
                  <a:lnTo>
                    <a:pt x="24962" y="255072"/>
                  </a:lnTo>
                  <a:lnTo>
                    <a:pt x="27823" y="259541"/>
                  </a:lnTo>
                  <a:lnTo>
                    <a:pt x="30826" y="263916"/>
                  </a:lnTo>
                  <a:lnTo>
                    <a:pt x="33965" y="268195"/>
                  </a:lnTo>
                  <a:lnTo>
                    <a:pt x="37239" y="272371"/>
                  </a:lnTo>
                  <a:lnTo>
                    <a:pt x="40644" y="276442"/>
                  </a:lnTo>
                  <a:lnTo>
                    <a:pt x="44176" y="280402"/>
                  </a:lnTo>
                  <a:lnTo>
                    <a:pt x="47832" y="284248"/>
                  </a:lnTo>
                  <a:lnTo>
                    <a:pt x="51608" y="287976"/>
                  </a:lnTo>
                  <a:lnTo>
                    <a:pt x="55501" y="291583"/>
                  </a:lnTo>
                  <a:lnTo>
                    <a:pt x="59506" y="295064"/>
                  </a:lnTo>
                  <a:lnTo>
                    <a:pt x="63620" y="298416"/>
                  </a:lnTo>
                  <a:lnTo>
                    <a:pt x="67838" y="301636"/>
                  </a:lnTo>
                  <a:lnTo>
                    <a:pt x="72156" y="304721"/>
                  </a:lnTo>
                  <a:lnTo>
                    <a:pt x="76570" y="307666"/>
                  </a:lnTo>
                  <a:lnTo>
                    <a:pt x="81075" y="310471"/>
                  </a:lnTo>
                  <a:lnTo>
                    <a:pt x="85667" y="313131"/>
                  </a:lnTo>
                  <a:lnTo>
                    <a:pt x="90341" y="315643"/>
                  </a:lnTo>
                  <a:lnTo>
                    <a:pt x="95092" y="318006"/>
                  </a:lnTo>
                  <a:lnTo>
                    <a:pt x="99916" y="320218"/>
                  </a:lnTo>
                  <a:lnTo>
                    <a:pt x="104808" y="322274"/>
                  </a:lnTo>
                  <a:lnTo>
                    <a:pt x="109762" y="324175"/>
                  </a:lnTo>
                  <a:lnTo>
                    <a:pt x="114775" y="325918"/>
                  </a:lnTo>
                  <a:lnTo>
                    <a:pt x="119840" y="327500"/>
                  </a:lnTo>
                  <a:lnTo>
                    <a:pt x="124953" y="328921"/>
                  </a:lnTo>
                  <a:lnTo>
                    <a:pt x="130108" y="330179"/>
                  </a:lnTo>
                  <a:lnTo>
                    <a:pt x="135301" y="331272"/>
                  </a:lnTo>
                  <a:lnTo>
                    <a:pt x="140526" y="332201"/>
                  </a:lnTo>
                  <a:lnTo>
                    <a:pt x="145777" y="332962"/>
                  </a:lnTo>
                  <a:lnTo>
                    <a:pt x="151051" y="333557"/>
                  </a:lnTo>
                  <a:lnTo>
                    <a:pt x="156340" y="333984"/>
                  </a:lnTo>
                  <a:lnTo>
                    <a:pt x="161640" y="334244"/>
                  </a:lnTo>
                  <a:lnTo>
                    <a:pt x="166946" y="334334"/>
                  </a:lnTo>
                  <a:lnTo>
                    <a:pt x="172252" y="334257"/>
                  </a:lnTo>
                  <a:lnTo>
                    <a:pt x="177553" y="334010"/>
                  </a:lnTo>
                  <a:lnTo>
                    <a:pt x="182843" y="333596"/>
                  </a:lnTo>
                  <a:lnTo>
                    <a:pt x="188118" y="333014"/>
                  </a:lnTo>
                  <a:lnTo>
                    <a:pt x="193371" y="332265"/>
                  </a:lnTo>
                  <a:lnTo>
                    <a:pt x="198599" y="331350"/>
                  </a:lnTo>
                  <a:lnTo>
                    <a:pt x="203794" y="330269"/>
                  </a:lnTo>
                  <a:lnTo>
                    <a:pt x="208952" y="329024"/>
                  </a:lnTo>
                  <a:lnTo>
                    <a:pt x="214069" y="327615"/>
                  </a:lnTo>
                  <a:lnTo>
                    <a:pt x="219138" y="326045"/>
                  </a:lnTo>
                  <a:lnTo>
                    <a:pt x="224154" y="324315"/>
                  </a:lnTo>
                  <a:lnTo>
                    <a:pt x="229114" y="322427"/>
                  </a:lnTo>
                  <a:lnTo>
                    <a:pt x="234010" y="320382"/>
                  </a:lnTo>
                  <a:lnTo>
                    <a:pt x="238840" y="318182"/>
                  </a:lnTo>
                  <a:lnTo>
                    <a:pt x="243597" y="315831"/>
                  </a:lnTo>
                  <a:lnTo>
                    <a:pt x="248277" y="313329"/>
                  </a:lnTo>
                  <a:lnTo>
                    <a:pt x="252875" y="310681"/>
                  </a:lnTo>
                  <a:lnTo>
                    <a:pt x="257387" y="307888"/>
                  </a:lnTo>
                  <a:lnTo>
                    <a:pt x="261808" y="304952"/>
                  </a:lnTo>
                  <a:lnTo>
                    <a:pt x="266134" y="301879"/>
                  </a:lnTo>
                  <a:lnTo>
                    <a:pt x="270360" y="298669"/>
                  </a:lnTo>
                  <a:lnTo>
                    <a:pt x="274482" y="295327"/>
                  </a:lnTo>
                  <a:lnTo>
                    <a:pt x="278496" y="291855"/>
                  </a:lnTo>
                  <a:lnTo>
                    <a:pt x="282397" y="288259"/>
                  </a:lnTo>
                  <a:lnTo>
                    <a:pt x="286182" y="284540"/>
                  </a:lnTo>
                  <a:lnTo>
                    <a:pt x="289848" y="280702"/>
                  </a:lnTo>
                  <a:lnTo>
                    <a:pt x="293390" y="276751"/>
                  </a:lnTo>
                  <a:lnTo>
                    <a:pt x="296804" y="272689"/>
                  </a:lnTo>
                  <a:lnTo>
                    <a:pt x="300088" y="268520"/>
                  </a:lnTo>
                  <a:lnTo>
                    <a:pt x="303238" y="264250"/>
                  </a:lnTo>
                  <a:lnTo>
                    <a:pt x="306251" y="259881"/>
                  </a:lnTo>
                  <a:lnTo>
                    <a:pt x="309124" y="255419"/>
                  </a:lnTo>
                  <a:lnTo>
                    <a:pt x="311854" y="250869"/>
                  </a:lnTo>
                  <a:lnTo>
                    <a:pt x="314437" y="246234"/>
                  </a:lnTo>
                  <a:lnTo>
                    <a:pt x="316873" y="241519"/>
                  </a:lnTo>
                  <a:lnTo>
                    <a:pt x="319157" y="236729"/>
                  </a:lnTo>
                  <a:lnTo>
                    <a:pt x="321289" y="231869"/>
                  </a:lnTo>
                  <a:lnTo>
                    <a:pt x="323265" y="226944"/>
                  </a:lnTo>
                  <a:lnTo>
                    <a:pt x="325083" y="221959"/>
                  </a:lnTo>
                  <a:lnTo>
                    <a:pt x="326743" y="216919"/>
                  </a:lnTo>
                  <a:lnTo>
                    <a:pt x="328242" y="211828"/>
                  </a:lnTo>
                  <a:lnTo>
                    <a:pt x="329578" y="206693"/>
                  </a:lnTo>
                  <a:lnTo>
                    <a:pt x="330751" y="201517"/>
                  </a:lnTo>
                  <a:lnTo>
                    <a:pt x="331759" y="196307"/>
                  </a:lnTo>
                  <a:lnTo>
                    <a:pt x="332600" y="191068"/>
                  </a:lnTo>
                  <a:lnTo>
                    <a:pt x="333276" y="185804"/>
                  </a:lnTo>
                  <a:lnTo>
                    <a:pt x="333784" y="180522"/>
                  </a:lnTo>
                  <a:lnTo>
                    <a:pt x="334124" y="175226"/>
                  </a:lnTo>
                  <a:lnTo>
                    <a:pt x="334295" y="169922"/>
                  </a:lnTo>
                  <a:lnTo>
                    <a:pt x="334298" y="164616"/>
                  </a:lnTo>
                  <a:lnTo>
                    <a:pt x="334133" y="159312"/>
                  </a:lnTo>
                  <a:lnTo>
                    <a:pt x="333800" y="154016"/>
                  </a:lnTo>
                  <a:lnTo>
                    <a:pt x="333298" y="148733"/>
                  </a:lnTo>
                  <a:lnTo>
                    <a:pt x="332630" y="143469"/>
                  </a:lnTo>
                  <a:lnTo>
                    <a:pt x="331794" y="138228"/>
                  </a:lnTo>
                  <a:lnTo>
                    <a:pt x="330793" y="133017"/>
                  </a:lnTo>
                  <a:lnTo>
                    <a:pt x="329626" y="127840"/>
                  </a:lnTo>
                  <a:lnTo>
                    <a:pt x="328296" y="122703"/>
                  </a:lnTo>
                  <a:lnTo>
                    <a:pt x="326804" y="117610"/>
                  </a:lnTo>
                  <a:lnTo>
                    <a:pt x="325150" y="112568"/>
                  </a:lnTo>
                  <a:lnTo>
                    <a:pt x="323338" y="107580"/>
                  </a:lnTo>
                  <a:lnTo>
                    <a:pt x="321368" y="102653"/>
                  </a:lnTo>
                  <a:lnTo>
                    <a:pt x="319242" y="97791"/>
                  </a:lnTo>
                  <a:lnTo>
                    <a:pt x="316964" y="92998"/>
                  </a:lnTo>
                  <a:lnTo>
                    <a:pt x="314534" y="88280"/>
                  </a:lnTo>
                  <a:lnTo>
                    <a:pt x="311956" y="83642"/>
                  </a:lnTo>
                  <a:lnTo>
                    <a:pt x="309232" y="79088"/>
                  </a:lnTo>
                  <a:lnTo>
                    <a:pt x="306364" y="74623"/>
                  </a:lnTo>
                  <a:lnTo>
                    <a:pt x="303357" y="70251"/>
                  </a:lnTo>
                  <a:lnTo>
                    <a:pt x="300212" y="65976"/>
                  </a:lnTo>
                  <a:lnTo>
                    <a:pt x="296933" y="61804"/>
                  </a:lnTo>
                  <a:lnTo>
                    <a:pt x="293524" y="57738"/>
                  </a:lnTo>
                  <a:lnTo>
                    <a:pt x="289987" y="53782"/>
                  </a:lnTo>
                  <a:lnTo>
                    <a:pt x="286326" y="49940"/>
                  </a:lnTo>
                  <a:lnTo>
                    <a:pt x="282545" y="46216"/>
                  </a:lnTo>
                  <a:lnTo>
                    <a:pt x="278648" y="42615"/>
                  </a:lnTo>
                  <a:lnTo>
                    <a:pt x="274638" y="39138"/>
                  </a:lnTo>
                  <a:lnTo>
                    <a:pt x="270521" y="35791"/>
                  </a:lnTo>
                  <a:lnTo>
                    <a:pt x="266299" y="32576"/>
                  </a:lnTo>
                  <a:lnTo>
                    <a:pt x="261977" y="29497"/>
                  </a:lnTo>
                  <a:lnTo>
                    <a:pt x="257559" y="26557"/>
                  </a:lnTo>
                  <a:lnTo>
                    <a:pt x="253051" y="23758"/>
                  </a:lnTo>
                  <a:lnTo>
                    <a:pt x="248456" y="21104"/>
                  </a:lnTo>
                  <a:lnTo>
                    <a:pt x="243779" y="18597"/>
                  </a:lnTo>
                  <a:lnTo>
                    <a:pt x="239024" y="16239"/>
                  </a:lnTo>
                  <a:lnTo>
                    <a:pt x="234198" y="14034"/>
                  </a:lnTo>
                  <a:lnTo>
                    <a:pt x="229303" y="11983"/>
                  </a:lnTo>
                  <a:lnTo>
                    <a:pt x="224346" y="10089"/>
                  </a:lnTo>
                  <a:lnTo>
                    <a:pt x="219332" y="8352"/>
                  </a:lnTo>
                  <a:lnTo>
                    <a:pt x="214265" y="6776"/>
                  </a:lnTo>
                  <a:lnTo>
                    <a:pt x="209150" y="5362"/>
                  </a:lnTo>
                  <a:lnTo>
                    <a:pt x="203993" y="4110"/>
                  </a:lnTo>
                  <a:lnTo>
                    <a:pt x="198799" y="3023"/>
                  </a:lnTo>
                  <a:lnTo>
                    <a:pt x="193573" y="2101"/>
                  </a:lnTo>
                  <a:lnTo>
                    <a:pt x="188321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60869" y="2126963"/>
              <a:ext cx="20418" cy="167167"/>
            </a:xfrm>
            <a:custGeom>
              <a:avLst/>
              <a:pathLst>
                <a:path w="20418" h="167167">
                  <a:moveTo>
                    <a:pt x="20418" y="0"/>
                  </a:moveTo>
                  <a:lnTo>
                    <a:pt x="10189" y="313"/>
                  </a:lnTo>
                  <a:lnTo>
                    <a:pt x="0" y="1251"/>
                  </a:lnTo>
                  <a:lnTo>
                    <a:pt x="2041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60869" y="2128215"/>
              <a:ext cx="20418" cy="165915"/>
            </a:xfrm>
            <a:custGeom>
              <a:avLst/>
              <a:pathLst>
                <a:path w="20418" h="165915">
                  <a:moveTo>
                    <a:pt x="0" y="0"/>
                  </a:moveTo>
                  <a:lnTo>
                    <a:pt x="20418" y="1659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614128" y="2128215"/>
              <a:ext cx="334324" cy="333077"/>
            </a:xfrm>
            <a:custGeom>
              <a:avLst/>
              <a:pathLst>
                <a:path w="334324" h="333077">
                  <a:moveTo>
                    <a:pt x="146741" y="0"/>
                  </a:moveTo>
                  <a:lnTo>
                    <a:pt x="141493" y="730"/>
                  </a:lnTo>
                  <a:lnTo>
                    <a:pt x="136271" y="1626"/>
                  </a:lnTo>
                  <a:lnTo>
                    <a:pt x="131081" y="2688"/>
                  </a:lnTo>
                  <a:lnTo>
                    <a:pt x="125926" y="3913"/>
                  </a:lnTo>
                  <a:lnTo>
                    <a:pt x="120813" y="5301"/>
                  </a:lnTo>
                  <a:lnTo>
                    <a:pt x="115746" y="6850"/>
                  </a:lnTo>
                  <a:lnTo>
                    <a:pt x="110731" y="8560"/>
                  </a:lnTo>
                  <a:lnTo>
                    <a:pt x="105773" y="10427"/>
                  </a:lnTo>
                  <a:lnTo>
                    <a:pt x="100876" y="12450"/>
                  </a:lnTo>
                  <a:lnTo>
                    <a:pt x="96046" y="14628"/>
                  </a:lnTo>
                  <a:lnTo>
                    <a:pt x="91287" y="16958"/>
                  </a:lnTo>
                  <a:lnTo>
                    <a:pt x="86605" y="19437"/>
                  </a:lnTo>
                  <a:lnTo>
                    <a:pt x="82003" y="22063"/>
                  </a:lnTo>
                  <a:lnTo>
                    <a:pt x="77487" y="24834"/>
                  </a:lnTo>
                  <a:lnTo>
                    <a:pt x="73061" y="27747"/>
                  </a:lnTo>
                  <a:lnTo>
                    <a:pt x="68730" y="30798"/>
                  </a:lnTo>
                  <a:lnTo>
                    <a:pt x="64497" y="33985"/>
                  </a:lnTo>
                  <a:lnTo>
                    <a:pt x="60368" y="37305"/>
                  </a:lnTo>
                  <a:lnTo>
                    <a:pt x="56346" y="40754"/>
                  </a:lnTo>
                  <a:lnTo>
                    <a:pt x="52435" y="44329"/>
                  </a:lnTo>
                  <a:lnTo>
                    <a:pt x="48640" y="48025"/>
                  </a:lnTo>
                  <a:lnTo>
                    <a:pt x="44963" y="51840"/>
                  </a:lnTo>
                  <a:lnTo>
                    <a:pt x="41409" y="55770"/>
                  </a:lnTo>
                  <a:lnTo>
                    <a:pt x="37982" y="59811"/>
                  </a:lnTo>
                  <a:lnTo>
                    <a:pt x="34684" y="63958"/>
                  </a:lnTo>
                  <a:lnTo>
                    <a:pt x="31520" y="68207"/>
                  </a:lnTo>
                  <a:lnTo>
                    <a:pt x="28491" y="72555"/>
                  </a:lnTo>
                  <a:lnTo>
                    <a:pt x="25602" y="76996"/>
                  </a:lnTo>
                  <a:lnTo>
                    <a:pt x="22856" y="81527"/>
                  </a:lnTo>
                  <a:lnTo>
                    <a:pt x="20254" y="86142"/>
                  </a:lnTo>
                  <a:lnTo>
                    <a:pt x="17799" y="90838"/>
                  </a:lnTo>
                  <a:lnTo>
                    <a:pt x="15495" y="95609"/>
                  </a:lnTo>
                  <a:lnTo>
                    <a:pt x="13343" y="100450"/>
                  </a:lnTo>
                  <a:lnTo>
                    <a:pt x="11346" y="105358"/>
                  </a:lnTo>
                  <a:lnTo>
                    <a:pt x="9505" y="110326"/>
                  </a:lnTo>
                  <a:lnTo>
                    <a:pt x="7823" y="115350"/>
                  </a:lnTo>
                  <a:lnTo>
                    <a:pt x="6300" y="120425"/>
                  </a:lnTo>
                  <a:lnTo>
                    <a:pt x="4939" y="125546"/>
                  </a:lnTo>
                  <a:lnTo>
                    <a:pt x="3742" y="130707"/>
                  </a:lnTo>
                  <a:lnTo>
                    <a:pt x="2708" y="135903"/>
                  </a:lnTo>
                  <a:lnTo>
                    <a:pt x="1839" y="141130"/>
                  </a:lnTo>
                  <a:lnTo>
                    <a:pt x="1137" y="146381"/>
                  </a:lnTo>
                  <a:lnTo>
                    <a:pt x="601" y="151652"/>
                  </a:lnTo>
                  <a:lnTo>
                    <a:pt x="233" y="156938"/>
                  </a:lnTo>
                  <a:lnTo>
                    <a:pt x="32" y="162232"/>
                  </a:lnTo>
                  <a:lnTo>
                    <a:pt x="0" y="167531"/>
                  </a:lnTo>
                  <a:lnTo>
                    <a:pt x="135" y="172827"/>
                  </a:lnTo>
                  <a:lnTo>
                    <a:pt x="438" y="178117"/>
                  </a:lnTo>
                  <a:lnTo>
                    <a:pt x="908" y="183394"/>
                  </a:lnTo>
                  <a:lnTo>
                    <a:pt x="1545" y="188654"/>
                  </a:lnTo>
                  <a:lnTo>
                    <a:pt x="2349" y="193891"/>
                  </a:lnTo>
                  <a:lnTo>
                    <a:pt x="3319" y="199100"/>
                  </a:lnTo>
                  <a:lnTo>
                    <a:pt x="4452" y="204275"/>
                  </a:lnTo>
                  <a:lnTo>
                    <a:pt x="5750" y="209412"/>
                  </a:lnTo>
                  <a:lnTo>
                    <a:pt x="7209" y="214506"/>
                  </a:lnTo>
                  <a:lnTo>
                    <a:pt x="8830" y="219550"/>
                  </a:lnTo>
                  <a:lnTo>
                    <a:pt x="10609" y="224541"/>
                  </a:lnTo>
                  <a:lnTo>
                    <a:pt x="12545" y="229473"/>
                  </a:lnTo>
                  <a:lnTo>
                    <a:pt x="14637" y="234341"/>
                  </a:lnTo>
                  <a:lnTo>
                    <a:pt x="16882" y="239140"/>
                  </a:lnTo>
                  <a:lnTo>
                    <a:pt x="19278" y="243865"/>
                  </a:lnTo>
                  <a:lnTo>
                    <a:pt x="21823" y="248513"/>
                  </a:lnTo>
                  <a:lnTo>
                    <a:pt x="24513" y="253077"/>
                  </a:lnTo>
                  <a:lnTo>
                    <a:pt x="27347" y="257554"/>
                  </a:lnTo>
                  <a:lnTo>
                    <a:pt x="30321" y="261938"/>
                  </a:lnTo>
                  <a:lnTo>
                    <a:pt x="33433" y="266227"/>
                  </a:lnTo>
                  <a:lnTo>
                    <a:pt x="36679" y="270414"/>
                  </a:lnTo>
                  <a:lnTo>
                    <a:pt x="40057" y="274497"/>
                  </a:lnTo>
                  <a:lnTo>
                    <a:pt x="43561" y="278470"/>
                  </a:lnTo>
                  <a:lnTo>
                    <a:pt x="47190" y="282330"/>
                  </a:lnTo>
                  <a:lnTo>
                    <a:pt x="50940" y="286074"/>
                  </a:lnTo>
                  <a:lnTo>
                    <a:pt x="54806" y="289696"/>
                  </a:lnTo>
                  <a:lnTo>
                    <a:pt x="58785" y="293195"/>
                  </a:lnTo>
                  <a:lnTo>
                    <a:pt x="62873" y="296565"/>
                  </a:lnTo>
                  <a:lnTo>
                    <a:pt x="67066" y="299805"/>
                  </a:lnTo>
                  <a:lnTo>
                    <a:pt x="71359" y="302909"/>
                  </a:lnTo>
                  <a:lnTo>
                    <a:pt x="75749" y="305876"/>
                  </a:lnTo>
                  <a:lnTo>
                    <a:pt x="80230" y="308703"/>
                  </a:lnTo>
                  <a:lnTo>
                    <a:pt x="84799" y="311386"/>
                  </a:lnTo>
                  <a:lnTo>
                    <a:pt x="89450" y="313923"/>
                  </a:lnTo>
                  <a:lnTo>
                    <a:pt x="94180" y="316311"/>
                  </a:lnTo>
                  <a:lnTo>
                    <a:pt x="98983" y="318549"/>
                  </a:lnTo>
                  <a:lnTo>
                    <a:pt x="103854" y="320633"/>
                  </a:lnTo>
                  <a:lnTo>
                    <a:pt x="108789" y="322561"/>
                  </a:lnTo>
                  <a:lnTo>
                    <a:pt x="113782" y="324332"/>
                  </a:lnTo>
                  <a:lnTo>
                    <a:pt x="118829" y="325944"/>
                  </a:lnTo>
                  <a:lnTo>
                    <a:pt x="123925" y="327395"/>
                  </a:lnTo>
                  <a:lnTo>
                    <a:pt x="129064" y="328684"/>
                  </a:lnTo>
                  <a:lnTo>
                    <a:pt x="134242" y="329810"/>
                  </a:lnTo>
                  <a:lnTo>
                    <a:pt x="139452" y="330771"/>
                  </a:lnTo>
                  <a:lnTo>
                    <a:pt x="144690" y="331566"/>
                  </a:lnTo>
                  <a:lnTo>
                    <a:pt x="149951" y="332195"/>
                  </a:lnTo>
                  <a:lnTo>
                    <a:pt x="155229" y="332657"/>
                  </a:lnTo>
                  <a:lnTo>
                    <a:pt x="160520" y="332951"/>
                  </a:lnTo>
                  <a:lnTo>
                    <a:pt x="165816" y="333077"/>
                  </a:lnTo>
                  <a:lnTo>
                    <a:pt x="171114" y="333036"/>
                  </a:lnTo>
                  <a:lnTo>
                    <a:pt x="176409" y="332827"/>
                  </a:lnTo>
                  <a:lnTo>
                    <a:pt x="181694" y="332450"/>
                  </a:lnTo>
                  <a:lnTo>
                    <a:pt x="186964" y="331905"/>
                  </a:lnTo>
                  <a:lnTo>
                    <a:pt x="192214" y="331194"/>
                  </a:lnTo>
                  <a:lnTo>
                    <a:pt x="197439" y="330317"/>
                  </a:lnTo>
                  <a:lnTo>
                    <a:pt x="202634" y="329275"/>
                  </a:lnTo>
                  <a:lnTo>
                    <a:pt x="207793" y="328069"/>
                  </a:lnTo>
                  <a:lnTo>
                    <a:pt x="212912" y="326700"/>
                  </a:lnTo>
                  <a:lnTo>
                    <a:pt x="217984" y="325169"/>
                  </a:lnTo>
                  <a:lnTo>
                    <a:pt x="223005" y="323478"/>
                  </a:lnTo>
                  <a:lnTo>
                    <a:pt x="227971" y="321630"/>
                  </a:lnTo>
                  <a:lnTo>
                    <a:pt x="232875" y="319624"/>
                  </a:lnTo>
                  <a:lnTo>
                    <a:pt x="237713" y="317464"/>
                  </a:lnTo>
                  <a:lnTo>
                    <a:pt x="242480" y="315152"/>
                  </a:lnTo>
                  <a:lnTo>
                    <a:pt x="247172" y="312690"/>
                  </a:lnTo>
                  <a:lnTo>
                    <a:pt x="251783" y="310081"/>
                  </a:lnTo>
                  <a:lnTo>
                    <a:pt x="256309" y="307327"/>
                  </a:lnTo>
                  <a:lnTo>
                    <a:pt x="260746" y="304431"/>
                  </a:lnTo>
                  <a:lnTo>
                    <a:pt x="265088" y="301395"/>
                  </a:lnTo>
                  <a:lnTo>
                    <a:pt x="269333" y="298224"/>
                  </a:lnTo>
                  <a:lnTo>
                    <a:pt x="273474" y="294919"/>
                  </a:lnTo>
                  <a:lnTo>
                    <a:pt x="277509" y="291485"/>
                  </a:lnTo>
                  <a:lnTo>
                    <a:pt x="281433" y="287925"/>
                  </a:lnTo>
                  <a:lnTo>
                    <a:pt x="285242" y="284243"/>
                  </a:lnTo>
                  <a:lnTo>
                    <a:pt x="288933" y="280441"/>
                  </a:lnTo>
                  <a:lnTo>
                    <a:pt x="292501" y="276524"/>
                  </a:lnTo>
                  <a:lnTo>
                    <a:pt x="295943" y="272497"/>
                  </a:lnTo>
                  <a:lnTo>
                    <a:pt x="299256" y="268362"/>
                  </a:lnTo>
                  <a:lnTo>
                    <a:pt x="302437" y="264124"/>
                  </a:lnTo>
                  <a:lnTo>
                    <a:pt x="305481" y="259788"/>
                  </a:lnTo>
                  <a:lnTo>
                    <a:pt x="308386" y="255357"/>
                  </a:lnTo>
                  <a:lnTo>
                    <a:pt x="311150" y="250837"/>
                  </a:lnTo>
                  <a:lnTo>
                    <a:pt x="313769" y="246231"/>
                  </a:lnTo>
                  <a:lnTo>
                    <a:pt x="316240" y="241544"/>
                  </a:lnTo>
                  <a:lnTo>
                    <a:pt x="318562" y="236782"/>
                  </a:lnTo>
                  <a:lnTo>
                    <a:pt x="320732" y="231948"/>
                  </a:lnTo>
                  <a:lnTo>
                    <a:pt x="322747" y="227048"/>
                  </a:lnTo>
                  <a:lnTo>
                    <a:pt x="324607" y="222087"/>
                  </a:lnTo>
                  <a:lnTo>
                    <a:pt x="326308" y="217069"/>
                  </a:lnTo>
                  <a:lnTo>
                    <a:pt x="327849" y="212000"/>
                  </a:lnTo>
                  <a:lnTo>
                    <a:pt x="329229" y="206884"/>
                  </a:lnTo>
                  <a:lnTo>
                    <a:pt x="330445" y="201728"/>
                  </a:lnTo>
                  <a:lnTo>
                    <a:pt x="331498" y="196535"/>
                  </a:lnTo>
                  <a:lnTo>
                    <a:pt x="332386" y="191312"/>
                  </a:lnTo>
                  <a:lnTo>
                    <a:pt x="333108" y="186063"/>
                  </a:lnTo>
                  <a:lnTo>
                    <a:pt x="333663" y="180794"/>
                  </a:lnTo>
                  <a:lnTo>
                    <a:pt x="334051" y="175510"/>
                  </a:lnTo>
                  <a:lnTo>
                    <a:pt x="334271" y="170216"/>
                  </a:lnTo>
                  <a:lnTo>
                    <a:pt x="334324" y="164918"/>
                  </a:lnTo>
                  <a:lnTo>
                    <a:pt x="334208" y="159621"/>
                  </a:lnTo>
                  <a:lnTo>
                    <a:pt x="333925" y="154330"/>
                  </a:lnTo>
                  <a:lnTo>
                    <a:pt x="333474" y="149051"/>
                  </a:lnTo>
                  <a:lnTo>
                    <a:pt x="332856" y="143789"/>
                  </a:lnTo>
                  <a:lnTo>
                    <a:pt x="332071" y="138549"/>
                  </a:lnTo>
                  <a:lnTo>
                    <a:pt x="331121" y="133336"/>
                  </a:lnTo>
                  <a:lnTo>
                    <a:pt x="330006" y="128157"/>
                  </a:lnTo>
                  <a:lnTo>
                    <a:pt x="328728" y="123015"/>
                  </a:lnTo>
                  <a:lnTo>
                    <a:pt x="327287" y="117916"/>
                  </a:lnTo>
                  <a:lnTo>
                    <a:pt x="325686" y="112866"/>
                  </a:lnTo>
                  <a:lnTo>
                    <a:pt x="323925" y="107869"/>
                  </a:lnTo>
                  <a:lnTo>
                    <a:pt x="322007" y="102930"/>
                  </a:lnTo>
                  <a:lnTo>
                    <a:pt x="319933" y="98054"/>
                  </a:lnTo>
                  <a:lnTo>
                    <a:pt x="317706" y="93247"/>
                  </a:lnTo>
                  <a:lnTo>
                    <a:pt x="315327" y="88512"/>
                  </a:lnTo>
                  <a:lnTo>
                    <a:pt x="312800" y="83856"/>
                  </a:lnTo>
                  <a:lnTo>
                    <a:pt x="310126" y="79282"/>
                  </a:lnTo>
                  <a:lnTo>
                    <a:pt x="307309" y="74794"/>
                  </a:lnTo>
                  <a:lnTo>
                    <a:pt x="304351" y="70399"/>
                  </a:lnTo>
                  <a:lnTo>
                    <a:pt x="301255" y="66099"/>
                  </a:lnTo>
                  <a:lnTo>
                    <a:pt x="298024" y="61900"/>
                  </a:lnTo>
                  <a:lnTo>
                    <a:pt x="294662" y="57805"/>
                  </a:lnTo>
                  <a:lnTo>
                    <a:pt x="291172" y="53818"/>
                  </a:lnTo>
                  <a:lnTo>
                    <a:pt x="287557" y="49945"/>
                  </a:lnTo>
                  <a:lnTo>
                    <a:pt x="283822" y="46187"/>
                  </a:lnTo>
                  <a:lnTo>
                    <a:pt x="279969" y="42550"/>
                  </a:lnTo>
                  <a:lnTo>
                    <a:pt x="276003" y="39037"/>
                  </a:lnTo>
                  <a:lnTo>
                    <a:pt x="271927" y="35652"/>
                  </a:lnTo>
                  <a:lnTo>
                    <a:pt x="267746" y="32397"/>
                  </a:lnTo>
                  <a:lnTo>
                    <a:pt x="263465" y="29276"/>
                  </a:lnTo>
                  <a:lnTo>
                    <a:pt x="259086" y="26293"/>
                  </a:lnTo>
                  <a:lnTo>
                    <a:pt x="254615" y="23450"/>
                  </a:lnTo>
                  <a:lnTo>
                    <a:pt x="250056" y="20750"/>
                  </a:lnTo>
                  <a:lnTo>
                    <a:pt x="245414" y="18196"/>
                  </a:lnTo>
                  <a:lnTo>
                    <a:pt x="240694" y="15790"/>
                  </a:lnTo>
                  <a:lnTo>
                    <a:pt x="235899" y="13535"/>
                  </a:lnTo>
                  <a:lnTo>
                    <a:pt x="231036" y="11433"/>
                  </a:lnTo>
                  <a:lnTo>
                    <a:pt x="226108" y="9486"/>
                  </a:lnTo>
                  <a:lnTo>
                    <a:pt x="221121" y="7697"/>
                  </a:lnTo>
                  <a:lnTo>
                    <a:pt x="216080" y="6066"/>
                  </a:lnTo>
                  <a:lnTo>
                    <a:pt x="210990" y="4596"/>
                  </a:lnTo>
                  <a:lnTo>
                    <a:pt x="205855" y="3288"/>
                  </a:lnTo>
                  <a:lnTo>
                    <a:pt x="200682" y="2144"/>
                  </a:lnTo>
                  <a:lnTo>
                    <a:pt x="167159" y="1659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81287" y="2126963"/>
              <a:ext cx="33522" cy="167167"/>
            </a:xfrm>
            <a:custGeom>
              <a:avLst/>
              <a:pathLst>
                <a:path w="33522" h="167167">
                  <a:moveTo>
                    <a:pt x="33522" y="3395"/>
                  </a:moveTo>
                  <a:lnTo>
                    <a:pt x="26884" y="2175"/>
                  </a:lnTo>
                  <a:lnTo>
                    <a:pt x="20201" y="1225"/>
                  </a:lnTo>
                  <a:lnTo>
                    <a:pt x="13486" y="544"/>
                  </a:lnTo>
                  <a:lnTo>
                    <a:pt x="6748" y="13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86832" y="2633064"/>
              <a:ext cx="3915" cy="167167"/>
            </a:xfrm>
            <a:custGeom>
              <a:avLst/>
              <a:pathLst>
                <a:path w="3915" h="167167">
                  <a:moveTo>
                    <a:pt x="3915" y="0"/>
                  </a:moveTo>
                  <a:lnTo>
                    <a:pt x="0" y="45"/>
                  </a:lnTo>
                  <a:lnTo>
                    <a:pt x="391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6832" y="2633110"/>
              <a:ext cx="3915" cy="167121"/>
            </a:xfrm>
            <a:custGeom>
              <a:avLst/>
              <a:pathLst>
                <a:path w="3915" h="167121">
                  <a:moveTo>
                    <a:pt x="0" y="0"/>
                  </a:moveTo>
                  <a:lnTo>
                    <a:pt x="3915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423581" y="2633110"/>
              <a:ext cx="334324" cy="334278"/>
            </a:xfrm>
            <a:custGeom>
              <a:avLst/>
              <a:pathLst>
                <a:path w="334324" h="334278">
                  <a:moveTo>
                    <a:pt x="163251" y="0"/>
                  </a:moveTo>
                  <a:lnTo>
                    <a:pt x="157971" y="207"/>
                  </a:lnTo>
                  <a:lnTo>
                    <a:pt x="152701" y="581"/>
                  </a:lnTo>
                  <a:lnTo>
                    <a:pt x="147445" y="1121"/>
                  </a:lnTo>
                  <a:lnTo>
                    <a:pt x="142209" y="1827"/>
                  </a:lnTo>
                  <a:lnTo>
                    <a:pt x="136998" y="2698"/>
                  </a:lnTo>
                  <a:lnTo>
                    <a:pt x="131817" y="3734"/>
                  </a:lnTo>
                  <a:lnTo>
                    <a:pt x="126671" y="4933"/>
                  </a:lnTo>
                  <a:lnTo>
                    <a:pt x="121566" y="6293"/>
                  </a:lnTo>
                  <a:lnTo>
                    <a:pt x="116506" y="7815"/>
                  </a:lnTo>
                  <a:lnTo>
                    <a:pt x="111497" y="9495"/>
                  </a:lnTo>
                  <a:lnTo>
                    <a:pt x="106543" y="11334"/>
                  </a:lnTo>
                  <a:lnTo>
                    <a:pt x="101650" y="13327"/>
                  </a:lnTo>
                  <a:lnTo>
                    <a:pt x="96823" y="15474"/>
                  </a:lnTo>
                  <a:lnTo>
                    <a:pt x="92066" y="17773"/>
                  </a:lnTo>
                  <a:lnTo>
                    <a:pt x="87383" y="20221"/>
                  </a:lnTo>
                  <a:lnTo>
                    <a:pt x="82781" y="22816"/>
                  </a:lnTo>
                  <a:lnTo>
                    <a:pt x="78263" y="25555"/>
                  </a:lnTo>
                  <a:lnTo>
                    <a:pt x="73833" y="28435"/>
                  </a:lnTo>
                  <a:lnTo>
                    <a:pt x="69497" y="31454"/>
                  </a:lnTo>
                  <a:lnTo>
                    <a:pt x="65258" y="34608"/>
                  </a:lnTo>
                  <a:lnTo>
                    <a:pt x="61122" y="37895"/>
                  </a:lnTo>
                  <a:lnTo>
                    <a:pt x="57091" y="41311"/>
                  </a:lnTo>
                  <a:lnTo>
                    <a:pt x="53170" y="44852"/>
                  </a:lnTo>
                  <a:lnTo>
                    <a:pt x="49363" y="48516"/>
                  </a:lnTo>
                  <a:lnTo>
                    <a:pt x="45673" y="52298"/>
                  </a:lnTo>
                  <a:lnTo>
                    <a:pt x="42105" y="56195"/>
                  </a:lnTo>
                  <a:lnTo>
                    <a:pt x="38662" y="60202"/>
                  </a:lnTo>
                  <a:lnTo>
                    <a:pt x="35348" y="64317"/>
                  </a:lnTo>
                  <a:lnTo>
                    <a:pt x="32165" y="68534"/>
                  </a:lnTo>
                  <a:lnTo>
                    <a:pt x="29117" y="72850"/>
                  </a:lnTo>
                  <a:lnTo>
                    <a:pt x="26206" y="77259"/>
                  </a:lnTo>
                  <a:lnTo>
                    <a:pt x="23437" y="81759"/>
                  </a:lnTo>
                  <a:lnTo>
                    <a:pt x="20811" y="86344"/>
                  </a:lnTo>
                  <a:lnTo>
                    <a:pt x="18331" y="91009"/>
                  </a:lnTo>
                  <a:lnTo>
                    <a:pt x="16000" y="95751"/>
                  </a:lnTo>
                  <a:lnTo>
                    <a:pt x="13820" y="100564"/>
                  </a:lnTo>
                  <a:lnTo>
                    <a:pt x="11794" y="105443"/>
                  </a:lnTo>
                  <a:lnTo>
                    <a:pt x="9922" y="110384"/>
                  </a:lnTo>
                  <a:lnTo>
                    <a:pt x="8208" y="115382"/>
                  </a:lnTo>
                  <a:lnTo>
                    <a:pt x="6652" y="120431"/>
                  </a:lnTo>
                  <a:lnTo>
                    <a:pt x="5257" y="125527"/>
                  </a:lnTo>
                  <a:lnTo>
                    <a:pt x="4023" y="130665"/>
                  </a:lnTo>
                  <a:lnTo>
                    <a:pt x="2952" y="135838"/>
                  </a:lnTo>
                  <a:lnTo>
                    <a:pt x="2046" y="141044"/>
                  </a:lnTo>
                  <a:lnTo>
                    <a:pt x="1304" y="146275"/>
                  </a:lnTo>
                  <a:lnTo>
                    <a:pt x="728" y="151527"/>
                  </a:lnTo>
                  <a:lnTo>
                    <a:pt x="319" y="156795"/>
                  </a:lnTo>
                  <a:lnTo>
                    <a:pt x="76" y="162073"/>
                  </a:lnTo>
                  <a:lnTo>
                    <a:pt x="0" y="167356"/>
                  </a:lnTo>
                  <a:lnTo>
                    <a:pt x="90" y="172638"/>
                  </a:lnTo>
                  <a:lnTo>
                    <a:pt x="348" y="177916"/>
                  </a:lnTo>
                  <a:lnTo>
                    <a:pt x="773" y="183182"/>
                  </a:lnTo>
                  <a:lnTo>
                    <a:pt x="1363" y="188432"/>
                  </a:lnTo>
                  <a:lnTo>
                    <a:pt x="2120" y="193662"/>
                  </a:lnTo>
                  <a:lnTo>
                    <a:pt x="3041" y="198864"/>
                  </a:lnTo>
                  <a:lnTo>
                    <a:pt x="4126" y="204035"/>
                  </a:lnTo>
                  <a:lnTo>
                    <a:pt x="5374" y="209169"/>
                  </a:lnTo>
                  <a:lnTo>
                    <a:pt x="6784" y="214261"/>
                  </a:lnTo>
                  <a:lnTo>
                    <a:pt x="8353" y="219306"/>
                  </a:lnTo>
                  <a:lnTo>
                    <a:pt x="10082" y="224299"/>
                  </a:lnTo>
                  <a:lnTo>
                    <a:pt x="11967" y="229235"/>
                  </a:lnTo>
                  <a:lnTo>
                    <a:pt x="14008" y="234108"/>
                  </a:lnTo>
                  <a:lnTo>
                    <a:pt x="16201" y="238915"/>
                  </a:lnTo>
                  <a:lnTo>
                    <a:pt x="18546" y="243650"/>
                  </a:lnTo>
                  <a:lnTo>
                    <a:pt x="21038" y="248309"/>
                  </a:lnTo>
                  <a:lnTo>
                    <a:pt x="23677" y="252886"/>
                  </a:lnTo>
                  <a:lnTo>
                    <a:pt x="26459" y="257378"/>
                  </a:lnTo>
                  <a:lnTo>
                    <a:pt x="29382" y="261779"/>
                  </a:lnTo>
                  <a:lnTo>
                    <a:pt x="32442" y="266086"/>
                  </a:lnTo>
                  <a:lnTo>
                    <a:pt x="35637" y="270295"/>
                  </a:lnTo>
                  <a:lnTo>
                    <a:pt x="38963" y="274400"/>
                  </a:lnTo>
                  <a:lnTo>
                    <a:pt x="42417" y="278398"/>
                  </a:lnTo>
                  <a:lnTo>
                    <a:pt x="45996" y="282284"/>
                  </a:lnTo>
                  <a:lnTo>
                    <a:pt x="49696" y="286056"/>
                  </a:lnTo>
                  <a:lnTo>
                    <a:pt x="53513" y="289709"/>
                  </a:lnTo>
                  <a:lnTo>
                    <a:pt x="57444" y="293240"/>
                  </a:lnTo>
                  <a:lnTo>
                    <a:pt x="61485" y="296644"/>
                  </a:lnTo>
                  <a:lnTo>
                    <a:pt x="65631" y="299919"/>
                  </a:lnTo>
                  <a:lnTo>
                    <a:pt x="69878" y="303062"/>
                  </a:lnTo>
                  <a:lnTo>
                    <a:pt x="74223" y="306068"/>
                  </a:lnTo>
                  <a:lnTo>
                    <a:pt x="78660" y="308936"/>
                  </a:lnTo>
                  <a:lnTo>
                    <a:pt x="83186" y="311662"/>
                  </a:lnTo>
                  <a:lnTo>
                    <a:pt x="87796" y="314244"/>
                  </a:lnTo>
                  <a:lnTo>
                    <a:pt x="92485" y="316679"/>
                  </a:lnTo>
                  <a:lnTo>
                    <a:pt x="97249" y="318964"/>
                  </a:lnTo>
                  <a:lnTo>
                    <a:pt x="102082" y="321098"/>
                  </a:lnTo>
                  <a:lnTo>
                    <a:pt x="106981" y="323078"/>
                  </a:lnTo>
                  <a:lnTo>
                    <a:pt x="111939" y="324902"/>
                  </a:lnTo>
                  <a:lnTo>
                    <a:pt x="116953" y="326569"/>
                  </a:lnTo>
                  <a:lnTo>
                    <a:pt x="122017" y="328076"/>
                  </a:lnTo>
                  <a:lnTo>
                    <a:pt x="127126" y="329422"/>
                  </a:lnTo>
                  <a:lnTo>
                    <a:pt x="132275" y="330607"/>
                  </a:lnTo>
                  <a:lnTo>
                    <a:pt x="137459" y="331628"/>
                  </a:lnTo>
                  <a:lnTo>
                    <a:pt x="142673" y="332484"/>
                  </a:lnTo>
                  <a:lnTo>
                    <a:pt x="147911" y="333176"/>
                  </a:lnTo>
                  <a:lnTo>
                    <a:pt x="153168" y="333701"/>
                  </a:lnTo>
                  <a:lnTo>
                    <a:pt x="158440" y="334061"/>
                  </a:lnTo>
                  <a:lnTo>
                    <a:pt x="163720" y="334253"/>
                  </a:lnTo>
                  <a:lnTo>
                    <a:pt x="169003" y="334278"/>
                  </a:lnTo>
                  <a:lnTo>
                    <a:pt x="174285" y="334137"/>
                  </a:lnTo>
                  <a:lnTo>
                    <a:pt x="179559" y="333829"/>
                  </a:lnTo>
                  <a:lnTo>
                    <a:pt x="184822" y="333354"/>
                  </a:lnTo>
                  <a:lnTo>
                    <a:pt x="190066" y="332713"/>
                  </a:lnTo>
                  <a:lnTo>
                    <a:pt x="195288" y="331906"/>
                  </a:lnTo>
                  <a:lnTo>
                    <a:pt x="200481" y="330935"/>
                  </a:lnTo>
                  <a:lnTo>
                    <a:pt x="205642" y="329801"/>
                  </a:lnTo>
                  <a:lnTo>
                    <a:pt x="210763" y="328503"/>
                  </a:lnTo>
                  <a:lnTo>
                    <a:pt x="215842" y="327045"/>
                  </a:lnTo>
                  <a:lnTo>
                    <a:pt x="220871" y="325427"/>
                  </a:lnTo>
                  <a:lnTo>
                    <a:pt x="225847" y="323651"/>
                  </a:lnTo>
                  <a:lnTo>
                    <a:pt x="230765" y="321718"/>
                  </a:lnTo>
                  <a:lnTo>
                    <a:pt x="235619" y="319631"/>
                  </a:lnTo>
                  <a:lnTo>
                    <a:pt x="240404" y="317392"/>
                  </a:lnTo>
                  <a:lnTo>
                    <a:pt x="245116" y="315002"/>
                  </a:lnTo>
                  <a:lnTo>
                    <a:pt x="249751" y="312465"/>
                  </a:lnTo>
                  <a:lnTo>
                    <a:pt x="254303" y="309782"/>
                  </a:lnTo>
                  <a:lnTo>
                    <a:pt x="258768" y="306957"/>
                  </a:lnTo>
                  <a:lnTo>
                    <a:pt x="263141" y="303993"/>
                  </a:lnTo>
                  <a:lnTo>
                    <a:pt x="267419" y="300891"/>
                  </a:lnTo>
                  <a:lnTo>
                    <a:pt x="271596" y="297656"/>
                  </a:lnTo>
                  <a:lnTo>
                    <a:pt x="275669" y="294291"/>
                  </a:lnTo>
                  <a:lnTo>
                    <a:pt x="279634" y="290799"/>
                  </a:lnTo>
                  <a:lnTo>
                    <a:pt x="283486" y="287183"/>
                  </a:lnTo>
                  <a:lnTo>
                    <a:pt x="287222" y="283447"/>
                  </a:lnTo>
                  <a:lnTo>
                    <a:pt x="290838" y="279595"/>
                  </a:lnTo>
                  <a:lnTo>
                    <a:pt x="294331" y="275630"/>
                  </a:lnTo>
                  <a:lnTo>
                    <a:pt x="297697" y="271557"/>
                  </a:lnTo>
                  <a:lnTo>
                    <a:pt x="300932" y="267380"/>
                  </a:lnTo>
                  <a:lnTo>
                    <a:pt x="304034" y="263103"/>
                  </a:lnTo>
                  <a:lnTo>
                    <a:pt x="306998" y="258729"/>
                  </a:lnTo>
                  <a:lnTo>
                    <a:pt x="309824" y="254265"/>
                  </a:lnTo>
                  <a:lnTo>
                    <a:pt x="312506" y="249713"/>
                  </a:lnTo>
                  <a:lnTo>
                    <a:pt x="315044" y="245078"/>
                  </a:lnTo>
                  <a:lnTo>
                    <a:pt x="317434" y="240366"/>
                  </a:lnTo>
                  <a:lnTo>
                    <a:pt x="319673" y="235581"/>
                  </a:lnTo>
                  <a:lnTo>
                    <a:pt x="321761" y="230727"/>
                  </a:lnTo>
                  <a:lnTo>
                    <a:pt x="323693" y="225810"/>
                  </a:lnTo>
                  <a:lnTo>
                    <a:pt x="325470" y="220834"/>
                  </a:lnTo>
                  <a:lnTo>
                    <a:pt x="327088" y="215804"/>
                  </a:lnTo>
                  <a:lnTo>
                    <a:pt x="328547" y="210726"/>
                  </a:lnTo>
                  <a:lnTo>
                    <a:pt x="329844" y="205604"/>
                  </a:lnTo>
                  <a:lnTo>
                    <a:pt x="330979" y="200444"/>
                  </a:lnTo>
                  <a:lnTo>
                    <a:pt x="331951" y="195251"/>
                  </a:lnTo>
                  <a:lnTo>
                    <a:pt x="332757" y="190029"/>
                  </a:lnTo>
                  <a:lnTo>
                    <a:pt x="333398" y="184785"/>
                  </a:lnTo>
                  <a:lnTo>
                    <a:pt x="333874" y="179522"/>
                  </a:lnTo>
                  <a:lnTo>
                    <a:pt x="334182" y="174248"/>
                  </a:lnTo>
                  <a:lnTo>
                    <a:pt x="334324" y="168966"/>
                  </a:lnTo>
                  <a:lnTo>
                    <a:pt x="334299" y="163683"/>
                  </a:lnTo>
                  <a:lnTo>
                    <a:pt x="334107" y="158403"/>
                  </a:lnTo>
                  <a:lnTo>
                    <a:pt x="333748" y="153131"/>
                  </a:lnTo>
                  <a:lnTo>
                    <a:pt x="333223" y="147874"/>
                  </a:lnTo>
                  <a:lnTo>
                    <a:pt x="332531" y="142636"/>
                  </a:lnTo>
                  <a:lnTo>
                    <a:pt x="331675" y="137422"/>
                  </a:lnTo>
                  <a:lnTo>
                    <a:pt x="330654" y="132238"/>
                  </a:lnTo>
                  <a:lnTo>
                    <a:pt x="329470" y="127089"/>
                  </a:lnTo>
                  <a:lnTo>
                    <a:pt x="328124" y="121980"/>
                  </a:lnTo>
                  <a:lnTo>
                    <a:pt x="326617" y="116916"/>
                  </a:lnTo>
                  <a:lnTo>
                    <a:pt x="324951" y="111902"/>
                  </a:lnTo>
                  <a:lnTo>
                    <a:pt x="323127" y="106943"/>
                  </a:lnTo>
                  <a:lnTo>
                    <a:pt x="321147" y="102044"/>
                  </a:lnTo>
                  <a:lnTo>
                    <a:pt x="319014" y="97211"/>
                  </a:lnTo>
                  <a:lnTo>
                    <a:pt x="316729" y="92447"/>
                  </a:lnTo>
                  <a:lnTo>
                    <a:pt x="314294" y="87758"/>
                  </a:lnTo>
                  <a:lnTo>
                    <a:pt x="311712" y="83148"/>
                  </a:lnTo>
                  <a:lnTo>
                    <a:pt x="308987" y="78622"/>
                  </a:lnTo>
                  <a:lnTo>
                    <a:pt x="306119" y="74184"/>
                  </a:lnTo>
                  <a:lnTo>
                    <a:pt x="303112" y="69839"/>
                  </a:lnTo>
                  <a:lnTo>
                    <a:pt x="299970" y="65592"/>
                  </a:lnTo>
                  <a:lnTo>
                    <a:pt x="296695" y="61446"/>
                  </a:lnTo>
                  <a:lnTo>
                    <a:pt x="293291" y="57405"/>
                  </a:lnTo>
                  <a:lnTo>
                    <a:pt x="289761" y="53474"/>
                  </a:lnTo>
                  <a:lnTo>
                    <a:pt x="286108" y="49656"/>
                  </a:lnTo>
                  <a:lnTo>
                    <a:pt x="282336" y="45956"/>
                  </a:lnTo>
                  <a:lnTo>
                    <a:pt x="278450" y="42377"/>
                  </a:lnTo>
                  <a:lnTo>
                    <a:pt x="274452" y="38923"/>
                  </a:lnTo>
                  <a:lnTo>
                    <a:pt x="270347" y="35596"/>
                  </a:lnTo>
                  <a:lnTo>
                    <a:pt x="266139" y="32401"/>
                  </a:lnTo>
                  <a:lnTo>
                    <a:pt x="261832" y="29341"/>
                  </a:lnTo>
                  <a:lnTo>
                    <a:pt x="257431" y="26418"/>
                  </a:lnTo>
                  <a:lnTo>
                    <a:pt x="252939" y="23636"/>
                  </a:lnTo>
                  <a:lnTo>
                    <a:pt x="248362" y="20997"/>
                  </a:lnTo>
                  <a:lnTo>
                    <a:pt x="167167" y="1671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90748" y="2633064"/>
              <a:ext cx="81195" cy="167167"/>
            </a:xfrm>
            <a:custGeom>
              <a:avLst/>
              <a:pathLst>
                <a:path w="81195" h="167167">
                  <a:moveTo>
                    <a:pt x="81195" y="21043"/>
                  </a:moveTo>
                  <a:lnTo>
                    <a:pt x="76208" y="18381"/>
                  </a:lnTo>
                  <a:lnTo>
                    <a:pt x="71135" y="15890"/>
                  </a:lnTo>
                  <a:lnTo>
                    <a:pt x="65980" y="13572"/>
                  </a:lnTo>
                  <a:lnTo>
                    <a:pt x="60750" y="11429"/>
                  </a:lnTo>
                  <a:lnTo>
                    <a:pt x="55451" y="9464"/>
                  </a:lnTo>
                  <a:lnTo>
                    <a:pt x="50088" y="7680"/>
                  </a:lnTo>
                  <a:lnTo>
                    <a:pt x="44668" y="6078"/>
                  </a:lnTo>
                  <a:lnTo>
                    <a:pt x="39197" y="4660"/>
                  </a:lnTo>
                  <a:lnTo>
                    <a:pt x="33681" y="3428"/>
                  </a:lnTo>
                  <a:lnTo>
                    <a:pt x="28126" y="2383"/>
                  </a:lnTo>
                  <a:lnTo>
                    <a:pt x="22540" y="1526"/>
                  </a:lnTo>
                  <a:lnTo>
                    <a:pt x="16927" y="859"/>
                  </a:lnTo>
                  <a:lnTo>
                    <a:pt x="11295" y="382"/>
                  </a:lnTo>
                  <a:lnTo>
                    <a:pt x="5651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08571" y="3170392"/>
              <a:ext cx="17409" cy="167167"/>
            </a:xfrm>
            <a:custGeom>
              <a:avLst/>
              <a:pathLst>
                <a:path w="17409" h="167167">
                  <a:moveTo>
                    <a:pt x="17409" y="0"/>
                  </a:moveTo>
                  <a:lnTo>
                    <a:pt x="8692" y="227"/>
                  </a:lnTo>
                  <a:lnTo>
                    <a:pt x="0" y="909"/>
                  </a:lnTo>
                  <a:lnTo>
                    <a:pt x="1740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8571" y="3171301"/>
              <a:ext cx="17409" cy="166258"/>
            </a:xfrm>
            <a:custGeom>
              <a:avLst/>
              <a:pathLst>
                <a:path w="17409" h="166258">
                  <a:moveTo>
                    <a:pt x="0" y="0"/>
                  </a:moveTo>
                  <a:lnTo>
                    <a:pt x="17409" y="1662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358821" y="3171301"/>
              <a:ext cx="334309" cy="333425"/>
            </a:xfrm>
            <a:custGeom>
              <a:avLst/>
              <a:pathLst>
                <a:path w="334309" h="333425">
                  <a:moveTo>
                    <a:pt x="149749" y="0"/>
                  </a:moveTo>
                  <a:lnTo>
                    <a:pt x="144495" y="634"/>
                  </a:lnTo>
                  <a:lnTo>
                    <a:pt x="139263" y="1434"/>
                  </a:lnTo>
                  <a:lnTo>
                    <a:pt x="134060" y="2400"/>
                  </a:lnTo>
                  <a:lnTo>
                    <a:pt x="128890" y="3530"/>
                  </a:lnTo>
                  <a:lnTo>
                    <a:pt x="123758" y="4823"/>
                  </a:lnTo>
                  <a:lnTo>
                    <a:pt x="118670" y="6277"/>
                  </a:lnTo>
                  <a:lnTo>
                    <a:pt x="113630" y="7892"/>
                  </a:lnTo>
                  <a:lnTo>
                    <a:pt x="108644" y="9666"/>
                  </a:lnTo>
                  <a:lnTo>
                    <a:pt x="103716" y="11597"/>
                  </a:lnTo>
                  <a:lnTo>
                    <a:pt x="98852" y="13683"/>
                  </a:lnTo>
                  <a:lnTo>
                    <a:pt x="94057" y="15921"/>
                  </a:lnTo>
                  <a:lnTo>
                    <a:pt x="89335" y="18311"/>
                  </a:lnTo>
                  <a:lnTo>
                    <a:pt x="84691" y="20848"/>
                  </a:lnTo>
                  <a:lnTo>
                    <a:pt x="80129" y="23531"/>
                  </a:lnTo>
                  <a:lnTo>
                    <a:pt x="75655" y="26358"/>
                  </a:lnTo>
                  <a:lnTo>
                    <a:pt x="71272" y="29324"/>
                  </a:lnTo>
                  <a:lnTo>
                    <a:pt x="66986" y="32428"/>
                  </a:lnTo>
                  <a:lnTo>
                    <a:pt x="62800" y="35666"/>
                  </a:lnTo>
                  <a:lnTo>
                    <a:pt x="58718" y="39035"/>
                  </a:lnTo>
                  <a:lnTo>
                    <a:pt x="54745" y="42531"/>
                  </a:lnTo>
                  <a:lnTo>
                    <a:pt x="50885" y="46152"/>
                  </a:lnTo>
                  <a:lnTo>
                    <a:pt x="47142" y="49892"/>
                  </a:lnTo>
                  <a:lnTo>
                    <a:pt x="43518" y="53750"/>
                  </a:lnTo>
                  <a:lnTo>
                    <a:pt x="40019" y="57720"/>
                  </a:lnTo>
                  <a:lnTo>
                    <a:pt x="36647" y="61799"/>
                  </a:lnTo>
                  <a:lnTo>
                    <a:pt x="33406" y="65982"/>
                  </a:lnTo>
                  <a:lnTo>
                    <a:pt x="30299" y="70266"/>
                  </a:lnTo>
                  <a:lnTo>
                    <a:pt x="27329" y="74647"/>
                  </a:lnTo>
                  <a:lnTo>
                    <a:pt x="24499" y="79119"/>
                  </a:lnTo>
                  <a:lnTo>
                    <a:pt x="21812" y="83678"/>
                  </a:lnTo>
                  <a:lnTo>
                    <a:pt x="19271" y="88321"/>
                  </a:lnTo>
                  <a:lnTo>
                    <a:pt x="16878" y="93041"/>
                  </a:lnTo>
                  <a:lnTo>
                    <a:pt x="14636" y="97835"/>
                  </a:lnTo>
                  <a:lnTo>
                    <a:pt x="12546" y="102697"/>
                  </a:lnTo>
                  <a:lnTo>
                    <a:pt x="10612" y="107623"/>
                  </a:lnTo>
                  <a:lnTo>
                    <a:pt x="8834" y="112608"/>
                  </a:lnTo>
                  <a:lnTo>
                    <a:pt x="7215" y="117646"/>
                  </a:lnTo>
                  <a:lnTo>
                    <a:pt x="5756" y="122733"/>
                  </a:lnTo>
                  <a:lnTo>
                    <a:pt x="4460" y="127864"/>
                  </a:lnTo>
                  <a:lnTo>
                    <a:pt x="3326" y="133034"/>
                  </a:lnTo>
                  <a:lnTo>
                    <a:pt x="2356" y="138236"/>
                  </a:lnTo>
                  <a:lnTo>
                    <a:pt x="1552" y="143467"/>
                  </a:lnTo>
                  <a:lnTo>
                    <a:pt x="913" y="148721"/>
                  </a:lnTo>
                  <a:lnTo>
                    <a:pt x="442" y="153992"/>
                  </a:lnTo>
                  <a:lnTo>
                    <a:pt x="137" y="159275"/>
                  </a:lnTo>
                  <a:lnTo>
                    <a:pt x="0" y="164566"/>
                  </a:lnTo>
                  <a:lnTo>
                    <a:pt x="30" y="169858"/>
                  </a:lnTo>
                  <a:lnTo>
                    <a:pt x="227" y="175146"/>
                  </a:lnTo>
                  <a:lnTo>
                    <a:pt x="592" y="180426"/>
                  </a:lnTo>
                  <a:lnTo>
                    <a:pt x="1124" y="185691"/>
                  </a:lnTo>
                  <a:lnTo>
                    <a:pt x="1823" y="190937"/>
                  </a:lnTo>
                  <a:lnTo>
                    <a:pt x="2687" y="196159"/>
                  </a:lnTo>
                  <a:lnTo>
                    <a:pt x="3716" y="201350"/>
                  </a:lnTo>
                  <a:lnTo>
                    <a:pt x="4908" y="206506"/>
                  </a:lnTo>
                  <a:lnTo>
                    <a:pt x="6264" y="211622"/>
                  </a:lnTo>
                  <a:lnTo>
                    <a:pt x="7780" y="216692"/>
                  </a:lnTo>
                  <a:lnTo>
                    <a:pt x="9457" y="221712"/>
                  </a:lnTo>
                  <a:lnTo>
                    <a:pt x="11291" y="226676"/>
                  </a:lnTo>
                  <a:lnTo>
                    <a:pt x="13282" y="231579"/>
                  </a:lnTo>
                  <a:lnTo>
                    <a:pt x="15426" y="236417"/>
                  </a:lnTo>
                  <a:lnTo>
                    <a:pt x="17723" y="241185"/>
                  </a:lnTo>
                  <a:lnTo>
                    <a:pt x="20170" y="245878"/>
                  </a:lnTo>
                  <a:lnTo>
                    <a:pt x="22764" y="250491"/>
                  </a:lnTo>
                  <a:lnTo>
                    <a:pt x="25503" y="255019"/>
                  </a:lnTo>
                  <a:lnTo>
                    <a:pt x="28383" y="259459"/>
                  </a:lnTo>
                  <a:lnTo>
                    <a:pt x="31403" y="263805"/>
                  </a:lnTo>
                  <a:lnTo>
                    <a:pt x="34559" y="268053"/>
                  </a:lnTo>
                  <a:lnTo>
                    <a:pt x="37848" y="272200"/>
                  </a:lnTo>
                  <a:lnTo>
                    <a:pt x="41266" y="276240"/>
                  </a:lnTo>
                  <a:lnTo>
                    <a:pt x="44810" y="280170"/>
                  </a:lnTo>
                  <a:lnTo>
                    <a:pt x="48477" y="283985"/>
                  </a:lnTo>
                  <a:lnTo>
                    <a:pt x="52263" y="287683"/>
                  </a:lnTo>
                  <a:lnTo>
                    <a:pt x="56165" y="291259"/>
                  </a:lnTo>
                  <a:lnTo>
                    <a:pt x="60177" y="294710"/>
                  </a:lnTo>
                  <a:lnTo>
                    <a:pt x="64297" y="298032"/>
                  </a:lnTo>
                  <a:lnTo>
                    <a:pt x="68520" y="301222"/>
                  </a:lnTo>
                  <a:lnTo>
                    <a:pt x="72841" y="304277"/>
                  </a:lnTo>
                  <a:lnTo>
                    <a:pt x="77257" y="307193"/>
                  </a:lnTo>
                  <a:lnTo>
                    <a:pt x="81764" y="309968"/>
                  </a:lnTo>
                  <a:lnTo>
                    <a:pt x="86355" y="312599"/>
                  </a:lnTo>
                  <a:lnTo>
                    <a:pt x="91028" y="315084"/>
                  </a:lnTo>
                  <a:lnTo>
                    <a:pt x="95777" y="317419"/>
                  </a:lnTo>
                  <a:lnTo>
                    <a:pt x="100598" y="319603"/>
                  </a:lnTo>
                  <a:lnTo>
                    <a:pt x="105485" y="321633"/>
                  </a:lnTo>
                  <a:lnTo>
                    <a:pt x="110435" y="323507"/>
                  </a:lnTo>
                  <a:lnTo>
                    <a:pt x="115441" y="325224"/>
                  </a:lnTo>
                  <a:lnTo>
                    <a:pt x="120499" y="326781"/>
                  </a:lnTo>
                  <a:lnTo>
                    <a:pt x="125603" y="328178"/>
                  </a:lnTo>
                  <a:lnTo>
                    <a:pt x="130749" y="329412"/>
                  </a:lnTo>
                  <a:lnTo>
                    <a:pt x="135932" y="330483"/>
                  </a:lnTo>
                  <a:lnTo>
                    <a:pt x="141146" y="331389"/>
                  </a:lnTo>
                  <a:lnTo>
                    <a:pt x="146386" y="332130"/>
                  </a:lnTo>
                  <a:lnTo>
                    <a:pt x="151647" y="332704"/>
                  </a:lnTo>
                  <a:lnTo>
                    <a:pt x="156924" y="333112"/>
                  </a:lnTo>
                  <a:lnTo>
                    <a:pt x="162211" y="333352"/>
                  </a:lnTo>
                  <a:lnTo>
                    <a:pt x="167502" y="333425"/>
                  </a:lnTo>
                  <a:lnTo>
                    <a:pt x="172794" y="333330"/>
                  </a:lnTo>
                  <a:lnTo>
                    <a:pt x="178079" y="333068"/>
                  </a:lnTo>
                  <a:lnTo>
                    <a:pt x="183354" y="332639"/>
                  </a:lnTo>
                  <a:lnTo>
                    <a:pt x="188613" y="332043"/>
                  </a:lnTo>
                  <a:lnTo>
                    <a:pt x="193850" y="331281"/>
                  </a:lnTo>
                  <a:lnTo>
                    <a:pt x="199060" y="330353"/>
                  </a:lnTo>
                  <a:lnTo>
                    <a:pt x="204239" y="329261"/>
                  </a:lnTo>
                  <a:lnTo>
                    <a:pt x="209380" y="328006"/>
                  </a:lnTo>
                  <a:lnTo>
                    <a:pt x="214479" y="326588"/>
                  </a:lnTo>
                  <a:lnTo>
                    <a:pt x="219530" y="325010"/>
                  </a:lnTo>
                  <a:lnTo>
                    <a:pt x="224529" y="323273"/>
                  </a:lnTo>
                  <a:lnTo>
                    <a:pt x="229470" y="321378"/>
                  </a:lnTo>
                  <a:lnTo>
                    <a:pt x="234349" y="319328"/>
                  </a:lnTo>
                  <a:lnTo>
                    <a:pt x="239161" y="317124"/>
                  </a:lnTo>
                  <a:lnTo>
                    <a:pt x="243900" y="314769"/>
                  </a:lnTo>
                  <a:lnTo>
                    <a:pt x="248563" y="312266"/>
                  </a:lnTo>
                  <a:lnTo>
                    <a:pt x="253144" y="309616"/>
                  </a:lnTo>
                  <a:lnTo>
                    <a:pt x="257639" y="306822"/>
                  </a:lnTo>
                  <a:lnTo>
                    <a:pt x="262043" y="303887"/>
                  </a:lnTo>
                  <a:lnTo>
                    <a:pt x="266352" y="300815"/>
                  </a:lnTo>
                  <a:lnTo>
                    <a:pt x="270561" y="297608"/>
                  </a:lnTo>
                  <a:lnTo>
                    <a:pt x="274667" y="294269"/>
                  </a:lnTo>
                  <a:lnTo>
                    <a:pt x="278666" y="290801"/>
                  </a:lnTo>
                  <a:lnTo>
                    <a:pt x="282552" y="287209"/>
                  </a:lnTo>
                  <a:lnTo>
                    <a:pt x="286323" y="283496"/>
                  </a:lnTo>
                  <a:lnTo>
                    <a:pt x="289974" y="279665"/>
                  </a:lnTo>
                  <a:lnTo>
                    <a:pt x="293503" y="275721"/>
                  </a:lnTo>
                  <a:lnTo>
                    <a:pt x="296904" y="271667"/>
                  </a:lnTo>
                  <a:lnTo>
                    <a:pt x="300176" y="267507"/>
                  </a:lnTo>
                  <a:lnTo>
                    <a:pt x="303314" y="263245"/>
                  </a:lnTo>
                  <a:lnTo>
                    <a:pt x="306316" y="258887"/>
                  </a:lnTo>
                  <a:lnTo>
                    <a:pt x="309178" y="254436"/>
                  </a:lnTo>
                  <a:lnTo>
                    <a:pt x="311898" y="249896"/>
                  </a:lnTo>
                  <a:lnTo>
                    <a:pt x="314473" y="245272"/>
                  </a:lnTo>
                  <a:lnTo>
                    <a:pt x="316901" y="240570"/>
                  </a:lnTo>
                  <a:lnTo>
                    <a:pt x="319178" y="235792"/>
                  </a:lnTo>
                  <a:lnTo>
                    <a:pt x="321303" y="230945"/>
                  </a:lnTo>
                  <a:lnTo>
                    <a:pt x="323273" y="226034"/>
                  </a:lnTo>
                  <a:lnTo>
                    <a:pt x="325087" y="221062"/>
                  </a:lnTo>
                  <a:lnTo>
                    <a:pt x="326743" y="216035"/>
                  </a:lnTo>
                  <a:lnTo>
                    <a:pt x="328238" y="210959"/>
                  </a:lnTo>
                  <a:lnTo>
                    <a:pt x="329573" y="205838"/>
                  </a:lnTo>
                  <a:lnTo>
                    <a:pt x="330744" y="200677"/>
                  </a:lnTo>
                  <a:lnTo>
                    <a:pt x="331752" y="195481"/>
                  </a:lnTo>
                  <a:lnTo>
                    <a:pt x="332594" y="190257"/>
                  </a:lnTo>
                  <a:lnTo>
                    <a:pt x="333271" y="185008"/>
                  </a:lnTo>
                  <a:lnTo>
                    <a:pt x="333781" y="179740"/>
                  </a:lnTo>
                  <a:lnTo>
                    <a:pt x="334125" y="174459"/>
                  </a:lnTo>
                  <a:lnTo>
                    <a:pt x="334300" y="169170"/>
                  </a:lnTo>
                  <a:lnTo>
                    <a:pt x="334309" y="163878"/>
                  </a:lnTo>
                  <a:lnTo>
                    <a:pt x="334150" y="158588"/>
                  </a:lnTo>
                  <a:lnTo>
                    <a:pt x="333823" y="153306"/>
                  </a:lnTo>
                  <a:lnTo>
                    <a:pt x="333330" y="148037"/>
                  </a:lnTo>
                  <a:lnTo>
                    <a:pt x="332670" y="142786"/>
                  </a:lnTo>
                  <a:lnTo>
                    <a:pt x="331844" y="137558"/>
                  </a:lnTo>
                  <a:lnTo>
                    <a:pt x="330853" y="132360"/>
                  </a:lnTo>
                  <a:lnTo>
                    <a:pt x="329698" y="127195"/>
                  </a:lnTo>
                  <a:lnTo>
                    <a:pt x="328380" y="122070"/>
                  </a:lnTo>
                  <a:lnTo>
                    <a:pt x="326900" y="116988"/>
                  </a:lnTo>
                  <a:lnTo>
                    <a:pt x="325261" y="111956"/>
                  </a:lnTo>
                  <a:lnTo>
                    <a:pt x="323462" y="106979"/>
                  </a:lnTo>
                  <a:lnTo>
                    <a:pt x="321508" y="102061"/>
                  </a:lnTo>
                  <a:lnTo>
                    <a:pt x="319398" y="97207"/>
                  </a:lnTo>
                  <a:lnTo>
                    <a:pt x="317136" y="92423"/>
                  </a:lnTo>
                  <a:lnTo>
                    <a:pt x="314724" y="87713"/>
                  </a:lnTo>
                  <a:lnTo>
                    <a:pt x="312164" y="83081"/>
                  </a:lnTo>
                  <a:lnTo>
                    <a:pt x="309458" y="78533"/>
                  </a:lnTo>
                  <a:lnTo>
                    <a:pt x="306610" y="74072"/>
                  </a:lnTo>
                  <a:lnTo>
                    <a:pt x="303622" y="69704"/>
                  </a:lnTo>
                  <a:lnTo>
                    <a:pt x="300497" y="65433"/>
                  </a:lnTo>
                  <a:lnTo>
                    <a:pt x="297239" y="61263"/>
                  </a:lnTo>
                  <a:lnTo>
                    <a:pt x="293850" y="57198"/>
                  </a:lnTo>
                  <a:lnTo>
                    <a:pt x="290334" y="53242"/>
                  </a:lnTo>
                  <a:lnTo>
                    <a:pt x="167158" y="1662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5980" y="3170392"/>
              <a:ext cx="123176" cy="167167"/>
            </a:xfrm>
            <a:custGeom>
              <a:avLst/>
              <a:pathLst>
                <a:path w="123176" h="167167">
                  <a:moveTo>
                    <a:pt x="123176" y="54151"/>
                  </a:moveTo>
                  <a:lnTo>
                    <a:pt x="119364" y="50132"/>
                  </a:lnTo>
                  <a:lnTo>
                    <a:pt x="115421" y="46242"/>
                  </a:lnTo>
                  <a:lnTo>
                    <a:pt x="111351" y="42484"/>
                  </a:lnTo>
                  <a:lnTo>
                    <a:pt x="107160" y="38864"/>
                  </a:lnTo>
                  <a:lnTo>
                    <a:pt x="102850" y="35384"/>
                  </a:lnTo>
                  <a:lnTo>
                    <a:pt x="98428" y="32049"/>
                  </a:lnTo>
                  <a:lnTo>
                    <a:pt x="93897" y="28862"/>
                  </a:lnTo>
                  <a:lnTo>
                    <a:pt x="89264" y="25828"/>
                  </a:lnTo>
                  <a:lnTo>
                    <a:pt x="84532" y="22948"/>
                  </a:lnTo>
                  <a:lnTo>
                    <a:pt x="79708" y="20227"/>
                  </a:lnTo>
                  <a:lnTo>
                    <a:pt x="74796" y="17666"/>
                  </a:lnTo>
                  <a:lnTo>
                    <a:pt x="69802" y="15271"/>
                  </a:lnTo>
                  <a:lnTo>
                    <a:pt x="64732" y="13041"/>
                  </a:lnTo>
                  <a:lnTo>
                    <a:pt x="59590" y="10981"/>
                  </a:lnTo>
                  <a:lnTo>
                    <a:pt x="54383" y="9093"/>
                  </a:lnTo>
                  <a:lnTo>
                    <a:pt x="49116" y="7378"/>
                  </a:lnTo>
                  <a:lnTo>
                    <a:pt x="43796" y="5839"/>
                  </a:lnTo>
                  <a:lnTo>
                    <a:pt x="38427" y="4476"/>
                  </a:lnTo>
                  <a:lnTo>
                    <a:pt x="33016" y="3292"/>
                  </a:lnTo>
                  <a:lnTo>
                    <a:pt x="27569" y="2289"/>
                  </a:lnTo>
                  <a:lnTo>
                    <a:pt x="22091" y="1466"/>
                  </a:lnTo>
                  <a:lnTo>
                    <a:pt x="16590" y="825"/>
                  </a:lnTo>
                  <a:lnTo>
                    <a:pt x="11070" y="366"/>
                  </a:lnTo>
                  <a:lnTo>
                    <a:pt x="553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86550" y="3707720"/>
              <a:ext cx="4198" cy="167167"/>
            </a:xfrm>
            <a:custGeom>
              <a:avLst/>
              <a:pathLst>
                <a:path w="4198" h="167167">
                  <a:moveTo>
                    <a:pt x="4198" y="0"/>
                  </a:moveTo>
                  <a:lnTo>
                    <a:pt x="0" y="52"/>
                  </a:lnTo>
                  <a:lnTo>
                    <a:pt x="41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6550" y="3707773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423585" y="3707773"/>
              <a:ext cx="334330" cy="334272"/>
            </a:xfrm>
            <a:custGeom>
              <a:avLst/>
              <a:pathLst>
                <a:path w="334330" h="334272">
                  <a:moveTo>
                    <a:pt x="162964" y="0"/>
                  </a:moveTo>
                  <a:lnTo>
                    <a:pt x="157672" y="216"/>
                  </a:lnTo>
                  <a:lnTo>
                    <a:pt x="152389" y="601"/>
                  </a:lnTo>
                  <a:lnTo>
                    <a:pt x="147120" y="1153"/>
                  </a:lnTo>
                  <a:lnTo>
                    <a:pt x="141872" y="1871"/>
                  </a:lnTo>
                  <a:lnTo>
                    <a:pt x="136650" y="2755"/>
                  </a:lnTo>
                  <a:lnTo>
                    <a:pt x="131458" y="3804"/>
                  </a:lnTo>
                  <a:lnTo>
                    <a:pt x="126301" y="5018"/>
                  </a:lnTo>
                  <a:lnTo>
                    <a:pt x="121186" y="6394"/>
                  </a:lnTo>
                  <a:lnTo>
                    <a:pt x="116117" y="7931"/>
                  </a:lnTo>
                  <a:lnTo>
                    <a:pt x="111099" y="9628"/>
                  </a:lnTo>
                  <a:lnTo>
                    <a:pt x="106138" y="11484"/>
                  </a:lnTo>
                  <a:lnTo>
                    <a:pt x="101237" y="13495"/>
                  </a:lnTo>
                  <a:lnTo>
                    <a:pt x="96403" y="15661"/>
                  </a:lnTo>
                  <a:lnTo>
                    <a:pt x="91640" y="17979"/>
                  </a:lnTo>
                  <a:lnTo>
                    <a:pt x="86953" y="20447"/>
                  </a:lnTo>
                  <a:lnTo>
                    <a:pt x="82347" y="23062"/>
                  </a:lnTo>
                  <a:lnTo>
                    <a:pt x="77825" y="25821"/>
                  </a:lnTo>
                  <a:lnTo>
                    <a:pt x="73393" y="28723"/>
                  </a:lnTo>
                  <a:lnTo>
                    <a:pt x="69056" y="31763"/>
                  </a:lnTo>
                  <a:lnTo>
                    <a:pt x="64817" y="34939"/>
                  </a:lnTo>
                  <a:lnTo>
                    <a:pt x="60680" y="38248"/>
                  </a:lnTo>
                  <a:lnTo>
                    <a:pt x="56651" y="41687"/>
                  </a:lnTo>
                  <a:lnTo>
                    <a:pt x="52732" y="45251"/>
                  </a:lnTo>
                  <a:lnTo>
                    <a:pt x="48929" y="48938"/>
                  </a:lnTo>
                  <a:lnTo>
                    <a:pt x="45244" y="52743"/>
                  </a:lnTo>
                  <a:lnTo>
                    <a:pt x="41682" y="56663"/>
                  </a:lnTo>
                  <a:lnTo>
                    <a:pt x="38245" y="60694"/>
                  </a:lnTo>
                  <a:lnTo>
                    <a:pt x="34938" y="64832"/>
                  </a:lnTo>
                  <a:lnTo>
                    <a:pt x="31764" y="69073"/>
                  </a:lnTo>
                  <a:lnTo>
                    <a:pt x="28726" y="73412"/>
                  </a:lnTo>
                  <a:lnTo>
                    <a:pt x="25826" y="77845"/>
                  </a:lnTo>
                  <a:lnTo>
                    <a:pt x="23069" y="82368"/>
                  </a:lnTo>
                  <a:lnTo>
                    <a:pt x="20456" y="86976"/>
                  </a:lnTo>
                  <a:lnTo>
                    <a:pt x="17991" y="91664"/>
                  </a:lnTo>
                  <a:lnTo>
                    <a:pt x="15675" y="96428"/>
                  </a:lnTo>
                  <a:lnTo>
                    <a:pt x="13512" y="101263"/>
                  </a:lnTo>
                  <a:lnTo>
                    <a:pt x="11503" y="106165"/>
                  </a:lnTo>
                  <a:lnTo>
                    <a:pt x="9650" y="111127"/>
                  </a:lnTo>
                  <a:lnTo>
                    <a:pt x="7955" y="116146"/>
                  </a:lnTo>
                  <a:lnTo>
                    <a:pt x="6420" y="121216"/>
                  </a:lnTo>
                  <a:lnTo>
                    <a:pt x="5046" y="126331"/>
                  </a:lnTo>
                  <a:lnTo>
                    <a:pt x="3836" y="131488"/>
                  </a:lnTo>
                  <a:lnTo>
                    <a:pt x="2789" y="136681"/>
                  </a:lnTo>
                  <a:lnTo>
                    <a:pt x="1907" y="141904"/>
                  </a:lnTo>
                  <a:lnTo>
                    <a:pt x="1191" y="147152"/>
                  </a:lnTo>
                  <a:lnTo>
                    <a:pt x="642" y="152421"/>
                  </a:lnTo>
                  <a:lnTo>
                    <a:pt x="260" y="157704"/>
                  </a:lnTo>
                  <a:lnTo>
                    <a:pt x="46" y="162997"/>
                  </a:lnTo>
                  <a:lnTo>
                    <a:pt x="0" y="168294"/>
                  </a:lnTo>
                  <a:lnTo>
                    <a:pt x="121" y="173590"/>
                  </a:lnTo>
                  <a:lnTo>
                    <a:pt x="410" y="178879"/>
                  </a:lnTo>
                  <a:lnTo>
                    <a:pt x="866" y="184156"/>
                  </a:lnTo>
                  <a:lnTo>
                    <a:pt x="1490" y="189416"/>
                  </a:lnTo>
                  <a:lnTo>
                    <a:pt x="2279" y="194654"/>
                  </a:lnTo>
                  <a:lnTo>
                    <a:pt x="3235" y="199864"/>
                  </a:lnTo>
                  <a:lnTo>
                    <a:pt x="4355" y="205042"/>
                  </a:lnTo>
                  <a:lnTo>
                    <a:pt x="5638" y="210181"/>
                  </a:lnTo>
                  <a:lnTo>
                    <a:pt x="7084" y="215277"/>
                  </a:lnTo>
                  <a:lnTo>
                    <a:pt x="8690" y="220325"/>
                  </a:lnTo>
                  <a:lnTo>
                    <a:pt x="10455" y="225319"/>
                  </a:lnTo>
                  <a:lnTo>
                    <a:pt x="12378" y="230255"/>
                  </a:lnTo>
                  <a:lnTo>
                    <a:pt x="14456" y="235127"/>
                  </a:lnTo>
                  <a:lnTo>
                    <a:pt x="16688" y="239931"/>
                  </a:lnTo>
                  <a:lnTo>
                    <a:pt x="19071" y="244662"/>
                  </a:lnTo>
                  <a:lnTo>
                    <a:pt x="21602" y="249315"/>
                  </a:lnTo>
                  <a:lnTo>
                    <a:pt x="24279" y="253886"/>
                  </a:lnTo>
                  <a:lnTo>
                    <a:pt x="27100" y="258369"/>
                  </a:lnTo>
                  <a:lnTo>
                    <a:pt x="30062" y="262761"/>
                  </a:lnTo>
                  <a:lnTo>
                    <a:pt x="33161" y="267057"/>
                  </a:lnTo>
                  <a:lnTo>
                    <a:pt x="36395" y="271252"/>
                  </a:lnTo>
                  <a:lnTo>
                    <a:pt x="39760" y="275343"/>
                  </a:lnTo>
                  <a:lnTo>
                    <a:pt x="43253" y="279325"/>
                  </a:lnTo>
                  <a:lnTo>
                    <a:pt x="46870" y="283195"/>
                  </a:lnTo>
                  <a:lnTo>
                    <a:pt x="50608" y="286948"/>
                  </a:lnTo>
                  <a:lnTo>
                    <a:pt x="54464" y="290580"/>
                  </a:lnTo>
                  <a:lnTo>
                    <a:pt x="58432" y="294089"/>
                  </a:lnTo>
                  <a:lnTo>
                    <a:pt x="62510" y="297470"/>
                  </a:lnTo>
                  <a:lnTo>
                    <a:pt x="66692" y="300720"/>
                  </a:lnTo>
                  <a:lnTo>
                    <a:pt x="70976" y="303837"/>
                  </a:lnTo>
                  <a:lnTo>
                    <a:pt x="75356" y="306815"/>
                  </a:lnTo>
                  <a:lnTo>
                    <a:pt x="79828" y="309654"/>
                  </a:lnTo>
                  <a:lnTo>
                    <a:pt x="84388" y="312350"/>
                  </a:lnTo>
                  <a:lnTo>
                    <a:pt x="89031" y="314899"/>
                  </a:lnTo>
                  <a:lnTo>
                    <a:pt x="93753" y="317300"/>
                  </a:lnTo>
                  <a:lnTo>
                    <a:pt x="98548" y="319551"/>
                  </a:lnTo>
                  <a:lnTo>
                    <a:pt x="103412" y="321648"/>
                  </a:lnTo>
                  <a:lnTo>
                    <a:pt x="108340" y="323591"/>
                  </a:lnTo>
                  <a:lnTo>
                    <a:pt x="113327" y="325376"/>
                  </a:lnTo>
                  <a:lnTo>
                    <a:pt x="118369" y="327002"/>
                  </a:lnTo>
                  <a:lnTo>
                    <a:pt x="123459" y="328468"/>
                  </a:lnTo>
                  <a:lnTo>
                    <a:pt x="128593" y="329771"/>
                  </a:lnTo>
                  <a:lnTo>
                    <a:pt x="133766" y="330912"/>
                  </a:lnTo>
                  <a:lnTo>
                    <a:pt x="138972" y="331888"/>
                  </a:lnTo>
                  <a:lnTo>
                    <a:pt x="144207" y="332698"/>
                  </a:lnTo>
                  <a:lnTo>
                    <a:pt x="149465" y="333342"/>
                  </a:lnTo>
                  <a:lnTo>
                    <a:pt x="154740" y="333819"/>
                  </a:lnTo>
                  <a:lnTo>
                    <a:pt x="160028" y="334129"/>
                  </a:lnTo>
                  <a:lnTo>
                    <a:pt x="165323" y="334272"/>
                  </a:lnTo>
                  <a:lnTo>
                    <a:pt x="170620" y="334246"/>
                  </a:lnTo>
                  <a:lnTo>
                    <a:pt x="175914" y="334052"/>
                  </a:lnTo>
                  <a:lnTo>
                    <a:pt x="181199" y="333691"/>
                  </a:lnTo>
                  <a:lnTo>
                    <a:pt x="186469" y="333163"/>
                  </a:lnTo>
                  <a:lnTo>
                    <a:pt x="191721" y="332468"/>
                  </a:lnTo>
                  <a:lnTo>
                    <a:pt x="196947" y="331607"/>
                  </a:lnTo>
                  <a:lnTo>
                    <a:pt x="202144" y="330581"/>
                  </a:lnTo>
                  <a:lnTo>
                    <a:pt x="207305" y="329390"/>
                  </a:lnTo>
                  <a:lnTo>
                    <a:pt x="212427" y="328037"/>
                  </a:lnTo>
                  <a:lnTo>
                    <a:pt x="217503" y="326522"/>
                  </a:lnTo>
                  <a:lnTo>
                    <a:pt x="222528" y="324847"/>
                  </a:lnTo>
                  <a:lnTo>
                    <a:pt x="227497" y="323014"/>
                  </a:lnTo>
                  <a:lnTo>
                    <a:pt x="232407" y="321024"/>
                  </a:lnTo>
                  <a:lnTo>
                    <a:pt x="237250" y="318880"/>
                  </a:lnTo>
                  <a:lnTo>
                    <a:pt x="242023" y="316583"/>
                  </a:lnTo>
                  <a:lnTo>
                    <a:pt x="246721" y="314136"/>
                  </a:lnTo>
                  <a:lnTo>
                    <a:pt x="251340" y="311541"/>
                  </a:lnTo>
                  <a:lnTo>
                    <a:pt x="255873" y="308802"/>
                  </a:lnTo>
                  <a:lnTo>
                    <a:pt x="260318" y="305920"/>
                  </a:lnTo>
                  <a:lnTo>
                    <a:pt x="264669" y="302899"/>
                  </a:lnTo>
                  <a:lnTo>
                    <a:pt x="268922" y="299742"/>
                  </a:lnTo>
                  <a:lnTo>
                    <a:pt x="273073" y="296451"/>
                  </a:lnTo>
                  <a:lnTo>
                    <a:pt x="277118" y="293030"/>
                  </a:lnTo>
                  <a:lnTo>
                    <a:pt x="281052" y="289483"/>
                  </a:lnTo>
                  <a:lnTo>
                    <a:pt x="284872" y="285814"/>
                  </a:lnTo>
                  <a:lnTo>
                    <a:pt x="288573" y="282025"/>
                  </a:lnTo>
                  <a:lnTo>
                    <a:pt x="292153" y="278120"/>
                  </a:lnTo>
                  <a:lnTo>
                    <a:pt x="295607" y="274104"/>
                  </a:lnTo>
                  <a:lnTo>
                    <a:pt x="298933" y="269981"/>
                  </a:lnTo>
                  <a:lnTo>
                    <a:pt x="302126" y="265755"/>
                  </a:lnTo>
                  <a:lnTo>
                    <a:pt x="305183" y="261429"/>
                  </a:lnTo>
                  <a:lnTo>
                    <a:pt x="308102" y="257009"/>
                  </a:lnTo>
                  <a:lnTo>
                    <a:pt x="310880" y="252498"/>
                  </a:lnTo>
                  <a:lnTo>
                    <a:pt x="313513" y="247902"/>
                  </a:lnTo>
                  <a:lnTo>
                    <a:pt x="315999" y="243225"/>
                  </a:lnTo>
                  <a:lnTo>
                    <a:pt x="318335" y="238471"/>
                  </a:lnTo>
                  <a:lnTo>
                    <a:pt x="320520" y="233645"/>
                  </a:lnTo>
                  <a:lnTo>
                    <a:pt x="322551" y="228753"/>
                  </a:lnTo>
                  <a:lnTo>
                    <a:pt x="324426" y="223799"/>
                  </a:lnTo>
                  <a:lnTo>
                    <a:pt x="326143" y="218788"/>
                  </a:lnTo>
                  <a:lnTo>
                    <a:pt x="327701" y="213725"/>
                  </a:lnTo>
                  <a:lnTo>
                    <a:pt x="329097" y="208615"/>
                  </a:lnTo>
                  <a:lnTo>
                    <a:pt x="330330" y="203464"/>
                  </a:lnTo>
                  <a:lnTo>
                    <a:pt x="331400" y="198276"/>
                  </a:lnTo>
                  <a:lnTo>
                    <a:pt x="332305" y="193057"/>
                  </a:lnTo>
                  <a:lnTo>
                    <a:pt x="333044" y="187811"/>
                  </a:lnTo>
                  <a:lnTo>
                    <a:pt x="333616" y="182545"/>
                  </a:lnTo>
                  <a:lnTo>
                    <a:pt x="334022" y="177264"/>
                  </a:lnTo>
                  <a:lnTo>
                    <a:pt x="334260" y="171972"/>
                  </a:lnTo>
                  <a:lnTo>
                    <a:pt x="334330" y="166676"/>
                  </a:lnTo>
                  <a:lnTo>
                    <a:pt x="334232" y="161379"/>
                  </a:lnTo>
                  <a:lnTo>
                    <a:pt x="333966" y="156089"/>
                  </a:lnTo>
                  <a:lnTo>
                    <a:pt x="333533" y="150810"/>
                  </a:lnTo>
                  <a:lnTo>
                    <a:pt x="332933" y="145547"/>
                  </a:lnTo>
                  <a:lnTo>
                    <a:pt x="332167" y="140305"/>
                  </a:lnTo>
                  <a:lnTo>
                    <a:pt x="331234" y="135091"/>
                  </a:lnTo>
                  <a:lnTo>
                    <a:pt x="330137" y="129909"/>
                  </a:lnTo>
                  <a:lnTo>
                    <a:pt x="328877" y="124764"/>
                  </a:lnTo>
                  <a:lnTo>
                    <a:pt x="327454" y="119662"/>
                  </a:lnTo>
                  <a:lnTo>
                    <a:pt x="325870" y="114607"/>
                  </a:lnTo>
                  <a:lnTo>
                    <a:pt x="324127" y="109605"/>
                  </a:lnTo>
                  <a:lnTo>
                    <a:pt x="322226" y="104661"/>
                  </a:lnTo>
                  <a:lnTo>
                    <a:pt x="320169" y="99779"/>
                  </a:lnTo>
                  <a:lnTo>
                    <a:pt x="317959" y="94965"/>
                  </a:lnTo>
                  <a:lnTo>
                    <a:pt x="315597" y="90224"/>
                  </a:lnTo>
                  <a:lnTo>
                    <a:pt x="313087" y="85559"/>
                  </a:lnTo>
                  <a:lnTo>
                    <a:pt x="310429" y="80977"/>
                  </a:lnTo>
                  <a:lnTo>
                    <a:pt x="307628" y="76481"/>
                  </a:lnTo>
                  <a:lnTo>
                    <a:pt x="304686" y="72076"/>
                  </a:lnTo>
                  <a:lnTo>
                    <a:pt x="301606" y="67767"/>
                  </a:lnTo>
                  <a:lnTo>
                    <a:pt x="298391" y="63557"/>
                  </a:lnTo>
                  <a:lnTo>
                    <a:pt x="295044" y="59451"/>
                  </a:lnTo>
                  <a:lnTo>
                    <a:pt x="291569" y="55454"/>
                  </a:lnTo>
                  <a:lnTo>
                    <a:pt x="287969" y="51568"/>
                  </a:lnTo>
                  <a:lnTo>
                    <a:pt x="284247" y="47799"/>
                  </a:lnTo>
                  <a:lnTo>
                    <a:pt x="280408" y="44149"/>
                  </a:lnTo>
                  <a:lnTo>
                    <a:pt x="276455" y="40623"/>
                  </a:lnTo>
                  <a:lnTo>
                    <a:pt x="272393" y="37223"/>
                  </a:lnTo>
                  <a:lnTo>
                    <a:pt x="268225" y="33955"/>
                  </a:lnTo>
                  <a:lnTo>
                    <a:pt x="263955" y="30820"/>
                  </a:lnTo>
                  <a:lnTo>
                    <a:pt x="259588" y="27821"/>
                  </a:lnTo>
                  <a:lnTo>
                    <a:pt x="255128" y="24963"/>
                  </a:lnTo>
                  <a:lnTo>
                    <a:pt x="250580" y="22247"/>
                  </a:lnTo>
                  <a:lnTo>
                    <a:pt x="245949" y="19677"/>
                  </a:lnTo>
                  <a:lnTo>
                    <a:pt x="241238" y="17255"/>
                  </a:lnTo>
                  <a:lnTo>
                    <a:pt x="236453" y="14983"/>
                  </a:lnTo>
                  <a:lnTo>
                    <a:pt x="231598" y="12864"/>
                  </a:lnTo>
                  <a:lnTo>
                    <a:pt x="226678" y="10900"/>
                  </a:lnTo>
                  <a:lnTo>
                    <a:pt x="221699" y="9093"/>
                  </a:lnTo>
                  <a:lnTo>
                    <a:pt x="167163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3707720"/>
              <a:ext cx="54536" cy="167167"/>
            </a:xfrm>
            <a:custGeom>
              <a:avLst/>
              <a:pathLst>
                <a:path w="54536" h="167167">
                  <a:moveTo>
                    <a:pt x="54536" y="9146"/>
                  </a:moveTo>
                  <a:lnTo>
                    <a:pt x="48665" y="7240"/>
                  </a:lnTo>
                  <a:lnTo>
                    <a:pt x="42728" y="5553"/>
                  </a:lnTo>
                  <a:lnTo>
                    <a:pt x="36733" y="4085"/>
                  </a:lnTo>
                  <a:lnTo>
                    <a:pt x="30687" y="2840"/>
                  </a:lnTo>
                  <a:lnTo>
                    <a:pt x="24600" y="1820"/>
                  </a:lnTo>
                  <a:lnTo>
                    <a:pt x="18479" y="1024"/>
                  </a:lnTo>
                  <a:lnTo>
                    <a:pt x="12333" y="455"/>
                  </a:lnTo>
                  <a:lnTo>
                    <a:pt x="6171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77089" y="4213821"/>
              <a:ext cx="4198" cy="167167"/>
            </a:xfrm>
            <a:custGeom>
              <a:avLst/>
              <a:pathLst>
                <a:path w="4198" h="167167">
                  <a:moveTo>
                    <a:pt x="4198" y="0"/>
                  </a:moveTo>
                  <a:lnTo>
                    <a:pt x="0" y="52"/>
                  </a:lnTo>
                  <a:lnTo>
                    <a:pt x="419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7089" y="4213874"/>
              <a:ext cx="4198" cy="167114"/>
            </a:xfrm>
            <a:custGeom>
              <a:avLst/>
              <a:pathLst>
                <a:path w="4198" h="167114">
                  <a:moveTo>
                    <a:pt x="0" y="0"/>
                  </a:moveTo>
                  <a:lnTo>
                    <a:pt x="4198" y="16711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14124" y="4213874"/>
              <a:ext cx="334330" cy="334272"/>
            </a:xfrm>
            <a:custGeom>
              <a:avLst/>
              <a:pathLst>
                <a:path w="334330" h="334272">
                  <a:moveTo>
                    <a:pt x="162964" y="0"/>
                  </a:moveTo>
                  <a:lnTo>
                    <a:pt x="157672" y="216"/>
                  </a:lnTo>
                  <a:lnTo>
                    <a:pt x="152389" y="601"/>
                  </a:lnTo>
                  <a:lnTo>
                    <a:pt x="147120" y="1153"/>
                  </a:lnTo>
                  <a:lnTo>
                    <a:pt x="141872" y="1871"/>
                  </a:lnTo>
                  <a:lnTo>
                    <a:pt x="136650" y="2755"/>
                  </a:lnTo>
                  <a:lnTo>
                    <a:pt x="131458" y="3804"/>
                  </a:lnTo>
                  <a:lnTo>
                    <a:pt x="126301" y="5018"/>
                  </a:lnTo>
                  <a:lnTo>
                    <a:pt x="121186" y="6394"/>
                  </a:lnTo>
                  <a:lnTo>
                    <a:pt x="116117" y="7931"/>
                  </a:lnTo>
                  <a:lnTo>
                    <a:pt x="111099" y="9628"/>
                  </a:lnTo>
                  <a:lnTo>
                    <a:pt x="106138" y="11484"/>
                  </a:lnTo>
                  <a:lnTo>
                    <a:pt x="101237" y="13495"/>
                  </a:lnTo>
                  <a:lnTo>
                    <a:pt x="96403" y="15661"/>
                  </a:lnTo>
                  <a:lnTo>
                    <a:pt x="91640" y="17979"/>
                  </a:lnTo>
                  <a:lnTo>
                    <a:pt x="86953" y="20447"/>
                  </a:lnTo>
                  <a:lnTo>
                    <a:pt x="82347" y="23062"/>
                  </a:lnTo>
                  <a:lnTo>
                    <a:pt x="77825" y="25821"/>
                  </a:lnTo>
                  <a:lnTo>
                    <a:pt x="73393" y="28723"/>
                  </a:lnTo>
                  <a:lnTo>
                    <a:pt x="69056" y="31763"/>
                  </a:lnTo>
                  <a:lnTo>
                    <a:pt x="64817" y="34939"/>
                  </a:lnTo>
                  <a:lnTo>
                    <a:pt x="60680" y="38248"/>
                  </a:lnTo>
                  <a:lnTo>
                    <a:pt x="56651" y="41687"/>
                  </a:lnTo>
                  <a:lnTo>
                    <a:pt x="52732" y="45251"/>
                  </a:lnTo>
                  <a:lnTo>
                    <a:pt x="48929" y="48938"/>
                  </a:lnTo>
                  <a:lnTo>
                    <a:pt x="45244" y="52743"/>
                  </a:lnTo>
                  <a:lnTo>
                    <a:pt x="41682" y="56663"/>
                  </a:lnTo>
                  <a:lnTo>
                    <a:pt x="38245" y="60694"/>
                  </a:lnTo>
                  <a:lnTo>
                    <a:pt x="34938" y="64832"/>
                  </a:lnTo>
                  <a:lnTo>
                    <a:pt x="31764" y="69073"/>
                  </a:lnTo>
                  <a:lnTo>
                    <a:pt x="28726" y="73412"/>
                  </a:lnTo>
                  <a:lnTo>
                    <a:pt x="25826" y="77845"/>
                  </a:lnTo>
                  <a:lnTo>
                    <a:pt x="23069" y="82368"/>
                  </a:lnTo>
                  <a:lnTo>
                    <a:pt x="20456" y="86976"/>
                  </a:lnTo>
                  <a:lnTo>
                    <a:pt x="17991" y="91664"/>
                  </a:lnTo>
                  <a:lnTo>
                    <a:pt x="15675" y="96428"/>
                  </a:lnTo>
                  <a:lnTo>
                    <a:pt x="13512" y="101263"/>
                  </a:lnTo>
                  <a:lnTo>
                    <a:pt x="11503" y="106165"/>
                  </a:lnTo>
                  <a:lnTo>
                    <a:pt x="9650" y="111127"/>
                  </a:lnTo>
                  <a:lnTo>
                    <a:pt x="7955" y="116146"/>
                  </a:lnTo>
                  <a:lnTo>
                    <a:pt x="6420" y="121216"/>
                  </a:lnTo>
                  <a:lnTo>
                    <a:pt x="5046" y="126331"/>
                  </a:lnTo>
                  <a:lnTo>
                    <a:pt x="3836" y="131488"/>
                  </a:lnTo>
                  <a:lnTo>
                    <a:pt x="2789" y="136681"/>
                  </a:lnTo>
                  <a:lnTo>
                    <a:pt x="1907" y="141904"/>
                  </a:lnTo>
                  <a:lnTo>
                    <a:pt x="1191" y="147152"/>
                  </a:lnTo>
                  <a:lnTo>
                    <a:pt x="642" y="152421"/>
                  </a:lnTo>
                  <a:lnTo>
                    <a:pt x="260" y="157704"/>
                  </a:lnTo>
                  <a:lnTo>
                    <a:pt x="46" y="162997"/>
                  </a:lnTo>
                  <a:lnTo>
                    <a:pt x="0" y="168294"/>
                  </a:lnTo>
                  <a:lnTo>
                    <a:pt x="121" y="173590"/>
                  </a:lnTo>
                  <a:lnTo>
                    <a:pt x="410" y="178879"/>
                  </a:lnTo>
                  <a:lnTo>
                    <a:pt x="866" y="184156"/>
                  </a:lnTo>
                  <a:lnTo>
                    <a:pt x="1490" y="189416"/>
                  </a:lnTo>
                  <a:lnTo>
                    <a:pt x="2279" y="194654"/>
                  </a:lnTo>
                  <a:lnTo>
                    <a:pt x="3235" y="199864"/>
                  </a:lnTo>
                  <a:lnTo>
                    <a:pt x="4355" y="205042"/>
                  </a:lnTo>
                  <a:lnTo>
                    <a:pt x="5638" y="210181"/>
                  </a:lnTo>
                  <a:lnTo>
                    <a:pt x="7084" y="215277"/>
                  </a:lnTo>
                  <a:lnTo>
                    <a:pt x="8690" y="220325"/>
                  </a:lnTo>
                  <a:lnTo>
                    <a:pt x="10455" y="225319"/>
                  </a:lnTo>
                  <a:lnTo>
                    <a:pt x="12378" y="230255"/>
                  </a:lnTo>
                  <a:lnTo>
                    <a:pt x="14456" y="235127"/>
                  </a:lnTo>
                  <a:lnTo>
                    <a:pt x="16688" y="239931"/>
                  </a:lnTo>
                  <a:lnTo>
                    <a:pt x="19071" y="244662"/>
                  </a:lnTo>
                  <a:lnTo>
                    <a:pt x="21602" y="249315"/>
                  </a:lnTo>
                  <a:lnTo>
                    <a:pt x="24279" y="253886"/>
                  </a:lnTo>
                  <a:lnTo>
                    <a:pt x="27100" y="258369"/>
                  </a:lnTo>
                  <a:lnTo>
                    <a:pt x="30062" y="262761"/>
                  </a:lnTo>
                  <a:lnTo>
                    <a:pt x="33161" y="267057"/>
                  </a:lnTo>
                  <a:lnTo>
                    <a:pt x="36395" y="271252"/>
                  </a:lnTo>
                  <a:lnTo>
                    <a:pt x="39760" y="275343"/>
                  </a:lnTo>
                  <a:lnTo>
                    <a:pt x="43253" y="279325"/>
                  </a:lnTo>
                  <a:lnTo>
                    <a:pt x="46870" y="283195"/>
                  </a:lnTo>
                  <a:lnTo>
                    <a:pt x="50608" y="286948"/>
                  </a:lnTo>
                  <a:lnTo>
                    <a:pt x="54464" y="290580"/>
                  </a:lnTo>
                  <a:lnTo>
                    <a:pt x="58432" y="294089"/>
                  </a:lnTo>
                  <a:lnTo>
                    <a:pt x="62510" y="297470"/>
                  </a:lnTo>
                  <a:lnTo>
                    <a:pt x="66692" y="300720"/>
                  </a:lnTo>
                  <a:lnTo>
                    <a:pt x="70976" y="303837"/>
                  </a:lnTo>
                  <a:lnTo>
                    <a:pt x="75356" y="306815"/>
                  </a:lnTo>
                  <a:lnTo>
                    <a:pt x="79828" y="309654"/>
                  </a:lnTo>
                  <a:lnTo>
                    <a:pt x="84388" y="312350"/>
                  </a:lnTo>
                  <a:lnTo>
                    <a:pt x="89031" y="314899"/>
                  </a:lnTo>
                  <a:lnTo>
                    <a:pt x="93753" y="317300"/>
                  </a:lnTo>
                  <a:lnTo>
                    <a:pt x="98548" y="319551"/>
                  </a:lnTo>
                  <a:lnTo>
                    <a:pt x="103412" y="321648"/>
                  </a:lnTo>
                  <a:lnTo>
                    <a:pt x="108340" y="323591"/>
                  </a:lnTo>
                  <a:lnTo>
                    <a:pt x="113327" y="325376"/>
                  </a:lnTo>
                  <a:lnTo>
                    <a:pt x="118369" y="327002"/>
                  </a:lnTo>
                  <a:lnTo>
                    <a:pt x="123459" y="328468"/>
                  </a:lnTo>
                  <a:lnTo>
                    <a:pt x="128593" y="329771"/>
                  </a:lnTo>
                  <a:lnTo>
                    <a:pt x="133766" y="330912"/>
                  </a:lnTo>
                  <a:lnTo>
                    <a:pt x="138972" y="331888"/>
                  </a:lnTo>
                  <a:lnTo>
                    <a:pt x="144207" y="332698"/>
                  </a:lnTo>
                  <a:lnTo>
                    <a:pt x="149465" y="333342"/>
                  </a:lnTo>
                  <a:lnTo>
                    <a:pt x="154740" y="333819"/>
                  </a:lnTo>
                  <a:lnTo>
                    <a:pt x="160028" y="334129"/>
                  </a:lnTo>
                  <a:lnTo>
                    <a:pt x="165323" y="334272"/>
                  </a:lnTo>
                  <a:lnTo>
                    <a:pt x="170620" y="334246"/>
                  </a:lnTo>
                  <a:lnTo>
                    <a:pt x="175914" y="334052"/>
                  </a:lnTo>
                  <a:lnTo>
                    <a:pt x="181199" y="333691"/>
                  </a:lnTo>
                  <a:lnTo>
                    <a:pt x="186469" y="333163"/>
                  </a:lnTo>
                  <a:lnTo>
                    <a:pt x="191721" y="332468"/>
                  </a:lnTo>
                  <a:lnTo>
                    <a:pt x="196947" y="331607"/>
                  </a:lnTo>
                  <a:lnTo>
                    <a:pt x="202144" y="330581"/>
                  </a:lnTo>
                  <a:lnTo>
                    <a:pt x="207305" y="329390"/>
                  </a:lnTo>
                  <a:lnTo>
                    <a:pt x="212427" y="328037"/>
                  </a:lnTo>
                  <a:lnTo>
                    <a:pt x="217503" y="326522"/>
                  </a:lnTo>
                  <a:lnTo>
                    <a:pt x="222528" y="324847"/>
                  </a:lnTo>
                  <a:lnTo>
                    <a:pt x="227497" y="323014"/>
                  </a:lnTo>
                  <a:lnTo>
                    <a:pt x="232407" y="321024"/>
                  </a:lnTo>
                  <a:lnTo>
                    <a:pt x="237250" y="318880"/>
                  </a:lnTo>
                  <a:lnTo>
                    <a:pt x="242023" y="316583"/>
                  </a:lnTo>
                  <a:lnTo>
                    <a:pt x="246721" y="314136"/>
                  </a:lnTo>
                  <a:lnTo>
                    <a:pt x="251340" y="311541"/>
                  </a:lnTo>
                  <a:lnTo>
                    <a:pt x="255873" y="308802"/>
                  </a:lnTo>
                  <a:lnTo>
                    <a:pt x="260318" y="305920"/>
                  </a:lnTo>
                  <a:lnTo>
                    <a:pt x="264669" y="302899"/>
                  </a:lnTo>
                  <a:lnTo>
                    <a:pt x="268922" y="299742"/>
                  </a:lnTo>
                  <a:lnTo>
                    <a:pt x="273073" y="296451"/>
                  </a:lnTo>
                  <a:lnTo>
                    <a:pt x="277118" y="293030"/>
                  </a:lnTo>
                  <a:lnTo>
                    <a:pt x="281052" y="289483"/>
                  </a:lnTo>
                  <a:lnTo>
                    <a:pt x="284872" y="285814"/>
                  </a:lnTo>
                  <a:lnTo>
                    <a:pt x="288573" y="282025"/>
                  </a:lnTo>
                  <a:lnTo>
                    <a:pt x="292153" y="278120"/>
                  </a:lnTo>
                  <a:lnTo>
                    <a:pt x="295607" y="274104"/>
                  </a:lnTo>
                  <a:lnTo>
                    <a:pt x="298933" y="269981"/>
                  </a:lnTo>
                  <a:lnTo>
                    <a:pt x="302126" y="265755"/>
                  </a:lnTo>
                  <a:lnTo>
                    <a:pt x="305183" y="261429"/>
                  </a:lnTo>
                  <a:lnTo>
                    <a:pt x="308102" y="257009"/>
                  </a:lnTo>
                  <a:lnTo>
                    <a:pt x="310880" y="252498"/>
                  </a:lnTo>
                  <a:lnTo>
                    <a:pt x="313513" y="247902"/>
                  </a:lnTo>
                  <a:lnTo>
                    <a:pt x="315999" y="243225"/>
                  </a:lnTo>
                  <a:lnTo>
                    <a:pt x="318335" y="238471"/>
                  </a:lnTo>
                  <a:lnTo>
                    <a:pt x="320520" y="233645"/>
                  </a:lnTo>
                  <a:lnTo>
                    <a:pt x="322551" y="228753"/>
                  </a:lnTo>
                  <a:lnTo>
                    <a:pt x="324426" y="223799"/>
                  </a:lnTo>
                  <a:lnTo>
                    <a:pt x="326143" y="218788"/>
                  </a:lnTo>
                  <a:lnTo>
                    <a:pt x="327701" y="213725"/>
                  </a:lnTo>
                  <a:lnTo>
                    <a:pt x="329097" y="208615"/>
                  </a:lnTo>
                  <a:lnTo>
                    <a:pt x="330330" y="203464"/>
                  </a:lnTo>
                  <a:lnTo>
                    <a:pt x="331400" y="198276"/>
                  </a:lnTo>
                  <a:lnTo>
                    <a:pt x="332305" y="193057"/>
                  </a:lnTo>
                  <a:lnTo>
                    <a:pt x="333044" y="187811"/>
                  </a:lnTo>
                  <a:lnTo>
                    <a:pt x="333616" y="182545"/>
                  </a:lnTo>
                  <a:lnTo>
                    <a:pt x="334022" y="177264"/>
                  </a:lnTo>
                  <a:lnTo>
                    <a:pt x="334260" y="171972"/>
                  </a:lnTo>
                  <a:lnTo>
                    <a:pt x="334330" y="166676"/>
                  </a:lnTo>
                  <a:lnTo>
                    <a:pt x="334232" y="161379"/>
                  </a:lnTo>
                  <a:lnTo>
                    <a:pt x="333966" y="156089"/>
                  </a:lnTo>
                  <a:lnTo>
                    <a:pt x="333533" y="150810"/>
                  </a:lnTo>
                  <a:lnTo>
                    <a:pt x="332933" y="145547"/>
                  </a:lnTo>
                  <a:lnTo>
                    <a:pt x="332167" y="140305"/>
                  </a:lnTo>
                  <a:lnTo>
                    <a:pt x="331234" y="135091"/>
                  </a:lnTo>
                  <a:lnTo>
                    <a:pt x="330137" y="129909"/>
                  </a:lnTo>
                  <a:lnTo>
                    <a:pt x="328877" y="124764"/>
                  </a:lnTo>
                  <a:lnTo>
                    <a:pt x="327454" y="119662"/>
                  </a:lnTo>
                  <a:lnTo>
                    <a:pt x="325870" y="114607"/>
                  </a:lnTo>
                  <a:lnTo>
                    <a:pt x="324127" y="109605"/>
                  </a:lnTo>
                  <a:lnTo>
                    <a:pt x="322226" y="104661"/>
                  </a:lnTo>
                  <a:lnTo>
                    <a:pt x="320169" y="99779"/>
                  </a:lnTo>
                  <a:lnTo>
                    <a:pt x="317959" y="94965"/>
                  </a:lnTo>
                  <a:lnTo>
                    <a:pt x="315597" y="90224"/>
                  </a:lnTo>
                  <a:lnTo>
                    <a:pt x="313087" y="85559"/>
                  </a:lnTo>
                  <a:lnTo>
                    <a:pt x="310429" y="80977"/>
                  </a:lnTo>
                  <a:lnTo>
                    <a:pt x="307628" y="76481"/>
                  </a:lnTo>
                  <a:lnTo>
                    <a:pt x="304686" y="72076"/>
                  </a:lnTo>
                  <a:lnTo>
                    <a:pt x="301606" y="67767"/>
                  </a:lnTo>
                  <a:lnTo>
                    <a:pt x="298391" y="63557"/>
                  </a:lnTo>
                  <a:lnTo>
                    <a:pt x="295044" y="59451"/>
                  </a:lnTo>
                  <a:lnTo>
                    <a:pt x="291569" y="55454"/>
                  </a:lnTo>
                  <a:lnTo>
                    <a:pt x="287969" y="51568"/>
                  </a:lnTo>
                  <a:lnTo>
                    <a:pt x="284247" y="47799"/>
                  </a:lnTo>
                  <a:lnTo>
                    <a:pt x="280408" y="44149"/>
                  </a:lnTo>
                  <a:lnTo>
                    <a:pt x="276455" y="40623"/>
                  </a:lnTo>
                  <a:lnTo>
                    <a:pt x="272393" y="37223"/>
                  </a:lnTo>
                  <a:lnTo>
                    <a:pt x="268225" y="33955"/>
                  </a:lnTo>
                  <a:lnTo>
                    <a:pt x="263955" y="30820"/>
                  </a:lnTo>
                  <a:lnTo>
                    <a:pt x="259588" y="27821"/>
                  </a:lnTo>
                  <a:lnTo>
                    <a:pt x="255128" y="24963"/>
                  </a:lnTo>
                  <a:lnTo>
                    <a:pt x="250580" y="22247"/>
                  </a:lnTo>
                  <a:lnTo>
                    <a:pt x="245949" y="19677"/>
                  </a:lnTo>
                  <a:lnTo>
                    <a:pt x="241238" y="17255"/>
                  </a:lnTo>
                  <a:lnTo>
                    <a:pt x="236453" y="14983"/>
                  </a:lnTo>
                  <a:lnTo>
                    <a:pt x="231598" y="12864"/>
                  </a:lnTo>
                  <a:lnTo>
                    <a:pt x="226678" y="10900"/>
                  </a:lnTo>
                  <a:lnTo>
                    <a:pt x="221699" y="9093"/>
                  </a:lnTo>
                  <a:lnTo>
                    <a:pt x="167163" y="16711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4213821"/>
              <a:ext cx="54536" cy="167167"/>
            </a:xfrm>
            <a:custGeom>
              <a:avLst/>
              <a:pathLst>
                <a:path w="54536" h="167167">
                  <a:moveTo>
                    <a:pt x="54536" y="9146"/>
                  </a:moveTo>
                  <a:lnTo>
                    <a:pt x="48665" y="7240"/>
                  </a:lnTo>
                  <a:lnTo>
                    <a:pt x="42728" y="5553"/>
                  </a:lnTo>
                  <a:lnTo>
                    <a:pt x="36733" y="4085"/>
                  </a:lnTo>
                  <a:lnTo>
                    <a:pt x="30687" y="2840"/>
                  </a:lnTo>
                  <a:lnTo>
                    <a:pt x="24600" y="1820"/>
                  </a:lnTo>
                  <a:lnTo>
                    <a:pt x="18479" y="1024"/>
                  </a:lnTo>
                  <a:lnTo>
                    <a:pt x="12333" y="455"/>
                  </a:lnTo>
                  <a:lnTo>
                    <a:pt x="6171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5596" y="4659281"/>
              <a:ext cx="928" cy="167167"/>
            </a:xfrm>
            <a:custGeom>
              <a:avLst/>
              <a:pathLst>
                <a:path w="928" h="167167">
                  <a:moveTo>
                    <a:pt x="928" y="0"/>
                  </a:moveTo>
                  <a:lnTo>
                    <a:pt x="0" y="2"/>
                  </a:lnTo>
                  <a:lnTo>
                    <a:pt x="92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5596" y="4659284"/>
              <a:ext cx="928" cy="167164"/>
            </a:xfrm>
            <a:custGeom>
              <a:avLst/>
              <a:pathLst>
                <a:path w="928" h="167164">
                  <a:moveTo>
                    <a:pt x="0" y="0"/>
                  </a:moveTo>
                  <a:lnTo>
                    <a:pt x="928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920184" y="4659284"/>
              <a:ext cx="166340" cy="167164"/>
            </a:xfrm>
            <a:custGeom>
              <a:avLst/>
              <a:pathLst>
                <a:path w="166340" h="167164">
                  <a:moveTo>
                    <a:pt x="165411" y="0"/>
                  </a:moveTo>
                  <a:lnTo>
                    <a:pt x="159968" y="118"/>
                  </a:lnTo>
                  <a:lnTo>
                    <a:pt x="154531" y="415"/>
                  </a:lnTo>
                  <a:lnTo>
                    <a:pt x="149107" y="888"/>
                  </a:lnTo>
                  <a:lnTo>
                    <a:pt x="143701" y="1537"/>
                  </a:lnTo>
                  <a:lnTo>
                    <a:pt x="138320" y="2362"/>
                  </a:lnTo>
                  <a:lnTo>
                    <a:pt x="132967" y="3362"/>
                  </a:lnTo>
                  <a:lnTo>
                    <a:pt x="127651" y="4536"/>
                  </a:lnTo>
                  <a:lnTo>
                    <a:pt x="122375" y="5882"/>
                  </a:lnTo>
                  <a:lnTo>
                    <a:pt x="117146" y="7399"/>
                  </a:lnTo>
                  <a:lnTo>
                    <a:pt x="111969" y="9086"/>
                  </a:lnTo>
                  <a:lnTo>
                    <a:pt x="106850" y="10941"/>
                  </a:lnTo>
                  <a:lnTo>
                    <a:pt x="101794" y="12961"/>
                  </a:lnTo>
                  <a:lnTo>
                    <a:pt x="96806" y="15145"/>
                  </a:lnTo>
                  <a:lnTo>
                    <a:pt x="91892" y="17490"/>
                  </a:lnTo>
                  <a:lnTo>
                    <a:pt x="87058" y="19994"/>
                  </a:lnTo>
                  <a:lnTo>
                    <a:pt x="82307" y="22654"/>
                  </a:lnTo>
                  <a:lnTo>
                    <a:pt x="77645" y="25467"/>
                  </a:lnTo>
                  <a:lnTo>
                    <a:pt x="73078" y="28430"/>
                  </a:lnTo>
                  <a:lnTo>
                    <a:pt x="68609" y="31541"/>
                  </a:lnTo>
                  <a:lnTo>
                    <a:pt x="64244" y="34796"/>
                  </a:lnTo>
                  <a:lnTo>
                    <a:pt x="59988" y="38191"/>
                  </a:lnTo>
                  <a:lnTo>
                    <a:pt x="55844" y="41723"/>
                  </a:lnTo>
                  <a:lnTo>
                    <a:pt x="51817" y="45388"/>
                  </a:lnTo>
                  <a:lnTo>
                    <a:pt x="47912" y="49182"/>
                  </a:lnTo>
                  <a:lnTo>
                    <a:pt x="44133" y="53101"/>
                  </a:lnTo>
                  <a:lnTo>
                    <a:pt x="40483" y="57142"/>
                  </a:lnTo>
                  <a:lnTo>
                    <a:pt x="36967" y="61299"/>
                  </a:lnTo>
                  <a:lnTo>
                    <a:pt x="33588" y="65568"/>
                  </a:lnTo>
                  <a:lnTo>
                    <a:pt x="30350" y="69945"/>
                  </a:lnTo>
                  <a:lnTo>
                    <a:pt x="27256" y="74425"/>
                  </a:lnTo>
                  <a:lnTo>
                    <a:pt x="24309" y="79004"/>
                  </a:lnTo>
                  <a:lnTo>
                    <a:pt x="21514" y="83676"/>
                  </a:lnTo>
                  <a:lnTo>
                    <a:pt x="18872" y="88437"/>
                  </a:lnTo>
                  <a:lnTo>
                    <a:pt x="16386" y="93281"/>
                  </a:lnTo>
                  <a:lnTo>
                    <a:pt x="14059" y="98204"/>
                  </a:lnTo>
                  <a:lnTo>
                    <a:pt x="11894" y="103200"/>
                  </a:lnTo>
                  <a:lnTo>
                    <a:pt x="9893" y="108263"/>
                  </a:lnTo>
                  <a:lnTo>
                    <a:pt x="8058" y="113389"/>
                  </a:lnTo>
                  <a:lnTo>
                    <a:pt x="6391" y="118573"/>
                  </a:lnTo>
                  <a:lnTo>
                    <a:pt x="4893" y="123807"/>
                  </a:lnTo>
                  <a:lnTo>
                    <a:pt x="3567" y="129088"/>
                  </a:lnTo>
                  <a:lnTo>
                    <a:pt x="2413" y="134409"/>
                  </a:lnTo>
                  <a:lnTo>
                    <a:pt x="1433" y="139765"/>
                  </a:lnTo>
                  <a:lnTo>
                    <a:pt x="629" y="145150"/>
                  </a:lnTo>
                  <a:lnTo>
                    <a:pt x="0" y="150558"/>
                  </a:lnTo>
                  <a:lnTo>
                    <a:pt x="166340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919359" y="4659281"/>
              <a:ext cx="334321" cy="334330"/>
            </a:xfrm>
            <a:custGeom>
              <a:avLst/>
              <a:pathLst>
                <a:path w="334321" h="334330">
                  <a:moveTo>
                    <a:pt x="825" y="150561"/>
                  </a:moveTo>
                  <a:lnTo>
                    <a:pt x="382" y="155834"/>
                  </a:lnTo>
                  <a:lnTo>
                    <a:pt x="107" y="161119"/>
                  </a:lnTo>
                  <a:lnTo>
                    <a:pt x="0" y="166409"/>
                  </a:lnTo>
                  <a:lnTo>
                    <a:pt x="59" y="171701"/>
                  </a:lnTo>
                  <a:lnTo>
                    <a:pt x="287" y="176988"/>
                  </a:lnTo>
                  <a:lnTo>
                    <a:pt x="681" y="182265"/>
                  </a:lnTo>
                  <a:lnTo>
                    <a:pt x="1242" y="187527"/>
                  </a:lnTo>
                  <a:lnTo>
                    <a:pt x="1970" y="192769"/>
                  </a:lnTo>
                  <a:lnTo>
                    <a:pt x="2863" y="197984"/>
                  </a:lnTo>
                  <a:lnTo>
                    <a:pt x="3921" y="203169"/>
                  </a:lnTo>
                  <a:lnTo>
                    <a:pt x="5142" y="208318"/>
                  </a:lnTo>
                  <a:lnTo>
                    <a:pt x="6526" y="213426"/>
                  </a:lnTo>
                  <a:lnTo>
                    <a:pt x="8070" y="218488"/>
                  </a:lnTo>
                  <a:lnTo>
                    <a:pt x="9775" y="223497"/>
                  </a:lnTo>
                  <a:lnTo>
                    <a:pt x="11636" y="228451"/>
                  </a:lnTo>
                  <a:lnTo>
                    <a:pt x="13654" y="233343"/>
                  </a:lnTo>
                  <a:lnTo>
                    <a:pt x="15826" y="238169"/>
                  </a:lnTo>
                  <a:lnTo>
                    <a:pt x="18149" y="242923"/>
                  </a:lnTo>
                  <a:lnTo>
                    <a:pt x="20621" y="247602"/>
                  </a:lnTo>
                  <a:lnTo>
                    <a:pt x="23241" y="252200"/>
                  </a:lnTo>
                  <a:lnTo>
                    <a:pt x="26004" y="256713"/>
                  </a:lnTo>
                  <a:lnTo>
                    <a:pt x="28909" y="261136"/>
                  </a:lnTo>
                  <a:lnTo>
                    <a:pt x="31953" y="265465"/>
                  </a:lnTo>
                  <a:lnTo>
                    <a:pt x="35132" y="269696"/>
                  </a:lnTo>
                  <a:lnTo>
                    <a:pt x="38443" y="273823"/>
                  </a:lnTo>
                  <a:lnTo>
                    <a:pt x="41884" y="277844"/>
                  </a:lnTo>
                  <a:lnTo>
                    <a:pt x="45450" y="281754"/>
                  </a:lnTo>
                  <a:lnTo>
                    <a:pt x="49137" y="285549"/>
                  </a:lnTo>
                  <a:lnTo>
                    <a:pt x="52944" y="289226"/>
                  </a:lnTo>
                  <a:lnTo>
                    <a:pt x="56864" y="292780"/>
                  </a:lnTo>
                  <a:lnTo>
                    <a:pt x="60895" y="296208"/>
                  </a:lnTo>
                  <a:lnTo>
                    <a:pt x="65033" y="299507"/>
                  </a:lnTo>
                  <a:lnTo>
                    <a:pt x="69273" y="302674"/>
                  </a:lnTo>
                  <a:lnTo>
                    <a:pt x="73611" y="305704"/>
                  </a:lnTo>
                  <a:lnTo>
                    <a:pt x="78043" y="308596"/>
                  </a:lnTo>
                  <a:lnTo>
                    <a:pt x="82564" y="311346"/>
                  </a:lnTo>
                  <a:lnTo>
                    <a:pt x="87170" y="313952"/>
                  </a:lnTo>
                  <a:lnTo>
                    <a:pt x="91856" y="316410"/>
                  </a:lnTo>
                  <a:lnTo>
                    <a:pt x="96618" y="318719"/>
                  </a:lnTo>
                  <a:lnTo>
                    <a:pt x="101450" y="320876"/>
                  </a:lnTo>
                  <a:lnTo>
                    <a:pt x="106348" y="322879"/>
                  </a:lnTo>
                  <a:lnTo>
                    <a:pt x="111307" y="324726"/>
                  </a:lnTo>
                  <a:lnTo>
                    <a:pt x="116322" y="326415"/>
                  </a:lnTo>
                  <a:lnTo>
                    <a:pt x="121388" y="327944"/>
                  </a:lnTo>
                  <a:lnTo>
                    <a:pt x="126500" y="329313"/>
                  </a:lnTo>
                  <a:lnTo>
                    <a:pt x="131653" y="330519"/>
                  </a:lnTo>
                  <a:lnTo>
                    <a:pt x="136841" y="331561"/>
                  </a:lnTo>
                  <a:lnTo>
                    <a:pt x="142059" y="332438"/>
                  </a:lnTo>
                  <a:lnTo>
                    <a:pt x="147303" y="333150"/>
                  </a:lnTo>
                  <a:lnTo>
                    <a:pt x="152567" y="333696"/>
                  </a:lnTo>
                  <a:lnTo>
                    <a:pt x="157845" y="334074"/>
                  </a:lnTo>
                  <a:lnTo>
                    <a:pt x="163133" y="334286"/>
                  </a:lnTo>
                  <a:lnTo>
                    <a:pt x="168424" y="334330"/>
                  </a:lnTo>
                  <a:lnTo>
                    <a:pt x="173715" y="334206"/>
                  </a:lnTo>
                  <a:lnTo>
                    <a:pt x="178998" y="333915"/>
                  </a:lnTo>
                  <a:lnTo>
                    <a:pt x="184270" y="333457"/>
                  </a:lnTo>
                  <a:lnTo>
                    <a:pt x="189525" y="332832"/>
                  </a:lnTo>
                  <a:lnTo>
                    <a:pt x="194758" y="332041"/>
                  </a:lnTo>
                  <a:lnTo>
                    <a:pt x="199962" y="331086"/>
                  </a:lnTo>
                  <a:lnTo>
                    <a:pt x="205134" y="329965"/>
                  </a:lnTo>
                  <a:lnTo>
                    <a:pt x="210268" y="328682"/>
                  </a:lnTo>
                  <a:lnTo>
                    <a:pt x="215359" y="327237"/>
                  </a:lnTo>
                  <a:lnTo>
                    <a:pt x="220401" y="325631"/>
                  </a:lnTo>
                  <a:lnTo>
                    <a:pt x="225390" y="323867"/>
                  </a:lnTo>
                  <a:lnTo>
                    <a:pt x="230321" y="321945"/>
                  </a:lnTo>
                  <a:lnTo>
                    <a:pt x="235188" y="319869"/>
                  </a:lnTo>
                  <a:lnTo>
                    <a:pt x="239987" y="317639"/>
                  </a:lnTo>
                  <a:lnTo>
                    <a:pt x="244714" y="315259"/>
                  </a:lnTo>
                  <a:lnTo>
                    <a:pt x="249362" y="312730"/>
                  </a:lnTo>
                  <a:lnTo>
                    <a:pt x="253928" y="310055"/>
                  </a:lnTo>
                  <a:lnTo>
                    <a:pt x="258408" y="307238"/>
                  </a:lnTo>
                  <a:lnTo>
                    <a:pt x="262795" y="304279"/>
                  </a:lnTo>
                  <a:lnTo>
                    <a:pt x="267087" y="301184"/>
                  </a:lnTo>
                  <a:lnTo>
                    <a:pt x="271279" y="297954"/>
                  </a:lnTo>
                  <a:lnTo>
                    <a:pt x="275367" y="294593"/>
                  </a:lnTo>
                  <a:lnTo>
                    <a:pt x="279346" y="291104"/>
                  </a:lnTo>
                  <a:lnTo>
                    <a:pt x="283212" y="287492"/>
                  </a:lnTo>
                  <a:lnTo>
                    <a:pt x="286963" y="283758"/>
                  </a:lnTo>
                  <a:lnTo>
                    <a:pt x="290593" y="279908"/>
                  </a:lnTo>
                  <a:lnTo>
                    <a:pt x="294100" y="275945"/>
                  </a:lnTo>
                  <a:lnTo>
                    <a:pt x="297479" y="271872"/>
                  </a:lnTo>
                  <a:lnTo>
                    <a:pt x="300728" y="267695"/>
                  </a:lnTo>
                  <a:lnTo>
                    <a:pt x="303843" y="263417"/>
                  </a:lnTo>
                  <a:lnTo>
                    <a:pt x="306821" y="259043"/>
                  </a:lnTo>
                  <a:lnTo>
                    <a:pt x="309659" y="254577"/>
                  </a:lnTo>
                  <a:lnTo>
                    <a:pt x="312354" y="250023"/>
                  </a:lnTo>
                  <a:lnTo>
                    <a:pt x="314904" y="245386"/>
                  </a:lnTo>
                  <a:lnTo>
                    <a:pt x="317306" y="240670"/>
                  </a:lnTo>
                  <a:lnTo>
                    <a:pt x="319557" y="235881"/>
                  </a:lnTo>
                  <a:lnTo>
                    <a:pt x="321656" y="231023"/>
                  </a:lnTo>
                  <a:lnTo>
                    <a:pt x="323600" y="226101"/>
                  </a:lnTo>
                  <a:lnTo>
                    <a:pt x="325387" y="221120"/>
                  </a:lnTo>
                  <a:lnTo>
                    <a:pt x="327015" y="216085"/>
                  </a:lnTo>
                  <a:lnTo>
                    <a:pt x="328483" y="211001"/>
                  </a:lnTo>
                  <a:lnTo>
                    <a:pt x="329790" y="205873"/>
                  </a:lnTo>
                  <a:lnTo>
                    <a:pt x="330933" y="200707"/>
                  </a:lnTo>
                  <a:lnTo>
                    <a:pt x="331913" y="195506"/>
                  </a:lnTo>
                  <a:lnTo>
                    <a:pt x="332727" y="190277"/>
                  </a:lnTo>
                  <a:lnTo>
                    <a:pt x="333376" y="185025"/>
                  </a:lnTo>
                  <a:lnTo>
                    <a:pt x="333858" y="179756"/>
                  </a:lnTo>
                  <a:lnTo>
                    <a:pt x="334173" y="174473"/>
                  </a:lnTo>
                  <a:lnTo>
                    <a:pt x="334321" y="169183"/>
                  </a:lnTo>
                  <a:lnTo>
                    <a:pt x="334301" y="163892"/>
                  </a:lnTo>
                  <a:lnTo>
                    <a:pt x="334113" y="158603"/>
                  </a:lnTo>
                  <a:lnTo>
                    <a:pt x="333758" y="153323"/>
                  </a:lnTo>
                  <a:lnTo>
                    <a:pt x="333237" y="148057"/>
                  </a:lnTo>
                  <a:lnTo>
                    <a:pt x="332549" y="142810"/>
                  </a:lnTo>
                  <a:lnTo>
                    <a:pt x="331695" y="137588"/>
                  </a:lnTo>
                  <a:lnTo>
                    <a:pt x="330676" y="132395"/>
                  </a:lnTo>
                  <a:lnTo>
                    <a:pt x="329494" y="127237"/>
                  </a:lnTo>
                  <a:lnTo>
                    <a:pt x="328149" y="122119"/>
                  </a:lnTo>
                  <a:lnTo>
                    <a:pt x="326642" y="117046"/>
                  </a:lnTo>
                  <a:lnTo>
                    <a:pt x="324976" y="112023"/>
                  </a:lnTo>
                  <a:lnTo>
                    <a:pt x="323151" y="107056"/>
                  </a:lnTo>
                  <a:lnTo>
                    <a:pt x="321170" y="102149"/>
                  </a:lnTo>
                  <a:lnTo>
                    <a:pt x="319035" y="97307"/>
                  </a:lnTo>
                  <a:lnTo>
                    <a:pt x="316748" y="92535"/>
                  </a:lnTo>
                  <a:lnTo>
                    <a:pt x="314311" y="87838"/>
                  </a:lnTo>
                  <a:lnTo>
                    <a:pt x="311726" y="83220"/>
                  </a:lnTo>
                  <a:lnTo>
                    <a:pt x="308997" y="78686"/>
                  </a:lnTo>
                  <a:lnTo>
                    <a:pt x="306125" y="74242"/>
                  </a:lnTo>
                  <a:lnTo>
                    <a:pt x="303114" y="69890"/>
                  </a:lnTo>
                  <a:lnTo>
                    <a:pt x="299967" y="65635"/>
                  </a:lnTo>
                  <a:lnTo>
                    <a:pt x="296687" y="61483"/>
                  </a:lnTo>
                  <a:lnTo>
                    <a:pt x="293277" y="57436"/>
                  </a:lnTo>
                  <a:lnTo>
                    <a:pt x="289740" y="53500"/>
                  </a:lnTo>
                  <a:lnTo>
                    <a:pt x="286081" y="49677"/>
                  </a:lnTo>
                  <a:lnTo>
                    <a:pt x="282303" y="45972"/>
                  </a:lnTo>
                  <a:lnTo>
                    <a:pt x="278409" y="42388"/>
                  </a:lnTo>
                  <a:lnTo>
                    <a:pt x="274404" y="38930"/>
                  </a:lnTo>
                  <a:lnTo>
                    <a:pt x="270291" y="35600"/>
                  </a:lnTo>
                  <a:lnTo>
                    <a:pt x="266075" y="32401"/>
                  </a:lnTo>
                  <a:lnTo>
                    <a:pt x="261760" y="29338"/>
                  </a:lnTo>
                  <a:lnTo>
                    <a:pt x="257350" y="26413"/>
                  </a:lnTo>
                  <a:lnTo>
                    <a:pt x="252850" y="23629"/>
                  </a:lnTo>
                  <a:lnTo>
                    <a:pt x="248264" y="20989"/>
                  </a:lnTo>
                  <a:lnTo>
                    <a:pt x="243596" y="18495"/>
                  </a:lnTo>
                  <a:lnTo>
                    <a:pt x="238852" y="16151"/>
                  </a:lnTo>
                  <a:lnTo>
                    <a:pt x="234036" y="13957"/>
                  </a:lnTo>
                  <a:lnTo>
                    <a:pt x="229153" y="11917"/>
                  </a:lnTo>
                  <a:lnTo>
                    <a:pt x="224208" y="10033"/>
                  </a:lnTo>
                  <a:lnTo>
                    <a:pt x="219206" y="8306"/>
                  </a:lnTo>
                  <a:lnTo>
                    <a:pt x="214152" y="6739"/>
                  </a:lnTo>
                  <a:lnTo>
                    <a:pt x="209051" y="5332"/>
                  </a:lnTo>
                  <a:lnTo>
                    <a:pt x="203907" y="4087"/>
                  </a:lnTo>
                  <a:lnTo>
                    <a:pt x="198727" y="3006"/>
                  </a:lnTo>
                  <a:lnTo>
                    <a:pt x="193515" y="2089"/>
                  </a:lnTo>
                  <a:lnTo>
                    <a:pt x="188277" y="1338"/>
                  </a:lnTo>
                  <a:lnTo>
                    <a:pt x="183018" y="753"/>
                  </a:lnTo>
                  <a:lnTo>
                    <a:pt x="177742" y="334"/>
                  </a:lnTo>
                  <a:lnTo>
                    <a:pt x="172456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161" y="0"/>
                  </a:moveTo>
                  <a:lnTo>
                    <a:pt x="0" y="0"/>
                  </a:ln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59" y="5018213"/>
              <a:ext cx="161" cy="167167"/>
            </a:xfrm>
            <a:custGeom>
              <a:avLst/>
              <a:pathLst>
                <a:path w="161" h="167167">
                  <a:moveTo>
                    <a:pt x="0" y="0"/>
                  </a:moveTo>
                  <a:lnTo>
                    <a:pt x="161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321565" y="5018213"/>
              <a:ext cx="334321" cy="334329"/>
            </a:xfrm>
            <a:custGeom>
              <a:avLst/>
              <a:pathLst>
                <a:path w="334321" h="334329">
                  <a:moveTo>
                    <a:pt x="166993" y="0"/>
                  </a:moveTo>
                  <a:lnTo>
                    <a:pt x="161705" y="88"/>
                  </a:lnTo>
                  <a:lnTo>
                    <a:pt x="156422" y="344"/>
                  </a:lnTo>
                  <a:lnTo>
                    <a:pt x="151150" y="767"/>
                  </a:lnTo>
                  <a:lnTo>
                    <a:pt x="145895" y="1357"/>
                  </a:lnTo>
                  <a:lnTo>
                    <a:pt x="140660" y="2112"/>
                  </a:lnTo>
                  <a:lnTo>
                    <a:pt x="135452" y="3033"/>
                  </a:lnTo>
                  <a:lnTo>
                    <a:pt x="130275" y="4118"/>
                  </a:lnTo>
                  <a:lnTo>
                    <a:pt x="125136" y="5366"/>
                  </a:lnTo>
                  <a:lnTo>
                    <a:pt x="120039" y="6777"/>
                  </a:lnTo>
                  <a:lnTo>
                    <a:pt x="114988" y="8347"/>
                  </a:lnTo>
                  <a:lnTo>
                    <a:pt x="109990" y="10077"/>
                  </a:lnTo>
                  <a:lnTo>
                    <a:pt x="105050" y="11964"/>
                  </a:lnTo>
                  <a:lnTo>
                    <a:pt x="100171" y="14006"/>
                  </a:lnTo>
                  <a:lnTo>
                    <a:pt x="95359" y="16202"/>
                  </a:lnTo>
                  <a:lnTo>
                    <a:pt x="90620" y="18549"/>
                  </a:lnTo>
                  <a:lnTo>
                    <a:pt x="85957" y="21044"/>
                  </a:lnTo>
                  <a:lnTo>
                    <a:pt x="81375" y="23686"/>
                  </a:lnTo>
                  <a:lnTo>
                    <a:pt x="76879" y="26471"/>
                  </a:lnTo>
                  <a:lnTo>
                    <a:pt x="72473" y="29398"/>
                  </a:lnTo>
                  <a:lnTo>
                    <a:pt x="68162" y="32462"/>
                  </a:lnTo>
                  <a:lnTo>
                    <a:pt x="63951" y="35661"/>
                  </a:lnTo>
                  <a:lnTo>
                    <a:pt x="59842" y="38991"/>
                  </a:lnTo>
                  <a:lnTo>
                    <a:pt x="55841" y="42450"/>
                  </a:lnTo>
                  <a:lnTo>
                    <a:pt x="51952" y="46034"/>
                  </a:lnTo>
                  <a:lnTo>
                    <a:pt x="48177" y="49739"/>
                  </a:lnTo>
                  <a:lnTo>
                    <a:pt x="44522" y="53561"/>
                  </a:lnTo>
                  <a:lnTo>
                    <a:pt x="40990" y="57498"/>
                  </a:lnTo>
                  <a:lnTo>
                    <a:pt x="37583" y="61544"/>
                  </a:lnTo>
                  <a:lnTo>
                    <a:pt x="34307" y="65695"/>
                  </a:lnTo>
                  <a:lnTo>
                    <a:pt x="31164" y="69949"/>
                  </a:lnTo>
                  <a:lnTo>
                    <a:pt x="28156" y="74299"/>
                  </a:lnTo>
                  <a:lnTo>
                    <a:pt x="25288" y="78743"/>
                  </a:lnTo>
                  <a:lnTo>
                    <a:pt x="22562" y="83275"/>
                  </a:lnTo>
                  <a:lnTo>
                    <a:pt x="19980" y="87891"/>
                  </a:lnTo>
                  <a:lnTo>
                    <a:pt x="17546" y="92586"/>
                  </a:lnTo>
                  <a:lnTo>
                    <a:pt x="15262" y="97356"/>
                  </a:lnTo>
                  <a:lnTo>
                    <a:pt x="13129" y="102196"/>
                  </a:lnTo>
                  <a:lnTo>
                    <a:pt x="11151" y="107101"/>
                  </a:lnTo>
                  <a:lnTo>
                    <a:pt x="9329" y="112066"/>
                  </a:lnTo>
                  <a:lnTo>
                    <a:pt x="7665" y="117087"/>
                  </a:lnTo>
                  <a:lnTo>
                    <a:pt x="6161" y="122157"/>
                  </a:lnTo>
                  <a:lnTo>
                    <a:pt x="4817" y="127273"/>
                  </a:lnTo>
                  <a:lnTo>
                    <a:pt x="3637" y="132428"/>
                  </a:lnTo>
                  <a:lnTo>
                    <a:pt x="2619" y="137618"/>
                  </a:lnTo>
                  <a:lnTo>
                    <a:pt x="1767" y="142838"/>
                  </a:lnTo>
                  <a:lnTo>
                    <a:pt x="1080" y="148082"/>
                  </a:lnTo>
                  <a:lnTo>
                    <a:pt x="560" y="153345"/>
                  </a:lnTo>
                  <a:lnTo>
                    <a:pt x="206" y="158622"/>
                  </a:lnTo>
                  <a:lnTo>
                    <a:pt x="19" y="163908"/>
                  </a:lnTo>
                  <a:lnTo>
                    <a:pt x="0" y="169196"/>
                  </a:lnTo>
                  <a:lnTo>
                    <a:pt x="147" y="174483"/>
                  </a:lnTo>
                  <a:lnTo>
                    <a:pt x="462" y="179763"/>
                  </a:lnTo>
                  <a:lnTo>
                    <a:pt x="944" y="185030"/>
                  </a:lnTo>
                  <a:lnTo>
                    <a:pt x="1593" y="190279"/>
                  </a:lnTo>
                  <a:lnTo>
                    <a:pt x="2407" y="195504"/>
                  </a:lnTo>
                  <a:lnTo>
                    <a:pt x="3385" y="200702"/>
                  </a:lnTo>
                  <a:lnTo>
                    <a:pt x="4528" y="205866"/>
                  </a:lnTo>
                  <a:lnTo>
                    <a:pt x="5834" y="210991"/>
                  </a:lnTo>
                  <a:lnTo>
                    <a:pt x="7301" y="216072"/>
                  </a:lnTo>
                  <a:lnTo>
                    <a:pt x="8928" y="221105"/>
                  </a:lnTo>
                  <a:lnTo>
                    <a:pt x="10713" y="226083"/>
                  </a:lnTo>
                  <a:lnTo>
                    <a:pt x="12656" y="231002"/>
                  </a:lnTo>
                  <a:lnTo>
                    <a:pt x="14752" y="235858"/>
                  </a:lnTo>
                  <a:lnTo>
                    <a:pt x="17001" y="240645"/>
                  </a:lnTo>
                  <a:lnTo>
                    <a:pt x="19401" y="245358"/>
                  </a:lnTo>
                  <a:lnTo>
                    <a:pt x="21948" y="249993"/>
                  </a:lnTo>
                  <a:lnTo>
                    <a:pt x="24641" y="254545"/>
                  </a:lnTo>
                  <a:lnTo>
                    <a:pt x="27477" y="259009"/>
                  </a:lnTo>
                  <a:lnTo>
                    <a:pt x="30452" y="263382"/>
                  </a:lnTo>
                  <a:lnTo>
                    <a:pt x="33564" y="267658"/>
                  </a:lnTo>
                  <a:lnTo>
                    <a:pt x="36810" y="271834"/>
                  </a:lnTo>
                  <a:lnTo>
                    <a:pt x="40186" y="275905"/>
                  </a:lnTo>
                  <a:lnTo>
                    <a:pt x="43690" y="279867"/>
                  </a:lnTo>
                  <a:lnTo>
                    <a:pt x="47317" y="283716"/>
                  </a:lnTo>
                  <a:lnTo>
                    <a:pt x="51063" y="287449"/>
                  </a:lnTo>
                  <a:lnTo>
                    <a:pt x="54927" y="291061"/>
                  </a:lnTo>
                  <a:lnTo>
                    <a:pt x="58902" y="294550"/>
                  </a:lnTo>
                  <a:lnTo>
                    <a:pt x="62986" y="297910"/>
                  </a:lnTo>
                  <a:lnTo>
                    <a:pt x="67174" y="301140"/>
                  </a:lnTo>
                  <a:lnTo>
                    <a:pt x="71462" y="304236"/>
                  </a:lnTo>
                  <a:lnTo>
                    <a:pt x="75846" y="307194"/>
                  </a:lnTo>
                  <a:lnTo>
                    <a:pt x="80321" y="310013"/>
                  </a:lnTo>
                  <a:lnTo>
                    <a:pt x="84884" y="312688"/>
                  </a:lnTo>
                  <a:lnTo>
                    <a:pt x="89528" y="315218"/>
                  </a:lnTo>
                  <a:lnTo>
                    <a:pt x="94251" y="317599"/>
                  </a:lnTo>
                  <a:lnTo>
                    <a:pt x="99046" y="319830"/>
                  </a:lnTo>
                  <a:lnTo>
                    <a:pt x="103909" y="321909"/>
                  </a:lnTo>
                  <a:lnTo>
                    <a:pt x="108836" y="323832"/>
                  </a:lnTo>
                  <a:lnTo>
                    <a:pt x="113821" y="325598"/>
                  </a:lnTo>
                  <a:lnTo>
                    <a:pt x="118860" y="327206"/>
                  </a:lnTo>
                  <a:lnTo>
                    <a:pt x="123947" y="328654"/>
                  </a:lnTo>
                  <a:lnTo>
                    <a:pt x="129077" y="329940"/>
                  </a:lnTo>
                  <a:lnTo>
                    <a:pt x="134245" y="331063"/>
                  </a:lnTo>
                  <a:lnTo>
                    <a:pt x="139446" y="332022"/>
                  </a:lnTo>
                  <a:lnTo>
                    <a:pt x="144675" y="332816"/>
                  </a:lnTo>
                  <a:lnTo>
                    <a:pt x="149927" y="333444"/>
                  </a:lnTo>
                  <a:lnTo>
                    <a:pt x="155195" y="333906"/>
                  </a:lnTo>
                  <a:lnTo>
                    <a:pt x="160476" y="334201"/>
                  </a:lnTo>
                  <a:lnTo>
                    <a:pt x="165763" y="334329"/>
                  </a:lnTo>
                  <a:lnTo>
                    <a:pt x="171052" y="334289"/>
                  </a:lnTo>
                  <a:lnTo>
                    <a:pt x="176337" y="334082"/>
                  </a:lnTo>
                  <a:lnTo>
                    <a:pt x="181612" y="333708"/>
                  </a:lnTo>
                  <a:lnTo>
                    <a:pt x="186874" y="333167"/>
                  </a:lnTo>
                  <a:lnTo>
                    <a:pt x="192115" y="332460"/>
                  </a:lnTo>
                  <a:lnTo>
                    <a:pt x="197331" y="331588"/>
                  </a:lnTo>
                  <a:lnTo>
                    <a:pt x="202518" y="330551"/>
                  </a:lnTo>
                  <a:lnTo>
                    <a:pt x="207668" y="329351"/>
                  </a:lnTo>
                  <a:lnTo>
                    <a:pt x="212779" y="327988"/>
                  </a:lnTo>
                  <a:lnTo>
                    <a:pt x="217843" y="326464"/>
                  </a:lnTo>
                  <a:lnTo>
                    <a:pt x="222857" y="324781"/>
                  </a:lnTo>
                  <a:lnTo>
                    <a:pt x="227815" y="322940"/>
                  </a:lnTo>
                  <a:lnTo>
                    <a:pt x="232713" y="320943"/>
                  </a:lnTo>
                  <a:lnTo>
                    <a:pt x="237544" y="318792"/>
                  </a:lnTo>
                  <a:lnTo>
                    <a:pt x="242306" y="316490"/>
                  </a:lnTo>
                  <a:lnTo>
                    <a:pt x="246992" y="314037"/>
                  </a:lnTo>
                  <a:lnTo>
                    <a:pt x="251598" y="311438"/>
                  </a:lnTo>
                  <a:lnTo>
                    <a:pt x="256120" y="308695"/>
                  </a:lnTo>
                  <a:lnTo>
                    <a:pt x="260552" y="305810"/>
                  </a:lnTo>
                  <a:lnTo>
                    <a:pt x="264891" y="302786"/>
                  </a:lnTo>
                  <a:lnTo>
                    <a:pt x="269133" y="299626"/>
                  </a:lnTo>
                  <a:lnTo>
                    <a:pt x="273272" y="296334"/>
                  </a:lnTo>
                  <a:lnTo>
                    <a:pt x="277305" y="292912"/>
                  </a:lnTo>
                  <a:lnTo>
                    <a:pt x="281228" y="289365"/>
                  </a:lnTo>
                  <a:lnTo>
                    <a:pt x="285036" y="285695"/>
                  </a:lnTo>
                  <a:lnTo>
                    <a:pt x="288727" y="281907"/>
                  </a:lnTo>
                  <a:lnTo>
                    <a:pt x="292295" y="278003"/>
                  </a:lnTo>
                  <a:lnTo>
                    <a:pt x="295739" y="273989"/>
                  </a:lnTo>
                  <a:lnTo>
                    <a:pt x="299054" y="269868"/>
                  </a:lnTo>
                  <a:lnTo>
                    <a:pt x="302237" y="265644"/>
                  </a:lnTo>
                  <a:lnTo>
                    <a:pt x="305284" y="261322"/>
                  </a:lnTo>
                  <a:lnTo>
                    <a:pt x="308194" y="256905"/>
                  </a:lnTo>
                  <a:lnTo>
                    <a:pt x="310962" y="252398"/>
                  </a:lnTo>
                  <a:lnTo>
                    <a:pt x="313586" y="247806"/>
                  </a:lnTo>
                  <a:lnTo>
                    <a:pt x="316064" y="243134"/>
                  </a:lnTo>
                  <a:lnTo>
                    <a:pt x="318393" y="238385"/>
                  </a:lnTo>
                  <a:lnTo>
                    <a:pt x="320570" y="233565"/>
                  </a:lnTo>
                  <a:lnTo>
                    <a:pt x="322593" y="228679"/>
                  </a:lnTo>
                  <a:lnTo>
                    <a:pt x="324462" y="223731"/>
                  </a:lnTo>
                  <a:lnTo>
                    <a:pt x="326172" y="218726"/>
                  </a:lnTo>
                  <a:lnTo>
                    <a:pt x="327724" y="213670"/>
                  </a:lnTo>
                  <a:lnTo>
                    <a:pt x="329114" y="208567"/>
                  </a:lnTo>
                  <a:lnTo>
                    <a:pt x="330343" y="203423"/>
                  </a:lnTo>
                  <a:lnTo>
                    <a:pt x="331408" y="198243"/>
                  </a:lnTo>
                  <a:lnTo>
                    <a:pt x="332309" y="193031"/>
                  </a:lnTo>
                  <a:lnTo>
                    <a:pt x="333045" y="187794"/>
                  </a:lnTo>
                  <a:lnTo>
                    <a:pt x="333614" y="182536"/>
                  </a:lnTo>
                  <a:lnTo>
                    <a:pt x="334017" y="177262"/>
                  </a:lnTo>
                  <a:lnTo>
                    <a:pt x="334253" y="171978"/>
                  </a:lnTo>
                  <a:lnTo>
                    <a:pt x="334321" y="166690"/>
                  </a:lnTo>
                  <a:lnTo>
                    <a:pt x="334223" y="161402"/>
                  </a:lnTo>
                  <a:lnTo>
                    <a:pt x="333957" y="156120"/>
                  </a:lnTo>
                  <a:lnTo>
                    <a:pt x="333524" y="150849"/>
                  </a:lnTo>
                  <a:lnTo>
                    <a:pt x="332924" y="145594"/>
                  </a:lnTo>
                  <a:lnTo>
                    <a:pt x="332159" y="140361"/>
                  </a:lnTo>
                  <a:lnTo>
                    <a:pt x="331228" y="135155"/>
                  </a:lnTo>
                  <a:lnTo>
                    <a:pt x="330133" y="129980"/>
                  </a:lnTo>
                  <a:lnTo>
                    <a:pt x="328876" y="124843"/>
                  </a:lnTo>
                  <a:lnTo>
                    <a:pt x="327456" y="119748"/>
                  </a:lnTo>
                  <a:lnTo>
                    <a:pt x="325875" y="114701"/>
                  </a:lnTo>
                  <a:lnTo>
                    <a:pt x="324136" y="109706"/>
                  </a:lnTo>
                  <a:lnTo>
                    <a:pt x="322240" y="104769"/>
                  </a:lnTo>
                  <a:lnTo>
                    <a:pt x="320189" y="99894"/>
                  </a:lnTo>
                  <a:lnTo>
                    <a:pt x="317984" y="95087"/>
                  </a:lnTo>
                  <a:lnTo>
                    <a:pt x="315628" y="90352"/>
                  </a:lnTo>
                  <a:lnTo>
                    <a:pt x="313124" y="85693"/>
                  </a:lnTo>
                  <a:lnTo>
                    <a:pt x="310473" y="81116"/>
                  </a:lnTo>
                  <a:lnTo>
                    <a:pt x="307680" y="76626"/>
                  </a:lnTo>
                  <a:lnTo>
                    <a:pt x="304745" y="72226"/>
                  </a:lnTo>
                  <a:lnTo>
                    <a:pt x="301673" y="67921"/>
                  </a:lnTo>
                  <a:lnTo>
                    <a:pt x="298466" y="63715"/>
                  </a:lnTo>
                  <a:lnTo>
                    <a:pt x="295128" y="59613"/>
                  </a:lnTo>
                  <a:lnTo>
                    <a:pt x="291661" y="55618"/>
                  </a:lnTo>
                  <a:lnTo>
                    <a:pt x="288070" y="51736"/>
                  </a:lnTo>
                  <a:lnTo>
                    <a:pt x="284358" y="47968"/>
                  </a:lnTo>
                  <a:lnTo>
                    <a:pt x="280529" y="44320"/>
                  </a:lnTo>
                  <a:lnTo>
                    <a:pt x="276586" y="40795"/>
                  </a:lnTo>
                  <a:lnTo>
                    <a:pt x="272533" y="37397"/>
                  </a:lnTo>
                  <a:lnTo>
                    <a:pt x="268375" y="34128"/>
                  </a:lnTo>
                  <a:lnTo>
                    <a:pt x="264116" y="30993"/>
                  </a:lnTo>
                  <a:lnTo>
                    <a:pt x="259760" y="27994"/>
                  </a:lnTo>
                  <a:lnTo>
                    <a:pt x="255311" y="25134"/>
                  </a:lnTo>
                  <a:lnTo>
                    <a:pt x="250774" y="22416"/>
                  </a:lnTo>
                  <a:lnTo>
                    <a:pt x="246153" y="19843"/>
                  </a:lnTo>
                  <a:lnTo>
                    <a:pt x="241453" y="1741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720" y="5018213"/>
              <a:ext cx="74298" cy="167167"/>
            </a:xfrm>
            <a:custGeom>
              <a:avLst/>
              <a:pathLst>
                <a:path w="74298" h="167167">
                  <a:moveTo>
                    <a:pt x="74298" y="17418"/>
                  </a:moveTo>
                  <a:lnTo>
                    <a:pt x="68947" y="14880"/>
                  </a:lnTo>
                  <a:lnTo>
                    <a:pt x="63509" y="12534"/>
                  </a:lnTo>
                  <a:lnTo>
                    <a:pt x="57992" y="10381"/>
                  </a:lnTo>
                  <a:lnTo>
                    <a:pt x="52403" y="8425"/>
                  </a:lnTo>
                  <a:lnTo>
                    <a:pt x="46747" y="6669"/>
                  </a:lnTo>
                  <a:lnTo>
                    <a:pt x="41033" y="5114"/>
                  </a:lnTo>
                  <a:lnTo>
                    <a:pt x="35267" y="3762"/>
                  </a:lnTo>
                  <a:lnTo>
                    <a:pt x="29457" y="2615"/>
                  </a:lnTo>
                  <a:lnTo>
                    <a:pt x="23610" y="1675"/>
                  </a:lnTo>
                  <a:lnTo>
                    <a:pt x="17733" y="943"/>
                  </a:lnTo>
                  <a:lnTo>
                    <a:pt x="11834" y="419"/>
                  </a:lnTo>
                  <a:lnTo>
                    <a:pt x="5921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797546" y="5269756"/>
              <a:ext cx="166954" cy="167167"/>
            </a:xfrm>
            <a:custGeom>
              <a:avLst/>
              <a:pathLst>
                <a:path w="166954" h="167167">
                  <a:moveTo>
                    <a:pt x="166954" y="0"/>
                  </a:moveTo>
                  <a:lnTo>
                    <a:pt x="161548" y="87"/>
                  </a:lnTo>
                  <a:lnTo>
                    <a:pt x="156147" y="349"/>
                  </a:lnTo>
                  <a:lnTo>
                    <a:pt x="150757" y="786"/>
                  </a:lnTo>
                  <a:lnTo>
                    <a:pt x="145385" y="1397"/>
                  </a:lnTo>
                  <a:lnTo>
                    <a:pt x="140035" y="2181"/>
                  </a:lnTo>
                  <a:lnTo>
                    <a:pt x="134713" y="3138"/>
                  </a:lnTo>
                  <a:lnTo>
                    <a:pt x="129425" y="4267"/>
                  </a:lnTo>
                  <a:lnTo>
                    <a:pt x="124176" y="5566"/>
                  </a:lnTo>
                  <a:lnTo>
                    <a:pt x="118972" y="7034"/>
                  </a:lnTo>
                  <a:lnTo>
                    <a:pt x="113818" y="8669"/>
                  </a:lnTo>
                  <a:lnTo>
                    <a:pt x="108720" y="10471"/>
                  </a:lnTo>
                  <a:lnTo>
                    <a:pt x="103682" y="12436"/>
                  </a:lnTo>
                  <a:lnTo>
                    <a:pt x="98711" y="14563"/>
                  </a:lnTo>
                  <a:lnTo>
                    <a:pt x="93812" y="16850"/>
                  </a:lnTo>
                  <a:lnTo>
                    <a:pt x="88988" y="19294"/>
                  </a:lnTo>
                  <a:lnTo>
                    <a:pt x="84247" y="21893"/>
                  </a:lnTo>
                  <a:lnTo>
                    <a:pt x="79592" y="24644"/>
                  </a:lnTo>
                  <a:lnTo>
                    <a:pt x="75028" y="27544"/>
                  </a:lnTo>
                  <a:lnTo>
                    <a:pt x="70560" y="30590"/>
                  </a:lnTo>
                  <a:lnTo>
                    <a:pt x="66194" y="33779"/>
                  </a:lnTo>
                  <a:lnTo>
                    <a:pt x="61932" y="37108"/>
                  </a:lnTo>
                  <a:lnTo>
                    <a:pt x="57781" y="40572"/>
                  </a:lnTo>
                  <a:lnTo>
                    <a:pt x="53744" y="44169"/>
                  </a:lnTo>
                  <a:lnTo>
                    <a:pt x="49825" y="47895"/>
                  </a:lnTo>
                  <a:lnTo>
                    <a:pt x="46029" y="51746"/>
                  </a:lnTo>
                  <a:lnTo>
                    <a:pt x="42359" y="55717"/>
                  </a:lnTo>
                  <a:lnTo>
                    <a:pt x="38820" y="59805"/>
                  </a:lnTo>
                  <a:lnTo>
                    <a:pt x="35415" y="64005"/>
                  </a:lnTo>
                  <a:lnTo>
                    <a:pt x="32147" y="68313"/>
                  </a:lnTo>
                  <a:lnTo>
                    <a:pt x="29021" y="72725"/>
                  </a:lnTo>
                  <a:lnTo>
                    <a:pt x="26038" y="77235"/>
                  </a:lnTo>
                  <a:lnTo>
                    <a:pt x="23204" y="81840"/>
                  </a:lnTo>
                  <a:lnTo>
                    <a:pt x="20519" y="86533"/>
                  </a:lnTo>
                  <a:lnTo>
                    <a:pt x="17988" y="91312"/>
                  </a:lnTo>
                  <a:lnTo>
                    <a:pt x="15613" y="96169"/>
                  </a:lnTo>
                  <a:lnTo>
                    <a:pt x="13396" y="101101"/>
                  </a:lnTo>
                  <a:lnTo>
                    <a:pt x="11339" y="106102"/>
                  </a:lnTo>
                  <a:lnTo>
                    <a:pt x="9446" y="111166"/>
                  </a:lnTo>
                  <a:lnTo>
                    <a:pt x="7717" y="116290"/>
                  </a:lnTo>
                  <a:lnTo>
                    <a:pt x="6155" y="121466"/>
                  </a:lnTo>
                  <a:lnTo>
                    <a:pt x="4761" y="126691"/>
                  </a:lnTo>
                  <a:lnTo>
                    <a:pt x="3537" y="131958"/>
                  </a:lnTo>
                  <a:lnTo>
                    <a:pt x="2483" y="137261"/>
                  </a:lnTo>
                  <a:lnTo>
                    <a:pt x="1602" y="142596"/>
                  </a:lnTo>
                  <a:lnTo>
                    <a:pt x="894" y="147957"/>
                  </a:lnTo>
                  <a:lnTo>
                    <a:pt x="360" y="153337"/>
                  </a:lnTo>
                  <a:lnTo>
                    <a:pt x="0" y="158733"/>
                  </a:lnTo>
                  <a:lnTo>
                    <a:pt x="16695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797348" y="5269756"/>
              <a:ext cx="334302" cy="334334"/>
            </a:xfrm>
            <a:custGeom>
              <a:avLst/>
              <a:pathLst>
                <a:path w="334302" h="334334">
                  <a:moveTo>
                    <a:pt x="198" y="158733"/>
                  </a:moveTo>
                  <a:lnTo>
                    <a:pt x="15" y="164037"/>
                  </a:lnTo>
                  <a:lnTo>
                    <a:pt x="0" y="169345"/>
                  </a:lnTo>
                  <a:lnTo>
                    <a:pt x="153" y="174650"/>
                  </a:lnTo>
                  <a:lnTo>
                    <a:pt x="475" y="179948"/>
                  </a:lnTo>
                  <a:lnTo>
                    <a:pt x="964" y="185233"/>
                  </a:lnTo>
                  <a:lnTo>
                    <a:pt x="1622" y="190500"/>
                  </a:lnTo>
                  <a:lnTo>
                    <a:pt x="2446" y="195744"/>
                  </a:lnTo>
                  <a:lnTo>
                    <a:pt x="3436" y="200958"/>
                  </a:lnTo>
                  <a:lnTo>
                    <a:pt x="4592" y="206139"/>
                  </a:lnTo>
                  <a:lnTo>
                    <a:pt x="5911" y="211280"/>
                  </a:lnTo>
                  <a:lnTo>
                    <a:pt x="7392" y="216377"/>
                  </a:lnTo>
                  <a:lnTo>
                    <a:pt x="9035" y="221424"/>
                  </a:lnTo>
                  <a:lnTo>
                    <a:pt x="10837" y="226416"/>
                  </a:lnTo>
                  <a:lnTo>
                    <a:pt x="12797" y="231349"/>
                  </a:lnTo>
                  <a:lnTo>
                    <a:pt x="14913" y="236217"/>
                  </a:lnTo>
                  <a:lnTo>
                    <a:pt x="17182" y="241015"/>
                  </a:lnTo>
                  <a:lnTo>
                    <a:pt x="19602" y="245739"/>
                  </a:lnTo>
                  <a:lnTo>
                    <a:pt x="22170" y="250384"/>
                  </a:lnTo>
                  <a:lnTo>
                    <a:pt x="24885" y="254945"/>
                  </a:lnTo>
                  <a:lnTo>
                    <a:pt x="27744" y="259417"/>
                  </a:lnTo>
                  <a:lnTo>
                    <a:pt x="30743" y="263796"/>
                  </a:lnTo>
                  <a:lnTo>
                    <a:pt x="33879" y="268078"/>
                  </a:lnTo>
                  <a:lnTo>
                    <a:pt x="37150" y="272259"/>
                  </a:lnTo>
                  <a:lnTo>
                    <a:pt x="40552" y="276333"/>
                  </a:lnTo>
                  <a:lnTo>
                    <a:pt x="44081" y="280297"/>
                  </a:lnTo>
                  <a:lnTo>
                    <a:pt x="47735" y="284147"/>
                  </a:lnTo>
                  <a:lnTo>
                    <a:pt x="51509" y="287879"/>
                  </a:lnTo>
                  <a:lnTo>
                    <a:pt x="55400" y="291490"/>
                  </a:lnTo>
                  <a:lnTo>
                    <a:pt x="59403" y="294975"/>
                  </a:lnTo>
                  <a:lnTo>
                    <a:pt x="63515" y="298331"/>
                  </a:lnTo>
                  <a:lnTo>
                    <a:pt x="67731" y="301555"/>
                  </a:lnTo>
                  <a:lnTo>
                    <a:pt x="72048" y="304644"/>
                  </a:lnTo>
                  <a:lnTo>
                    <a:pt x="76460" y="307594"/>
                  </a:lnTo>
                  <a:lnTo>
                    <a:pt x="80964" y="310402"/>
                  </a:lnTo>
                  <a:lnTo>
                    <a:pt x="85555" y="313067"/>
                  </a:lnTo>
                  <a:lnTo>
                    <a:pt x="90228" y="315583"/>
                  </a:lnTo>
                  <a:lnTo>
                    <a:pt x="94978" y="317951"/>
                  </a:lnTo>
                  <a:lnTo>
                    <a:pt x="99801" y="320166"/>
                  </a:lnTo>
                  <a:lnTo>
                    <a:pt x="104693" y="322227"/>
                  </a:lnTo>
                  <a:lnTo>
                    <a:pt x="109647" y="324132"/>
                  </a:lnTo>
                  <a:lnTo>
                    <a:pt x="114659" y="325879"/>
                  </a:lnTo>
                  <a:lnTo>
                    <a:pt x="119724" y="327465"/>
                  </a:lnTo>
                  <a:lnTo>
                    <a:pt x="124837" y="328890"/>
                  </a:lnTo>
                  <a:lnTo>
                    <a:pt x="129993" y="330152"/>
                  </a:lnTo>
                  <a:lnTo>
                    <a:pt x="135186" y="331249"/>
                  </a:lnTo>
                  <a:lnTo>
                    <a:pt x="140411" y="332182"/>
                  </a:lnTo>
                  <a:lnTo>
                    <a:pt x="145663" y="332947"/>
                  </a:lnTo>
                  <a:lnTo>
                    <a:pt x="150937" y="333546"/>
                  </a:lnTo>
                  <a:lnTo>
                    <a:pt x="156227" y="333977"/>
                  </a:lnTo>
                  <a:lnTo>
                    <a:pt x="161529" y="334240"/>
                  </a:lnTo>
                  <a:lnTo>
                    <a:pt x="166835" y="334334"/>
                  </a:lnTo>
                  <a:lnTo>
                    <a:pt x="172143" y="334260"/>
                  </a:lnTo>
                  <a:lnTo>
                    <a:pt x="177445" y="334017"/>
                  </a:lnTo>
                  <a:lnTo>
                    <a:pt x="182737" y="333606"/>
                  </a:lnTo>
                  <a:lnTo>
                    <a:pt x="188013" y="333028"/>
                  </a:lnTo>
                  <a:lnTo>
                    <a:pt x="193268" y="332282"/>
                  </a:lnTo>
                  <a:lnTo>
                    <a:pt x="198497" y="331370"/>
                  </a:lnTo>
                  <a:lnTo>
                    <a:pt x="203694" y="330292"/>
                  </a:lnTo>
                  <a:lnTo>
                    <a:pt x="208854" y="329049"/>
                  </a:lnTo>
                  <a:lnTo>
                    <a:pt x="213972" y="327644"/>
                  </a:lnTo>
                  <a:lnTo>
                    <a:pt x="219043" y="326077"/>
                  </a:lnTo>
                  <a:lnTo>
                    <a:pt x="224062" y="324349"/>
                  </a:lnTo>
                  <a:lnTo>
                    <a:pt x="229024" y="322463"/>
                  </a:lnTo>
                  <a:lnTo>
                    <a:pt x="233923" y="320421"/>
                  </a:lnTo>
                  <a:lnTo>
                    <a:pt x="238754" y="318224"/>
                  </a:lnTo>
                  <a:lnTo>
                    <a:pt x="243514" y="315874"/>
                  </a:lnTo>
                  <a:lnTo>
                    <a:pt x="248196" y="313375"/>
                  </a:lnTo>
                  <a:lnTo>
                    <a:pt x="252797" y="310729"/>
                  </a:lnTo>
                  <a:lnTo>
                    <a:pt x="257312" y="307937"/>
                  </a:lnTo>
                  <a:lnTo>
                    <a:pt x="261735" y="305004"/>
                  </a:lnTo>
                  <a:lnTo>
                    <a:pt x="266064" y="301932"/>
                  </a:lnTo>
                  <a:lnTo>
                    <a:pt x="270292" y="298724"/>
                  </a:lnTo>
                  <a:lnTo>
                    <a:pt x="274417" y="295383"/>
                  </a:lnTo>
                  <a:lnTo>
                    <a:pt x="278433" y="291913"/>
                  </a:lnTo>
                  <a:lnTo>
                    <a:pt x="282337" y="288317"/>
                  </a:lnTo>
                  <a:lnTo>
                    <a:pt x="286126" y="284600"/>
                  </a:lnTo>
                  <a:lnTo>
                    <a:pt x="289794" y="280763"/>
                  </a:lnTo>
                  <a:lnTo>
                    <a:pt x="293338" y="276813"/>
                  </a:lnTo>
                  <a:lnTo>
                    <a:pt x="296756" y="272751"/>
                  </a:lnTo>
                  <a:lnTo>
                    <a:pt x="300042" y="268584"/>
                  </a:lnTo>
                  <a:lnTo>
                    <a:pt x="303195" y="264314"/>
                  </a:lnTo>
                  <a:lnTo>
                    <a:pt x="306210" y="259946"/>
                  </a:lnTo>
                  <a:lnTo>
                    <a:pt x="309086" y="255484"/>
                  </a:lnTo>
                  <a:lnTo>
                    <a:pt x="311818" y="250934"/>
                  </a:lnTo>
                  <a:lnTo>
                    <a:pt x="314405" y="246299"/>
                  </a:lnTo>
                  <a:lnTo>
                    <a:pt x="316843" y="241584"/>
                  </a:lnTo>
                  <a:lnTo>
                    <a:pt x="319130" y="236794"/>
                  </a:lnTo>
                  <a:lnTo>
                    <a:pt x="321263" y="231935"/>
                  </a:lnTo>
                  <a:lnTo>
                    <a:pt x="323242" y="227009"/>
                  </a:lnTo>
                  <a:lnTo>
                    <a:pt x="325063" y="222024"/>
                  </a:lnTo>
                  <a:lnTo>
                    <a:pt x="326725" y="216983"/>
                  </a:lnTo>
                  <a:lnTo>
                    <a:pt x="328226" y="211892"/>
                  </a:lnTo>
                  <a:lnTo>
                    <a:pt x="329565" y="206756"/>
                  </a:lnTo>
                  <a:lnTo>
                    <a:pt x="330740" y="201580"/>
                  </a:lnTo>
                  <a:lnTo>
                    <a:pt x="331750" y="196369"/>
                  </a:lnTo>
                  <a:lnTo>
                    <a:pt x="332594" y="191129"/>
                  </a:lnTo>
                  <a:lnTo>
                    <a:pt x="333271" y="185864"/>
                  </a:lnTo>
                  <a:lnTo>
                    <a:pt x="333781" y="180581"/>
                  </a:lnTo>
                  <a:lnTo>
                    <a:pt x="334123" y="175284"/>
                  </a:lnTo>
                  <a:lnTo>
                    <a:pt x="334297" y="169979"/>
                  </a:lnTo>
                  <a:lnTo>
                    <a:pt x="334302" y="164672"/>
                  </a:lnTo>
                  <a:lnTo>
                    <a:pt x="334138" y="159366"/>
                  </a:lnTo>
                  <a:lnTo>
                    <a:pt x="333806" y="154069"/>
                  </a:lnTo>
                  <a:lnTo>
                    <a:pt x="333306" y="148785"/>
                  </a:lnTo>
                  <a:lnTo>
                    <a:pt x="332639" y="143519"/>
                  </a:lnTo>
                  <a:lnTo>
                    <a:pt x="331805" y="138278"/>
                  </a:lnTo>
                  <a:lnTo>
                    <a:pt x="330805" y="133065"/>
                  </a:lnTo>
                  <a:lnTo>
                    <a:pt x="329640" y="127887"/>
                  </a:lnTo>
                  <a:lnTo>
                    <a:pt x="328311" y="122748"/>
                  </a:lnTo>
                  <a:lnTo>
                    <a:pt x="326819" y="117654"/>
                  </a:lnTo>
                  <a:lnTo>
                    <a:pt x="325167" y="112610"/>
                  </a:lnTo>
                  <a:lnTo>
                    <a:pt x="323355" y="107621"/>
                  </a:lnTo>
                  <a:lnTo>
                    <a:pt x="321386" y="102692"/>
                  </a:lnTo>
                  <a:lnTo>
                    <a:pt x="319262" y="97828"/>
                  </a:lnTo>
                  <a:lnTo>
                    <a:pt x="316984" y="93034"/>
                  </a:lnTo>
                  <a:lnTo>
                    <a:pt x="314554" y="88315"/>
                  </a:lnTo>
                  <a:lnTo>
                    <a:pt x="311977" y="83675"/>
                  </a:lnTo>
                  <a:lnTo>
                    <a:pt x="309253" y="79119"/>
                  </a:lnTo>
                  <a:lnTo>
                    <a:pt x="306386" y="74652"/>
                  </a:lnTo>
                  <a:lnTo>
                    <a:pt x="303379" y="70279"/>
                  </a:lnTo>
                  <a:lnTo>
                    <a:pt x="300234" y="66003"/>
                  </a:lnTo>
                  <a:lnTo>
                    <a:pt x="296956" y="61829"/>
                  </a:lnTo>
                  <a:lnTo>
                    <a:pt x="293546" y="57761"/>
                  </a:lnTo>
                  <a:lnTo>
                    <a:pt x="290009" y="53803"/>
                  </a:lnTo>
                  <a:lnTo>
                    <a:pt x="286348" y="49960"/>
                  </a:lnTo>
                  <a:lnTo>
                    <a:pt x="282567" y="46235"/>
                  </a:lnTo>
                  <a:lnTo>
                    <a:pt x="278670" y="42632"/>
                  </a:lnTo>
                  <a:lnTo>
                    <a:pt x="274660" y="39155"/>
                  </a:lnTo>
                  <a:lnTo>
                    <a:pt x="270542" y="35806"/>
                  </a:lnTo>
                  <a:lnTo>
                    <a:pt x="266319" y="32590"/>
                  </a:lnTo>
                  <a:lnTo>
                    <a:pt x="261997" y="29510"/>
                  </a:lnTo>
                  <a:lnTo>
                    <a:pt x="257579" y="26568"/>
                  </a:lnTo>
                  <a:lnTo>
                    <a:pt x="253070" y="23768"/>
                  </a:lnTo>
                  <a:lnTo>
                    <a:pt x="248474" y="21113"/>
                  </a:lnTo>
                  <a:lnTo>
                    <a:pt x="243796" y="18605"/>
                  </a:lnTo>
                  <a:lnTo>
                    <a:pt x="239041" y="16246"/>
                  </a:lnTo>
                  <a:lnTo>
                    <a:pt x="234213" y="14040"/>
                  </a:lnTo>
                  <a:lnTo>
                    <a:pt x="229318" y="11988"/>
                  </a:lnTo>
                  <a:lnTo>
                    <a:pt x="224361" y="10093"/>
                  </a:lnTo>
                  <a:lnTo>
                    <a:pt x="219345" y="8356"/>
                  </a:lnTo>
                  <a:lnTo>
                    <a:pt x="214277" y="6779"/>
                  </a:lnTo>
                  <a:lnTo>
                    <a:pt x="209161" y="5364"/>
                  </a:lnTo>
                  <a:lnTo>
                    <a:pt x="204003" y="4112"/>
                  </a:lnTo>
                  <a:lnTo>
                    <a:pt x="198808" y="3024"/>
                  </a:lnTo>
                  <a:lnTo>
                    <a:pt x="193581" y="2102"/>
                  </a:lnTo>
                  <a:lnTo>
                    <a:pt x="188328" y="1346"/>
                  </a:lnTo>
                  <a:lnTo>
                    <a:pt x="183053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1977" y="5399291"/>
              <a:ext cx="4238" cy="167167"/>
            </a:xfrm>
            <a:custGeom>
              <a:avLst/>
              <a:pathLst>
                <a:path w="4238" h="167167">
                  <a:moveTo>
                    <a:pt x="4238" y="0"/>
                  </a:moveTo>
                  <a:lnTo>
                    <a:pt x="0" y="53"/>
                  </a:lnTo>
                  <a:lnTo>
                    <a:pt x="42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1977" y="5399345"/>
              <a:ext cx="4238" cy="167113"/>
            </a:xfrm>
            <a:custGeom>
              <a:avLst/>
              <a:pathLst>
                <a:path w="4238" h="167113">
                  <a:moveTo>
                    <a:pt x="0" y="0"/>
                  </a:moveTo>
                  <a:lnTo>
                    <a:pt x="4238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1977" y="5399345"/>
              <a:ext cx="4238" cy="167113"/>
            </a:xfrm>
            <a:custGeom>
              <a:avLst/>
              <a:pathLst>
                <a:path w="4238" h="167113">
                  <a:moveTo>
                    <a:pt x="0" y="0"/>
                  </a:moveTo>
                  <a:lnTo>
                    <a:pt x="4238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1977" y="5399345"/>
              <a:ext cx="4238" cy="167113"/>
            </a:xfrm>
            <a:custGeom>
              <a:avLst/>
              <a:pathLst>
                <a:path w="4238" h="167113">
                  <a:moveTo>
                    <a:pt x="0" y="0"/>
                  </a:moveTo>
                  <a:lnTo>
                    <a:pt x="4238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1977" y="5399345"/>
              <a:ext cx="4238" cy="167113"/>
            </a:xfrm>
            <a:custGeom>
              <a:avLst/>
              <a:pathLst>
                <a:path w="4238" h="167113">
                  <a:moveTo>
                    <a:pt x="0" y="0"/>
                  </a:moveTo>
                  <a:lnTo>
                    <a:pt x="4238" y="16711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1977" y="5399345"/>
              <a:ext cx="4238" cy="167113"/>
            </a:xfrm>
            <a:custGeom>
              <a:avLst/>
              <a:pathLst>
                <a:path w="4238" h="167113">
                  <a:moveTo>
                    <a:pt x="0" y="0"/>
                  </a:moveTo>
                  <a:lnTo>
                    <a:pt x="4238" y="16711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1977" y="5399345"/>
              <a:ext cx="4238" cy="167113"/>
            </a:xfrm>
            <a:custGeom>
              <a:avLst/>
              <a:pathLst>
                <a:path w="4238" h="167113">
                  <a:moveTo>
                    <a:pt x="0" y="0"/>
                  </a:moveTo>
                  <a:lnTo>
                    <a:pt x="4238" y="16711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319057" y="5399345"/>
              <a:ext cx="334315" cy="334279"/>
            </a:xfrm>
            <a:custGeom>
              <a:avLst/>
              <a:pathLst>
                <a:path w="334315" h="334279">
                  <a:moveTo>
                    <a:pt x="162920" y="0"/>
                  </a:moveTo>
                  <a:lnTo>
                    <a:pt x="157617" y="218"/>
                  </a:lnTo>
                  <a:lnTo>
                    <a:pt x="152324" y="605"/>
                  </a:lnTo>
                  <a:lnTo>
                    <a:pt x="147047" y="1160"/>
                  </a:lnTo>
                  <a:lnTo>
                    <a:pt x="141789" y="1882"/>
                  </a:lnTo>
                  <a:lnTo>
                    <a:pt x="136557" y="2771"/>
                  </a:lnTo>
                  <a:lnTo>
                    <a:pt x="131356" y="3825"/>
                  </a:lnTo>
                  <a:lnTo>
                    <a:pt x="126191" y="5043"/>
                  </a:lnTo>
                  <a:lnTo>
                    <a:pt x="121067" y="6425"/>
                  </a:lnTo>
                  <a:lnTo>
                    <a:pt x="115990" y="7969"/>
                  </a:lnTo>
                  <a:lnTo>
                    <a:pt x="110964" y="9674"/>
                  </a:lnTo>
                  <a:lnTo>
                    <a:pt x="105995" y="11537"/>
                  </a:lnTo>
                  <a:lnTo>
                    <a:pt x="101087" y="13557"/>
                  </a:lnTo>
                  <a:lnTo>
                    <a:pt x="96247" y="15731"/>
                  </a:lnTo>
                  <a:lnTo>
                    <a:pt x="91477" y="18058"/>
                  </a:lnTo>
                  <a:lnTo>
                    <a:pt x="86784" y="20536"/>
                  </a:lnTo>
                  <a:lnTo>
                    <a:pt x="82172" y="23161"/>
                  </a:lnTo>
                  <a:lnTo>
                    <a:pt x="77645" y="25931"/>
                  </a:lnTo>
                  <a:lnTo>
                    <a:pt x="73209" y="28844"/>
                  </a:lnTo>
                  <a:lnTo>
                    <a:pt x="68867" y="31895"/>
                  </a:lnTo>
                  <a:lnTo>
                    <a:pt x="64625" y="35083"/>
                  </a:lnTo>
                  <a:lnTo>
                    <a:pt x="60486" y="38405"/>
                  </a:lnTo>
                  <a:lnTo>
                    <a:pt x="56454" y="41855"/>
                  </a:lnTo>
                  <a:lnTo>
                    <a:pt x="52534" y="45433"/>
                  </a:lnTo>
                  <a:lnTo>
                    <a:pt x="48729" y="49132"/>
                  </a:lnTo>
                  <a:lnTo>
                    <a:pt x="45044" y="52951"/>
                  </a:lnTo>
                  <a:lnTo>
                    <a:pt x="41482" y="56885"/>
                  </a:lnTo>
                  <a:lnTo>
                    <a:pt x="38046" y="60929"/>
                  </a:lnTo>
                  <a:lnTo>
                    <a:pt x="34741" y="65081"/>
                  </a:lnTo>
                  <a:lnTo>
                    <a:pt x="31569" y="69336"/>
                  </a:lnTo>
                  <a:lnTo>
                    <a:pt x="28533" y="73689"/>
                  </a:lnTo>
                  <a:lnTo>
                    <a:pt x="25638" y="78136"/>
                  </a:lnTo>
                  <a:lnTo>
                    <a:pt x="22885" y="82673"/>
                  </a:lnTo>
                  <a:lnTo>
                    <a:pt x="20277" y="87295"/>
                  </a:lnTo>
                  <a:lnTo>
                    <a:pt x="17818" y="91998"/>
                  </a:lnTo>
                  <a:lnTo>
                    <a:pt x="15509" y="96776"/>
                  </a:lnTo>
                  <a:lnTo>
                    <a:pt x="13352" y="101625"/>
                  </a:lnTo>
                  <a:lnTo>
                    <a:pt x="11351" y="106540"/>
                  </a:lnTo>
                  <a:lnTo>
                    <a:pt x="9507" y="111516"/>
                  </a:lnTo>
                  <a:lnTo>
                    <a:pt x="7822" y="116549"/>
                  </a:lnTo>
                  <a:lnTo>
                    <a:pt x="6297" y="121632"/>
                  </a:lnTo>
                  <a:lnTo>
                    <a:pt x="4934" y="126761"/>
                  </a:lnTo>
                  <a:lnTo>
                    <a:pt x="3735" y="131930"/>
                  </a:lnTo>
                  <a:lnTo>
                    <a:pt x="2701" y="137135"/>
                  </a:lnTo>
                  <a:lnTo>
                    <a:pt x="1832" y="142371"/>
                  </a:lnTo>
                  <a:lnTo>
                    <a:pt x="1130" y="147631"/>
                  </a:lnTo>
                  <a:lnTo>
                    <a:pt x="595" y="152911"/>
                  </a:lnTo>
                  <a:lnTo>
                    <a:pt x="228" y="158205"/>
                  </a:lnTo>
                  <a:lnTo>
                    <a:pt x="30" y="163508"/>
                  </a:lnTo>
                  <a:lnTo>
                    <a:pt x="0" y="168815"/>
                  </a:lnTo>
                  <a:lnTo>
                    <a:pt x="138" y="174120"/>
                  </a:lnTo>
                  <a:lnTo>
                    <a:pt x="444" y="179418"/>
                  </a:lnTo>
                  <a:lnTo>
                    <a:pt x="919" y="184704"/>
                  </a:lnTo>
                  <a:lnTo>
                    <a:pt x="1561" y="189972"/>
                  </a:lnTo>
                  <a:lnTo>
                    <a:pt x="2370" y="195217"/>
                  </a:lnTo>
                  <a:lnTo>
                    <a:pt x="3345" y="200433"/>
                  </a:lnTo>
                  <a:lnTo>
                    <a:pt x="4485" y="205616"/>
                  </a:lnTo>
                  <a:lnTo>
                    <a:pt x="5789" y="210760"/>
                  </a:lnTo>
                  <a:lnTo>
                    <a:pt x="7256" y="215860"/>
                  </a:lnTo>
                  <a:lnTo>
                    <a:pt x="8884" y="220911"/>
                  </a:lnTo>
                  <a:lnTo>
                    <a:pt x="10672" y="225908"/>
                  </a:lnTo>
                  <a:lnTo>
                    <a:pt x="12617" y="230846"/>
                  </a:lnTo>
                  <a:lnTo>
                    <a:pt x="14718" y="235719"/>
                  </a:lnTo>
                  <a:lnTo>
                    <a:pt x="16972" y="240523"/>
                  </a:lnTo>
                  <a:lnTo>
                    <a:pt x="19378" y="245254"/>
                  </a:lnTo>
                  <a:lnTo>
                    <a:pt x="21933" y="249905"/>
                  </a:lnTo>
                  <a:lnTo>
                    <a:pt x="24634" y="254473"/>
                  </a:lnTo>
                  <a:lnTo>
                    <a:pt x="27479" y="258953"/>
                  </a:lnTo>
                  <a:lnTo>
                    <a:pt x="30464" y="263341"/>
                  </a:lnTo>
                  <a:lnTo>
                    <a:pt x="33588" y="267631"/>
                  </a:lnTo>
                  <a:lnTo>
                    <a:pt x="36846" y="271820"/>
                  </a:lnTo>
                  <a:lnTo>
                    <a:pt x="40235" y="275904"/>
                  </a:lnTo>
                  <a:lnTo>
                    <a:pt x="43752" y="279878"/>
                  </a:lnTo>
                  <a:lnTo>
                    <a:pt x="47394" y="283738"/>
                  </a:lnTo>
                  <a:lnTo>
                    <a:pt x="51156" y="287481"/>
                  </a:lnTo>
                  <a:lnTo>
                    <a:pt x="55035" y="291102"/>
                  </a:lnTo>
                  <a:lnTo>
                    <a:pt x="59027" y="294599"/>
                  </a:lnTo>
                  <a:lnTo>
                    <a:pt x="63128" y="297967"/>
                  </a:lnTo>
                  <a:lnTo>
                    <a:pt x="67334" y="301203"/>
                  </a:lnTo>
                  <a:lnTo>
                    <a:pt x="71641" y="304304"/>
                  </a:lnTo>
                  <a:lnTo>
                    <a:pt x="76044" y="307267"/>
                  </a:lnTo>
                  <a:lnTo>
                    <a:pt x="80538" y="310088"/>
                  </a:lnTo>
                  <a:lnTo>
                    <a:pt x="85120" y="312766"/>
                  </a:lnTo>
                  <a:lnTo>
                    <a:pt x="89785" y="315297"/>
                  </a:lnTo>
                  <a:lnTo>
                    <a:pt x="94528" y="317678"/>
                  </a:lnTo>
                  <a:lnTo>
                    <a:pt x="99343" y="319907"/>
                  </a:lnTo>
                  <a:lnTo>
                    <a:pt x="104228" y="321983"/>
                  </a:lnTo>
                  <a:lnTo>
                    <a:pt x="109175" y="323903"/>
                  </a:lnTo>
                  <a:lnTo>
                    <a:pt x="114181" y="325664"/>
                  </a:lnTo>
                  <a:lnTo>
                    <a:pt x="119241" y="327266"/>
                  </a:lnTo>
                  <a:lnTo>
                    <a:pt x="124348" y="328706"/>
                  </a:lnTo>
                  <a:lnTo>
                    <a:pt x="129499" y="329984"/>
                  </a:lnTo>
                  <a:lnTo>
                    <a:pt x="134688" y="331097"/>
                  </a:lnTo>
                  <a:lnTo>
                    <a:pt x="139909" y="332045"/>
                  </a:lnTo>
                  <a:lnTo>
                    <a:pt x="145158" y="332827"/>
                  </a:lnTo>
                  <a:lnTo>
                    <a:pt x="150430" y="333441"/>
                  </a:lnTo>
                  <a:lnTo>
                    <a:pt x="155718" y="333889"/>
                  </a:lnTo>
                  <a:lnTo>
                    <a:pt x="161017" y="334168"/>
                  </a:lnTo>
                  <a:lnTo>
                    <a:pt x="166323" y="334279"/>
                  </a:lnTo>
                  <a:lnTo>
                    <a:pt x="171629" y="334221"/>
                  </a:lnTo>
                  <a:lnTo>
                    <a:pt x="176932" y="333995"/>
                  </a:lnTo>
                  <a:lnTo>
                    <a:pt x="182224" y="333600"/>
                  </a:lnTo>
                  <a:lnTo>
                    <a:pt x="187501" y="333038"/>
                  </a:lnTo>
                  <a:lnTo>
                    <a:pt x="192757" y="332309"/>
                  </a:lnTo>
                  <a:lnTo>
                    <a:pt x="197988" y="331413"/>
                  </a:lnTo>
                  <a:lnTo>
                    <a:pt x="203188" y="330352"/>
                  </a:lnTo>
                  <a:lnTo>
                    <a:pt x="208351" y="329126"/>
                  </a:lnTo>
                  <a:lnTo>
                    <a:pt x="213473" y="327737"/>
                  </a:lnTo>
                  <a:lnTo>
                    <a:pt x="218548" y="326186"/>
                  </a:lnTo>
                  <a:lnTo>
                    <a:pt x="223572" y="324474"/>
                  </a:lnTo>
                  <a:lnTo>
                    <a:pt x="228538" y="322604"/>
                  </a:lnTo>
                  <a:lnTo>
                    <a:pt x="233443" y="320578"/>
                  </a:lnTo>
                  <a:lnTo>
                    <a:pt x="238281" y="318396"/>
                  </a:lnTo>
                  <a:lnTo>
                    <a:pt x="243047" y="316062"/>
                  </a:lnTo>
                  <a:lnTo>
                    <a:pt x="247736" y="313579"/>
                  </a:lnTo>
                  <a:lnTo>
                    <a:pt x="252345" y="310947"/>
                  </a:lnTo>
                  <a:lnTo>
                    <a:pt x="256868" y="308171"/>
                  </a:lnTo>
                  <a:lnTo>
                    <a:pt x="261300" y="305252"/>
                  </a:lnTo>
                  <a:lnTo>
                    <a:pt x="265637" y="302194"/>
                  </a:lnTo>
                  <a:lnTo>
                    <a:pt x="269875" y="299000"/>
                  </a:lnTo>
                  <a:lnTo>
                    <a:pt x="274010" y="295673"/>
                  </a:lnTo>
                  <a:lnTo>
                    <a:pt x="278037" y="292217"/>
                  </a:lnTo>
                  <a:lnTo>
                    <a:pt x="281952" y="288634"/>
                  </a:lnTo>
                  <a:lnTo>
                    <a:pt x="285751" y="284929"/>
                  </a:lnTo>
                  <a:lnTo>
                    <a:pt x="289431" y="281105"/>
                  </a:lnTo>
                  <a:lnTo>
                    <a:pt x="292988" y="277167"/>
                  </a:lnTo>
                  <a:lnTo>
                    <a:pt x="296418" y="273117"/>
                  </a:lnTo>
                  <a:lnTo>
                    <a:pt x="299718" y="268961"/>
                  </a:lnTo>
                  <a:lnTo>
                    <a:pt x="302884" y="264702"/>
                  </a:lnTo>
                  <a:lnTo>
                    <a:pt x="305913" y="260345"/>
                  </a:lnTo>
                  <a:lnTo>
                    <a:pt x="308802" y="255893"/>
                  </a:lnTo>
                  <a:lnTo>
                    <a:pt x="311549" y="251352"/>
                  </a:lnTo>
                  <a:lnTo>
                    <a:pt x="314150" y="246727"/>
                  </a:lnTo>
                  <a:lnTo>
                    <a:pt x="316603" y="242021"/>
                  </a:lnTo>
                  <a:lnTo>
                    <a:pt x="318906" y="237239"/>
                  </a:lnTo>
                  <a:lnTo>
                    <a:pt x="321055" y="232387"/>
                  </a:lnTo>
                  <a:lnTo>
                    <a:pt x="323050" y="227469"/>
                  </a:lnTo>
                  <a:lnTo>
                    <a:pt x="324887" y="222491"/>
                  </a:lnTo>
                  <a:lnTo>
                    <a:pt x="326565" y="217456"/>
                  </a:lnTo>
                  <a:lnTo>
                    <a:pt x="328083" y="212371"/>
                  </a:lnTo>
                  <a:lnTo>
                    <a:pt x="329438" y="207240"/>
                  </a:lnTo>
                  <a:lnTo>
                    <a:pt x="330630" y="202069"/>
                  </a:lnTo>
                  <a:lnTo>
                    <a:pt x="331657" y="196862"/>
                  </a:lnTo>
                  <a:lnTo>
                    <a:pt x="332519" y="191626"/>
                  </a:lnTo>
                  <a:lnTo>
                    <a:pt x="333214" y="186364"/>
                  </a:lnTo>
                  <a:lnTo>
                    <a:pt x="333741" y="181084"/>
                  </a:lnTo>
                  <a:lnTo>
                    <a:pt x="334100" y="175789"/>
                  </a:lnTo>
                  <a:lnTo>
                    <a:pt x="334292" y="170486"/>
                  </a:lnTo>
                  <a:lnTo>
                    <a:pt x="334315" y="165179"/>
                  </a:lnTo>
                  <a:lnTo>
                    <a:pt x="334169" y="159874"/>
                  </a:lnTo>
                  <a:lnTo>
                    <a:pt x="333855" y="154576"/>
                  </a:lnTo>
                  <a:lnTo>
                    <a:pt x="333373" y="149291"/>
                  </a:lnTo>
                  <a:lnTo>
                    <a:pt x="332724" y="144024"/>
                  </a:lnTo>
                  <a:lnTo>
                    <a:pt x="331907" y="138781"/>
                  </a:lnTo>
                  <a:lnTo>
                    <a:pt x="330925" y="133565"/>
                  </a:lnTo>
                  <a:lnTo>
                    <a:pt x="329777" y="128384"/>
                  </a:lnTo>
                  <a:lnTo>
                    <a:pt x="328466" y="123242"/>
                  </a:lnTo>
                  <a:lnTo>
                    <a:pt x="326992" y="118144"/>
                  </a:lnTo>
                  <a:lnTo>
                    <a:pt x="325357" y="113095"/>
                  </a:lnTo>
                  <a:lnTo>
                    <a:pt x="323563" y="108100"/>
                  </a:lnTo>
                  <a:lnTo>
                    <a:pt x="321611" y="103166"/>
                  </a:lnTo>
                  <a:lnTo>
                    <a:pt x="319503" y="98295"/>
                  </a:lnTo>
                  <a:lnTo>
                    <a:pt x="317242" y="93494"/>
                  </a:lnTo>
                  <a:lnTo>
                    <a:pt x="314830" y="88767"/>
                  </a:lnTo>
                  <a:lnTo>
                    <a:pt x="312268" y="84119"/>
                  </a:lnTo>
                  <a:lnTo>
                    <a:pt x="309561" y="79555"/>
                  </a:lnTo>
                  <a:lnTo>
                    <a:pt x="306710" y="75079"/>
                  </a:lnTo>
                  <a:lnTo>
                    <a:pt x="303718" y="70696"/>
                  </a:lnTo>
                  <a:lnTo>
                    <a:pt x="300589" y="66410"/>
                  </a:lnTo>
                  <a:lnTo>
                    <a:pt x="297325" y="62225"/>
                  </a:lnTo>
                  <a:lnTo>
                    <a:pt x="293930" y="58146"/>
                  </a:lnTo>
                  <a:lnTo>
                    <a:pt x="290408" y="54177"/>
                  </a:lnTo>
                  <a:lnTo>
                    <a:pt x="286761" y="50322"/>
                  </a:lnTo>
                  <a:lnTo>
                    <a:pt x="282993" y="46584"/>
                  </a:lnTo>
                  <a:lnTo>
                    <a:pt x="279109" y="42968"/>
                  </a:lnTo>
                  <a:lnTo>
                    <a:pt x="275112" y="39477"/>
                  </a:lnTo>
                  <a:lnTo>
                    <a:pt x="271006" y="36115"/>
                  </a:lnTo>
                  <a:lnTo>
                    <a:pt x="266796" y="32885"/>
                  </a:lnTo>
                  <a:lnTo>
                    <a:pt x="262485" y="29789"/>
                  </a:lnTo>
                  <a:lnTo>
                    <a:pt x="258078" y="26833"/>
                  </a:lnTo>
                  <a:lnTo>
                    <a:pt x="253579" y="24018"/>
                  </a:lnTo>
                  <a:lnTo>
                    <a:pt x="248994" y="21346"/>
                  </a:lnTo>
                  <a:lnTo>
                    <a:pt x="244325" y="18822"/>
                  </a:lnTo>
                  <a:lnTo>
                    <a:pt x="239579" y="16448"/>
                  </a:lnTo>
                  <a:lnTo>
                    <a:pt x="234761" y="14225"/>
                  </a:lnTo>
                  <a:lnTo>
                    <a:pt x="229873" y="12156"/>
                  </a:lnTo>
                  <a:lnTo>
                    <a:pt x="224923" y="10243"/>
                  </a:lnTo>
                  <a:lnTo>
                    <a:pt x="219915" y="8489"/>
                  </a:lnTo>
                  <a:lnTo>
                    <a:pt x="214853" y="6894"/>
                  </a:lnTo>
                  <a:lnTo>
                    <a:pt x="167158" y="1671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86215" y="5399291"/>
              <a:ext cx="47694" cy="167167"/>
            </a:xfrm>
            <a:custGeom>
              <a:avLst/>
              <a:pathLst>
                <a:path w="47694" h="167167">
                  <a:moveTo>
                    <a:pt x="47694" y="6948"/>
                  </a:moveTo>
                  <a:lnTo>
                    <a:pt x="41870" y="5328"/>
                  </a:lnTo>
                  <a:lnTo>
                    <a:pt x="35991" y="3920"/>
                  </a:lnTo>
                  <a:lnTo>
                    <a:pt x="30064" y="2725"/>
                  </a:lnTo>
                  <a:lnTo>
                    <a:pt x="24099" y="1746"/>
                  </a:lnTo>
                  <a:lnTo>
                    <a:pt x="18102" y="982"/>
                  </a:lnTo>
                  <a:lnTo>
                    <a:pt x="12081" y="437"/>
                  </a:lnTo>
                  <a:lnTo>
                    <a:pt x="6044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969198" y="5399291"/>
              <a:ext cx="54345" cy="167167"/>
            </a:xfrm>
            <a:custGeom>
              <a:avLst/>
              <a:pathLst>
                <a:path w="54345" h="167167">
                  <a:moveTo>
                    <a:pt x="54345" y="0"/>
                  </a:moveTo>
                  <a:lnTo>
                    <a:pt x="48196" y="113"/>
                  </a:lnTo>
                  <a:lnTo>
                    <a:pt x="42056" y="452"/>
                  </a:lnTo>
                  <a:lnTo>
                    <a:pt x="35932" y="1017"/>
                  </a:lnTo>
                  <a:lnTo>
                    <a:pt x="29833" y="1806"/>
                  </a:lnTo>
                  <a:lnTo>
                    <a:pt x="23767" y="2820"/>
                  </a:lnTo>
                  <a:lnTo>
                    <a:pt x="17743" y="4056"/>
                  </a:lnTo>
                  <a:lnTo>
                    <a:pt x="11768" y="5512"/>
                  </a:lnTo>
                  <a:lnTo>
                    <a:pt x="5851" y="7188"/>
                  </a:lnTo>
                  <a:lnTo>
                    <a:pt x="0" y="9080"/>
                  </a:lnTo>
                  <a:lnTo>
                    <a:pt x="5434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969198" y="5408372"/>
              <a:ext cx="54345" cy="158087"/>
            </a:xfrm>
            <a:custGeom>
              <a:avLst/>
              <a:pathLst>
                <a:path w="54345" h="158087">
                  <a:moveTo>
                    <a:pt x="0" y="0"/>
                  </a:moveTo>
                  <a:lnTo>
                    <a:pt x="54345" y="158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969198" y="5408372"/>
              <a:ext cx="54345" cy="158087"/>
            </a:xfrm>
            <a:custGeom>
              <a:avLst/>
              <a:pathLst>
                <a:path w="54345" h="158087">
                  <a:moveTo>
                    <a:pt x="0" y="0"/>
                  </a:moveTo>
                  <a:lnTo>
                    <a:pt x="54345" y="158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969198" y="5408372"/>
              <a:ext cx="54345" cy="158087"/>
            </a:xfrm>
            <a:custGeom>
              <a:avLst/>
              <a:pathLst>
                <a:path w="54345" h="158087">
                  <a:moveTo>
                    <a:pt x="0" y="0"/>
                  </a:moveTo>
                  <a:lnTo>
                    <a:pt x="54345" y="1580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969198" y="5408372"/>
              <a:ext cx="54345" cy="158087"/>
            </a:xfrm>
            <a:custGeom>
              <a:avLst/>
              <a:pathLst>
                <a:path w="54345" h="158087">
                  <a:moveTo>
                    <a:pt x="0" y="0"/>
                  </a:moveTo>
                  <a:lnTo>
                    <a:pt x="54345" y="1580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969198" y="5408372"/>
              <a:ext cx="54345" cy="158087"/>
            </a:xfrm>
            <a:custGeom>
              <a:avLst/>
              <a:pathLst>
                <a:path w="54345" h="158087">
                  <a:moveTo>
                    <a:pt x="0" y="0"/>
                  </a:moveTo>
                  <a:lnTo>
                    <a:pt x="54345" y="1580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856388" y="5408372"/>
              <a:ext cx="180102" cy="325239"/>
            </a:xfrm>
            <a:custGeom>
              <a:avLst/>
              <a:pathLst>
                <a:path w="180102" h="325239">
                  <a:moveTo>
                    <a:pt x="112810" y="0"/>
                  </a:moveTo>
                  <a:lnTo>
                    <a:pt x="107766" y="1824"/>
                  </a:lnTo>
                  <a:lnTo>
                    <a:pt x="102783" y="3810"/>
                  </a:lnTo>
                  <a:lnTo>
                    <a:pt x="97866" y="5955"/>
                  </a:lnTo>
                  <a:lnTo>
                    <a:pt x="93021" y="8256"/>
                  </a:lnTo>
                  <a:lnTo>
                    <a:pt x="88252" y="10712"/>
                  </a:lnTo>
                  <a:lnTo>
                    <a:pt x="83565" y="13319"/>
                  </a:lnTo>
                  <a:lnTo>
                    <a:pt x="78963" y="16076"/>
                  </a:lnTo>
                  <a:lnTo>
                    <a:pt x="74452" y="18978"/>
                  </a:lnTo>
                  <a:lnTo>
                    <a:pt x="70037" y="22024"/>
                  </a:lnTo>
                  <a:lnTo>
                    <a:pt x="65722" y="25210"/>
                  </a:lnTo>
                  <a:lnTo>
                    <a:pt x="61511" y="28533"/>
                  </a:lnTo>
                  <a:lnTo>
                    <a:pt x="57408" y="31989"/>
                  </a:lnTo>
                  <a:lnTo>
                    <a:pt x="53419" y="35575"/>
                  </a:lnTo>
                  <a:lnTo>
                    <a:pt x="49547" y="39287"/>
                  </a:lnTo>
                  <a:lnTo>
                    <a:pt x="45796" y="43122"/>
                  </a:lnTo>
                  <a:lnTo>
                    <a:pt x="42170" y="47074"/>
                  </a:lnTo>
                  <a:lnTo>
                    <a:pt x="38673" y="51141"/>
                  </a:lnTo>
                  <a:lnTo>
                    <a:pt x="35308" y="55319"/>
                  </a:lnTo>
                  <a:lnTo>
                    <a:pt x="32079" y="59602"/>
                  </a:lnTo>
                  <a:lnTo>
                    <a:pt x="28989" y="63986"/>
                  </a:lnTo>
                  <a:lnTo>
                    <a:pt x="26041" y="68467"/>
                  </a:lnTo>
                  <a:lnTo>
                    <a:pt x="23238" y="73041"/>
                  </a:lnTo>
                  <a:lnTo>
                    <a:pt x="20584" y="77702"/>
                  </a:lnTo>
                  <a:lnTo>
                    <a:pt x="18080" y="82446"/>
                  </a:lnTo>
                  <a:lnTo>
                    <a:pt x="15730" y="87268"/>
                  </a:lnTo>
                  <a:lnTo>
                    <a:pt x="13536" y="92163"/>
                  </a:lnTo>
                  <a:lnTo>
                    <a:pt x="11500" y="97125"/>
                  </a:lnTo>
                  <a:lnTo>
                    <a:pt x="9624" y="102150"/>
                  </a:lnTo>
                  <a:lnTo>
                    <a:pt x="7911" y="107233"/>
                  </a:lnTo>
                  <a:lnTo>
                    <a:pt x="6361" y="112369"/>
                  </a:lnTo>
                  <a:lnTo>
                    <a:pt x="4977" y="117551"/>
                  </a:lnTo>
                  <a:lnTo>
                    <a:pt x="3760" y="122775"/>
                  </a:lnTo>
                  <a:lnTo>
                    <a:pt x="2711" y="128036"/>
                  </a:lnTo>
                  <a:lnTo>
                    <a:pt x="1832" y="133327"/>
                  </a:lnTo>
                  <a:lnTo>
                    <a:pt x="1122" y="138644"/>
                  </a:lnTo>
                  <a:lnTo>
                    <a:pt x="584" y="143981"/>
                  </a:lnTo>
                  <a:lnTo>
                    <a:pt x="217" y="149332"/>
                  </a:lnTo>
                  <a:lnTo>
                    <a:pt x="22" y="154693"/>
                  </a:lnTo>
                  <a:lnTo>
                    <a:pt x="0" y="160057"/>
                  </a:lnTo>
                  <a:lnTo>
                    <a:pt x="149" y="165419"/>
                  </a:lnTo>
                  <a:lnTo>
                    <a:pt x="470" y="170773"/>
                  </a:lnTo>
                  <a:lnTo>
                    <a:pt x="963" y="176114"/>
                  </a:lnTo>
                  <a:lnTo>
                    <a:pt x="1627" y="181437"/>
                  </a:lnTo>
                  <a:lnTo>
                    <a:pt x="2461" y="186736"/>
                  </a:lnTo>
                  <a:lnTo>
                    <a:pt x="3465" y="192005"/>
                  </a:lnTo>
                  <a:lnTo>
                    <a:pt x="4638" y="197239"/>
                  </a:lnTo>
                  <a:lnTo>
                    <a:pt x="5977" y="202433"/>
                  </a:lnTo>
                  <a:lnTo>
                    <a:pt x="7483" y="207582"/>
                  </a:lnTo>
                  <a:lnTo>
                    <a:pt x="9153" y="212679"/>
                  </a:lnTo>
                  <a:lnTo>
                    <a:pt x="10986" y="217720"/>
                  </a:lnTo>
                  <a:lnTo>
                    <a:pt x="12980" y="222700"/>
                  </a:lnTo>
                  <a:lnTo>
                    <a:pt x="15132" y="227613"/>
                  </a:lnTo>
                  <a:lnTo>
                    <a:pt x="17441" y="232455"/>
                  </a:lnTo>
                  <a:lnTo>
                    <a:pt x="19904" y="237220"/>
                  </a:lnTo>
                  <a:lnTo>
                    <a:pt x="22519" y="241903"/>
                  </a:lnTo>
                  <a:lnTo>
                    <a:pt x="25282" y="246501"/>
                  </a:lnTo>
                  <a:lnTo>
                    <a:pt x="28192" y="251007"/>
                  </a:lnTo>
                  <a:lnTo>
                    <a:pt x="31245" y="255417"/>
                  </a:lnTo>
                  <a:lnTo>
                    <a:pt x="34438" y="259728"/>
                  </a:lnTo>
                  <a:lnTo>
                    <a:pt x="37767" y="263933"/>
                  </a:lnTo>
                  <a:lnTo>
                    <a:pt x="41229" y="268030"/>
                  </a:lnTo>
                  <a:lnTo>
                    <a:pt x="44822" y="272014"/>
                  </a:lnTo>
                  <a:lnTo>
                    <a:pt x="48540" y="275880"/>
                  </a:lnTo>
                  <a:lnTo>
                    <a:pt x="52380" y="279625"/>
                  </a:lnTo>
                  <a:lnTo>
                    <a:pt x="56338" y="283245"/>
                  </a:lnTo>
                  <a:lnTo>
                    <a:pt x="60411" y="286736"/>
                  </a:lnTo>
                  <a:lnTo>
                    <a:pt x="64593" y="290094"/>
                  </a:lnTo>
                  <a:lnTo>
                    <a:pt x="68882" y="293317"/>
                  </a:lnTo>
                  <a:lnTo>
                    <a:pt x="73271" y="296400"/>
                  </a:lnTo>
                  <a:lnTo>
                    <a:pt x="77757" y="299341"/>
                  </a:lnTo>
                  <a:lnTo>
                    <a:pt x="82335" y="302137"/>
                  </a:lnTo>
                  <a:lnTo>
                    <a:pt x="87000" y="304784"/>
                  </a:lnTo>
                  <a:lnTo>
                    <a:pt x="91748" y="307280"/>
                  </a:lnTo>
                  <a:lnTo>
                    <a:pt x="96573" y="309622"/>
                  </a:lnTo>
                  <a:lnTo>
                    <a:pt x="101471" y="311809"/>
                  </a:lnTo>
                  <a:lnTo>
                    <a:pt x="106437" y="313837"/>
                  </a:lnTo>
                  <a:lnTo>
                    <a:pt x="111465" y="315705"/>
                  </a:lnTo>
                  <a:lnTo>
                    <a:pt x="116551" y="317411"/>
                  </a:lnTo>
                  <a:lnTo>
                    <a:pt x="121689" y="318952"/>
                  </a:lnTo>
                  <a:lnTo>
                    <a:pt x="126873" y="320328"/>
                  </a:lnTo>
                  <a:lnTo>
                    <a:pt x="132099" y="321537"/>
                  </a:lnTo>
                  <a:lnTo>
                    <a:pt x="137361" y="322578"/>
                  </a:lnTo>
                  <a:lnTo>
                    <a:pt x="142654" y="323449"/>
                  </a:lnTo>
                  <a:lnTo>
                    <a:pt x="147972" y="324150"/>
                  </a:lnTo>
                  <a:lnTo>
                    <a:pt x="153310" y="324680"/>
                  </a:lnTo>
                  <a:lnTo>
                    <a:pt x="158662" y="325038"/>
                  </a:lnTo>
                  <a:lnTo>
                    <a:pt x="164023" y="325225"/>
                  </a:lnTo>
                  <a:lnTo>
                    <a:pt x="169387" y="325239"/>
                  </a:lnTo>
                  <a:lnTo>
                    <a:pt x="174748" y="325081"/>
                  </a:lnTo>
                  <a:lnTo>
                    <a:pt x="180102" y="324752"/>
                  </a:lnTo>
                  <a:lnTo>
                    <a:pt x="167155" y="1580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167163" cy="333832"/>
            </a:xfrm>
            <a:custGeom>
              <a:avLst/>
              <a:pathLst>
                <a:path w="167163" h="333832">
                  <a:moveTo>
                    <a:pt x="12946" y="333832"/>
                  </a:moveTo>
                  <a:lnTo>
                    <a:pt x="18258" y="333334"/>
                  </a:lnTo>
                  <a:lnTo>
                    <a:pt x="23552" y="332667"/>
                  </a:lnTo>
                  <a:lnTo>
                    <a:pt x="28821" y="331831"/>
                  </a:lnTo>
                  <a:lnTo>
                    <a:pt x="34061" y="330827"/>
                  </a:lnTo>
                  <a:lnTo>
                    <a:pt x="39267" y="329657"/>
                  </a:lnTo>
                  <a:lnTo>
                    <a:pt x="44432" y="328321"/>
                  </a:lnTo>
                  <a:lnTo>
                    <a:pt x="49552" y="326821"/>
                  </a:lnTo>
                  <a:lnTo>
                    <a:pt x="54622" y="325159"/>
                  </a:lnTo>
                  <a:lnTo>
                    <a:pt x="59636" y="323335"/>
                  </a:lnTo>
                  <a:lnTo>
                    <a:pt x="64589" y="321352"/>
                  </a:lnTo>
                  <a:lnTo>
                    <a:pt x="69476" y="319213"/>
                  </a:lnTo>
                  <a:lnTo>
                    <a:pt x="74293" y="316918"/>
                  </a:lnTo>
                  <a:lnTo>
                    <a:pt x="79034" y="314471"/>
                  </a:lnTo>
                  <a:lnTo>
                    <a:pt x="83695" y="311874"/>
                  </a:lnTo>
                  <a:lnTo>
                    <a:pt x="88270" y="309129"/>
                  </a:lnTo>
                  <a:lnTo>
                    <a:pt x="92755" y="306240"/>
                  </a:lnTo>
                  <a:lnTo>
                    <a:pt x="97146" y="303209"/>
                  </a:lnTo>
                  <a:lnTo>
                    <a:pt x="101438" y="300040"/>
                  </a:lnTo>
                  <a:lnTo>
                    <a:pt x="105627" y="296735"/>
                  </a:lnTo>
                  <a:lnTo>
                    <a:pt x="109708" y="293298"/>
                  </a:lnTo>
                  <a:lnTo>
                    <a:pt x="113677" y="289733"/>
                  </a:lnTo>
                  <a:lnTo>
                    <a:pt x="117530" y="286043"/>
                  </a:lnTo>
                  <a:lnTo>
                    <a:pt x="121264" y="282232"/>
                  </a:lnTo>
                  <a:lnTo>
                    <a:pt x="124874" y="278303"/>
                  </a:lnTo>
                  <a:lnTo>
                    <a:pt x="128357" y="274262"/>
                  </a:lnTo>
                  <a:lnTo>
                    <a:pt x="131709" y="270111"/>
                  </a:lnTo>
                  <a:lnTo>
                    <a:pt x="134927" y="265856"/>
                  </a:lnTo>
                  <a:lnTo>
                    <a:pt x="138008" y="261499"/>
                  </a:lnTo>
                  <a:lnTo>
                    <a:pt x="140948" y="257047"/>
                  </a:lnTo>
                  <a:lnTo>
                    <a:pt x="143744" y="252504"/>
                  </a:lnTo>
                  <a:lnTo>
                    <a:pt x="146395" y="247873"/>
                  </a:lnTo>
                  <a:lnTo>
                    <a:pt x="148895" y="243160"/>
                  </a:lnTo>
                  <a:lnTo>
                    <a:pt x="151245" y="238370"/>
                  </a:lnTo>
                  <a:lnTo>
                    <a:pt x="153440" y="233507"/>
                  </a:lnTo>
                  <a:lnTo>
                    <a:pt x="155479" y="228577"/>
                  </a:lnTo>
                  <a:lnTo>
                    <a:pt x="157359" y="223584"/>
                  </a:lnTo>
                  <a:lnTo>
                    <a:pt x="159080" y="218533"/>
                  </a:lnTo>
                  <a:lnTo>
                    <a:pt x="160638" y="213431"/>
                  </a:lnTo>
                  <a:lnTo>
                    <a:pt x="162032" y="208281"/>
                  </a:lnTo>
                  <a:lnTo>
                    <a:pt x="163262" y="203089"/>
                  </a:lnTo>
                  <a:lnTo>
                    <a:pt x="164325" y="197861"/>
                  </a:lnTo>
                  <a:lnTo>
                    <a:pt x="165221" y="192601"/>
                  </a:lnTo>
                  <a:lnTo>
                    <a:pt x="165948" y="187316"/>
                  </a:lnTo>
                  <a:lnTo>
                    <a:pt x="166507" y="182010"/>
                  </a:lnTo>
                  <a:lnTo>
                    <a:pt x="166896" y="176689"/>
                  </a:lnTo>
                  <a:lnTo>
                    <a:pt x="167114" y="171358"/>
                  </a:lnTo>
                  <a:lnTo>
                    <a:pt x="167163" y="166023"/>
                  </a:lnTo>
                  <a:lnTo>
                    <a:pt x="167041" y="160689"/>
                  </a:lnTo>
                  <a:lnTo>
                    <a:pt x="166750" y="155361"/>
                  </a:lnTo>
                  <a:lnTo>
                    <a:pt x="166288" y="150046"/>
                  </a:lnTo>
                  <a:lnTo>
                    <a:pt x="165657" y="144748"/>
                  </a:lnTo>
                  <a:lnTo>
                    <a:pt x="164857" y="139473"/>
                  </a:lnTo>
                  <a:lnTo>
                    <a:pt x="163889" y="134226"/>
                  </a:lnTo>
                  <a:lnTo>
                    <a:pt x="162755" y="129013"/>
                  </a:lnTo>
                  <a:lnTo>
                    <a:pt x="161454" y="123839"/>
                  </a:lnTo>
                  <a:lnTo>
                    <a:pt x="159989" y="118708"/>
                  </a:lnTo>
                  <a:lnTo>
                    <a:pt x="158361" y="113628"/>
                  </a:lnTo>
                  <a:lnTo>
                    <a:pt x="156572" y="108601"/>
                  </a:lnTo>
                  <a:lnTo>
                    <a:pt x="154623" y="103634"/>
                  </a:lnTo>
                  <a:lnTo>
                    <a:pt x="152517" y="98732"/>
                  </a:lnTo>
                  <a:lnTo>
                    <a:pt x="150256" y="93900"/>
                  </a:lnTo>
                  <a:lnTo>
                    <a:pt x="147841" y="89142"/>
                  </a:lnTo>
                  <a:lnTo>
                    <a:pt x="145276" y="84464"/>
                  </a:lnTo>
                  <a:lnTo>
                    <a:pt x="142563" y="79870"/>
                  </a:lnTo>
                  <a:lnTo>
                    <a:pt x="139704" y="75365"/>
                  </a:lnTo>
                  <a:lnTo>
                    <a:pt x="136704" y="70954"/>
                  </a:lnTo>
                  <a:lnTo>
                    <a:pt x="133564" y="66640"/>
                  </a:lnTo>
                  <a:lnTo>
                    <a:pt x="130288" y="62429"/>
                  </a:lnTo>
                  <a:lnTo>
                    <a:pt x="126879" y="58325"/>
                  </a:lnTo>
                  <a:lnTo>
                    <a:pt x="123341" y="54331"/>
                  </a:lnTo>
                  <a:lnTo>
                    <a:pt x="119677" y="50453"/>
                  </a:lnTo>
                  <a:lnTo>
                    <a:pt x="115892" y="46693"/>
                  </a:lnTo>
                  <a:lnTo>
                    <a:pt x="111988" y="43056"/>
                  </a:lnTo>
                  <a:lnTo>
                    <a:pt x="107970" y="39546"/>
                  </a:lnTo>
                  <a:lnTo>
                    <a:pt x="103843" y="36165"/>
                  </a:lnTo>
                  <a:lnTo>
                    <a:pt x="99609" y="32918"/>
                  </a:lnTo>
                  <a:lnTo>
                    <a:pt x="95275" y="29807"/>
                  </a:lnTo>
                  <a:lnTo>
                    <a:pt x="90843" y="26837"/>
                  </a:lnTo>
                  <a:lnTo>
                    <a:pt x="86318" y="24010"/>
                  </a:lnTo>
                  <a:lnTo>
                    <a:pt x="81706" y="21328"/>
                  </a:lnTo>
                  <a:lnTo>
                    <a:pt x="77010" y="18795"/>
                  </a:lnTo>
                  <a:lnTo>
                    <a:pt x="72236" y="16413"/>
                  </a:lnTo>
                  <a:lnTo>
                    <a:pt x="67388" y="14184"/>
                  </a:lnTo>
                  <a:lnTo>
                    <a:pt x="62472" y="12112"/>
                  </a:lnTo>
                  <a:lnTo>
                    <a:pt x="57492" y="10197"/>
                  </a:lnTo>
                  <a:lnTo>
                    <a:pt x="52454" y="8442"/>
                  </a:lnTo>
                  <a:lnTo>
                    <a:pt x="47362" y="6849"/>
                  </a:lnTo>
                  <a:lnTo>
                    <a:pt x="42222" y="5419"/>
                  </a:lnTo>
                  <a:lnTo>
                    <a:pt x="37038" y="4154"/>
                  </a:lnTo>
                  <a:lnTo>
                    <a:pt x="31817" y="3055"/>
                  </a:lnTo>
                  <a:lnTo>
                    <a:pt x="26564" y="2124"/>
                  </a:lnTo>
                  <a:lnTo>
                    <a:pt x="21284" y="1360"/>
                  </a:lnTo>
                  <a:lnTo>
                    <a:pt x="15982" y="765"/>
                  </a:lnTo>
                  <a:lnTo>
                    <a:pt x="10663" y="340"/>
                  </a:lnTo>
                  <a:lnTo>
                    <a:pt x="5334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28772" y="5269756"/>
              <a:ext cx="16485" cy="167167"/>
            </a:xfrm>
            <a:custGeom>
              <a:avLst/>
              <a:pathLst>
                <a:path w="16485" h="167167">
                  <a:moveTo>
                    <a:pt x="16485" y="0"/>
                  </a:moveTo>
                  <a:lnTo>
                    <a:pt x="8232" y="203"/>
                  </a:lnTo>
                  <a:lnTo>
                    <a:pt x="0" y="814"/>
                  </a:lnTo>
                  <a:lnTo>
                    <a:pt x="16485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28772" y="5270571"/>
              <a:ext cx="16485" cy="166352"/>
            </a:xfrm>
            <a:custGeom>
              <a:avLst/>
              <a:pathLst>
                <a:path w="16485" h="166352">
                  <a:moveTo>
                    <a:pt x="0" y="0"/>
                  </a:moveTo>
                  <a:lnTo>
                    <a:pt x="16485" y="166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28772" y="5270571"/>
              <a:ext cx="16485" cy="166352"/>
            </a:xfrm>
            <a:custGeom>
              <a:avLst/>
              <a:pathLst>
                <a:path w="16485" h="166352">
                  <a:moveTo>
                    <a:pt x="0" y="0"/>
                  </a:moveTo>
                  <a:lnTo>
                    <a:pt x="16485" y="166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28772" y="5270571"/>
              <a:ext cx="16485" cy="166352"/>
            </a:xfrm>
            <a:custGeom>
              <a:avLst/>
              <a:pathLst>
                <a:path w="16485" h="166352">
                  <a:moveTo>
                    <a:pt x="0" y="0"/>
                  </a:moveTo>
                  <a:lnTo>
                    <a:pt x="16485" y="166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28772" y="5270571"/>
              <a:ext cx="16485" cy="166352"/>
            </a:xfrm>
            <a:custGeom>
              <a:avLst/>
              <a:pathLst>
                <a:path w="16485" h="166352">
                  <a:moveTo>
                    <a:pt x="0" y="0"/>
                  </a:moveTo>
                  <a:lnTo>
                    <a:pt x="16485" y="166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397159" y="5270571"/>
              <a:ext cx="148098" cy="166352"/>
            </a:xfrm>
            <a:custGeom>
              <a:avLst/>
              <a:pathLst>
                <a:path w="148098" h="166352">
                  <a:moveTo>
                    <a:pt x="131613" y="0"/>
                  </a:moveTo>
                  <a:lnTo>
                    <a:pt x="126134" y="634"/>
                  </a:lnTo>
                  <a:lnTo>
                    <a:pt x="120680" y="1448"/>
                  </a:lnTo>
                  <a:lnTo>
                    <a:pt x="115256" y="2443"/>
                  </a:lnTo>
                  <a:lnTo>
                    <a:pt x="109867" y="3615"/>
                  </a:lnTo>
                  <a:lnTo>
                    <a:pt x="104520" y="4965"/>
                  </a:lnTo>
                  <a:lnTo>
                    <a:pt x="99221" y="6490"/>
                  </a:lnTo>
                  <a:lnTo>
                    <a:pt x="93974" y="8189"/>
                  </a:lnTo>
                  <a:lnTo>
                    <a:pt x="88787" y="10060"/>
                  </a:lnTo>
                  <a:lnTo>
                    <a:pt x="83664" y="12102"/>
                  </a:lnTo>
                  <a:lnTo>
                    <a:pt x="78611" y="14311"/>
                  </a:lnTo>
                  <a:lnTo>
                    <a:pt x="73634" y="16686"/>
                  </a:lnTo>
                  <a:lnTo>
                    <a:pt x="68738" y="19223"/>
                  </a:lnTo>
                  <a:lnTo>
                    <a:pt x="63928" y="21921"/>
                  </a:lnTo>
                  <a:lnTo>
                    <a:pt x="59210" y="24776"/>
                  </a:lnTo>
                  <a:lnTo>
                    <a:pt x="54588" y="27785"/>
                  </a:lnTo>
                  <a:lnTo>
                    <a:pt x="50068" y="30945"/>
                  </a:lnTo>
                  <a:lnTo>
                    <a:pt x="45655" y="34252"/>
                  </a:lnTo>
                  <a:lnTo>
                    <a:pt x="41354" y="37703"/>
                  </a:lnTo>
                  <a:lnTo>
                    <a:pt x="37169" y="41294"/>
                  </a:lnTo>
                  <a:lnTo>
                    <a:pt x="33104" y="45021"/>
                  </a:lnTo>
                  <a:lnTo>
                    <a:pt x="29164" y="48880"/>
                  </a:lnTo>
                  <a:lnTo>
                    <a:pt x="25354" y="52867"/>
                  </a:lnTo>
                  <a:lnTo>
                    <a:pt x="21678" y="56977"/>
                  </a:lnTo>
                  <a:lnTo>
                    <a:pt x="18139" y="61207"/>
                  </a:lnTo>
                  <a:lnTo>
                    <a:pt x="14742" y="65551"/>
                  </a:lnTo>
                  <a:lnTo>
                    <a:pt x="11489" y="70004"/>
                  </a:lnTo>
                  <a:lnTo>
                    <a:pt x="8386" y="74563"/>
                  </a:lnTo>
                  <a:lnTo>
                    <a:pt x="5434" y="79221"/>
                  </a:lnTo>
                  <a:lnTo>
                    <a:pt x="2638" y="83974"/>
                  </a:lnTo>
                  <a:lnTo>
                    <a:pt x="0" y="88817"/>
                  </a:lnTo>
                  <a:lnTo>
                    <a:pt x="148098" y="1663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19064" y="89632"/>
                  </a:moveTo>
                  <a:lnTo>
                    <a:pt x="16683" y="94361"/>
                  </a:lnTo>
                  <a:lnTo>
                    <a:pt x="14452" y="99163"/>
                  </a:lnTo>
                  <a:lnTo>
                    <a:pt x="12375" y="104033"/>
                  </a:lnTo>
                  <a:lnTo>
                    <a:pt x="10454" y="108967"/>
                  </a:lnTo>
                  <a:lnTo>
                    <a:pt x="8689" y="113959"/>
                  </a:lnTo>
                  <a:lnTo>
                    <a:pt x="7083" y="119005"/>
                  </a:lnTo>
                  <a:lnTo>
                    <a:pt x="5638" y="124098"/>
                  </a:lnTo>
                  <a:lnTo>
                    <a:pt x="4356" y="129235"/>
                  </a:lnTo>
                  <a:lnTo>
                    <a:pt x="3236" y="134411"/>
                  </a:lnTo>
                  <a:lnTo>
                    <a:pt x="2281" y="139618"/>
                  </a:lnTo>
                  <a:lnTo>
                    <a:pt x="1491" y="144854"/>
                  </a:lnTo>
                  <a:lnTo>
                    <a:pt x="867" y="150112"/>
                  </a:lnTo>
                  <a:lnTo>
                    <a:pt x="411" y="155387"/>
                  </a:lnTo>
                  <a:lnTo>
                    <a:pt x="121" y="160674"/>
                  </a:lnTo>
                  <a:lnTo>
                    <a:pt x="0" y="165967"/>
                  </a:lnTo>
                  <a:lnTo>
                    <a:pt x="45" y="171262"/>
                  </a:lnTo>
                  <a:lnTo>
                    <a:pt x="259" y="176552"/>
                  </a:lnTo>
                  <a:lnTo>
                    <a:pt x="640" y="181833"/>
                  </a:lnTo>
                  <a:lnTo>
                    <a:pt x="1188" y="187100"/>
                  </a:lnTo>
                  <a:lnTo>
                    <a:pt x="1902" y="192346"/>
                  </a:lnTo>
                  <a:lnTo>
                    <a:pt x="2783" y="197567"/>
                  </a:lnTo>
                  <a:lnTo>
                    <a:pt x="3828" y="202758"/>
                  </a:lnTo>
                  <a:lnTo>
                    <a:pt x="5037" y="207913"/>
                  </a:lnTo>
                  <a:lnTo>
                    <a:pt x="6409" y="213027"/>
                  </a:lnTo>
                  <a:lnTo>
                    <a:pt x="7942" y="218095"/>
                  </a:lnTo>
                  <a:lnTo>
                    <a:pt x="9634" y="223112"/>
                  </a:lnTo>
                  <a:lnTo>
                    <a:pt x="11485" y="228073"/>
                  </a:lnTo>
                  <a:lnTo>
                    <a:pt x="13492" y="232972"/>
                  </a:lnTo>
                  <a:lnTo>
                    <a:pt x="15653" y="237806"/>
                  </a:lnTo>
                  <a:lnTo>
                    <a:pt x="17966" y="242569"/>
                  </a:lnTo>
                  <a:lnTo>
                    <a:pt x="20429" y="247256"/>
                  </a:lnTo>
                  <a:lnTo>
                    <a:pt x="23039" y="251863"/>
                  </a:lnTo>
                  <a:lnTo>
                    <a:pt x="25794" y="256385"/>
                  </a:lnTo>
                  <a:lnTo>
                    <a:pt x="28690" y="260817"/>
                  </a:lnTo>
                  <a:lnTo>
                    <a:pt x="31725" y="265155"/>
                  </a:lnTo>
                  <a:lnTo>
                    <a:pt x="34897" y="269395"/>
                  </a:lnTo>
                  <a:lnTo>
                    <a:pt x="38201" y="273533"/>
                  </a:lnTo>
                  <a:lnTo>
                    <a:pt x="41634" y="277564"/>
                  </a:lnTo>
                  <a:lnTo>
                    <a:pt x="45193" y="281484"/>
                  </a:lnTo>
                  <a:lnTo>
                    <a:pt x="48875" y="285289"/>
                  </a:lnTo>
                  <a:lnTo>
                    <a:pt x="52675" y="288976"/>
                  </a:lnTo>
                  <a:lnTo>
                    <a:pt x="56590" y="292541"/>
                  </a:lnTo>
                  <a:lnTo>
                    <a:pt x="60616" y="295980"/>
                  </a:lnTo>
                  <a:lnTo>
                    <a:pt x="64749" y="299289"/>
                  </a:lnTo>
                  <a:lnTo>
                    <a:pt x="68984" y="302467"/>
                  </a:lnTo>
                  <a:lnTo>
                    <a:pt x="73319" y="305508"/>
                  </a:lnTo>
                  <a:lnTo>
                    <a:pt x="77747" y="308411"/>
                  </a:lnTo>
                  <a:lnTo>
                    <a:pt x="82265" y="311172"/>
                  </a:lnTo>
                  <a:lnTo>
                    <a:pt x="86868" y="313788"/>
                  </a:lnTo>
                  <a:lnTo>
                    <a:pt x="91552" y="316257"/>
                  </a:lnTo>
                  <a:lnTo>
                    <a:pt x="96311" y="318577"/>
                  </a:lnTo>
                  <a:lnTo>
                    <a:pt x="101142" y="320745"/>
                  </a:lnTo>
                  <a:lnTo>
                    <a:pt x="106039" y="322759"/>
                  </a:lnTo>
                  <a:lnTo>
                    <a:pt x="110997" y="324617"/>
                  </a:lnTo>
                  <a:lnTo>
                    <a:pt x="116012" y="326316"/>
                  </a:lnTo>
                  <a:lnTo>
                    <a:pt x="121077" y="327856"/>
                  </a:lnTo>
                  <a:lnTo>
                    <a:pt x="126190" y="329235"/>
                  </a:lnTo>
                  <a:lnTo>
                    <a:pt x="131343" y="330452"/>
                  </a:lnTo>
                  <a:lnTo>
                    <a:pt x="136532" y="331504"/>
                  </a:lnTo>
                  <a:lnTo>
                    <a:pt x="141752" y="332392"/>
                  </a:lnTo>
                  <a:lnTo>
                    <a:pt x="146997" y="333114"/>
                  </a:lnTo>
                  <a:lnTo>
                    <a:pt x="152263" y="333669"/>
                  </a:lnTo>
                  <a:lnTo>
                    <a:pt x="157543" y="334057"/>
                  </a:lnTo>
                  <a:lnTo>
                    <a:pt x="162833" y="334278"/>
                  </a:lnTo>
                  <a:lnTo>
                    <a:pt x="168128" y="334332"/>
                  </a:lnTo>
                  <a:lnTo>
                    <a:pt x="173421" y="334217"/>
                  </a:lnTo>
                  <a:lnTo>
                    <a:pt x="178709" y="333935"/>
                  </a:lnTo>
                  <a:lnTo>
                    <a:pt x="183984" y="333486"/>
                  </a:lnTo>
                  <a:lnTo>
                    <a:pt x="189243" y="332870"/>
                  </a:lnTo>
                  <a:lnTo>
                    <a:pt x="194480" y="332087"/>
                  </a:lnTo>
                  <a:lnTo>
                    <a:pt x="199689" y="331139"/>
                  </a:lnTo>
                  <a:lnTo>
                    <a:pt x="204866" y="330027"/>
                  </a:lnTo>
                  <a:lnTo>
                    <a:pt x="210005" y="328751"/>
                  </a:lnTo>
                  <a:lnTo>
                    <a:pt x="215100" y="327313"/>
                  </a:lnTo>
                  <a:lnTo>
                    <a:pt x="220148" y="325715"/>
                  </a:lnTo>
                  <a:lnTo>
                    <a:pt x="225143" y="323957"/>
                  </a:lnTo>
                  <a:lnTo>
                    <a:pt x="230079" y="322043"/>
                  </a:lnTo>
                  <a:lnTo>
                    <a:pt x="234952" y="319972"/>
                  </a:lnTo>
                  <a:lnTo>
                    <a:pt x="239758" y="317749"/>
                  </a:lnTo>
                  <a:lnTo>
                    <a:pt x="244490" y="315374"/>
                  </a:lnTo>
                  <a:lnTo>
                    <a:pt x="249145" y="312851"/>
                  </a:lnTo>
                  <a:lnTo>
                    <a:pt x="253718" y="310182"/>
                  </a:lnTo>
                  <a:lnTo>
                    <a:pt x="258204" y="307369"/>
                  </a:lnTo>
                  <a:lnTo>
                    <a:pt x="262598" y="304415"/>
                  </a:lnTo>
                  <a:lnTo>
                    <a:pt x="266897" y="301324"/>
                  </a:lnTo>
                  <a:lnTo>
                    <a:pt x="271095" y="298098"/>
                  </a:lnTo>
                  <a:lnTo>
                    <a:pt x="275190" y="294741"/>
                  </a:lnTo>
                  <a:lnTo>
                    <a:pt x="279176" y="291256"/>
                  </a:lnTo>
                  <a:lnTo>
                    <a:pt x="283050" y="287646"/>
                  </a:lnTo>
                  <a:lnTo>
                    <a:pt x="286807" y="283915"/>
                  </a:lnTo>
                  <a:lnTo>
                    <a:pt x="290444" y="280068"/>
                  </a:lnTo>
                  <a:lnTo>
                    <a:pt x="293958" y="276107"/>
                  </a:lnTo>
                  <a:lnTo>
                    <a:pt x="297344" y="272037"/>
                  </a:lnTo>
                  <a:lnTo>
                    <a:pt x="300600" y="267861"/>
                  </a:lnTo>
                  <a:lnTo>
                    <a:pt x="303722" y="263585"/>
                  </a:lnTo>
                  <a:lnTo>
                    <a:pt x="306707" y="259212"/>
                  </a:lnTo>
                  <a:lnTo>
                    <a:pt x="309552" y="254746"/>
                  </a:lnTo>
                  <a:lnTo>
                    <a:pt x="312255" y="250193"/>
                  </a:lnTo>
                  <a:lnTo>
                    <a:pt x="314811" y="245556"/>
                  </a:lnTo>
                  <a:lnTo>
                    <a:pt x="317220" y="240841"/>
                  </a:lnTo>
                  <a:lnTo>
                    <a:pt x="319478" y="236052"/>
                  </a:lnTo>
                  <a:lnTo>
                    <a:pt x="321583" y="231193"/>
                  </a:lnTo>
                  <a:lnTo>
                    <a:pt x="323533" y="226271"/>
                  </a:lnTo>
                  <a:lnTo>
                    <a:pt x="325326" y="221289"/>
                  </a:lnTo>
                  <a:lnTo>
                    <a:pt x="326961" y="216253"/>
                  </a:lnTo>
                  <a:lnTo>
                    <a:pt x="328435" y="211167"/>
                  </a:lnTo>
                  <a:lnTo>
                    <a:pt x="329748" y="206038"/>
                  </a:lnTo>
                  <a:lnTo>
                    <a:pt x="330897" y="200869"/>
                  </a:lnTo>
                  <a:lnTo>
                    <a:pt x="331883" y="195667"/>
                  </a:lnTo>
                  <a:lnTo>
                    <a:pt x="332703" y="190436"/>
                  </a:lnTo>
                  <a:lnTo>
                    <a:pt x="333357" y="185182"/>
                  </a:lnTo>
                  <a:lnTo>
                    <a:pt x="333844" y="179909"/>
                  </a:lnTo>
                  <a:lnTo>
                    <a:pt x="334164" y="174624"/>
                  </a:lnTo>
                  <a:lnTo>
                    <a:pt x="334316" y="169332"/>
                  </a:lnTo>
                  <a:lnTo>
                    <a:pt x="334301" y="164037"/>
                  </a:lnTo>
                  <a:lnTo>
                    <a:pt x="334118" y="158745"/>
                  </a:lnTo>
                  <a:lnTo>
                    <a:pt x="333767" y="153462"/>
                  </a:lnTo>
                  <a:lnTo>
                    <a:pt x="333250" y="148193"/>
                  </a:lnTo>
                  <a:lnTo>
                    <a:pt x="332566" y="142942"/>
                  </a:lnTo>
                  <a:lnTo>
                    <a:pt x="331715" y="137716"/>
                  </a:lnTo>
                  <a:lnTo>
                    <a:pt x="330700" y="132520"/>
                  </a:lnTo>
                  <a:lnTo>
                    <a:pt x="329521" y="127358"/>
                  </a:lnTo>
                  <a:lnTo>
                    <a:pt x="328179" y="122236"/>
                  </a:lnTo>
                  <a:lnTo>
                    <a:pt x="326675" y="117159"/>
                  </a:lnTo>
                  <a:lnTo>
                    <a:pt x="325011" y="112133"/>
                  </a:lnTo>
                  <a:lnTo>
                    <a:pt x="323189" y="107161"/>
                  </a:lnTo>
                  <a:lnTo>
                    <a:pt x="321211" y="102250"/>
                  </a:lnTo>
                  <a:lnTo>
                    <a:pt x="319077" y="97404"/>
                  </a:lnTo>
                  <a:lnTo>
                    <a:pt x="316792" y="92628"/>
                  </a:lnTo>
                  <a:lnTo>
                    <a:pt x="314356" y="87927"/>
                  </a:lnTo>
                  <a:lnTo>
                    <a:pt x="311773" y="83305"/>
                  </a:lnTo>
                  <a:lnTo>
                    <a:pt x="309044" y="78767"/>
                  </a:lnTo>
                  <a:lnTo>
                    <a:pt x="306174" y="74318"/>
                  </a:lnTo>
                  <a:lnTo>
                    <a:pt x="303163" y="69962"/>
                  </a:lnTo>
                  <a:lnTo>
                    <a:pt x="300017" y="65704"/>
                  </a:lnTo>
                  <a:lnTo>
                    <a:pt x="296737" y="61547"/>
                  </a:lnTo>
                  <a:lnTo>
                    <a:pt x="293327" y="57497"/>
                  </a:lnTo>
                  <a:lnTo>
                    <a:pt x="289790" y="53556"/>
                  </a:lnTo>
                  <a:lnTo>
                    <a:pt x="286131" y="49730"/>
                  </a:lnTo>
                  <a:lnTo>
                    <a:pt x="282352" y="46021"/>
                  </a:lnTo>
                  <a:lnTo>
                    <a:pt x="278457" y="42434"/>
                  </a:lnTo>
                  <a:lnTo>
                    <a:pt x="274451" y="38971"/>
                  </a:lnTo>
                  <a:lnTo>
                    <a:pt x="270338" y="35638"/>
                  </a:lnTo>
                  <a:lnTo>
                    <a:pt x="266120" y="32436"/>
                  </a:lnTo>
                  <a:lnTo>
                    <a:pt x="261804" y="29370"/>
                  </a:lnTo>
                  <a:lnTo>
                    <a:pt x="257392" y="26442"/>
                  </a:lnTo>
                  <a:lnTo>
                    <a:pt x="252891" y="23655"/>
                  </a:lnTo>
                  <a:lnTo>
                    <a:pt x="248303" y="21012"/>
                  </a:lnTo>
                  <a:lnTo>
                    <a:pt x="243633" y="18516"/>
                  </a:lnTo>
                  <a:lnTo>
                    <a:pt x="238887" y="16168"/>
                  </a:lnTo>
                  <a:lnTo>
                    <a:pt x="234069" y="13973"/>
                  </a:lnTo>
                  <a:lnTo>
                    <a:pt x="229184" y="11931"/>
                  </a:lnTo>
                  <a:lnTo>
                    <a:pt x="224236" y="10044"/>
                  </a:lnTo>
                  <a:lnTo>
                    <a:pt x="219232" y="8316"/>
                  </a:lnTo>
                  <a:lnTo>
                    <a:pt x="214175" y="6746"/>
                  </a:lnTo>
                  <a:lnTo>
                    <a:pt x="209071" y="5338"/>
                  </a:lnTo>
                  <a:lnTo>
                    <a:pt x="203925" y="4092"/>
                  </a:lnTo>
                  <a:lnTo>
                    <a:pt x="198742" y="3009"/>
                  </a:lnTo>
                  <a:lnTo>
                    <a:pt x="193527" y="2092"/>
                  </a:lnTo>
                  <a:lnTo>
                    <a:pt x="188286" y="1339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988188" y="5018213"/>
              <a:ext cx="32850" cy="167167"/>
            </a:xfrm>
            <a:custGeom>
              <a:avLst/>
              <a:pathLst>
                <a:path w="32850" h="167167">
                  <a:moveTo>
                    <a:pt x="32850" y="0"/>
                  </a:moveTo>
                  <a:lnTo>
                    <a:pt x="26238" y="130"/>
                  </a:lnTo>
                  <a:lnTo>
                    <a:pt x="19637" y="522"/>
                  </a:lnTo>
                  <a:lnTo>
                    <a:pt x="13057" y="1175"/>
                  </a:lnTo>
                  <a:lnTo>
                    <a:pt x="6508" y="2088"/>
                  </a:lnTo>
                  <a:lnTo>
                    <a:pt x="0" y="3259"/>
                  </a:lnTo>
                  <a:lnTo>
                    <a:pt x="3285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988188" y="5021472"/>
              <a:ext cx="32850" cy="163907"/>
            </a:xfrm>
            <a:custGeom>
              <a:avLst/>
              <a:pathLst>
                <a:path w="32850" h="163907">
                  <a:moveTo>
                    <a:pt x="0" y="0"/>
                  </a:moveTo>
                  <a:lnTo>
                    <a:pt x="32850" y="1639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988188" y="5021472"/>
              <a:ext cx="32850" cy="163907"/>
            </a:xfrm>
            <a:custGeom>
              <a:avLst/>
              <a:pathLst>
                <a:path w="32850" h="163907">
                  <a:moveTo>
                    <a:pt x="0" y="0"/>
                  </a:moveTo>
                  <a:lnTo>
                    <a:pt x="32850" y="1639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988188" y="5021472"/>
              <a:ext cx="32850" cy="163907"/>
            </a:xfrm>
            <a:custGeom>
              <a:avLst/>
              <a:pathLst>
                <a:path w="32850" h="163907">
                  <a:moveTo>
                    <a:pt x="0" y="0"/>
                  </a:moveTo>
                  <a:lnTo>
                    <a:pt x="32850" y="1639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853873" y="5021472"/>
              <a:ext cx="167165" cy="201021"/>
            </a:xfrm>
            <a:custGeom>
              <a:avLst/>
              <a:pathLst>
                <a:path w="167165" h="201021">
                  <a:moveTo>
                    <a:pt x="134315" y="0"/>
                  </a:moveTo>
                  <a:lnTo>
                    <a:pt x="128992" y="1157"/>
                  </a:lnTo>
                  <a:lnTo>
                    <a:pt x="123709" y="2487"/>
                  </a:lnTo>
                  <a:lnTo>
                    <a:pt x="118473" y="3989"/>
                  </a:lnTo>
                  <a:lnTo>
                    <a:pt x="113288" y="5660"/>
                  </a:lnTo>
                  <a:lnTo>
                    <a:pt x="108160" y="7500"/>
                  </a:lnTo>
                  <a:lnTo>
                    <a:pt x="103095" y="9506"/>
                  </a:lnTo>
                  <a:lnTo>
                    <a:pt x="98098" y="11675"/>
                  </a:lnTo>
                  <a:lnTo>
                    <a:pt x="93174" y="14006"/>
                  </a:lnTo>
                  <a:lnTo>
                    <a:pt x="88329" y="16497"/>
                  </a:lnTo>
                  <a:lnTo>
                    <a:pt x="83568" y="19144"/>
                  </a:lnTo>
                  <a:lnTo>
                    <a:pt x="78896" y="21945"/>
                  </a:lnTo>
                  <a:lnTo>
                    <a:pt x="74317" y="24896"/>
                  </a:lnTo>
                  <a:lnTo>
                    <a:pt x="69837" y="27995"/>
                  </a:lnTo>
                  <a:lnTo>
                    <a:pt x="65460" y="31239"/>
                  </a:lnTo>
                  <a:lnTo>
                    <a:pt x="61191" y="34623"/>
                  </a:lnTo>
                  <a:lnTo>
                    <a:pt x="57035" y="38145"/>
                  </a:lnTo>
                  <a:lnTo>
                    <a:pt x="52995" y="41800"/>
                  </a:lnTo>
                  <a:lnTo>
                    <a:pt x="49077" y="45585"/>
                  </a:lnTo>
                  <a:lnTo>
                    <a:pt x="45285" y="49496"/>
                  </a:lnTo>
                  <a:lnTo>
                    <a:pt x="41621" y="53528"/>
                  </a:lnTo>
                  <a:lnTo>
                    <a:pt x="38092" y="57677"/>
                  </a:lnTo>
                  <a:lnTo>
                    <a:pt x="34699" y="61939"/>
                  </a:lnTo>
                  <a:lnTo>
                    <a:pt x="31447" y="66310"/>
                  </a:lnTo>
                  <a:lnTo>
                    <a:pt x="28339" y="70784"/>
                  </a:lnTo>
                  <a:lnTo>
                    <a:pt x="25378" y="75357"/>
                  </a:lnTo>
                  <a:lnTo>
                    <a:pt x="22568" y="80023"/>
                  </a:lnTo>
                  <a:lnTo>
                    <a:pt x="19911" y="84780"/>
                  </a:lnTo>
                  <a:lnTo>
                    <a:pt x="17411" y="89620"/>
                  </a:lnTo>
                  <a:lnTo>
                    <a:pt x="15070" y="94539"/>
                  </a:lnTo>
                  <a:lnTo>
                    <a:pt x="12891" y="99531"/>
                  </a:lnTo>
                  <a:lnTo>
                    <a:pt x="10875" y="104592"/>
                  </a:lnTo>
                  <a:lnTo>
                    <a:pt x="9025" y="109716"/>
                  </a:lnTo>
                  <a:lnTo>
                    <a:pt x="7344" y="114898"/>
                  </a:lnTo>
                  <a:lnTo>
                    <a:pt x="5832" y="120131"/>
                  </a:lnTo>
                  <a:lnTo>
                    <a:pt x="4491" y="125411"/>
                  </a:lnTo>
                  <a:lnTo>
                    <a:pt x="3323" y="130732"/>
                  </a:lnTo>
                  <a:lnTo>
                    <a:pt x="2329" y="136089"/>
                  </a:lnTo>
                  <a:lnTo>
                    <a:pt x="1510" y="141474"/>
                  </a:lnTo>
                  <a:lnTo>
                    <a:pt x="867" y="146884"/>
                  </a:lnTo>
                  <a:lnTo>
                    <a:pt x="401" y="152312"/>
                  </a:lnTo>
                  <a:lnTo>
                    <a:pt x="111" y="157752"/>
                  </a:lnTo>
                  <a:lnTo>
                    <a:pt x="0" y="163198"/>
                  </a:lnTo>
                  <a:lnTo>
                    <a:pt x="65" y="168645"/>
                  </a:lnTo>
                  <a:lnTo>
                    <a:pt x="308" y="174087"/>
                  </a:lnTo>
                  <a:lnTo>
                    <a:pt x="729" y="179519"/>
                  </a:lnTo>
                  <a:lnTo>
                    <a:pt x="1326" y="184934"/>
                  </a:lnTo>
                  <a:lnTo>
                    <a:pt x="2099" y="190326"/>
                  </a:lnTo>
                  <a:lnTo>
                    <a:pt x="3047" y="195691"/>
                  </a:lnTo>
                  <a:lnTo>
                    <a:pt x="4170" y="201021"/>
                  </a:lnTo>
                  <a:lnTo>
                    <a:pt x="167165" y="1639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858043" y="5018213"/>
              <a:ext cx="330152" cy="334326"/>
            </a:xfrm>
            <a:custGeom>
              <a:avLst/>
              <a:pathLst>
                <a:path w="330152" h="334326">
                  <a:moveTo>
                    <a:pt x="0" y="204281"/>
                  </a:moveTo>
                  <a:lnTo>
                    <a:pt x="1263" y="209450"/>
                  </a:lnTo>
                  <a:lnTo>
                    <a:pt x="2691" y="214576"/>
                  </a:lnTo>
                  <a:lnTo>
                    <a:pt x="4281" y="219654"/>
                  </a:lnTo>
                  <a:lnTo>
                    <a:pt x="6032" y="224679"/>
                  </a:lnTo>
                  <a:lnTo>
                    <a:pt x="7942" y="229646"/>
                  </a:lnTo>
                  <a:lnTo>
                    <a:pt x="10009" y="234549"/>
                  </a:lnTo>
                  <a:lnTo>
                    <a:pt x="12231" y="239384"/>
                  </a:lnTo>
                  <a:lnTo>
                    <a:pt x="14606" y="244146"/>
                  </a:lnTo>
                  <a:lnTo>
                    <a:pt x="17132" y="248830"/>
                  </a:lnTo>
                  <a:lnTo>
                    <a:pt x="19805" y="253431"/>
                  </a:lnTo>
                  <a:lnTo>
                    <a:pt x="22623" y="257945"/>
                  </a:lnTo>
                  <a:lnTo>
                    <a:pt x="25583" y="262367"/>
                  </a:lnTo>
                  <a:lnTo>
                    <a:pt x="28683" y="266692"/>
                  </a:lnTo>
                  <a:lnTo>
                    <a:pt x="31919" y="270917"/>
                  </a:lnTo>
                  <a:lnTo>
                    <a:pt x="35287" y="275036"/>
                  </a:lnTo>
                  <a:lnTo>
                    <a:pt x="38785" y="279046"/>
                  </a:lnTo>
                  <a:lnTo>
                    <a:pt x="42409" y="282943"/>
                  </a:lnTo>
                  <a:lnTo>
                    <a:pt x="46155" y="286722"/>
                  </a:lnTo>
                  <a:lnTo>
                    <a:pt x="50019" y="290380"/>
                  </a:lnTo>
                  <a:lnTo>
                    <a:pt x="53998" y="293913"/>
                  </a:lnTo>
                  <a:lnTo>
                    <a:pt x="58088" y="297318"/>
                  </a:lnTo>
                  <a:lnTo>
                    <a:pt x="62283" y="300591"/>
                  </a:lnTo>
                  <a:lnTo>
                    <a:pt x="66581" y="303729"/>
                  </a:lnTo>
                  <a:lnTo>
                    <a:pt x="70976" y="306729"/>
                  </a:lnTo>
                  <a:lnTo>
                    <a:pt x="75465" y="309587"/>
                  </a:lnTo>
                  <a:lnTo>
                    <a:pt x="80042" y="312301"/>
                  </a:lnTo>
                  <a:lnTo>
                    <a:pt x="84703" y="314867"/>
                  </a:lnTo>
                  <a:lnTo>
                    <a:pt x="89444" y="317284"/>
                  </a:lnTo>
                  <a:lnTo>
                    <a:pt x="94259" y="319549"/>
                  </a:lnTo>
                  <a:lnTo>
                    <a:pt x="99144" y="321660"/>
                  </a:lnTo>
                  <a:lnTo>
                    <a:pt x="104094" y="323614"/>
                  </a:lnTo>
                  <a:lnTo>
                    <a:pt x="109103" y="325409"/>
                  </a:lnTo>
                  <a:lnTo>
                    <a:pt x="114167" y="327044"/>
                  </a:lnTo>
                  <a:lnTo>
                    <a:pt x="119280" y="328517"/>
                  </a:lnTo>
                  <a:lnTo>
                    <a:pt x="124438" y="329827"/>
                  </a:lnTo>
                  <a:lnTo>
                    <a:pt x="129634" y="330972"/>
                  </a:lnTo>
                  <a:lnTo>
                    <a:pt x="134865" y="331951"/>
                  </a:lnTo>
                  <a:lnTo>
                    <a:pt x="140124" y="332762"/>
                  </a:lnTo>
                  <a:lnTo>
                    <a:pt x="145406" y="333406"/>
                  </a:lnTo>
                  <a:lnTo>
                    <a:pt x="150706" y="333882"/>
                  </a:lnTo>
                  <a:lnTo>
                    <a:pt x="156018" y="334189"/>
                  </a:lnTo>
                  <a:lnTo>
                    <a:pt x="161338" y="334326"/>
                  </a:lnTo>
                  <a:lnTo>
                    <a:pt x="166659" y="334294"/>
                  </a:lnTo>
                  <a:lnTo>
                    <a:pt x="171977" y="334093"/>
                  </a:lnTo>
                  <a:lnTo>
                    <a:pt x="177285" y="333722"/>
                  </a:lnTo>
                  <a:lnTo>
                    <a:pt x="182579" y="333183"/>
                  </a:lnTo>
                  <a:lnTo>
                    <a:pt x="187853" y="332476"/>
                  </a:lnTo>
                  <a:lnTo>
                    <a:pt x="193102" y="331601"/>
                  </a:lnTo>
                  <a:lnTo>
                    <a:pt x="198320" y="330559"/>
                  </a:lnTo>
                  <a:lnTo>
                    <a:pt x="203503" y="329352"/>
                  </a:lnTo>
                  <a:lnTo>
                    <a:pt x="208644" y="327981"/>
                  </a:lnTo>
                  <a:lnTo>
                    <a:pt x="213739" y="326446"/>
                  </a:lnTo>
                  <a:lnTo>
                    <a:pt x="218783" y="324751"/>
                  </a:lnTo>
                  <a:lnTo>
                    <a:pt x="223771" y="322895"/>
                  </a:lnTo>
                  <a:lnTo>
                    <a:pt x="228696" y="320882"/>
                  </a:lnTo>
                  <a:lnTo>
                    <a:pt x="233555" y="318713"/>
                  </a:lnTo>
                  <a:lnTo>
                    <a:pt x="238343" y="316390"/>
                  </a:lnTo>
                  <a:lnTo>
                    <a:pt x="243054" y="313916"/>
                  </a:lnTo>
                  <a:lnTo>
                    <a:pt x="247685" y="311294"/>
                  </a:lnTo>
                  <a:lnTo>
                    <a:pt x="252229" y="308525"/>
                  </a:lnTo>
                  <a:lnTo>
                    <a:pt x="256683" y="305614"/>
                  </a:lnTo>
                  <a:lnTo>
                    <a:pt x="261042" y="302562"/>
                  </a:lnTo>
                  <a:lnTo>
                    <a:pt x="265302" y="299372"/>
                  </a:lnTo>
                  <a:lnTo>
                    <a:pt x="269458" y="296049"/>
                  </a:lnTo>
                  <a:lnTo>
                    <a:pt x="273506" y="292595"/>
                  </a:lnTo>
                  <a:lnTo>
                    <a:pt x="277442" y="289015"/>
                  </a:lnTo>
                  <a:lnTo>
                    <a:pt x="281262" y="285310"/>
                  </a:lnTo>
                  <a:lnTo>
                    <a:pt x="284962" y="281486"/>
                  </a:lnTo>
                  <a:lnTo>
                    <a:pt x="288539" y="277546"/>
                  </a:lnTo>
                  <a:lnTo>
                    <a:pt x="291989" y="273494"/>
                  </a:lnTo>
                  <a:lnTo>
                    <a:pt x="295308" y="269335"/>
                  </a:lnTo>
                  <a:lnTo>
                    <a:pt x="298492" y="265072"/>
                  </a:lnTo>
                  <a:lnTo>
                    <a:pt x="301540" y="260710"/>
                  </a:lnTo>
                  <a:lnTo>
                    <a:pt x="304447" y="256253"/>
                  </a:lnTo>
                  <a:lnTo>
                    <a:pt x="307211" y="251706"/>
                  </a:lnTo>
                  <a:lnTo>
                    <a:pt x="309828" y="247073"/>
                  </a:lnTo>
                  <a:lnTo>
                    <a:pt x="312297" y="242359"/>
                  </a:lnTo>
                  <a:lnTo>
                    <a:pt x="314615" y="237569"/>
                  </a:lnTo>
                  <a:lnTo>
                    <a:pt x="316779" y="232707"/>
                  </a:lnTo>
                  <a:lnTo>
                    <a:pt x="318787" y="227779"/>
                  </a:lnTo>
                  <a:lnTo>
                    <a:pt x="320637" y="222790"/>
                  </a:lnTo>
                  <a:lnTo>
                    <a:pt x="322328" y="217744"/>
                  </a:lnTo>
                  <a:lnTo>
                    <a:pt x="323857" y="212648"/>
                  </a:lnTo>
                  <a:lnTo>
                    <a:pt x="325223" y="207505"/>
                  </a:lnTo>
                  <a:lnTo>
                    <a:pt x="326424" y="202321"/>
                  </a:lnTo>
                  <a:lnTo>
                    <a:pt x="327460" y="197101"/>
                  </a:lnTo>
                  <a:lnTo>
                    <a:pt x="328330" y="191852"/>
                  </a:lnTo>
                  <a:lnTo>
                    <a:pt x="329032" y="186577"/>
                  </a:lnTo>
                  <a:lnTo>
                    <a:pt x="329565" y="181282"/>
                  </a:lnTo>
                  <a:lnTo>
                    <a:pt x="329930" y="175974"/>
                  </a:lnTo>
                  <a:lnTo>
                    <a:pt x="330126" y="170656"/>
                  </a:lnTo>
                  <a:lnTo>
                    <a:pt x="330152" y="165335"/>
                  </a:lnTo>
                  <a:lnTo>
                    <a:pt x="330009" y="160015"/>
                  </a:lnTo>
                  <a:lnTo>
                    <a:pt x="329697" y="154703"/>
                  </a:lnTo>
                  <a:lnTo>
                    <a:pt x="329216" y="149404"/>
                  </a:lnTo>
                  <a:lnTo>
                    <a:pt x="328566" y="144122"/>
                  </a:lnTo>
                  <a:lnTo>
                    <a:pt x="327749" y="138864"/>
                  </a:lnTo>
                  <a:lnTo>
                    <a:pt x="326765" y="133635"/>
                  </a:lnTo>
                  <a:lnTo>
                    <a:pt x="325614" y="128439"/>
                  </a:lnTo>
                  <a:lnTo>
                    <a:pt x="324299" y="123283"/>
                  </a:lnTo>
                  <a:lnTo>
                    <a:pt x="322821" y="118171"/>
                  </a:lnTo>
                  <a:lnTo>
                    <a:pt x="321181" y="113109"/>
                  </a:lnTo>
                  <a:lnTo>
                    <a:pt x="319380" y="108102"/>
                  </a:lnTo>
                  <a:lnTo>
                    <a:pt x="317421" y="103154"/>
                  </a:lnTo>
                  <a:lnTo>
                    <a:pt x="315305" y="98272"/>
                  </a:lnTo>
                  <a:lnTo>
                    <a:pt x="313035" y="93459"/>
                  </a:lnTo>
                  <a:lnTo>
                    <a:pt x="310613" y="88721"/>
                  </a:lnTo>
                  <a:lnTo>
                    <a:pt x="308042" y="84062"/>
                  </a:lnTo>
                  <a:lnTo>
                    <a:pt x="305323" y="79488"/>
                  </a:lnTo>
                  <a:lnTo>
                    <a:pt x="302460" y="75002"/>
                  </a:lnTo>
                  <a:lnTo>
                    <a:pt x="299456" y="70610"/>
                  </a:lnTo>
                  <a:lnTo>
                    <a:pt x="296314" y="66315"/>
                  </a:lnTo>
                  <a:lnTo>
                    <a:pt x="293036" y="62123"/>
                  </a:lnTo>
                  <a:lnTo>
                    <a:pt x="289627" y="58037"/>
                  </a:lnTo>
                  <a:lnTo>
                    <a:pt x="286090" y="54062"/>
                  </a:lnTo>
                  <a:lnTo>
                    <a:pt x="282427" y="50202"/>
                  </a:lnTo>
                  <a:lnTo>
                    <a:pt x="278644" y="46460"/>
                  </a:lnTo>
                  <a:lnTo>
                    <a:pt x="274744" y="42840"/>
                  </a:lnTo>
                  <a:lnTo>
                    <a:pt x="270730" y="39346"/>
                  </a:lnTo>
                  <a:lnTo>
                    <a:pt x="266607" y="35982"/>
                  </a:lnTo>
                  <a:lnTo>
                    <a:pt x="262379" y="32751"/>
                  </a:lnTo>
                  <a:lnTo>
                    <a:pt x="258051" y="29656"/>
                  </a:lnTo>
                  <a:lnTo>
                    <a:pt x="253626" y="26700"/>
                  </a:lnTo>
                  <a:lnTo>
                    <a:pt x="249109" y="23886"/>
                  </a:lnTo>
                  <a:lnTo>
                    <a:pt x="244505" y="21218"/>
                  </a:lnTo>
                  <a:lnTo>
                    <a:pt x="239819" y="18698"/>
                  </a:lnTo>
                  <a:lnTo>
                    <a:pt x="235054" y="16328"/>
                  </a:lnTo>
                  <a:lnTo>
                    <a:pt x="230217" y="14111"/>
                  </a:lnTo>
                  <a:lnTo>
                    <a:pt x="225311" y="12049"/>
                  </a:lnTo>
                  <a:lnTo>
                    <a:pt x="220343" y="10144"/>
                  </a:lnTo>
                  <a:lnTo>
                    <a:pt x="215316" y="8398"/>
                  </a:lnTo>
                  <a:lnTo>
                    <a:pt x="210236" y="6813"/>
                  </a:lnTo>
                  <a:lnTo>
                    <a:pt x="205108" y="5391"/>
                  </a:lnTo>
                  <a:lnTo>
                    <a:pt x="199938" y="4133"/>
                  </a:lnTo>
                  <a:lnTo>
                    <a:pt x="194730" y="3039"/>
                  </a:lnTo>
                  <a:lnTo>
                    <a:pt x="189490" y="2113"/>
                  </a:lnTo>
                  <a:lnTo>
                    <a:pt x="184223" y="1353"/>
                  </a:lnTo>
                  <a:lnTo>
                    <a:pt x="178935" y="761"/>
                  </a:lnTo>
                  <a:lnTo>
                    <a:pt x="173631" y="338"/>
                  </a:lnTo>
                  <a:lnTo>
                    <a:pt x="168316" y="84"/>
                  </a:lnTo>
                  <a:lnTo>
                    <a:pt x="162995" y="0"/>
                  </a:lnTo>
                  <a:lnTo>
                    <a:pt x="16299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336283" y="4659281"/>
              <a:ext cx="86951" cy="167167"/>
            </a:xfrm>
            <a:custGeom>
              <a:avLst/>
              <a:pathLst>
                <a:path w="86951" h="167167">
                  <a:moveTo>
                    <a:pt x="86951" y="0"/>
                  </a:moveTo>
                  <a:lnTo>
                    <a:pt x="81237" y="97"/>
                  </a:lnTo>
                  <a:lnTo>
                    <a:pt x="75530" y="390"/>
                  </a:lnTo>
                  <a:lnTo>
                    <a:pt x="69836" y="878"/>
                  </a:lnTo>
                  <a:lnTo>
                    <a:pt x="64161" y="1560"/>
                  </a:lnTo>
                  <a:lnTo>
                    <a:pt x="58514" y="2436"/>
                  </a:lnTo>
                  <a:lnTo>
                    <a:pt x="52900" y="3504"/>
                  </a:lnTo>
                  <a:lnTo>
                    <a:pt x="47325" y="4764"/>
                  </a:lnTo>
                  <a:lnTo>
                    <a:pt x="41797" y="6213"/>
                  </a:lnTo>
                  <a:lnTo>
                    <a:pt x="36322" y="7851"/>
                  </a:lnTo>
                  <a:lnTo>
                    <a:pt x="30905" y="9675"/>
                  </a:lnTo>
                  <a:lnTo>
                    <a:pt x="25555" y="11683"/>
                  </a:lnTo>
                  <a:lnTo>
                    <a:pt x="20276" y="13872"/>
                  </a:lnTo>
                  <a:lnTo>
                    <a:pt x="15075" y="16241"/>
                  </a:lnTo>
                  <a:lnTo>
                    <a:pt x="9958" y="18786"/>
                  </a:lnTo>
                  <a:lnTo>
                    <a:pt x="4931" y="21505"/>
                  </a:lnTo>
                  <a:lnTo>
                    <a:pt x="0" y="24393"/>
                  </a:lnTo>
                  <a:lnTo>
                    <a:pt x="8695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336283" y="4683675"/>
              <a:ext cx="86951" cy="142773"/>
            </a:xfrm>
            <a:custGeom>
              <a:avLst/>
              <a:pathLst>
                <a:path w="86951" h="142773">
                  <a:moveTo>
                    <a:pt x="0" y="0"/>
                  </a:moveTo>
                  <a:lnTo>
                    <a:pt x="86951" y="1427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336283" y="4683675"/>
              <a:ext cx="86951" cy="142773"/>
            </a:xfrm>
            <a:custGeom>
              <a:avLst/>
              <a:pathLst>
                <a:path w="86951" h="142773">
                  <a:moveTo>
                    <a:pt x="0" y="0"/>
                  </a:moveTo>
                  <a:lnTo>
                    <a:pt x="86951" y="1427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256067" y="4683675"/>
              <a:ext cx="274134" cy="309935"/>
            </a:xfrm>
            <a:custGeom>
              <a:avLst/>
              <a:pathLst>
                <a:path w="274134" h="309935">
                  <a:moveTo>
                    <a:pt x="80215" y="0"/>
                  </a:moveTo>
                  <a:lnTo>
                    <a:pt x="75701" y="2848"/>
                  </a:lnTo>
                  <a:lnTo>
                    <a:pt x="71280" y="5840"/>
                  </a:lnTo>
                  <a:lnTo>
                    <a:pt x="66957" y="8971"/>
                  </a:lnTo>
                  <a:lnTo>
                    <a:pt x="62737" y="12238"/>
                  </a:lnTo>
                  <a:lnTo>
                    <a:pt x="58623" y="15639"/>
                  </a:lnTo>
                  <a:lnTo>
                    <a:pt x="54619" y="19169"/>
                  </a:lnTo>
                  <a:lnTo>
                    <a:pt x="50730" y="22825"/>
                  </a:lnTo>
                  <a:lnTo>
                    <a:pt x="46960" y="26604"/>
                  </a:lnTo>
                  <a:lnTo>
                    <a:pt x="43313" y="30501"/>
                  </a:lnTo>
                  <a:lnTo>
                    <a:pt x="39791" y="34512"/>
                  </a:lnTo>
                  <a:lnTo>
                    <a:pt x="36400" y="38634"/>
                  </a:lnTo>
                  <a:lnTo>
                    <a:pt x="33142" y="42862"/>
                  </a:lnTo>
                  <a:lnTo>
                    <a:pt x="30020" y="47191"/>
                  </a:lnTo>
                  <a:lnTo>
                    <a:pt x="27039" y="51619"/>
                  </a:lnTo>
                  <a:lnTo>
                    <a:pt x="24200" y="56139"/>
                  </a:lnTo>
                  <a:lnTo>
                    <a:pt x="21507" y="60747"/>
                  </a:lnTo>
                  <a:lnTo>
                    <a:pt x="18963" y="65439"/>
                  </a:lnTo>
                  <a:lnTo>
                    <a:pt x="16569" y="70210"/>
                  </a:lnTo>
                  <a:lnTo>
                    <a:pt x="14329" y="75055"/>
                  </a:lnTo>
                  <a:lnTo>
                    <a:pt x="12245" y="79969"/>
                  </a:lnTo>
                  <a:lnTo>
                    <a:pt x="10319" y="84947"/>
                  </a:lnTo>
                  <a:lnTo>
                    <a:pt x="8553" y="89984"/>
                  </a:lnTo>
                  <a:lnTo>
                    <a:pt x="6949" y="95075"/>
                  </a:lnTo>
                  <a:lnTo>
                    <a:pt x="5507" y="100214"/>
                  </a:lnTo>
                  <a:lnTo>
                    <a:pt x="4231" y="105397"/>
                  </a:lnTo>
                  <a:lnTo>
                    <a:pt x="3121" y="110618"/>
                  </a:lnTo>
                  <a:lnTo>
                    <a:pt x="2178" y="115872"/>
                  </a:lnTo>
                  <a:lnTo>
                    <a:pt x="1403" y="121153"/>
                  </a:lnTo>
                  <a:lnTo>
                    <a:pt x="797" y="126456"/>
                  </a:lnTo>
                  <a:lnTo>
                    <a:pt x="361" y="131776"/>
                  </a:lnTo>
                  <a:lnTo>
                    <a:pt x="95" y="137107"/>
                  </a:lnTo>
                  <a:lnTo>
                    <a:pt x="0" y="142443"/>
                  </a:lnTo>
                  <a:lnTo>
                    <a:pt x="74" y="147781"/>
                  </a:lnTo>
                  <a:lnTo>
                    <a:pt x="319" y="153113"/>
                  </a:lnTo>
                  <a:lnTo>
                    <a:pt x="734" y="158434"/>
                  </a:lnTo>
                  <a:lnTo>
                    <a:pt x="1319" y="163740"/>
                  </a:lnTo>
                  <a:lnTo>
                    <a:pt x="2073" y="169024"/>
                  </a:lnTo>
                  <a:lnTo>
                    <a:pt x="2995" y="174281"/>
                  </a:lnTo>
                  <a:lnTo>
                    <a:pt x="4085" y="179506"/>
                  </a:lnTo>
                  <a:lnTo>
                    <a:pt x="5341" y="184694"/>
                  </a:lnTo>
                  <a:lnTo>
                    <a:pt x="6762" y="189839"/>
                  </a:lnTo>
                  <a:lnTo>
                    <a:pt x="8346" y="194936"/>
                  </a:lnTo>
                  <a:lnTo>
                    <a:pt x="10092" y="199980"/>
                  </a:lnTo>
                  <a:lnTo>
                    <a:pt x="11999" y="204966"/>
                  </a:lnTo>
                  <a:lnTo>
                    <a:pt x="14063" y="209888"/>
                  </a:lnTo>
                  <a:lnTo>
                    <a:pt x="16284" y="214741"/>
                  </a:lnTo>
                  <a:lnTo>
                    <a:pt x="18659" y="219522"/>
                  </a:lnTo>
                  <a:lnTo>
                    <a:pt x="21185" y="224224"/>
                  </a:lnTo>
                  <a:lnTo>
                    <a:pt x="23860" y="228843"/>
                  </a:lnTo>
                  <a:lnTo>
                    <a:pt x="26680" y="233374"/>
                  </a:lnTo>
                  <a:lnTo>
                    <a:pt x="29645" y="237813"/>
                  </a:lnTo>
                  <a:lnTo>
                    <a:pt x="32749" y="242155"/>
                  </a:lnTo>
                  <a:lnTo>
                    <a:pt x="35990" y="246396"/>
                  </a:lnTo>
                  <a:lnTo>
                    <a:pt x="39365" y="250531"/>
                  </a:lnTo>
                  <a:lnTo>
                    <a:pt x="42871" y="254556"/>
                  </a:lnTo>
                  <a:lnTo>
                    <a:pt x="46503" y="258468"/>
                  </a:lnTo>
                  <a:lnTo>
                    <a:pt x="50258" y="262261"/>
                  </a:lnTo>
                  <a:lnTo>
                    <a:pt x="54132" y="265932"/>
                  </a:lnTo>
                  <a:lnTo>
                    <a:pt x="58122" y="269478"/>
                  </a:lnTo>
                  <a:lnTo>
                    <a:pt x="62223" y="272895"/>
                  </a:lnTo>
                  <a:lnTo>
                    <a:pt x="66430" y="276179"/>
                  </a:lnTo>
                  <a:lnTo>
                    <a:pt x="70741" y="279327"/>
                  </a:lnTo>
                  <a:lnTo>
                    <a:pt x="75150" y="282336"/>
                  </a:lnTo>
                  <a:lnTo>
                    <a:pt x="79652" y="285203"/>
                  </a:lnTo>
                  <a:lnTo>
                    <a:pt x="84244" y="287924"/>
                  </a:lnTo>
                  <a:lnTo>
                    <a:pt x="88920" y="290497"/>
                  </a:lnTo>
                  <a:lnTo>
                    <a:pt x="93676" y="292920"/>
                  </a:lnTo>
                  <a:lnTo>
                    <a:pt x="98507" y="295190"/>
                  </a:lnTo>
                  <a:lnTo>
                    <a:pt x="103408" y="297304"/>
                  </a:lnTo>
                  <a:lnTo>
                    <a:pt x="108375" y="299261"/>
                  </a:lnTo>
                  <a:lnTo>
                    <a:pt x="113400" y="301058"/>
                  </a:lnTo>
                  <a:lnTo>
                    <a:pt x="118481" y="302694"/>
                  </a:lnTo>
                  <a:lnTo>
                    <a:pt x="123612" y="304167"/>
                  </a:lnTo>
                  <a:lnTo>
                    <a:pt x="128787" y="305475"/>
                  </a:lnTo>
                  <a:lnTo>
                    <a:pt x="134000" y="306617"/>
                  </a:lnTo>
                  <a:lnTo>
                    <a:pt x="139248" y="307593"/>
                  </a:lnTo>
                  <a:lnTo>
                    <a:pt x="144524" y="308400"/>
                  </a:lnTo>
                  <a:lnTo>
                    <a:pt x="149824" y="309039"/>
                  </a:lnTo>
                  <a:lnTo>
                    <a:pt x="155141" y="309507"/>
                  </a:lnTo>
                  <a:lnTo>
                    <a:pt x="160470" y="309806"/>
                  </a:lnTo>
                  <a:lnTo>
                    <a:pt x="165806" y="309935"/>
                  </a:lnTo>
                  <a:lnTo>
                    <a:pt x="171144" y="309893"/>
                  </a:lnTo>
                  <a:lnTo>
                    <a:pt x="176477" y="309681"/>
                  </a:lnTo>
                  <a:lnTo>
                    <a:pt x="181801" y="309299"/>
                  </a:lnTo>
                  <a:lnTo>
                    <a:pt x="187110" y="308747"/>
                  </a:lnTo>
                  <a:lnTo>
                    <a:pt x="192399" y="308025"/>
                  </a:lnTo>
                  <a:lnTo>
                    <a:pt x="197662" y="307136"/>
                  </a:lnTo>
                  <a:lnTo>
                    <a:pt x="202893" y="306078"/>
                  </a:lnTo>
                  <a:lnTo>
                    <a:pt x="208089" y="304854"/>
                  </a:lnTo>
                  <a:lnTo>
                    <a:pt x="213243" y="303465"/>
                  </a:lnTo>
                  <a:lnTo>
                    <a:pt x="218349" y="301912"/>
                  </a:lnTo>
                  <a:lnTo>
                    <a:pt x="223404" y="300197"/>
                  </a:lnTo>
                  <a:lnTo>
                    <a:pt x="228401" y="298321"/>
                  </a:lnTo>
                  <a:lnTo>
                    <a:pt x="233336" y="296287"/>
                  </a:lnTo>
                  <a:lnTo>
                    <a:pt x="238203" y="294096"/>
                  </a:lnTo>
                  <a:lnTo>
                    <a:pt x="242998" y="291751"/>
                  </a:lnTo>
                  <a:lnTo>
                    <a:pt x="247716" y="289255"/>
                  </a:lnTo>
                  <a:lnTo>
                    <a:pt x="252351" y="286608"/>
                  </a:lnTo>
                  <a:lnTo>
                    <a:pt x="256900" y="283815"/>
                  </a:lnTo>
                  <a:lnTo>
                    <a:pt x="261357" y="280879"/>
                  </a:lnTo>
                  <a:lnTo>
                    <a:pt x="265718" y="277801"/>
                  </a:lnTo>
                  <a:lnTo>
                    <a:pt x="269979" y="274586"/>
                  </a:lnTo>
                  <a:lnTo>
                    <a:pt x="274134" y="271236"/>
                  </a:lnTo>
                  <a:lnTo>
                    <a:pt x="167167" y="14277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167163" cy="295630"/>
            </a:xfrm>
            <a:custGeom>
              <a:avLst/>
              <a:pathLst>
                <a:path w="167163" h="295630">
                  <a:moveTo>
                    <a:pt x="106967" y="295630"/>
                  </a:moveTo>
                  <a:lnTo>
                    <a:pt x="111048" y="292120"/>
                  </a:lnTo>
                  <a:lnTo>
                    <a:pt x="115013" y="288480"/>
                  </a:lnTo>
                  <a:lnTo>
                    <a:pt x="118859" y="284714"/>
                  </a:lnTo>
                  <a:lnTo>
                    <a:pt x="122582" y="280827"/>
                  </a:lnTo>
                  <a:lnTo>
                    <a:pt x="126178" y="276821"/>
                  </a:lnTo>
                  <a:lnTo>
                    <a:pt x="129643" y="272702"/>
                  </a:lnTo>
                  <a:lnTo>
                    <a:pt x="132973" y="268473"/>
                  </a:lnTo>
                  <a:lnTo>
                    <a:pt x="136166" y="264140"/>
                  </a:lnTo>
                  <a:lnTo>
                    <a:pt x="139217" y="259706"/>
                  </a:lnTo>
                  <a:lnTo>
                    <a:pt x="142124" y="255175"/>
                  </a:lnTo>
                  <a:lnTo>
                    <a:pt x="144884" y="250554"/>
                  </a:lnTo>
                  <a:lnTo>
                    <a:pt x="147494" y="245846"/>
                  </a:lnTo>
                  <a:lnTo>
                    <a:pt x="149950" y="241057"/>
                  </a:lnTo>
                  <a:lnTo>
                    <a:pt x="152251" y="236191"/>
                  </a:lnTo>
                  <a:lnTo>
                    <a:pt x="154395" y="231253"/>
                  </a:lnTo>
                  <a:lnTo>
                    <a:pt x="156378" y="226250"/>
                  </a:lnTo>
                  <a:lnTo>
                    <a:pt x="158199" y="221184"/>
                  </a:lnTo>
                  <a:lnTo>
                    <a:pt x="159856" y="216063"/>
                  </a:lnTo>
                  <a:lnTo>
                    <a:pt x="161347" y="210891"/>
                  </a:lnTo>
                  <a:lnTo>
                    <a:pt x="162671" y="205674"/>
                  </a:lnTo>
                  <a:lnTo>
                    <a:pt x="163827" y="200417"/>
                  </a:lnTo>
                  <a:lnTo>
                    <a:pt x="164812" y="195125"/>
                  </a:lnTo>
                  <a:lnTo>
                    <a:pt x="165627" y="189804"/>
                  </a:lnTo>
                  <a:lnTo>
                    <a:pt x="166270" y="184460"/>
                  </a:lnTo>
                  <a:lnTo>
                    <a:pt x="166741" y="179098"/>
                  </a:lnTo>
                  <a:lnTo>
                    <a:pt x="167038" y="173724"/>
                  </a:lnTo>
                  <a:lnTo>
                    <a:pt x="167163" y="168343"/>
                  </a:lnTo>
                  <a:lnTo>
                    <a:pt x="167114" y="162960"/>
                  </a:lnTo>
                  <a:lnTo>
                    <a:pt x="166892" y="157582"/>
                  </a:lnTo>
                  <a:lnTo>
                    <a:pt x="166497" y="152214"/>
                  </a:lnTo>
                  <a:lnTo>
                    <a:pt x="165929" y="146861"/>
                  </a:lnTo>
                  <a:lnTo>
                    <a:pt x="165189" y="141530"/>
                  </a:lnTo>
                  <a:lnTo>
                    <a:pt x="164278" y="136225"/>
                  </a:lnTo>
                  <a:lnTo>
                    <a:pt x="163197" y="130952"/>
                  </a:lnTo>
                  <a:lnTo>
                    <a:pt x="161946" y="125716"/>
                  </a:lnTo>
                  <a:lnTo>
                    <a:pt x="160528" y="120524"/>
                  </a:lnTo>
                  <a:lnTo>
                    <a:pt x="158943" y="115380"/>
                  </a:lnTo>
                  <a:lnTo>
                    <a:pt x="157193" y="110290"/>
                  </a:lnTo>
                  <a:lnTo>
                    <a:pt x="155281" y="105258"/>
                  </a:lnTo>
                  <a:lnTo>
                    <a:pt x="153207" y="100291"/>
                  </a:lnTo>
                  <a:lnTo>
                    <a:pt x="150975" y="95393"/>
                  </a:lnTo>
                  <a:lnTo>
                    <a:pt x="148586" y="90570"/>
                  </a:lnTo>
                  <a:lnTo>
                    <a:pt x="146042" y="85826"/>
                  </a:lnTo>
                  <a:lnTo>
                    <a:pt x="143348" y="81166"/>
                  </a:lnTo>
                  <a:lnTo>
                    <a:pt x="140505" y="76595"/>
                  </a:lnTo>
                  <a:lnTo>
                    <a:pt x="137516" y="72119"/>
                  </a:lnTo>
                  <a:lnTo>
                    <a:pt x="134385" y="67741"/>
                  </a:lnTo>
                  <a:lnTo>
                    <a:pt x="131114" y="63466"/>
                  </a:lnTo>
                  <a:lnTo>
                    <a:pt x="127707" y="59298"/>
                  </a:lnTo>
                  <a:lnTo>
                    <a:pt x="124168" y="55243"/>
                  </a:lnTo>
                  <a:lnTo>
                    <a:pt x="120501" y="51303"/>
                  </a:lnTo>
                  <a:lnTo>
                    <a:pt x="116708" y="47484"/>
                  </a:lnTo>
                  <a:lnTo>
                    <a:pt x="112794" y="43788"/>
                  </a:lnTo>
                  <a:lnTo>
                    <a:pt x="108764" y="40221"/>
                  </a:lnTo>
                  <a:lnTo>
                    <a:pt x="104620" y="36785"/>
                  </a:lnTo>
                  <a:lnTo>
                    <a:pt x="100368" y="33484"/>
                  </a:lnTo>
                  <a:lnTo>
                    <a:pt x="96012" y="30322"/>
                  </a:lnTo>
                  <a:lnTo>
                    <a:pt x="91557" y="27302"/>
                  </a:lnTo>
                  <a:lnTo>
                    <a:pt x="87006" y="24427"/>
                  </a:lnTo>
                  <a:lnTo>
                    <a:pt x="82366" y="21700"/>
                  </a:lnTo>
                  <a:lnTo>
                    <a:pt x="77640" y="19123"/>
                  </a:lnTo>
                  <a:lnTo>
                    <a:pt x="72833" y="16700"/>
                  </a:lnTo>
                  <a:lnTo>
                    <a:pt x="67951" y="14433"/>
                  </a:lnTo>
                  <a:lnTo>
                    <a:pt x="62999" y="12325"/>
                  </a:lnTo>
                  <a:lnTo>
                    <a:pt x="57981" y="10377"/>
                  </a:lnTo>
                  <a:lnTo>
                    <a:pt x="52903" y="8591"/>
                  </a:lnTo>
                  <a:lnTo>
                    <a:pt x="47770" y="6970"/>
                  </a:lnTo>
                  <a:lnTo>
                    <a:pt x="42588" y="5516"/>
                  </a:lnTo>
                  <a:lnTo>
                    <a:pt x="37361" y="4228"/>
                  </a:lnTo>
                  <a:lnTo>
                    <a:pt x="32096" y="3110"/>
                  </a:lnTo>
                  <a:lnTo>
                    <a:pt x="26798" y="2161"/>
                  </a:lnTo>
                  <a:lnTo>
                    <a:pt x="21472" y="1384"/>
                  </a:lnTo>
                  <a:lnTo>
                    <a:pt x="16123" y="779"/>
                  </a:lnTo>
                  <a:lnTo>
                    <a:pt x="10758" y="346"/>
                  </a:lnTo>
                  <a:lnTo>
                    <a:pt x="538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620916" y="4213821"/>
              <a:ext cx="107556" cy="167167"/>
            </a:xfrm>
            <a:custGeom>
              <a:avLst/>
              <a:pathLst>
                <a:path w="107556" h="167167">
                  <a:moveTo>
                    <a:pt x="107556" y="0"/>
                  </a:moveTo>
                  <a:lnTo>
                    <a:pt x="101993" y="92"/>
                  </a:lnTo>
                  <a:lnTo>
                    <a:pt x="96436" y="370"/>
                  </a:lnTo>
                  <a:lnTo>
                    <a:pt x="90892" y="832"/>
                  </a:lnTo>
                  <a:lnTo>
                    <a:pt x="85366" y="1479"/>
                  </a:lnTo>
                  <a:lnTo>
                    <a:pt x="79865" y="2309"/>
                  </a:lnTo>
                  <a:lnTo>
                    <a:pt x="74394" y="3322"/>
                  </a:lnTo>
                  <a:lnTo>
                    <a:pt x="68961" y="4516"/>
                  </a:lnTo>
                  <a:lnTo>
                    <a:pt x="63570" y="5890"/>
                  </a:lnTo>
                  <a:lnTo>
                    <a:pt x="58227" y="7443"/>
                  </a:lnTo>
                  <a:lnTo>
                    <a:pt x="52939" y="9173"/>
                  </a:lnTo>
                  <a:lnTo>
                    <a:pt x="47712" y="11078"/>
                  </a:lnTo>
                  <a:lnTo>
                    <a:pt x="42551" y="13156"/>
                  </a:lnTo>
                  <a:lnTo>
                    <a:pt x="37462" y="15404"/>
                  </a:lnTo>
                  <a:lnTo>
                    <a:pt x="32451" y="17821"/>
                  </a:lnTo>
                  <a:lnTo>
                    <a:pt x="27523" y="20403"/>
                  </a:lnTo>
                  <a:lnTo>
                    <a:pt x="22683" y="23147"/>
                  </a:lnTo>
                  <a:lnTo>
                    <a:pt x="17938" y="26051"/>
                  </a:lnTo>
                  <a:lnTo>
                    <a:pt x="13292" y="29112"/>
                  </a:lnTo>
                  <a:lnTo>
                    <a:pt x="8750" y="32325"/>
                  </a:lnTo>
                  <a:lnTo>
                    <a:pt x="4318" y="35688"/>
                  </a:lnTo>
                  <a:lnTo>
                    <a:pt x="0" y="39196"/>
                  </a:lnTo>
                  <a:lnTo>
                    <a:pt x="107556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620916" y="4253017"/>
              <a:ext cx="107556" cy="127971"/>
            </a:xfrm>
            <a:custGeom>
              <a:avLst/>
              <a:pathLst>
                <a:path w="107556" h="127971">
                  <a:moveTo>
                    <a:pt x="0" y="0"/>
                  </a:moveTo>
                  <a:lnTo>
                    <a:pt x="107556" y="1279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561316" y="4253017"/>
              <a:ext cx="334322" cy="295130"/>
            </a:xfrm>
            <a:custGeom>
              <a:avLst/>
              <a:pathLst>
                <a:path w="334322" h="295130">
                  <a:moveTo>
                    <a:pt x="59599" y="0"/>
                  </a:moveTo>
                  <a:lnTo>
                    <a:pt x="55578" y="3489"/>
                  </a:lnTo>
                  <a:lnTo>
                    <a:pt x="51671" y="7105"/>
                  </a:lnTo>
                  <a:lnTo>
                    <a:pt x="47881" y="10844"/>
                  </a:lnTo>
                  <a:lnTo>
                    <a:pt x="44212" y="14701"/>
                  </a:lnTo>
                  <a:lnTo>
                    <a:pt x="40667" y="18674"/>
                  </a:lnTo>
                  <a:lnTo>
                    <a:pt x="37251" y="22757"/>
                  </a:lnTo>
                  <a:lnTo>
                    <a:pt x="33967" y="26947"/>
                  </a:lnTo>
                  <a:lnTo>
                    <a:pt x="30817" y="31239"/>
                  </a:lnTo>
                  <a:lnTo>
                    <a:pt x="27806" y="35629"/>
                  </a:lnTo>
                  <a:lnTo>
                    <a:pt x="24937" y="40113"/>
                  </a:lnTo>
                  <a:lnTo>
                    <a:pt x="22211" y="44686"/>
                  </a:lnTo>
                  <a:lnTo>
                    <a:pt x="19633" y="49344"/>
                  </a:lnTo>
                  <a:lnTo>
                    <a:pt x="17204" y="54081"/>
                  </a:lnTo>
                  <a:lnTo>
                    <a:pt x="14927" y="58894"/>
                  </a:lnTo>
                  <a:lnTo>
                    <a:pt x="12805" y="63776"/>
                  </a:lnTo>
                  <a:lnTo>
                    <a:pt x="10839" y="68724"/>
                  </a:lnTo>
                  <a:lnTo>
                    <a:pt x="9032" y="73731"/>
                  </a:lnTo>
                  <a:lnTo>
                    <a:pt x="7385" y="78794"/>
                  </a:lnTo>
                  <a:lnTo>
                    <a:pt x="5900" y="83906"/>
                  </a:lnTo>
                  <a:lnTo>
                    <a:pt x="4578" y="89063"/>
                  </a:lnTo>
                  <a:lnTo>
                    <a:pt x="3422" y="94260"/>
                  </a:lnTo>
                  <a:lnTo>
                    <a:pt x="2431" y="99491"/>
                  </a:lnTo>
                  <a:lnTo>
                    <a:pt x="1608" y="104750"/>
                  </a:lnTo>
                  <a:lnTo>
                    <a:pt x="953" y="110034"/>
                  </a:lnTo>
                  <a:lnTo>
                    <a:pt x="466" y="115335"/>
                  </a:lnTo>
                  <a:lnTo>
                    <a:pt x="148" y="120649"/>
                  </a:lnTo>
                  <a:lnTo>
                    <a:pt x="0" y="125971"/>
                  </a:lnTo>
                  <a:lnTo>
                    <a:pt x="21" y="131295"/>
                  </a:lnTo>
                  <a:lnTo>
                    <a:pt x="211" y="136615"/>
                  </a:lnTo>
                  <a:lnTo>
                    <a:pt x="571" y="141927"/>
                  </a:lnTo>
                  <a:lnTo>
                    <a:pt x="1100" y="147224"/>
                  </a:lnTo>
                  <a:lnTo>
                    <a:pt x="1797" y="152502"/>
                  </a:lnTo>
                  <a:lnTo>
                    <a:pt x="2662" y="157755"/>
                  </a:lnTo>
                  <a:lnTo>
                    <a:pt x="3694" y="162978"/>
                  </a:lnTo>
                  <a:lnTo>
                    <a:pt x="4892" y="168165"/>
                  </a:lnTo>
                  <a:lnTo>
                    <a:pt x="6254" y="173311"/>
                  </a:lnTo>
                  <a:lnTo>
                    <a:pt x="7779" y="178412"/>
                  </a:lnTo>
                  <a:lnTo>
                    <a:pt x="9466" y="183461"/>
                  </a:lnTo>
                  <a:lnTo>
                    <a:pt x="11313" y="188454"/>
                  </a:lnTo>
                  <a:lnTo>
                    <a:pt x="13318" y="193386"/>
                  </a:lnTo>
                  <a:lnTo>
                    <a:pt x="15479" y="198252"/>
                  </a:lnTo>
                  <a:lnTo>
                    <a:pt x="17794" y="203046"/>
                  </a:lnTo>
                  <a:lnTo>
                    <a:pt x="20260" y="207764"/>
                  </a:lnTo>
                  <a:lnTo>
                    <a:pt x="22876" y="212401"/>
                  </a:lnTo>
                  <a:lnTo>
                    <a:pt x="25637" y="216952"/>
                  </a:lnTo>
                  <a:lnTo>
                    <a:pt x="28542" y="221413"/>
                  </a:lnTo>
                  <a:lnTo>
                    <a:pt x="31588" y="225780"/>
                  </a:lnTo>
                  <a:lnTo>
                    <a:pt x="34771" y="230047"/>
                  </a:lnTo>
                  <a:lnTo>
                    <a:pt x="38089" y="234211"/>
                  </a:lnTo>
                  <a:lnTo>
                    <a:pt x="41537" y="238266"/>
                  </a:lnTo>
                  <a:lnTo>
                    <a:pt x="45113" y="242211"/>
                  </a:lnTo>
                  <a:lnTo>
                    <a:pt x="48813" y="246039"/>
                  </a:lnTo>
                  <a:lnTo>
                    <a:pt x="52632" y="249747"/>
                  </a:lnTo>
                  <a:lnTo>
                    <a:pt x="56568" y="253332"/>
                  </a:lnTo>
                  <a:lnTo>
                    <a:pt x="60616" y="256790"/>
                  </a:lnTo>
                  <a:lnTo>
                    <a:pt x="64772" y="260117"/>
                  </a:lnTo>
                  <a:lnTo>
                    <a:pt x="69032" y="263310"/>
                  </a:lnTo>
                  <a:lnTo>
                    <a:pt x="73391" y="266366"/>
                  </a:lnTo>
                  <a:lnTo>
                    <a:pt x="77846" y="269282"/>
                  </a:lnTo>
                  <a:lnTo>
                    <a:pt x="82391" y="272054"/>
                  </a:lnTo>
                  <a:lnTo>
                    <a:pt x="87022" y="274680"/>
                  </a:lnTo>
                  <a:lnTo>
                    <a:pt x="91734" y="277157"/>
                  </a:lnTo>
                  <a:lnTo>
                    <a:pt x="96523" y="279483"/>
                  </a:lnTo>
                  <a:lnTo>
                    <a:pt x="101383" y="281655"/>
                  </a:lnTo>
                  <a:lnTo>
                    <a:pt x="106310" y="283672"/>
                  </a:lnTo>
                  <a:lnTo>
                    <a:pt x="111299" y="285530"/>
                  </a:lnTo>
                  <a:lnTo>
                    <a:pt x="116344" y="287229"/>
                  </a:lnTo>
                  <a:lnTo>
                    <a:pt x="121441" y="288766"/>
                  </a:lnTo>
                  <a:lnTo>
                    <a:pt x="126585" y="290140"/>
                  </a:lnTo>
                  <a:lnTo>
                    <a:pt x="131769" y="291350"/>
                  </a:lnTo>
                  <a:lnTo>
                    <a:pt x="136990" y="292394"/>
                  </a:lnTo>
                  <a:lnTo>
                    <a:pt x="142240" y="293271"/>
                  </a:lnTo>
                  <a:lnTo>
                    <a:pt x="147517" y="293981"/>
                  </a:lnTo>
                  <a:lnTo>
                    <a:pt x="152813" y="294522"/>
                  </a:lnTo>
                  <a:lnTo>
                    <a:pt x="158124" y="294894"/>
                  </a:lnTo>
                  <a:lnTo>
                    <a:pt x="163443" y="295097"/>
                  </a:lnTo>
                  <a:lnTo>
                    <a:pt x="168767" y="295130"/>
                  </a:lnTo>
                  <a:lnTo>
                    <a:pt x="174089" y="294994"/>
                  </a:lnTo>
                  <a:lnTo>
                    <a:pt x="179404" y="294689"/>
                  </a:lnTo>
                  <a:lnTo>
                    <a:pt x="184707" y="294214"/>
                  </a:lnTo>
                  <a:lnTo>
                    <a:pt x="189991" y="293571"/>
                  </a:lnTo>
                  <a:lnTo>
                    <a:pt x="195253" y="292760"/>
                  </a:lnTo>
                  <a:lnTo>
                    <a:pt x="200486" y="291782"/>
                  </a:lnTo>
                  <a:lnTo>
                    <a:pt x="205685" y="290637"/>
                  </a:lnTo>
                  <a:lnTo>
                    <a:pt x="210845" y="289328"/>
                  </a:lnTo>
                  <a:lnTo>
                    <a:pt x="215961" y="287855"/>
                  </a:lnTo>
                  <a:lnTo>
                    <a:pt x="221028" y="286219"/>
                  </a:lnTo>
                  <a:lnTo>
                    <a:pt x="226039" y="284424"/>
                  </a:lnTo>
                  <a:lnTo>
                    <a:pt x="230991" y="282469"/>
                  </a:lnTo>
                  <a:lnTo>
                    <a:pt x="235879" y="280358"/>
                  </a:lnTo>
                  <a:lnTo>
                    <a:pt x="240696" y="278093"/>
                  </a:lnTo>
                  <a:lnTo>
                    <a:pt x="245439" y="275675"/>
                  </a:lnTo>
                  <a:lnTo>
                    <a:pt x="250103" y="273107"/>
                  </a:lnTo>
                  <a:lnTo>
                    <a:pt x="254682" y="270392"/>
                  </a:lnTo>
                  <a:lnTo>
                    <a:pt x="259173" y="267533"/>
                  </a:lnTo>
                  <a:lnTo>
                    <a:pt x="263570" y="264532"/>
                  </a:lnTo>
                  <a:lnTo>
                    <a:pt x="267870" y="261393"/>
                  </a:lnTo>
                  <a:lnTo>
                    <a:pt x="272067" y="258118"/>
                  </a:lnTo>
                  <a:lnTo>
                    <a:pt x="276158" y="254711"/>
                  </a:lnTo>
                  <a:lnTo>
                    <a:pt x="280139" y="251176"/>
                  </a:lnTo>
                  <a:lnTo>
                    <a:pt x="284005" y="247516"/>
                  </a:lnTo>
                  <a:lnTo>
                    <a:pt x="287752" y="243734"/>
                  </a:lnTo>
                  <a:lnTo>
                    <a:pt x="291377" y="239836"/>
                  </a:lnTo>
                  <a:lnTo>
                    <a:pt x="294876" y="235823"/>
                  </a:lnTo>
                  <a:lnTo>
                    <a:pt x="298246" y="231702"/>
                  </a:lnTo>
                  <a:lnTo>
                    <a:pt x="301483" y="227475"/>
                  </a:lnTo>
                  <a:lnTo>
                    <a:pt x="304583" y="223147"/>
                  </a:lnTo>
                  <a:lnTo>
                    <a:pt x="307544" y="218723"/>
                  </a:lnTo>
                  <a:lnTo>
                    <a:pt x="310362" y="214206"/>
                  </a:lnTo>
                  <a:lnTo>
                    <a:pt x="313036" y="209602"/>
                  </a:lnTo>
                  <a:lnTo>
                    <a:pt x="315561" y="204916"/>
                  </a:lnTo>
                  <a:lnTo>
                    <a:pt x="317936" y="200151"/>
                  </a:lnTo>
                  <a:lnTo>
                    <a:pt x="320158" y="195313"/>
                  </a:lnTo>
                  <a:lnTo>
                    <a:pt x="322225" y="190407"/>
                  </a:lnTo>
                  <a:lnTo>
                    <a:pt x="324134" y="185437"/>
                  </a:lnTo>
                  <a:lnTo>
                    <a:pt x="325885" y="180410"/>
                  </a:lnTo>
                  <a:lnTo>
                    <a:pt x="327474" y="175329"/>
                  </a:lnTo>
                  <a:lnTo>
                    <a:pt x="328901" y="170200"/>
                  </a:lnTo>
                  <a:lnTo>
                    <a:pt x="330163" y="165028"/>
                  </a:lnTo>
                  <a:lnTo>
                    <a:pt x="331261" y="159819"/>
                  </a:lnTo>
                  <a:lnTo>
                    <a:pt x="332192" y="154577"/>
                  </a:lnTo>
                  <a:lnTo>
                    <a:pt x="332955" y="149308"/>
                  </a:lnTo>
                  <a:lnTo>
                    <a:pt x="333550" y="144018"/>
                  </a:lnTo>
                  <a:lnTo>
                    <a:pt x="333977" y="138711"/>
                  </a:lnTo>
                  <a:lnTo>
                    <a:pt x="334234" y="133394"/>
                  </a:lnTo>
                  <a:lnTo>
                    <a:pt x="334322" y="128071"/>
                  </a:lnTo>
                  <a:lnTo>
                    <a:pt x="334241" y="122748"/>
                  </a:lnTo>
                  <a:lnTo>
                    <a:pt x="333990" y="117430"/>
                  </a:lnTo>
                  <a:lnTo>
                    <a:pt x="333570" y="112123"/>
                  </a:lnTo>
                  <a:lnTo>
                    <a:pt x="332980" y="106832"/>
                  </a:lnTo>
                  <a:lnTo>
                    <a:pt x="167155" y="127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165825" cy="167167"/>
            </a:xfrm>
            <a:custGeom>
              <a:avLst/>
              <a:pathLst>
                <a:path w="165825" h="167167">
                  <a:moveTo>
                    <a:pt x="165825" y="146028"/>
                  </a:moveTo>
                  <a:lnTo>
                    <a:pt x="165042" y="140598"/>
                  </a:lnTo>
                  <a:lnTo>
                    <a:pt x="164081" y="135197"/>
                  </a:lnTo>
                  <a:lnTo>
                    <a:pt x="162944" y="129830"/>
                  </a:lnTo>
                  <a:lnTo>
                    <a:pt x="161631" y="124504"/>
                  </a:lnTo>
                  <a:lnTo>
                    <a:pt x="160144" y="119223"/>
                  </a:lnTo>
                  <a:lnTo>
                    <a:pt x="158485" y="113994"/>
                  </a:lnTo>
                  <a:lnTo>
                    <a:pt x="156655" y="108823"/>
                  </a:lnTo>
                  <a:lnTo>
                    <a:pt x="154656" y="103714"/>
                  </a:lnTo>
                  <a:lnTo>
                    <a:pt x="152491" y="98673"/>
                  </a:lnTo>
                  <a:lnTo>
                    <a:pt x="150161" y="93707"/>
                  </a:lnTo>
                  <a:lnTo>
                    <a:pt x="147670" y="88819"/>
                  </a:lnTo>
                  <a:lnTo>
                    <a:pt x="145020" y="84016"/>
                  </a:lnTo>
                  <a:lnTo>
                    <a:pt x="142213" y="79302"/>
                  </a:lnTo>
                  <a:lnTo>
                    <a:pt x="139254" y="74683"/>
                  </a:lnTo>
                  <a:lnTo>
                    <a:pt x="136144" y="70164"/>
                  </a:lnTo>
                  <a:lnTo>
                    <a:pt x="132888" y="65749"/>
                  </a:lnTo>
                  <a:lnTo>
                    <a:pt x="129488" y="61443"/>
                  </a:lnTo>
                  <a:lnTo>
                    <a:pt x="125950" y="57251"/>
                  </a:lnTo>
                  <a:lnTo>
                    <a:pt x="122275" y="53177"/>
                  </a:lnTo>
                  <a:lnTo>
                    <a:pt x="118469" y="49227"/>
                  </a:lnTo>
                  <a:lnTo>
                    <a:pt x="114535" y="45403"/>
                  </a:lnTo>
                  <a:lnTo>
                    <a:pt x="110478" y="41710"/>
                  </a:lnTo>
                  <a:lnTo>
                    <a:pt x="106302" y="38153"/>
                  </a:lnTo>
                  <a:lnTo>
                    <a:pt x="102012" y="34734"/>
                  </a:lnTo>
                  <a:lnTo>
                    <a:pt x="97612" y="31458"/>
                  </a:lnTo>
                  <a:lnTo>
                    <a:pt x="93106" y="28328"/>
                  </a:lnTo>
                  <a:lnTo>
                    <a:pt x="88500" y="25348"/>
                  </a:lnTo>
                  <a:lnTo>
                    <a:pt x="83799" y="22521"/>
                  </a:lnTo>
                  <a:lnTo>
                    <a:pt x="79008" y="19849"/>
                  </a:lnTo>
                  <a:lnTo>
                    <a:pt x="74132" y="17336"/>
                  </a:lnTo>
                  <a:lnTo>
                    <a:pt x="69175" y="14984"/>
                  </a:lnTo>
                  <a:lnTo>
                    <a:pt x="64145" y="12796"/>
                  </a:lnTo>
                  <a:lnTo>
                    <a:pt x="59045" y="10774"/>
                  </a:lnTo>
                  <a:lnTo>
                    <a:pt x="53881" y="8921"/>
                  </a:lnTo>
                  <a:lnTo>
                    <a:pt x="48660" y="7238"/>
                  </a:lnTo>
                  <a:lnTo>
                    <a:pt x="43386" y="5728"/>
                  </a:lnTo>
                  <a:lnTo>
                    <a:pt x="38066" y="4391"/>
                  </a:lnTo>
                  <a:lnTo>
                    <a:pt x="32704" y="3230"/>
                  </a:lnTo>
                  <a:lnTo>
                    <a:pt x="27307" y="2245"/>
                  </a:lnTo>
                  <a:lnTo>
                    <a:pt x="21881" y="1438"/>
                  </a:lnTo>
                  <a:lnTo>
                    <a:pt x="16431" y="809"/>
                  </a:lnTo>
                  <a:lnTo>
                    <a:pt x="10964" y="359"/>
                  </a:lnTo>
                  <a:lnTo>
                    <a:pt x="548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57836" y="3707720"/>
              <a:ext cx="161175" cy="167167"/>
            </a:xfrm>
            <a:custGeom>
              <a:avLst/>
              <a:pathLst>
                <a:path w="161175" h="167167">
                  <a:moveTo>
                    <a:pt x="161175" y="0"/>
                  </a:moveTo>
                  <a:lnTo>
                    <a:pt x="155733" y="88"/>
                  </a:lnTo>
                  <a:lnTo>
                    <a:pt x="150298" y="354"/>
                  </a:lnTo>
                  <a:lnTo>
                    <a:pt x="144874" y="796"/>
                  </a:lnTo>
                  <a:lnTo>
                    <a:pt x="139467" y="1415"/>
                  </a:lnTo>
                  <a:lnTo>
                    <a:pt x="134083" y="2209"/>
                  </a:lnTo>
                  <a:lnTo>
                    <a:pt x="128728" y="3179"/>
                  </a:lnTo>
                  <a:lnTo>
                    <a:pt x="123408" y="4322"/>
                  </a:lnTo>
                  <a:lnTo>
                    <a:pt x="118127" y="5637"/>
                  </a:lnTo>
                  <a:lnTo>
                    <a:pt x="112892" y="7124"/>
                  </a:lnTo>
                  <a:lnTo>
                    <a:pt x="107708" y="8780"/>
                  </a:lnTo>
                  <a:lnTo>
                    <a:pt x="102581" y="10605"/>
                  </a:lnTo>
                  <a:lnTo>
                    <a:pt x="97516" y="12595"/>
                  </a:lnTo>
                  <a:lnTo>
                    <a:pt x="92518" y="14749"/>
                  </a:lnTo>
                  <a:lnTo>
                    <a:pt x="87593" y="17064"/>
                  </a:lnTo>
                  <a:lnTo>
                    <a:pt x="82747" y="19539"/>
                  </a:lnTo>
                  <a:lnTo>
                    <a:pt x="77983" y="22170"/>
                  </a:lnTo>
                  <a:lnTo>
                    <a:pt x="73307" y="24955"/>
                  </a:lnTo>
                  <a:lnTo>
                    <a:pt x="68725" y="27890"/>
                  </a:lnTo>
                  <a:lnTo>
                    <a:pt x="64240" y="30973"/>
                  </a:lnTo>
                  <a:lnTo>
                    <a:pt x="59858" y="34201"/>
                  </a:lnTo>
                  <a:lnTo>
                    <a:pt x="55584" y="37569"/>
                  </a:lnTo>
                  <a:lnTo>
                    <a:pt x="51422" y="41075"/>
                  </a:lnTo>
                  <a:lnTo>
                    <a:pt x="47375" y="44714"/>
                  </a:lnTo>
                  <a:lnTo>
                    <a:pt x="43450" y="48483"/>
                  </a:lnTo>
                  <a:lnTo>
                    <a:pt x="39649" y="52378"/>
                  </a:lnTo>
                  <a:lnTo>
                    <a:pt x="35977" y="56394"/>
                  </a:lnTo>
                  <a:lnTo>
                    <a:pt x="32438" y="60528"/>
                  </a:lnTo>
                  <a:lnTo>
                    <a:pt x="29035" y="64775"/>
                  </a:lnTo>
                  <a:lnTo>
                    <a:pt x="25772" y="69131"/>
                  </a:lnTo>
                  <a:lnTo>
                    <a:pt x="22653" y="73590"/>
                  </a:lnTo>
                  <a:lnTo>
                    <a:pt x="19680" y="78148"/>
                  </a:lnTo>
                  <a:lnTo>
                    <a:pt x="16858" y="82801"/>
                  </a:lnTo>
                  <a:lnTo>
                    <a:pt x="14188" y="87543"/>
                  </a:lnTo>
                  <a:lnTo>
                    <a:pt x="11674" y="92370"/>
                  </a:lnTo>
                  <a:lnTo>
                    <a:pt x="9319" y="97276"/>
                  </a:lnTo>
                  <a:lnTo>
                    <a:pt x="7124" y="102256"/>
                  </a:lnTo>
                  <a:lnTo>
                    <a:pt x="5093" y="107305"/>
                  </a:lnTo>
                  <a:lnTo>
                    <a:pt x="3227" y="112417"/>
                  </a:lnTo>
                  <a:lnTo>
                    <a:pt x="1529" y="117587"/>
                  </a:lnTo>
                  <a:lnTo>
                    <a:pt x="0" y="122810"/>
                  </a:lnTo>
                  <a:lnTo>
                    <a:pt x="161175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51863" y="3707734"/>
              <a:ext cx="334310" cy="334319"/>
            </a:xfrm>
            <a:custGeom>
              <a:avLst/>
              <a:pathLst>
                <a:path w="334310" h="334319">
                  <a:moveTo>
                    <a:pt x="5972" y="122796"/>
                  </a:moveTo>
                  <a:lnTo>
                    <a:pt x="4649" y="127918"/>
                  </a:lnTo>
                  <a:lnTo>
                    <a:pt x="3489" y="133079"/>
                  </a:lnTo>
                  <a:lnTo>
                    <a:pt x="2493" y="138274"/>
                  </a:lnTo>
                  <a:lnTo>
                    <a:pt x="1662" y="143498"/>
                  </a:lnTo>
                  <a:lnTo>
                    <a:pt x="996" y="148745"/>
                  </a:lnTo>
                  <a:lnTo>
                    <a:pt x="497" y="154011"/>
                  </a:lnTo>
                  <a:lnTo>
                    <a:pt x="165" y="159291"/>
                  </a:lnTo>
                  <a:lnTo>
                    <a:pt x="0" y="164578"/>
                  </a:lnTo>
                  <a:lnTo>
                    <a:pt x="2" y="169867"/>
                  </a:lnTo>
                  <a:lnTo>
                    <a:pt x="171" y="175154"/>
                  </a:lnTo>
                  <a:lnTo>
                    <a:pt x="508" y="180433"/>
                  </a:lnTo>
                  <a:lnTo>
                    <a:pt x="1012" y="185699"/>
                  </a:lnTo>
                  <a:lnTo>
                    <a:pt x="1682" y="190946"/>
                  </a:lnTo>
                  <a:lnTo>
                    <a:pt x="2517" y="196169"/>
                  </a:lnTo>
                  <a:lnTo>
                    <a:pt x="3518" y="201363"/>
                  </a:lnTo>
                  <a:lnTo>
                    <a:pt x="4682" y="206523"/>
                  </a:lnTo>
                  <a:lnTo>
                    <a:pt x="6009" y="211644"/>
                  </a:lnTo>
                  <a:lnTo>
                    <a:pt x="7497" y="216720"/>
                  </a:lnTo>
                  <a:lnTo>
                    <a:pt x="9145" y="221746"/>
                  </a:lnTo>
                  <a:lnTo>
                    <a:pt x="10952" y="226718"/>
                  </a:lnTo>
                  <a:lnTo>
                    <a:pt x="12914" y="231630"/>
                  </a:lnTo>
                  <a:lnTo>
                    <a:pt x="15032" y="236477"/>
                  </a:lnTo>
                  <a:lnTo>
                    <a:pt x="17301" y="241256"/>
                  </a:lnTo>
                  <a:lnTo>
                    <a:pt x="19721" y="245959"/>
                  </a:lnTo>
                  <a:lnTo>
                    <a:pt x="22288" y="250584"/>
                  </a:lnTo>
                  <a:lnTo>
                    <a:pt x="25000" y="255126"/>
                  </a:lnTo>
                  <a:lnTo>
                    <a:pt x="27855" y="259579"/>
                  </a:lnTo>
                  <a:lnTo>
                    <a:pt x="30849" y="263940"/>
                  </a:lnTo>
                  <a:lnTo>
                    <a:pt x="33979" y="268204"/>
                  </a:lnTo>
                  <a:lnTo>
                    <a:pt x="37243" y="272367"/>
                  </a:lnTo>
                  <a:lnTo>
                    <a:pt x="40637" y="276424"/>
                  </a:lnTo>
                  <a:lnTo>
                    <a:pt x="44157" y="280372"/>
                  </a:lnTo>
                  <a:lnTo>
                    <a:pt x="47801" y="284206"/>
                  </a:lnTo>
                  <a:lnTo>
                    <a:pt x="51564" y="287924"/>
                  </a:lnTo>
                  <a:lnTo>
                    <a:pt x="55443" y="291520"/>
                  </a:lnTo>
                  <a:lnTo>
                    <a:pt x="59434" y="294992"/>
                  </a:lnTo>
                  <a:lnTo>
                    <a:pt x="63532" y="298336"/>
                  </a:lnTo>
                  <a:lnTo>
                    <a:pt x="67735" y="301549"/>
                  </a:lnTo>
                  <a:lnTo>
                    <a:pt x="72037" y="304627"/>
                  </a:lnTo>
                  <a:lnTo>
                    <a:pt x="76434" y="307567"/>
                  </a:lnTo>
                  <a:lnTo>
                    <a:pt x="80922" y="310367"/>
                  </a:lnTo>
                  <a:lnTo>
                    <a:pt x="85496" y="313023"/>
                  </a:lnTo>
                  <a:lnTo>
                    <a:pt x="90152" y="315534"/>
                  </a:lnTo>
                  <a:lnTo>
                    <a:pt x="94885" y="317895"/>
                  </a:lnTo>
                  <a:lnTo>
                    <a:pt x="99691" y="320106"/>
                  </a:lnTo>
                  <a:lnTo>
                    <a:pt x="104564" y="322164"/>
                  </a:lnTo>
                  <a:lnTo>
                    <a:pt x="109500" y="324066"/>
                  </a:lnTo>
                  <a:lnTo>
                    <a:pt x="114493" y="325812"/>
                  </a:lnTo>
                  <a:lnTo>
                    <a:pt x="119539" y="327398"/>
                  </a:lnTo>
                  <a:lnTo>
                    <a:pt x="124633" y="328824"/>
                  </a:lnTo>
                  <a:lnTo>
                    <a:pt x="129769" y="330088"/>
                  </a:lnTo>
                  <a:lnTo>
                    <a:pt x="134943" y="331189"/>
                  </a:lnTo>
                  <a:lnTo>
                    <a:pt x="140149" y="332126"/>
                  </a:lnTo>
                  <a:lnTo>
                    <a:pt x="145382" y="332898"/>
                  </a:lnTo>
                  <a:lnTo>
                    <a:pt x="150637" y="333503"/>
                  </a:lnTo>
                  <a:lnTo>
                    <a:pt x="155909" y="333942"/>
                  </a:lnTo>
                  <a:lnTo>
                    <a:pt x="161191" y="334215"/>
                  </a:lnTo>
                  <a:lnTo>
                    <a:pt x="166480" y="334319"/>
                  </a:lnTo>
                  <a:lnTo>
                    <a:pt x="171769" y="334257"/>
                  </a:lnTo>
                  <a:lnTo>
                    <a:pt x="177054" y="334027"/>
                  </a:lnTo>
                  <a:lnTo>
                    <a:pt x="182329" y="333630"/>
                  </a:lnTo>
                  <a:lnTo>
                    <a:pt x="187588" y="333066"/>
                  </a:lnTo>
                  <a:lnTo>
                    <a:pt x="192827" y="332336"/>
                  </a:lnTo>
                  <a:lnTo>
                    <a:pt x="198041" y="331441"/>
                  </a:lnTo>
                  <a:lnTo>
                    <a:pt x="203223" y="330382"/>
                  </a:lnTo>
                  <a:lnTo>
                    <a:pt x="208370" y="329158"/>
                  </a:lnTo>
                  <a:lnTo>
                    <a:pt x="213475" y="327773"/>
                  </a:lnTo>
                  <a:lnTo>
                    <a:pt x="218533" y="326227"/>
                  </a:lnTo>
                  <a:lnTo>
                    <a:pt x="223540" y="324521"/>
                  </a:lnTo>
                  <a:lnTo>
                    <a:pt x="228491" y="322658"/>
                  </a:lnTo>
                  <a:lnTo>
                    <a:pt x="233380" y="320640"/>
                  </a:lnTo>
                  <a:lnTo>
                    <a:pt x="238203" y="318467"/>
                  </a:lnTo>
                  <a:lnTo>
                    <a:pt x="242955" y="316143"/>
                  </a:lnTo>
                  <a:lnTo>
                    <a:pt x="247631" y="313670"/>
                  </a:lnTo>
                  <a:lnTo>
                    <a:pt x="252227" y="311051"/>
                  </a:lnTo>
                  <a:lnTo>
                    <a:pt x="256737" y="308287"/>
                  </a:lnTo>
                  <a:lnTo>
                    <a:pt x="261157" y="305381"/>
                  </a:lnTo>
                  <a:lnTo>
                    <a:pt x="265484" y="302338"/>
                  </a:lnTo>
                  <a:lnTo>
                    <a:pt x="269711" y="299159"/>
                  </a:lnTo>
                  <a:lnTo>
                    <a:pt x="273837" y="295848"/>
                  </a:lnTo>
                  <a:lnTo>
                    <a:pt x="277855" y="292408"/>
                  </a:lnTo>
                  <a:lnTo>
                    <a:pt x="281763" y="288842"/>
                  </a:lnTo>
                  <a:lnTo>
                    <a:pt x="285555" y="285155"/>
                  </a:lnTo>
                  <a:lnTo>
                    <a:pt x="289229" y="281350"/>
                  </a:lnTo>
                  <a:lnTo>
                    <a:pt x="292781" y="277430"/>
                  </a:lnTo>
                  <a:lnTo>
                    <a:pt x="296208" y="273400"/>
                  </a:lnTo>
                  <a:lnTo>
                    <a:pt x="299504" y="269263"/>
                  </a:lnTo>
                  <a:lnTo>
                    <a:pt x="302669" y="265025"/>
                  </a:lnTo>
                  <a:lnTo>
                    <a:pt x="305698" y="260688"/>
                  </a:lnTo>
                  <a:lnTo>
                    <a:pt x="308588" y="256257"/>
                  </a:lnTo>
                  <a:lnTo>
                    <a:pt x="311336" y="251738"/>
                  </a:lnTo>
                  <a:lnTo>
                    <a:pt x="313940" y="247133"/>
                  </a:lnTo>
                  <a:lnTo>
                    <a:pt x="316397" y="242449"/>
                  </a:lnTo>
                  <a:lnTo>
                    <a:pt x="318704" y="237689"/>
                  </a:lnTo>
                  <a:lnTo>
                    <a:pt x="320860" y="232859"/>
                  </a:lnTo>
                  <a:lnTo>
                    <a:pt x="322862" y="227963"/>
                  </a:lnTo>
                  <a:lnTo>
                    <a:pt x="324708" y="223005"/>
                  </a:lnTo>
                  <a:lnTo>
                    <a:pt x="326396" y="217992"/>
                  </a:lnTo>
                  <a:lnTo>
                    <a:pt x="327925" y="212928"/>
                  </a:lnTo>
                  <a:lnTo>
                    <a:pt x="329293" y="207819"/>
                  </a:lnTo>
                  <a:lnTo>
                    <a:pt x="330498" y="202668"/>
                  </a:lnTo>
                  <a:lnTo>
                    <a:pt x="331540" y="197482"/>
                  </a:lnTo>
                  <a:lnTo>
                    <a:pt x="332418" y="192266"/>
                  </a:lnTo>
                  <a:lnTo>
                    <a:pt x="333129" y="187024"/>
                  </a:lnTo>
                  <a:lnTo>
                    <a:pt x="333675" y="181763"/>
                  </a:lnTo>
                  <a:lnTo>
                    <a:pt x="334054" y="176487"/>
                  </a:lnTo>
                  <a:lnTo>
                    <a:pt x="334266" y="171201"/>
                  </a:lnTo>
                  <a:lnTo>
                    <a:pt x="334310" y="165912"/>
                  </a:lnTo>
                  <a:lnTo>
                    <a:pt x="334187" y="160623"/>
                  </a:lnTo>
                  <a:lnTo>
                    <a:pt x="333897" y="155342"/>
                  </a:lnTo>
                  <a:lnTo>
                    <a:pt x="333440" y="150072"/>
                  </a:lnTo>
                  <a:lnTo>
                    <a:pt x="332816" y="144819"/>
                  </a:lnTo>
                  <a:lnTo>
                    <a:pt x="332026" y="139589"/>
                  </a:lnTo>
                  <a:lnTo>
                    <a:pt x="331072" y="134386"/>
                  </a:lnTo>
                  <a:lnTo>
                    <a:pt x="329953" y="129216"/>
                  </a:lnTo>
                  <a:lnTo>
                    <a:pt x="328671" y="124084"/>
                  </a:lnTo>
                  <a:lnTo>
                    <a:pt x="327228" y="118995"/>
                  </a:lnTo>
                  <a:lnTo>
                    <a:pt x="325624" y="113954"/>
                  </a:lnTo>
                  <a:lnTo>
                    <a:pt x="323861" y="108967"/>
                  </a:lnTo>
                  <a:lnTo>
                    <a:pt x="321942" y="104038"/>
                  </a:lnTo>
                  <a:lnTo>
                    <a:pt x="319867" y="99172"/>
                  </a:lnTo>
                  <a:lnTo>
                    <a:pt x="317640" y="94374"/>
                  </a:lnTo>
                  <a:lnTo>
                    <a:pt x="315262" y="89649"/>
                  </a:lnTo>
                  <a:lnTo>
                    <a:pt x="312736" y="85002"/>
                  </a:lnTo>
                  <a:lnTo>
                    <a:pt x="310064" y="80436"/>
                  </a:lnTo>
                  <a:lnTo>
                    <a:pt x="307248" y="75958"/>
                  </a:lnTo>
                  <a:lnTo>
                    <a:pt x="304293" y="71571"/>
                  </a:lnTo>
                  <a:lnTo>
                    <a:pt x="301200" y="67280"/>
                  </a:lnTo>
                  <a:lnTo>
                    <a:pt x="297973" y="63088"/>
                  </a:lnTo>
                  <a:lnTo>
                    <a:pt x="294615" y="59001"/>
                  </a:lnTo>
                  <a:lnTo>
                    <a:pt x="291130" y="55023"/>
                  </a:lnTo>
                  <a:lnTo>
                    <a:pt x="287520" y="51156"/>
                  </a:lnTo>
                  <a:lnTo>
                    <a:pt x="283789" y="47406"/>
                  </a:lnTo>
                  <a:lnTo>
                    <a:pt x="279942" y="43775"/>
                  </a:lnTo>
                  <a:lnTo>
                    <a:pt x="275982" y="40268"/>
                  </a:lnTo>
                  <a:lnTo>
                    <a:pt x="271913" y="36888"/>
                  </a:lnTo>
                  <a:lnTo>
                    <a:pt x="267739" y="33639"/>
                  </a:lnTo>
                  <a:lnTo>
                    <a:pt x="263465" y="30523"/>
                  </a:lnTo>
                  <a:lnTo>
                    <a:pt x="259094" y="27544"/>
                  </a:lnTo>
                  <a:lnTo>
                    <a:pt x="254631" y="24705"/>
                  </a:lnTo>
                  <a:lnTo>
                    <a:pt x="250080" y="22008"/>
                  </a:lnTo>
                  <a:lnTo>
                    <a:pt x="245446" y="19457"/>
                  </a:lnTo>
                  <a:lnTo>
                    <a:pt x="240734" y="17054"/>
                  </a:lnTo>
                  <a:lnTo>
                    <a:pt x="235948" y="14800"/>
                  </a:lnTo>
                  <a:lnTo>
                    <a:pt x="231093" y="12700"/>
                  </a:lnTo>
                  <a:lnTo>
                    <a:pt x="226175" y="10754"/>
                  </a:lnTo>
                  <a:lnTo>
                    <a:pt x="221197" y="8965"/>
                  </a:lnTo>
                  <a:lnTo>
                    <a:pt x="216165" y="7334"/>
                  </a:lnTo>
                  <a:lnTo>
                    <a:pt x="211084" y="5863"/>
                  </a:lnTo>
                  <a:lnTo>
                    <a:pt x="205959" y="4554"/>
                  </a:lnTo>
                  <a:lnTo>
                    <a:pt x="200795" y="3407"/>
                  </a:lnTo>
                  <a:lnTo>
                    <a:pt x="195597" y="2425"/>
                  </a:lnTo>
                  <a:lnTo>
                    <a:pt x="190371" y="1607"/>
                  </a:lnTo>
                  <a:lnTo>
                    <a:pt x="185122" y="955"/>
                  </a:lnTo>
                  <a:lnTo>
                    <a:pt x="179854" y="469"/>
                  </a:lnTo>
                  <a:lnTo>
                    <a:pt x="174574" y="151"/>
                  </a:lnTo>
                  <a:lnTo>
                    <a:pt x="169287" y="0"/>
                  </a:lnTo>
                  <a:lnTo>
                    <a:pt x="167147" y="1671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2139" cy="167167"/>
            </a:xfrm>
            <a:custGeom>
              <a:avLst/>
              <a:pathLst>
                <a:path w="2139" h="167167">
                  <a:moveTo>
                    <a:pt x="2139" y="1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2025-06-06T08:23:16Z</dcterms:modified>
  <cp:category/>
</cp:coreProperties>
</file>