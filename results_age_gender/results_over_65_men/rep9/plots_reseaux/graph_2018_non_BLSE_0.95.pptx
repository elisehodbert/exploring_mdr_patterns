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01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0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7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2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86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0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6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22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9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7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1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29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5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7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4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9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4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7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5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69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4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38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4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0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3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7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342" y="3170392"/>
              <a:ext cx="1436" cy="167167"/>
            </a:xfrm>
            <a:custGeom>
              <a:avLst/>
              <a:pathLst>
                <a:path w="1436" h="167167">
                  <a:moveTo>
                    <a:pt x="1436" y="0"/>
                  </a:moveTo>
                  <a:lnTo>
                    <a:pt x="0" y="6"/>
                  </a:lnTo>
                  <a:lnTo>
                    <a:pt x="14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20" y="3170398"/>
              <a:ext cx="334305" cy="334328"/>
            </a:xfrm>
            <a:custGeom>
              <a:avLst/>
              <a:pathLst>
                <a:path w="334305" h="334328">
                  <a:moveTo>
                    <a:pt x="165721" y="0"/>
                  </a:moveTo>
                  <a:lnTo>
                    <a:pt x="160428" y="129"/>
                  </a:lnTo>
                  <a:lnTo>
                    <a:pt x="155142" y="426"/>
                  </a:lnTo>
                  <a:lnTo>
                    <a:pt x="149868" y="890"/>
                  </a:lnTo>
                  <a:lnTo>
                    <a:pt x="144611" y="1521"/>
                  </a:lnTo>
                  <a:lnTo>
                    <a:pt x="139377" y="2318"/>
                  </a:lnTo>
                  <a:lnTo>
                    <a:pt x="134170" y="3280"/>
                  </a:lnTo>
                  <a:lnTo>
                    <a:pt x="128997" y="4407"/>
                  </a:lnTo>
                  <a:lnTo>
                    <a:pt x="123862" y="5697"/>
                  </a:lnTo>
                  <a:lnTo>
                    <a:pt x="118771" y="7150"/>
                  </a:lnTo>
                  <a:lnTo>
                    <a:pt x="113728" y="8762"/>
                  </a:lnTo>
                  <a:lnTo>
                    <a:pt x="108738" y="10534"/>
                  </a:lnTo>
                  <a:lnTo>
                    <a:pt x="103807" y="12462"/>
                  </a:lnTo>
                  <a:lnTo>
                    <a:pt x="98940" y="14546"/>
                  </a:lnTo>
                  <a:lnTo>
                    <a:pt x="94141" y="16783"/>
                  </a:lnTo>
                  <a:lnTo>
                    <a:pt x="89416" y="19171"/>
                  </a:lnTo>
                  <a:lnTo>
                    <a:pt x="84768" y="21707"/>
                  </a:lnTo>
                  <a:lnTo>
                    <a:pt x="80203" y="24389"/>
                  </a:lnTo>
                  <a:lnTo>
                    <a:pt x="75725" y="27214"/>
                  </a:lnTo>
                  <a:lnTo>
                    <a:pt x="71339" y="30180"/>
                  </a:lnTo>
                  <a:lnTo>
                    <a:pt x="67050" y="33283"/>
                  </a:lnTo>
                  <a:lnTo>
                    <a:pt x="62860" y="36521"/>
                  </a:lnTo>
                  <a:lnTo>
                    <a:pt x="58775" y="39889"/>
                  </a:lnTo>
                  <a:lnTo>
                    <a:pt x="54799" y="43385"/>
                  </a:lnTo>
                  <a:lnTo>
                    <a:pt x="50936" y="47005"/>
                  </a:lnTo>
                  <a:lnTo>
                    <a:pt x="47189" y="50746"/>
                  </a:lnTo>
                  <a:lnTo>
                    <a:pt x="43562" y="54604"/>
                  </a:lnTo>
                  <a:lnTo>
                    <a:pt x="40060" y="58574"/>
                  </a:lnTo>
                  <a:lnTo>
                    <a:pt x="36685" y="62654"/>
                  </a:lnTo>
                  <a:lnTo>
                    <a:pt x="33441" y="66838"/>
                  </a:lnTo>
                  <a:lnTo>
                    <a:pt x="30331" y="71123"/>
                  </a:lnTo>
                  <a:lnTo>
                    <a:pt x="27358" y="75504"/>
                  </a:lnTo>
                  <a:lnTo>
                    <a:pt x="24526" y="79978"/>
                  </a:lnTo>
                  <a:lnTo>
                    <a:pt x="21836" y="84538"/>
                  </a:lnTo>
                  <a:lnTo>
                    <a:pt x="19293" y="89182"/>
                  </a:lnTo>
                  <a:lnTo>
                    <a:pt x="16897" y="93904"/>
                  </a:lnTo>
                  <a:lnTo>
                    <a:pt x="14653" y="98699"/>
                  </a:lnTo>
                  <a:lnTo>
                    <a:pt x="12561" y="103563"/>
                  </a:lnTo>
                  <a:lnTo>
                    <a:pt x="10625" y="108490"/>
                  </a:lnTo>
                  <a:lnTo>
                    <a:pt x="8845" y="113477"/>
                  </a:lnTo>
                  <a:lnTo>
                    <a:pt x="7225" y="118517"/>
                  </a:lnTo>
                  <a:lnTo>
                    <a:pt x="5764" y="123607"/>
                  </a:lnTo>
                  <a:lnTo>
                    <a:pt x="4466" y="128740"/>
                  </a:lnTo>
                  <a:lnTo>
                    <a:pt x="3331" y="133911"/>
                  </a:lnTo>
                  <a:lnTo>
                    <a:pt x="2360" y="139116"/>
                  </a:lnTo>
                  <a:lnTo>
                    <a:pt x="1555" y="144349"/>
                  </a:lnTo>
                  <a:lnTo>
                    <a:pt x="915" y="149605"/>
                  </a:lnTo>
                  <a:lnTo>
                    <a:pt x="443" y="154878"/>
                  </a:lnTo>
                  <a:lnTo>
                    <a:pt x="137" y="160164"/>
                  </a:lnTo>
                  <a:lnTo>
                    <a:pt x="0" y="165457"/>
                  </a:lnTo>
                  <a:lnTo>
                    <a:pt x="29" y="170751"/>
                  </a:lnTo>
                  <a:lnTo>
                    <a:pt x="227" y="176042"/>
                  </a:lnTo>
                  <a:lnTo>
                    <a:pt x="592" y="181324"/>
                  </a:lnTo>
                  <a:lnTo>
                    <a:pt x="1124" y="186592"/>
                  </a:lnTo>
                  <a:lnTo>
                    <a:pt x="1823" y="191840"/>
                  </a:lnTo>
                  <a:lnTo>
                    <a:pt x="2687" y="197063"/>
                  </a:lnTo>
                  <a:lnTo>
                    <a:pt x="3716" y="202257"/>
                  </a:lnTo>
                  <a:lnTo>
                    <a:pt x="4910" y="207415"/>
                  </a:lnTo>
                  <a:lnTo>
                    <a:pt x="6266" y="212533"/>
                  </a:lnTo>
                  <a:lnTo>
                    <a:pt x="7784" y="217606"/>
                  </a:lnTo>
                  <a:lnTo>
                    <a:pt x="9461" y="222627"/>
                  </a:lnTo>
                  <a:lnTo>
                    <a:pt x="11297" y="227594"/>
                  </a:lnTo>
                  <a:lnTo>
                    <a:pt x="13289" y="232499"/>
                  </a:lnTo>
                  <a:lnTo>
                    <a:pt x="15435" y="237339"/>
                  </a:lnTo>
                  <a:lnTo>
                    <a:pt x="17734" y="242109"/>
                  </a:lnTo>
                  <a:lnTo>
                    <a:pt x="20182" y="246803"/>
                  </a:lnTo>
                  <a:lnTo>
                    <a:pt x="22778" y="251418"/>
                  </a:lnTo>
                  <a:lnTo>
                    <a:pt x="25519" y="255948"/>
                  </a:lnTo>
                  <a:lnTo>
                    <a:pt x="28401" y="260389"/>
                  </a:lnTo>
                  <a:lnTo>
                    <a:pt x="31423" y="264736"/>
                  </a:lnTo>
                  <a:lnTo>
                    <a:pt x="34581" y="268986"/>
                  </a:lnTo>
                  <a:lnTo>
                    <a:pt x="37873" y="273133"/>
                  </a:lnTo>
                  <a:lnTo>
                    <a:pt x="41293" y="277174"/>
                  </a:lnTo>
                  <a:lnTo>
                    <a:pt x="44840" y="281105"/>
                  </a:lnTo>
                  <a:lnTo>
                    <a:pt x="48510" y="284921"/>
                  </a:lnTo>
                  <a:lnTo>
                    <a:pt x="52299" y="288620"/>
                  </a:lnTo>
                  <a:lnTo>
                    <a:pt x="56203" y="292196"/>
                  </a:lnTo>
                  <a:lnTo>
                    <a:pt x="60218" y="295647"/>
                  </a:lnTo>
                  <a:lnTo>
                    <a:pt x="64341" y="298969"/>
                  </a:lnTo>
                  <a:lnTo>
                    <a:pt x="68567" y="302159"/>
                  </a:lnTo>
                  <a:lnTo>
                    <a:pt x="72891" y="305214"/>
                  </a:lnTo>
                  <a:lnTo>
                    <a:pt x="77310" y="308130"/>
                  </a:lnTo>
                  <a:lnTo>
                    <a:pt x="81820" y="310905"/>
                  </a:lnTo>
                  <a:lnTo>
                    <a:pt x="86415" y="313535"/>
                  </a:lnTo>
                  <a:lnTo>
                    <a:pt x="91091" y="316019"/>
                  </a:lnTo>
                  <a:lnTo>
                    <a:pt x="95843" y="318353"/>
                  </a:lnTo>
                  <a:lnTo>
                    <a:pt x="100667" y="320535"/>
                  </a:lnTo>
                  <a:lnTo>
                    <a:pt x="105557" y="322564"/>
                  </a:lnTo>
                  <a:lnTo>
                    <a:pt x="110509" y="324437"/>
                  </a:lnTo>
                  <a:lnTo>
                    <a:pt x="115518" y="326152"/>
                  </a:lnTo>
                  <a:lnTo>
                    <a:pt x="120579" y="327708"/>
                  </a:lnTo>
                  <a:lnTo>
                    <a:pt x="125687" y="329102"/>
                  </a:lnTo>
                  <a:lnTo>
                    <a:pt x="130836" y="330334"/>
                  </a:lnTo>
                  <a:lnTo>
                    <a:pt x="136022" y="331403"/>
                  </a:lnTo>
                  <a:lnTo>
                    <a:pt x="141239" y="332307"/>
                  </a:lnTo>
                  <a:lnTo>
                    <a:pt x="146481" y="333045"/>
                  </a:lnTo>
                  <a:lnTo>
                    <a:pt x="151745" y="333616"/>
                  </a:lnTo>
                  <a:lnTo>
                    <a:pt x="157024" y="334021"/>
                  </a:lnTo>
                  <a:lnTo>
                    <a:pt x="162313" y="334258"/>
                  </a:lnTo>
                  <a:lnTo>
                    <a:pt x="167608" y="334328"/>
                  </a:lnTo>
                  <a:lnTo>
                    <a:pt x="172901" y="334230"/>
                  </a:lnTo>
                  <a:lnTo>
                    <a:pt x="178189" y="333964"/>
                  </a:lnTo>
                  <a:lnTo>
                    <a:pt x="183466" y="333531"/>
                  </a:lnTo>
                  <a:lnTo>
                    <a:pt x="188726" y="332931"/>
                  </a:lnTo>
                  <a:lnTo>
                    <a:pt x="193965" y="332165"/>
                  </a:lnTo>
                  <a:lnTo>
                    <a:pt x="199177" y="331233"/>
                  </a:lnTo>
                  <a:lnTo>
                    <a:pt x="204357" y="330137"/>
                  </a:lnTo>
                  <a:lnTo>
                    <a:pt x="209500" y="328877"/>
                  </a:lnTo>
                  <a:lnTo>
                    <a:pt x="214600" y="327455"/>
                  </a:lnTo>
                  <a:lnTo>
                    <a:pt x="219652" y="325872"/>
                  </a:lnTo>
                  <a:lnTo>
                    <a:pt x="224652" y="324130"/>
                  </a:lnTo>
                  <a:lnTo>
                    <a:pt x="229594" y="322231"/>
                  </a:lnTo>
                  <a:lnTo>
                    <a:pt x="234473" y="320176"/>
                  </a:lnTo>
                  <a:lnTo>
                    <a:pt x="239285" y="317967"/>
                  </a:lnTo>
                  <a:lnTo>
                    <a:pt x="244025" y="315608"/>
                  </a:lnTo>
                  <a:lnTo>
                    <a:pt x="248687" y="313099"/>
                  </a:lnTo>
                  <a:lnTo>
                    <a:pt x="253268" y="310444"/>
                  </a:lnTo>
                  <a:lnTo>
                    <a:pt x="257763" y="307645"/>
                  </a:lnTo>
                  <a:lnTo>
                    <a:pt x="262166" y="304705"/>
                  </a:lnTo>
                  <a:lnTo>
                    <a:pt x="266474" y="301628"/>
                  </a:lnTo>
                  <a:lnTo>
                    <a:pt x="270683" y="298415"/>
                  </a:lnTo>
                  <a:lnTo>
                    <a:pt x="274787" y="295071"/>
                  </a:lnTo>
                  <a:lnTo>
                    <a:pt x="278784" y="291598"/>
                  </a:lnTo>
                  <a:lnTo>
                    <a:pt x="282669" y="288001"/>
                  </a:lnTo>
                  <a:lnTo>
                    <a:pt x="286438" y="284282"/>
                  </a:lnTo>
                  <a:lnTo>
                    <a:pt x="290087" y="280446"/>
                  </a:lnTo>
                  <a:lnTo>
                    <a:pt x="293613" y="276496"/>
                  </a:lnTo>
                  <a:lnTo>
                    <a:pt x="297012" y="272437"/>
                  </a:lnTo>
                  <a:lnTo>
                    <a:pt x="300281" y="268272"/>
                  </a:lnTo>
                  <a:lnTo>
                    <a:pt x="303416" y="264005"/>
                  </a:lnTo>
                  <a:lnTo>
                    <a:pt x="306414" y="259642"/>
                  </a:lnTo>
                  <a:lnTo>
                    <a:pt x="309273" y="255185"/>
                  </a:lnTo>
                  <a:lnTo>
                    <a:pt x="311989" y="250641"/>
                  </a:lnTo>
                  <a:lnTo>
                    <a:pt x="314560" y="246012"/>
                  </a:lnTo>
                  <a:lnTo>
                    <a:pt x="316984" y="241305"/>
                  </a:lnTo>
                  <a:lnTo>
                    <a:pt x="319257" y="236523"/>
                  </a:lnTo>
                  <a:lnTo>
                    <a:pt x="321377" y="231671"/>
                  </a:lnTo>
                  <a:lnTo>
                    <a:pt x="323342" y="226755"/>
                  </a:lnTo>
                  <a:lnTo>
                    <a:pt x="325151" y="221779"/>
                  </a:lnTo>
                  <a:lnTo>
                    <a:pt x="326802" y="216748"/>
                  </a:lnTo>
                  <a:lnTo>
                    <a:pt x="328292" y="211668"/>
                  </a:lnTo>
                  <a:lnTo>
                    <a:pt x="329621" y="206543"/>
                  </a:lnTo>
                  <a:lnTo>
                    <a:pt x="330786" y="201378"/>
                  </a:lnTo>
                  <a:lnTo>
                    <a:pt x="331788" y="196179"/>
                  </a:lnTo>
                  <a:lnTo>
                    <a:pt x="332624" y="190951"/>
                  </a:lnTo>
                  <a:lnTo>
                    <a:pt x="333295" y="185699"/>
                  </a:lnTo>
                  <a:lnTo>
                    <a:pt x="333798" y="180428"/>
                  </a:lnTo>
                  <a:lnTo>
                    <a:pt x="334135" y="175145"/>
                  </a:lnTo>
                  <a:lnTo>
                    <a:pt x="334304" y="169853"/>
                  </a:lnTo>
                  <a:lnTo>
                    <a:pt x="334305" y="164558"/>
                  </a:lnTo>
                  <a:lnTo>
                    <a:pt x="334139" y="159266"/>
                  </a:lnTo>
                  <a:lnTo>
                    <a:pt x="333805" y="153982"/>
                  </a:lnTo>
                  <a:lnTo>
                    <a:pt x="333304" y="148711"/>
                  </a:lnTo>
                  <a:lnTo>
                    <a:pt x="332637" y="143459"/>
                  </a:lnTo>
                  <a:lnTo>
                    <a:pt x="331803" y="138230"/>
                  </a:lnTo>
                  <a:lnTo>
                    <a:pt x="330805" y="133031"/>
                  </a:lnTo>
                  <a:lnTo>
                    <a:pt x="329642" y="127866"/>
                  </a:lnTo>
                  <a:lnTo>
                    <a:pt x="328316" y="122740"/>
                  </a:lnTo>
                  <a:lnTo>
                    <a:pt x="326828" y="117658"/>
                  </a:lnTo>
                  <a:lnTo>
                    <a:pt x="325180" y="112627"/>
                  </a:lnTo>
                  <a:lnTo>
                    <a:pt x="323374" y="107650"/>
                  </a:lnTo>
                  <a:lnTo>
                    <a:pt x="321411" y="102733"/>
                  </a:lnTo>
                  <a:lnTo>
                    <a:pt x="319294" y="97880"/>
                  </a:lnTo>
                  <a:lnTo>
                    <a:pt x="317023" y="93097"/>
                  </a:lnTo>
                  <a:lnTo>
                    <a:pt x="314603" y="88388"/>
                  </a:lnTo>
                  <a:lnTo>
                    <a:pt x="312034" y="83758"/>
                  </a:lnTo>
                  <a:lnTo>
                    <a:pt x="309320" y="79212"/>
                  </a:lnTo>
                  <a:lnTo>
                    <a:pt x="306464" y="74754"/>
                  </a:lnTo>
                  <a:lnTo>
                    <a:pt x="303467" y="70389"/>
                  </a:lnTo>
                  <a:lnTo>
                    <a:pt x="300334" y="66121"/>
                  </a:lnTo>
                  <a:lnTo>
                    <a:pt x="297068" y="61954"/>
                  </a:lnTo>
                  <a:lnTo>
                    <a:pt x="293671" y="57893"/>
                  </a:lnTo>
                  <a:lnTo>
                    <a:pt x="290147" y="53941"/>
                  </a:lnTo>
                  <a:lnTo>
                    <a:pt x="286500" y="50103"/>
                  </a:lnTo>
                  <a:lnTo>
                    <a:pt x="282733" y="46383"/>
                  </a:lnTo>
                  <a:lnTo>
                    <a:pt x="278850" y="42783"/>
                  </a:lnTo>
                  <a:lnTo>
                    <a:pt x="274856" y="39308"/>
                  </a:lnTo>
                  <a:lnTo>
                    <a:pt x="270753" y="35962"/>
                  </a:lnTo>
                  <a:lnTo>
                    <a:pt x="266546" y="32747"/>
                  </a:lnTo>
                  <a:lnTo>
                    <a:pt x="262239" y="29667"/>
                  </a:lnTo>
                  <a:lnTo>
                    <a:pt x="257838" y="26725"/>
                  </a:lnTo>
                  <a:lnTo>
                    <a:pt x="253345" y="23924"/>
                  </a:lnTo>
                  <a:lnTo>
                    <a:pt x="248765" y="21266"/>
                  </a:lnTo>
                  <a:lnTo>
                    <a:pt x="244104" y="18755"/>
                  </a:lnTo>
                  <a:lnTo>
                    <a:pt x="239366" y="16393"/>
                  </a:lnTo>
                  <a:lnTo>
                    <a:pt x="234555" y="14182"/>
                  </a:lnTo>
                  <a:lnTo>
                    <a:pt x="229677" y="12124"/>
                  </a:lnTo>
                  <a:lnTo>
                    <a:pt x="224736" y="10222"/>
                  </a:lnTo>
                  <a:lnTo>
                    <a:pt x="219737" y="8477"/>
                  </a:lnTo>
                  <a:lnTo>
                    <a:pt x="214685" y="6892"/>
                  </a:lnTo>
                  <a:lnTo>
                    <a:pt x="209586" y="5467"/>
                  </a:lnTo>
                  <a:lnTo>
                    <a:pt x="204444" y="4205"/>
                  </a:lnTo>
                  <a:lnTo>
                    <a:pt x="199265" y="3106"/>
                  </a:lnTo>
                  <a:lnTo>
                    <a:pt x="194053" y="2171"/>
                  </a:lnTo>
                  <a:lnTo>
                    <a:pt x="188815" y="1402"/>
                  </a:lnTo>
                  <a:lnTo>
                    <a:pt x="183555" y="799"/>
                  </a:lnTo>
                  <a:lnTo>
                    <a:pt x="167158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6396" cy="167167"/>
            </a:xfrm>
            <a:custGeom>
              <a:avLst/>
              <a:pathLst>
                <a:path w="16396" h="167167">
                  <a:moveTo>
                    <a:pt x="16396" y="806"/>
                  </a:moveTo>
                  <a:lnTo>
                    <a:pt x="8208" y="2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678" y="2633064"/>
              <a:ext cx="32332" cy="167167"/>
            </a:xfrm>
            <a:custGeom>
              <a:avLst/>
              <a:pathLst>
                <a:path w="32332" h="167167">
                  <a:moveTo>
                    <a:pt x="32332" y="0"/>
                  </a:moveTo>
                  <a:lnTo>
                    <a:pt x="25826" y="126"/>
                  </a:lnTo>
                  <a:lnTo>
                    <a:pt x="19330" y="506"/>
                  </a:lnTo>
                  <a:lnTo>
                    <a:pt x="12854" y="1138"/>
                  </a:lnTo>
                  <a:lnTo>
                    <a:pt x="6407" y="2022"/>
                  </a:lnTo>
                  <a:lnTo>
                    <a:pt x="0" y="3156"/>
                  </a:lnTo>
                  <a:lnTo>
                    <a:pt x="323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678" y="2636220"/>
              <a:ext cx="32332" cy="164010"/>
            </a:xfrm>
            <a:custGeom>
              <a:avLst/>
              <a:pathLst>
                <a:path w="32332" h="164010">
                  <a:moveTo>
                    <a:pt x="0" y="0"/>
                  </a:moveTo>
                  <a:lnTo>
                    <a:pt x="32332" y="164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9" y="2636220"/>
              <a:ext cx="334303" cy="331178"/>
            </a:xfrm>
            <a:custGeom>
              <a:avLst/>
              <a:pathLst>
                <a:path w="334303" h="331178">
                  <a:moveTo>
                    <a:pt x="134819" y="0"/>
                  </a:moveTo>
                  <a:lnTo>
                    <a:pt x="129639" y="1106"/>
                  </a:lnTo>
                  <a:lnTo>
                    <a:pt x="124496" y="2377"/>
                  </a:lnTo>
                  <a:lnTo>
                    <a:pt x="119396" y="3809"/>
                  </a:lnTo>
                  <a:lnTo>
                    <a:pt x="114344" y="5403"/>
                  </a:lnTo>
                  <a:lnTo>
                    <a:pt x="109345" y="7156"/>
                  </a:lnTo>
                  <a:lnTo>
                    <a:pt x="104404" y="9066"/>
                  </a:lnTo>
                  <a:lnTo>
                    <a:pt x="99526" y="11132"/>
                  </a:lnTo>
                  <a:lnTo>
                    <a:pt x="94716" y="13352"/>
                  </a:lnTo>
                  <a:lnTo>
                    <a:pt x="89979" y="15722"/>
                  </a:lnTo>
                  <a:lnTo>
                    <a:pt x="85319" y="18242"/>
                  </a:lnTo>
                  <a:lnTo>
                    <a:pt x="80742" y="20908"/>
                  </a:lnTo>
                  <a:lnTo>
                    <a:pt x="76251" y="23718"/>
                  </a:lnTo>
                  <a:lnTo>
                    <a:pt x="71851" y="26668"/>
                  </a:lnTo>
                  <a:lnTo>
                    <a:pt x="67548" y="29757"/>
                  </a:lnTo>
                  <a:lnTo>
                    <a:pt x="63344" y="32980"/>
                  </a:lnTo>
                  <a:lnTo>
                    <a:pt x="59244" y="36335"/>
                  </a:lnTo>
                  <a:lnTo>
                    <a:pt x="55253" y="39818"/>
                  </a:lnTo>
                  <a:lnTo>
                    <a:pt x="51374" y="43426"/>
                  </a:lnTo>
                  <a:lnTo>
                    <a:pt x="47612" y="47155"/>
                  </a:lnTo>
                  <a:lnTo>
                    <a:pt x="43969" y="51002"/>
                  </a:lnTo>
                  <a:lnTo>
                    <a:pt x="40450" y="54961"/>
                  </a:lnTo>
                  <a:lnTo>
                    <a:pt x="37059" y="59031"/>
                  </a:lnTo>
                  <a:lnTo>
                    <a:pt x="33798" y="63205"/>
                  </a:lnTo>
                  <a:lnTo>
                    <a:pt x="30671" y="67481"/>
                  </a:lnTo>
                  <a:lnTo>
                    <a:pt x="27681" y="71854"/>
                  </a:lnTo>
                  <a:lnTo>
                    <a:pt x="24831" y="76319"/>
                  </a:lnTo>
                  <a:lnTo>
                    <a:pt x="22124" y="80873"/>
                  </a:lnTo>
                  <a:lnTo>
                    <a:pt x="19562" y="85510"/>
                  </a:lnTo>
                  <a:lnTo>
                    <a:pt x="17149" y="90226"/>
                  </a:lnTo>
                  <a:lnTo>
                    <a:pt x="14887" y="95016"/>
                  </a:lnTo>
                  <a:lnTo>
                    <a:pt x="12777" y="99875"/>
                  </a:lnTo>
                  <a:lnTo>
                    <a:pt x="10822" y="104798"/>
                  </a:lnTo>
                  <a:lnTo>
                    <a:pt x="9025" y="109781"/>
                  </a:lnTo>
                  <a:lnTo>
                    <a:pt x="7386" y="114819"/>
                  </a:lnTo>
                  <a:lnTo>
                    <a:pt x="5907" y="119906"/>
                  </a:lnTo>
                  <a:lnTo>
                    <a:pt x="4591" y="125037"/>
                  </a:lnTo>
                  <a:lnTo>
                    <a:pt x="3438" y="130207"/>
                  </a:lnTo>
                  <a:lnTo>
                    <a:pt x="2449" y="135411"/>
                  </a:lnTo>
                  <a:lnTo>
                    <a:pt x="1625" y="140644"/>
                  </a:lnTo>
                  <a:lnTo>
                    <a:pt x="968" y="145901"/>
                  </a:lnTo>
                  <a:lnTo>
                    <a:pt x="478" y="151175"/>
                  </a:lnTo>
                  <a:lnTo>
                    <a:pt x="155" y="156463"/>
                  </a:lnTo>
                  <a:lnTo>
                    <a:pt x="0" y="161758"/>
                  </a:lnTo>
                  <a:lnTo>
                    <a:pt x="12" y="167055"/>
                  </a:lnTo>
                  <a:lnTo>
                    <a:pt x="192" y="172349"/>
                  </a:lnTo>
                  <a:lnTo>
                    <a:pt x="541" y="177635"/>
                  </a:lnTo>
                  <a:lnTo>
                    <a:pt x="1056" y="182908"/>
                  </a:lnTo>
                  <a:lnTo>
                    <a:pt x="1738" y="188161"/>
                  </a:lnTo>
                  <a:lnTo>
                    <a:pt x="2586" y="193390"/>
                  </a:lnTo>
                  <a:lnTo>
                    <a:pt x="3600" y="198589"/>
                  </a:lnTo>
                  <a:lnTo>
                    <a:pt x="4778" y="203754"/>
                  </a:lnTo>
                  <a:lnTo>
                    <a:pt x="6118" y="208879"/>
                  </a:lnTo>
                  <a:lnTo>
                    <a:pt x="7621" y="213959"/>
                  </a:lnTo>
                  <a:lnTo>
                    <a:pt x="9284" y="218988"/>
                  </a:lnTo>
                  <a:lnTo>
                    <a:pt x="11105" y="223963"/>
                  </a:lnTo>
                  <a:lnTo>
                    <a:pt x="13083" y="228877"/>
                  </a:lnTo>
                  <a:lnTo>
                    <a:pt x="15215" y="233726"/>
                  </a:lnTo>
                  <a:lnTo>
                    <a:pt x="17501" y="238505"/>
                  </a:lnTo>
                  <a:lnTo>
                    <a:pt x="19936" y="243210"/>
                  </a:lnTo>
                  <a:lnTo>
                    <a:pt x="22519" y="247834"/>
                  </a:lnTo>
                  <a:lnTo>
                    <a:pt x="25248" y="252375"/>
                  </a:lnTo>
                  <a:lnTo>
                    <a:pt x="28119" y="256827"/>
                  </a:lnTo>
                  <a:lnTo>
                    <a:pt x="31130" y="261185"/>
                  </a:lnTo>
                  <a:lnTo>
                    <a:pt x="34277" y="265446"/>
                  </a:lnTo>
                  <a:lnTo>
                    <a:pt x="37558" y="269606"/>
                  </a:lnTo>
                  <a:lnTo>
                    <a:pt x="40969" y="273659"/>
                  </a:lnTo>
                  <a:lnTo>
                    <a:pt x="44506" y="277602"/>
                  </a:lnTo>
                  <a:lnTo>
                    <a:pt x="48167" y="281431"/>
                  </a:lnTo>
                  <a:lnTo>
                    <a:pt x="51947" y="285142"/>
                  </a:lnTo>
                  <a:lnTo>
                    <a:pt x="55843" y="288731"/>
                  </a:lnTo>
                  <a:lnTo>
                    <a:pt x="59851" y="292195"/>
                  </a:lnTo>
                  <a:lnTo>
                    <a:pt x="63966" y="295531"/>
                  </a:lnTo>
                  <a:lnTo>
                    <a:pt x="68185" y="298734"/>
                  </a:lnTo>
                  <a:lnTo>
                    <a:pt x="72504" y="301802"/>
                  </a:lnTo>
                  <a:lnTo>
                    <a:pt x="76917" y="304732"/>
                  </a:lnTo>
                  <a:lnTo>
                    <a:pt x="81421" y="307521"/>
                  </a:lnTo>
                  <a:lnTo>
                    <a:pt x="86011" y="310165"/>
                  </a:lnTo>
                  <a:lnTo>
                    <a:pt x="90683" y="312662"/>
                  </a:lnTo>
                  <a:lnTo>
                    <a:pt x="95431" y="315011"/>
                  </a:lnTo>
                  <a:lnTo>
                    <a:pt x="100252" y="317207"/>
                  </a:lnTo>
                  <a:lnTo>
                    <a:pt x="105139" y="319250"/>
                  </a:lnTo>
                  <a:lnTo>
                    <a:pt x="110089" y="321137"/>
                  </a:lnTo>
                  <a:lnTo>
                    <a:pt x="115096" y="322866"/>
                  </a:lnTo>
                  <a:lnTo>
                    <a:pt x="120156" y="324436"/>
                  </a:lnTo>
                  <a:lnTo>
                    <a:pt x="125263" y="325844"/>
                  </a:lnTo>
                  <a:lnTo>
                    <a:pt x="130411" y="327090"/>
                  </a:lnTo>
                  <a:lnTo>
                    <a:pt x="135597" y="328173"/>
                  </a:lnTo>
                  <a:lnTo>
                    <a:pt x="140814" y="329090"/>
                  </a:lnTo>
                  <a:lnTo>
                    <a:pt x="146058" y="329842"/>
                  </a:lnTo>
                  <a:lnTo>
                    <a:pt x="151323" y="330427"/>
                  </a:lnTo>
                  <a:lnTo>
                    <a:pt x="156604" y="330845"/>
                  </a:lnTo>
                  <a:lnTo>
                    <a:pt x="161895" y="331095"/>
                  </a:lnTo>
                  <a:lnTo>
                    <a:pt x="167192" y="331178"/>
                  </a:lnTo>
                  <a:lnTo>
                    <a:pt x="172489" y="331093"/>
                  </a:lnTo>
                  <a:lnTo>
                    <a:pt x="177780" y="330840"/>
                  </a:lnTo>
                  <a:lnTo>
                    <a:pt x="183061" y="330419"/>
                  </a:lnTo>
                  <a:lnTo>
                    <a:pt x="188325" y="329831"/>
                  </a:lnTo>
                  <a:lnTo>
                    <a:pt x="193569" y="329077"/>
                  </a:lnTo>
                  <a:lnTo>
                    <a:pt x="198785" y="328157"/>
                  </a:lnTo>
                  <a:lnTo>
                    <a:pt x="203971" y="327073"/>
                  </a:lnTo>
                  <a:lnTo>
                    <a:pt x="209119" y="325824"/>
                  </a:lnTo>
                  <a:lnTo>
                    <a:pt x="214225" y="324413"/>
                  </a:lnTo>
                  <a:lnTo>
                    <a:pt x="219283" y="322841"/>
                  </a:lnTo>
                  <a:lnTo>
                    <a:pt x="224290" y="321110"/>
                  </a:lnTo>
                  <a:lnTo>
                    <a:pt x="229239" y="319220"/>
                  </a:lnTo>
                  <a:lnTo>
                    <a:pt x="234125" y="317175"/>
                  </a:lnTo>
                  <a:lnTo>
                    <a:pt x="238945" y="314976"/>
                  </a:lnTo>
                  <a:lnTo>
                    <a:pt x="243692" y="312626"/>
                  </a:lnTo>
                  <a:lnTo>
                    <a:pt x="248363" y="310126"/>
                  </a:lnTo>
                  <a:lnTo>
                    <a:pt x="252951" y="307479"/>
                  </a:lnTo>
                  <a:lnTo>
                    <a:pt x="257454" y="304689"/>
                  </a:lnTo>
                  <a:lnTo>
                    <a:pt x="261866" y="301757"/>
                  </a:lnTo>
                  <a:lnTo>
                    <a:pt x="266183" y="298687"/>
                  </a:lnTo>
                  <a:lnTo>
                    <a:pt x="270401" y="295481"/>
                  </a:lnTo>
                  <a:lnTo>
                    <a:pt x="274514" y="292144"/>
                  </a:lnTo>
                  <a:lnTo>
                    <a:pt x="278520" y="288678"/>
                  </a:lnTo>
                  <a:lnTo>
                    <a:pt x="282415" y="285086"/>
                  </a:lnTo>
                  <a:lnTo>
                    <a:pt x="286193" y="281374"/>
                  </a:lnTo>
                  <a:lnTo>
                    <a:pt x="289852" y="277543"/>
                  </a:lnTo>
                  <a:lnTo>
                    <a:pt x="293388" y="273598"/>
                  </a:lnTo>
                  <a:lnTo>
                    <a:pt x="296796" y="269543"/>
                  </a:lnTo>
                  <a:lnTo>
                    <a:pt x="300075" y="265383"/>
                  </a:lnTo>
                  <a:lnTo>
                    <a:pt x="303220" y="261120"/>
                  </a:lnTo>
                  <a:lnTo>
                    <a:pt x="306229" y="256760"/>
                  </a:lnTo>
                  <a:lnTo>
                    <a:pt x="309098" y="252307"/>
                  </a:lnTo>
                  <a:lnTo>
                    <a:pt x="311824" y="247765"/>
                  </a:lnTo>
                  <a:lnTo>
                    <a:pt x="314405" y="243139"/>
                  </a:lnTo>
                  <a:lnTo>
                    <a:pt x="316839" y="238433"/>
                  </a:lnTo>
                  <a:lnTo>
                    <a:pt x="319122" y="233653"/>
                  </a:lnTo>
                  <a:lnTo>
                    <a:pt x="321252" y="228803"/>
                  </a:lnTo>
                  <a:lnTo>
                    <a:pt x="323227" y="223888"/>
                  </a:lnTo>
                  <a:lnTo>
                    <a:pt x="325046" y="218913"/>
                  </a:lnTo>
                  <a:lnTo>
                    <a:pt x="326707" y="213882"/>
                  </a:lnTo>
                  <a:lnTo>
                    <a:pt x="328207" y="208802"/>
                  </a:lnTo>
                  <a:lnTo>
                    <a:pt x="329545" y="203676"/>
                  </a:lnTo>
                  <a:lnTo>
                    <a:pt x="330720" y="198511"/>
                  </a:lnTo>
                  <a:lnTo>
                    <a:pt x="331731" y="193311"/>
                  </a:lnTo>
                  <a:lnTo>
                    <a:pt x="332577" y="188081"/>
                  </a:lnTo>
                  <a:lnTo>
                    <a:pt x="333257" y="182828"/>
                  </a:lnTo>
                  <a:lnTo>
                    <a:pt x="333770" y="177555"/>
                  </a:lnTo>
                  <a:lnTo>
                    <a:pt x="334115" y="172269"/>
                  </a:lnTo>
                  <a:lnTo>
                    <a:pt x="334293" y="166975"/>
                  </a:lnTo>
                  <a:lnTo>
                    <a:pt x="334303" y="161678"/>
                  </a:lnTo>
                  <a:lnTo>
                    <a:pt x="334145" y="156383"/>
                  </a:lnTo>
                  <a:lnTo>
                    <a:pt x="333820" y="151095"/>
                  </a:lnTo>
                  <a:lnTo>
                    <a:pt x="333327" y="145821"/>
                  </a:lnTo>
                  <a:lnTo>
                    <a:pt x="332667" y="140565"/>
                  </a:lnTo>
                  <a:lnTo>
                    <a:pt x="331841" y="135332"/>
                  </a:lnTo>
                  <a:lnTo>
                    <a:pt x="330850" y="130128"/>
                  </a:lnTo>
                  <a:lnTo>
                    <a:pt x="329694" y="124959"/>
                  </a:lnTo>
                  <a:lnTo>
                    <a:pt x="328375" y="119828"/>
                  </a:lnTo>
                  <a:lnTo>
                    <a:pt x="326894" y="114742"/>
                  </a:lnTo>
                  <a:lnTo>
                    <a:pt x="325253" y="109705"/>
                  </a:lnTo>
                  <a:lnTo>
                    <a:pt x="323453" y="104723"/>
                  </a:lnTo>
                  <a:lnTo>
                    <a:pt x="321496" y="99801"/>
                  </a:lnTo>
                  <a:lnTo>
                    <a:pt x="319384" y="94942"/>
                  </a:lnTo>
                  <a:lnTo>
                    <a:pt x="317119" y="90154"/>
                  </a:lnTo>
                  <a:lnTo>
                    <a:pt x="314703" y="85439"/>
                  </a:lnTo>
                  <a:lnTo>
                    <a:pt x="312140" y="80803"/>
                  </a:lnTo>
                  <a:lnTo>
                    <a:pt x="309431" y="76251"/>
                  </a:lnTo>
                  <a:lnTo>
                    <a:pt x="306579" y="71787"/>
                  </a:lnTo>
                  <a:lnTo>
                    <a:pt x="303586" y="67416"/>
                  </a:lnTo>
                  <a:lnTo>
                    <a:pt x="300457" y="63141"/>
                  </a:lnTo>
                  <a:lnTo>
                    <a:pt x="297194" y="58968"/>
                  </a:lnTo>
                  <a:lnTo>
                    <a:pt x="293801" y="54900"/>
                  </a:lnTo>
                  <a:lnTo>
                    <a:pt x="290280" y="50942"/>
                  </a:lnTo>
                  <a:lnTo>
                    <a:pt x="286636" y="47098"/>
                  </a:lnTo>
                  <a:lnTo>
                    <a:pt x="282871" y="43371"/>
                  </a:lnTo>
                  <a:lnTo>
                    <a:pt x="278991" y="39765"/>
                  </a:lnTo>
                  <a:lnTo>
                    <a:pt x="274998" y="36283"/>
                  </a:lnTo>
                  <a:lnTo>
                    <a:pt x="270897" y="32931"/>
                  </a:lnTo>
                  <a:lnTo>
                    <a:pt x="266691" y="29709"/>
                  </a:lnTo>
                  <a:lnTo>
                    <a:pt x="262386" y="26623"/>
                  </a:lnTo>
                  <a:lnTo>
                    <a:pt x="257985" y="23674"/>
                  </a:lnTo>
                  <a:lnTo>
                    <a:pt x="253493" y="20867"/>
                  </a:lnTo>
                  <a:lnTo>
                    <a:pt x="248914" y="18203"/>
                  </a:lnTo>
                  <a:lnTo>
                    <a:pt x="244253" y="15685"/>
                  </a:lnTo>
                  <a:lnTo>
                    <a:pt x="239515" y="13317"/>
                  </a:lnTo>
                  <a:lnTo>
                    <a:pt x="234704" y="11100"/>
                  </a:lnTo>
                  <a:lnTo>
                    <a:pt x="167152" y="164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7552" cy="167167"/>
            </a:xfrm>
            <a:custGeom>
              <a:avLst/>
              <a:pathLst>
                <a:path w="67552" h="167167">
                  <a:moveTo>
                    <a:pt x="67552" y="14256"/>
                  </a:moveTo>
                  <a:lnTo>
                    <a:pt x="62211" y="12007"/>
                  </a:lnTo>
                  <a:lnTo>
                    <a:pt x="56796" y="9944"/>
                  </a:lnTo>
                  <a:lnTo>
                    <a:pt x="51313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20" y="3603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494" y="2126963"/>
              <a:ext cx="6977" cy="167167"/>
            </a:xfrm>
            <a:custGeom>
              <a:avLst/>
              <a:pathLst>
                <a:path w="6977" h="167167">
                  <a:moveTo>
                    <a:pt x="6977" y="0"/>
                  </a:moveTo>
                  <a:lnTo>
                    <a:pt x="0" y="145"/>
                  </a:lnTo>
                  <a:lnTo>
                    <a:pt x="69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494" y="2127109"/>
              <a:ext cx="6977" cy="167021"/>
            </a:xfrm>
            <a:custGeom>
              <a:avLst/>
              <a:pathLst>
                <a:path w="6977" h="167021">
                  <a:moveTo>
                    <a:pt x="0" y="0"/>
                  </a:moveTo>
                  <a:lnTo>
                    <a:pt x="6977" y="167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6" y="2127109"/>
              <a:ext cx="334332" cy="334176"/>
            </a:xfrm>
            <a:custGeom>
              <a:avLst/>
              <a:pathLst>
                <a:path w="334332" h="334176">
                  <a:moveTo>
                    <a:pt x="160187" y="0"/>
                  </a:moveTo>
                  <a:lnTo>
                    <a:pt x="154888" y="305"/>
                  </a:lnTo>
                  <a:lnTo>
                    <a:pt x="149601" y="779"/>
                  </a:lnTo>
                  <a:lnTo>
                    <a:pt x="144332" y="1421"/>
                  </a:lnTo>
                  <a:lnTo>
                    <a:pt x="139086" y="2229"/>
                  </a:lnTo>
                  <a:lnTo>
                    <a:pt x="133868" y="3204"/>
                  </a:lnTo>
                  <a:lnTo>
                    <a:pt x="128683" y="4343"/>
                  </a:lnTo>
                  <a:lnTo>
                    <a:pt x="123538" y="5647"/>
                  </a:lnTo>
                  <a:lnTo>
                    <a:pt x="118436" y="7114"/>
                  </a:lnTo>
                  <a:lnTo>
                    <a:pt x="113384" y="8741"/>
                  </a:lnTo>
                  <a:lnTo>
                    <a:pt x="108386" y="10529"/>
                  </a:lnTo>
                  <a:lnTo>
                    <a:pt x="103447" y="12474"/>
                  </a:lnTo>
                  <a:lnTo>
                    <a:pt x="98572" y="14575"/>
                  </a:lnTo>
                  <a:lnTo>
                    <a:pt x="93767" y="16829"/>
                  </a:lnTo>
                  <a:lnTo>
                    <a:pt x="89035" y="19235"/>
                  </a:lnTo>
                  <a:lnTo>
                    <a:pt x="84383" y="21790"/>
                  </a:lnTo>
                  <a:lnTo>
                    <a:pt x="79813" y="24492"/>
                  </a:lnTo>
                  <a:lnTo>
                    <a:pt x="75332" y="27337"/>
                  </a:lnTo>
                  <a:lnTo>
                    <a:pt x="70944" y="30323"/>
                  </a:lnTo>
                  <a:lnTo>
                    <a:pt x="66652" y="33447"/>
                  </a:lnTo>
                  <a:lnTo>
                    <a:pt x="62462" y="36706"/>
                  </a:lnTo>
                  <a:lnTo>
                    <a:pt x="58377" y="40095"/>
                  </a:lnTo>
                  <a:lnTo>
                    <a:pt x="54402" y="43613"/>
                  </a:lnTo>
                  <a:lnTo>
                    <a:pt x="50541" y="47256"/>
                  </a:lnTo>
                  <a:lnTo>
                    <a:pt x="46797" y="51019"/>
                  </a:lnTo>
                  <a:lnTo>
                    <a:pt x="43175" y="54899"/>
                  </a:lnTo>
                  <a:lnTo>
                    <a:pt x="39678" y="58892"/>
                  </a:lnTo>
                  <a:lnTo>
                    <a:pt x="36309" y="62994"/>
                  </a:lnTo>
                  <a:lnTo>
                    <a:pt x="33072" y="67201"/>
                  </a:lnTo>
                  <a:lnTo>
                    <a:pt x="29970" y="71509"/>
                  </a:lnTo>
                  <a:lnTo>
                    <a:pt x="27007" y="75913"/>
                  </a:lnTo>
                  <a:lnTo>
                    <a:pt x="24185" y="80409"/>
                  </a:lnTo>
                  <a:lnTo>
                    <a:pt x="21507" y="84992"/>
                  </a:lnTo>
                  <a:lnTo>
                    <a:pt x="18976" y="89658"/>
                  </a:lnTo>
                  <a:lnTo>
                    <a:pt x="16595" y="94402"/>
                  </a:lnTo>
                  <a:lnTo>
                    <a:pt x="14365" y="99219"/>
                  </a:lnTo>
                  <a:lnTo>
                    <a:pt x="12290" y="104104"/>
                  </a:lnTo>
                  <a:lnTo>
                    <a:pt x="10370" y="109053"/>
                  </a:lnTo>
                  <a:lnTo>
                    <a:pt x="8609" y="114061"/>
                  </a:lnTo>
                  <a:lnTo>
                    <a:pt x="7007" y="119121"/>
                  </a:lnTo>
                  <a:lnTo>
                    <a:pt x="5567" y="124230"/>
                  </a:lnTo>
                  <a:lnTo>
                    <a:pt x="4290" y="129383"/>
                  </a:lnTo>
                  <a:lnTo>
                    <a:pt x="3177" y="134573"/>
                  </a:lnTo>
                  <a:lnTo>
                    <a:pt x="2230" y="139796"/>
                  </a:lnTo>
                  <a:lnTo>
                    <a:pt x="1448" y="145046"/>
                  </a:lnTo>
                  <a:lnTo>
                    <a:pt x="834" y="150318"/>
                  </a:lnTo>
                  <a:lnTo>
                    <a:pt x="388" y="155608"/>
                  </a:lnTo>
                  <a:lnTo>
                    <a:pt x="109" y="160909"/>
                  </a:lnTo>
                  <a:lnTo>
                    <a:pt x="0" y="166216"/>
                  </a:lnTo>
                  <a:lnTo>
                    <a:pt x="58" y="171523"/>
                  </a:lnTo>
                  <a:lnTo>
                    <a:pt x="285" y="176827"/>
                  </a:lnTo>
                  <a:lnTo>
                    <a:pt x="681" y="182120"/>
                  </a:lnTo>
                  <a:lnTo>
                    <a:pt x="1244" y="187398"/>
                  </a:lnTo>
                  <a:lnTo>
                    <a:pt x="1975" y="192656"/>
                  </a:lnTo>
                  <a:lnTo>
                    <a:pt x="2872" y="197887"/>
                  </a:lnTo>
                  <a:lnTo>
                    <a:pt x="3935" y="203088"/>
                  </a:lnTo>
                  <a:lnTo>
                    <a:pt x="5162" y="208252"/>
                  </a:lnTo>
                  <a:lnTo>
                    <a:pt x="6553" y="213375"/>
                  </a:lnTo>
                  <a:lnTo>
                    <a:pt x="8105" y="218451"/>
                  </a:lnTo>
                  <a:lnTo>
                    <a:pt x="9819" y="223475"/>
                  </a:lnTo>
                  <a:lnTo>
                    <a:pt x="11690" y="228442"/>
                  </a:lnTo>
                  <a:lnTo>
                    <a:pt x="13719" y="233348"/>
                  </a:lnTo>
                  <a:lnTo>
                    <a:pt x="15902" y="238186"/>
                  </a:lnTo>
                  <a:lnTo>
                    <a:pt x="18238" y="242953"/>
                  </a:lnTo>
                  <a:lnTo>
                    <a:pt x="20723" y="247643"/>
                  </a:lnTo>
                  <a:lnTo>
                    <a:pt x="23357" y="252251"/>
                  </a:lnTo>
                  <a:lnTo>
                    <a:pt x="26135" y="256774"/>
                  </a:lnTo>
                  <a:lnTo>
                    <a:pt x="29056" y="261207"/>
                  </a:lnTo>
                  <a:lnTo>
                    <a:pt x="32116" y="265544"/>
                  </a:lnTo>
                  <a:lnTo>
                    <a:pt x="35312" y="269782"/>
                  </a:lnTo>
                  <a:lnTo>
                    <a:pt x="38641" y="273916"/>
                  </a:lnTo>
                  <a:lnTo>
                    <a:pt x="42100" y="277943"/>
                  </a:lnTo>
                  <a:lnTo>
                    <a:pt x="45685" y="281858"/>
                  </a:lnTo>
                  <a:lnTo>
                    <a:pt x="49392" y="285657"/>
                  </a:lnTo>
                  <a:lnTo>
                    <a:pt x="53218" y="289336"/>
                  </a:lnTo>
                  <a:lnTo>
                    <a:pt x="57159" y="292892"/>
                  </a:lnTo>
                  <a:lnTo>
                    <a:pt x="61210" y="296322"/>
                  </a:lnTo>
                  <a:lnTo>
                    <a:pt x="65369" y="299620"/>
                  </a:lnTo>
                  <a:lnTo>
                    <a:pt x="69630" y="302786"/>
                  </a:lnTo>
                  <a:lnTo>
                    <a:pt x="73990" y="305814"/>
                  </a:lnTo>
                  <a:lnTo>
                    <a:pt x="78443" y="308702"/>
                  </a:lnTo>
                  <a:lnTo>
                    <a:pt x="82986" y="311447"/>
                  </a:lnTo>
                  <a:lnTo>
                    <a:pt x="87614" y="314047"/>
                  </a:lnTo>
                  <a:lnTo>
                    <a:pt x="92322" y="316499"/>
                  </a:lnTo>
                  <a:lnTo>
                    <a:pt x="97106" y="318800"/>
                  </a:lnTo>
                  <a:lnTo>
                    <a:pt x="101960" y="320947"/>
                  </a:lnTo>
                  <a:lnTo>
                    <a:pt x="106880" y="322940"/>
                  </a:lnTo>
                  <a:lnTo>
                    <a:pt x="111861" y="324775"/>
                  </a:lnTo>
                  <a:lnTo>
                    <a:pt x="116897" y="326452"/>
                  </a:lnTo>
                  <a:lnTo>
                    <a:pt x="121984" y="327967"/>
                  </a:lnTo>
                  <a:lnTo>
                    <a:pt x="127117" y="329321"/>
                  </a:lnTo>
                  <a:lnTo>
                    <a:pt x="132290" y="330510"/>
                  </a:lnTo>
                  <a:lnTo>
                    <a:pt x="137498" y="331535"/>
                  </a:lnTo>
                  <a:lnTo>
                    <a:pt x="142737" y="332394"/>
                  </a:lnTo>
                  <a:lnTo>
                    <a:pt x="147999" y="333086"/>
                  </a:lnTo>
                  <a:lnTo>
                    <a:pt x="153281" y="333611"/>
                  </a:lnTo>
                  <a:lnTo>
                    <a:pt x="158578" y="333968"/>
                  </a:lnTo>
                  <a:lnTo>
                    <a:pt x="163882" y="334156"/>
                  </a:lnTo>
                  <a:lnTo>
                    <a:pt x="169190" y="334176"/>
                  </a:lnTo>
                  <a:lnTo>
                    <a:pt x="174496" y="334028"/>
                  </a:lnTo>
                  <a:lnTo>
                    <a:pt x="179795" y="333711"/>
                  </a:lnTo>
                  <a:lnTo>
                    <a:pt x="185081" y="333226"/>
                  </a:lnTo>
                  <a:lnTo>
                    <a:pt x="190349" y="332573"/>
                  </a:lnTo>
                  <a:lnTo>
                    <a:pt x="195593" y="331754"/>
                  </a:lnTo>
                  <a:lnTo>
                    <a:pt x="200809" y="330768"/>
                  </a:lnTo>
                  <a:lnTo>
                    <a:pt x="205991" y="329617"/>
                  </a:lnTo>
                  <a:lnTo>
                    <a:pt x="211134" y="328303"/>
                  </a:lnTo>
                  <a:lnTo>
                    <a:pt x="216232" y="326825"/>
                  </a:lnTo>
                  <a:lnTo>
                    <a:pt x="221281" y="325187"/>
                  </a:lnTo>
                  <a:lnTo>
                    <a:pt x="226276" y="323389"/>
                  </a:lnTo>
                  <a:lnTo>
                    <a:pt x="231210" y="321434"/>
                  </a:lnTo>
                  <a:lnTo>
                    <a:pt x="236080" y="319322"/>
                  </a:lnTo>
                  <a:lnTo>
                    <a:pt x="240881" y="317057"/>
                  </a:lnTo>
                  <a:lnTo>
                    <a:pt x="245608" y="314641"/>
                  </a:lnTo>
                  <a:lnTo>
                    <a:pt x="250255" y="312076"/>
                  </a:lnTo>
                  <a:lnTo>
                    <a:pt x="254818" y="309365"/>
                  </a:lnTo>
                  <a:lnTo>
                    <a:pt x="259294" y="306511"/>
                  </a:lnTo>
                  <a:lnTo>
                    <a:pt x="263676" y="303515"/>
                  </a:lnTo>
                  <a:lnTo>
                    <a:pt x="267961" y="300382"/>
                  </a:lnTo>
                  <a:lnTo>
                    <a:pt x="272144" y="297115"/>
                  </a:lnTo>
                  <a:lnTo>
                    <a:pt x="276221" y="293716"/>
                  </a:lnTo>
                  <a:lnTo>
                    <a:pt x="280189" y="290190"/>
                  </a:lnTo>
                  <a:lnTo>
                    <a:pt x="284043" y="286539"/>
                  </a:lnTo>
                  <a:lnTo>
                    <a:pt x="287778" y="282768"/>
                  </a:lnTo>
                  <a:lnTo>
                    <a:pt x="291392" y="278881"/>
                  </a:lnTo>
                  <a:lnTo>
                    <a:pt x="294881" y="274880"/>
                  </a:lnTo>
                  <a:lnTo>
                    <a:pt x="298241" y="270771"/>
                  </a:lnTo>
                  <a:lnTo>
                    <a:pt x="301469" y="266557"/>
                  </a:lnTo>
                  <a:lnTo>
                    <a:pt x="304562" y="262243"/>
                  </a:lnTo>
                  <a:lnTo>
                    <a:pt x="307516" y="257832"/>
                  </a:lnTo>
                  <a:lnTo>
                    <a:pt x="310328" y="253331"/>
                  </a:lnTo>
                  <a:lnTo>
                    <a:pt x="312996" y="248742"/>
                  </a:lnTo>
                  <a:lnTo>
                    <a:pt x="315517" y="244071"/>
                  </a:lnTo>
                  <a:lnTo>
                    <a:pt x="317889" y="239322"/>
                  </a:lnTo>
                  <a:lnTo>
                    <a:pt x="320108" y="234500"/>
                  </a:lnTo>
                  <a:lnTo>
                    <a:pt x="322173" y="229610"/>
                  </a:lnTo>
                  <a:lnTo>
                    <a:pt x="324082" y="224657"/>
                  </a:lnTo>
                  <a:lnTo>
                    <a:pt x="325833" y="219646"/>
                  </a:lnTo>
                  <a:lnTo>
                    <a:pt x="327424" y="214582"/>
                  </a:lnTo>
                  <a:lnTo>
                    <a:pt x="328853" y="209470"/>
                  </a:lnTo>
                  <a:lnTo>
                    <a:pt x="330119" y="204315"/>
                  </a:lnTo>
                  <a:lnTo>
                    <a:pt x="331221" y="199122"/>
                  </a:lnTo>
                  <a:lnTo>
                    <a:pt x="332158" y="193897"/>
                  </a:lnTo>
                  <a:lnTo>
                    <a:pt x="332928" y="188645"/>
                  </a:lnTo>
                  <a:lnTo>
                    <a:pt x="333531" y="183372"/>
                  </a:lnTo>
                  <a:lnTo>
                    <a:pt x="333966" y="178081"/>
                  </a:lnTo>
                  <a:lnTo>
                    <a:pt x="334233" y="172780"/>
                  </a:lnTo>
                  <a:lnTo>
                    <a:pt x="334332" y="167473"/>
                  </a:lnTo>
                  <a:lnTo>
                    <a:pt x="334262" y="162165"/>
                  </a:lnTo>
                  <a:lnTo>
                    <a:pt x="334023" y="156862"/>
                  </a:lnTo>
                  <a:lnTo>
                    <a:pt x="333617" y="151570"/>
                  </a:lnTo>
                  <a:lnTo>
                    <a:pt x="167165" y="167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6451" cy="167167"/>
            </a:xfrm>
            <a:custGeom>
              <a:avLst/>
              <a:pathLst>
                <a:path w="166451" h="167167">
                  <a:moveTo>
                    <a:pt x="166451" y="151716"/>
                  </a:moveTo>
                  <a:lnTo>
                    <a:pt x="165869" y="146376"/>
                  </a:lnTo>
                  <a:lnTo>
                    <a:pt x="165115" y="141057"/>
                  </a:lnTo>
                  <a:lnTo>
                    <a:pt x="164191" y="135765"/>
                  </a:lnTo>
                  <a:lnTo>
                    <a:pt x="163097" y="130506"/>
                  </a:lnTo>
                  <a:lnTo>
                    <a:pt x="161835" y="125285"/>
                  </a:lnTo>
                  <a:lnTo>
                    <a:pt x="160406" y="120106"/>
                  </a:lnTo>
                  <a:lnTo>
                    <a:pt x="158811" y="114977"/>
                  </a:lnTo>
                  <a:lnTo>
                    <a:pt x="157052" y="109901"/>
                  </a:lnTo>
                  <a:lnTo>
                    <a:pt x="155131" y="104885"/>
                  </a:lnTo>
                  <a:lnTo>
                    <a:pt x="153050" y="99932"/>
                  </a:lnTo>
                  <a:lnTo>
                    <a:pt x="150811" y="95050"/>
                  </a:lnTo>
                  <a:lnTo>
                    <a:pt x="148416" y="90241"/>
                  </a:lnTo>
                  <a:lnTo>
                    <a:pt x="145868" y="85512"/>
                  </a:lnTo>
                  <a:lnTo>
                    <a:pt x="143169" y="80868"/>
                  </a:lnTo>
                  <a:lnTo>
                    <a:pt x="140322" y="76312"/>
                  </a:lnTo>
                  <a:lnTo>
                    <a:pt x="137330" y="71851"/>
                  </a:lnTo>
                  <a:lnTo>
                    <a:pt x="134197" y="67487"/>
                  </a:lnTo>
                  <a:lnTo>
                    <a:pt x="130925" y="63227"/>
                  </a:lnTo>
                  <a:lnTo>
                    <a:pt x="127518" y="59074"/>
                  </a:lnTo>
                  <a:lnTo>
                    <a:pt x="123979" y="55033"/>
                  </a:lnTo>
                  <a:lnTo>
                    <a:pt x="120312" y="51107"/>
                  </a:lnTo>
                  <a:lnTo>
                    <a:pt x="116521" y="47302"/>
                  </a:lnTo>
                  <a:lnTo>
                    <a:pt x="112609" y="43620"/>
                  </a:lnTo>
                  <a:lnTo>
                    <a:pt x="108582" y="40065"/>
                  </a:lnTo>
                  <a:lnTo>
                    <a:pt x="104442" y="36642"/>
                  </a:lnTo>
                  <a:lnTo>
                    <a:pt x="100194" y="33354"/>
                  </a:lnTo>
                  <a:lnTo>
                    <a:pt x="95843" y="30204"/>
                  </a:lnTo>
                  <a:lnTo>
                    <a:pt x="91393" y="27195"/>
                  </a:lnTo>
                  <a:lnTo>
                    <a:pt x="86848" y="24331"/>
                  </a:lnTo>
                  <a:lnTo>
                    <a:pt x="82214" y="21614"/>
                  </a:lnTo>
                  <a:lnTo>
                    <a:pt x="77495" y="19047"/>
                  </a:lnTo>
                  <a:lnTo>
                    <a:pt x="72696" y="16634"/>
                  </a:lnTo>
                  <a:lnTo>
                    <a:pt x="67822" y="14376"/>
                  </a:lnTo>
                  <a:lnTo>
                    <a:pt x="62878" y="12276"/>
                  </a:lnTo>
                  <a:lnTo>
                    <a:pt x="57869" y="10335"/>
                  </a:lnTo>
                  <a:lnTo>
                    <a:pt x="52800" y="8557"/>
                  </a:lnTo>
                  <a:lnTo>
                    <a:pt x="47676" y="6943"/>
                  </a:lnTo>
                  <a:lnTo>
                    <a:pt x="42504" y="5493"/>
                  </a:lnTo>
                  <a:lnTo>
                    <a:pt x="37287" y="4211"/>
                  </a:lnTo>
                  <a:lnTo>
                    <a:pt x="32032" y="3097"/>
                  </a:lnTo>
                  <a:lnTo>
                    <a:pt x="26744" y="2153"/>
                  </a:lnTo>
                  <a:lnTo>
                    <a:pt x="21428" y="1379"/>
                  </a:lnTo>
                  <a:lnTo>
                    <a:pt x="16091" y="776"/>
                  </a:lnTo>
                  <a:lnTo>
                    <a:pt x="10736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129" y="1681503"/>
              <a:ext cx="8105" cy="167167"/>
            </a:xfrm>
            <a:custGeom>
              <a:avLst/>
              <a:pathLst>
                <a:path w="8105" h="167167">
                  <a:moveTo>
                    <a:pt x="8105" y="0"/>
                  </a:moveTo>
                  <a:lnTo>
                    <a:pt x="0" y="196"/>
                  </a:lnTo>
                  <a:lnTo>
                    <a:pt x="810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129" y="1681699"/>
              <a:ext cx="8105" cy="166970"/>
            </a:xfrm>
            <a:custGeom>
              <a:avLst/>
              <a:pathLst>
                <a:path w="8105" h="166970">
                  <a:moveTo>
                    <a:pt x="0" y="0"/>
                  </a:moveTo>
                  <a:lnTo>
                    <a:pt x="8105" y="1669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9" y="1681699"/>
              <a:ext cx="334315" cy="334134"/>
            </a:xfrm>
            <a:custGeom>
              <a:avLst/>
              <a:pathLst>
                <a:path w="334315" h="334134">
                  <a:moveTo>
                    <a:pt x="159060" y="0"/>
                  </a:moveTo>
                  <a:lnTo>
                    <a:pt x="153784" y="339"/>
                  </a:lnTo>
                  <a:lnTo>
                    <a:pt x="148521" y="846"/>
                  </a:lnTo>
                  <a:lnTo>
                    <a:pt x="143277" y="1519"/>
                  </a:lnTo>
                  <a:lnTo>
                    <a:pt x="138057" y="2357"/>
                  </a:lnTo>
                  <a:lnTo>
                    <a:pt x="132866" y="3360"/>
                  </a:lnTo>
                  <a:lnTo>
                    <a:pt x="127709" y="4526"/>
                  </a:lnTo>
                  <a:lnTo>
                    <a:pt x="122592" y="5855"/>
                  </a:lnTo>
                  <a:lnTo>
                    <a:pt x="117519" y="7345"/>
                  </a:lnTo>
                  <a:lnTo>
                    <a:pt x="112496" y="8995"/>
                  </a:lnTo>
                  <a:lnTo>
                    <a:pt x="107528" y="10803"/>
                  </a:lnTo>
                  <a:lnTo>
                    <a:pt x="102619" y="12767"/>
                  </a:lnTo>
                  <a:lnTo>
                    <a:pt x="97775" y="14885"/>
                  </a:lnTo>
                  <a:lnTo>
                    <a:pt x="93001" y="17155"/>
                  </a:lnTo>
                  <a:lnTo>
                    <a:pt x="88300" y="19576"/>
                  </a:lnTo>
                  <a:lnTo>
                    <a:pt x="83678" y="22143"/>
                  </a:lnTo>
                  <a:lnTo>
                    <a:pt x="79140" y="24856"/>
                  </a:lnTo>
                  <a:lnTo>
                    <a:pt x="74690" y="27711"/>
                  </a:lnTo>
                  <a:lnTo>
                    <a:pt x="70333" y="30705"/>
                  </a:lnTo>
                  <a:lnTo>
                    <a:pt x="66072" y="33835"/>
                  </a:lnTo>
                  <a:lnTo>
                    <a:pt x="61912" y="37098"/>
                  </a:lnTo>
                  <a:lnTo>
                    <a:pt x="57858" y="40492"/>
                  </a:lnTo>
                  <a:lnTo>
                    <a:pt x="53913" y="44012"/>
                  </a:lnTo>
                  <a:lnTo>
                    <a:pt x="50081" y="47654"/>
                  </a:lnTo>
                  <a:lnTo>
                    <a:pt x="46367" y="51417"/>
                  </a:lnTo>
                  <a:lnTo>
                    <a:pt x="42773" y="55294"/>
                  </a:lnTo>
                  <a:lnTo>
                    <a:pt x="39304" y="59284"/>
                  </a:lnTo>
                  <a:lnTo>
                    <a:pt x="35962" y="63381"/>
                  </a:lnTo>
                  <a:lnTo>
                    <a:pt x="32752" y="67582"/>
                  </a:lnTo>
                  <a:lnTo>
                    <a:pt x="29676" y="71882"/>
                  </a:lnTo>
                  <a:lnTo>
                    <a:pt x="26738" y="76278"/>
                  </a:lnTo>
                  <a:lnTo>
                    <a:pt x="23941" y="80764"/>
                  </a:lnTo>
                  <a:lnTo>
                    <a:pt x="21286" y="85336"/>
                  </a:lnTo>
                  <a:lnTo>
                    <a:pt x="18778" y="89990"/>
                  </a:lnTo>
                  <a:lnTo>
                    <a:pt x="16417" y="94721"/>
                  </a:lnTo>
                  <a:lnTo>
                    <a:pt x="14208" y="99524"/>
                  </a:lnTo>
                  <a:lnTo>
                    <a:pt x="12152" y="104395"/>
                  </a:lnTo>
                  <a:lnTo>
                    <a:pt x="10250" y="109328"/>
                  </a:lnTo>
                  <a:lnTo>
                    <a:pt x="8506" y="114319"/>
                  </a:lnTo>
                  <a:lnTo>
                    <a:pt x="6920" y="119363"/>
                  </a:lnTo>
                  <a:lnTo>
                    <a:pt x="5495" y="124454"/>
                  </a:lnTo>
                  <a:lnTo>
                    <a:pt x="4231" y="129588"/>
                  </a:lnTo>
                  <a:lnTo>
                    <a:pt x="3131" y="134759"/>
                  </a:lnTo>
                  <a:lnTo>
                    <a:pt x="2194" y="139962"/>
                  </a:lnTo>
                  <a:lnTo>
                    <a:pt x="1423" y="145193"/>
                  </a:lnTo>
                  <a:lnTo>
                    <a:pt x="817" y="150445"/>
                  </a:lnTo>
                  <a:lnTo>
                    <a:pt x="377" y="155714"/>
                  </a:lnTo>
                  <a:lnTo>
                    <a:pt x="105" y="160994"/>
                  </a:lnTo>
                  <a:lnTo>
                    <a:pt x="0" y="166280"/>
                  </a:lnTo>
                  <a:lnTo>
                    <a:pt x="61" y="171566"/>
                  </a:lnTo>
                  <a:lnTo>
                    <a:pt x="290" y="176848"/>
                  </a:lnTo>
                  <a:lnTo>
                    <a:pt x="686" y="182121"/>
                  </a:lnTo>
                  <a:lnTo>
                    <a:pt x="1248" y="187378"/>
                  </a:lnTo>
                  <a:lnTo>
                    <a:pt x="1977" y="192614"/>
                  </a:lnTo>
                  <a:lnTo>
                    <a:pt x="2870" y="197825"/>
                  </a:lnTo>
                  <a:lnTo>
                    <a:pt x="3928" y="203005"/>
                  </a:lnTo>
                  <a:lnTo>
                    <a:pt x="5149" y="208149"/>
                  </a:lnTo>
                  <a:lnTo>
                    <a:pt x="6533" y="213252"/>
                  </a:lnTo>
                  <a:lnTo>
                    <a:pt x="8076" y="218309"/>
                  </a:lnTo>
                  <a:lnTo>
                    <a:pt x="9779" y="223314"/>
                  </a:lnTo>
                  <a:lnTo>
                    <a:pt x="11640" y="228263"/>
                  </a:lnTo>
                  <a:lnTo>
                    <a:pt x="13656" y="233150"/>
                  </a:lnTo>
                  <a:lnTo>
                    <a:pt x="15826" y="237972"/>
                  </a:lnTo>
                  <a:lnTo>
                    <a:pt x="18147" y="242722"/>
                  </a:lnTo>
                  <a:lnTo>
                    <a:pt x="20617" y="247396"/>
                  </a:lnTo>
                  <a:lnTo>
                    <a:pt x="23233" y="251990"/>
                  </a:lnTo>
                  <a:lnTo>
                    <a:pt x="25994" y="256500"/>
                  </a:lnTo>
                  <a:lnTo>
                    <a:pt x="28896" y="260919"/>
                  </a:lnTo>
                  <a:lnTo>
                    <a:pt x="31936" y="265245"/>
                  </a:lnTo>
                  <a:lnTo>
                    <a:pt x="35111" y="269472"/>
                  </a:lnTo>
                  <a:lnTo>
                    <a:pt x="38418" y="273597"/>
                  </a:lnTo>
                  <a:lnTo>
                    <a:pt x="41855" y="277615"/>
                  </a:lnTo>
                  <a:lnTo>
                    <a:pt x="45416" y="281522"/>
                  </a:lnTo>
                  <a:lnTo>
                    <a:pt x="49100" y="285315"/>
                  </a:lnTo>
                  <a:lnTo>
                    <a:pt x="52901" y="288989"/>
                  </a:lnTo>
                  <a:lnTo>
                    <a:pt x="56817" y="292541"/>
                  </a:lnTo>
                  <a:lnTo>
                    <a:pt x="60843" y="295968"/>
                  </a:lnTo>
                  <a:lnTo>
                    <a:pt x="64975" y="299266"/>
                  </a:lnTo>
                  <a:lnTo>
                    <a:pt x="69210" y="302431"/>
                  </a:lnTo>
                  <a:lnTo>
                    <a:pt x="73543" y="305461"/>
                  </a:lnTo>
                  <a:lnTo>
                    <a:pt x="77969" y="308353"/>
                  </a:lnTo>
                  <a:lnTo>
                    <a:pt x="82485" y="311103"/>
                  </a:lnTo>
                  <a:lnTo>
                    <a:pt x="87085" y="313708"/>
                  </a:lnTo>
                  <a:lnTo>
                    <a:pt x="91765" y="316167"/>
                  </a:lnTo>
                  <a:lnTo>
                    <a:pt x="96521" y="318477"/>
                  </a:lnTo>
                  <a:lnTo>
                    <a:pt x="101347" y="320635"/>
                  </a:lnTo>
                  <a:lnTo>
                    <a:pt x="106240" y="322640"/>
                  </a:lnTo>
                  <a:lnTo>
                    <a:pt x="111193" y="324489"/>
                  </a:lnTo>
                  <a:lnTo>
                    <a:pt x="116202" y="326180"/>
                  </a:lnTo>
                  <a:lnTo>
                    <a:pt x="121262" y="327712"/>
                  </a:lnTo>
                  <a:lnTo>
                    <a:pt x="126368" y="329083"/>
                  </a:lnTo>
                  <a:lnTo>
                    <a:pt x="131515" y="330292"/>
                  </a:lnTo>
                  <a:lnTo>
                    <a:pt x="136698" y="331338"/>
                  </a:lnTo>
                  <a:lnTo>
                    <a:pt x="141911" y="332219"/>
                  </a:lnTo>
                  <a:lnTo>
                    <a:pt x="147149" y="332935"/>
                  </a:lnTo>
                  <a:lnTo>
                    <a:pt x="152408" y="333485"/>
                  </a:lnTo>
                  <a:lnTo>
                    <a:pt x="157681" y="333868"/>
                  </a:lnTo>
                  <a:lnTo>
                    <a:pt x="162963" y="334085"/>
                  </a:lnTo>
                  <a:lnTo>
                    <a:pt x="168250" y="334134"/>
                  </a:lnTo>
                  <a:lnTo>
                    <a:pt x="173536" y="334016"/>
                  </a:lnTo>
                  <a:lnTo>
                    <a:pt x="178815" y="333731"/>
                  </a:lnTo>
                  <a:lnTo>
                    <a:pt x="184083" y="333280"/>
                  </a:lnTo>
                  <a:lnTo>
                    <a:pt x="189333" y="332661"/>
                  </a:lnTo>
                  <a:lnTo>
                    <a:pt x="194562" y="331878"/>
                  </a:lnTo>
                  <a:lnTo>
                    <a:pt x="199763" y="330929"/>
                  </a:lnTo>
                  <a:lnTo>
                    <a:pt x="204932" y="329816"/>
                  </a:lnTo>
                  <a:lnTo>
                    <a:pt x="210062" y="328540"/>
                  </a:lnTo>
                  <a:lnTo>
                    <a:pt x="215150" y="327103"/>
                  </a:lnTo>
                  <a:lnTo>
                    <a:pt x="220190" y="325505"/>
                  </a:lnTo>
                  <a:lnTo>
                    <a:pt x="225177" y="323749"/>
                  </a:lnTo>
                  <a:lnTo>
                    <a:pt x="230106" y="321836"/>
                  </a:lnTo>
                  <a:lnTo>
                    <a:pt x="234972" y="319768"/>
                  </a:lnTo>
                  <a:lnTo>
                    <a:pt x="239770" y="317548"/>
                  </a:lnTo>
                  <a:lnTo>
                    <a:pt x="244495" y="315177"/>
                  </a:lnTo>
                  <a:lnTo>
                    <a:pt x="249143" y="312657"/>
                  </a:lnTo>
                  <a:lnTo>
                    <a:pt x="253709" y="309992"/>
                  </a:lnTo>
                  <a:lnTo>
                    <a:pt x="258189" y="307183"/>
                  </a:lnTo>
                  <a:lnTo>
                    <a:pt x="262577" y="304235"/>
                  </a:lnTo>
                  <a:lnTo>
                    <a:pt x="266870" y="301149"/>
                  </a:lnTo>
                  <a:lnTo>
                    <a:pt x="271063" y="297929"/>
                  </a:lnTo>
                  <a:lnTo>
                    <a:pt x="275153" y="294578"/>
                  </a:lnTo>
                  <a:lnTo>
                    <a:pt x="279134" y="291099"/>
                  </a:lnTo>
                  <a:lnTo>
                    <a:pt x="283003" y="287496"/>
                  </a:lnTo>
                  <a:lnTo>
                    <a:pt x="286757" y="283773"/>
                  </a:lnTo>
                  <a:lnTo>
                    <a:pt x="290391" y="279933"/>
                  </a:lnTo>
                  <a:lnTo>
                    <a:pt x="293901" y="275979"/>
                  </a:lnTo>
                  <a:lnTo>
                    <a:pt x="297285" y="271917"/>
                  </a:lnTo>
                  <a:lnTo>
                    <a:pt x="300539" y="267750"/>
                  </a:lnTo>
                  <a:lnTo>
                    <a:pt x="303659" y="263482"/>
                  </a:lnTo>
                  <a:lnTo>
                    <a:pt x="306643" y="259117"/>
                  </a:lnTo>
                  <a:lnTo>
                    <a:pt x="309487" y="254660"/>
                  </a:lnTo>
                  <a:lnTo>
                    <a:pt x="312189" y="250116"/>
                  </a:lnTo>
                  <a:lnTo>
                    <a:pt x="314746" y="245488"/>
                  </a:lnTo>
                  <a:lnTo>
                    <a:pt x="317155" y="240782"/>
                  </a:lnTo>
                  <a:lnTo>
                    <a:pt x="319414" y="236002"/>
                  </a:lnTo>
                  <a:lnTo>
                    <a:pt x="321521" y="231153"/>
                  </a:lnTo>
                  <a:lnTo>
                    <a:pt x="323473" y="226240"/>
                  </a:lnTo>
                  <a:lnTo>
                    <a:pt x="325269" y="221267"/>
                  </a:lnTo>
                  <a:lnTo>
                    <a:pt x="326907" y="216240"/>
                  </a:lnTo>
                  <a:lnTo>
                    <a:pt x="328385" y="211164"/>
                  </a:lnTo>
                  <a:lnTo>
                    <a:pt x="329702" y="206044"/>
                  </a:lnTo>
                  <a:lnTo>
                    <a:pt x="330857" y="200884"/>
                  </a:lnTo>
                  <a:lnTo>
                    <a:pt x="331847" y="195691"/>
                  </a:lnTo>
                  <a:lnTo>
                    <a:pt x="332673" y="190469"/>
                  </a:lnTo>
                  <a:lnTo>
                    <a:pt x="333333" y="185223"/>
                  </a:lnTo>
                  <a:lnTo>
                    <a:pt x="333828" y="179959"/>
                  </a:lnTo>
                  <a:lnTo>
                    <a:pt x="334155" y="174683"/>
                  </a:lnTo>
                  <a:lnTo>
                    <a:pt x="334315" y="169398"/>
                  </a:lnTo>
                  <a:lnTo>
                    <a:pt x="334309" y="164111"/>
                  </a:lnTo>
                  <a:lnTo>
                    <a:pt x="334134" y="158827"/>
                  </a:lnTo>
                  <a:lnTo>
                    <a:pt x="333793" y="153551"/>
                  </a:lnTo>
                  <a:lnTo>
                    <a:pt x="333286" y="148288"/>
                  </a:lnTo>
                  <a:lnTo>
                    <a:pt x="332612" y="143044"/>
                  </a:lnTo>
                  <a:lnTo>
                    <a:pt x="331773" y="137824"/>
                  </a:lnTo>
                  <a:lnTo>
                    <a:pt x="330769" y="132634"/>
                  </a:lnTo>
                  <a:lnTo>
                    <a:pt x="329601" y="127477"/>
                  </a:lnTo>
                  <a:lnTo>
                    <a:pt x="328271" y="122360"/>
                  </a:lnTo>
                  <a:lnTo>
                    <a:pt x="326779" y="117288"/>
                  </a:lnTo>
                  <a:lnTo>
                    <a:pt x="325129" y="112265"/>
                  </a:lnTo>
                  <a:lnTo>
                    <a:pt x="323320" y="107297"/>
                  </a:lnTo>
                  <a:lnTo>
                    <a:pt x="321354" y="102389"/>
                  </a:lnTo>
                  <a:lnTo>
                    <a:pt x="319235" y="97546"/>
                  </a:lnTo>
                  <a:lnTo>
                    <a:pt x="316964" y="92771"/>
                  </a:lnTo>
                  <a:lnTo>
                    <a:pt x="314542" y="88071"/>
                  </a:lnTo>
                  <a:lnTo>
                    <a:pt x="311974" y="83450"/>
                  </a:lnTo>
                  <a:lnTo>
                    <a:pt x="309260" y="78913"/>
                  </a:lnTo>
                  <a:lnTo>
                    <a:pt x="306404" y="74463"/>
                  </a:lnTo>
                  <a:lnTo>
                    <a:pt x="303409" y="70107"/>
                  </a:lnTo>
                  <a:lnTo>
                    <a:pt x="300278" y="65847"/>
                  </a:lnTo>
                  <a:lnTo>
                    <a:pt x="297014" y="61688"/>
                  </a:lnTo>
                  <a:lnTo>
                    <a:pt x="293619" y="57634"/>
                  </a:lnTo>
                  <a:lnTo>
                    <a:pt x="290099" y="53690"/>
                  </a:lnTo>
                  <a:lnTo>
                    <a:pt x="286455" y="49859"/>
                  </a:lnTo>
                  <a:lnTo>
                    <a:pt x="282692" y="46145"/>
                  </a:lnTo>
                  <a:lnTo>
                    <a:pt x="278813" y="42553"/>
                  </a:lnTo>
                  <a:lnTo>
                    <a:pt x="274823" y="39084"/>
                  </a:lnTo>
                  <a:lnTo>
                    <a:pt x="270725" y="35744"/>
                  </a:lnTo>
                  <a:lnTo>
                    <a:pt x="266523" y="32534"/>
                  </a:lnTo>
                  <a:lnTo>
                    <a:pt x="262222" y="29460"/>
                  </a:lnTo>
                  <a:lnTo>
                    <a:pt x="257826" y="26523"/>
                  </a:lnTo>
                  <a:lnTo>
                    <a:pt x="253340" y="23726"/>
                  </a:lnTo>
                  <a:lnTo>
                    <a:pt x="248767" y="21072"/>
                  </a:lnTo>
                  <a:lnTo>
                    <a:pt x="244112" y="18565"/>
                  </a:lnTo>
                  <a:lnTo>
                    <a:pt x="239381" y="16206"/>
                  </a:lnTo>
                  <a:lnTo>
                    <a:pt x="234577" y="13998"/>
                  </a:lnTo>
                  <a:lnTo>
                    <a:pt x="167166" y="1669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67411" cy="167167"/>
            </a:xfrm>
            <a:custGeom>
              <a:avLst/>
              <a:pathLst>
                <a:path w="67411" h="167167">
                  <a:moveTo>
                    <a:pt x="67411" y="14194"/>
                  </a:moveTo>
                  <a:lnTo>
                    <a:pt x="62080" y="11954"/>
                  </a:lnTo>
                  <a:lnTo>
                    <a:pt x="56676" y="9900"/>
                  </a:lnTo>
                  <a:lnTo>
                    <a:pt x="51203" y="8034"/>
                  </a:lnTo>
                  <a:lnTo>
                    <a:pt x="45669" y="6359"/>
                  </a:lnTo>
                  <a:lnTo>
                    <a:pt x="40081" y="4876"/>
                  </a:lnTo>
                  <a:lnTo>
                    <a:pt x="34444" y="3587"/>
                  </a:lnTo>
                  <a:lnTo>
                    <a:pt x="28767" y="2493"/>
                  </a:lnTo>
                  <a:lnTo>
                    <a:pt x="23055" y="1597"/>
                  </a:lnTo>
                  <a:lnTo>
                    <a:pt x="17315" y="899"/>
                  </a:lnTo>
                  <a:lnTo>
                    <a:pt x="11555" y="399"/>
                  </a:lnTo>
                  <a:lnTo>
                    <a:pt x="578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28595"/>
            </a:xfrm>
            <a:custGeom>
              <a:avLst/>
              <a:pathLst>
                <a:path w="167166" h="328595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49" y="769"/>
                  </a:lnTo>
                  <a:lnTo>
                    <a:pt x="145836" y="1366"/>
                  </a:lnTo>
                  <a:lnTo>
                    <a:pt x="140544" y="2133"/>
                  </a:lnTo>
                  <a:lnTo>
                    <a:pt x="135280" y="3069"/>
                  </a:lnTo>
                  <a:lnTo>
                    <a:pt x="130048" y="4172"/>
                  </a:lnTo>
                  <a:lnTo>
                    <a:pt x="124854" y="5443"/>
                  </a:lnTo>
                  <a:lnTo>
                    <a:pt x="119704" y="6879"/>
                  </a:lnTo>
                  <a:lnTo>
                    <a:pt x="114602" y="8479"/>
                  </a:lnTo>
                  <a:lnTo>
                    <a:pt x="109554" y="10241"/>
                  </a:lnTo>
                  <a:lnTo>
                    <a:pt x="104565" y="12164"/>
                  </a:lnTo>
                  <a:lnTo>
                    <a:pt x="99639" y="14245"/>
                  </a:lnTo>
                  <a:lnTo>
                    <a:pt x="94783" y="16483"/>
                  </a:lnTo>
                  <a:lnTo>
                    <a:pt x="90001" y="18875"/>
                  </a:lnTo>
                  <a:lnTo>
                    <a:pt x="85298" y="21418"/>
                  </a:lnTo>
                  <a:lnTo>
                    <a:pt x="80679" y="24111"/>
                  </a:lnTo>
                  <a:lnTo>
                    <a:pt x="76148" y="26950"/>
                  </a:lnTo>
                  <a:lnTo>
                    <a:pt x="71710" y="29933"/>
                  </a:lnTo>
                  <a:lnTo>
                    <a:pt x="67370" y="33056"/>
                  </a:lnTo>
                  <a:lnTo>
                    <a:pt x="63132" y="36316"/>
                  </a:lnTo>
                  <a:lnTo>
                    <a:pt x="59001" y="39710"/>
                  </a:lnTo>
                  <a:lnTo>
                    <a:pt x="54980" y="43235"/>
                  </a:lnTo>
                  <a:lnTo>
                    <a:pt x="51074" y="46886"/>
                  </a:lnTo>
                  <a:lnTo>
                    <a:pt x="47286" y="50660"/>
                  </a:lnTo>
                  <a:lnTo>
                    <a:pt x="43622" y="54554"/>
                  </a:lnTo>
                  <a:lnTo>
                    <a:pt x="40083" y="58562"/>
                  </a:lnTo>
                  <a:lnTo>
                    <a:pt x="36675" y="62682"/>
                  </a:lnTo>
                  <a:lnTo>
                    <a:pt x="33400" y="66909"/>
                  </a:lnTo>
                  <a:lnTo>
                    <a:pt x="30262" y="71238"/>
                  </a:lnTo>
                  <a:lnTo>
                    <a:pt x="27264" y="75666"/>
                  </a:lnTo>
                  <a:lnTo>
                    <a:pt x="24410" y="80187"/>
                  </a:lnTo>
                  <a:lnTo>
                    <a:pt x="21701" y="84797"/>
                  </a:lnTo>
                  <a:lnTo>
                    <a:pt x="19141" y="89491"/>
                  </a:lnTo>
                  <a:lnTo>
                    <a:pt x="16733" y="94265"/>
                  </a:lnTo>
                  <a:lnTo>
                    <a:pt x="14478" y="99113"/>
                  </a:lnTo>
                  <a:lnTo>
                    <a:pt x="12380" y="104031"/>
                  </a:lnTo>
                  <a:lnTo>
                    <a:pt x="10440" y="109013"/>
                  </a:lnTo>
                  <a:lnTo>
                    <a:pt x="8660" y="114055"/>
                  </a:lnTo>
                  <a:lnTo>
                    <a:pt x="7043" y="119152"/>
                  </a:lnTo>
                  <a:lnTo>
                    <a:pt x="5589" y="124297"/>
                  </a:lnTo>
                  <a:lnTo>
                    <a:pt x="4301" y="129487"/>
                  </a:lnTo>
                  <a:lnTo>
                    <a:pt x="3179" y="134715"/>
                  </a:lnTo>
                  <a:lnTo>
                    <a:pt x="2225" y="139976"/>
                  </a:lnTo>
                  <a:lnTo>
                    <a:pt x="1440" y="145265"/>
                  </a:lnTo>
                  <a:lnTo>
                    <a:pt x="824" y="150576"/>
                  </a:lnTo>
                  <a:lnTo>
                    <a:pt x="378" y="155904"/>
                  </a:lnTo>
                  <a:lnTo>
                    <a:pt x="103" y="161244"/>
                  </a:lnTo>
                  <a:lnTo>
                    <a:pt x="0" y="166590"/>
                  </a:lnTo>
                  <a:lnTo>
                    <a:pt x="67" y="171936"/>
                  </a:lnTo>
                  <a:lnTo>
                    <a:pt x="305" y="177278"/>
                  </a:lnTo>
                  <a:lnTo>
                    <a:pt x="713" y="182609"/>
                  </a:lnTo>
                  <a:lnTo>
                    <a:pt x="1292" y="187925"/>
                  </a:lnTo>
                  <a:lnTo>
                    <a:pt x="2041" y="193219"/>
                  </a:lnTo>
                  <a:lnTo>
                    <a:pt x="2959" y="198486"/>
                  </a:lnTo>
                  <a:lnTo>
                    <a:pt x="4044" y="203722"/>
                  </a:lnTo>
                  <a:lnTo>
                    <a:pt x="5297" y="208920"/>
                  </a:lnTo>
                  <a:lnTo>
                    <a:pt x="6715" y="214075"/>
                  </a:lnTo>
                  <a:lnTo>
                    <a:pt x="8297" y="219183"/>
                  </a:lnTo>
                  <a:lnTo>
                    <a:pt x="10042" y="224237"/>
                  </a:lnTo>
                  <a:lnTo>
                    <a:pt x="11947" y="229233"/>
                  </a:lnTo>
                  <a:lnTo>
                    <a:pt x="14012" y="234165"/>
                  </a:lnTo>
                  <a:lnTo>
                    <a:pt x="16233" y="239029"/>
                  </a:lnTo>
                  <a:lnTo>
                    <a:pt x="18608" y="243819"/>
                  </a:lnTo>
                  <a:lnTo>
                    <a:pt x="21136" y="248531"/>
                  </a:lnTo>
                  <a:lnTo>
                    <a:pt x="23813" y="253160"/>
                  </a:lnTo>
                  <a:lnTo>
                    <a:pt x="26636" y="257700"/>
                  </a:lnTo>
                  <a:lnTo>
                    <a:pt x="29603" y="262148"/>
                  </a:lnTo>
                  <a:lnTo>
                    <a:pt x="32711" y="266499"/>
                  </a:lnTo>
                  <a:lnTo>
                    <a:pt x="35957" y="270748"/>
                  </a:lnTo>
                  <a:lnTo>
                    <a:pt x="39337" y="274892"/>
                  </a:lnTo>
                  <a:lnTo>
                    <a:pt x="42847" y="278925"/>
                  </a:lnTo>
                  <a:lnTo>
                    <a:pt x="46485" y="282843"/>
                  </a:lnTo>
                  <a:lnTo>
                    <a:pt x="50246" y="286644"/>
                  </a:lnTo>
                  <a:lnTo>
                    <a:pt x="54127" y="290322"/>
                  </a:lnTo>
                  <a:lnTo>
                    <a:pt x="58123" y="293874"/>
                  </a:lnTo>
                  <a:lnTo>
                    <a:pt x="62231" y="297296"/>
                  </a:lnTo>
                  <a:lnTo>
                    <a:pt x="66447" y="300586"/>
                  </a:lnTo>
                  <a:lnTo>
                    <a:pt x="70765" y="303739"/>
                  </a:lnTo>
                  <a:lnTo>
                    <a:pt x="75182" y="306752"/>
                  </a:lnTo>
                  <a:lnTo>
                    <a:pt x="79693" y="309622"/>
                  </a:lnTo>
                  <a:lnTo>
                    <a:pt x="84294" y="312347"/>
                  </a:lnTo>
                  <a:lnTo>
                    <a:pt x="88979" y="314923"/>
                  </a:lnTo>
                  <a:lnTo>
                    <a:pt x="93745" y="317348"/>
                  </a:lnTo>
                  <a:lnTo>
                    <a:pt x="98585" y="319619"/>
                  </a:lnTo>
                  <a:lnTo>
                    <a:pt x="103496" y="321734"/>
                  </a:lnTo>
                  <a:lnTo>
                    <a:pt x="108472" y="323691"/>
                  </a:lnTo>
                  <a:lnTo>
                    <a:pt x="113508" y="325489"/>
                  </a:lnTo>
                  <a:lnTo>
                    <a:pt x="118598" y="327124"/>
                  </a:lnTo>
                  <a:lnTo>
                    <a:pt x="123739" y="32859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77611" y="1489739"/>
              <a:ext cx="43427" cy="161428"/>
            </a:xfrm>
            <a:custGeom>
              <a:avLst/>
              <a:pathLst>
                <a:path w="43427" h="161428">
                  <a:moveTo>
                    <a:pt x="0" y="161428"/>
                  </a:moveTo>
                  <a:lnTo>
                    <a:pt x="434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77611" y="1322635"/>
              <a:ext cx="210578" cy="334265"/>
            </a:xfrm>
            <a:custGeom>
              <a:avLst/>
              <a:pathLst>
                <a:path w="210578" h="334265">
                  <a:moveTo>
                    <a:pt x="0" y="328531"/>
                  </a:moveTo>
                  <a:lnTo>
                    <a:pt x="5163" y="329833"/>
                  </a:lnTo>
                  <a:lnTo>
                    <a:pt x="10366" y="330969"/>
                  </a:lnTo>
                  <a:lnTo>
                    <a:pt x="15602" y="331939"/>
                  </a:lnTo>
                  <a:lnTo>
                    <a:pt x="20866" y="332741"/>
                  </a:lnTo>
                  <a:lnTo>
                    <a:pt x="26153" y="333376"/>
                  </a:lnTo>
                  <a:lnTo>
                    <a:pt x="31458" y="333842"/>
                  </a:lnTo>
                  <a:lnTo>
                    <a:pt x="36775" y="334138"/>
                  </a:lnTo>
                  <a:lnTo>
                    <a:pt x="42098" y="334265"/>
                  </a:lnTo>
                  <a:lnTo>
                    <a:pt x="47423" y="334223"/>
                  </a:lnTo>
                  <a:lnTo>
                    <a:pt x="52744" y="334011"/>
                  </a:lnTo>
                  <a:lnTo>
                    <a:pt x="58055" y="333629"/>
                  </a:lnTo>
                  <a:lnTo>
                    <a:pt x="63352" y="333079"/>
                  </a:lnTo>
                  <a:lnTo>
                    <a:pt x="68628" y="332360"/>
                  </a:lnTo>
                  <a:lnTo>
                    <a:pt x="73879" y="331473"/>
                  </a:lnTo>
                  <a:lnTo>
                    <a:pt x="79099" y="330420"/>
                  </a:lnTo>
                  <a:lnTo>
                    <a:pt x="84283" y="329201"/>
                  </a:lnTo>
                  <a:lnTo>
                    <a:pt x="89425" y="327818"/>
                  </a:lnTo>
                  <a:lnTo>
                    <a:pt x="94520" y="326271"/>
                  </a:lnTo>
                  <a:lnTo>
                    <a:pt x="99564" y="324563"/>
                  </a:lnTo>
                  <a:lnTo>
                    <a:pt x="104551" y="322695"/>
                  </a:lnTo>
                  <a:lnTo>
                    <a:pt x="109476" y="320669"/>
                  </a:lnTo>
                  <a:lnTo>
                    <a:pt x="114333" y="318487"/>
                  </a:lnTo>
                  <a:lnTo>
                    <a:pt x="119119" y="316152"/>
                  </a:lnTo>
                  <a:lnTo>
                    <a:pt x="123828" y="313666"/>
                  </a:lnTo>
                  <a:lnTo>
                    <a:pt x="128455" y="311031"/>
                  </a:lnTo>
                  <a:lnTo>
                    <a:pt x="132996" y="308249"/>
                  </a:lnTo>
                  <a:lnTo>
                    <a:pt x="137447" y="305325"/>
                  </a:lnTo>
                  <a:lnTo>
                    <a:pt x="141801" y="302260"/>
                  </a:lnTo>
                  <a:lnTo>
                    <a:pt x="146056" y="299058"/>
                  </a:lnTo>
                  <a:lnTo>
                    <a:pt x="150207" y="295722"/>
                  </a:lnTo>
                  <a:lnTo>
                    <a:pt x="154250" y="292256"/>
                  </a:lnTo>
                  <a:lnTo>
                    <a:pt x="158180" y="288663"/>
                  </a:lnTo>
                  <a:lnTo>
                    <a:pt x="161993" y="284946"/>
                  </a:lnTo>
                  <a:lnTo>
                    <a:pt x="165686" y="281110"/>
                  </a:lnTo>
                  <a:lnTo>
                    <a:pt x="169256" y="277158"/>
                  </a:lnTo>
                  <a:lnTo>
                    <a:pt x="172697" y="273094"/>
                  </a:lnTo>
                  <a:lnTo>
                    <a:pt x="176007" y="268923"/>
                  </a:lnTo>
                  <a:lnTo>
                    <a:pt x="179183" y="264649"/>
                  </a:lnTo>
                  <a:lnTo>
                    <a:pt x="182221" y="260275"/>
                  </a:lnTo>
                  <a:lnTo>
                    <a:pt x="185118" y="255807"/>
                  </a:lnTo>
                  <a:lnTo>
                    <a:pt x="187872" y="251249"/>
                  </a:lnTo>
                  <a:lnTo>
                    <a:pt x="190479" y="246606"/>
                  </a:lnTo>
                  <a:lnTo>
                    <a:pt x="192936" y="241882"/>
                  </a:lnTo>
                  <a:lnTo>
                    <a:pt x="195242" y="237082"/>
                  </a:lnTo>
                  <a:lnTo>
                    <a:pt x="197394" y="232211"/>
                  </a:lnTo>
                  <a:lnTo>
                    <a:pt x="199390" y="227274"/>
                  </a:lnTo>
                  <a:lnTo>
                    <a:pt x="201227" y="222276"/>
                  </a:lnTo>
                  <a:lnTo>
                    <a:pt x="202904" y="217222"/>
                  </a:lnTo>
                  <a:lnTo>
                    <a:pt x="204420" y="212117"/>
                  </a:lnTo>
                  <a:lnTo>
                    <a:pt x="205772" y="206966"/>
                  </a:lnTo>
                  <a:lnTo>
                    <a:pt x="206959" y="201775"/>
                  </a:lnTo>
                  <a:lnTo>
                    <a:pt x="207980" y="196549"/>
                  </a:lnTo>
                  <a:lnTo>
                    <a:pt x="208835" y="191293"/>
                  </a:lnTo>
                  <a:lnTo>
                    <a:pt x="209521" y="186012"/>
                  </a:lnTo>
                  <a:lnTo>
                    <a:pt x="210039" y="180712"/>
                  </a:lnTo>
                  <a:lnTo>
                    <a:pt x="210388" y="175399"/>
                  </a:lnTo>
                  <a:lnTo>
                    <a:pt x="210568" y="170077"/>
                  </a:lnTo>
                  <a:lnTo>
                    <a:pt x="210578" y="164752"/>
                  </a:lnTo>
                  <a:lnTo>
                    <a:pt x="210418" y="159429"/>
                  </a:lnTo>
                  <a:lnTo>
                    <a:pt x="210089" y="154114"/>
                  </a:lnTo>
                  <a:lnTo>
                    <a:pt x="209590" y="148812"/>
                  </a:lnTo>
                  <a:lnTo>
                    <a:pt x="208924" y="143529"/>
                  </a:lnTo>
                  <a:lnTo>
                    <a:pt x="208089" y="138270"/>
                  </a:lnTo>
                  <a:lnTo>
                    <a:pt x="207087" y="133040"/>
                  </a:lnTo>
                  <a:lnTo>
                    <a:pt x="205919" y="127844"/>
                  </a:lnTo>
                  <a:lnTo>
                    <a:pt x="204586" y="122689"/>
                  </a:lnTo>
                  <a:lnTo>
                    <a:pt x="203090" y="117578"/>
                  </a:lnTo>
                  <a:lnTo>
                    <a:pt x="201431" y="112518"/>
                  </a:lnTo>
                  <a:lnTo>
                    <a:pt x="199612" y="107513"/>
                  </a:lnTo>
                  <a:lnTo>
                    <a:pt x="197635" y="102569"/>
                  </a:lnTo>
                  <a:lnTo>
                    <a:pt x="195502" y="97690"/>
                  </a:lnTo>
                  <a:lnTo>
                    <a:pt x="193213" y="92881"/>
                  </a:lnTo>
                  <a:lnTo>
                    <a:pt x="190773" y="88148"/>
                  </a:lnTo>
                  <a:lnTo>
                    <a:pt x="188184" y="83495"/>
                  </a:lnTo>
                  <a:lnTo>
                    <a:pt x="185447" y="78927"/>
                  </a:lnTo>
                  <a:lnTo>
                    <a:pt x="182567" y="74448"/>
                  </a:lnTo>
                  <a:lnTo>
                    <a:pt x="179545" y="70063"/>
                  </a:lnTo>
                  <a:lnTo>
                    <a:pt x="176385" y="65777"/>
                  </a:lnTo>
                  <a:lnTo>
                    <a:pt x="173091" y="61594"/>
                  </a:lnTo>
                  <a:lnTo>
                    <a:pt x="169664" y="57517"/>
                  </a:lnTo>
                  <a:lnTo>
                    <a:pt x="166110" y="53552"/>
                  </a:lnTo>
                  <a:lnTo>
                    <a:pt x="162431" y="49702"/>
                  </a:lnTo>
                  <a:lnTo>
                    <a:pt x="158631" y="45971"/>
                  </a:lnTo>
                  <a:lnTo>
                    <a:pt x="154715" y="42364"/>
                  </a:lnTo>
                  <a:lnTo>
                    <a:pt x="150685" y="38882"/>
                  </a:lnTo>
                  <a:lnTo>
                    <a:pt x="146547" y="35531"/>
                  </a:lnTo>
                  <a:lnTo>
                    <a:pt x="142304" y="32313"/>
                  </a:lnTo>
                  <a:lnTo>
                    <a:pt x="137960" y="29232"/>
                  </a:lnTo>
                  <a:lnTo>
                    <a:pt x="133521" y="26291"/>
                  </a:lnTo>
                  <a:lnTo>
                    <a:pt x="128990" y="23493"/>
                  </a:lnTo>
                  <a:lnTo>
                    <a:pt x="124373" y="20841"/>
                  </a:lnTo>
                  <a:lnTo>
                    <a:pt x="119673" y="18337"/>
                  </a:lnTo>
                  <a:lnTo>
                    <a:pt x="114896" y="15984"/>
                  </a:lnTo>
                  <a:lnTo>
                    <a:pt x="110047" y="13784"/>
                  </a:lnTo>
                  <a:lnTo>
                    <a:pt x="105130" y="11740"/>
                  </a:lnTo>
                  <a:lnTo>
                    <a:pt x="100150" y="9854"/>
                  </a:lnTo>
                  <a:lnTo>
                    <a:pt x="95112" y="8127"/>
                  </a:lnTo>
                  <a:lnTo>
                    <a:pt x="90023" y="6561"/>
                  </a:lnTo>
                  <a:lnTo>
                    <a:pt x="84886" y="5158"/>
                  </a:lnTo>
                  <a:lnTo>
                    <a:pt x="79707" y="3920"/>
                  </a:lnTo>
                  <a:lnTo>
                    <a:pt x="74491" y="2847"/>
                  </a:lnTo>
                  <a:lnTo>
                    <a:pt x="69243" y="1941"/>
                  </a:lnTo>
                  <a:lnTo>
                    <a:pt x="63970" y="1203"/>
                  </a:lnTo>
                  <a:lnTo>
                    <a:pt x="58675" y="633"/>
                  </a:lnTo>
                  <a:lnTo>
                    <a:pt x="53365" y="231"/>
                  </a:lnTo>
                  <a:lnTo>
                    <a:pt x="48045" y="0"/>
                  </a:lnTo>
                  <a:lnTo>
                    <a:pt x="4342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4618" cy="167167"/>
            </a:xfrm>
            <a:custGeom>
              <a:avLst/>
              <a:pathLst>
                <a:path w="4618" h="167167">
                  <a:moveTo>
                    <a:pt x="4618" y="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4" y="1071028"/>
              <a:ext cx="167164" cy="289899"/>
            </a:xfrm>
            <a:custGeom>
              <a:avLst/>
              <a:pathLst>
                <a:path w="167164" h="289899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3" y="2126"/>
                  </a:lnTo>
                  <a:lnTo>
                    <a:pt x="135327" y="3059"/>
                  </a:lnTo>
                  <a:lnTo>
                    <a:pt x="130103" y="4159"/>
                  </a:lnTo>
                  <a:lnTo>
                    <a:pt x="124917" y="5426"/>
                  </a:lnTo>
                  <a:lnTo>
                    <a:pt x="119774" y="6858"/>
                  </a:lnTo>
                  <a:lnTo>
                    <a:pt x="114679" y="8452"/>
                  </a:lnTo>
                  <a:lnTo>
                    <a:pt x="109638" y="10209"/>
                  </a:lnTo>
                  <a:lnTo>
                    <a:pt x="104655" y="12126"/>
                  </a:lnTo>
                  <a:lnTo>
                    <a:pt x="99736" y="14201"/>
                  </a:lnTo>
                  <a:lnTo>
                    <a:pt x="94886" y="16432"/>
                  </a:lnTo>
                  <a:lnTo>
                    <a:pt x="90110" y="18817"/>
                  </a:lnTo>
                  <a:lnTo>
                    <a:pt x="85412" y="21353"/>
                  </a:lnTo>
                  <a:lnTo>
                    <a:pt x="80798" y="24038"/>
                  </a:lnTo>
                  <a:lnTo>
                    <a:pt x="76272" y="26869"/>
                  </a:lnTo>
                  <a:lnTo>
                    <a:pt x="71838" y="29843"/>
                  </a:lnTo>
                  <a:lnTo>
                    <a:pt x="67502" y="32957"/>
                  </a:lnTo>
                  <a:lnTo>
                    <a:pt x="63267" y="36207"/>
                  </a:lnTo>
                  <a:lnTo>
                    <a:pt x="59138" y="39592"/>
                  </a:lnTo>
                  <a:lnTo>
                    <a:pt x="55120" y="43106"/>
                  </a:lnTo>
                  <a:lnTo>
                    <a:pt x="51216" y="46747"/>
                  </a:lnTo>
                  <a:lnTo>
                    <a:pt x="47430" y="50511"/>
                  </a:lnTo>
                  <a:lnTo>
                    <a:pt x="43766" y="54394"/>
                  </a:lnTo>
                  <a:lnTo>
                    <a:pt x="40228" y="58392"/>
                  </a:lnTo>
                  <a:lnTo>
                    <a:pt x="36819" y="62500"/>
                  </a:lnTo>
                  <a:lnTo>
                    <a:pt x="33543" y="66716"/>
                  </a:lnTo>
                  <a:lnTo>
                    <a:pt x="30404" y="71034"/>
                  </a:lnTo>
                  <a:lnTo>
                    <a:pt x="27404" y="75450"/>
                  </a:lnTo>
                  <a:lnTo>
                    <a:pt x="24547" y="79959"/>
                  </a:lnTo>
                  <a:lnTo>
                    <a:pt x="21835" y="84558"/>
                  </a:lnTo>
                  <a:lnTo>
                    <a:pt x="19271" y="89240"/>
                  </a:lnTo>
                  <a:lnTo>
                    <a:pt x="16858" y="94002"/>
                  </a:lnTo>
                  <a:lnTo>
                    <a:pt x="14598" y="98839"/>
                  </a:lnTo>
                  <a:lnTo>
                    <a:pt x="12494" y="103746"/>
                  </a:lnTo>
                  <a:lnTo>
                    <a:pt x="10548" y="108717"/>
                  </a:lnTo>
                  <a:lnTo>
                    <a:pt x="8762" y="113748"/>
                  </a:lnTo>
                  <a:lnTo>
                    <a:pt x="7137" y="118833"/>
                  </a:lnTo>
                  <a:lnTo>
                    <a:pt x="5675" y="123967"/>
                  </a:lnTo>
                  <a:lnTo>
                    <a:pt x="4378" y="129146"/>
                  </a:lnTo>
                  <a:lnTo>
                    <a:pt x="3247" y="134363"/>
                  </a:lnTo>
                  <a:lnTo>
                    <a:pt x="2283" y="139614"/>
                  </a:lnTo>
                  <a:lnTo>
                    <a:pt x="1487" y="144893"/>
                  </a:lnTo>
                  <a:lnTo>
                    <a:pt x="860" y="150195"/>
                  </a:lnTo>
                  <a:lnTo>
                    <a:pt x="403" y="155514"/>
                  </a:lnTo>
                  <a:lnTo>
                    <a:pt x="116" y="160845"/>
                  </a:lnTo>
                  <a:lnTo>
                    <a:pt x="0" y="166182"/>
                  </a:lnTo>
                  <a:lnTo>
                    <a:pt x="53" y="171520"/>
                  </a:lnTo>
                  <a:lnTo>
                    <a:pt x="278" y="176854"/>
                  </a:lnTo>
                  <a:lnTo>
                    <a:pt x="672" y="182178"/>
                  </a:lnTo>
                  <a:lnTo>
                    <a:pt x="1236" y="187487"/>
                  </a:lnTo>
                  <a:lnTo>
                    <a:pt x="1970" y="192775"/>
                  </a:lnTo>
                  <a:lnTo>
                    <a:pt x="2872" y="198036"/>
                  </a:lnTo>
                  <a:lnTo>
                    <a:pt x="3941" y="203267"/>
                  </a:lnTo>
                  <a:lnTo>
                    <a:pt x="5177" y="208460"/>
                  </a:lnTo>
                  <a:lnTo>
                    <a:pt x="6578" y="213612"/>
                  </a:lnTo>
                  <a:lnTo>
                    <a:pt x="8143" y="218716"/>
                  </a:lnTo>
                  <a:lnTo>
                    <a:pt x="9870" y="223767"/>
                  </a:lnTo>
                  <a:lnTo>
                    <a:pt x="11758" y="228761"/>
                  </a:lnTo>
                  <a:lnTo>
                    <a:pt x="13804" y="233692"/>
                  </a:lnTo>
                  <a:lnTo>
                    <a:pt x="16006" y="238555"/>
                  </a:lnTo>
                  <a:lnTo>
                    <a:pt x="18363" y="243345"/>
                  </a:lnTo>
                  <a:lnTo>
                    <a:pt x="20871" y="248058"/>
                  </a:lnTo>
                  <a:lnTo>
                    <a:pt x="23529" y="252688"/>
                  </a:lnTo>
                  <a:lnTo>
                    <a:pt x="26333" y="257231"/>
                  </a:lnTo>
                  <a:lnTo>
                    <a:pt x="29280" y="261682"/>
                  </a:lnTo>
                  <a:lnTo>
                    <a:pt x="32369" y="266036"/>
                  </a:lnTo>
                  <a:lnTo>
                    <a:pt x="35595" y="270290"/>
                  </a:lnTo>
                  <a:lnTo>
                    <a:pt x="38955" y="274439"/>
                  </a:lnTo>
                  <a:lnTo>
                    <a:pt x="42445" y="278478"/>
                  </a:lnTo>
                  <a:lnTo>
                    <a:pt x="46063" y="282404"/>
                  </a:lnTo>
                  <a:lnTo>
                    <a:pt x="49805" y="286212"/>
                  </a:lnTo>
                  <a:lnTo>
                    <a:pt x="53666" y="28989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1760" y="1238196"/>
              <a:ext cx="113498" cy="122731"/>
            </a:xfrm>
            <a:custGeom>
              <a:avLst/>
              <a:pathLst>
                <a:path w="113498" h="122731">
                  <a:moveTo>
                    <a:pt x="0" y="122731"/>
                  </a:moveTo>
                  <a:lnTo>
                    <a:pt x="1134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1760" y="1133419"/>
              <a:ext cx="280659" cy="271928"/>
            </a:xfrm>
            <a:custGeom>
              <a:avLst/>
              <a:pathLst>
                <a:path w="280659" h="271928">
                  <a:moveTo>
                    <a:pt x="0" y="227508"/>
                  </a:moveTo>
                  <a:lnTo>
                    <a:pt x="3966" y="231061"/>
                  </a:lnTo>
                  <a:lnTo>
                    <a:pt x="8044" y="234485"/>
                  </a:lnTo>
                  <a:lnTo>
                    <a:pt x="12229" y="237778"/>
                  </a:lnTo>
                  <a:lnTo>
                    <a:pt x="16517" y="240936"/>
                  </a:lnTo>
                  <a:lnTo>
                    <a:pt x="20903" y="243956"/>
                  </a:lnTo>
                  <a:lnTo>
                    <a:pt x="25383" y="246835"/>
                  </a:lnTo>
                  <a:lnTo>
                    <a:pt x="29952" y="249569"/>
                  </a:lnTo>
                  <a:lnTo>
                    <a:pt x="34607" y="252157"/>
                  </a:lnTo>
                  <a:lnTo>
                    <a:pt x="39341" y="254595"/>
                  </a:lnTo>
                  <a:lnTo>
                    <a:pt x="44151" y="256881"/>
                  </a:lnTo>
                  <a:lnTo>
                    <a:pt x="49031" y="259013"/>
                  </a:lnTo>
                  <a:lnTo>
                    <a:pt x="53976" y="260988"/>
                  </a:lnTo>
                  <a:lnTo>
                    <a:pt x="58982" y="262804"/>
                  </a:lnTo>
                  <a:lnTo>
                    <a:pt x="64043" y="264461"/>
                  </a:lnTo>
                  <a:lnTo>
                    <a:pt x="69154" y="265955"/>
                  </a:lnTo>
                  <a:lnTo>
                    <a:pt x="74310" y="267285"/>
                  </a:lnTo>
                  <a:lnTo>
                    <a:pt x="79506" y="268451"/>
                  </a:lnTo>
                  <a:lnTo>
                    <a:pt x="84737" y="269451"/>
                  </a:lnTo>
                  <a:lnTo>
                    <a:pt x="89997" y="270283"/>
                  </a:lnTo>
                  <a:lnTo>
                    <a:pt x="95280" y="270948"/>
                  </a:lnTo>
                  <a:lnTo>
                    <a:pt x="100582" y="271444"/>
                  </a:lnTo>
                  <a:lnTo>
                    <a:pt x="105897" y="271771"/>
                  </a:lnTo>
                  <a:lnTo>
                    <a:pt x="111220" y="271928"/>
                  </a:lnTo>
                  <a:lnTo>
                    <a:pt x="116545" y="271916"/>
                  </a:lnTo>
                  <a:lnTo>
                    <a:pt x="121867" y="271734"/>
                  </a:lnTo>
                  <a:lnTo>
                    <a:pt x="127181" y="271383"/>
                  </a:lnTo>
                  <a:lnTo>
                    <a:pt x="132481" y="270862"/>
                  </a:lnTo>
                  <a:lnTo>
                    <a:pt x="137761" y="270173"/>
                  </a:lnTo>
                  <a:lnTo>
                    <a:pt x="143017" y="269317"/>
                  </a:lnTo>
                  <a:lnTo>
                    <a:pt x="148243" y="268293"/>
                  </a:lnTo>
                  <a:lnTo>
                    <a:pt x="153433" y="267103"/>
                  </a:lnTo>
                  <a:lnTo>
                    <a:pt x="158583" y="265749"/>
                  </a:lnTo>
                  <a:lnTo>
                    <a:pt x="163688" y="264231"/>
                  </a:lnTo>
                  <a:lnTo>
                    <a:pt x="168741" y="262552"/>
                  </a:lnTo>
                  <a:lnTo>
                    <a:pt x="173739" y="260712"/>
                  </a:lnTo>
                  <a:lnTo>
                    <a:pt x="178675" y="258714"/>
                  </a:lnTo>
                  <a:lnTo>
                    <a:pt x="183545" y="256560"/>
                  </a:lnTo>
                  <a:lnTo>
                    <a:pt x="188344" y="254252"/>
                  </a:lnTo>
                  <a:lnTo>
                    <a:pt x="193067" y="251792"/>
                  </a:lnTo>
                  <a:lnTo>
                    <a:pt x="197709" y="249183"/>
                  </a:lnTo>
                  <a:lnTo>
                    <a:pt x="202266" y="246428"/>
                  </a:lnTo>
                  <a:lnTo>
                    <a:pt x="206733" y="243528"/>
                  </a:lnTo>
                  <a:lnTo>
                    <a:pt x="211105" y="240488"/>
                  </a:lnTo>
                  <a:lnTo>
                    <a:pt x="215378" y="237311"/>
                  </a:lnTo>
                  <a:lnTo>
                    <a:pt x="219548" y="233998"/>
                  </a:lnTo>
                  <a:lnTo>
                    <a:pt x="223610" y="230555"/>
                  </a:lnTo>
                  <a:lnTo>
                    <a:pt x="227560" y="226984"/>
                  </a:lnTo>
                  <a:lnTo>
                    <a:pt x="231395" y="223289"/>
                  </a:lnTo>
                  <a:lnTo>
                    <a:pt x="235110" y="219473"/>
                  </a:lnTo>
                  <a:lnTo>
                    <a:pt x="238701" y="215542"/>
                  </a:lnTo>
                  <a:lnTo>
                    <a:pt x="242166" y="211498"/>
                  </a:lnTo>
                  <a:lnTo>
                    <a:pt x="245500" y="207345"/>
                  </a:lnTo>
                  <a:lnTo>
                    <a:pt x="248700" y="203089"/>
                  </a:lnTo>
                  <a:lnTo>
                    <a:pt x="251763" y="198733"/>
                  </a:lnTo>
                  <a:lnTo>
                    <a:pt x="254685" y="194281"/>
                  </a:lnTo>
                  <a:lnTo>
                    <a:pt x="257464" y="189738"/>
                  </a:lnTo>
                  <a:lnTo>
                    <a:pt x="260097" y="185110"/>
                  </a:lnTo>
                  <a:lnTo>
                    <a:pt x="262582" y="180400"/>
                  </a:lnTo>
                  <a:lnTo>
                    <a:pt x="264915" y="175613"/>
                  </a:lnTo>
                  <a:lnTo>
                    <a:pt x="267094" y="170754"/>
                  </a:lnTo>
                  <a:lnTo>
                    <a:pt x="269118" y="165828"/>
                  </a:lnTo>
                  <a:lnTo>
                    <a:pt x="270983" y="160841"/>
                  </a:lnTo>
                  <a:lnTo>
                    <a:pt x="272689" y="155796"/>
                  </a:lnTo>
                  <a:lnTo>
                    <a:pt x="274234" y="150700"/>
                  </a:lnTo>
                  <a:lnTo>
                    <a:pt x="275615" y="145557"/>
                  </a:lnTo>
                  <a:lnTo>
                    <a:pt x="276831" y="140372"/>
                  </a:lnTo>
                  <a:lnTo>
                    <a:pt x="277882" y="135152"/>
                  </a:lnTo>
                  <a:lnTo>
                    <a:pt x="278766" y="129901"/>
                  </a:lnTo>
                  <a:lnTo>
                    <a:pt x="279483" y="124624"/>
                  </a:lnTo>
                  <a:lnTo>
                    <a:pt x="280031" y="119327"/>
                  </a:lnTo>
                  <a:lnTo>
                    <a:pt x="280410" y="114015"/>
                  </a:lnTo>
                  <a:lnTo>
                    <a:pt x="280619" y="108694"/>
                  </a:lnTo>
                  <a:lnTo>
                    <a:pt x="280659" y="103369"/>
                  </a:lnTo>
                  <a:lnTo>
                    <a:pt x="280530" y="98045"/>
                  </a:lnTo>
                  <a:lnTo>
                    <a:pt x="280231" y="92729"/>
                  </a:lnTo>
                  <a:lnTo>
                    <a:pt x="279762" y="87424"/>
                  </a:lnTo>
                  <a:lnTo>
                    <a:pt x="279125" y="82137"/>
                  </a:lnTo>
                  <a:lnTo>
                    <a:pt x="278320" y="76873"/>
                  </a:lnTo>
                  <a:lnTo>
                    <a:pt x="277348" y="71638"/>
                  </a:lnTo>
                  <a:lnTo>
                    <a:pt x="276209" y="66436"/>
                  </a:lnTo>
                  <a:lnTo>
                    <a:pt x="274905" y="61272"/>
                  </a:lnTo>
                  <a:lnTo>
                    <a:pt x="273438" y="56153"/>
                  </a:lnTo>
                  <a:lnTo>
                    <a:pt x="271808" y="51084"/>
                  </a:lnTo>
                  <a:lnTo>
                    <a:pt x="270017" y="46069"/>
                  </a:lnTo>
                  <a:lnTo>
                    <a:pt x="268068" y="41113"/>
                  </a:lnTo>
                  <a:lnTo>
                    <a:pt x="265962" y="36222"/>
                  </a:lnTo>
                  <a:lnTo>
                    <a:pt x="263701" y="31401"/>
                  </a:lnTo>
                  <a:lnTo>
                    <a:pt x="261288" y="26654"/>
                  </a:lnTo>
                  <a:lnTo>
                    <a:pt x="258724" y="21986"/>
                  </a:lnTo>
                  <a:lnTo>
                    <a:pt x="256014" y="17402"/>
                  </a:lnTo>
                  <a:lnTo>
                    <a:pt x="253159" y="12907"/>
                  </a:lnTo>
                  <a:lnTo>
                    <a:pt x="250162" y="8506"/>
                  </a:lnTo>
                  <a:lnTo>
                    <a:pt x="247026" y="4202"/>
                  </a:lnTo>
                  <a:lnTo>
                    <a:pt x="243755" y="0"/>
                  </a:lnTo>
                  <a:lnTo>
                    <a:pt x="113498" y="1047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0256" cy="167167"/>
            </a:xfrm>
            <a:custGeom>
              <a:avLst/>
              <a:pathLst>
                <a:path w="130256" h="167167">
                  <a:moveTo>
                    <a:pt x="130256" y="62390"/>
                  </a:moveTo>
                  <a:lnTo>
                    <a:pt x="126719" y="58139"/>
                  </a:lnTo>
                  <a:lnTo>
                    <a:pt x="123042" y="54006"/>
                  </a:lnTo>
                  <a:lnTo>
                    <a:pt x="119231" y="49997"/>
                  </a:lnTo>
                  <a:lnTo>
                    <a:pt x="115290" y="46117"/>
                  </a:lnTo>
                  <a:lnTo>
                    <a:pt x="111222" y="42369"/>
                  </a:lnTo>
                  <a:lnTo>
                    <a:pt x="107033" y="38758"/>
                  </a:lnTo>
                  <a:lnTo>
                    <a:pt x="102726" y="35287"/>
                  </a:lnTo>
                  <a:lnTo>
                    <a:pt x="98307" y="31961"/>
                  </a:lnTo>
                  <a:lnTo>
                    <a:pt x="93780" y="28783"/>
                  </a:lnTo>
                  <a:lnTo>
                    <a:pt x="89151" y="25756"/>
                  </a:lnTo>
                  <a:lnTo>
                    <a:pt x="84424" y="22884"/>
                  </a:lnTo>
                  <a:lnTo>
                    <a:pt x="79604" y="20170"/>
                  </a:lnTo>
                  <a:lnTo>
                    <a:pt x="74698" y="17617"/>
                  </a:lnTo>
                  <a:lnTo>
                    <a:pt x="69709" y="15228"/>
                  </a:lnTo>
                  <a:lnTo>
                    <a:pt x="64645" y="13005"/>
                  </a:lnTo>
                  <a:lnTo>
                    <a:pt x="59509" y="10951"/>
                  </a:lnTo>
                  <a:lnTo>
                    <a:pt x="54309" y="9067"/>
                  </a:lnTo>
                  <a:lnTo>
                    <a:pt x="49049" y="7357"/>
                  </a:lnTo>
                  <a:lnTo>
                    <a:pt x="43735" y="5822"/>
                  </a:lnTo>
                  <a:lnTo>
                    <a:pt x="38373" y="4464"/>
                  </a:lnTo>
                  <a:lnTo>
                    <a:pt x="32970" y="3283"/>
                  </a:lnTo>
                  <a:lnTo>
                    <a:pt x="27530" y="2282"/>
                  </a:lnTo>
                  <a:lnTo>
                    <a:pt x="22060" y="1462"/>
                  </a:lnTo>
                  <a:lnTo>
                    <a:pt x="16566" y="822"/>
                  </a:lnTo>
                  <a:lnTo>
                    <a:pt x="11054" y="365"/>
                  </a:lnTo>
                  <a:lnTo>
                    <a:pt x="553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058" y="941493"/>
              <a:ext cx="87485" cy="167167"/>
            </a:xfrm>
            <a:custGeom>
              <a:avLst/>
              <a:pathLst>
                <a:path w="87485" h="167167">
                  <a:moveTo>
                    <a:pt x="87485" y="0"/>
                  </a:moveTo>
                  <a:lnTo>
                    <a:pt x="81732" y="99"/>
                  </a:lnTo>
                  <a:lnTo>
                    <a:pt x="75986" y="396"/>
                  </a:lnTo>
                  <a:lnTo>
                    <a:pt x="70253" y="890"/>
                  </a:lnTo>
                  <a:lnTo>
                    <a:pt x="64540" y="1582"/>
                  </a:lnTo>
                  <a:lnTo>
                    <a:pt x="58855" y="2469"/>
                  </a:lnTo>
                  <a:lnTo>
                    <a:pt x="53204" y="3552"/>
                  </a:lnTo>
                  <a:lnTo>
                    <a:pt x="47593" y="4829"/>
                  </a:lnTo>
                  <a:lnTo>
                    <a:pt x="42030" y="6298"/>
                  </a:lnTo>
                  <a:lnTo>
                    <a:pt x="36520" y="7958"/>
                  </a:lnTo>
                  <a:lnTo>
                    <a:pt x="31071" y="9806"/>
                  </a:lnTo>
                  <a:lnTo>
                    <a:pt x="25689" y="11841"/>
                  </a:lnTo>
                  <a:lnTo>
                    <a:pt x="20379" y="14060"/>
                  </a:lnTo>
                  <a:lnTo>
                    <a:pt x="15150" y="16460"/>
                  </a:lnTo>
                  <a:lnTo>
                    <a:pt x="10006" y="19039"/>
                  </a:lnTo>
                  <a:lnTo>
                    <a:pt x="4954" y="21793"/>
                  </a:lnTo>
                  <a:lnTo>
                    <a:pt x="0" y="24720"/>
                  </a:lnTo>
                  <a:lnTo>
                    <a:pt x="8748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058" y="966213"/>
              <a:ext cx="87485" cy="142447"/>
            </a:xfrm>
            <a:custGeom>
              <a:avLst/>
              <a:pathLst>
                <a:path w="87485" h="142447">
                  <a:moveTo>
                    <a:pt x="0" y="0"/>
                  </a:moveTo>
                  <a:lnTo>
                    <a:pt x="87485" y="142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7" y="949078"/>
              <a:ext cx="334333" cy="326735"/>
            </a:xfrm>
            <a:custGeom>
              <a:avLst/>
              <a:pathLst>
                <a:path w="334333" h="326735">
                  <a:moveTo>
                    <a:pt x="79680" y="17134"/>
                  </a:moveTo>
                  <a:lnTo>
                    <a:pt x="75201" y="19984"/>
                  </a:lnTo>
                  <a:lnTo>
                    <a:pt x="70816" y="22974"/>
                  </a:lnTo>
                  <a:lnTo>
                    <a:pt x="66527" y="26102"/>
                  </a:lnTo>
                  <a:lnTo>
                    <a:pt x="62340" y="29364"/>
                  </a:lnTo>
                  <a:lnTo>
                    <a:pt x="58258" y="32758"/>
                  </a:lnTo>
                  <a:lnTo>
                    <a:pt x="54287" y="36280"/>
                  </a:lnTo>
                  <a:lnTo>
                    <a:pt x="50429" y="39926"/>
                  </a:lnTo>
                  <a:lnTo>
                    <a:pt x="46689" y="43692"/>
                  </a:lnTo>
                  <a:lnTo>
                    <a:pt x="43070" y="47576"/>
                  </a:lnTo>
                  <a:lnTo>
                    <a:pt x="39577" y="51572"/>
                  </a:lnTo>
                  <a:lnTo>
                    <a:pt x="36212" y="55678"/>
                  </a:lnTo>
                  <a:lnTo>
                    <a:pt x="32979" y="59888"/>
                  </a:lnTo>
                  <a:lnTo>
                    <a:pt x="29881" y="64198"/>
                  </a:lnTo>
                  <a:lnTo>
                    <a:pt x="26922" y="68605"/>
                  </a:lnTo>
                  <a:lnTo>
                    <a:pt x="24105" y="73103"/>
                  </a:lnTo>
                  <a:lnTo>
                    <a:pt x="21431" y="77689"/>
                  </a:lnTo>
                  <a:lnTo>
                    <a:pt x="18905" y="82357"/>
                  </a:lnTo>
                  <a:lnTo>
                    <a:pt x="16527" y="87103"/>
                  </a:lnTo>
                  <a:lnTo>
                    <a:pt x="14302" y="91923"/>
                  </a:lnTo>
                  <a:lnTo>
                    <a:pt x="12231" y="96810"/>
                  </a:lnTo>
                  <a:lnTo>
                    <a:pt x="10316" y="101761"/>
                  </a:lnTo>
                  <a:lnTo>
                    <a:pt x="8560" y="106770"/>
                  </a:lnTo>
                  <a:lnTo>
                    <a:pt x="6963" y="111832"/>
                  </a:lnTo>
                  <a:lnTo>
                    <a:pt x="5528" y="116942"/>
                  </a:lnTo>
                  <a:lnTo>
                    <a:pt x="4255" y="122096"/>
                  </a:lnTo>
                  <a:lnTo>
                    <a:pt x="3147" y="127287"/>
                  </a:lnTo>
                  <a:lnTo>
                    <a:pt x="2205" y="132510"/>
                  </a:lnTo>
                  <a:lnTo>
                    <a:pt x="1428" y="137761"/>
                  </a:lnTo>
                  <a:lnTo>
                    <a:pt x="819" y="143034"/>
                  </a:lnTo>
                  <a:lnTo>
                    <a:pt x="378" y="148324"/>
                  </a:lnTo>
                  <a:lnTo>
                    <a:pt x="104" y="153625"/>
                  </a:lnTo>
                  <a:lnTo>
                    <a:pt x="0" y="158932"/>
                  </a:lnTo>
                  <a:lnTo>
                    <a:pt x="63" y="164240"/>
                  </a:lnTo>
                  <a:lnTo>
                    <a:pt x="295" y="169543"/>
                  </a:lnTo>
                  <a:lnTo>
                    <a:pt x="696" y="174836"/>
                  </a:lnTo>
                  <a:lnTo>
                    <a:pt x="1264" y="180114"/>
                  </a:lnTo>
                  <a:lnTo>
                    <a:pt x="1999" y="185370"/>
                  </a:lnTo>
                  <a:lnTo>
                    <a:pt x="2901" y="190601"/>
                  </a:lnTo>
                  <a:lnTo>
                    <a:pt x="3969" y="195801"/>
                  </a:lnTo>
                  <a:lnTo>
                    <a:pt x="5201" y="200964"/>
                  </a:lnTo>
                  <a:lnTo>
                    <a:pt x="6597" y="206085"/>
                  </a:lnTo>
                  <a:lnTo>
                    <a:pt x="8154" y="211160"/>
                  </a:lnTo>
                  <a:lnTo>
                    <a:pt x="9872" y="216182"/>
                  </a:lnTo>
                  <a:lnTo>
                    <a:pt x="11748" y="221148"/>
                  </a:lnTo>
                  <a:lnTo>
                    <a:pt x="13781" y="226051"/>
                  </a:lnTo>
                  <a:lnTo>
                    <a:pt x="15969" y="230887"/>
                  </a:lnTo>
                  <a:lnTo>
                    <a:pt x="18309" y="235652"/>
                  </a:lnTo>
                  <a:lnTo>
                    <a:pt x="20799" y="240340"/>
                  </a:lnTo>
                  <a:lnTo>
                    <a:pt x="23437" y="244946"/>
                  </a:lnTo>
                  <a:lnTo>
                    <a:pt x="26220" y="249466"/>
                  </a:lnTo>
                  <a:lnTo>
                    <a:pt x="29145" y="253896"/>
                  </a:lnTo>
                  <a:lnTo>
                    <a:pt x="32209" y="258230"/>
                  </a:lnTo>
                  <a:lnTo>
                    <a:pt x="35409" y="262465"/>
                  </a:lnTo>
                  <a:lnTo>
                    <a:pt x="38742" y="266596"/>
                  </a:lnTo>
                  <a:lnTo>
                    <a:pt x="42204" y="270620"/>
                  </a:lnTo>
                  <a:lnTo>
                    <a:pt x="45792" y="274531"/>
                  </a:lnTo>
                  <a:lnTo>
                    <a:pt x="49503" y="278327"/>
                  </a:lnTo>
                  <a:lnTo>
                    <a:pt x="53332" y="282003"/>
                  </a:lnTo>
                  <a:lnTo>
                    <a:pt x="57277" y="285555"/>
                  </a:lnTo>
                  <a:lnTo>
                    <a:pt x="61331" y="288980"/>
                  </a:lnTo>
                  <a:lnTo>
                    <a:pt x="65493" y="292275"/>
                  </a:lnTo>
                  <a:lnTo>
                    <a:pt x="69757" y="295437"/>
                  </a:lnTo>
                  <a:lnTo>
                    <a:pt x="74120" y="298461"/>
                  </a:lnTo>
                  <a:lnTo>
                    <a:pt x="78576" y="301345"/>
                  </a:lnTo>
                  <a:lnTo>
                    <a:pt x="83121" y="304086"/>
                  </a:lnTo>
                  <a:lnTo>
                    <a:pt x="87752" y="306681"/>
                  </a:lnTo>
                  <a:lnTo>
                    <a:pt x="92462" y="309129"/>
                  </a:lnTo>
                  <a:lnTo>
                    <a:pt x="97248" y="311425"/>
                  </a:lnTo>
                  <a:lnTo>
                    <a:pt x="102104" y="313568"/>
                  </a:lnTo>
                  <a:lnTo>
                    <a:pt x="107026" y="315556"/>
                  </a:lnTo>
                  <a:lnTo>
                    <a:pt x="112008" y="317387"/>
                  </a:lnTo>
                  <a:lnTo>
                    <a:pt x="117046" y="319059"/>
                  </a:lnTo>
                  <a:lnTo>
                    <a:pt x="122134" y="320570"/>
                  </a:lnTo>
                  <a:lnTo>
                    <a:pt x="127268" y="321918"/>
                  </a:lnTo>
                  <a:lnTo>
                    <a:pt x="132443" y="323103"/>
                  </a:lnTo>
                  <a:lnTo>
                    <a:pt x="137652" y="324123"/>
                  </a:lnTo>
                  <a:lnTo>
                    <a:pt x="142891" y="324977"/>
                  </a:lnTo>
                  <a:lnTo>
                    <a:pt x="148154" y="325664"/>
                  </a:lnTo>
                  <a:lnTo>
                    <a:pt x="153437" y="326184"/>
                  </a:lnTo>
                  <a:lnTo>
                    <a:pt x="158733" y="326536"/>
                  </a:lnTo>
                  <a:lnTo>
                    <a:pt x="164038" y="326720"/>
                  </a:lnTo>
                  <a:lnTo>
                    <a:pt x="169346" y="326735"/>
                  </a:lnTo>
                  <a:lnTo>
                    <a:pt x="174652" y="326581"/>
                  </a:lnTo>
                  <a:lnTo>
                    <a:pt x="179950" y="326259"/>
                  </a:lnTo>
                  <a:lnTo>
                    <a:pt x="185236" y="325770"/>
                  </a:lnTo>
                  <a:lnTo>
                    <a:pt x="190503" y="325112"/>
                  </a:lnTo>
                  <a:lnTo>
                    <a:pt x="195747" y="324288"/>
                  </a:lnTo>
                  <a:lnTo>
                    <a:pt x="200961" y="323297"/>
                  </a:lnTo>
                  <a:lnTo>
                    <a:pt x="206142" y="322142"/>
                  </a:lnTo>
                  <a:lnTo>
                    <a:pt x="211284" y="320822"/>
                  </a:lnTo>
                  <a:lnTo>
                    <a:pt x="216381" y="319340"/>
                  </a:lnTo>
                  <a:lnTo>
                    <a:pt x="221428" y="317697"/>
                  </a:lnTo>
                  <a:lnTo>
                    <a:pt x="226421" y="315895"/>
                  </a:lnTo>
                  <a:lnTo>
                    <a:pt x="231354" y="313935"/>
                  </a:lnTo>
                  <a:lnTo>
                    <a:pt x="236222" y="311819"/>
                  </a:lnTo>
                  <a:lnTo>
                    <a:pt x="241021" y="309550"/>
                  </a:lnTo>
                  <a:lnTo>
                    <a:pt x="245745" y="307129"/>
                  </a:lnTo>
                  <a:lnTo>
                    <a:pt x="250390" y="304560"/>
                  </a:lnTo>
                  <a:lnTo>
                    <a:pt x="254951" y="301845"/>
                  </a:lnTo>
                  <a:lnTo>
                    <a:pt x="259423" y="298986"/>
                  </a:lnTo>
                  <a:lnTo>
                    <a:pt x="263802" y="295986"/>
                  </a:lnTo>
                  <a:lnTo>
                    <a:pt x="268084" y="292850"/>
                  </a:lnTo>
                  <a:lnTo>
                    <a:pt x="272265" y="289578"/>
                  </a:lnTo>
                  <a:lnTo>
                    <a:pt x="276339" y="286176"/>
                  </a:lnTo>
                  <a:lnTo>
                    <a:pt x="280303" y="282646"/>
                  </a:lnTo>
                  <a:lnTo>
                    <a:pt x="284153" y="278992"/>
                  </a:lnTo>
                  <a:lnTo>
                    <a:pt x="287886" y="275217"/>
                  </a:lnTo>
                  <a:lnTo>
                    <a:pt x="291496" y="271326"/>
                  </a:lnTo>
                  <a:lnTo>
                    <a:pt x="294981" y="267323"/>
                  </a:lnTo>
                  <a:lnTo>
                    <a:pt x="298337" y="263210"/>
                  </a:lnTo>
                  <a:lnTo>
                    <a:pt x="301561" y="258993"/>
                  </a:lnTo>
                  <a:lnTo>
                    <a:pt x="304650" y="254676"/>
                  </a:lnTo>
                  <a:lnTo>
                    <a:pt x="307600" y="250263"/>
                  </a:lnTo>
                  <a:lnTo>
                    <a:pt x="310408" y="245759"/>
                  </a:lnTo>
                  <a:lnTo>
                    <a:pt x="313072" y="241168"/>
                  </a:lnTo>
                  <a:lnTo>
                    <a:pt x="315589" y="236494"/>
                  </a:lnTo>
                  <a:lnTo>
                    <a:pt x="317956" y="231743"/>
                  </a:lnTo>
                  <a:lnTo>
                    <a:pt x="320171" y="226919"/>
                  </a:lnTo>
                  <a:lnTo>
                    <a:pt x="322232" y="222028"/>
                  </a:lnTo>
                  <a:lnTo>
                    <a:pt x="324136" y="217073"/>
                  </a:lnTo>
                  <a:lnTo>
                    <a:pt x="325882" y="212060"/>
                  </a:lnTo>
                  <a:lnTo>
                    <a:pt x="327468" y="206995"/>
                  </a:lnTo>
                  <a:lnTo>
                    <a:pt x="328893" y="201881"/>
                  </a:lnTo>
                  <a:lnTo>
                    <a:pt x="330154" y="196725"/>
                  </a:lnTo>
                  <a:lnTo>
                    <a:pt x="331251" y="191532"/>
                  </a:lnTo>
                  <a:lnTo>
                    <a:pt x="332183" y="186306"/>
                  </a:lnTo>
                  <a:lnTo>
                    <a:pt x="332948" y="181054"/>
                  </a:lnTo>
                  <a:lnTo>
                    <a:pt x="333547" y="175779"/>
                  </a:lnTo>
                  <a:lnTo>
                    <a:pt x="333977" y="170489"/>
                  </a:lnTo>
                  <a:lnTo>
                    <a:pt x="334239" y="165187"/>
                  </a:lnTo>
                  <a:lnTo>
                    <a:pt x="334333" y="159880"/>
                  </a:lnTo>
                  <a:lnTo>
                    <a:pt x="334258" y="154572"/>
                  </a:lnTo>
                  <a:lnTo>
                    <a:pt x="334015" y="149270"/>
                  </a:lnTo>
                  <a:lnTo>
                    <a:pt x="333603" y="143978"/>
                  </a:lnTo>
                  <a:lnTo>
                    <a:pt x="333024" y="138701"/>
                  </a:lnTo>
                  <a:lnTo>
                    <a:pt x="332277" y="133446"/>
                  </a:lnTo>
                  <a:lnTo>
                    <a:pt x="331364" y="128217"/>
                  </a:lnTo>
                  <a:lnTo>
                    <a:pt x="330286" y="123020"/>
                  </a:lnTo>
                  <a:lnTo>
                    <a:pt x="329043" y="117859"/>
                  </a:lnTo>
                  <a:lnTo>
                    <a:pt x="327636" y="112741"/>
                  </a:lnTo>
                  <a:lnTo>
                    <a:pt x="326068" y="107669"/>
                  </a:lnTo>
                  <a:lnTo>
                    <a:pt x="324340" y="102651"/>
                  </a:lnTo>
                  <a:lnTo>
                    <a:pt x="322453" y="97689"/>
                  </a:lnTo>
                  <a:lnTo>
                    <a:pt x="320410" y="92790"/>
                  </a:lnTo>
                  <a:lnTo>
                    <a:pt x="318212" y="87958"/>
                  </a:lnTo>
                  <a:lnTo>
                    <a:pt x="315862" y="83199"/>
                  </a:lnTo>
                  <a:lnTo>
                    <a:pt x="313362" y="78516"/>
                  </a:lnTo>
                  <a:lnTo>
                    <a:pt x="310715" y="73916"/>
                  </a:lnTo>
                  <a:lnTo>
                    <a:pt x="307922" y="69401"/>
                  </a:lnTo>
                  <a:lnTo>
                    <a:pt x="304988" y="64978"/>
                  </a:lnTo>
                  <a:lnTo>
                    <a:pt x="301915" y="60650"/>
                  </a:lnTo>
                  <a:lnTo>
                    <a:pt x="298706" y="56421"/>
                  </a:lnTo>
                  <a:lnTo>
                    <a:pt x="295365" y="52297"/>
                  </a:lnTo>
                  <a:lnTo>
                    <a:pt x="291894" y="48281"/>
                  </a:lnTo>
                  <a:lnTo>
                    <a:pt x="288297" y="44377"/>
                  </a:lnTo>
                  <a:lnTo>
                    <a:pt x="284579" y="40589"/>
                  </a:lnTo>
                  <a:lnTo>
                    <a:pt x="280742" y="36922"/>
                  </a:lnTo>
                  <a:lnTo>
                    <a:pt x="276790" y="33378"/>
                  </a:lnTo>
                  <a:lnTo>
                    <a:pt x="272728" y="29961"/>
                  </a:lnTo>
                  <a:lnTo>
                    <a:pt x="268559" y="26674"/>
                  </a:lnTo>
                  <a:lnTo>
                    <a:pt x="264288" y="23522"/>
                  </a:lnTo>
                  <a:lnTo>
                    <a:pt x="259920" y="20507"/>
                  </a:lnTo>
                  <a:lnTo>
                    <a:pt x="255457" y="17633"/>
                  </a:lnTo>
                  <a:lnTo>
                    <a:pt x="250906" y="14901"/>
                  </a:lnTo>
                  <a:lnTo>
                    <a:pt x="246271" y="12315"/>
                  </a:lnTo>
                  <a:lnTo>
                    <a:pt x="241555" y="9878"/>
                  </a:lnTo>
                  <a:lnTo>
                    <a:pt x="236765" y="7592"/>
                  </a:lnTo>
                  <a:lnTo>
                    <a:pt x="231904" y="5459"/>
                  </a:lnTo>
                  <a:lnTo>
                    <a:pt x="226978" y="3481"/>
                  </a:lnTo>
                  <a:lnTo>
                    <a:pt x="221992" y="1661"/>
                  </a:lnTo>
                  <a:lnTo>
                    <a:pt x="216950" y="0"/>
                  </a:lnTo>
                  <a:lnTo>
                    <a:pt x="167166" y="1595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9784" cy="167167"/>
            </a:xfrm>
            <a:custGeom>
              <a:avLst/>
              <a:pathLst>
                <a:path w="49784" h="167167">
                  <a:moveTo>
                    <a:pt x="49784" y="7585"/>
                  </a:moveTo>
                  <a:lnTo>
                    <a:pt x="43718" y="5817"/>
                  </a:lnTo>
                  <a:lnTo>
                    <a:pt x="37589" y="4281"/>
                  </a:lnTo>
                  <a:lnTo>
                    <a:pt x="31406" y="2976"/>
                  </a:lnTo>
                  <a:lnTo>
                    <a:pt x="25179" y="1907"/>
                  </a:lnTo>
                  <a:lnTo>
                    <a:pt x="18916" y="1073"/>
                  </a:lnTo>
                  <a:lnTo>
                    <a:pt x="12625" y="477"/>
                  </a:lnTo>
                  <a:lnTo>
                    <a:pt x="6317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743" y="941493"/>
              <a:ext cx="52472" cy="167167"/>
            </a:xfrm>
            <a:custGeom>
              <a:avLst/>
              <a:pathLst>
                <a:path w="52472" h="167167">
                  <a:moveTo>
                    <a:pt x="52472" y="0"/>
                  </a:moveTo>
                  <a:lnTo>
                    <a:pt x="46542" y="105"/>
                  </a:lnTo>
                  <a:lnTo>
                    <a:pt x="40621" y="420"/>
                  </a:lnTo>
                  <a:lnTo>
                    <a:pt x="34714" y="945"/>
                  </a:lnTo>
                  <a:lnTo>
                    <a:pt x="28829" y="1680"/>
                  </a:lnTo>
                  <a:lnTo>
                    <a:pt x="22974" y="2622"/>
                  </a:lnTo>
                  <a:lnTo>
                    <a:pt x="17157" y="3772"/>
                  </a:lnTo>
                  <a:lnTo>
                    <a:pt x="11384" y="5128"/>
                  </a:lnTo>
                  <a:lnTo>
                    <a:pt x="5662" y="6687"/>
                  </a:lnTo>
                  <a:lnTo>
                    <a:pt x="0" y="8448"/>
                  </a:lnTo>
                  <a:lnTo>
                    <a:pt x="524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743" y="949942"/>
              <a:ext cx="52472" cy="158718"/>
            </a:xfrm>
            <a:custGeom>
              <a:avLst/>
              <a:pathLst>
                <a:path w="52472" h="158718">
                  <a:moveTo>
                    <a:pt x="0" y="0"/>
                  </a:moveTo>
                  <a:lnTo>
                    <a:pt x="52472" y="1587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49942"/>
              <a:ext cx="167166" cy="313437"/>
            </a:xfrm>
            <a:custGeom>
              <a:avLst/>
              <a:pathLst>
                <a:path w="167166" h="313437">
                  <a:moveTo>
                    <a:pt x="114694" y="0"/>
                  </a:moveTo>
                  <a:lnTo>
                    <a:pt x="109639" y="1761"/>
                  </a:lnTo>
                  <a:lnTo>
                    <a:pt x="104643" y="3684"/>
                  </a:lnTo>
                  <a:lnTo>
                    <a:pt x="99711" y="5765"/>
                  </a:lnTo>
                  <a:lnTo>
                    <a:pt x="94848" y="8003"/>
                  </a:lnTo>
                  <a:lnTo>
                    <a:pt x="90059" y="10396"/>
                  </a:lnTo>
                  <a:lnTo>
                    <a:pt x="85349" y="12941"/>
                  </a:lnTo>
                  <a:lnTo>
                    <a:pt x="80723" y="15636"/>
                  </a:lnTo>
                  <a:lnTo>
                    <a:pt x="76186" y="18477"/>
                  </a:lnTo>
                  <a:lnTo>
                    <a:pt x="71742" y="21462"/>
                  </a:lnTo>
                  <a:lnTo>
                    <a:pt x="67396" y="24588"/>
                  </a:lnTo>
                  <a:lnTo>
                    <a:pt x="63153" y="27852"/>
                  </a:lnTo>
                  <a:lnTo>
                    <a:pt x="59015" y="31249"/>
                  </a:lnTo>
                  <a:lnTo>
                    <a:pt x="54989" y="34778"/>
                  </a:lnTo>
                  <a:lnTo>
                    <a:pt x="51078" y="38433"/>
                  </a:lnTo>
                  <a:lnTo>
                    <a:pt x="47286" y="42212"/>
                  </a:lnTo>
                  <a:lnTo>
                    <a:pt x="43617" y="46110"/>
                  </a:lnTo>
                  <a:lnTo>
                    <a:pt x="40075" y="50124"/>
                  </a:lnTo>
                  <a:lnTo>
                    <a:pt x="36663" y="54249"/>
                  </a:lnTo>
                  <a:lnTo>
                    <a:pt x="33385" y="58482"/>
                  </a:lnTo>
                  <a:lnTo>
                    <a:pt x="30244" y="62817"/>
                  </a:lnTo>
                  <a:lnTo>
                    <a:pt x="27243" y="67250"/>
                  </a:lnTo>
                  <a:lnTo>
                    <a:pt x="24386" y="71777"/>
                  </a:lnTo>
                  <a:lnTo>
                    <a:pt x="21675" y="76394"/>
                  </a:lnTo>
                  <a:lnTo>
                    <a:pt x="19114" y="81095"/>
                  </a:lnTo>
                  <a:lnTo>
                    <a:pt x="16704" y="85875"/>
                  </a:lnTo>
                  <a:lnTo>
                    <a:pt x="14449" y="90730"/>
                  </a:lnTo>
                  <a:lnTo>
                    <a:pt x="12350" y="95655"/>
                  </a:lnTo>
                  <a:lnTo>
                    <a:pt x="10410" y="100645"/>
                  </a:lnTo>
                  <a:lnTo>
                    <a:pt x="8631" y="105694"/>
                  </a:lnTo>
                  <a:lnTo>
                    <a:pt x="7015" y="110797"/>
                  </a:lnTo>
                  <a:lnTo>
                    <a:pt x="5562" y="115950"/>
                  </a:lnTo>
                  <a:lnTo>
                    <a:pt x="4276" y="121147"/>
                  </a:lnTo>
                  <a:lnTo>
                    <a:pt x="3156" y="126382"/>
                  </a:lnTo>
                  <a:lnTo>
                    <a:pt x="2205" y="131650"/>
                  </a:lnTo>
                  <a:lnTo>
                    <a:pt x="1423" y="136946"/>
                  </a:lnTo>
                  <a:lnTo>
                    <a:pt x="811" y="142264"/>
                  </a:lnTo>
                  <a:lnTo>
                    <a:pt x="369" y="147599"/>
                  </a:lnTo>
                  <a:lnTo>
                    <a:pt x="99" y="152946"/>
                  </a:lnTo>
                  <a:lnTo>
                    <a:pt x="0" y="158298"/>
                  </a:lnTo>
                  <a:lnTo>
                    <a:pt x="72" y="163651"/>
                  </a:lnTo>
                  <a:lnTo>
                    <a:pt x="315" y="168999"/>
                  </a:lnTo>
                  <a:lnTo>
                    <a:pt x="730" y="174336"/>
                  </a:lnTo>
                  <a:lnTo>
                    <a:pt x="1316" y="179658"/>
                  </a:lnTo>
                  <a:lnTo>
                    <a:pt x="2071" y="184957"/>
                  </a:lnTo>
                  <a:lnTo>
                    <a:pt x="2996" y="190230"/>
                  </a:lnTo>
                  <a:lnTo>
                    <a:pt x="4089" y="195471"/>
                  </a:lnTo>
                  <a:lnTo>
                    <a:pt x="5350" y="200674"/>
                  </a:lnTo>
                  <a:lnTo>
                    <a:pt x="6776" y="205834"/>
                  </a:lnTo>
                  <a:lnTo>
                    <a:pt x="8367" y="210945"/>
                  </a:lnTo>
                  <a:lnTo>
                    <a:pt x="10121" y="216003"/>
                  </a:lnTo>
                  <a:lnTo>
                    <a:pt x="12035" y="221003"/>
                  </a:lnTo>
                  <a:lnTo>
                    <a:pt x="14109" y="225938"/>
                  </a:lnTo>
                  <a:lnTo>
                    <a:pt x="16340" y="230804"/>
                  </a:lnTo>
                  <a:lnTo>
                    <a:pt x="18726" y="235597"/>
                  </a:lnTo>
                  <a:lnTo>
                    <a:pt x="21264" y="240311"/>
                  </a:lnTo>
                  <a:lnTo>
                    <a:pt x="23951" y="244940"/>
                  </a:lnTo>
                  <a:lnTo>
                    <a:pt x="26785" y="249482"/>
                  </a:lnTo>
                  <a:lnTo>
                    <a:pt x="29763" y="253931"/>
                  </a:lnTo>
                  <a:lnTo>
                    <a:pt x="32883" y="258281"/>
                  </a:lnTo>
                  <a:lnTo>
                    <a:pt x="36139" y="262530"/>
                  </a:lnTo>
                  <a:lnTo>
                    <a:pt x="39531" y="266672"/>
                  </a:lnTo>
                  <a:lnTo>
                    <a:pt x="43053" y="270704"/>
                  </a:lnTo>
                  <a:lnTo>
                    <a:pt x="46702" y="274621"/>
                  </a:lnTo>
                  <a:lnTo>
                    <a:pt x="50475" y="278418"/>
                  </a:lnTo>
                  <a:lnTo>
                    <a:pt x="54368" y="282094"/>
                  </a:lnTo>
                  <a:lnTo>
                    <a:pt x="58376" y="285642"/>
                  </a:lnTo>
                  <a:lnTo>
                    <a:pt x="62496" y="289060"/>
                  </a:lnTo>
                  <a:lnTo>
                    <a:pt x="66723" y="292345"/>
                  </a:lnTo>
                  <a:lnTo>
                    <a:pt x="71054" y="295493"/>
                  </a:lnTo>
                  <a:lnTo>
                    <a:pt x="75483" y="298500"/>
                  </a:lnTo>
                  <a:lnTo>
                    <a:pt x="80005" y="301364"/>
                  </a:lnTo>
                  <a:lnTo>
                    <a:pt x="84618" y="304082"/>
                  </a:lnTo>
                  <a:lnTo>
                    <a:pt x="89314" y="306651"/>
                  </a:lnTo>
                  <a:lnTo>
                    <a:pt x="94091" y="309068"/>
                  </a:lnTo>
                  <a:lnTo>
                    <a:pt x="98943" y="311331"/>
                  </a:lnTo>
                  <a:lnTo>
                    <a:pt x="103865" y="313437"/>
                  </a:lnTo>
                  <a:lnTo>
                    <a:pt x="167166" y="158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22914" y="941493"/>
              <a:ext cx="230456" cy="334331"/>
            </a:xfrm>
            <a:custGeom>
              <a:avLst/>
              <a:pathLst>
                <a:path w="230456" h="334331">
                  <a:moveTo>
                    <a:pt x="0" y="321885"/>
                  </a:moveTo>
                  <a:lnTo>
                    <a:pt x="4951" y="323820"/>
                  </a:lnTo>
                  <a:lnTo>
                    <a:pt x="9961" y="325596"/>
                  </a:lnTo>
                  <a:lnTo>
                    <a:pt x="15026" y="327212"/>
                  </a:lnTo>
                  <a:lnTo>
                    <a:pt x="20139" y="328666"/>
                  </a:lnTo>
                  <a:lnTo>
                    <a:pt x="25296" y="329957"/>
                  </a:lnTo>
                  <a:lnTo>
                    <a:pt x="30491" y="331083"/>
                  </a:lnTo>
                  <a:lnTo>
                    <a:pt x="35720" y="332043"/>
                  </a:lnTo>
                  <a:lnTo>
                    <a:pt x="40976" y="332837"/>
                  </a:lnTo>
                  <a:lnTo>
                    <a:pt x="46255" y="333463"/>
                  </a:lnTo>
                  <a:lnTo>
                    <a:pt x="51551" y="333921"/>
                  </a:lnTo>
                  <a:lnTo>
                    <a:pt x="56859" y="334210"/>
                  </a:lnTo>
                  <a:lnTo>
                    <a:pt x="62174" y="334331"/>
                  </a:lnTo>
                  <a:lnTo>
                    <a:pt x="67489" y="334282"/>
                  </a:lnTo>
                  <a:lnTo>
                    <a:pt x="72801" y="334064"/>
                  </a:lnTo>
                  <a:lnTo>
                    <a:pt x="78103" y="333678"/>
                  </a:lnTo>
                  <a:lnTo>
                    <a:pt x="83390" y="333123"/>
                  </a:lnTo>
                  <a:lnTo>
                    <a:pt x="88656" y="332400"/>
                  </a:lnTo>
                  <a:lnTo>
                    <a:pt x="93897" y="331511"/>
                  </a:lnTo>
                  <a:lnTo>
                    <a:pt x="99107" y="330455"/>
                  </a:lnTo>
                  <a:lnTo>
                    <a:pt x="104281" y="329234"/>
                  </a:lnTo>
                  <a:lnTo>
                    <a:pt x="109413" y="327849"/>
                  </a:lnTo>
                  <a:lnTo>
                    <a:pt x="114499" y="326301"/>
                  </a:lnTo>
                  <a:lnTo>
                    <a:pt x="119533" y="324593"/>
                  </a:lnTo>
                  <a:lnTo>
                    <a:pt x="124510" y="322725"/>
                  </a:lnTo>
                  <a:lnTo>
                    <a:pt x="129425" y="320701"/>
                  </a:lnTo>
                  <a:lnTo>
                    <a:pt x="134274" y="318520"/>
                  </a:lnTo>
                  <a:lnTo>
                    <a:pt x="139050" y="316187"/>
                  </a:lnTo>
                  <a:lnTo>
                    <a:pt x="143750" y="313703"/>
                  </a:lnTo>
                  <a:lnTo>
                    <a:pt x="148369" y="311071"/>
                  </a:lnTo>
                  <a:lnTo>
                    <a:pt x="152901" y="308294"/>
                  </a:lnTo>
                  <a:lnTo>
                    <a:pt x="157343" y="305374"/>
                  </a:lnTo>
                  <a:lnTo>
                    <a:pt x="161690" y="302313"/>
                  </a:lnTo>
                  <a:lnTo>
                    <a:pt x="165938" y="299117"/>
                  </a:lnTo>
                  <a:lnTo>
                    <a:pt x="170081" y="295787"/>
                  </a:lnTo>
                  <a:lnTo>
                    <a:pt x="174117" y="292326"/>
                  </a:lnTo>
                  <a:lnTo>
                    <a:pt x="178040" y="288740"/>
                  </a:lnTo>
                  <a:lnTo>
                    <a:pt x="181848" y="285030"/>
                  </a:lnTo>
                  <a:lnTo>
                    <a:pt x="185535" y="281201"/>
                  </a:lnTo>
                  <a:lnTo>
                    <a:pt x="189100" y="277257"/>
                  </a:lnTo>
                  <a:lnTo>
                    <a:pt x="192536" y="273201"/>
                  </a:lnTo>
                  <a:lnTo>
                    <a:pt x="195842" y="269039"/>
                  </a:lnTo>
                  <a:lnTo>
                    <a:pt x="199015" y="264773"/>
                  </a:lnTo>
                  <a:lnTo>
                    <a:pt x="202049" y="260408"/>
                  </a:lnTo>
                  <a:lnTo>
                    <a:pt x="204944" y="255949"/>
                  </a:lnTo>
                  <a:lnTo>
                    <a:pt x="207695" y="251401"/>
                  </a:lnTo>
                  <a:lnTo>
                    <a:pt x="210301" y="246767"/>
                  </a:lnTo>
                  <a:lnTo>
                    <a:pt x="212757" y="242053"/>
                  </a:lnTo>
                  <a:lnTo>
                    <a:pt x="215063" y="237263"/>
                  </a:lnTo>
                  <a:lnTo>
                    <a:pt x="217215" y="232402"/>
                  </a:lnTo>
                  <a:lnTo>
                    <a:pt x="219211" y="227475"/>
                  </a:lnTo>
                  <a:lnTo>
                    <a:pt x="221050" y="222487"/>
                  </a:lnTo>
                  <a:lnTo>
                    <a:pt x="222729" y="217444"/>
                  </a:lnTo>
                  <a:lnTo>
                    <a:pt x="224247" y="212349"/>
                  </a:lnTo>
                  <a:lnTo>
                    <a:pt x="225602" y="207209"/>
                  </a:lnTo>
                  <a:lnTo>
                    <a:pt x="226793" y="202028"/>
                  </a:lnTo>
                  <a:lnTo>
                    <a:pt x="227819" y="196812"/>
                  </a:lnTo>
                  <a:lnTo>
                    <a:pt x="228679" y="191566"/>
                  </a:lnTo>
                  <a:lnTo>
                    <a:pt x="229371" y="186295"/>
                  </a:lnTo>
                  <a:lnTo>
                    <a:pt x="229895" y="181005"/>
                  </a:lnTo>
                  <a:lnTo>
                    <a:pt x="230251" y="175701"/>
                  </a:lnTo>
                  <a:lnTo>
                    <a:pt x="230438" y="170389"/>
                  </a:lnTo>
                  <a:lnTo>
                    <a:pt x="230456" y="165073"/>
                  </a:lnTo>
                  <a:lnTo>
                    <a:pt x="230305" y="159759"/>
                  </a:lnTo>
                  <a:lnTo>
                    <a:pt x="229985" y="154453"/>
                  </a:lnTo>
                  <a:lnTo>
                    <a:pt x="229496" y="149159"/>
                  </a:lnTo>
                  <a:lnTo>
                    <a:pt x="228839" y="143884"/>
                  </a:lnTo>
                  <a:lnTo>
                    <a:pt x="228015" y="138632"/>
                  </a:lnTo>
                  <a:lnTo>
                    <a:pt x="227025" y="133410"/>
                  </a:lnTo>
                  <a:lnTo>
                    <a:pt x="225869" y="128221"/>
                  </a:lnTo>
                  <a:lnTo>
                    <a:pt x="224548" y="123072"/>
                  </a:lnTo>
                  <a:lnTo>
                    <a:pt x="223065" y="117967"/>
                  </a:lnTo>
                  <a:lnTo>
                    <a:pt x="221419" y="112912"/>
                  </a:lnTo>
                  <a:lnTo>
                    <a:pt x="219614" y="107912"/>
                  </a:lnTo>
                  <a:lnTo>
                    <a:pt x="217651" y="102972"/>
                  </a:lnTo>
                  <a:lnTo>
                    <a:pt x="215532" y="98096"/>
                  </a:lnTo>
                  <a:lnTo>
                    <a:pt x="213259" y="93291"/>
                  </a:lnTo>
                  <a:lnTo>
                    <a:pt x="210834" y="88560"/>
                  </a:lnTo>
                  <a:lnTo>
                    <a:pt x="208260" y="83909"/>
                  </a:lnTo>
                  <a:lnTo>
                    <a:pt x="205540" y="79342"/>
                  </a:lnTo>
                  <a:lnTo>
                    <a:pt x="202675" y="74864"/>
                  </a:lnTo>
                  <a:lnTo>
                    <a:pt x="199670" y="70479"/>
                  </a:lnTo>
                  <a:lnTo>
                    <a:pt x="196527" y="66192"/>
                  </a:lnTo>
                  <a:lnTo>
                    <a:pt x="193249" y="62007"/>
                  </a:lnTo>
                  <a:lnTo>
                    <a:pt x="189839" y="57928"/>
                  </a:lnTo>
                  <a:lnTo>
                    <a:pt x="186302" y="53960"/>
                  </a:lnTo>
                  <a:lnTo>
                    <a:pt x="182640" y="50106"/>
                  </a:lnTo>
                  <a:lnTo>
                    <a:pt x="178858" y="46371"/>
                  </a:lnTo>
                  <a:lnTo>
                    <a:pt x="174959" y="42758"/>
                  </a:lnTo>
                  <a:lnTo>
                    <a:pt x="170946" y="39270"/>
                  </a:lnTo>
                  <a:lnTo>
                    <a:pt x="166825" y="35912"/>
                  </a:lnTo>
                  <a:lnTo>
                    <a:pt x="162600" y="32687"/>
                  </a:lnTo>
                  <a:lnTo>
                    <a:pt x="158274" y="29598"/>
                  </a:lnTo>
                  <a:lnTo>
                    <a:pt x="153851" y="26648"/>
                  </a:lnTo>
                  <a:lnTo>
                    <a:pt x="149338" y="23840"/>
                  </a:lnTo>
                  <a:lnTo>
                    <a:pt x="144737" y="21176"/>
                  </a:lnTo>
                  <a:lnTo>
                    <a:pt x="140054" y="18661"/>
                  </a:lnTo>
                  <a:lnTo>
                    <a:pt x="135293" y="16296"/>
                  </a:lnTo>
                  <a:lnTo>
                    <a:pt x="130460" y="14083"/>
                  </a:lnTo>
                  <a:lnTo>
                    <a:pt x="125558" y="12025"/>
                  </a:lnTo>
                  <a:lnTo>
                    <a:pt x="120594" y="10124"/>
                  </a:lnTo>
                  <a:lnTo>
                    <a:pt x="115571" y="8382"/>
                  </a:lnTo>
                  <a:lnTo>
                    <a:pt x="110496" y="6800"/>
                  </a:lnTo>
                  <a:lnTo>
                    <a:pt x="105373" y="5380"/>
                  </a:lnTo>
                  <a:lnTo>
                    <a:pt x="100208" y="4124"/>
                  </a:lnTo>
                  <a:lnTo>
                    <a:pt x="95005" y="3033"/>
                  </a:lnTo>
                  <a:lnTo>
                    <a:pt x="89770" y="2108"/>
                  </a:lnTo>
                  <a:lnTo>
                    <a:pt x="84509" y="1350"/>
                  </a:lnTo>
                  <a:lnTo>
                    <a:pt x="79226" y="760"/>
                  </a:lnTo>
                  <a:lnTo>
                    <a:pt x="73927" y="338"/>
                  </a:lnTo>
                  <a:lnTo>
                    <a:pt x="68617" y="84"/>
                  </a:lnTo>
                  <a:lnTo>
                    <a:pt x="63301" y="0"/>
                  </a:lnTo>
                  <a:lnTo>
                    <a:pt x="633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4" y="1071028"/>
              <a:ext cx="167167" cy="183334"/>
            </a:xfrm>
            <a:custGeom>
              <a:avLst/>
              <a:pathLst>
                <a:path w="167167" h="183334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8" y="3085"/>
                  </a:lnTo>
                  <a:lnTo>
                    <a:pt x="129954" y="4194"/>
                  </a:lnTo>
                  <a:lnTo>
                    <a:pt x="124747" y="5471"/>
                  </a:lnTo>
                  <a:lnTo>
                    <a:pt x="119584" y="6915"/>
                  </a:lnTo>
                  <a:lnTo>
                    <a:pt x="114470" y="8523"/>
                  </a:lnTo>
                  <a:lnTo>
                    <a:pt x="109410" y="10294"/>
                  </a:lnTo>
                  <a:lnTo>
                    <a:pt x="104410" y="12227"/>
                  </a:lnTo>
                  <a:lnTo>
                    <a:pt x="99474" y="14319"/>
                  </a:lnTo>
                  <a:lnTo>
                    <a:pt x="94608" y="16568"/>
                  </a:lnTo>
                  <a:lnTo>
                    <a:pt x="89816" y="18972"/>
                  </a:lnTo>
                  <a:lnTo>
                    <a:pt x="85104" y="21528"/>
                  </a:lnTo>
                  <a:lnTo>
                    <a:pt x="80476" y="24234"/>
                  </a:lnTo>
                  <a:lnTo>
                    <a:pt x="75938" y="27088"/>
                  </a:lnTo>
                  <a:lnTo>
                    <a:pt x="71493" y="30085"/>
                  </a:lnTo>
                  <a:lnTo>
                    <a:pt x="67147" y="33223"/>
                  </a:lnTo>
                  <a:lnTo>
                    <a:pt x="62903" y="36499"/>
                  </a:lnTo>
                  <a:lnTo>
                    <a:pt x="58767" y="39910"/>
                  </a:lnTo>
                  <a:lnTo>
                    <a:pt x="54742" y="43451"/>
                  </a:lnTo>
                  <a:lnTo>
                    <a:pt x="50833" y="47119"/>
                  </a:lnTo>
                  <a:lnTo>
                    <a:pt x="47044" y="50911"/>
                  </a:lnTo>
                  <a:lnTo>
                    <a:pt x="43378" y="54823"/>
                  </a:lnTo>
                  <a:lnTo>
                    <a:pt x="39839" y="58850"/>
                  </a:lnTo>
                  <a:lnTo>
                    <a:pt x="36431" y="62988"/>
                  </a:lnTo>
                  <a:lnTo>
                    <a:pt x="33158" y="67234"/>
                  </a:lnTo>
                  <a:lnTo>
                    <a:pt x="30023" y="71582"/>
                  </a:lnTo>
                  <a:lnTo>
                    <a:pt x="27028" y="76029"/>
                  </a:lnTo>
                  <a:lnTo>
                    <a:pt x="24178" y="80569"/>
                  </a:lnTo>
                  <a:lnTo>
                    <a:pt x="21475" y="85199"/>
                  </a:lnTo>
                  <a:lnTo>
                    <a:pt x="18922" y="89912"/>
                  </a:lnTo>
                  <a:lnTo>
                    <a:pt x="16521" y="94706"/>
                  </a:lnTo>
                  <a:lnTo>
                    <a:pt x="14275" y="99573"/>
                  </a:lnTo>
                  <a:lnTo>
                    <a:pt x="12186" y="104511"/>
                  </a:lnTo>
                  <a:lnTo>
                    <a:pt x="10256" y="109512"/>
                  </a:lnTo>
                  <a:lnTo>
                    <a:pt x="8488" y="114573"/>
                  </a:lnTo>
                  <a:lnTo>
                    <a:pt x="6884" y="119688"/>
                  </a:lnTo>
                  <a:lnTo>
                    <a:pt x="5444" y="124852"/>
                  </a:lnTo>
                  <a:lnTo>
                    <a:pt x="4170" y="130059"/>
                  </a:lnTo>
                  <a:lnTo>
                    <a:pt x="3064" y="135305"/>
                  </a:lnTo>
                  <a:lnTo>
                    <a:pt x="2127" y="140583"/>
                  </a:lnTo>
                  <a:lnTo>
                    <a:pt x="1359" y="145889"/>
                  </a:lnTo>
                  <a:lnTo>
                    <a:pt x="762" y="151216"/>
                  </a:lnTo>
                  <a:lnTo>
                    <a:pt x="336" y="156560"/>
                  </a:lnTo>
                  <a:lnTo>
                    <a:pt x="82" y="161915"/>
                  </a:lnTo>
                  <a:lnTo>
                    <a:pt x="0" y="167276"/>
                  </a:lnTo>
                  <a:lnTo>
                    <a:pt x="89" y="172636"/>
                  </a:lnTo>
                  <a:lnTo>
                    <a:pt x="350" y="177990"/>
                  </a:lnTo>
                  <a:lnTo>
                    <a:pt x="783" y="18333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117" y="1238196"/>
              <a:ext cx="166383" cy="16166"/>
            </a:xfrm>
            <a:custGeom>
              <a:avLst/>
              <a:pathLst>
                <a:path w="166383" h="16166">
                  <a:moveTo>
                    <a:pt x="0" y="16166"/>
                  </a:moveTo>
                  <a:lnTo>
                    <a:pt x="1663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117" y="1074235"/>
              <a:ext cx="333546" cy="331117"/>
            </a:xfrm>
            <a:custGeom>
              <a:avLst/>
              <a:pathLst>
                <a:path w="333546" h="331117">
                  <a:moveTo>
                    <a:pt x="0" y="180127"/>
                  </a:moveTo>
                  <a:lnTo>
                    <a:pt x="598" y="185408"/>
                  </a:lnTo>
                  <a:lnTo>
                    <a:pt x="1363" y="190667"/>
                  </a:lnTo>
                  <a:lnTo>
                    <a:pt x="2295" y="195900"/>
                  </a:lnTo>
                  <a:lnTo>
                    <a:pt x="3394" y="201100"/>
                  </a:lnTo>
                  <a:lnTo>
                    <a:pt x="4657" y="206262"/>
                  </a:lnTo>
                  <a:lnTo>
                    <a:pt x="6083" y="211382"/>
                  </a:lnTo>
                  <a:lnTo>
                    <a:pt x="7672" y="216453"/>
                  </a:lnTo>
                  <a:lnTo>
                    <a:pt x="9420" y="221472"/>
                  </a:lnTo>
                  <a:lnTo>
                    <a:pt x="11328" y="226433"/>
                  </a:lnTo>
                  <a:lnTo>
                    <a:pt x="13392" y="231330"/>
                  </a:lnTo>
                  <a:lnTo>
                    <a:pt x="15611" y="236159"/>
                  </a:lnTo>
                  <a:lnTo>
                    <a:pt x="17982" y="240916"/>
                  </a:lnTo>
                  <a:lnTo>
                    <a:pt x="20504" y="245594"/>
                  </a:lnTo>
                  <a:lnTo>
                    <a:pt x="23172" y="250190"/>
                  </a:lnTo>
                  <a:lnTo>
                    <a:pt x="25986" y="254699"/>
                  </a:lnTo>
                  <a:lnTo>
                    <a:pt x="28941" y="259116"/>
                  </a:lnTo>
                  <a:lnTo>
                    <a:pt x="32036" y="263437"/>
                  </a:lnTo>
                  <a:lnTo>
                    <a:pt x="35266" y="267658"/>
                  </a:lnTo>
                  <a:lnTo>
                    <a:pt x="38628" y="271773"/>
                  </a:lnTo>
                  <a:lnTo>
                    <a:pt x="42120" y="275780"/>
                  </a:lnTo>
                  <a:lnTo>
                    <a:pt x="45738" y="279674"/>
                  </a:lnTo>
                  <a:lnTo>
                    <a:pt x="49477" y="283450"/>
                  </a:lnTo>
                  <a:lnTo>
                    <a:pt x="53334" y="287106"/>
                  </a:lnTo>
                  <a:lnTo>
                    <a:pt x="57306" y="290638"/>
                  </a:lnTo>
                  <a:lnTo>
                    <a:pt x="61388" y="294041"/>
                  </a:lnTo>
                  <a:lnTo>
                    <a:pt x="65576" y="297313"/>
                  </a:lnTo>
                  <a:lnTo>
                    <a:pt x="69866" y="300450"/>
                  </a:lnTo>
                  <a:lnTo>
                    <a:pt x="74254" y="303449"/>
                  </a:lnTo>
                  <a:lnTo>
                    <a:pt x="78735" y="306307"/>
                  </a:lnTo>
                  <a:lnTo>
                    <a:pt x="83304" y="309022"/>
                  </a:lnTo>
                  <a:lnTo>
                    <a:pt x="87957" y="311589"/>
                  </a:lnTo>
                  <a:lnTo>
                    <a:pt x="92690" y="314008"/>
                  </a:lnTo>
                  <a:lnTo>
                    <a:pt x="97497" y="316275"/>
                  </a:lnTo>
                  <a:lnTo>
                    <a:pt x="102373" y="318387"/>
                  </a:lnTo>
                  <a:lnTo>
                    <a:pt x="107315" y="320344"/>
                  </a:lnTo>
                  <a:lnTo>
                    <a:pt x="112316" y="322143"/>
                  </a:lnTo>
                  <a:lnTo>
                    <a:pt x="117372" y="323782"/>
                  </a:lnTo>
                  <a:lnTo>
                    <a:pt x="122477" y="325259"/>
                  </a:lnTo>
                  <a:lnTo>
                    <a:pt x="127626" y="326573"/>
                  </a:lnTo>
                  <a:lnTo>
                    <a:pt x="132815" y="327723"/>
                  </a:lnTo>
                  <a:lnTo>
                    <a:pt x="138038" y="328707"/>
                  </a:lnTo>
                  <a:lnTo>
                    <a:pt x="143289" y="329525"/>
                  </a:lnTo>
                  <a:lnTo>
                    <a:pt x="148564" y="330175"/>
                  </a:lnTo>
                  <a:lnTo>
                    <a:pt x="153857" y="330658"/>
                  </a:lnTo>
                  <a:lnTo>
                    <a:pt x="159162" y="330972"/>
                  </a:lnTo>
                  <a:lnTo>
                    <a:pt x="164475" y="331117"/>
                  </a:lnTo>
                  <a:lnTo>
                    <a:pt x="169790" y="331093"/>
                  </a:lnTo>
                  <a:lnTo>
                    <a:pt x="175101" y="330900"/>
                  </a:lnTo>
                  <a:lnTo>
                    <a:pt x="180403" y="330539"/>
                  </a:lnTo>
                  <a:lnTo>
                    <a:pt x="185691" y="330009"/>
                  </a:lnTo>
                  <a:lnTo>
                    <a:pt x="190960" y="329311"/>
                  </a:lnTo>
                  <a:lnTo>
                    <a:pt x="196204" y="328447"/>
                  </a:lnTo>
                  <a:lnTo>
                    <a:pt x="201418" y="327416"/>
                  </a:lnTo>
                  <a:lnTo>
                    <a:pt x="206596" y="326219"/>
                  </a:lnTo>
                  <a:lnTo>
                    <a:pt x="211733" y="324859"/>
                  </a:lnTo>
                  <a:lnTo>
                    <a:pt x="216825" y="323336"/>
                  </a:lnTo>
                  <a:lnTo>
                    <a:pt x="221866" y="321652"/>
                  </a:lnTo>
                  <a:lnTo>
                    <a:pt x="226851" y="319809"/>
                  </a:lnTo>
                  <a:lnTo>
                    <a:pt x="231774" y="317808"/>
                  </a:lnTo>
                  <a:lnTo>
                    <a:pt x="236632" y="315651"/>
                  </a:lnTo>
                  <a:lnTo>
                    <a:pt x="241419" y="313341"/>
                  </a:lnTo>
                  <a:lnTo>
                    <a:pt x="246129" y="310881"/>
                  </a:lnTo>
                  <a:lnTo>
                    <a:pt x="250759" y="308271"/>
                  </a:lnTo>
                  <a:lnTo>
                    <a:pt x="255304" y="305516"/>
                  </a:lnTo>
                  <a:lnTo>
                    <a:pt x="259759" y="302618"/>
                  </a:lnTo>
                  <a:lnTo>
                    <a:pt x="264120" y="299580"/>
                  </a:lnTo>
                  <a:lnTo>
                    <a:pt x="268381" y="296404"/>
                  </a:lnTo>
                  <a:lnTo>
                    <a:pt x="272540" y="293095"/>
                  </a:lnTo>
                  <a:lnTo>
                    <a:pt x="276591" y="289655"/>
                  </a:lnTo>
                  <a:lnTo>
                    <a:pt x="280531" y="286088"/>
                  </a:lnTo>
                  <a:lnTo>
                    <a:pt x="284356" y="282398"/>
                  </a:lnTo>
                  <a:lnTo>
                    <a:pt x="288061" y="278588"/>
                  </a:lnTo>
                  <a:lnTo>
                    <a:pt x="291644" y="274662"/>
                  </a:lnTo>
                  <a:lnTo>
                    <a:pt x="295099" y="270624"/>
                  </a:lnTo>
                  <a:lnTo>
                    <a:pt x="298425" y="266479"/>
                  </a:lnTo>
                  <a:lnTo>
                    <a:pt x="301617" y="262230"/>
                  </a:lnTo>
                  <a:lnTo>
                    <a:pt x="304673" y="257881"/>
                  </a:lnTo>
                  <a:lnTo>
                    <a:pt x="307588" y="253438"/>
                  </a:lnTo>
                  <a:lnTo>
                    <a:pt x="310361" y="248904"/>
                  </a:lnTo>
                  <a:lnTo>
                    <a:pt x="312989" y="244284"/>
                  </a:lnTo>
                  <a:lnTo>
                    <a:pt x="315468" y="239583"/>
                  </a:lnTo>
                  <a:lnTo>
                    <a:pt x="317797" y="234805"/>
                  </a:lnTo>
                  <a:lnTo>
                    <a:pt x="319972" y="229956"/>
                  </a:lnTo>
                  <a:lnTo>
                    <a:pt x="321992" y="225041"/>
                  </a:lnTo>
                  <a:lnTo>
                    <a:pt x="323855" y="220063"/>
                  </a:lnTo>
                  <a:lnTo>
                    <a:pt x="325559" y="215029"/>
                  </a:lnTo>
                  <a:lnTo>
                    <a:pt x="327102" y="209943"/>
                  </a:lnTo>
                  <a:lnTo>
                    <a:pt x="328483" y="204811"/>
                  </a:lnTo>
                  <a:lnTo>
                    <a:pt x="329699" y="199638"/>
                  </a:lnTo>
                  <a:lnTo>
                    <a:pt x="330751" y="194428"/>
                  </a:lnTo>
                  <a:lnTo>
                    <a:pt x="331636" y="189188"/>
                  </a:lnTo>
                  <a:lnTo>
                    <a:pt x="332355" y="183922"/>
                  </a:lnTo>
                  <a:lnTo>
                    <a:pt x="332905" y="178636"/>
                  </a:lnTo>
                  <a:lnTo>
                    <a:pt x="333288" y="173335"/>
                  </a:lnTo>
                  <a:lnTo>
                    <a:pt x="333501" y="168024"/>
                  </a:lnTo>
                  <a:lnTo>
                    <a:pt x="333546" y="162710"/>
                  </a:lnTo>
                  <a:lnTo>
                    <a:pt x="333422" y="157397"/>
                  </a:lnTo>
                  <a:lnTo>
                    <a:pt x="333129" y="152090"/>
                  </a:lnTo>
                  <a:lnTo>
                    <a:pt x="332667" y="146795"/>
                  </a:lnTo>
                  <a:lnTo>
                    <a:pt x="332038" y="141518"/>
                  </a:lnTo>
                  <a:lnTo>
                    <a:pt x="331240" y="136264"/>
                  </a:lnTo>
                  <a:lnTo>
                    <a:pt x="330277" y="131037"/>
                  </a:lnTo>
                  <a:lnTo>
                    <a:pt x="329147" y="125844"/>
                  </a:lnTo>
                  <a:lnTo>
                    <a:pt x="327853" y="120689"/>
                  </a:lnTo>
                  <a:lnTo>
                    <a:pt x="326396" y="115578"/>
                  </a:lnTo>
                  <a:lnTo>
                    <a:pt x="324777" y="110516"/>
                  </a:lnTo>
                  <a:lnTo>
                    <a:pt x="322998" y="105508"/>
                  </a:lnTo>
                  <a:lnTo>
                    <a:pt x="321061" y="100559"/>
                  </a:lnTo>
                  <a:lnTo>
                    <a:pt x="318967" y="95674"/>
                  </a:lnTo>
                  <a:lnTo>
                    <a:pt x="316720" y="90858"/>
                  </a:lnTo>
                  <a:lnTo>
                    <a:pt x="314320" y="86116"/>
                  </a:lnTo>
                  <a:lnTo>
                    <a:pt x="311770" y="81452"/>
                  </a:lnTo>
                  <a:lnTo>
                    <a:pt x="309074" y="76873"/>
                  </a:lnTo>
                  <a:lnTo>
                    <a:pt x="306234" y="72381"/>
                  </a:lnTo>
                  <a:lnTo>
                    <a:pt x="303252" y="67981"/>
                  </a:lnTo>
                  <a:lnTo>
                    <a:pt x="300131" y="63679"/>
                  </a:lnTo>
                  <a:lnTo>
                    <a:pt x="296876" y="59478"/>
                  </a:lnTo>
                  <a:lnTo>
                    <a:pt x="293489" y="55383"/>
                  </a:lnTo>
                  <a:lnTo>
                    <a:pt x="289973" y="51397"/>
                  </a:lnTo>
                  <a:lnTo>
                    <a:pt x="286332" y="47525"/>
                  </a:lnTo>
                  <a:lnTo>
                    <a:pt x="282570" y="43771"/>
                  </a:lnTo>
                  <a:lnTo>
                    <a:pt x="278691" y="40138"/>
                  </a:lnTo>
                  <a:lnTo>
                    <a:pt x="274698" y="36631"/>
                  </a:lnTo>
                  <a:lnTo>
                    <a:pt x="270596" y="33252"/>
                  </a:lnTo>
                  <a:lnTo>
                    <a:pt x="266388" y="30005"/>
                  </a:lnTo>
                  <a:lnTo>
                    <a:pt x="262079" y="26894"/>
                  </a:lnTo>
                  <a:lnTo>
                    <a:pt x="257674" y="23921"/>
                  </a:lnTo>
                  <a:lnTo>
                    <a:pt x="253176" y="21090"/>
                  </a:lnTo>
                  <a:lnTo>
                    <a:pt x="248591" y="18403"/>
                  </a:lnTo>
                  <a:lnTo>
                    <a:pt x="243922" y="15863"/>
                  </a:lnTo>
                  <a:lnTo>
                    <a:pt x="239175" y="13473"/>
                  </a:lnTo>
                  <a:lnTo>
                    <a:pt x="234354" y="11236"/>
                  </a:lnTo>
                  <a:lnTo>
                    <a:pt x="229465" y="9152"/>
                  </a:lnTo>
                  <a:lnTo>
                    <a:pt x="224512" y="7225"/>
                  </a:lnTo>
                  <a:lnTo>
                    <a:pt x="219500" y="5456"/>
                  </a:lnTo>
                  <a:lnTo>
                    <a:pt x="214435" y="3848"/>
                  </a:lnTo>
                  <a:lnTo>
                    <a:pt x="209321" y="2401"/>
                  </a:lnTo>
                  <a:lnTo>
                    <a:pt x="204163" y="1118"/>
                  </a:lnTo>
                  <a:lnTo>
                    <a:pt x="198968" y="0"/>
                  </a:lnTo>
                  <a:lnTo>
                    <a:pt x="166383" y="1639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584" cy="167167"/>
            </a:xfrm>
            <a:custGeom>
              <a:avLst/>
              <a:pathLst>
                <a:path w="32584" h="167167">
                  <a:moveTo>
                    <a:pt x="32584" y="3206"/>
                  </a:moveTo>
                  <a:lnTo>
                    <a:pt x="26127" y="2054"/>
                  </a:lnTo>
                  <a:lnTo>
                    <a:pt x="19631" y="1156"/>
                  </a:lnTo>
                  <a:lnTo>
                    <a:pt x="13104" y="514"/>
                  </a:lnTo>
                  <a:lnTo>
                    <a:pt x="6557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1230" y="1322571"/>
              <a:ext cx="77490" cy="167167"/>
            </a:xfrm>
            <a:custGeom>
              <a:avLst/>
              <a:pathLst>
                <a:path w="77490" h="167167">
                  <a:moveTo>
                    <a:pt x="77490" y="0"/>
                  </a:moveTo>
                  <a:lnTo>
                    <a:pt x="71736" y="99"/>
                  </a:lnTo>
                  <a:lnTo>
                    <a:pt x="65989" y="396"/>
                  </a:lnTo>
                  <a:lnTo>
                    <a:pt x="60255" y="890"/>
                  </a:lnTo>
                  <a:lnTo>
                    <a:pt x="54542" y="1582"/>
                  </a:lnTo>
                  <a:lnTo>
                    <a:pt x="48856" y="2470"/>
                  </a:lnTo>
                  <a:lnTo>
                    <a:pt x="43203" y="3553"/>
                  </a:lnTo>
                  <a:lnTo>
                    <a:pt x="37592" y="4831"/>
                  </a:lnTo>
                  <a:lnTo>
                    <a:pt x="32028" y="6300"/>
                  </a:lnTo>
                  <a:lnTo>
                    <a:pt x="26517" y="7960"/>
                  </a:lnTo>
                  <a:lnTo>
                    <a:pt x="21067" y="9809"/>
                  </a:lnTo>
                  <a:lnTo>
                    <a:pt x="15684" y="11845"/>
                  </a:lnTo>
                  <a:lnTo>
                    <a:pt x="10374" y="14064"/>
                  </a:lnTo>
                  <a:lnTo>
                    <a:pt x="5144" y="16465"/>
                  </a:lnTo>
                  <a:lnTo>
                    <a:pt x="0" y="19045"/>
                  </a:lnTo>
                  <a:lnTo>
                    <a:pt x="7749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230" y="1341617"/>
              <a:ext cx="77490" cy="148122"/>
            </a:xfrm>
            <a:custGeom>
              <a:avLst/>
              <a:pathLst>
                <a:path w="77490" h="148122">
                  <a:moveTo>
                    <a:pt x="0" y="0"/>
                  </a:moveTo>
                  <a:lnTo>
                    <a:pt x="77490" y="148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7" y="1341617"/>
              <a:ext cx="334311" cy="315289"/>
            </a:xfrm>
            <a:custGeom>
              <a:avLst/>
              <a:pathLst>
                <a:path w="334311" h="315289">
                  <a:moveTo>
                    <a:pt x="89663" y="0"/>
                  </a:moveTo>
                  <a:lnTo>
                    <a:pt x="85014" y="2526"/>
                  </a:lnTo>
                  <a:lnTo>
                    <a:pt x="80448" y="5198"/>
                  </a:lnTo>
                  <a:lnTo>
                    <a:pt x="75969" y="8013"/>
                  </a:lnTo>
                  <a:lnTo>
                    <a:pt x="71581" y="10969"/>
                  </a:lnTo>
                  <a:lnTo>
                    <a:pt x="67289" y="14062"/>
                  </a:lnTo>
                  <a:lnTo>
                    <a:pt x="63097" y="17289"/>
                  </a:lnTo>
                  <a:lnTo>
                    <a:pt x="59009" y="20647"/>
                  </a:lnTo>
                  <a:lnTo>
                    <a:pt x="55029" y="24133"/>
                  </a:lnTo>
                  <a:lnTo>
                    <a:pt x="51162" y="27743"/>
                  </a:lnTo>
                  <a:lnTo>
                    <a:pt x="47411" y="31474"/>
                  </a:lnTo>
                  <a:lnTo>
                    <a:pt x="43780" y="35321"/>
                  </a:lnTo>
                  <a:lnTo>
                    <a:pt x="40272" y="39282"/>
                  </a:lnTo>
                  <a:lnTo>
                    <a:pt x="36891" y="43351"/>
                  </a:lnTo>
                  <a:lnTo>
                    <a:pt x="33641" y="47526"/>
                  </a:lnTo>
                  <a:lnTo>
                    <a:pt x="30525" y="51801"/>
                  </a:lnTo>
                  <a:lnTo>
                    <a:pt x="27546" y="56173"/>
                  </a:lnTo>
                  <a:lnTo>
                    <a:pt x="24706" y="60636"/>
                  </a:lnTo>
                  <a:lnTo>
                    <a:pt x="22009" y="65188"/>
                  </a:lnTo>
                  <a:lnTo>
                    <a:pt x="19457" y="69822"/>
                  </a:lnTo>
                  <a:lnTo>
                    <a:pt x="17053" y="74535"/>
                  </a:lnTo>
                  <a:lnTo>
                    <a:pt x="14800" y="79322"/>
                  </a:lnTo>
                  <a:lnTo>
                    <a:pt x="12699" y="84177"/>
                  </a:lnTo>
                  <a:lnTo>
                    <a:pt x="10753" y="89097"/>
                  </a:lnTo>
                  <a:lnTo>
                    <a:pt x="8964" y="94075"/>
                  </a:lnTo>
                  <a:lnTo>
                    <a:pt x="7333" y="99108"/>
                  </a:lnTo>
                  <a:lnTo>
                    <a:pt x="5862" y="104190"/>
                  </a:lnTo>
                  <a:lnTo>
                    <a:pt x="4552" y="109316"/>
                  </a:lnTo>
                  <a:lnTo>
                    <a:pt x="3406" y="114481"/>
                  </a:lnTo>
                  <a:lnTo>
                    <a:pt x="2423" y="119679"/>
                  </a:lnTo>
                  <a:lnTo>
                    <a:pt x="1606" y="124906"/>
                  </a:lnTo>
                  <a:lnTo>
                    <a:pt x="954" y="130156"/>
                  </a:lnTo>
                  <a:lnTo>
                    <a:pt x="469" y="135424"/>
                  </a:lnTo>
                  <a:lnTo>
                    <a:pt x="151" y="140705"/>
                  </a:lnTo>
                  <a:lnTo>
                    <a:pt x="0" y="145993"/>
                  </a:lnTo>
                  <a:lnTo>
                    <a:pt x="16" y="151284"/>
                  </a:lnTo>
                  <a:lnTo>
                    <a:pt x="200" y="156571"/>
                  </a:lnTo>
                  <a:lnTo>
                    <a:pt x="551" y="161850"/>
                  </a:lnTo>
                  <a:lnTo>
                    <a:pt x="1068" y="167115"/>
                  </a:lnTo>
                  <a:lnTo>
                    <a:pt x="1753" y="172361"/>
                  </a:lnTo>
                  <a:lnTo>
                    <a:pt x="2603" y="177583"/>
                  </a:lnTo>
                  <a:lnTo>
                    <a:pt x="3617" y="182775"/>
                  </a:lnTo>
                  <a:lnTo>
                    <a:pt x="4796" y="187933"/>
                  </a:lnTo>
                  <a:lnTo>
                    <a:pt x="6137" y="193050"/>
                  </a:lnTo>
                  <a:lnTo>
                    <a:pt x="7639" y="198123"/>
                  </a:lnTo>
                  <a:lnTo>
                    <a:pt x="9301" y="203145"/>
                  </a:lnTo>
                  <a:lnTo>
                    <a:pt x="11121" y="208113"/>
                  </a:lnTo>
                  <a:lnTo>
                    <a:pt x="13098" y="213020"/>
                  </a:lnTo>
                  <a:lnTo>
                    <a:pt x="15229" y="217863"/>
                  </a:lnTo>
                  <a:lnTo>
                    <a:pt x="17512" y="222635"/>
                  </a:lnTo>
                  <a:lnTo>
                    <a:pt x="19944" y="227333"/>
                  </a:lnTo>
                  <a:lnTo>
                    <a:pt x="22525" y="231952"/>
                  </a:lnTo>
                  <a:lnTo>
                    <a:pt x="25250" y="236486"/>
                  </a:lnTo>
                  <a:lnTo>
                    <a:pt x="28117" y="240932"/>
                  </a:lnTo>
                  <a:lnTo>
                    <a:pt x="31124" y="245286"/>
                  </a:lnTo>
                  <a:lnTo>
                    <a:pt x="34266" y="249541"/>
                  </a:lnTo>
                  <a:lnTo>
                    <a:pt x="37542" y="253696"/>
                  </a:lnTo>
                  <a:lnTo>
                    <a:pt x="40948" y="257744"/>
                  </a:lnTo>
                  <a:lnTo>
                    <a:pt x="44480" y="261683"/>
                  </a:lnTo>
                  <a:lnTo>
                    <a:pt x="48135" y="265508"/>
                  </a:lnTo>
                  <a:lnTo>
                    <a:pt x="51909" y="269215"/>
                  </a:lnTo>
                  <a:lnTo>
                    <a:pt x="55799" y="272801"/>
                  </a:lnTo>
                  <a:lnTo>
                    <a:pt x="59800" y="276263"/>
                  </a:lnTo>
                  <a:lnTo>
                    <a:pt x="63908" y="279595"/>
                  </a:lnTo>
                  <a:lnTo>
                    <a:pt x="68120" y="282797"/>
                  </a:lnTo>
                  <a:lnTo>
                    <a:pt x="72432" y="285863"/>
                  </a:lnTo>
                  <a:lnTo>
                    <a:pt x="76838" y="288791"/>
                  </a:lnTo>
                  <a:lnTo>
                    <a:pt x="81334" y="291579"/>
                  </a:lnTo>
                  <a:lnTo>
                    <a:pt x="85917" y="294223"/>
                  </a:lnTo>
                  <a:lnTo>
                    <a:pt x="90581" y="296720"/>
                  </a:lnTo>
                  <a:lnTo>
                    <a:pt x="95321" y="299069"/>
                  </a:lnTo>
                  <a:lnTo>
                    <a:pt x="100134" y="301266"/>
                  </a:lnTo>
                  <a:lnTo>
                    <a:pt x="105013" y="303310"/>
                  </a:lnTo>
                  <a:lnTo>
                    <a:pt x="109955" y="305199"/>
                  </a:lnTo>
                  <a:lnTo>
                    <a:pt x="114954" y="306930"/>
                  </a:lnTo>
                  <a:lnTo>
                    <a:pt x="120006" y="308502"/>
                  </a:lnTo>
                  <a:lnTo>
                    <a:pt x="125104" y="309914"/>
                  </a:lnTo>
                  <a:lnTo>
                    <a:pt x="130245" y="311164"/>
                  </a:lnTo>
                  <a:lnTo>
                    <a:pt x="135423" y="312250"/>
                  </a:lnTo>
                  <a:lnTo>
                    <a:pt x="140632" y="313172"/>
                  </a:lnTo>
                  <a:lnTo>
                    <a:pt x="145868" y="313928"/>
                  </a:lnTo>
                  <a:lnTo>
                    <a:pt x="151126" y="314519"/>
                  </a:lnTo>
                  <a:lnTo>
                    <a:pt x="156399" y="314943"/>
                  </a:lnTo>
                  <a:lnTo>
                    <a:pt x="161684" y="315199"/>
                  </a:lnTo>
                  <a:lnTo>
                    <a:pt x="166973" y="315289"/>
                  </a:lnTo>
                  <a:lnTo>
                    <a:pt x="172263" y="315211"/>
                  </a:lnTo>
                  <a:lnTo>
                    <a:pt x="177548" y="314965"/>
                  </a:lnTo>
                  <a:lnTo>
                    <a:pt x="182822" y="314553"/>
                  </a:lnTo>
                  <a:lnTo>
                    <a:pt x="188081" y="313974"/>
                  </a:lnTo>
                  <a:lnTo>
                    <a:pt x="193319" y="313229"/>
                  </a:lnTo>
                  <a:lnTo>
                    <a:pt x="198530" y="312318"/>
                  </a:lnTo>
                  <a:lnTo>
                    <a:pt x="203710" y="311243"/>
                  </a:lnTo>
                  <a:lnTo>
                    <a:pt x="208854" y="310004"/>
                  </a:lnTo>
                  <a:lnTo>
                    <a:pt x="213955" y="308604"/>
                  </a:lnTo>
                  <a:lnTo>
                    <a:pt x="219010" y="307042"/>
                  </a:lnTo>
                  <a:lnTo>
                    <a:pt x="224013" y="305322"/>
                  </a:lnTo>
                  <a:lnTo>
                    <a:pt x="228959" y="303444"/>
                  </a:lnTo>
                  <a:lnTo>
                    <a:pt x="233843" y="301410"/>
                  </a:lnTo>
                  <a:lnTo>
                    <a:pt x="238660" y="299223"/>
                  </a:lnTo>
                  <a:lnTo>
                    <a:pt x="243406" y="296885"/>
                  </a:lnTo>
                  <a:lnTo>
                    <a:pt x="248075" y="294397"/>
                  </a:lnTo>
                  <a:lnTo>
                    <a:pt x="252663" y="291763"/>
                  </a:lnTo>
                  <a:lnTo>
                    <a:pt x="257166" y="288986"/>
                  </a:lnTo>
                  <a:lnTo>
                    <a:pt x="261578" y="286067"/>
                  </a:lnTo>
                  <a:lnTo>
                    <a:pt x="265896" y="283010"/>
                  </a:lnTo>
                  <a:lnTo>
                    <a:pt x="270115" y="279818"/>
                  </a:lnTo>
                  <a:lnTo>
                    <a:pt x="274231" y="276494"/>
                  </a:lnTo>
                  <a:lnTo>
                    <a:pt x="278239" y="273041"/>
                  </a:lnTo>
                  <a:lnTo>
                    <a:pt x="282137" y="269463"/>
                  </a:lnTo>
                  <a:lnTo>
                    <a:pt x="285919" y="265764"/>
                  </a:lnTo>
                  <a:lnTo>
                    <a:pt x="289582" y="261947"/>
                  </a:lnTo>
                  <a:lnTo>
                    <a:pt x="293122" y="258016"/>
                  </a:lnTo>
                  <a:lnTo>
                    <a:pt x="296537" y="253975"/>
                  </a:lnTo>
                  <a:lnTo>
                    <a:pt x="299822" y="249828"/>
                  </a:lnTo>
                  <a:lnTo>
                    <a:pt x="302973" y="245578"/>
                  </a:lnTo>
                  <a:lnTo>
                    <a:pt x="305989" y="241232"/>
                  </a:lnTo>
                  <a:lnTo>
                    <a:pt x="308866" y="236792"/>
                  </a:lnTo>
                  <a:lnTo>
                    <a:pt x="311601" y="232263"/>
                  </a:lnTo>
                  <a:lnTo>
                    <a:pt x="314191" y="227650"/>
                  </a:lnTo>
                  <a:lnTo>
                    <a:pt x="316634" y="222958"/>
                  </a:lnTo>
                  <a:lnTo>
                    <a:pt x="318927" y="218190"/>
                  </a:lnTo>
                  <a:lnTo>
                    <a:pt x="321069" y="213352"/>
                  </a:lnTo>
                  <a:lnTo>
                    <a:pt x="323056" y="208449"/>
                  </a:lnTo>
                  <a:lnTo>
                    <a:pt x="324887" y="203485"/>
                  </a:lnTo>
                  <a:lnTo>
                    <a:pt x="326560" y="198466"/>
                  </a:lnTo>
                  <a:lnTo>
                    <a:pt x="328073" y="193397"/>
                  </a:lnTo>
                  <a:lnTo>
                    <a:pt x="329425" y="188282"/>
                  </a:lnTo>
                  <a:lnTo>
                    <a:pt x="330615" y="183127"/>
                  </a:lnTo>
                  <a:lnTo>
                    <a:pt x="331640" y="177937"/>
                  </a:lnTo>
                  <a:lnTo>
                    <a:pt x="332502" y="172717"/>
                  </a:lnTo>
                  <a:lnTo>
                    <a:pt x="333197" y="167473"/>
                  </a:lnTo>
                  <a:lnTo>
                    <a:pt x="333726" y="162209"/>
                  </a:lnTo>
                  <a:lnTo>
                    <a:pt x="334089" y="156931"/>
                  </a:lnTo>
                  <a:lnTo>
                    <a:pt x="334284" y="151644"/>
                  </a:lnTo>
                  <a:lnTo>
                    <a:pt x="334311" y="146354"/>
                  </a:lnTo>
                  <a:lnTo>
                    <a:pt x="334172" y="141065"/>
                  </a:lnTo>
                  <a:lnTo>
                    <a:pt x="333865" y="135783"/>
                  </a:lnTo>
                  <a:lnTo>
                    <a:pt x="333391" y="130514"/>
                  </a:lnTo>
                  <a:lnTo>
                    <a:pt x="332751" y="125263"/>
                  </a:lnTo>
                  <a:lnTo>
                    <a:pt x="331944" y="120034"/>
                  </a:lnTo>
                  <a:lnTo>
                    <a:pt x="330973" y="114833"/>
                  </a:lnTo>
                  <a:lnTo>
                    <a:pt x="329838" y="109666"/>
                  </a:lnTo>
                  <a:lnTo>
                    <a:pt x="328539" y="104538"/>
                  </a:lnTo>
                  <a:lnTo>
                    <a:pt x="327079" y="99453"/>
                  </a:lnTo>
                  <a:lnTo>
                    <a:pt x="325459" y="94416"/>
                  </a:lnTo>
                  <a:lnTo>
                    <a:pt x="323680" y="89434"/>
                  </a:lnTo>
                  <a:lnTo>
                    <a:pt x="321745" y="84510"/>
                  </a:lnTo>
                  <a:lnTo>
                    <a:pt x="319655" y="79650"/>
                  </a:lnTo>
                  <a:lnTo>
                    <a:pt x="317412" y="74859"/>
                  </a:lnTo>
                  <a:lnTo>
                    <a:pt x="315018" y="70141"/>
                  </a:lnTo>
                  <a:lnTo>
                    <a:pt x="312476" y="65501"/>
                  </a:lnTo>
                  <a:lnTo>
                    <a:pt x="309789" y="60944"/>
                  </a:lnTo>
                  <a:lnTo>
                    <a:pt x="306959" y="56474"/>
                  </a:lnTo>
                  <a:lnTo>
                    <a:pt x="303989" y="52096"/>
                  </a:lnTo>
                  <a:lnTo>
                    <a:pt x="300882" y="47814"/>
                  </a:lnTo>
                  <a:lnTo>
                    <a:pt x="297641" y="43632"/>
                  </a:lnTo>
                  <a:lnTo>
                    <a:pt x="294269" y="39556"/>
                  </a:lnTo>
                  <a:lnTo>
                    <a:pt x="290770" y="35587"/>
                  </a:lnTo>
                  <a:lnTo>
                    <a:pt x="167153" y="148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23616" cy="167167"/>
            </a:xfrm>
            <a:custGeom>
              <a:avLst/>
              <a:pathLst>
                <a:path w="123616" h="167167">
                  <a:moveTo>
                    <a:pt x="123616" y="54633"/>
                  </a:moveTo>
                  <a:lnTo>
                    <a:pt x="119802" y="50581"/>
                  </a:lnTo>
                  <a:lnTo>
                    <a:pt x="115855" y="46658"/>
                  </a:lnTo>
                  <a:lnTo>
                    <a:pt x="111779" y="42868"/>
                  </a:lnTo>
                  <a:lnTo>
                    <a:pt x="107580" y="39216"/>
                  </a:lnTo>
                  <a:lnTo>
                    <a:pt x="103261" y="35706"/>
                  </a:lnTo>
                  <a:lnTo>
                    <a:pt x="98828" y="32342"/>
                  </a:lnTo>
                  <a:lnTo>
                    <a:pt x="94286" y="29127"/>
                  </a:lnTo>
                  <a:lnTo>
                    <a:pt x="89639" y="26065"/>
                  </a:lnTo>
                  <a:lnTo>
                    <a:pt x="84893" y="23160"/>
                  </a:lnTo>
                  <a:lnTo>
                    <a:pt x="80052" y="20414"/>
                  </a:lnTo>
                  <a:lnTo>
                    <a:pt x="75123" y="17830"/>
                  </a:lnTo>
                  <a:lnTo>
                    <a:pt x="70111" y="15413"/>
                  </a:lnTo>
                  <a:lnTo>
                    <a:pt x="65021" y="13163"/>
                  </a:lnTo>
                  <a:lnTo>
                    <a:pt x="59859" y="11084"/>
                  </a:lnTo>
                  <a:lnTo>
                    <a:pt x="54630" y="9178"/>
                  </a:lnTo>
                  <a:lnTo>
                    <a:pt x="49341" y="7447"/>
                  </a:lnTo>
                  <a:lnTo>
                    <a:pt x="43997" y="5893"/>
                  </a:lnTo>
                  <a:lnTo>
                    <a:pt x="38605" y="4518"/>
                  </a:lnTo>
                  <a:lnTo>
                    <a:pt x="33170" y="3323"/>
                  </a:lnTo>
                  <a:lnTo>
                    <a:pt x="27698" y="2310"/>
                  </a:lnTo>
                  <a:lnTo>
                    <a:pt x="22195" y="1480"/>
                  </a:lnTo>
                  <a:lnTo>
                    <a:pt x="16668" y="833"/>
                  </a:lnTo>
                  <a:lnTo>
                    <a:pt x="11122" y="370"/>
                  </a:lnTo>
                  <a:lnTo>
                    <a:pt x="556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1444" y="1681503"/>
              <a:ext cx="5080" cy="167167"/>
            </a:xfrm>
            <a:custGeom>
              <a:avLst/>
              <a:pathLst>
                <a:path w="5080" h="167167">
                  <a:moveTo>
                    <a:pt x="5080" y="0"/>
                  </a:moveTo>
                  <a:lnTo>
                    <a:pt x="0" y="77"/>
                  </a:lnTo>
                  <a:lnTo>
                    <a:pt x="50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51250" y="1681580"/>
              <a:ext cx="135274" cy="167090"/>
            </a:xfrm>
            <a:custGeom>
              <a:avLst/>
              <a:pathLst>
                <a:path w="135274" h="167090">
                  <a:moveTo>
                    <a:pt x="130194" y="0"/>
                  </a:moveTo>
                  <a:lnTo>
                    <a:pt x="124753" y="254"/>
                  </a:lnTo>
                  <a:lnTo>
                    <a:pt x="119323" y="685"/>
                  </a:lnTo>
                  <a:lnTo>
                    <a:pt x="113910" y="1293"/>
                  </a:lnTo>
                  <a:lnTo>
                    <a:pt x="108519" y="2077"/>
                  </a:lnTo>
                  <a:lnTo>
                    <a:pt x="103157" y="3037"/>
                  </a:lnTo>
                  <a:lnTo>
                    <a:pt x="97829" y="4170"/>
                  </a:lnTo>
                  <a:lnTo>
                    <a:pt x="92541" y="5476"/>
                  </a:lnTo>
                  <a:lnTo>
                    <a:pt x="87298" y="6955"/>
                  </a:lnTo>
                  <a:lnTo>
                    <a:pt x="82106" y="8603"/>
                  </a:lnTo>
                  <a:lnTo>
                    <a:pt x="76971" y="10419"/>
                  </a:lnTo>
                  <a:lnTo>
                    <a:pt x="71897" y="12402"/>
                  </a:lnTo>
                  <a:lnTo>
                    <a:pt x="66891" y="14549"/>
                  </a:lnTo>
                  <a:lnTo>
                    <a:pt x="61958" y="16858"/>
                  </a:lnTo>
                  <a:lnTo>
                    <a:pt x="57102" y="19326"/>
                  </a:lnTo>
                  <a:lnTo>
                    <a:pt x="52329" y="21951"/>
                  </a:lnTo>
                  <a:lnTo>
                    <a:pt x="47645" y="24731"/>
                  </a:lnTo>
                  <a:lnTo>
                    <a:pt x="43053" y="27662"/>
                  </a:lnTo>
                  <a:lnTo>
                    <a:pt x="38559" y="30740"/>
                  </a:lnTo>
                  <a:lnTo>
                    <a:pt x="34168" y="33964"/>
                  </a:lnTo>
                  <a:lnTo>
                    <a:pt x="29884" y="37328"/>
                  </a:lnTo>
                  <a:lnTo>
                    <a:pt x="25713" y="40831"/>
                  </a:lnTo>
                  <a:lnTo>
                    <a:pt x="21657" y="44468"/>
                  </a:lnTo>
                  <a:lnTo>
                    <a:pt x="17722" y="48234"/>
                  </a:lnTo>
                  <a:lnTo>
                    <a:pt x="13912" y="52127"/>
                  </a:lnTo>
                  <a:lnTo>
                    <a:pt x="10231" y="56142"/>
                  </a:lnTo>
                  <a:lnTo>
                    <a:pt x="6683" y="60275"/>
                  </a:lnTo>
                  <a:lnTo>
                    <a:pt x="3271" y="64522"/>
                  </a:lnTo>
                  <a:lnTo>
                    <a:pt x="0" y="68877"/>
                  </a:lnTo>
                  <a:lnTo>
                    <a:pt x="135274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31887" y="68954"/>
                  </a:moveTo>
                  <a:lnTo>
                    <a:pt x="28834" y="73303"/>
                  </a:lnTo>
                  <a:lnTo>
                    <a:pt x="25921" y="77747"/>
                  </a:lnTo>
                  <a:lnTo>
                    <a:pt x="23150" y="82281"/>
                  </a:lnTo>
                  <a:lnTo>
                    <a:pt x="20525" y="86901"/>
                  </a:lnTo>
                  <a:lnTo>
                    <a:pt x="18048" y="91602"/>
                  </a:lnTo>
                  <a:lnTo>
                    <a:pt x="15722" y="96379"/>
                  </a:lnTo>
                  <a:lnTo>
                    <a:pt x="13549" y="101228"/>
                  </a:lnTo>
                  <a:lnTo>
                    <a:pt x="11530" y="106144"/>
                  </a:lnTo>
                  <a:lnTo>
                    <a:pt x="9670" y="111121"/>
                  </a:lnTo>
                  <a:lnTo>
                    <a:pt x="7968" y="116155"/>
                  </a:lnTo>
                  <a:lnTo>
                    <a:pt x="6427" y="121240"/>
                  </a:lnTo>
                  <a:lnTo>
                    <a:pt x="5049" y="126372"/>
                  </a:lnTo>
                  <a:lnTo>
                    <a:pt x="3834" y="131545"/>
                  </a:lnTo>
                  <a:lnTo>
                    <a:pt x="2784" y="136754"/>
                  </a:lnTo>
                  <a:lnTo>
                    <a:pt x="1901" y="141994"/>
                  </a:lnTo>
                  <a:lnTo>
                    <a:pt x="1184" y="147259"/>
                  </a:lnTo>
                  <a:lnTo>
                    <a:pt x="635" y="152544"/>
                  </a:lnTo>
                  <a:lnTo>
                    <a:pt x="255" y="157844"/>
                  </a:lnTo>
                  <a:lnTo>
                    <a:pt x="43" y="163154"/>
                  </a:lnTo>
                  <a:lnTo>
                    <a:pt x="0" y="168467"/>
                  </a:lnTo>
                  <a:lnTo>
                    <a:pt x="125" y="173779"/>
                  </a:lnTo>
                  <a:lnTo>
                    <a:pt x="420" y="179085"/>
                  </a:lnTo>
                  <a:lnTo>
                    <a:pt x="883" y="184378"/>
                  </a:lnTo>
                  <a:lnTo>
                    <a:pt x="1514" y="189654"/>
                  </a:lnTo>
                  <a:lnTo>
                    <a:pt x="2312" y="194908"/>
                  </a:lnTo>
                  <a:lnTo>
                    <a:pt x="3277" y="200133"/>
                  </a:lnTo>
                  <a:lnTo>
                    <a:pt x="4408" y="205325"/>
                  </a:lnTo>
                  <a:lnTo>
                    <a:pt x="5703" y="210478"/>
                  </a:lnTo>
                  <a:lnTo>
                    <a:pt x="7161" y="215588"/>
                  </a:lnTo>
                  <a:lnTo>
                    <a:pt x="8781" y="220649"/>
                  </a:lnTo>
                  <a:lnTo>
                    <a:pt x="10560" y="225656"/>
                  </a:lnTo>
                  <a:lnTo>
                    <a:pt x="12498" y="230603"/>
                  </a:lnTo>
                  <a:lnTo>
                    <a:pt x="14593" y="235487"/>
                  </a:lnTo>
                  <a:lnTo>
                    <a:pt x="16841" y="240301"/>
                  </a:lnTo>
                  <a:lnTo>
                    <a:pt x="19242" y="245042"/>
                  </a:lnTo>
                  <a:lnTo>
                    <a:pt x="21791" y="249704"/>
                  </a:lnTo>
                  <a:lnTo>
                    <a:pt x="24488" y="254283"/>
                  </a:lnTo>
                  <a:lnTo>
                    <a:pt x="27329" y="258773"/>
                  </a:lnTo>
                  <a:lnTo>
                    <a:pt x="30311" y="263171"/>
                  </a:lnTo>
                  <a:lnTo>
                    <a:pt x="33431" y="267472"/>
                  </a:lnTo>
                  <a:lnTo>
                    <a:pt x="36687" y="271672"/>
                  </a:lnTo>
                  <a:lnTo>
                    <a:pt x="40074" y="275766"/>
                  </a:lnTo>
                  <a:lnTo>
                    <a:pt x="43590" y="279750"/>
                  </a:lnTo>
                  <a:lnTo>
                    <a:pt x="47231" y="283621"/>
                  </a:lnTo>
                  <a:lnTo>
                    <a:pt x="50992" y="287373"/>
                  </a:lnTo>
                  <a:lnTo>
                    <a:pt x="54872" y="291005"/>
                  </a:lnTo>
                  <a:lnTo>
                    <a:pt x="58864" y="294511"/>
                  </a:lnTo>
                  <a:lnTo>
                    <a:pt x="62966" y="297889"/>
                  </a:lnTo>
                  <a:lnTo>
                    <a:pt x="67174" y="301134"/>
                  </a:lnTo>
                  <a:lnTo>
                    <a:pt x="71482" y="304245"/>
                  </a:lnTo>
                  <a:lnTo>
                    <a:pt x="75887" y="307216"/>
                  </a:lnTo>
                  <a:lnTo>
                    <a:pt x="80384" y="310047"/>
                  </a:lnTo>
                  <a:lnTo>
                    <a:pt x="84969" y="312732"/>
                  </a:lnTo>
                  <a:lnTo>
                    <a:pt x="89637" y="315271"/>
                  </a:lnTo>
                  <a:lnTo>
                    <a:pt x="94383" y="317660"/>
                  </a:lnTo>
                  <a:lnTo>
                    <a:pt x="99203" y="319897"/>
                  </a:lnTo>
                  <a:lnTo>
                    <a:pt x="104092" y="321980"/>
                  </a:lnTo>
                  <a:lnTo>
                    <a:pt x="109044" y="323906"/>
                  </a:lnTo>
                  <a:lnTo>
                    <a:pt x="114055" y="325674"/>
                  </a:lnTo>
                  <a:lnTo>
                    <a:pt x="119119" y="327282"/>
                  </a:lnTo>
                  <a:lnTo>
                    <a:pt x="124233" y="328728"/>
                  </a:lnTo>
                  <a:lnTo>
                    <a:pt x="129389" y="330011"/>
                  </a:lnTo>
                  <a:lnTo>
                    <a:pt x="134584" y="331129"/>
                  </a:lnTo>
                  <a:lnTo>
                    <a:pt x="139811" y="332082"/>
                  </a:lnTo>
                  <a:lnTo>
                    <a:pt x="145067" y="332868"/>
                  </a:lnTo>
                  <a:lnTo>
                    <a:pt x="150344" y="333486"/>
                  </a:lnTo>
                  <a:lnTo>
                    <a:pt x="155639" y="333937"/>
                  </a:lnTo>
                  <a:lnTo>
                    <a:pt x="160945" y="334219"/>
                  </a:lnTo>
                  <a:lnTo>
                    <a:pt x="166257" y="334332"/>
                  </a:lnTo>
                  <a:lnTo>
                    <a:pt x="171571" y="334276"/>
                  </a:lnTo>
                  <a:lnTo>
                    <a:pt x="176880" y="334052"/>
                  </a:lnTo>
                  <a:lnTo>
                    <a:pt x="182179" y="333659"/>
                  </a:lnTo>
                  <a:lnTo>
                    <a:pt x="187463" y="333097"/>
                  </a:lnTo>
                  <a:lnTo>
                    <a:pt x="192726" y="332368"/>
                  </a:lnTo>
                  <a:lnTo>
                    <a:pt x="197964" y="331472"/>
                  </a:lnTo>
                  <a:lnTo>
                    <a:pt x="203170" y="330410"/>
                  </a:lnTo>
                  <a:lnTo>
                    <a:pt x="208340" y="329183"/>
                  </a:lnTo>
                  <a:lnTo>
                    <a:pt x="213469" y="327793"/>
                  </a:lnTo>
                  <a:lnTo>
                    <a:pt x="218551" y="326240"/>
                  </a:lnTo>
                  <a:lnTo>
                    <a:pt x="223580" y="324526"/>
                  </a:lnTo>
                  <a:lnTo>
                    <a:pt x="228553" y="322654"/>
                  </a:lnTo>
                  <a:lnTo>
                    <a:pt x="233464" y="320624"/>
                  </a:lnTo>
                  <a:lnTo>
                    <a:pt x="238308" y="318439"/>
                  </a:lnTo>
                  <a:lnTo>
                    <a:pt x="243079" y="316101"/>
                  </a:lnTo>
                  <a:lnTo>
                    <a:pt x="247775" y="313613"/>
                  </a:lnTo>
                  <a:lnTo>
                    <a:pt x="252388" y="310977"/>
                  </a:lnTo>
                  <a:lnTo>
                    <a:pt x="256916" y="308196"/>
                  </a:lnTo>
                  <a:lnTo>
                    <a:pt x="261353" y="305272"/>
                  </a:lnTo>
                  <a:lnTo>
                    <a:pt x="265695" y="302209"/>
                  </a:lnTo>
                  <a:lnTo>
                    <a:pt x="269937" y="299009"/>
                  </a:lnTo>
                  <a:lnTo>
                    <a:pt x="274075" y="295676"/>
                  </a:lnTo>
                  <a:lnTo>
                    <a:pt x="278105" y="292213"/>
                  </a:lnTo>
                  <a:lnTo>
                    <a:pt x="282024" y="288624"/>
                  </a:lnTo>
                  <a:lnTo>
                    <a:pt x="285826" y="284912"/>
                  </a:lnTo>
                  <a:lnTo>
                    <a:pt x="289508" y="281081"/>
                  </a:lnTo>
                  <a:lnTo>
                    <a:pt x="293067" y="277135"/>
                  </a:lnTo>
                  <a:lnTo>
                    <a:pt x="296498" y="273078"/>
                  </a:lnTo>
                  <a:lnTo>
                    <a:pt x="299799" y="268913"/>
                  </a:lnTo>
                  <a:lnTo>
                    <a:pt x="302966" y="264646"/>
                  </a:lnTo>
                  <a:lnTo>
                    <a:pt x="305995" y="260281"/>
                  </a:lnTo>
                  <a:lnTo>
                    <a:pt x="308885" y="255821"/>
                  </a:lnTo>
                  <a:lnTo>
                    <a:pt x="311631" y="251272"/>
                  </a:lnTo>
                  <a:lnTo>
                    <a:pt x="314231" y="246638"/>
                  </a:lnTo>
                  <a:lnTo>
                    <a:pt x="316682" y="241924"/>
                  </a:lnTo>
                  <a:lnTo>
                    <a:pt x="318983" y="237134"/>
                  </a:lnTo>
                  <a:lnTo>
                    <a:pt x="321130" y="232273"/>
                  </a:lnTo>
                  <a:lnTo>
                    <a:pt x="323121" y="227347"/>
                  </a:lnTo>
                  <a:lnTo>
                    <a:pt x="324955" y="222360"/>
                  </a:lnTo>
                  <a:lnTo>
                    <a:pt x="326630" y="217317"/>
                  </a:lnTo>
                  <a:lnTo>
                    <a:pt x="328143" y="212223"/>
                  </a:lnTo>
                  <a:lnTo>
                    <a:pt x="329494" y="207084"/>
                  </a:lnTo>
                  <a:lnTo>
                    <a:pt x="330680" y="201905"/>
                  </a:lnTo>
                  <a:lnTo>
                    <a:pt x="331702" y="196690"/>
                  </a:lnTo>
                  <a:lnTo>
                    <a:pt x="332557" y="191446"/>
                  </a:lnTo>
                  <a:lnTo>
                    <a:pt x="333245" y="186177"/>
                  </a:lnTo>
                  <a:lnTo>
                    <a:pt x="333765" y="180889"/>
                  </a:lnTo>
                  <a:lnTo>
                    <a:pt x="334117" y="175587"/>
                  </a:lnTo>
                  <a:lnTo>
                    <a:pt x="334300" y="170276"/>
                  </a:lnTo>
                  <a:lnTo>
                    <a:pt x="334315" y="164962"/>
                  </a:lnTo>
                  <a:lnTo>
                    <a:pt x="334160" y="159651"/>
                  </a:lnTo>
                  <a:lnTo>
                    <a:pt x="333837" y="154347"/>
                  </a:lnTo>
                  <a:lnTo>
                    <a:pt x="333345" y="149056"/>
                  </a:lnTo>
                  <a:lnTo>
                    <a:pt x="332686" y="143784"/>
                  </a:lnTo>
                  <a:lnTo>
                    <a:pt x="331859" y="138535"/>
                  </a:lnTo>
                  <a:lnTo>
                    <a:pt x="330866" y="133315"/>
                  </a:lnTo>
                  <a:lnTo>
                    <a:pt x="329707" y="128129"/>
                  </a:lnTo>
                  <a:lnTo>
                    <a:pt x="328384" y="122982"/>
                  </a:lnTo>
                  <a:lnTo>
                    <a:pt x="326899" y="117881"/>
                  </a:lnTo>
                  <a:lnTo>
                    <a:pt x="325251" y="112829"/>
                  </a:lnTo>
                  <a:lnTo>
                    <a:pt x="323445" y="107832"/>
                  </a:lnTo>
                  <a:lnTo>
                    <a:pt x="321480" y="102895"/>
                  </a:lnTo>
                  <a:lnTo>
                    <a:pt x="319359" y="98022"/>
                  </a:lnTo>
                  <a:lnTo>
                    <a:pt x="317085" y="93220"/>
                  </a:lnTo>
                  <a:lnTo>
                    <a:pt x="314659" y="88493"/>
                  </a:lnTo>
                  <a:lnTo>
                    <a:pt x="312084" y="83844"/>
                  </a:lnTo>
                  <a:lnTo>
                    <a:pt x="309362" y="79281"/>
                  </a:lnTo>
                  <a:lnTo>
                    <a:pt x="306497" y="74805"/>
                  </a:lnTo>
                  <a:lnTo>
                    <a:pt x="303491" y="70424"/>
                  </a:lnTo>
                  <a:lnTo>
                    <a:pt x="300348" y="66140"/>
                  </a:lnTo>
                  <a:lnTo>
                    <a:pt x="297069" y="61958"/>
                  </a:lnTo>
                  <a:lnTo>
                    <a:pt x="293660" y="57882"/>
                  </a:lnTo>
                  <a:lnTo>
                    <a:pt x="290123" y="53917"/>
                  </a:lnTo>
                  <a:lnTo>
                    <a:pt x="286461" y="50066"/>
                  </a:lnTo>
                  <a:lnTo>
                    <a:pt x="282679" y="46334"/>
                  </a:lnTo>
                  <a:lnTo>
                    <a:pt x="278780" y="42723"/>
                  </a:lnTo>
                  <a:lnTo>
                    <a:pt x="274769" y="39239"/>
                  </a:lnTo>
                  <a:lnTo>
                    <a:pt x="270649" y="35883"/>
                  </a:lnTo>
                  <a:lnTo>
                    <a:pt x="266424" y="32660"/>
                  </a:lnTo>
                  <a:lnTo>
                    <a:pt x="262099" y="29574"/>
                  </a:lnTo>
                  <a:lnTo>
                    <a:pt x="257678" y="26626"/>
                  </a:lnTo>
                  <a:lnTo>
                    <a:pt x="253165" y="23820"/>
                  </a:lnTo>
                  <a:lnTo>
                    <a:pt x="248566" y="21159"/>
                  </a:lnTo>
                  <a:lnTo>
                    <a:pt x="243884" y="18645"/>
                  </a:lnTo>
                  <a:lnTo>
                    <a:pt x="239125" y="16282"/>
                  </a:lnTo>
                  <a:lnTo>
                    <a:pt x="234293" y="14071"/>
                  </a:lnTo>
                  <a:lnTo>
                    <a:pt x="229394" y="12015"/>
                  </a:lnTo>
                  <a:lnTo>
                    <a:pt x="224431" y="10115"/>
                  </a:lnTo>
                  <a:lnTo>
                    <a:pt x="219411" y="8375"/>
                  </a:lnTo>
                  <a:lnTo>
                    <a:pt x="214337" y="6794"/>
                  </a:lnTo>
                  <a:lnTo>
                    <a:pt x="209216" y="5376"/>
                  </a:lnTo>
                  <a:lnTo>
                    <a:pt x="204053" y="4121"/>
                  </a:lnTo>
                  <a:lnTo>
                    <a:pt x="198852" y="3031"/>
                  </a:lnTo>
                  <a:lnTo>
                    <a:pt x="193620" y="2107"/>
                  </a:lnTo>
                  <a:lnTo>
                    <a:pt x="188360" y="1349"/>
                  </a:lnTo>
                  <a:lnTo>
                    <a:pt x="183079" y="759"/>
                  </a:lnTo>
                  <a:lnTo>
                    <a:pt x="177783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5237" y="2126963"/>
              <a:ext cx="36050" cy="167167"/>
            </a:xfrm>
            <a:custGeom>
              <a:avLst/>
              <a:pathLst>
                <a:path w="36050" h="167167">
                  <a:moveTo>
                    <a:pt x="36050" y="0"/>
                  </a:moveTo>
                  <a:lnTo>
                    <a:pt x="28785" y="157"/>
                  </a:lnTo>
                  <a:lnTo>
                    <a:pt x="21534" y="631"/>
                  </a:lnTo>
                  <a:lnTo>
                    <a:pt x="14310" y="1419"/>
                  </a:lnTo>
                  <a:lnTo>
                    <a:pt x="7127" y="2520"/>
                  </a:lnTo>
                  <a:lnTo>
                    <a:pt x="0" y="3933"/>
                  </a:lnTo>
                  <a:lnTo>
                    <a:pt x="360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5237" y="2130897"/>
              <a:ext cx="36050" cy="163234"/>
            </a:xfrm>
            <a:custGeom>
              <a:avLst/>
              <a:pathLst>
                <a:path w="36050" h="163234">
                  <a:moveTo>
                    <a:pt x="0" y="0"/>
                  </a:moveTo>
                  <a:lnTo>
                    <a:pt x="36050" y="1632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3" y="2128210"/>
              <a:ext cx="334329" cy="333068"/>
            </a:xfrm>
            <a:custGeom>
              <a:avLst/>
              <a:pathLst>
                <a:path w="334329" h="333068">
                  <a:moveTo>
                    <a:pt x="131114" y="2687"/>
                  </a:moveTo>
                  <a:lnTo>
                    <a:pt x="125972" y="3908"/>
                  </a:lnTo>
                  <a:lnTo>
                    <a:pt x="120871" y="5291"/>
                  </a:lnTo>
                  <a:lnTo>
                    <a:pt x="115817" y="6834"/>
                  </a:lnTo>
                  <a:lnTo>
                    <a:pt x="110814" y="8537"/>
                  </a:lnTo>
                  <a:lnTo>
                    <a:pt x="105867" y="10397"/>
                  </a:lnTo>
                  <a:lnTo>
                    <a:pt x="100982" y="12412"/>
                  </a:lnTo>
                  <a:lnTo>
                    <a:pt x="96163" y="14581"/>
                  </a:lnTo>
                  <a:lnTo>
                    <a:pt x="91414" y="16901"/>
                  </a:lnTo>
                  <a:lnTo>
                    <a:pt x="86742" y="19370"/>
                  </a:lnTo>
                  <a:lnTo>
                    <a:pt x="82149" y="21985"/>
                  </a:lnTo>
                  <a:lnTo>
                    <a:pt x="77642" y="24744"/>
                  </a:lnTo>
                  <a:lnTo>
                    <a:pt x="73224" y="27644"/>
                  </a:lnTo>
                  <a:lnTo>
                    <a:pt x="68900" y="30683"/>
                  </a:lnTo>
                  <a:lnTo>
                    <a:pt x="64675" y="33857"/>
                  </a:lnTo>
                  <a:lnTo>
                    <a:pt x="60551" y="37162"/>
                  </a:lnTo>
                  <a:lnTo>
                    <a:pt x="56534" y="40597"/>
                  </a:lnTo>
                  <a:lnTo>
                    <a:pt x="52628" y="44156"/>
                  </a:lnTo>
                  <a:lnTo>
                    <a:pt x="48837" y="47838"/>
                  </a:lnTo>
                  <a:lnTo>
                    <a:pt x="45163" y="51637"/>
                  </a:lnTo>
                  <a:lnTo>
                    <a:pt x="41612" y="55550"/>
                  </a:lnTo>
                  <a:lnTo>
                    <a:pt x="38186" y="59574"/>
                  </a:lnTo>
                  <a:lnTo>
                    <a:pt x="34888" y="63704"/>
                  </a:lnTo>
                  <a:lnTo>
                    <a:pt x="31723" y="67937"/>
                  </a:lnTo>
                  <a:lnTo>
                    <a:pt x="28694" y="72267"/>
                  </a:lnTo>
                  <a:lnTo>
                    <a:pt x="25803" y="76691"/>
                  </a:lnTo>
                  <a:lnTo>
                    <a:pt x="23053" y="81204"/>
                  </a:lnTo>
                  <a:lnTo>
                    <a:pt x="20447" y="85801"/>
                  </a:lnTo>
                  <a:lnTo>
                    <a:pt x="17988" y="90479"/>
                  </a:lnTo>
                  <a:lnTo>
                    <a:pt x="15678" y="95232"/>
                  </a:lnTo>
                  <a:lnTo>
                    <a:pt x="13519" y="100056"/>
                  </a:lnTo>
                  <a:lnTo>
                    <a:pt x="11514" y="104946"/>
                  </a:lnTo>
                  <a:lnTo>
                    <a:pt x="9664" y="109896"/>
                  </a:lnTo>
                  <a:lnTo>
                    <a:pt x="7972" y="114903"/>
                  </a:lnTo>
                  <a:lnTo>
                    <a:pt x="6439" y="119960"/>
                  </a:lnTo>
                  <a:lnTo>
                    <a:pt x="5066" y="125064"/>
                  </a:lnTo>
                  <a:lnTo>
                    <a:pt x="3856" y="130208"/>
                  </a:lnTo>
                  <a:lnTo>
                    <a:pt x="2808" y="135388"/>
                  </a:lnTo>
                  <a:lnTo>
                    <a:pt x="1925" y="140599"/>
                  </a:lnTo>
                  <a:lnTo>
                    <a:pt x="1208" y="145834"/>
                  </a:lnTo>
                  <a:lnTo>
                    <a:pt x="656" y="151090"/>
                  </a:lnTo>
                  <a:lnTo>
                    <a:pt x="270" y="156361"/>
                  </a:lnTo>
                  <a:lnTo>
                    <a:pt x="51" y="161641"/>
                  </a:lnTo>
                  <a:lnTo>
                    <a:pt x="0" y="166926"/>
                  </a:lnTo>
                  <a:lnTo>
                    <a:pt x="115" y="172209"/>
                  </a:lnTo>
                  <a:lnTo>
                    <a:pt x="397" y="177487"/>
                  </a:lnTo>
                  <a:lnTo>
                    <a:pt x="846" y="182752"/>
                  </a:lnTo>
                  <a:lnTo>
                    <a:pt x="1461" y="188001"/>
                  </a:lnTo>
                  <a:lnTo>
                    <a:pt x="2242" y="193228"/>
                  </a:lnTo>
                  <a:lnTo>
                    <a:pt x="3188" y="198427"/>
                  </a:lnTo>
                  <a:lnTo>
                    <a:pt x="4297" y="203594"/>
                  </a:lnTo>
                  <a:lnTo>
                    <a:pt x="5569" y="208724"/>
                  </a:lnTo>
                  <a:lnTo>
                    <a:pt x="7003" y="213810"/>
                  </a:lnTo>
                  <a:lnTo>
                    <a:pt x="8597" y="218849"/>
                  </a:lnTo>
                  <a:lnTo>
                    <a:pt x="10349" y="223835"/>
                  </a:lnTo>
                  <a:lnTo>
                    <a:pt x="12258" y="228763"/>
                  </a:lnTo>
                  <a:lnTo>
                    <a:pt x="14322" y="233628"/>
                  </a:lnTo>
                  <a:lnTo>
                    <a:pt x="16539" y="238425"/>
                  </a:lnTo>
                  <a:lnTo>
                    <a:pt x="18906" y="243150"/>
                  </a:lnTo>
                  <a:lnTo>
                    <a:pt x="21421" y="247798"/>
                  </a:lnTo>
                  <a:lnTo>
                    <a:pt x="24082" y="252364"/>
                  </a:lnTo>
                  <a:lnTo>
                    <a:pt x="26886" y="256844"/>
                  </a:lnTo>
                  <a:lnTo>
                    <a:pt x="29830" y="261233"/>
                  </a:lnTo>
                  <a:lnTo>
                    <a:pt x="32912" y="265526"/>
                  </a:lnTo>
                  <a:lnTo>
                    <a:pt x="36127" y="269720"/>
                  </a:lnTo>
                  <a:lnTo>
                    <a:pt x="39474" y="273810"/>
                  </a:lnTo>
                  <a:lnTo>
                    <a:pt x="42948" y="277793"/>
                  </a:lnTo>
                  <a:lnTo>
                    <a:pt x="46546" y="281663"/>
                  </a:lnTo>
                  <a:lnTo>
                    <a:pt x="50265" y="285418"/>
                  </a:lnTo>
                  <a:lnTo>
                    <a:pt x="54101" y="289053"/>
                  </a:lnTo>
                  <a:lnTo>
                    <a:pt x="58050" y="292566"/>
                  </a:lnTo>
                  <a:lnTo>
                    <a:pt x="62107" y="295952"/>
                  </a:lnTo>
                  <a:lnTo>
                    <a:pt x="66270" y="299207"/>
                  </a:lnTo>
                  <a:lnTo>
                    <a:pt x="70534" y="302330"/>
                  </a:lnTo>
                  <a:lnTo>
                    <a:pt x="74894" y="305316"/>
                  </a:lnTo>
                  <a:lnTo>
                    <a:pt x="79346" y="308163"/>
                  </a:lnTo>
                  <a:lnTo>
                    <a:pt x="83886" y="310868"/>
                  </a:lnTo>
                  <a:lnTo>
                    <a:pt x="88510" y="313428"/>
                  </a:lnTo>
                  <a:lnTo>
                    <a:pt x="93212" y="315841"/>
                  </a:lnTo>
                  <a:lnTo>
                    <a:pt x="97988" y="318103"/>
                  </a:lnTo>
                  <a:lnTo>
                    <a:pt x="102833" y="320214"/>
                  </a:lnTo>
                  <a:lnTo>
                    <a:pt x="107742" y="322170"/>
                  </a:lnTo>
                  <a:lnTo>
                    <a:pt x="112711" y="323971"/>
                  </a:lnTo>
                  <a:lnTo>
                    <a:pt x="117734" y="325613"/>
                  </a:lnTo>
                  <a:lnTo>
                    <a:pt x="122806" y="327096"/>
                  </a:lnTo>
                  <a:lnTo>
                    <a:pt x="127923" y="328417"/>
                  </a:lnTo>
                  <a:lnTo>
                    <a:pt x="133079" y="329576"/>
                  </a:lnTo>
                  <a:lnTo>
                    <a:pt x="138269" y="330572"/>
                  </a:lnTo>
                  <a:lnTo>
                    <a:pt x="143489" y="331403"/>
                  </a:lnTo>
                  <a:lnTo>
                    <a:pt x="148731" y="332069"/>
                  </a:lnTo>
                  <a:lnTo>
                    <a:pt x="153992" y="332568"/>
                  </a:lnTo>
                  <a:lnTo>
                    <a:pt x="159267" y="332901"/>
                  </a:lnTo>
                  <a:lnTo>
                    <a:pt x="164549" y="333068"/>
                  </a:lnTo>
                  <a:lnTo>
                    <a:pt x="169834" y="333067"/>
                  </a:lnTo>
                  <a:lnTo>
                    <a:pt x="175116" y="332899"/>
                  </a:lnTo>
                  <a:lnTo>
                    <a:pt x="180390" y="332564"/>
                  </a:lnTo>
                  <a:lnTo>
                    <a:pt x="185651" y="332063"/>
                  </a:lnTo>
                  <a:lnTo>
                    <a:pt x="190893" y="331395"/>
                  </a:lnTo>
                  <a:lnTo>
                    <a:pt x="196112" y="330562"/>
                  </a:lnTo>
                  <a:lnTo>
                    <a:pt x="201302" y="329565"/>
                  </a:lnTo>
                  <a:lnTo>
                    <a:pt x="206458" y="328404"/>
                  </a:lnTo>
                  <a:lnTo>
                    <a:pt x="211574" y="327081"/>
                  </a:lnTo>
                  <a:lnTo>
                    <a:pt x="216646" y="325597"/>
                  </a:lnTo>
                  <a:lnTo>
                    <a:pt x="221669" y="323953"/>
                  </a:lnTo>
                  <a:lnTo>
                    <a:pt x="226637" y="322151"/>
                  </a:lnTo>
                  <a:lnTo>
                    <a:pt x="231546" y="320193"/>
                  </a:lnTo>
                  <a:lnTo>
                    <a:pt x="236390" y="318081"/>
                  </a:lnTo>
                  <a:lnTo>
                    <a:pt x="241165" y="315816"/>
                  </a:lnTo>
                  <a:lnTo>
                    <a:pt x="245866" y="313402"/>
                  </a:lnTo>
                  <a:lnTo>
                    <a:pt x="250489" y="310841"/>
                  </a:lnTo>
                  <a:lnTo>
                    <a:pt x="255028" y="308135"/>
                  </a:lnTo>
                  <a:lnTo>
                    <a:pt x="259480" y="305286"/>
                  </a:lnTo>
                  <a:lnTo>
                    <a:pt x="263839" y="302298"/>
                  </a:lnTo>
                  <a:lnTo>
                    <a:pt x="268101" y="299174"/>
                  </a:lnTo>
                  <a:lnTo>
                    <a:pt x="272263" y="295917"/>
                  </a:lnTo>
                  <a:lnTo>
                    <a:pt x="276320" y="292530"/>
                  </a:lnTo>
                  <a:lnTo>
                    <a:pt x="280267" y="289016"/>
                  </a:lnTo>
                  <a:lnTo>
                    <a:pt x="284102" y="285380"/>
                  </a:lnTo>
                  <a:lnTo>
                    <a:pt x="287819" y="281624"/>
                  </a:lnTo>
                  <a:lnTo>
                    <a:pt x="291416" y="277752"/>
                  </a:lnTo>
                  <a:lnTo>
                    <a:pt x="294889" y="273768"/>
                  </a:lnTo>
                  <a:lnTo>
                    <a:pt x="298235" y="269677"/>
                  </a:lnTo>
                  <a:lnTo>
                    <a:pt x="301449" y="265482"/>
                  </a:lnTo>
                  <a:lnTo>
                    <a:pt x="304529" y="261188"/>
                  </a:lnTo>
                  <a:lnTo>
                    <a:pt x="307472" y="256798"/>
                  </a:lnTo>
                  <a:lnTo>
                    <a:pt x="310274" y="252318"/>
                  </a:lnTo>
                  <a:lnTo>
                    <a:pt x="312934" y="247751"/>
                  </a:lnTo>
                  <a:lnTo>
                    <a:pt x="315447" y="243102"/>
                  </a:lnTo>
                  <a:lnTo>
                    <a:pt x="317813" y="238376"/>
                  </a:lnTo>
                  <a:lnTo>
                    <a:pt x="320028" y="233578"/>
                  </a:lnTo>
                  <a:lnTo>
                    <a:pt x="322090" y="228712"/>
                  </a:lnTo>
                  <a:lnTo>
                    <a:pt x="323998" y="223784"/>
                  </a:lnTo>
                  <a:lnTo>
                    <a:pt x="325748" y="218797"/>
                  </a:lnTo>
                  <a:lnTo>
                    <a:pt x="327340" y="213758"/>
                  </a:lnTo>
                  <a:lnTo>
                    <a:pt x="328773" y="208671"/>
                  </a:lnTo>
                  <a:lnTo>
                    <a:pt x="330043" y="203541"/>
                  </a:lnTo>
                  <a:lnTo>
                    <a:pt x="331151" y="198374"/>
                  </a:lnTo>
                  <a:lnTo>
                    <a:pt x="332095" y="193174"/>
                  </a:lnTo>
                  <a:lnTo>
                    <a:pt x="332874" y="187947"/>
                  </a:lnTo>
                  <a:lnTo>
                    <a:pt x="333487" y="182698"/>
                  </a:lnTo>
                  <a:lnTo>
                    <a:pt x="333935" y="177432"/>
                  </a:lnTo>
                  <a:lnTo>
                    <a:pt x="334215" y="172155"/>
                  </a:lnTo>
                  <a:lnTo>
                    <a:pt x="334329" y="166871"/>
                  </a:lnTo>
                  <a:lnTo>
                    <a:pt x="334275" y="161587"/>
                  </a:lnTo>
                  <a:lnTo>
                    <a:pt x="334055" y="156306"/>
                  </a:lnTo>
                  <a:lnTo>
                    <a:pt x="333667" y="151036"/>
                  </a:lnTo>
                  <a:lnTo>
                    <a:pt x="333114" y="145780"/>
                  </a:lnTo>
                  <a:lnTo>
                    <a:pt x="332394" y="140545"/>
                  </a:lnTo>
                  <a:lnTo>
                    <a:pt x="331509" y="135334"/>
                  </a:lnTo>
                  <a:lnTo>
                    <a:pt x="330460" y="130155"/>
                  </a:lnTo>
                  <a:lnTo>
                    <a:pt x="329248" y="125011"/>
                  </a:lnTo>
                  <a:lnTo>
                    <a:pt x="327874" y="119908"/>
                  </a:lnTo>
                  <a:lnTo>
                    <a:pt x="326339" y="114851"/>
                  </a:lnTo>
                  <a:lnTo>
                    <a:pt x="324646" y="109845"/>
                  </a:lnTo>
                  <a:lnTo>
                    <a:pt x="322794" y="104895"/>
                  </a:lnTo>
                  <a:lnTo>
                    <a:pt x="320787" y="100006"/>
                  </a:lnTo>
                  <a:lnTo>
                    <a:pt x="318627" y="95183"/>
                  </a:lnTo>
                  <a:lnTo>
                    <a:pt x="316315" y="90430"/>
                  </a:lnTo>
                  <a:lnTo>
                    <a:pt x="313855" y="85753"/>
                  </a:lnTo>
                  <a:lnTo>
                    <a:pt x="311247" y="81157"/>
                  </a:lnTo>
                  <a:lnTo>
                    <a:pt x="308496" y="76645"/>
                  </a:lnTo>
                  <a:lnTo>
                    <a:pt x="305603" y="72222"/>
                  </a:lnTo>
                  <a:lnTo>
                    <a:pt x="302572" y="67892"/>
                  </a:lnTo>
                  <a:lnTo>
                    <a:pt x="299406" y="63661"/>
                  </a:lnTo>
                  <a:lnTo>
                    <a:pt x="296108" y="59532"/>
                  </a:lnTo>
                  <a:lnTo>
                    <a:pt x="292680" y="55509"/>
                  </a:lnTo>
                  <a:lnTo>
                    <a:pt x="289127" y="51597"/>
                  </a:lnTo>
                  <a:lnTo>
                    <a:pt x="285453" y="47799"/>
                  </a:lnTo>
                  <a:lnTo>
                    <a:pt x="281660" y="44119"/>
                  </a:lnTo>
                  <a:lnTo>
                    <a:pt x="277752" y="40561"/>
                  </a:lnTo>
                  <a:lnTo>
                    <a:pt x="273735" y="37128"/>
                  </a:lnTo>
                  <a:lnTo>
                    <a:pt x="269610" y="33823"/>
                  </a:lnTo>
                  <a:lnTo>
                    <a:pt x="265383" y="30651"/>
                  </a:lnTo>
                  <a:lnTo>
                    <a:pt x="261058" y="27614"/>
                  </a:lnTo>
                  <a:lnTo>
                    <a:pt x="256640" y="24715"/>
                  </a:lnTo>
                  <a:lnTo>
                    <a:pt x="252132" y="21957"/>
                  </a:lnTo>
                  <a:lnTo>
                    <a:pt x="247538" y="19343"/>
                  </a:lnTo>
                  <a:lnTo>
                    <a:pt x="242865" y="16876"/>
                  </a:lnTo>
                  <a:lnTo>
                    <a:pt x="238116" y="14558"/>
                  </a:lnTo>
                  <a:lnTo>
                    <a:pt x="233296" y="12390"/>
                  </a:lnTo>
                  <a:lnTo>
                    <a:pt x="228410" y="10377"/>
                  </a:lnTo>
                  <a:lnTo>
                    <a:pt x="223462" y="8518"/>
                  </a:lnTo>
                  <a:lnTo>
                    <a:pt x="218459" y="6818"/>
                  </a:lnTo>
                  <a:lnTo>
                    <a:pt x="213404" y="5276"/>
                  </a:lnTo>
                  <a:lnTo>
                    <a:pt x="208303" y="3894"/>
                  </a:lnTo>
                  <a:lnTo>
                    <a:pt x="203161" y="2675"/>
                  </a:lnTo>
                  <a:lnTo>
                    <a:pt x="197983" y="1619"/>
                  </a:lnTo>
                  <a:lnTo>
                    <a:pt x="192774" y="726"/>
                  </a:lnTo>
                  <a:lnTo>
                    <a:pt x="187539" y="0"/>
                  </a:lnTo>
                  <a:lnTo>
                    <a:pt x="167164" y="165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20375" cy="167167"/>
            </a:xfrm>
            <a:custGeom>
              <a:avLst/>
              <a:pathLst>
                <a:path w="20375" h="167167">
                  <a:moveTo>
                    <a:pt x="20375" y="1246"/>
                  </a:moveTo>
                  <a:lnTo>
                    <a:pt x="10206" y="3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386" y="2633064"/>
              <a:ext cx="6362" cy="167167"/>
            </a:xfrm>
            <a:custGeom>
              <a:avLst/>
              <a:pathLst>
                <a:path w="6362" h="167167">
                  <a:moveTo>
                    <a:pt x="6362" y="0"/>
                  </a:moveTo>
                  <a:lnTo>
                    <a:pt x="0" y="121"/>
                  </a:lnTo>
                  <a:lnTo>
                    <a:pt x="63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5" y="2633185"/>
              <a:ext cx="334310" cy="334213"/>
            </a:xfrm>
            <a:custGeom>
              <a:avLst/>
              <a:pathLst>
                <a:path w="334310" h="334213">
                  <a:moveTo>
                    <a:pt x="160790" y="0"/>
                  </a:moveTo>
                  <a:lnTo>
                    <a:pt x="155506" y="285"/>
                  </a:lnTo>
                  <a:lnTo>
                    <a:pt x="150234" y="737"/>
                  </a:lnTo>
                  <a:lnTo>
                    <a:pt x="144979" y="1355"/>
                  </a:lnTo>
                  <a:lnTo>
                    <a:pt x="139747" y="2140"/>
                  </a:lnTo>
                  <a:lnTo>
                    <a:pt x="134541" y="3090"/>
                  </a:lnTo>
                  <a:lnTo>
                    <a:pt x="129369" y="4204"/>
                  </a:lnTo>
                  <a:lnTo>
                    <a:pt x="124234" y="5482"/>
                  </a:lnTo>
                  <a:lnTo>
                    <a:pt x="119142" y="6921"/>
                  </a:lnTo>
                  <a:lnTo>
                    <a:pt x="114098" y="8521"/>
                  </a:lnTo>
                  <a:lnTo>
                    <a:pt x="109108" y="10279"/>
                  </a:lnTo>
                  <a:lnTo>
                    <a:pt x="104176" y="12195"/>
                  </a:lnTo>
                  <a:lnTo>
                    <a:pt x="99306" y="14265"/>
                  </a:lnTo>
                  <a:lnTo>
                    <a:pt x="94505" y="16489"/>
                  </a:lnTo>
                  <a:lnTo>
                    <a:pt x="89777" y="18864"/>
                  </a:lnTo>
                  <a:lnTo>
                    <a:pt x="85126" y="21387"/>
                  </a:lnTo>
                  <a:lnTo>
                    <a:pt x="80557" y="24056"/>
                  </a:lnTo>
                  <a:lnTo>
                    <a:pt x="76075" y="26868"/>
                  </a:lnTo>
                  <a:lnTo>
                    <a:pt x="71684" y="29820"/>
                  </a:lnTo>
                  <a:lnTo>
                    <a:pt x="67389" y="32911"/>
                  </a:lnTo>
                  <a:lnTo>
                    <a:pt x="63194" y="36135"/>
                  </a:lnTo>
                  <a:lnTo>
                    <a:pt x="59103" y="39491"/>
                  </a:lnTo>
                  <a:lnTo>
                    <a:pt x="55120" y="42974"/>
                  </a:lnTo>
                  <a:lnTo>
                    <a:pt x="51249" y="46582"/>
                  </a:lnTo>
                  <a:lnTo>
                    <a:pt x="47495" y="50311"/>
                  </a:lnTo>
                  <a:lnTo>
                    <a:pt x="43860" y="54156"/>
                  </a:lnTo>
                  <a:lnTo>
                    <a:pt x="40349" y="58115"/>
                  </a:lnTo>
                  <a:lnTo>
                    <a:pt x="36965" y="62182"/>
                  </a:lnTo>
                  <a:lnTo>
                    <a:pt x="33712" y="66355"/>
                  </a:lnTo>
                  <a:lnTo>
                    <a:pt x="30592" y="70629"/>
                  </a:lnTo>
                  <a:lnTo>
                    <a:pt x="27609" y="74999"/>
                  </a:lnTo>
                  <a:lnTo>
                    <a:pt x="24766" y="79461"/>
                  </a:lnTo>
                  <a:lnTo>
                    <a:pt x="22065" y="84012"/>
                  </a:lnTo>
                  <a:lnTo>
                    <a:pt x="19510" y="88645"/>
                  </a:lnTo>
                  <a:lnTo>
                    <a:pt x="17102" y="93357"/>
                  </a:lnTo>
                  <a:lnTo>
                    <a:pt x="14845" y="98143"/>
                  </a:lnTo>
                  <a:lnTo>
                    <a:pt x="12741" y="102997"/>
                  </a:lnTo>
                  <a:lnTo>
                    <a:pt x="10791" y="107916"/>
                  </a:lnTo>
                  <a:lnTo>
                    <a:pt x="8998" y="112895"/>
                  </a:lnTo>
                  <a:lnTo>
                    <a:pt x="7364" y="117927"/>
                  </a:lnTo>
                  <a:lnTo>
                    <a:pt x="5889" y="123009"/>
                  </a:lnTo>
                  <a:lnTo>
                    <a:pt x="4576" y="128134"/>
                  </a:lnTo>
                  <a:lnTo>
                    <a:pt x="3426" y="133299"/>
                  </a:lnTo>
                  <a:lnTo>
                    <a:pt x="2440" y="138498"/>
                  </a:lnTo>
                  <a:lnTo>
                    <a:pt x="1619" y="143725"/>
                  </a:lnTo>
                  <a:lnTo>
                    <a:pt x="964" y="148975"/>
                  </a:lnTo>
                  <a:lnTo>
                    <a:pt x="476" y="154244"/>
                  </a:lnTo>
                  <a:lnTo>
                    <a:pt x="154" y="159526"/>
                  </a:lnTo>
                  <a:lnTo>
                    <a:pt x="0" y="164815"/>
                  </a:lnTo>
                  <a:lnTo>
                    <a:pt x="13" y="170106"/>
                  </a:lnTo>
                  <a:lnTo>
                    <a:pt x="193" y="175394"/>
                  </a:lnTo>
                  <a:lnTo>
                    <a:pt x="541" y="180674"/>
                  </a:lnTo>
                  <a:lnTo>
                    <a:pt x="1056" y="185940"/>
                  </a:lnTo>
                  <a:lnTo>
                    <a:pt x="1737" y="191187"/>
                  </a:lnTo>
                  <a:lnTo>
                    <a:pt x="2584" y="196410"/>
                  </a:lnTo>
                  <a:lnTo>
                    <a:pt x="3596" y="201604"/>
                  </a:lnTo>
                  <a:lnTo>
                    <a:pt x="4771" y="206763"/>
                  </a:lnTo>
                  <a:lnTo>
                    <a:pt x="6110" y="211882"/>
                  </a:lnTo>
                  <a:lnTo>
                    <a:pt x="7609" y="216956"/>
                  </a:lnTo>
                  <a:lnTo>
                    <a:pt x="9269" y="221981"/>
                  </a:lnTo>
                  <a:lnTo>
                    <a:pt x="11086" y="226950"/>
                  </a:lnTo>
                  <a:lnTo>
                    <a:pt x="13061" y="231859"/>
                  </a:lnTo>
                  <a:lnTo>
                    <a:pt x="15189" y="236703"/>
                  </a:lnTo>
                  <a:lnTo>
                    <a:pt x="17470" y="241478"/>
                  </a:lnTo>
                  <a:lnTo>
                    <a:pt x="19900" y="246178"/>
                  </a:lnTo>
                  <a:lnTo>
                    <a:pt x="22478" y="250798"/>
                  </a:lnTo>
                  <a:lnTo>
                    <a:pt x="25202" y="255335"/>
                  </a:lnTo>
                  <a:lnTo>
                    <a:pt x="28067" y="259784"/>
                  </a:lnTo>
                  <a:lnTo>
                    <a:pt x="31072" y="264139"/>
                  </a:lnTo>
                  <a:lnTo>
                    <a:pt x="34213" y="268397"/>
                  </a:lnTo>
                  <a:lnTo>
                    <a:pt x="37487" y="272554"/>
                  </a:lnTo>
                  <a:lnTo>
                    <a:pt x="40891" y="276604"/>
                  </a:lnTo>
                  <a:lnTo>
                    <a:pt x="44422" y="280545"/>
                  </a:lnTo>
                  <a:lnTo>
                    <a:pt x="48075" y="284373"/>
                  </a:lnTo>
                  <a:lnTo>
                    <a:pt x="51848" y="288083"/>
                  </a:lnTo>
                  <a:lnTo>
                    <a:pt x="55736" y="291671"/>
                  </a:lnTo>
                  <a:lnTo>
                    <a:pt x="59736" y="295135"/>
                  </a:lnTo>
                  <a:lnTo>
                    <a:pt x="63844" y="298470"/>
                  </a:lnTo>
                  <a:lnTo>
                    <a:pt x="68055" y="301674"/>
                  </a:lnTo>
                  <a:lnTo>
                    <a:pt x="72366" y="304743"/>
                  </a:lnTo>
                  <a:lnTo>
                    <a:pt x="76771" y="307674"/>
                  </a:lnTo>
                  <a:lnTo>
                    <a:pt x="81267" y="310464"/>
                  </a:lnTo>
                  <a:lnTo>
                    <a:pt x="85849" y="313110"/>
                  </a:lnTo>
                  <a:lnTo>
                    <a:pt x="90512" y="315610"/>
                  </a:lnTo>
                  <a:lnTo>
                    <a:pt x="95253" y="317961"/>
                  </a:lnTo>
                  <a:lnTo>
                    <a:pt x="100065" y="320161"/>
                  </a:lnTo>
                  <a:lnTo>
                    <a:pt x="104944" y="322207"/>
                  </a:lnTo>
                  <a:lnTo>
                    <a:pt x="109886" y="324099"/>
                  </a:lnTo>
                  <a:lnTo>
                    <a:pt x="114885" y="325832"/>
                  </a:lnTo>
                  <a:lnTo>
                    <a:pt x="119937" y="327407"/>
                  </a:lnTo>
                  <a:lnTo>
                    <a:pt x="125036" y="328821"/>
                  </a:lnTo>
                  <a:lnTo>
                    <a:pt x="130177" y="330073"/>
                  </a:lnTo>
                  <a:lnTo>
                    <a:pt x="135355" y="331161"/>
                  </a:lnTo>
                  <a:lnTo>
                    <a:pt x="140565" y="332085"/>
                  </a:lnTo>
                  <a:lnTo>
                    <a:pt x="145801" y="332844"/>
                  </a:lnTo>
                  <a:lnTo>
                    <a:pt x="151059" y="333437"/>
                  </a:lnTo>
                  <a:lnTo>
                    <a:pt x="156333" y="333863"/>
                  </a:lnTo>
                  <a:lnTo>
                    <a:pt x="161618" y="334122"/>
                  </a:lnTo>
                  <a:lnTo>
                    <a:pt x="166909" y="334213"/>
                  </a:lnTo>
                  <a:lnTo>
                    <a:pt x="172199" y="334137"/>
                  </a:lnTo>
                  <a:lnTo>
                    <a:pt x="177485" y="333894"/>
                  </a:lnTo>
                  <a:lnTo>
                    <a:pt x="182760" y="333483"/>
                  </a:lnTo>
                  <a:lnTo>
                    <a:pt x="188020" y="332906"/>
                  </a:lnTo>
                  <a:lnTo>
                    <a:pt x="193259" y="332162"/>
                  </a:lnTo>
                  <a:lnTo>
                    <a:pt x="198471" y="331253"/>
                  </a:lnTo>
                  <a:lnTo>
                    <a:pt x="203652" y="330180"/>
                  </a:lnTo>
                  <a:lnTo>
                    <a:pt x="208797" y="328943"/>
                  </a:lnTo>
                  <a:lnTo>
                    <a:pt x="213900" y="327544"/>
                  </a:lnTo>
                  <a:lnTo>
                    <a:pt x="218956" y="325984"/>
                  </a:lnTo>
                  <a:lnTo>
                    <a:pt x="223960" y="324265"/>
                  </a:lnTo>
                  <a:lnTo>
                    <a:pt x="228908" y="322388"/>
                  </a:lnTo>
                  <a:lnTo>
                    <a:pt x="233793" y="320356"/>
                  </a:lnTo>
                  <a:lnTo>
                    <a:pt x="238612" y="318170"/>
                  </a:lnTo>
                  <a:lnTo>
                    <a:pt x="243359" y="315833"/>
                  </a:lnTo>
                  <a:lnTo>
                    <a:pt x="248029" y="313346"/>
                  </a:lnTo>
                  <a:lnTo>
                    <a:pt x="252619" y="310713"/>
                  </a:lnTo>
                  <a:lnTo>
                    <a:pt x="257123" y="307936"/>
                  </a:lnTo>
                  <a:lnTo>
                    <a:pt x="261537" y="305018"/>
                  </a:lnTo>
                  <a:lnTo>
                    <a:pt x="265856" y="301962"/>
                  </a:lnTo>
                  <a:lnTo>
                    <a:pt x="270077" y="298771"/>
                  </a:lnTo>
                  <a:lnTo>
                    <a:pt x="274194" y="295447"/>
                  </a:lnTo>
                  <a:lnTo>
                    <a:pt x="278204" y="291995"/>
                  </a:lnTo>
                  <a:lnTo>
                    <a:pt x="282103" y="288418"/>
                  </a:lnTo>
                  <a:lnTo>
                    <a:pt x="285887" y="284719"/>
                  </a:lnTo>
                  <a:lnTo>
                    <a:pt x="289551" y="280903"/>
                  </a:lnTo>
                  <a:lnTo>
                    <a:pt x="293094" y="276972"/>
                  </a:lnTo>
                  <a:lnTo>
                    <a:pt x="296509" y="272931"/>
                  </a:lnTo>
                  <a:lnTo>
                    <a:pt x="299796" y="268784"/>
                  </a:lnTo>
                  <a:lnTo>
                    <a:pt x="302949" y="264535"/>
                  </a:lnTo>
                  <a:lnTo>
                    <a:pt x="305966" y="260188"/>
                  </a:lnTo>
                  <a:lnTo>
                    <a:pt x="308845" y="255748"/>
                  </a:lnTo>
                  <a:lnTo>
                    <a:pt x="311581" y="251220"/>
                  </a:lnTo>
                  <a:lnTo>
                    <a:pt x="314173" y="246606"/>
                  </a:lnTo>
                  <a:lnTo>
                    <a:pt x="316617" y="241914"/>
                  </a:lnTo>
                  <a:lnTo>
                    <a:pt x="318912" y="237146"/>
                  </a:lnTo>
                  <a:lnTo>
                    <a:pt x="321054" y="232308"/>
                  </a:lnTo>
                  <a:lnTo>
                    <a:pt x="323042" y="227404"/>
                  </a:lnTo>
                  <a:lnTo>
                    <a:pt x="324875" y="222440"/>
                  </a:lnTo>
                  <a:lnTo>
                    <a:pt x="326549" y="217421"/>
                  </a:lnTo>
                  <a:lnTo>
                    <a:pt x="328063" y="212351"/>
                  </a:lnTo>
                  <a:lnTo>
                    <a:pt x="329416" y="207236"/>
                  </a:lnTo>
                  <a:lnTo>
                    <a:pt x="330607" y="202080"/>
                  </a:lnTo>
                  <a:lnTo>
                    <a:pt x="331634" y="196890"/>
                  </a:lnTo>
                  <a:lnTo>
                    <a:pt x="332496" y="191669"/>
                  </a:lnTo>
                  <a:lnTo>
                    <a:pt x="333193" y="186424"/>
                  </a:lnTo>
                  <a:lnTo>
                    <a:pt x="333723" y="181159"/>
                  </a:lnTo>
                  <a:lnTo>
                    <a:pt x="334086" y="175880"/>
                  </a:lnTo>
                  <a:lnTo>
                    <a:pt x="334282" y="170593"/>
                  </a:lnTo>
                  <a:lnTo>
                    <a:pt x="334310" y="165302"/>
                  </a:lnTo>
                  <a:lnTo>
                    <a:pt x="334171" y="160012"/>
                  </a:lnTo>
                  <a:lnTo>
                    <a:pt x="333865" y="154730"/>
                  </a:lnTo>
                  <a:lnTo>
                    <a:pt x="333392" y="149460"/>
                  </a:lnTo>
                  <a:lnTo>
                    <a:pt x="332752" y="144207"/>
                  </a:lnTo>
                  <a:lnTo>
                    <a:pt x="331946" y="138978"/>
                  </a:lnTo>
                  <a:lnTo>
                    <a:pt x="330975" y="133776"/>
                  </a:lnTo>
                  <a:lnTo>
                    <a:pt x="329840" y="128608"/>
                  </a:lnTo>
                  <a:lnTo>
                    <a:pt x="328542" y="123479"/>
                  </a:lnTo>
                  <a:lnTo>
                    <a:pt x="327083" y="118393"/>
                  </a:lnTo>
                  <a:lnTo>
                    <a:pt x="325463" y="113355"/>
                  </a:lnTo>
                  <a:lnTo>
                    <a:pt x="323684" y="108372"/>
                  </a:lnTo>
                  <a:lnTo>
                    <a:pt x="321749" y="103447"/>
                  </a:lnTo>
                  <a:lnTo>
                    <a:pt x="319659" y="98587"/>
                  </a:lnTo>
                  <a:lnTo>
                    <a:pt x="317416" y="93794"/>
                  </a:lnTo>
                  <a:lnTo>
                    <a:pt x="315022" y="89075"/>
                  </a:lnTo>
                  <a:lnTo>
                    <a:pt x="312480" y="84435"/>
                  </a:lnTo>
                  <a:lnTo>
                    <a:pt x="309793" y="79877"/>
                  </a:lnTo>
                  <a:lnTo>
                    <a:pt x="306963" y="75406"/>
                  </a:lnTo>
                  <a:lnTo>
                    <a:pt x="303993" y="71027"/>
                  </a:lnTo>
                  <a:lnTo>
                    <a:pt x="300885" y="66744"/>
                  </a:lnTo>
                  <a:lnTo>
                    <a:pt x="297644" y="62562"/>
                  </a:lnTo>
                  <a:lnTo>
                    <a:pt x="294272" y="58484"/>
                  </a:lnTo>
                  <a:lnTo>
                    <a:pt x="290772" y="54516"/>
                  </a:lnTo>
                  <a:lnTo>
                    <a:pt x="287149" y="50660"/>
                  </a:lnTo>
                  <a:lnTo>
                    <a:pt x="167152" y="1670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119996" cy="167167"/>
            </a:xfrm>
            <a:custGeom>
              <a:avLst/>
              <a:pathLst>
                <a:path w="119996" h="167167">
                  <a:moveTo>
                    <a:pt x="119996" y="50781"/>
                  </a:moveTo>
                  <a:lnTo>
                    <a:pt x="116047" y="46843"/>
                  </a:lnTo>
                  <a:lnTo>
                    <a:pt x="111969" y="43039"/>
                  </a:lnTo>
                  <a:lnTo>
                    <a:pt x="107767" y="39374"/>
                  </a:lnTo>
                  <a:lnTo>
                    <a:pt x="103444" y="35850"/>
                  </a:lnTo>
                  <a:lnTo>
                    <a:pt x="99007" y="32473"/>
                  </a:lnTo>
                  <a:lnTo>
                    <a:pt x="94459" y="29245"/>
                  </a:lnTo>
                  <a:lnTo>
                    <a:pt x="89806" y="26171"/>
                  </a:lnTo>
                  <a:lnTo>
                    <a:pt x="85053" y="23254"/>
                  </a:lnTo>
                  <a:lnTo>
                    <a:pt x="80205" y="20497"/>
                  </a:lnTo>
                  <a:lnTo>
                    <a:pt x="75269" y="17904"/>
                  </a:lnTo>
                  <a:lnTo>
                    <a:pt x="70248" y="15476"/>
                  </a:lnTo>
                  <a:lnTo>
                    <a:pt x="65149" y="13217"/>
                  </a:lnTo>
                  <a:lnTo>
                    <a:pt x="59978" y="11130"/>
                  </a:lnTo>
                  <a:lnTo>
                    <a:pt x="54740" y="9216"/>
                  </a:lnTo>
                  <a:lnTo>
                    <a:pt x="49441" y="7478"/>
                  </a:lnTo>
                  <a:lnTo>
                    <a:pt x="44087" y="5918"/>
                  </a:lnTo>
                  <a:lnTo>
                    <a:pt x="38684" y="4537"/>
                  </a:lnTo>
                  <a:lnTo>
                    <a:pt x="33238" y="3337"/>
                  </a:lnTo>
                  <a:lnTo>
                    <a:pt x="27755" y="2320"/>
                  </a:lnTo>
                  <a:lnTo>
                    <a:pt x="22241" y="1486"/>
                  </a:lnTo>
                  <a:lnTo>
                    <a:pt x="16702" y="836"/>
                  </a:lnTo>
                  <a:lnTo>
                    <a:pt x="11145" y="371"/>
                  </a:lnTo>
                  <a:lnTo>
                    <a:pt x="557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857" y="3170392"/>
              <a:ext cx="23122" cy="167167"/>
            </a:xfrm>
            <a:custGeom>
              <a:avLst/>
              <a:pathLst>
                <a:path w="23122" h="167167">
                  <a:moveTo>
                    <a:pt x="23122" y="0"/>
                  </a:moveTo>
                  <a:lnTo>
                    <a:pt x="15393" y="178"/>
                  </a:lnTo>
                  <a:lnTo>
                    <a:pt x="7680" y="714"/>
                  </a:lnTo>
                  <a:lnTo>
                    <a:pt x="0" y="1606"/>
                  </a:lnTo>
                  <a:lnTo>
                    <a:pt x="2312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857" y="3171999"/>
              <a:ext cx="23122" cy="165560"/>
            </a:xfrm>
            <a:custGeom>
              <a:avLst/>
              <a:pathLst>
                <a:path w="23122" h="165560">
                  <a:moveTo>
                    <a:pt x="0" y="0"/>
                  </a:moveTo>
                  <a:lnTo>
                    <a:pt x="23122" y="1655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5" y="3171999"/>
              <a:ext cx="334326" cy="332721"/>
            </a:xfrm>
            <a:custGeom>
              <a:avLst/>
              <a:pathLst>
                <a:path w="334326" h="332721">
                  <a:moveTo>
                    <a:pt x="144042" y="0"/>
                  </a:moveTo>
                  <a:lnTo>
                    <a:pt x="138806" y="816"/>
                  </a:lnTo>
                  <a:lnTo>
                    <a:pt x="133598" y="1797"/>
                  </a:lnTo>
                  <a:lnTo>
                    <a:pt x="128424" y="2943"/>
                  </a:lnTo>
                  <a:lnTo>
                    <a:pt x="123290" y="4253"/>
                  </a:lnTo>
                  <a:lnTo>
                    <a:pt x="118199" y="5725"/>
                  </a:lnTo>
                  <a:lnTo>
                    <a:pt x="113157" y="7357"/>
                  </a:lnTo>
                  <a:lnTo>
                    <a:pt x="108170" y="9148"/>
                  </a:lnTo>
                  <a:lnTo>
                    <a:pt x="103242" y="11097"/>
                  </a:lnTo>
                  <a:lnTo>
                    <a:pt x="98379" y="13200"/>
                  </a:lnTo>
                  <a:lnTo>
                    <a:pt x="93584" y="15457"/>
                  </a:lnTo>
                  <a:lnTo>
                    <a:pt x="88863" y="17865"/>
                  </a:lnTo>
                  <a:lnTo>
                    <a:pt x="84221" y="20421"/>
                  </a:lnTo>
                  <a:lnTo>
                    <a:pt x="79663" y="23123"/>
                  </a:lnTo>
                  <a:lnTo>
                    <a:pt x="75192" y="25968"/>
                  </a:lnTo>
                  <a:lnTo>
                    <a:pt x="70814" y="28953"/>
                  </a:lnTo>
                  <a:lnTo>
                    <a:pt x="66532" y="32076"/>
                  </a:lnTo>
                  <a:lnTo>
                    <a:pt x="62352" y="35332"/>
                  </a:lnTo>
                  <a:lnTo>
                    <a:pt x="58277" y="38720"/>
                  </a:lnTo>
                  <a:lnTo>
                    <a:pt x="54311" y="42235"/>
                  </a:lnTo>
                  <a:lnTo>
                    <a:pt x="50459" y="45874"/>
                  </a:lnTo>
                  <a:lnTo>
                    <a:pt x="46724" y="49633"/>
                  </a:lnTo>
                  <a:lnTo>
                    <a:pt x="43110" y="53509"/>
                  </a:lnTo>
                  <a:lnTo>
                    <a:pt x="39621" y="57497"/>
                  </a:lnTo>
                  <a:lnTo>
                    <a:pt x="36260" y="61594"/>
                  </a:lnTo>
                  <a:lnTo>
                    <a:pt x="33030" y="65795"/>
                  </a:lnTo>
                  <a:lnTo>
                    <a:pt x="29936" y="70097"/>
                  </a:lnTo>
                  <a:lnTo>
                    <a:pt x="26979" y="74494"/>
                  </a:lnTo>
                  <a:lnTo>
                    <a:pt x="24163" y="78983"/>
                  </a:lnTo>
                  <a:lnTo>
                    <a:pt x="21491" y="83559"/>
                  </a:lnTo>
                  <a:lnTo>
                    <a:pt x="18965" y="88218"/>
                  </a:lnTo>
                  <a:lnTo>
                    <a:pt x="16588" y="92954"/>
                  </a:lnTo>
                  <a:lnTo>
                    <a:pt x="14362" y="97763"/>
                  </a:lnTo>
                  <a:lnTo>
                    <a:pt x="12290" y="102640"/>
                  </a:lnTo>
                  <a:lnTo>
                    <a:pt x="10374" y="107581"/>
                  </a:lnTo>
                  <a:lnTo>
                    <a:pt x="8615" y="112579"/>
                  </a:lnTo>
                  <a:lnTo>
                    <a:pt x="7015" y="117631"/>
                  </a:lnTo>
                  <a:lnTo>
                    <a:pt x="5576" y="122732"/>
                  </a:lnTo>
                  <a:lnTo>
                    <a:pt x="4300" y="127875"/>
                  </a:lnTo>
                  <a:lnTo>
                    <a:pt x="3188" y="133056"/>
                  </a:lnTo>
                  <a:lnTo>
                    <a:pt x="2240" y="138270"/>
                  </a:lnTo>
                  <a:lnTo>
                    <a:pt x="1458" y="143511"/>
                  </a:lnTo>
                  <a:lnTo>
                    <a:pt x="842" y="148774"/>
                  </a:lnTo>
                  <a:lnTo>
                    <a:pt x="393" y="154054"/>
                  </a:lnTo>
                  <a:lnTo>
                    <a:pt x="113" y="159346"/>
                  </a:lnTo>
                  <a:lnTo>
                    <a:pt x="0" y="164644"/>
                  </a:lnTo>
                  <a:lnTo>
                    <a:pt x="54" y="169943"/>
                  </a:lnTo>
                  <a:lnTo>
                    <a:pt x="277" y="175237"/>
                  </a:lnTo>
                  <a:lnTo>
                    <a:pt x="668" y="180522"/>
                  </a:lnTo>
                  <a:lnTo>
                    <a:pt x="1226" y="185792"/>
                  </a:lnTo>
                  <a:lnTo>
                    <a:pt x="1950" y="191041"/>
                  </a:lnTo>
                  <a:lnTo>
                    <a:pt x="2841" y="196265"/>
                  </a:lnTo>
                  <a:lnTo>
                    <a:pt x="3897" y="201458"/>
                  </a:lnTo>
                  <a:lnTo>
                    <a:pt x="5117" y="206615"/>
                  </a:lnTo>
                  <a:lnTo>
                    <a:pt x="6499" y="211730"/>
                  </a:lnTo>
                  <a:lnTo>
                    <a:pt x="8043" y="216799"/>
                  </a:lnTo>
                  <a:lnTo>
                    <a:pt x="9747" y="221817"/>
                  </a:lnTo>
                  <a:lnTo>
                    <a:pt x="11610" y="226778"/>
                  </a:lnTo>
                  <a:lnTo>
                    <a:pt x="13628" y="231678"/>
                  </a:lnTo>
                  <a:lnTo>
                    <a:pt x="15801" y="236511"/>
                  </a:lnTo>
                  <a:lnTo>
                    <a:pt x="18126" y="241273"/>
                  </a:lnTo>
                  <a:lnTo>
                    <a:pt x="20601" y="245959"/>
                  </a:lnTo>
                  <a:lnTo>
                    <a:pt x="23223" y="250564"/>
                  </a:lnTo>
                  <a:lnTo>
                    <a:pt x="25989" y="255084"/>
                  </a:lnTo>
                  <a:lnTo>
                    <a:pt x="28898" y="259513"/>
                  </a:lnTo>
                  <a:lnTo>
                    <a:pt x="31945" y="263849"/>
                  </a:lnTo>
                  <a:lnTo>
                    <a:pt x="35128" y="268085"/>
                  </a:lnTo>
                  <a:lnTo>
                    <a:pt x="38444" y="272219"/>
                  </a:lnTo>
                  <a:lnTo>
                    <a:pt x="41889" y="276245"/>
                  </a:lnTo>
                  <a:lnTo>
                    <a:pt x="45461" y="280160"/>
                  </a:lnTo>
                  <a:lnTo>
                    <a:pt x="49154" y="283960"/>
                  </a:lnTo>
                  <a:lnTo>
                    <a:pt x="52966" y="287641"/>
                  </a:lnTo>
                  <a:lnTo>
                    <a:pt x="56893" y="291199"/>
                  </a:lnTo>
                  <a:lnTo>
                    <a:pt x="60931" y="294631"/>
                  </a:lnTo>
                  <a:lnTo>
                    <a:pt x="65075" y="297933"/>
                  </a:lnTo>
                  <a:lnTo>
                    <a:pt x="69322" y="301103"/>
                  </a:lnTo>
                  <a:lnTo>
                    <a:pt x="73667" y="304136"/>
                  </a:lnTo>
                  <a:lnTo>
                    <a:pt x="78107" y="307030"/>
                  </a:lnTo>
                  <a:lnTo>
                    <a:pt x="82635" y="309781"/>
                  </a:lnTo>
                  <a:lnTo>
                    <a:pt x="87249" y="312388"/>
                  </a:lnTo>
                  <a:lnTo>
                    <a:pt x="91943" y="314847"/>
                  </a:lnTo>
                  <a:lnTo>
                    <a:pt x="96713" y="317156"/>
                  </a:lnTo>
                  <a:lnTo>
                    <a:pt x="101553" y="319313"/>
                  </a:lnTo>
                  <a:lnTo>
                    <a:pt x="106459" y="321316"/>
                  </a:lnTo>
                  <a:lnTo>
                    <a:pt x="111426" y="323162"/>
                  </a:lnTo>
                  <a:lnTo>
                    <a:pt x="116450" y="324849"/>
                  </a:lnTo>
                  <a:lnTo>
                    <a:pt x="121524" y="326376"/>
                  </a:lnTo>
                  <a:lnTo>
                    <a:pt x="126644" y="327742"/>
                  </a:lnTo>
                  <a:lnTo>
                    <a:pt x="131805" y="328945"/>
                  </a:lnTo>
                  <a:lnTo>
                    <a:pt x="137001" y="329984"/>
                  </a:lnTo>
                  <a:lnTo>
                    <a:pt x="142228" y="330857"/>
                  </a:lnTo>
                  <a:lnTo>
                    <a:pt x="147480" y="331564"/>
                  </a:lnTo>
                  <a:lnTo>
                    <a:pt x="152751" y="332105"/>
                  </a:lnTo>
                  <a:lnTo>
                    <a:pt x="158037" y="332478"/>
                  </a:lnTo>
                  <a:lnTo>
                    <a:pt x="163333" y="332684"/>
                  </a:lnTo>
                  <a:lnTo>
                    <a:pt x="168632" y="332721"/>
                  </a:lnTo>
                  <a:lnTo>
                    <a:pt x="173929" y="332591"/>
                  </a:lnTo>
                  <a:lnTo>
                    <a:pt x="179220" y="332292"/>
                  </a:lnTo>
                  <a:lnTo>
                    <a:pt x="184499" y="331826"/>
                  </a:lnTo>
                  <a:lnTo>
                    <a:pt x="189760" y="331193"/>
                  </a:lnTo>
                  <a:lnTo>
                    <a:pt x="194998" y="330394"/>
                  </a:lnTo>
                  <a:lnTo>
                    <a:pt x="200209" y="329429"/>
                  </a:lnTo>
                  <a:lnTo>
                    <a:pt x="205386" y="328299"/>
                  </a:lnTo>
                  <a:lnTo>
                    <a:pt x="210525" y="327006"/>
                  </a:lnTo>
                  <a:lnTo>
                    <a:pt x="215621" y="325551"/>
                  </a:lnTo>
                  <a:lnTo>
                    <a:pt x="220667" y="323934"/>
                  </a:lnTo>
                  <a:lnTo>
                    <a:pt x="225660" y="322159"/>
                  </a:lnTo>
                  <a:lnTo>
                    <a:pt x="230594" y="320226"/>
                  </a:lnTo>
                  <a:lnTo>
                    <a:pt x="235465" y="318138"/>
                  </a:lnTo>
                  <a:lnTo>
                    <a:pt x="240266" y="315896"/>
                  </a:lnTo>
                  <a:lnTo>
                    <a:pt x="244995" y="313504"/>
                  </a:lnTo>
                  <a:lnTo>
                    <a:pt x="249645" y="310963"/>
                  </a:lnTo>
                  <a:lnTo>
                    <a:pt x="254212" y="308275"/>
                  </a:lnTo>
                  <a:lnTo>
                    <a:pt x="258692" y="305445"/>
                  </a:lnTo>
                  <a:lnTo>
                    <a:pt x="263080" y="302473"/>
                  </a:lnTo>
                  <a:lnTo>
                    <a:pt x="267371" y="299364"/>
                  </a:lnTo>
                  <a:lnTo>
                    <a:pt x="271562" y="296121"/>
                  </a:lnTo>
                  <a:lnTo>
                    <a:pt x="275647" y="292747"/>
                  </a:lnTo>
                  <a:lnTo>
                    <a:pt x="279624" y="289244"/>
                  </a:lnTo>
                  <a:lnTo>
                    <a:pt x="283488" y="285618"/>
                  </a:lnTo>
                  <a:lnTo>
                    <a:pt x="287235" y="281870"/>
                  </a:lnTo>
                  <a:lnTo>
                    <a:pt x="290861" y="278006"/>
                  </a:lnTo>
                  <a:lnTo>
                    <a:pt x="294363" y="274029"/>
                  </a:lnTo>
                  <a:lnTo>
                    <a:pt x="297737" y="269943"/>
                  </a:lnTo>
                  <a:lnTo>
                    <a:pt x="300980" y="265752"/>
                  </a:lnTo>
                  <a:lnTo>
                    <a:pt x="304088" y="261460"/>
                  </a:lnTo>
                  <a:lnTo>
                    <a:pt x="307059" y="257072"/>
                  </a:lnTo>
                  <a:lnTo>
                    <a:pt x="309889" y="252592"/>
                  </a:lnTo>
                  <a:lnTo>
                    <a:pt x="312576" y="248024"/>
                  </a:lnTo>
                  <a:lnTo>
                    <a:pt x="315117" y="243374"/>
                  </a:lnTo>
                  <a:lnTo>
                    <a:pt x="317509" y="238645"/>
                  </a:lnTo>
                  <a:lnTo>
                    <a:pt x="319750" y="233843"/>
                  </a:lnTo>
                  <a:lnTo>
                    <a:pt x="321838" y="228973"/>
                  </a:lnTo>
                  <a:lnTo>
                    <a:pt x="323770" y="224038"/>
                  </a:lnTo>
                  <a:lnTo>
                    <a:pt x="325545" y="219045"/>
                  </a:lnTo>
                  <a:lnTo>
                    <a:pt x="327160" y="213998"/>
                  </a:lnTo>
                  <a:lnTo>
                    <a:pt x="328615" y="208903"/>
                  </a:lnTo>
                  <a:lnTo>
                    <a:pt x="329908" y="203764"/>
                  </a:lnTo>
                  <a:lnTo>
                    <a:pt x="331037" y="198586"/>
                  </a:lnTo>
                  <a:lnTo>
                    <a:pt x="332001" y="193376"/>
                  </a:lnTo>
                  <a:lnTo>
                    <a:pt x="332800" y="188137"/>
                  </a:lnTo>
                  <a:lnTo>
                    <a:pt x="333433" y="182876"/>
                  </a:lnTo>
                  <a:lnTo>
                    <a:pt x="333898" y="177597"/>
                  </a:lnTo>
                  <a:lnTo>
                    <a:pt x="334196" y="172306"/>
                  </a:lnTo>
                  <a:lnTo>
                    <a:pt x="334326" y="167009"/>
                  </a:lnTo>
                  <a:lnTo>
                    <a:pt x="334288" y="161710"/>
                  </a:lnTo>
                  <a:lnTo>
                    <a:pt x="334082" y="156415"/>
                  </a:lnTo>
                  <a:lnTo>
                    <a:pt x="333708" y="151129"/>
                  </a:lnTo>
                  <a:lnTo>
                    <a:pt x="333167" y="145857"/>
                  </a:lnTo>
                  <a:lnTo>
                    <a:pt x="332459" y="140605"/>
                  </a:lnTo>
                  <a:lnTo>
                    <a:pt x="331585" y="135379"/>
                  </a:lnTo>
                  <a:lnTo>
                    <a:pt x="330546" y="130183"/>
                  </a:lnTo>
                  <a:lnTo>
                    <a:pt x="329342" y="125022"/>
                  </a:lnTo>
                  <a:lnTo>
                    <a:pt x="327976" y="119902"/>
                  </a:lnTo>
                  <a:lnTo>
                    <a:pt x="326448" y="114828"/>
                  </a:lnTo>
                  <a:lnTo>
                    <a:pt x="324760" y="109805"/>
                  </a:lnTo>
                  <a:lnTo>
                    <a:pt x="322913" y="104838"/>
                  </a:lnTo>
                  <a:lnTo>
                    <a:pt x="320911" y="99932"/>
                  </a:lnTo>
                  <a:lnTo>
                    <a:pt x="318753" y="95091"/>
                  </a:lnTo>
                  <a:lnTo>
                    <a:pt x="316443" y="90322"/>
                  </a:lnTo>
                  <a:lnTo>
                    <a:pt x="313984" y="85628"/>
                  </a:lnTo>
                  <a:lnTo>
                    <a:pt x="311376" y="81015"/>
                  </a:lnTo>
                  <a:lnTo>
                    <a:pt x="308624" y="76487"/>
                  </a:lnTo>
                  <a:lnTo>
                    <a:pt x="305730" y="72048"/>
                  </a:lnTo>
                  <a:lnTo>
                    <a:pt x="302696" y="67703"/>
                  </a:lnTo>
                  <a:lnTo>
                    <a:pt x="299527" y="63456"/>
                  </a:lnTo>
                  <a:lnTo>
                    <a:pt x="296224" y="59312"/>
                  </a:lnTo>
                  <a:lnTo>
                    <a:pt x="292791" y="55275"/>
                  </a:lnTo>
                  <a:lnTo>
                    <a:pt x="289233" y="51348"/>
                  </a:lnTo>
                  <a:lnTo>
                    <a:pt x="285551" y="47537"/>
                  </a:lnTo>
                  <a:lnTo>
                    <a:pt x="281751" y="43844"/>
                  </a:lnTo>
                  <a:lnTo>
                    <a:pt x="167164" y="1655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14586" cy="167167"/>
            </a:xfrm>
            <a:custGeom>
              <a:avLst/>
              <a:pathLst>
                <a:path w="114586" h="167167">
                  <a:moveTo>
                    <a:pt x="114586" y="45451"/>
                  </a:moveTo>
                  <a:lnTo>
                    <a:pt x="110528" y="41754"/>
                  </a:lnTo>
                  <a:lnTo>
                    <a:pt x="106351" y="38193"/>
                  </a:lnTo>
                  <a:lnTo>
                    <a:pt x="102060" y="34771"/>
                  </a:lnTo>
                  <a:lnTo>
                    <a:pt x="97658" y="31492"/>
                  </a:lnTo>
                  <a:lnTo>
                    <a:pt x="93151" y="28359"/>
                  </a:lnTo>
                  <a:lnTo>
                    <a:pt x="88544" y="25375"/>
                  </a:lnTo>
                  <a:lnTo>
                    <a:pt x="83841" y="22545"/>
                  </a:lnTo>
                  <a:lnTo>
                    <a:pt x="79048" y="19870"/>
                  </a:lnTo>
                  <a:lnTo>
                    <a:pt x="74169" y="17354"/>
                  </a:lnTo>
                  <a:lnTo>
                    <a:pt x="69211" y="15000"/>
                  </a:lnTo>
                  <a:lnTo>
                    <a:pt x="64178" y="12810"/>
                  </a:lnTo>
                  <a:lnTo>
                    <a:pt x="59076" y="10786"/>
                  </a:lnTo>
                  <a:lnTo>
                    <a:pt x="53910" y="8931"/>
                  </a:lnTo>
                  <a:lnTo>
                    <a:pt x="48686" y="7246"/>
                  </a:lnTo>
                  <a:lnTo>
                    <a:pt x="43409" y="5734"/>
                  </a:lnTo>
                  <a:lnTo>
                    <a:pt x="38086" y="4396"/>
                  </a:lnTo>
                  <a:lnTo>
                    <a:pt x="32722" y="3233"/>
                  </a:lnTo>
                  <a:lnTo>
                    <a:pt x="27322" y="2247"/>
                  </a:lnTo>
                  <a:lnTo>
                    <a:pt x="21893" y="1439"/>
                  </a:lnTo>
                  <a:lnTo>
                    <a:pt x="16440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745" y="3707720"/>
              <a:ext cx="6003" cy="167167"/>
            </a:xfrm>
            <a:custGeom>
              <a:avLst/>
              <a:pathLst>
                <a:path w="6003" h="167167">
                  <a:moveTo>
                    <a:pt x="6003" y="0"/>
                  </a:moveTo>
                  <a:lnTo>
                    <a:pt x="0" y="107"/>
                  </a:lnTo>
                  <a:lnTo>
                    <a:pt x="60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745" y="3707828"/>
              <a:ext cx="6003" cy="167059"/>
            </a:xfrm>
            <a:custGeom>
              <a:avLst/>
              <a:pathLst>
                <a:path w="6003" h="167059">
                  <a:moveTo>
                    <a:pt x="0" y="0"/>
                  </a:moveTo>
                  <a:lnTo>
                    <a:pt x="6003" y="167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9" y="3707828"/>
              <a:ext cx="334315" cy="334223"/>
            </a:xfrm>
            <a:custGeom>
              <a:avLst/>
              <a:pathLst>
                <a:path w="334315" h="334223">
                  <a:moveTo>
                    <a:pt x="161146" y="0"/>
                  </a:moveTo>
                  <a:lnTo>
                    <a:pt x="155867" y="273"/>
                  </a:lnTo>
                  <a:lnTo>
                    <a:pt x="150599" y="713"/>
                  </a:lnTo>
                  <a:lnTo>
                    <a:pt x="145347" y="1319"/>
                  </a:lnTo>
                  <a:lnTo>
                    <a:pt x="140118" y="2092"/>
                  </a:lnTo>
                  <a:lnTo>
                    <a:pt x="134916" y="3029"/>
                  </a:lnTo>
                  <a:lnTo>
                    <a:pt x="129745" y="4130"/>
                  </a:lnTo>
                  <a:lnTo>
                    <a:pt x="124612" y="5394"/>
                  </a:lnTo>
                  <a:lnTo>
                    <a:pt x="119522" y="6820"/>
                  </a:lnTo>
                  <a:lnTo>
                    <a:pt x="114480" y="8406"/>
                  </a:lnTo>
                  <a:lnTo>
                    <a:pt x="109490" y="10150"/>
                  </a:lnTo>
                  <a:lnTo>
                    <a:pt x="104557" y="12052"/>
                  </a:lnTo>
                  <a:lnTo>
                    <a:pt x="99688" y="14108"/>
                  </a:lnTo>
                  <a:lnTo>
                    <a:pt x="94885" y="16318"/>
                  </a:lnTo>
                  <a:lnTo>
                    <a:pt x="90155" y="18678"/>
                  </a:lnTo>
                  <a:lnTo>
                    <a:pt x="85502" y="21187"/>
                  </a:lnTo>
                  <a:lnTo>
                    <a:pt x="80931" y="23841"/>
                  </a:lnTo>
                  <a:lnTo>
                    <a:pt x="76446" y="26639"/>
                  </a:lnTo>
                  <a:lnTo>
                    <a:pt x="72051" y="29577"/>
                  </a:lnTo>
                  <a:lnTo>
                    <a:pt x="67752" y="32652"/>
                  </a:lnTo>
                  <a:lnTo>
                    <a:pt x="63552" y="35862"/>
                  </a:lnTo>
                  <a:lnTo>
                    <a:pt x="59455" y="39204"/>
                  </a:lnTo>
                  <a:lnTo>
                    <a:pt x="55467" y="42673"/>
                  </a:lnTo>
                  <a:lnTo>
                    <a:pt x="51590" y="46266"/>
                  </a:lnTo>
                  <a:lnTo>
                    <a:pt x="47828" y="49980"/>
                  </a:lnTo>
                  <a:lnTo>
                    <a:pt x="44186" y="53811"/>
                  </a:lnTo>
                  <a:lnTo>
                    <a:pt x="40667" y="57756"/>
                  </a:lnTo>
                  <a:lnTo>
                    <a:pt x="37274" y="61810"/>
                  </a:lnTo>
                  <a:lnTo>
                    <a:pt x="34011" y="65969"/>
                  </a:lnTo>
                  <a:lnTo>
                    <a:pt x="30881" y="70229"/>
                  </a:lnTo>
                  <a:lnTo>
                    <a:pt x="27888" y="74586"/>
                  </a:lnTo>
                  <a:lnTo>
                    <a:pt x="25034" y="79035"/>
                  </a:lnTo>
                  <a:lnTo>
                    <a:pt x="22322" y="83572"/>
                  </a:lnTo>
                  <a:lnTo>
                    <a:pt x="19754" y="88193"/>
                  </a:lnTo>
                  <a:lnTo>
                    <a:pt x="17335" y="92893"/>
                  </a:lnTo>
                  <a:lnTo>
                    <a:pt x="15064" y="97667"/>
                  </a:lnTo>
                  <a:lnTo>
                    <a:pt x="12946" y="102510"/>
                  </a:lnTo>
                  <a:lnTo>
                    <a:pt x="10983" y="107418"/>
                  </a:lnTo>
                  <a:lnTo>
                    <a:pt x="9175" y="112386"/>
                  </a:lnTo>
                  <a:lnTo>
                    <a:pt x="7525" y="117408"/>
                  </a:lnTo>
                  <a:lnTo>
                    <a:pt x="6035" y="122480"/>
                  </a:lnTo>
                  <a:lnTo>
                    <a:pt x="4706" y="127596"/>
                  </a:lnTo>
                  <a:lnTo>
                    <a:pt x="3540" y="132752"/>
                  </a:lnTo>
                  <a:lnTo>
                    <a:pt x="2537" y="137942"/>
                  </a:lnTo>
                  <a:lnTo>
                    <a:pt x="1699" y="143161"/>
                  </a:lnTo>
                  <a:lnTo>
                    <a:pt x="1026" y="148405"/>
                  </a:lnTo>
                  <a:lnTo>
                    <a:pt x="519" y="153666"/>
                  </a:lnTo>
                  <a:lnTo>
                    <a:pt x="179" y="158942"/>
                  </a:lnTo>
                  <a:lnTo>
                    <a:pt x="6" y="164225"/>
                  </a:lnTo>
                  <a:lnTo>
                    <a:pt x="0" y="169511"/>
                  </a:lnTo>
                  <a:lnTo>
                    <a:pt x="161" y="174795"/>
                  </a:lnTo>
                  <a:lnTo>
                    <a:pt x="489" y="180071"/>
                  </a:lnTo>
                  <a:lnTo>
                    <a:pt x="983" y="185334"/>
                  </a:lnTo>
                  <a:lnTo>
                    <a:pt x="1644" y="190579"/>
                  </a:lnTo>
                  <a:lnTo>
                    <a:pt x="2471" y="195800"/>
                  </a:lnTo>
                  <a:lnTo>
                    <a:pt x="3462" y="200992"/>
                  </a:lnTo>
                  <a:lnTo>
                    <a:pt x="4616" y="206151"/>
                  </a:lnTo>
                  <a:lnTo>
                    <a:pt x="5934" y="211270"/>
                  </a:lnTo>
                  <a:lnTo>
                    <a:pt x="7412" y="216345"/>
                  </a:lnTo>
                  <a:lnTo>
                    <a:pt x="9050" y="221371"/>
                  </a:lnTo>
                  <a:lnTo>
                    <a:pt x="10847" y="226343"/>
                  </a:lnTo>
                  <a:lnTo>
                    <a:pt x="12799" y="231255"/>
                  </a:lnTo>
                  <a:lnTo>
                    <a:pt x="14906" y="236103"/>
                  </a:lnTo>
                  <a:lnTo>
                    <a:pt x="17165" y="240882"/>
                  </a:lnTo>
                  <a:lnTo>
                    <a:pt x="19575" y="245588"/>
                  </a:lnTo>
                  <a:lnTo>
                    <a:pt x="22131" y="250215"/>
                  </a:lnTo>
                  <a:lnTo>
                    <a:pt x="24833" y="254758"/>
                  </a:lnTo>
                  <a:lnTo>
                    <a:pt x="27677" y="259214"/>
                  </a:lnTo>
                  <a:lnTo>
                    <a:pt x="30661" y="263578"/>
                  </a:lnTo>
                  <a:lnTo>
                    <a:pt x="33780" y="267845"/>
                  </a:lnTo>
                  <a:lnTo>
                    <a:pt x="37034" y="272012"/>
                  </a:lnTo>
                  <a:lnTo>
                    <a:pt x="40417" y="276073"/>
                  </a:lnTo>
                  <a:lnTo>
                    <a:pt x="43927" y="280026"/>
                  </a:lnTo>
                  <a:lnTo>
                    <a:pt x="47561" y="283865"/>
                  </a:lnTo>
                  <a:lnTo>
                    <a:pt x="51314" y="287588"/>
                  </a:lnTo>
                  <a:lnTo>
                    <a:pt x="55183" y="291190"/>
                  </a:lnTo>
                  <a:lnTo>
                    <a:pt x="59163" y="294668"/>
                  </a:lnTo>
                  <a:lnTo>
                    <a:pt x="63252" y="298019"/>
                  </a:lnTo>
                  <a:lnTo>
                    <a:pt x="67445" y="301238"/>
                  </a:lnTo>
                  <a:lnTo>
                    <a:pt x="71737" y="304324"/>
                  </a:lnTo>
                  <a:lnTo>
                    <a:pt x="76125" y="307272"/>
                  </a:lnTo>
                  <a:lnTo>
                    <a:pt x="80604" y="310080"/>
                  </a:lnTo>
                  <a:lnTo>
                    <a:pt x="85169" y="312744"/>
                  </a:lnTo>
                  <a:lnTo>
                    <a:pt x="89816" y="315264"/>
                  </a:lnTo>
                  <a:lnTo>
                    <a:pt x="94541" y="317635"/>
                  </a:lnTo>
                  <a:lnTo>
                    <a:pt x="99338" y="319855"/>
                  </a:lnTo>
                  <a:lnTo>
                    <a:pt x="104203" y="321923"/>
                  </a:lnTo>
                  <a:lnTo>
                    <a:pt x="109131" y="323836"/>
                  </a:lnTo>
                  <a:lnTo>
                    <a:pt x="114117" y="325592"/>
                  </a:lnTo>
                  <a:lnTo>
                    <a:pt x="119156" y="327189"/>
                  </a:lnTo>
                  <a:lnTo>
                    <a:pt x="124243" y="328627"/>
                  </a:lnTo>
                  <a:lnTo>
                    <a:pt x="129373" y="329902"/>
                  </a:lnTo>
                  <a:lnTo>
                    <a:pt x="134541" y="331015"/>
                  </a:lnTo>
                  <a:lnTo>
                    <a:pt x="139741" y="331964"/>
                  </a:lnTo>
                  <a:lnTo>
                    <a:pt x="144969" y="332749"/>
                  </a:lnTo>
                  <a:lnTo>
                    <a:pt x="150219" y="333367"/>
                  </a:lnTo>
                  <a:lnTo>
                    <a:pt x="155485" y="333819"/>
                  </a:lnTo>
                  <a:lnTo>
                    <a:pt x="160764" y="334105"/>
                  </a:lnTo>
                  <a:lnTo>
                    <a:pt x="166049" y="334223"/>
                  </a:lnTo>
                  <a:lnTo>
                    <a:pt x="171335" y="334174"/>
                  </a:lnTo>
                  <a:lnTo>
                    <a:pt x="176616" y="333958"/>
                  </a:lnTo>
                  <a:lnTo>
                    <a:pt x="181889" y="333575"/>
                  </a:lnTo>
                  <a:lnTo>
                    <a:pt x="187146" y="333026"/>
                  </a:lnTo>
                  <a:lnTo>
                    <a:pt x="192384" y="332311"/>
                  </a:lnTo>
                  <a:lnTo>
                    <a:pt x="197596" y="331430"/>
                  </a:lnTo>
                  <a:lnTo>
                    <a:pt x="202778" y="330386"/>
                  </a:lnTo>
                  <a:lnTo>
                    <a:pt x="207924" y="329177"/>
                  </a:lnTo>
                  <a:lnTo>
                    <a:pt x="213030" y="327807"/>
                  </a:lnTo>
                  <a:lnTo>
                    <a:pt x="218089" y="326276"/>
                  </a:lnTo>
                  <a:lnTo>
                    <a:pt x="223098" y="324586"/>
                  </a:lnTo>
                  <a:lnTo>
                    <a:pt x="228051" y="322738"/>
                  </a:lnTo>
                  <a:lnTo>
                    <a:pt x="232943" y="320735"/>
                  </a:lnTo>
                  <a:lnTo>
                    <a:pt x="237769" y="318577"/>
                  </a:lnTo>
                  <a:lnTo>
                    <a:pt x="242524" y="316269"/>
                  </a:lnTo>
                  <a:lnTo>
                    <a:pt x="247204" y="313811"/>
                  </a:lnTo>
                  <a:lnTo>
                    <a:pt x="251804" y="311206"/>
                  </a:lnTo>
                  <a:lnTo>
                    <a:pt x="256319" y="308458"/>
                  </a:lnTo>
                  <a:lnTo>
                    <a:pt x="260746" y="305568"/>
                  </a:lnTo>
                  <a:lnTo>
                    <a:pt x="265078" y="302539"/>
                  </a:lnTo>
                  <a:lnTo>
                    <a:pt x="269313" y="299375"/>
                  </a:lnTo>
                  <a:lnTo>
                    <a:pt x="273445" y="296079"/>
                  </a:lnTo>
                  <a:lnTo>
                    <a:pt x="277472" y="292653"/>
                  </a:lnTo>
                  <a:lnTo>
                    <a:pt x="281387" y="289102"/>
                  </a:lnTo>
                  <a:lnTo>
                    <a:pt x="285189" y="285429"/>
                  </a:lnTo>
                  <a:lnTo>
                    <a:pt x="288873" y="281638"/>
                  </a:lnTo>
                  <a:lnTo>
                    <a:pt x="292435" y="277732"/>
                  </a:lnTo>
                  <a:lnTo>
                    <a:pt x="295871" y="273715"/>
                  </a:lnTo>
                  <a:lnTo>
                    <a:pt x="299179" y="269592"/>
                  </a:lnTo>
                  <a:lnTo>
                    <a:pt x="302355" y="265366"/>
                  </a:lnTo>
                  <a:lnTo>
                    <a:pt x="305396" y="261042"/>
                  </a:lnTo>
                  <a:lnTo>
                    <a:pt x="308298" y="256624"/>
                  </a:lnTo>
                  <a:lnTo>
                    <a:pt x="311059" y="252116"/>
                  </a:lnTo>
                  <a:lnTo>
                    <a:pt x="313677" y="247524"/>
                  </a:lnTo>
                  <a:lnTo>
                    <a:pt x="316148" y="242850"/>
                  </a:lnTo>
                  <a:lnTo>
                    <a:pt x="318470" y="238102"/>
                  </a:lnTo>
                  <a:lnTo>
                    <a:pt x="320640" y="233282"/>
                  </a:lnTo>
                  <a:lnTo>
                    <a:pt x="322657" y="228395"/>
                  </a:lnTo>
                  <a:lnTo>
                    <a:pt x="324519" y="223448"/>
                  </a:lnTo>
                  <a:lnTo>
                    <a:pt x="326223" y="218444"/>
                  </a:lnTo>
                  <a:lnTo>
                    <a:pt x="327768" y="213389"/>
                  </a:lnTo>
                  <a:lnTo>
                    <a:pt x="329153" y="208287"/>
                  </a:lnTo>
                  <a:lnTo>
                    <a:pt x="330375" y="203144"/>
                  </a:lnTo>
                  <a:lnTo>
                    <a:pt x="331435" y="197965"/>
                  </a:lnTo>
                  <a:lnTo>
                    <a:pt x="332330" y="192755"/>
                  </a:lnTo>
                  <a:lnTo>
                    <a:pt x="333060" y="187520"/>
                  </a:lnTo>
                  <a:lnTo>
                    <a:pt x="333624" y="182264"/>
                  </a:lnTo>
                  <a:lnTo>
                    <a:pt x="334021" y="176992"/>
                  </a:lnTo>
                  <a:lnTo>
                    <a:pt x="334252" y="171711"/>
                  </a:lnTo>
                  <a:lnTo>
                    <a:pt x="334315" y="166426"/>
                  </a:lnTo>
                  <a:lnTo>
                    <a:pt x="334212" y="161140"/>
                  </a:lnTo>
                  <a:lnTo>
                    <a:pt x="333941" y="155861"/>
                  </a:lnTo>
                  <a:lnTo>
                    <a:pt x="333503" y="150593"/>
                  </a:lnTo>
                  <a:lnTo>
                    <a:pt x="332900" y="145341"/>
                  </a:lnTo>
                  <a:lnTo>
                    <a:pt x="332130" y="140112"/>
                  </a:lnTo>
                  <a:lnTo>
                    <a:pt x="331196" y="134909"/>
                  </a:lnTo>
                  <a:lnTo>
                    <a:pt x="330097" y="129738"/>
                  </a:lnTo>
                  <a:lnTo>
                    <a:pt x="328836" y="124604"/>
                  </a:lnTo>
                  <a:lnTo>
                    <a:pt x="327412" y="119513"/>
                  </a:lnTo>
                  <a:lnTo>
                    <a:pt x="325829" y="114470"/>
                  </a:lnTo>
                  <a:lnTo>
                    <a:pt x="324087" y="109479"/>
                  </a:lnTo>
                  <a:lnTo>
                    <a:pt x="322188" y="104546"/>
                  </a:lnTo>
                  <a:lnTo>
                    <a:pt x="320134" y="99675"/>
                  </a:lnTo>
                  <a:lnTo>
                    <a:pt x="317927" y="94872"/>
                  </a:lnTo>
                  <a:lnTo>
                    <a:pt x="315569" y="90140"/>
                  </a:lnTo>
                  <a:lnTo>
                    <a:pt x="313063" y="85486"/>
                  </a:lnTo>
                  <a:lnTo>
                    <a:pt x="310411" y="80913"/>
                  </a:lnTo>
                  <a:lnTo>
                    <a:pt x="307615" y="76427"/>
                  </a:lnTo>
                  <a:lnTo>
                    <a:pt x="304679" y="72031"/>
                  </a:lnTo>
                  <a:lnTo>
                    <a:pt x="301606" y="67730"/>
                  </a:lnTo>
                  <a:lnTo>
                    <a:pt x="298398" y="63528"/>
                  </a:lnTo>
                  <a:lnTo>
                    <a:pt x="295059" y="59430"/>
                  </a:lnTo>
                  <a:lnTo>
                    <a:pt x="291592" y="55440"/>
                  </a:lnTo>
                  <a:lnTo>
                    <a:pt x="288001" y="51561"/>
                  </a:lnTo>
                  <a:lnTo>
                    <a:pt x="284288" y="47798"/>
                  </a:lnTo>
                  <a:lnTo>
                    <a:pt x="280459" y="44153"/>
                  </a:lnTo>
                  <a:lnTo>
                    <a:pt x="276516" y="40632"/>
                  </a:lnTo>
                  <a:lnTo>
                    <a:pt x="167149" y="167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09367" cy="167167"/>
            </a:xfrm>
            <a:custGeom>
              <a:avLst/>
              <a:pathLst>
                <a:path w="109367" h="167167">
                  <a:moveTo>
                    <a:pt x="109367" y="40740"/>
                  </a:moveTo>
                  <a:lnTo>
                    <a:pt x="105011" y="37100"/>
                  </a:lnTo>
                  <a:lnTo>
                    <a:pt x="100534" y="33609"/>
                  </a:lnTo>
                  <a:lnTo>
                    <a:pt x="95941" y="30272"/>
                  </a:lnTo>
                  <a:lnTo>
                    <a:pt x="91238" y="27094"/>
                  </a:lnTo>
                  <a:lnTo>
                    <a:pt x="86429" y="24077"/>
                  </a:lnTo>
                  <a:lnTo>
                    <a:pt x="81521" y="21224"/>
                  </a:lnTo>
                  <a:lnTo>
                    <a:pt x="76518" y="18541"/>
                  </a:lnTo>
                  <a:lnTo>
                    <a:pt x="71428" y="16028"/>
                  </a:lnTo>
                  <a:lnTo>
                    <a:pt x="66255" y="13690"/>
                  </a:lnTo>
                  <a:lnTo>
                    <a:pt x="61006" y="11529"/>
                  </a:lnTo>
                  <a:lnTo>
                    <a:pt x="55686" y="9547"/>
                  </a:lnTo>
                  <a:lnTo>
                    <a:pt x="50302" y="7747"/>
                  </a:lnTo>
                  <a:lnTo>
                    <a:pt x="44860" y="6131"/>
                  </a:lnTo>
                  <a:lnTo>
                    <a:pt x="39366" y="4701"/>
                  </a:lnTo>
                  <a:lnTo>
                    <a:pt x="33827" y="3458"/>
                  </a:lnTo>
                  <a:lnTo>
                    <a:pt x="28249" y="2404"/>
                  </a:lnTo>
                  <a:lnTo>
                    <a:pt x="22638" y="1540"/>
                  </a:lnTo>
                  <a:lnTo>
                    <a:pt x="17001" y="866"/>
                  </a:lnTo>
                  <a:lnTo>
                    <a:pt x="11345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566" y="4213821"/>
              <a:ext cx="4720" cy="167167"/>
            </a:xfrm>
            <a:custGeom>
              <a:avLst/>
              <a:pathLst>
                <a:path w="4720" h="167167">
                  <a:moveTo>
                    <a:pt x="4720" y="0"/>
                  </a:moveTo>
                  <a:lnTo>
                    <a:pt x="0" y="66"/>
                  </a:lnTo>
                  <a:lnTo>
                    <a:pt x="472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6" y="4213888"/>
              <a:ext cx="167161" cy="273151"/>
            </a:xfrm>
            <a:custGeom>
              <a:avLst/>
              <a:pathLst>
                <a:path w="167161" h="273151">
                  <a:moveTo>
                    <a:pt x="162440" y="0"/>
                  </a:moveTo>
                  <a:lnTo>
                    <a:pt x="157043" y="239"/>
                  </a:lnTo>
                  <a:lnTo>
                    <a:pt x="151657" y="653"/>
                  </a:lnTo>
                  <a:lnTo>
                    <a:pt x="146287" y="1241"/>
                  </a:lnTo>
                  <a:lnTo>
                    <a:pt x="140939" y="2002"/>
                  </a:lnTo>
                  <a:lnTo>
                    <a:pt x="135619" y="2936"/>
                  </a:lnTo>
                  <a:lnTo>
                    <a:pt x="130331" y="4040"/>
                  </a:lnTo>
                  <a:lnTo>
                    <a:pt x="125082" y="5315"/>
                  </a:lnTo>
                  <a:lnTo>
                    <a:pt x="119876" y="6760"/>
                  </a:lnTo>
                  <a:lnTo>
                    <a:pt x="114721" y="8371"/>
                  </a:lnTo>
                  <a:lnTo>
                    <a:pt x="109619" y="10148"/>
                  </a:lnTo>
                  <a:lnTo>
                    <a:pt x="104578" y="12089"/>
                  </a:lnTo>
                  <a:lnTo>
                    <a:pt x="99603" y="14192"/>
                  </a:lnTo>
                  <a:lnTo>
                    <a:pt x="94697" y="16455"/>
                  </a:lnTo>
                  <a:lnTo>
                    <a:pt x="89868" y="18875"/>
                  </a:lnTo>
                  <a:lnTo>
                    <a:pt x="85119" y="21450"/>
                  </a:lnTo>
                  <a:lnTo>
                    <a:pt x="80456" y="24176"/>
                  </a:lnTo>
                  <a:lnTo>
                    <a:pt x="75883" y="27053"/>
                  </a:lnTo>
                  <a:lnTo>
                    <a:pt x="71406" y="30075"/>
                  </a:lnTo>
                  <a:lnTo>
                    <a:pt x="67029" y="33240"/>
                  </a:lnTo>
                  <a:lnTo>
                    <a:pt x="62756" y="36545"/>
                  </a:lnTo>
                  <a:lnTo>
                    <a:pt x="58592" y="39987"/>
                  </a:lnTo>
                  <a:lnTo>
                    <a:pt x="54542" y="43561"/>
                  </a:lnTo>
                  <a:lnTo>
                    <a:pt x="50609" y="47264"/>
                  </a:lnTo>
                  <a:lnTo>
                    <a:pt x="46798" y="51093"/>
                  </a:lnTo>
                  <a:lnTo>
                    <a:pt x="43113" y="55042"/>
                  </a:lnTo>
                  <a:lnTo>
                    <a:pt x="39557" y="59109"/>
                  </a:lnTo>
                  <a:lnTo>
                    <a:pt x="36134" y="63288"/>
                  </a:lnTo>
                  <a:lnTo>
                    <a:pt x="32848" y="67576"/>
                  </a:lnTo>
                  <a:lnTo>
                    <a:pt x="29703" y="71967"/>
                  </a:lnTo>
                  <a:lnTo>
                    <a:pt x="26701" y="76458"/>
                  </a:lnTo>
                  <a:lnTo>
                    <a:pt x="23846" y="81044"/>
                  </a:lnTo>
                  <a:lnTo>
                    <a:pt x="21140" y="85719"/>
                  </a:lnTo>
                  <a:lnTo>
                    <a:pt x="18587" y="90480"/>
                  </a:lnTo>
                  <a:lnTo>
                    <a:pt x="16189" y="95320"/>
                  </a:lnTo>
                  <a:lnTo>
                    <a:pt x="13948" y="100236"/>
                  </a:lnTo>
                  <a:lnTo>
                    <a:pt x="11868" y="105221"/>
                  </a:lnTo>
                  <a:lnTo>
                    <a:pt x="9950" y="110271"/>
                  </a:lnTo>
                  <a:lnTo>
                    <a:pt x="8195" y="115380"/>
                  </a:lnTo>
                  <a:lnTo>
                    <a:pt x="6607" y="120543"/>
                  </a:lnTo>
                  <a:lnTo>
                    <a:pt x="5187" y="125755"/>
                  </a:lnTo>
                  <a:lnTo>
                    <a:pt x="3936" y="131010"/>
                  </a:lnTo>
                  <a:lnTo>
                    <a:pt x="2855" y="136303"/>
                  </a:lnTo>
                  <a:lnTo>
                    <a:pt x="1945" y="141627"/>
                  </a:lnTo>
                  <a:lnTo>
                    <a:pt x="1209" y="146979"/>
                  </a:lnTo>
                  <a:lnTo>
                    <a:pt x="645" y="152351"/>
                  </a:lnTo>
                  <a:lnTo>
                    <a:pt x="256" y="157739"/>
                  </a:lnTo>
                  <a:lnTo>
                    <a:pt x="40" y="163137"/>
                  </a:lnTo>
                  <a:lnTo>
                    <a:pt x="0" y="168538"/>
                  </a:lnTo>
                  <a:lnTo>
                    <a:pt x="133" y="173939"/>
                  </a:lnTo>
                  <a:lnTo>
                    <a:pt x="441" y="179332"/>
                  </a:lnTo>
                  <a:lnTo>
                    <a:pt x="924" y="184712"/>
                  </a:lnTo>
                  <a:lnTo>
                    <a:pt x="1579" y="190074"/>
                  </a:lnTo>
                  <a:lnTo>
                    <a:pt x="2408" y="195412"/>
                  </a:lnTo>
                  <a:lnTo>
                    <a:pt x="3409" y="200720"/>
                  </a:lnTo>
                  <a:lnTo>
                    <a:pt x="4581" y="205994"/>
                  </a:lnTo>
                  <a:lnTo>
                    <a:pt x="5922" y="211226"/>
                  </a:lnTo>
                  <a:lnTo>
                    <a:pt x="7432" y="216413"/>
                  </a:lnTo>
                  <a:lnTo>
                    <a:pt x="9109" y="221548"/>
                  </a:lnTo>
                  <a:lnTo>
                    <a:pt x="10951" y="226626"/>
                  </a:lnTo>
                  <a:lnTo>
                    <a:pt x="12955" y="231642"/>
                  </a:lnTo>
                  <a:lnTo>
                    <a:pt x="15121" y="236591"/>
                  </a:lnTo>
                  <a:lnTo>
                    <a:pt x="17446" y="241467"/>
                  </a:lnTo>
                  <a:lnTo>
                    <a:pt x="19927" y="246266"/>
                  </a:lnTo>
                  <a:lnTo>
                    <a:pt x="22562" y="250981"/>
                  </a:lnTo>
                  <a:lnTo>
                    <a:pt x="25347" y="255610"/>
                  </a:lnTo>
                  <a:lnTo>
                    <a:pt x="28281" y="260145"/>
                  </a:lnTo>
                  <a:lnTo>
                    <a:pt x="31360" y="264584"/>
                  </a:lnTo>
                  <a:lnTo>
                    <a:pt x="34581" y="268921"/>
                  </a:lnTo>
                  <a:lnTo>
                    <a:pt x="37940" y="273151"/>
                  </a:lnTo>
                  <a:lnTo>
                    <a:pt x="167161" y="167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52066" y="4213821"/>
              <a:ext cx="296372" cy="334333"/>
            </a:xfrm>
            <a:custGeom>
              <a:avLst/>
              <a:pathLst>
                <a:path w="296372" h="334333">
                  <a:moveTo>
                    <a:pt x="0" y="273218"/>
                  </a:moveTo>
                  <a:lnTo>
                    <a:pt x="3425" y="277260"/>
                  </a:lnTo>
                  <a:lnTo>
                    <a:pt x="6977" y="281191"/>
                  </a:lnTo>
                  <a:lnTo>
                    <a:pt x="10652" y="285007"/>
                  </a:lnTo>
                  <a:lnTo>
                    <a:pt x="14445" y="288705"/>
                  </a:lnTo>
                  <a:lnTo>
                    <a:pt x="18354" y="292281"/>
                  </a:lnTo>
                  <a:lnTo>
                    <a:pt x="22375" y="295732"/>
                  </a:lnTo>
                  <a:lnTo>
                    <a:pt x="26503" y="299053"/>
                  </a:lnTo>
                  <a:lnTo>
                    <a:pt x="30733" y="302242"/>
                  </a:lnTo>
                  <a:lnTo>
                    <a:pt x="35063" y="305295"/>
                  </a:lnTo>
                  <a:lnTo>
                    <a:pt x="39488" y="308209"/>
                  </a:lnTo>
                  <a:lnTo>
                    <a:pt x="44002" y="310982"/>
                  </a:lnTo>
                  <a:lnTo>
                    <a:pt x="48602" y="313610"/>
                  </a:lnTo>
                  <a:lnTo>
                    <a:pt x="53283" y="316091"/>
                  </a:lnTo>
                  <a:lnTo>
                    <a:pt x="58041" y="318423"/>
                  </a:lnTo>
                  <a:lnTo>
                    <a:pt x="62870" y="320603"/>
                  </a:lnTo>
                  <a:lnTo>
                    <a:pt x="67765" y="322628"/>
                  </a:lnTo>
                  <a:lnTo>
                    <a:pt x="72722" y="324498"/>
                  </a:lnTo>
                  <a:lnTo>
                    <a:pt x="77736" y="326209"/>
                  </a:lnTo>
                  <a:lnTo>
                    <a:pt x="82802" y="327760"/>
                  </a:lnTo>
                  <a:lnTo>
                    <a:pt x="87915" y="329151"/>
                  </a:lnTo>
                  <a:lnTo>
                    <a:pt x="93068" y="330378"/>
                  </a:lnTo>
                  <a:lnTo>
                    <a:pt x="98258" y="331442"/>
                  </a:lnTo>
                  <a:lnTo>
                    <a:pt x="103480" y="332341"/>
                  </a:lnTo>
                  <a:lnTo>
                    <a:pt x="108727" y="333073"/>
                  </a:lnTo>
                  <a:lnTo>
                    <a:pt x="113994" y="333640"/>
                  </a:lnTo>
                  <a:lnTo>
                    <a:pt x="119277" y="334038"/>
                  </a:lnTo>
                  <a:lnTo>
                    <a:pt x="124570" y="334270"/>
                  </a:lnTo>
                  <a:lnTo>
                    <a:pt x="129868" y="334333"/>
                  </a:lnTo>
                  <a:lnTo>
                    <a:pt x="135165" y="334229"/>
                  </a:lnTo>
                  <a:lnTo>
                    <a:pt x="140456" y="333956"/>
                  </a:lnTo>
                  <a:lnTo>
                    <a:pt x="145736" y="333517"/>
                  </a:lnTo>
                  <a:lnTo>
                    <a:pt x="150999" y="332910"/>
                  </a:lnTo>
                  <a:lnTo>
                    <a:pt x="156240" y="332136"/>
                  </a:lnTo>
                  <a:lnTo>
                    <a:pt x="161454" y="331197"/>
                  </a:lnTo>
                  <a:lnTo>
                    <a:pt x="166636" y="330093"/>
                  </a:lnTo>
                  <a:lnTo>
                    <a:pt x="171780" y="328826"/>
                  </a:lnTo>
                  <a:lnTo>
                    <a:pt x="176882" y="327396"/>
                  </a:lnTo>
                  <a:lnTo>
                    <a:pt x="181935" y="325805"/>
                  </a:lnTo>
                  <a:lnTo>
                    <a:pt x="186936" y="324055"/>
                  </a:lnTo>
                  <a:lnTo>
                    <a:pt x="191878" y="322147"/>
                  </a:lnTo>
                  <a:lnTo>
                    <a:pt x="196758" y="320084"/>
                  </a:lnTo>
                  <a:lnTo>
                    <a:pt x="201570" y="317867"/>
                  </a:lnTo>
                  <a:lnTo>
                    <a:pt x="206309" y="315499"/>
                  </a:lnTo>
                  <a:lnTo>
                    <a:pt x="210971" y="312981"/>
                  </a:lnTo>
                  <a:lnTo>
                    <a:pt x="215550" y="310318"/>
                  </a:lnTo>
                  <a:lnTo>
                    <a:pt x="220043" y="307510"/>
                  </a:lnTo>
                  <a:lnTo>
                    <a:pt x="224445" y="304562"/>
                  </a:lnTo>
                  <a:lnTo>
                    <a:pt x="228751" y="301475"/>
                  </a:lnTo>
                  <a:lnTo>
                    <a:pt x="232957" y="298254"/>
                  </a:lnTo>
                  <a:lnTo>
                    <a:pt x="237059" y="294900"/>
                  </a:lnTo>
                  <a:lnTo>
                    <a:pt x="241053" y="291419"/>
                  </a:lnTo>
                  <a:lnTo>
                    <a:pt x="244934" y="287813"/>
                  </a:lnTo>
                  <a:lnTo>
                    <a:pt x="248699" y="284085"/>
                  </a:lnTo>
                  <a:lnTo>
                    <a:pt x="252344" y="280240"/>
                  </a:lnTo>
                  <a:lnTo>
                    <a:pt x="255865" y="276282"/>
                  </a:lnTo>
                  <a:lnTo>
                    <a:pt x="259259" y="272214"/>
                  </a:lnTo>
                  <a:lnTo>
                    <a:pt x="262523" y="268041"/>
                  </a:lnTo>
                  <a:lnTo>
                    <a:pt x="265652" y="263766"/>
                  </a:lnTo>
                  <a:lnTo>
                    <a:pt x="268645" y="259394"/>
                  </a:lnTo>
                  <a:lnTo>
                    <a:pt x="271498" y="254929"/>
                  </a:lnTo>
                  <a:lnTo>
                    <a:pt x="274207" y="250377"/>
                  </a:lnTo>
                  <a:lnTo>
                    <a:pt x="276771" y="245740"/>
                  </a:lnTo>
                  <a:lnTo>
                    <a:pt x="279187" y="241025"/>
                  </a:lnTo>
                  <a:lnTo>
                    <a:pt x="281452" y="236236"/>
                  </a:lnTo>
                  <a:lnTo>
                    <a:pt x="283564" y="231377"/>
                  </a:lnTo>
                  <a:lnTo>
                    <a:pt x="285522" y="226454"/>
                  </a:lnTo>
                  <a:lnTo>
                    <a:pt x="287322" y="221471"/>
                  </a:lnTo>
                  <a:lnTo>
                    <a:pt x="288963" y="216434"/>
                  </a:lnTo>
                  <a:lnTo>
                    <a:pt x="290444" y="211347"/>
                  </a:lnTo>
                  <a:lnTo>
                    <a:pt x="291763" y="206216"/>
                  </a:lnTo>
                  <a:lnTo>
                    <a:pt x="292919" y="201045"/>
                  </a:lnTo>
                  <a:lnTo>
                    <a:pt x="293911" y="195841"/>
                  </a:lnTo>
                  <a:lnTo>
                    <a:pt x="294736" y="190608"/>
                  </a:lnTo>
                  <a:lnTo>
                    <a:pt x="295396" y="185351"/>
                  </a:lnTo>
                  <a:lnTo>
                    <a:pt x="295889" y="180076"/>
                  </a:lnTo>
                  <a:lnTo>
                    <a:pt x="296214" y="174788"/>
                  </a:lnTo>
                  <a:lnTo>
                    <a:pt x="296372" y="169492"/>
                  </a:lnTo>
                  <a:lnTo>
                    <a:pt x="296362" y="164194"/>
                  </a:lnTo>
                  <a:lnTo>
                    <a:pt x="296184" y="158899"/>
                  </a:lnTo>
                  <a:lnTo>
                    <a:pt x="295838" y="153613"/>
                  </a:lnTo>
                  <a:lnTo>
                    <a:pt x="295324" y="148339"/>
                  </a:lnTo>
                  <a:lnTo>
                    <a:pt x="294644" y="143085"/>
                  </a:lnTo>
                  <a:lnTo>
                    <a:pt x="293798" y="137855"/>
                  </a:lnTo>
                  <a:lnTo>
                    <a:pt x="292787" y="132655"/>
                  </a:lnTo>
                  <a:lnTo>
                    <a:pt x="291611" y="127489"/>
                  </a:lnTo>
                  <a:lnTo>
                    <a:pt x="290272" y="122363"/>
                  </a:lnTo>
                  <a:lnTo>
                    <a:pt x="288771" y="117282"/>
                  </a:lnTo>
                  <a:lnTo>
                    <a:pt x="287110" y="112251"/>
                  </a:lnTo>
                  <a:lnTo>
                    <a:pt x="285291" y="107275"/>
                  </a:lnTo>
                  <a:lnTo>
                    <a:pt x="283315" y="102360"/>
                  </a:lnTo>
                  <a:lnTo>
                    <a:pt x="281184" y="97509"/>
                  </a:lnTo>
                  <a:lnTo>
                    <a:pt x="278900" y="92728"/>
                  </a:lnTo>
                  <a:lnTo>
                    <a:pt x="276466" y="88023"/>
                  </a:lnTo>
                  <a:lnTo>
                    <a:pt x="273884" y="83396"/>
                  </a:lnTo>
                  <a:lnTo>
                    <a:pt x="271157" y="78854"/>
                  </a:lnTo>
                  <a:lnTo>
                    <a:pt x="268287" y="74401"/>
                  </a:lnTo>
                  <a:lnTo>
                    <a:pt x="265277" y="70041"/>
                  </a:lnTo>
                  <a:lnTo>
                    <a:pt x="262131" y="65778"/>
                  </a:lnTo>
                  <a:lnTo>
                    <a:pt x="258852" y="61617"/>
                  </a:lnTo>
                  <a:lnTo>
                    <a:pt x="255442" y="57562"/>
                  </a:lnTo>
                  <a:lnTo>
                    <a:pt x="251905" y="53617"/>
                  </a:lnTo>
                  <a:lnTo>
                    <a:pt x="248245" y="49787"/>
                  </a:lnTo>
                  <a:lnTo>
                    <a:pt x="244466" y="46074"/>
                  </a:lnTo>
                  <a:lnTo>
                    <a:pt x="240571" y="42483"/>
                  </a:lnTo>
                  <a:lnTo>
                    <a:pt x="236564" y="39017"/>
                  </a:lnTo>
                  <a:lnTo>
                    <a:pt x="232449" y="35680"/>
                  </a:lnTo>
                  <a:lnTo>
                    <a:pt x="228230" y="32474"/>
                  </a:lnTo>
                  <a:lnTo>
                    <a:pt x="223912" y="29405"/>
                  </a:lnTo>
                  <a:lnTo>
                    <a:pt x="219499" y="26473"/>
                  </a:lnTo>
                  <a:lnTo>
                    <a:pt x="214995" y="23683"/>
                  </a:lnTo>
                  <a:lnTo>
                    <a:pt x="210405" y="21037"/>
                  </a:lnTo>
                  <a:lnTo>
                    <a:pt x="205734" y="18538"/>
                  </a:lnTo>
                  <a:lnTo>
                    <a:pt x="200986" y="16188"/>
                  </a:lnTo>
                  <a:lnTo>
                    <a:pt x="196165" y="13989"/>
                  </a:lnTo>
                  <a:lnTo>
                    <a:pt x="191278" y="11945"/>
                  </a:lnTo>
                  <a:lnTo>
                    <a:pt x="186328" y="10056"/>
                  </a:lnTo>
                  <a:lnTo>
                    <a:pt x="181320" y="8326"/>
                  </a:lnTo>
                  <a:lnTo>
                    <a:pt x="176261" y="6754"/>
                  </a:lnTo>
                  <a:lnTo>
                    <a:pt x="171154" y="5344"/>
                  </a:lnTo>
                  <a:lnTo>
                    <a:pt x="166005" y="4097"/>
                  </a:lnTo>
                  <a:lnTo>
                    <a:pt x="160819" y="3013"/>
                  </a:lnTo>
                  <a:lnTo>
                    <a:pt x="155601" y="2094"/>
                  </a:lnTo>
                  <a:lnTo>
                    <a:pt x="150357" y="1341"/>
                  </a:lnTo>
                  <a:lnTo>
                    <a:pt x="145091" y="755"/>
                  </a:lnTo>
                  <a:lnTo>
                    <a:pt x="139810" y="335"/>
                  </a:lnTo>
                  <a:lnTo>
                    <a:pt x="134518" y="83"/>
                  </a:lnTo>
                  <a:lnTo>
                    <a:pt x="129221" y="0"/>
                  </a:lnTo>
                  <a:lnTo>
                    <a:pt x="1292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3240" y="4659281"/>
              <a:ext cx="3284" cy="167167"/>
            </a:xfrm>
            <a:custGeom>
              <a:avLst/>
              <a:pathLst>
                <a:path w="3284" h="167167">
                  <a:moveTo>
                    <a:pt x="3284" y="0"/>
                  </a:moveTo>
                  <a:lnTo>
                    <a:pt x="0" y="32"/>
                  </a:lnTo>
                  <a:lnTo>
                    <a:pt x="328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616" y="4659314"/>
              <a:ext cx="166907" cy="167135"/>
            </a:xfrm>
            <a:custGeom>
              <a:avLst/>
              <a:pathLst>
                <a:path w="166907" h="167135">
                  <a:moveTo>
                    <a:pt x="163623" y="0"/>
                  </a:moveTo>
                  <a:lnTo>
                    <a:pt x="158192" y="195"/>
                  </a:lnTo>
                  <a:lnTo>
                    <a:pt x="152771" y="566"/>
                  </a:lnTo>
                  <a:lnTo>
                    <a:pt x="147364" y="1114"/>
                  </a:lnTo>
                  <a:lnTo>
                    <a:pt x="141978" y="1836"/>
                  </a:lnTo>
                  <a:lnTo>
                    <a:pt x="136619" y="2734"/>
                  </a:lnTo>
                  <a:lnTo>
                    <a:pt x="131291" y="3805"/>
                  </a:lnTo>
                  <a:lnTo>
                    <a:pt x="126001" y="5049"/>
                  </a:lnTo>
                  <a:lnTo>
                    <a:pt x="120754" y="6465"/>
                  </a:lnTo>
                  <a:lnTo>
                    <a:pt x="115556" y="8050"/>
                  </a:lnTo>
                  <a:lnTo>
                    <a:pt x="110413" y="9803"/>
                  </a:lnTo>
                  <a:lnTo>
                    <a:pt x="105329" y="11722"/>
                  </a:lnTo>
                  <a:lnTo>
                    <a:pt x="100310" y="13806"/>
                  </a:lnTo>
                  <a:lnTo>
                    <a:pt x="95361" y="16052"/>
                  </a:lnTo>
                  <a:lnTo>
                    <a:pt x="90488" y="18457"/>
                  </a:lnTo>
                  <a:lnTo>
                    <a:pt x="85696" y="21019"/>
                  </a:lnTo>
                  <a:lnTo>
                    <a:pt x="80990" y="23736"/>
                  </a:lnTo>
                  <a:lnTo>
                    <a:pt x="76374" y="26605"/>
                  </a:lnTo>
                  <a:lnTo>
                    <a:pt x="71854" y="29622"/>
                  </a:lnTo>
                  <a:lnTo>
                    <a:pt x="67435" y="32784"/>
                  </a:lnTo>
                  <a:lnTo>
                    <a:pt x="63121" y="36088"/>
                  </a:lnTo>
                  <a:lnTo>
                    <a:pt x="58916" y="39531"/>
                  </a:lnTo>
                  <a:lnTo>
                    <a:pt x="54825" y="43108"/>
                  </a:lnTo>
                  <a:lnTo>
                    <a:pt x="50853" y="46817"/>
                  </a:lnTo>
                  <a:lnTo>
                    <a:pt x="47004" y="50653"/>
                  </a:lnTo>
                  <a:lnTo>
                    <a:pt x="43281" y="54611"/>
                  </a:lnTo>
                  <a:lnTo>
                    <a:pt x="39689" y="58689"/>
                  </a:lnTo>
                  <a:lnTo>
                    <a:pt x="36231" y="62881"/>
                  </a:lnTo>
                  <a:lnTo>
                    <a:pt x="32912" y="67184"/>
                  </a:lnTo>
                  <a:lnTo>
                    <a:pt x="29734" y="71592"/>
                  </a:lnTo>
                  <a:lnTo>
                    <a:pt x="26701" y="76101"/>
                  </a:lnTo>
                  <a:lnTo>
                    <a:pt x="23816" y="80707"/>
                  </a:lnTo>
                  <a:lnTo>
                    <a:pt x="21083" y="85403"/>
                  </a:lnTo>
                  <a:lnTo>
                    <a:pt x="18503" y="90186"/>
                  </a:lnTo>
                  <a:lnTo>
                    <a:pt x="16080" y="95050"/>
                  </a:lnTo>
                  <a:lnTo>
                    <a:pt x="13817" y="99991"/>
                  </a:lnTo>
                  <a:lnTo>
                    <a:pt x="11716" y="105002"/>
                  </a:lnTo>
                  <a:lnTo>
                    <a:pt x="9778" y="110080"/>
                  </a:lnTo>
                  <a:lnTo>
                    <a:pt x="8007" y="115217"/>
                  </a:lnTo>
                  <a:lnTo>
                    <a:pt x="6403" y="120409"/>
                  </a:lnTo>
                  <a:lnTo>
                    <a:pt x="4969" y="125651"/>
                  </a:lnTo>
                  <a:lnTo>
                    <a:pt x="3706" y="130936"/>
                  </a:lnTo>
                  <a:lnTo>
                    <a:pt x="2616" y="136260"/>
                  </a:lnTo>
                  <a:lnTo>
                    <a:pt x="1699" y="141617"/>
                  </a:lnTo>
                  <a:lnTo>
                    <a:pt x="957" y="147000"/>
                  </a:lnTo>
                  <a:lnTo>
                    <a:pt x="390" y="152404"/>
                  </a:lnTo>
                  <a:lnTo>
                    <a:pt x="0" y="157825"/>
                  </a:lnTo>
                  <a:lnTo>
                    <a:pt x="166907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2" y="4659281"/>
              <a:ext cx="334315" cy="334332"/>
            </a:xfrm>
            <a:custGeom>
              <a:avLst/>
              <a:pathLst>
                <a:path w="334315" h="334332">
                  <a:moveTo>
                    <a:pt x="254" y="157857"/>
                  </a:moveTo>
                  <a:lnTo>
                    <a:pt x="42" y="163166"/>
                  </a:lnTo>
                  <a:lnTo>
                    <a:pt x="0" y="168480"/>
                  </a:lnTo>
                  <a:lnTo>
                    <a:pt x="126" y="173792"/>
                  </a:lnTo>
                  <a:lnTo>
                    <a:pt x="421" y="179097"/>
                  </a:lnTo>
                  <a:lnTo>
                    <a:pt x="884" y="184391"/>
                  </a:lnTo>
                  <a:lnTo>
                    <a:pt x="1515" y="189667"/>
                  </a:lnTo>
                  <a:lnTo>
                    <a:pt x="2314" y="194920"/>
                  </a:lnTo>
                  <a:lnTo>
                    <a:pt x="3279" y="200145"/>
                  </a:lnTo>
                  <a:lnTo>
                    <a:pt x="4410" y="205337"/>
                  </a:lnTo>
                  <a:lnTo>
                    <a:pt x="5706" y="210490"/>
                  </a:lnTo>
                  <a:lnTo>
                    <a:pt x="7164" y="215600"/>
                  </a:lnTo>
                  <a:lnTo>
                    <a:pt x="8784" y="220660"/>
                  </a:lnTo>
                  <a:lnTo>
                    <a:pt x="10564" y="225667"/>
                  </a:lnTo>
                  <a:lnTo>
                    <a:pt x="12503" y="230614"/>
                  </a:lnTo>
                  <a:lnTo>
                    <a:pt x="14597" y="235497"/>
                  </a:lnTo>
                  <a:lnTo>
                    <a:pt x="16846" y="240312"/>
                  </a:lnTo>
                  <a:lnTo>
                    <a:pt x="19247" y="245052"/>
                  </a:lnTo>
                  <a:lnTo>
                    <a:pt x="21797" y="249714"/>
                  </a:lnTo>
                  <a:lnTo>
                    <a:pt x="24494" y="254292"/>
                  </a:lnTo>
                  <a:lnTo>
                    <a:pt x="27335" y="258782"/>
                  </a:lnTo>
                  <a:lnTo>
                    <a:pt x="30317" y="263180"/>
                  </a:lnTo>
                  <a:lnTo>
                    <a:pt x="33438" y="267481"/>
                  </a:lnTo>
                  <a:lnTo>
                    <a:pt x="36694" y="271680"/>
                  </a:lnTo>
                  <a:lnTo>
                    <a:pt x="40081" y="275774"/>
                  </a:lnTo>
                  <a:lnTo>
                    <a:pt x="43597" y="279758"/>
                  </a:lnTo>
                  <a:lnTo>
                    <a:pt x="47238" y="283628"/>
                  </a:lnTo>
                  <a:lnTo>
                    <a:pt x="51000" y="287381"/>
                  </a:lnTo>
                  <a:lnTo>
                    <a:pt x="54879" y="291012"/>
                  </a:lnTo>
                  <a:lnTo>
                    <a:pt x="58872" y="294518"/>
                  </a:lnTo>
                  <a:lnTo>
                    <a:pt x="62974" y="297895"/>
                  </a:lnTo>
                  <a:lnTo>
                    <a:pt x="67182" y="301141"/>
                  </a:lnTo>
                  <a:lnTo>
                    <a:pt x="71490" y="304250"/>
                  </a:lnTo>
                  <a:lnTo>
                    <a:pt x="75895" y="307222"/>
                  </a:lnTo>
                  <a:lnTo>
                    <a:pt x="80393" y="310052"/>
                  </a:lnTo>
                  <a:lnTo>
                    <a:pt x="84978" y="312737"/>
                  </a:lnTo>
                  <a:lnTo>
                    <a:pt x="89646" y="315276"/>
                  </a:lnTo>
                  <a:lnTo>
                    <a:pt x="94392" y="317664"/>
                  </a:lnTo>
                  <a:lnTo>
                    <a:pt x="99212" y="319901"/>
                  </a:lnTo>
                  <a:lnTo>
                    <a:pt x="104100" y="321984"/>
                  </a:lnTo>
                  <a:lnTo>
                    <a:pt x="109053" y="323910"/>
                  </a:lnTo>
                  <a:lnTo>
                    <a:pt x="114064" y="325677"/>
                  </a:lnTo>
                  <a:lnTo>
                    <a:pt x="119128" y="327285"/>
                  </a:lnTo>
                  <a:lnTo>
                    <a:pt x="124241" y="328731"/>
                  </a:lnTo>
                  <a:lnTo>
                    <a:pt x="129398" y="330013"/>
                  </a:lnTo>
                  <a:lnTo>
                    <a:pt x="134592" y="331131"/>
                  </a:lnTo>
                  <a:lnTo>
                    <a:pt x="139820" y="332083"/>
                  </a:lnTo>
                  <a:lnTo>
                    <a:pt x="145075" y="332869"/>
                  </a:lnTo>
                  <a:lnTo>
                    <a:pt x="150353" y="333487"/>
                  </a:lnTo>
                  <a:lnTo>
                    <a:pt x="155647" y="333937"/>
                  </a:lnTo>
                  <a:lnTo>
                    <a:pt x="160953" y="334219"/>
                  </a:lnTo>
                  <a:lnTo>
                    <a:pt x="166266" y="334332"/>
                  </a:lnTo>
                  <a:lnTo>
                    <a:pt x="171579" y="334276"/>
                  </a:lnTo>
                  <a:lnTo>
                    <a:pt x="176888" y="334051"/>
                  </a:lnTo>
                  <a:lnTo>
                    <a:pt x="182187" y="333658"/>
                  </a:lnTo>
                  <a:lnTo>
                    <a:pt x="187471" y="333096"/>
                  </a:lnTo>
                  <a:lnTo>
                    <a:pt x="192734" y="332367"/>
                  </a:lnTo>
                  <a:lnTo>
                    <a:pt x="197971" y="331471"/>
                  </a:lnTo>
                  <a:lnTo>
                    <a:pt x="203178" y="330408"/>
                  </a:lnTo>
                  <a:lnTo>
                    <a:pt x="208348" y="329181"/>
                  </a:lnTo>
                  <a:lnTo>
                    <a:pt x="213476" y="327791"/>
                  </a:lnTo>
                  <a:lnTo>
                    <a:pt x="218558" y="326237"/>
                  </a:lnTo>
                  <a:lnTo>
                    <a:pt x="223587" y="324524"/>
                  </a:lnTo>
                  <a:lnTo>
                    <a:pt x="228560" y="322651"/>
                  </a:lnTo>
                  <a:lnTo>
                    <a:pt x="233470" y="320621"/>
                  </a:lnTo>
                  <a:lnTo>
                    <a:pt x="238314" y="318436"/>
                  </a:lnTo>
                  <a:lnTo>
                    <a:pt x="243086" y="316098"/>
                  </a:lnTo>
                  <a:lnTo>
                    <a:pt x="247781" y="313610"/>
                  </a:lnTo>
                  <a:lnTo>
                    <a:pt x="252394" y="310974"/>
                  </a:lnTo>
                  <a:lnTo>
                    <a:pt x="256922" y="308192"/>
                  </a:lnTo>
                  <a:lnTo>
                    <a:pt x="261358" y="305268"/>
                  </a:lnTo>
                  <a:lnTo>
                    <a:pt x="265700" y="302205"/>
                  </a:lnTo>
                  <a:lnTo>
                    <a:pt x="269942" y="299005"/>
                  </a:lnTo>
                  <a:lnTo>
                    <a:pt x="274080" y="295672"/>
                  </a:lnTo>
                  <a:lnTo>
                    <a:pt x="278110" y="292209"/>
                  </a:lnTo>
                  <a:lnTo>
                    <a:pt x="282028" y="288619"/>
                  </a:lnTo>
                  <a:lnTo>
                    <a:pt x="285830" y="284907"/>
                  </a:lnTo>
                  <a:lnTo>
                    <a:pt x="289512" y="281076"/>
                  </a:lnTo>
                  <a:lnTo>
                    <a:pt x="293071" y="277130"/>
                  </a:lnTo>
                  <a:lnTo>
                    <a:pt x="296502" y="273073"/>
                  </a:lnTo>
                  <a:lnTo>
                    <a:pt x="299803" y="268909"/>
                  </a:lnTo>
                  <a:lnTo>
                    <a:pt x="302969" y="264642"/>
                  </a:lnTo>
                  <a:lnTo>
                    <a:pt x="305998" y="260276"/>
                  </a:lnTo>
                  <a:lnTo>
                    <a:pt x="308888" y="255817"/>
                  </a:lnTo>
                  <a:lnTo>
                    <a:pt x="311633" y="251267"/>
                  </a:lnTo>
                  <a:lnTo>
                    <a:pt x="314233" y="246633"/>
                  </a:lnTo>
                  <a:lnTo>
                    <a:pt x="316685" y="241919"/>
                  </a:lnTo>
                  <a:lnTo>
                    <a:pt x="318985" y="237129"/>
                  </a:lnTo>
                  <a:lnTo>
                    <a:pt x="321132" y="232269"/>
                  </a:lnTo>
                  <a:lnTo>
                    <a:pt x="323123" y="227342"/>
                  </a:lnTo>
                  <a:lnTo>
                    <a:pt x="324957" y="222355"/>
                  </a:lnTo>
                  <a:lnTo>
                    <a:pt x="326631" y="217312"/>
                  </a:lnTo>
                  <a:lnTo>
                    <a:pt x="328144" y="212218"/>
                  </a:lnTo>
                  <a:lnTo>
                    <a:pt x="329495" y="207079"/>
                  </a:lnTo>
                  <a:lnTo>
                    <a:pt x="330681" y="201900"/>
                  </a:lnTo>
                  <a:lnTo>
                    <a:pt x="331702" y="196685"/>
                  </a:lnTo>
                  <a:lnTo>
                    <a:pt x="332557" y="191441"/>
                  </a:lnTo>
                  <a:lnTo>
                    <a:pt x="333245" y="186172"/>
                  </a:lnTo>
                  <a:lnTo>
                    <a:pt x="333765" y="180884"/>
                  </a:lnTo>
                  <a:lnTo>
                    <a:pt x="334117" y="175582"/>
                  </a:lnTo>
                  <a:lnTo>
                    <a:pt x="334300" y="170272"/>
                  </a:lnTo>
                  <a:lnTo>
                    <a:pt x="334315" y="164958"/>
                  </a:lnTo>
                  <a:lnTo>
                    <a:pt x="334160" y="159647"/>
                  </a:lnTo>
                  <a:lnTo>
                    <a:pt x="333837" y="154343"/>
                  </a:lnTo>
                  <a:lnTo>
                    <a:pt x="333345" y="149052"/>
                  </a:lnTo>
                  <a:lnTo>
                    <a:pt x="332685" y="143780"/>
                  </a:lnTo>
                  <a:lnTo>
                    <a:pt x="331858" y="138531"/>
                  </a:lnTo>
                  <a:lnTo>
                    <a:pt x="330865" y="133311"/>
                  </a:lnTo>
                  <a:lnTo>
                    <a:pt x="329706" y="128125"/>
                  </a:lnTo>
                  <a:lnTo>
                    <a:pt x="328383" y="122979"/>
                  </a:lnTo>
                  <a:lnTo>
                    <a:pt x="326897" y="117877"/>
                  </a:lnTo>
                  <a:lnTo>
                    <a:pt x="325250" y="112826"/>
                  </a:lnTo>
                  <a:lnTo>
                    <a:pt x="323443" y="107829"/>
                  </a:lnTo>
                  <a:lnTo>
                    <a:pt x="321478" y="102892"/>
                  </a:lnTo>
                  <a:lnTo>
                    <a:pt x="319358" y="98020"/>
                  </a:lnTo>
                  <a:lnTo>
                    <a:pt x="317083" y="93217"/>
                  </a:lnTo>
                  <a:lnTo>
                    <a:pt x="314657" y="88490"/>
                  </a:lnTo>
                  <a:lnTo>
                    <a:pt x="312082" y="83842"/>
                  </a:lnTo>
                  <a:lnTo>
                    <a:pt x="309361" y="79278"/>
                  </a:lnTo>
                  <a:lnTo>
                    <a:pt x="306496" y="74803"/>
                  </a:lnTo>
                  <a:lnTo>
                    <a:pt x="303490" y="70422"/>
                  </a:lnTo>
                  <a:lnTo>
                    <a:pt x="300346" y="66138"/>
                  </a:lnTo>
                  <a:lnTo>
                    <a:pt x="297068" y="61956"/>
                  </a:lnTo>
                  <a:lnTo>
                    <a:pt x="293658" y="57880"/>
                  </a:lnTo>
                  <a:lnTo>
                    <a:pt x="290121" y="53915"/>
                  </a:lnTo>
                  <a:lnTo>
                    <a:pt x="286460" y="50065"/>
                  </a:lnTo>
                  <a:lnTo>
                    <a:pt x="282678" y="46332"/>
                  </a:lnTo>
                  <a:lnTo>
                    <a:pt x="278779" y="42722"/>
                  </a:lnTo>
                  <a:lnTo>
                    <a:pt x="274767" y="39237"/>
                  </a:lnTo>
                  <a:lnTo>
                    <a:pt x="270647" y="35882"/>
                  </a:lnTo>
                  <a:lnTo>
                    <a:pt x="266422" y="32659"/>
                  </a:lnTo>
                  <a:lnTo>
                    <a:pt x="262097" y="29573"/>
                  </a:lnTo>
                  <a:lnTo>
                    <a:pt x="257676" y="26625"/>
                  </a:lnTo>
                  <a:lnTo>
                    <a:pt x="253164" y="23819"/>
                  </a:lnTo>
                  <a:lnTo>
                    <a:pt x="248565" y="21158"/>
                  </a:lnTo>
                  <a:lnTo>
                    <a:pt x="243883" y="18645"/>
                  </a:lnTo>
                  <a:lnTo>
                    <a:pt x="239124" y="16282"/>
                  </a:lnTo>
                  <a:lnTo>
                    <a:pt x="234292" y="14071"/>
                  </a:lnTo>
                  <a:lnTo>
                    <a:pt x="229392" y="12014"/>
                  </a:lnTo>
                  <a:lnTo>
                    <a:pt x="224430" y="10115"/>
                  </a:lnTo>
                  <a:lnTo>
                    <a:pt x="219410" y="8374"/>
                  </a:lnTo>
                  <a:lnTo>
                    <a:pt x="214336" y="6794"/>
                  </a:lnTo>
                  <a:lnTo>
                    <a:pt x="209216" y="5376"/>
                  </a:lnTo>
                  <a:lnTo>
                    <a:pt x="204052" y="4121"/>
                  </a:lnTo>
                  <a:lnTo>
                    <a:pt x="198852" y="3031"/>
                  </a:lnTo>
                  <a:lnTo>
                    <a:pt x="193619" y="2106"/>
                  </a:lnTo>
                  <a:lnTo>
                    <a:pt x="188360" y="1349"/>
                  </a:lnTo>
                  <a:lnTo>
                    <a:pt x="183079" y="759"/>
                  </a:lnTo>
                  <a:lnTo>
                    <a:pt x="177782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7048" y="0"/>
                  </a:moveTo>
                  <a:lnTo>
                    <a:pt x="161754" y="87"/>
                  </a:lnTo>
                  <a:lnTo>
                    <a:pt x="156464" y="341"/>
                  </a:lnTo>
                  <a:lnTo>
                    <a:pt x="151186" y="764"/>
                  </a:lnTo>
                  <a:lnTo>
                    <a:pt x="145923" y="1353"/>
                  </a:lnTo>
                  <a:lnTo>
                    <a:pt x="140682" y="2108"/>
                  </a:lnTo>
                  <a:lnTo>
                    <a:pt x="135467" y="3030"/>
                  </a:lnTo>
                  <a:lnTo>
                    <a:pt x="130284" y="4116"/>
                  </a:lnTo>
                  <a:lnTo>
                    <a:pt x="125138" y="5365"/>
                  </a:lnTo>
                  <a:lnTo>
                    <a:pt x="120034" y="6777"/>
                  </a:lnTo>
                  <a:lnTo>
                    <a:pt x="114977" y="8350"/>
                  </a:lnTo>
                  <a:lnTo>
                    <a:pt x="109973" y="10082"/>
                  </a:lnTo>
                  <a:lnTo>
                    <a:pt x="105026" y="11972"/>
                  </a:lnTo>
                  <a:lnTo>
                    <a:pt x="100142" y="14018"/>
                  </a:lnTo>
                  <a:lnTo>
                    <a:pt x="95325" y="16217"/>
                  </a:lnTo>
                  <a:lnTo>
                    <a:pt x="90580" y="18568"/>
                  </a:lnTo>
                  <a:lnTo>
                    <a:pt x="85911" y="21067"/>
                  </a:lnTo>
                  <a:lnTo>
                    <a:pt x="81324" y="23714"/>
                  </a:lnTo>
                  <a:lnTo>
                    <a:pt x="76824" y="26504"/>
                  </a:lnTo>
                  <a:lnTo>
                    <a:pt x="72414" y="29436"/>
                  </a:lnTo>
                  <a:lnTo>
                    <a:pt x="68099" y="32506"/>
                  </a:lnTo>
                  <a:lnTo>
                    <a:pt x="63883" y="35711"/>
                  </a:lnTo>
                  <a:lnTo>
                    <a:pt x="59771" y="39048"/>
                  </a:lnTo>
                  <a:lnTo>
                    <a:pt x="55767" y="42513"/>
                  </a:lnTo>
                  <a:lnTo>
                    <a:pt x="51875" y="46104"/>
                  </a:lnTo>
                  <a:lnTo>
                    <a:pt x="48098" y="49816"/>
                  </a:lnTo>
                  <a:lnTo>
                    <a:pt x="44441" y="53645"/>
                  </a:lnTo>
                  <a:lnTo>
                    <a:pt x="40907" y="57589"/>
                  </a:lnTo>
                  <a:lnTo>
                    <a:pt x="37499" y="61643"/>
                  </a:lnTo>
                  <a:lnTo>
                    <a:pt x="34222" y="65802"/>
                  </a:lnTo>
                  <a:lnTo>
                    <a:pt x="31078" y="70063"/>
                  </a:lnTo>
                  <a:lnTo>
                    <a:pt x="28071" y="74422"/>
                  </a:lnTo>
                  <a:lnTo>
                    <a:pt x="25203" y="78874"/>
                  </a:lnTo>
                  <a:lnTo>
                    <a:pt x="22477" y="83414"/>
                  </a:lnTo>
                  <a:lnTo>
                    <a:pt x="19897" y="88039"/>
                  </a:lnTo>
                  <a:lnTo>
                    <a:pt x="17465" y="92742"/>
                  </a:lnTo>
                  <a:lnTo>
                    <a:pt x="15183" y="97521"/>
                  </a:lnTo>
                  <a:lnTo>
                    <a:pt x="13053" y="102369"/>
                  </a:lnTo>
                  <a:lnTo>
                    <a:pt x="11078" y="107283"/>
                  </a:lnTo>
                  <a:lnTo>
                    <a:pt x="9259" y="112256"/>
                  </a:lnTo>
                  <a:lnTo>
                    <a:pt x="7599" y="117285"/>
                  </a:lnTo>
                  <a:lnTo>
                    <a:pt x="6099" y="122364"/>
                  </a:lnTo>
                  <a:lnTo>
                    <a:pt x="4761" y="127487"/>
                  </a:lnTo>
                  <a:lnTo>
                    <a:pt x="3586" y="132651"/>
                  </a:lnTo>
                  <a:lnTo>
                    <a:pt x="2575" y="137849"/>
                  </a:lnTo>
                  <a:lnTo>
                    <a:pt x="1729" y="143076"/>
                  </a:lnTo>
                  <a:lnTo>
                    <a:pt x="1049" y="148328"/>
                  </a:lnTo>
                  <a:lnTo>
                    <a:pt x="535" y="153598"/>
                  </a:lnTo>
                  <a:lnTo>
                    <a:pt x="189" y="158883"/>
                  </a:lnTo>
                  <a:lnTo>
                    <a:pt x="10" y="164175"/>
                  </a:lnTo>
                  <a:lnTo>
                    <a:pt x="0" y="169471"/>
                  </a:lnTo>
                  <a:lnTo>
                    <a:pt x="156" y="174764"/>
                  </a:lnTo>
                  <a:lnTo>
                    <a:pt x="481" y="180049"/>
                  </a:lnTo>
                  <a:lnTo>
                    <a:pt x="972" y="185322"/>
                  </a:lnTo>
                  <a:lnTo>
                    <a:pt x="1631" y="190577"/>
                  </a:lnTo>
                  <a:lnTo>
                    <a:pt x="2455" y="195807"/>
                  </a:lnTo>
                  <a:lnTo>
                    <a:pt x="3445" y="201010"/>
                  </a:lnTo>
                  <a:lnTo>
                    <a:pt x="4599" y="206178"/>
                  </a:lnTo>
                  <a:lnTo>
                    <a:pt x="5916" y="211307"/>
                  </a:lnTo>
                  <a:lnTo>
                    <a:pt x="7395" y="216392"/>
                  </a:lnTo>
                  <a:lnTo>
                    <a:pt x="9035" y="221427"/>
                  </a:lnTo>
                  <a:lnTo>
                    <a:pt x="10833" y="226408"/>
                  </a:lnTo>
                  <a:lnTo>
                    <a:pt x="12788" y="231330"/>
                  </a:lnTo>
                  <a:lnTo>
                    <a:pt x="14897" y="236187"/>
                  </a:lnTo>
                  <a:lnTo>
                    <a:pt x="17160" y="240975"/>
                  </a:lnTo>
                  <a:lnTo>
                    <a:pt x="19573" y="245688"/>
                  </a:lnTo>
                  <a:lnTo>
                    <a:pt x="22134" y="250323"/>
                  </a:lnTo>
                  <a:lnTo>
                    <a:pt x="24841" y="254875"/>
                  </a:lnTo>
                  <a:lnTo>
                    <a:pt x="27690" y="259338"/>
                  </a:lnTo>
                  <a:lnTo>
                    <a:pt x="30680" y="263710"/>
                  </a:lnTo>
                  <a:lnTo>
                    <a:pt x="33806" y="267984"/>
                  </a:lnTo>
                  <a:lnTo>
                    <a:pt x="37066" y="272157"/>
                  </a:lnTo>
                  <a:lnTo>
                    <a:pt x="40457" y="276224"/>
                  </a:lnTo>
                  <a:lnTo>
                    <a:pt x="43975" y="280182"/>
                  </a:lnTo>
                  <a:lnTo>
                    <a:pt x="47616" y="284027"/>
                  </a:lnTo>
                  <a:lnTo>
                    <a:pt x="51378" y="287755"/>
                  </a:lnTo>
                  <a:lnTo>
                    <a:pt x="55255" y="291361"/>
                  </a:lnTo>
                  <a:lnTo>
                    <a:pt x="59245" y="294843"/>
                  </a:lnTo>
                  <a:lnTo>
                    <a:pt x="63343" y="298197"/>
                  </a:lnTo>
                  <a:lnTo>
                    <a:pt x="67545" y="301419"/>
                  </a:lnTo>
                  <a:lnTo>
                    <a:pt x="71848" y="304507"/>
                  </a:lnTo>
                  <a:lnTo>
                    <a:pt x="76246" y="307456"/>
                  </a:lnTo>
                  <a:lnTo>
                    <a:pt x="80735" y="310265"/>
                  </a:lnTo>
                  <a:lnTo>
                    <a:pt x="85311" y="312931"/>
                  </a:lnTo>
                  <a:lnTo>
                    <a:pt x="89969" y="315450"/>
                  </a:lnTo>
                  <a:lnTo>
                    <a:pt x="94704" y="317820"/>
                  </a:lnTo>
                  <a:lnTo>
                    <a:pt x="99512" y="320039"/>
                  </a:lnTo>
                  <a:lnTo>
                    <a:pt x="104388" y="322105"/>
                  </a:lnTo>
                  <a:lnTo>
                    <a:pt x="109327" y="324015"/>
                  </a:lnTo>
                  <a:lnTo>
                    <a:pt x="114324" y="325768"/>
                  </a:lnTo>
                  <a:lnTo>
                    <a:pt x="119374" y="327362"/>
                  </a:lnTo>
                  <a:lnTo>
                    <a:pt x="124472" y="328794"/>
                  </a:lnTo>
                  <a:lnTo>
                    <a:pt x="129613" y="330065"/>
                  </a:lnTo>
                  <a:lnTo>
                    <a:pt x="134792" y="331172"/>
                  </a:lnTo>
                  <a:lnTo>
                    <a:pt x="140002" y="332115"/>
                  </a:lnTo>
                  <a:lnTo>
                    <a:pt x="145241" y="332892"/>
                  </a:lnTo>
                  <a:lnTo>
                    <a:pt x="150501" y="333503"/>
                  </a:lnTo>
                  <a:lnTo>
                    <a:pt x="155778" y="333947"/>
                  </a:lnTo>
                  <a:lnTo>
                    <a:pt x="161066" y="334224"/>
                  </a:lnTo>
                  <a:lnTo>
                    <a:pt x="166360" y="334332"/>
                  </a:lnTo>
                  <a:lnTo>
                    <a:pt x="171656" y="334274"/>
                  </a:lnTo>
                  <a:lnTo>
                    <a:pt x="176946" y="334047"/>
                  </a:lnTo>
                  <a:lnTo>
                    <a:pt x="182227" y="333653"/>
                  </a:lnTo>
                  <a:lnTo>
                    <a:pt x="187493" y="333092"/>
                  </a:lnTo>
                  <a:lnTo>
                    <a:pt x="192738" y="332365"/>
                  </a:lnTo>
                  <a:lnTo>
                    <a:pt x="197958" y="331471"/>
                  </a:lnTo>
                  <a:lnTo>
                    <a:pt x="203146" y="330413"/>
                  </a:lnTo>
                  <a:lnTo>
                    <a:pt x="208299" y="329191"/>
                  </a:lnTo>
                  <a:lnTo>
                    <a:pt x="213410" y="327806"/>
                  </a:lnTo>
                  <a:lnTo>
                    <a:pt x="218475" y="326261"/>
                  </a:lnTo>
                  <a:lnTo>
                    <a:pt x="223489" y="324555"/>
                  </a:lnTo>
                  <a:lnTo>
                    <a:pt x="228445" y="322692"/>
                  </a:lnTo>
                  <a:lnTo>
                    <a:pt x="233341" y="320672"/>
                  </a:lnTo>
                  <a:lnTo>
                    <a:pt x="238170" y="318499"/>
                  </a:lnTo>
                  <a:lnTo>
                    <a:pt x="242927" y="316173"/>
                  </a:lnTo>
                  <a:lnTo>
                    <a:pt x="247609" y="313698"/>
                  </a:lnTo>
                  <a:lnTo>
                    <a:pt x="252210" y="311076"/>
                  </a:lnTo>
                  <a:lnTo>
                    <a:pt x="256725" y="308310"/>
                  </a:lnTo>
                  <a:lnTo>
                    <a:pt x="261151" y="305402"/>
                  </a:lnTo>
                  <a:lnTo>
                    <a:pt x="265482" y="302355"/>
                  </a:lnTo>
                  <a:lnTo>
                    <a:pt x="269715" y="299173"/>
                  </a:lnTo>
                  <a:lnTo>
                    <a:pt x="273845" y="295858"/>
                  </a:lnTo>
                  <a:lnTo>
                    <a:pt x="277867" y="292414"/>
                  </a:lnTo>
                  <a:lnTo>
                    <a:pt x="281779" y="288845"/>
                  </a:lnTo>
                  <a:lnTo>
                    <a:pt x="285575" y="285153"/>
                  </a:lnTo>
                  <a:lnTo>
                    <a:pt x="289253" y="281343"/>
                  </a:lnTo>
                  <a:lnTo>
                    <a:pt x="292808" y="277418"/>
                  </a:lnTo>
                  <a:lnTo>
                    <a:pt x="296237" y="273382"/>
                  </a:lnTo>
                  <a:lnTo>
                    <a:pt x="299537" y="269241"/>
                  </a:lnTo>
                  <a:lnTo>
                    <a:pt x="302703" y="264996"/>
                  </a:lnTo>
                  <a:lnTo>
                    <a:pt x="305734" y="260654"/>
                  </a:lnTo>
                  <a:lnTo>
                    <a:pt x="308625" y="256217"/>
                  </a:lnTo>
                  <a:lnTo>
                    <a:pt x="311375" y="251691"/>
                  </a:lnTo>
                  <a:lnTo>
                    <a:pt x="313980" y="247081"/>
                  </a:lnTo>
                  <a:lnTo>
                    <a:pt x="316437" y="242390"/>
                  </a:lnTo>
                  <a:lnTo>
                    <a:pt x="318745" y="237624"/>
                  </a:lnTo>
                  <a:lnTo>
                    <a:pt x="320901" y="232787"/>
                  </a:lnTo>
                  <a:lnTo>
                    <a:pt x="322902" y="227884"/>
                  </a:lnTo>
                  <a:lnTo>
                    <a:pt x="324747" y="222920"/>
                  </a:lnTo>
                  <a:lnTo>
                    <a:pt x="326434" y="217901"/>
                  </a:lnTo>
                  <a:lnTo>
                    <a:pt x="327961" y="212830"/>
                  </a:lnTo>
                  <a:lnTo>
                    <a:pt x="329327" y="207714"/>
                  </a:lnTo>
                  <a:lnTo>
                    <a:pt x="330530" y="202557"/>
                  </a:lnTo>
                  <a:lnTo>
                    <a:pt x="331568" y="197364"/>
                  </a:lnTo>
                  <a:lnTo>
                    <a:pt x="332442" y="192141"/>
                  </a:lnTo>
                  <a:lnTo>
                    <a:pt x="333151" y="186893"/>
                  </a:lnTo>
                  <a:lnTo>
                    <a:pt x="333692" y="181625"/>
                  </a:lnTo>
                  <a:lnTo>
                    <a:pt x="334066" y="176343"/>
                  </a:lnTo>
                  <a:lnTo>
                    <a:pt x="334273" y="171052"/>
                  </a:lnTo>
                  <a:lnTo>
                    <a:pt x="334313" y="165756"/>
                  </a:lnTo>
                  <a:lnTo>
                    <a:pt x="334184" y="160462"/>
                  </a:lnTo>
                  <a:lnTo>
                    <a:pt x="333888" y="155175"/>
                  </a:lnTo>
                  <a:lnTo>
                    <a:pt x="333424" y="149900"/>
                  </a:lnTo>
                  <a:lnTo>
                    <a:pt x="332794" y="144642"/>
                  </a:lnTo>
                  <a:lnTo>
                    <a:pt x="331997" y="139407"/>
                  </a:lnTo>
                  <a:lnTo>
                    <a:pt x="331035" y="134199"/>
                  </a:lnTo>
                  <a:lnTo>
                    <a:pt x="329909" y="129025"/>
                  </a:lnTo>
                  <a:lnTo>
                    <a:pt x="328619" y="123889"/>
                  </a:lnTo>
                  <a:lnTo>
                    <a:pt x="327167" y="118796"/>
                  </a:lnTo>
                  <a:lnTo>
                    <a:pt x="325555" y="113752"/>
                  </a:lnTo>
                  <a:lnTo>
                    <a:pt x="323784" y="108762"/>
                  </a:lnTo>
                  <a:lnTo>
                    <a:pt x="321855" y="103830"/>
                  </a:lnTo>
                  <a:lnTo>
                    <a:pt x="319771" y="98962"/>
                  </a:lnTo>
                  <a:lnTo>
                    <a:pt x="317535" y="94162"/>
                  </a:lnTo>
                  <a:lnTo>
                    <a:pt x="315147" y="89435"/>
                  </a:lnTo>
                  <a:lnTo>
                    <a:pt x="312610" y="84787"/>
                  </a:lnTo>
                  <a:lnTo>
                    <a:pt x="309928" y="80221"/>
                  </a:lnTo>
                  <a:lnTo>
                    <a:pt x="307103" y="75742"/>
                  </a:lnTo>
                  <a:lnTo>
                    <a:pt x="304137" y="71355"/>
                  </a:lnTo>
                  <a:lnTo>
                    <a:pt x="301033" y="67064"/>
                  </a:lnTo>
                  <a:lnTo>
                    <a:pt x="297795" y="62874"/>
                  </a:lnTo>
                  <a:lnTo>
                    <a:pt x="294426" y="58788"/>
                  </a:lnTo>
                  <a:lnTo>
                    <a:pt x="290930" y="54811"/>
                  </a:lnTo>
                  <a:lnTo>
                    <a:pt x="287309" y="50947"/>
                  </a:lnTo>
                  <a:lnTo>
                    <a:pt x="283567" y="47199"/>
                  </a:lnTo>
                  <a:lnTo>
                    <a:pt x="279709" y="43572"/>
                  </a:lnTo>
                  <a:lnTo>
                    <a:pt x="275738" y="40069"/>
                  </a:lnTo>
                  <a:lnTo>
                    <a:pt x="271658" y="36693"/>
                  </a:lnTo>
                  <a:lnTo>
                    <a:pt x="267473" y="33449"/>
                  </a:lnTo>
                  <a:lnTo>
                    <a:pt x="263187" y="30338"/>
                  </a:lnTo>
                  <a:lnTo>
                    <a:pt x="258805" y="27365"/>
                  </a:lnTo>
                  <a:lnTo>
                    <a:pt x="254331" y="24532"/>
                  </a:lnTo>
                  <a:lnTo>
                    <a:pt x="249769" y="21842"/>
                  </a:lnTo>
                  <a:lnTo>
                    <a:pt x="245125" y="19299"/>
                  </a:lnTo>
                  <a:lnTo>
                    <a:pt x="240402" y="16903"/>
                  </a:lnTo>
                  <a:lnTo>
                    <a:pt x="235606" y="14658"/>
                  </a:lnTo>
                  <a:lnTo>
                    <a:pt x="230741" y="12567"/>
                  </a:lnTo>
                  <a:lnTo>
                    <a:pt x="225812" y="10630"/>
                  </a:lnTo>
                  <a:lnTo>
                    <a:pt x="220825" y="8850"/>
                  </a:lnTo>
                  <a:lnTo>
                    <a:pt x="215783" y="7230"/>
                  </a:lnTo>
                  <a:lnTo>
                    <a:pt x="210693" y="5770"/>
                  </a:lnTo>
                  <a:lnTo>
                    <a:pt x="205559" y="4472"/>
                  </a:lnTo>
                  <a:lnTo>
                    <a:pt x="200387" y="3337"/>
                  </a:lnTo>
                  <a:lnTo>
                    <a:pt x="195181" y="2366"/>
                  </a:lnTo>
                  <a:lnTo>
                    <a:pt x="189947" y="1561"/>
                  </a:lnTo>
                  <a:lnTo>
                    <a:pt x="184690" y="922"/>
                  </a:lnTo>
                  <a:lnTo>
                    <a:pt x="179415" y="450"/>
                  </a:lnTo>
                  <a:lnTo>
                    <a:pt x="174129" y="14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977" cy="167167"/>
            </a:xfrm>
            <a:custGeom>
              <a:avLst/>
              <a:pathLst>
                <a:path w="6977" h="167167">
                  <a:moveTo>
                    <a:pt x="6977" y="1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6" y="5269756"/>
              <a:ext cx="167164" cy="167167"/>
            </a:xfrm>
            <a:custGeom>
              <a:avLst/>
              <a:pathLst>
                <a:path w="167164" h="167167">
                  <a:moveTo>
                    <a:pt x="167164" y="0"/>
                  </a:moveTo>
                  <a:lnTo>
                    <a:pt x="161715" y="88"/>
                  </a:lnTo>
                  <a:lnTo>
                    <a:pt x="156272" y="355"/>
                  </a:lnTo>
                  <a:lnTo>
                    <a:pt x="150841" y="798"/>
                  </a:lnTo>
                  <a:lnTo>
                    <a:pt x="145427" y="1419"/>
                  </a:lnTo>
                  <a:lnTo>
                    <a:pt x="140036" y="2215"/>
                  </a:lnTo>
                  <a:lnTo>
                    <a:pt x="134674" y="3187"/>
                  </a:lnTo>
                  <a:lnTo>
                    <a:pt x="129346" y="4333"/>
                  </a:lnTo>
                  <a:lnTo>
                    <a:pt x="124059" y="5653"/>
                  </a:lnTo>
                  <a:lnTo>
                    <a:pt x="118817" y="7143"/>
                  </a:lnTo>
                  <a:lnTo>
                    <a:pt x="113627" y="8804"/>
                  </a:lnTo>
                  <a:lnTo>
                    <a:pt x="108494" y="10633"/>
                  </a:lnTo>
                  <a:lnTo>
                    <a:pt x="103423" y="12629"/>
                  </a:lnTo>
                  <a:lnTo>
                    <a:pt x="98420" y="14789"/>
                  </a:lnTo>
                  <a:lnTo>
                    <a:pt x="93490" y="17110"/>
                  </a:lnTo>
                  <a:lnTo>
                    <a:pt x="88638" y="19591"/>
                  </a:lnTo>
                  <a:lnTo>
                    <a:pt x="83869" y="22229"/>
                  </a:lnTo>
                  <a:lnTo>
                    <a:pt x="79189" y="25021"/>
                  </a:lnTo>
                  <a:lnTo>
                    <a:pt x="74603" y="27964"/>
                  </a:lnTo>
                  <a:lnTo>
                    <a:pt x="70115" y="31055"/>
                  </a:lnTo>
                  <a:lnTo>
                    <a:pt x="65730" y="34291"/>
                  </a:lnTo>
                  <a:lnTo>
                    <a:pt x="61453" y="37667"/>
                  </a:lnTo>
                  <a:lnTo>
                    <a:pt x="57288" y="41182"/>
                  </a:lnTo>
                  <a:lnTo>
                    <a:pt x="53240" y="44830"/>
                  </a:lnTo>
                  <a:lnTo>
                    <a:pt x="49313" y="48608"/>
                  </a:lnTo>
                  <a:lnTo>
                    <a:pt x="45511" y="52513"/>
                  </a:lnTo>
                  <a:lnTo>
                    <a:pt x="41839" y="56539"/>
                  </a:lnTo>
                  <a:lnTo>
                    <a:pt x="38300" y="60682"/>
                  </a:lnTo>
                  <a:lnTo>
                    <a:pt x="34897" y="64939"/>
                  </a:lnTo>
                  <a:lnTo>
                    <a:pt x="31636" y="69305"/>
                  </a:lnTo>
                  <a:lnTo>
                    <a:pt x="28518" y="73774"/>
                  </a:lnTo>
                  <a:lnTo>
                    <a:pt x="25547" y="78343"/>
                  </a:lnTo>
                  <a:lnTo>
                    <a:pt x="22727" y="83006"/>
                  </a:lnTo>
                  <a:lnTo>
                    <a:pt x="20061" y="87759"/>
                  </a:lnTo>
                  <a:lnTo>
                    <a:pt x="17551" y="92596"/>
                  </a:lnTo>
                  <a:lnTo>
                    <a:pt x="15200" y="97512"/>
                  </a:lnTo>
                  <a:lnTo>
                    <a:pt x="13010" y="102502"/>
                  </a:lnTo>
                  <a:lnTo>
                    <a:pt x="10984" y="107561"/>
                  </a:lnTo>
                  <a:lnTo>
                    <a:pt x="9125" y="112683"/>
                  </a:lnTo>
                  <a:lnTo>
                    <a:pt x="7433" y="117863"/>
                  </a:lnTo>
                  <a:lnTo>
                    <a:pt x="5910" y="123096"/>
                  </a:lnTo>
                  <a:lnTo>
                    <a:pt x="4560" y="128375"/>
                  </a:lnTo>
                  <a:lnTo>
                    <a:pt x="3382" y="133696"/>
                  </a:lnTo>
                  <a:lnTo>
                    <a:pt x="2378" y="139052"/>
                  </a:lnTo>
                  <a:lnTo>
                    <a:pt x="1549" y="144438"/>
                  </a:lnTo>
                  <a:lnTo>
                    <a:pt x="896" y="149848"/>
                  </a:lnTo>
                  <a:lnTo>
                    <a:pt x="420" y="155277"/>
                  </a:lnTo>
                  <a:lnTo>
                    <a:pt x="121" y="160718"/>
                  </a:lnTo>
                  <a:lnTo>
                    <a:pt x="0" y="16616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6" y="5269756"/>
              <a:ext cx="334318" cy="334331"/>
            </a:xfrm>
            <a:custGeom>
              <a:avLst/>
              <a:pathLst>
                <a:path w="334318" h="334331">
                  <a:moveTo>
                    <a:pt x="0" y="166166"/>
                  </a:moveTo>
                  <a:lnTo>
                    <a:pt x="52" y="171459"/>
                  </a:lnTo>
                  <a:lnTo>
                    <a:pt x="271" y="176748"/>
                  </a:lnTo>
                  <a:lnTo>
                    <a:pt x="658" y="182028"/>
                  </a:lnTo>
                  <a:lnTo>
                    <a:pt x="1212" y="187292"/>
                  </a:lnTo>
                  <a:lnTo>
                    <a:pt x="1933" y="192536"/>
                  </a:lnTo>
                  <a:lnTo>
                    <a:pt x="2819" y="197755"/>
                  </a:lnTo>
                  <a:lnTo>
                    <a:pt x="3870" y="202943"/>
                  </a:lnTo>
                  <a:lnTo>
                    <a:pt x="5084" y="208095"/>
                  </a:lnTo>
                  <a:lnTo>
                    <a:pt x="6461" y="213206"/>
                  </a:lnTo>
                  <a:lnTo>
                    <a:pt x="8000" y="218272"/>
                  </a:lnTo>
                  <a:lnTo>
                    <a:pt x="9697" y="223285"/>
                  </a:lnTo>
                  <a:lnTo>
                    <a:pt x="11553" y="228243"/>
                  </a:lnTo>
                  <a:lnTo>
                    <a:pt x="13565" y="233139"/>
                  </a:lnTo>
                  <a:lnTo>
                    <a:pt x="15731" y="237969"/>
                  </a:lnTo>
                  <a:lnTo>
                    <a:pt x="18048" y="242728"/>
                  </a:lnTo>
                  <a:lnTo>
                    <a:pt x="20516" y="247412"/>
                  </a:lnTo>
                  <a:lnTo>
                    <a:pt x="23130" y="252015"/>
                  </a:lnTo>
                  <a:lnTo>
                    <a:pt x="25888" y="256532"/>
                  </a:lnTo>
                  <a:lnTo>
                    <a:pt x="28789" y="260961"/>
                  </a:lnTo>
                  <a:lnTo>
                    <a:pt x="31828" y="265295"/>
                  </a:lnTo>
                  <a:lnTo>
                    <a:pt x="35003" y="269531"/>
                  </a:lnTo>
                  <a:lnTo>
                    <a:pt x="38310" y="273664"/>
                  </a:lnTo>
                  <a:lnTo>
                    <a:pt x="41746" y="277690"/>
                  </a:lnTo>
                  <a:lnTo>
                    <a:pt x="45308" y="281606"/>
                  </a:lnTo>
                  <a:lnTo>
                    <a:pt x="48993" y="285406"/>
                  </a:lnTo>
                  <a:lnTo>
                    <a:pt x="52796" y="289089"/>
                  </a:lnTo>
                  <a:lnTo>
                    <a:pt x="56713" y="292648"/>
                  </a:lnTo>
                  <a:lnTo>
                    <a:pt x="60742" y="296083"/>
                  </a:lnTo>
                  <a:lnTo>
                    <a:pt x="64877" y="299388"/>
                  </a:lnTo>
                  <a:lnTo>
                    <a:pt x="69114" y="302560"/>
                  </a:lnTo>
                  <a:lnTo>
                    <a:pt x="73450" y="305596"/>
                  </a:lnTo>
                  <a:lnTo>
                    <a:pt x="77880" y="308494"/>
                  </a:lnTo>
                  <a:lnTo>
                    <a:pt x="82400" y="311250"/>
                  </a:lnTo>
                  <a:lnTo>
                    <a:pt x="87004" y="313862"/>
                  </a:lnTo>
                  <a:lnTo>
                    <a:pt x="91689" y="316326"/>
                  </a:lnTo>
                  <a:lnTo>
                    <a:pt x="96449" y="318641"/>
                  </a:lnTo>
                  <a:lnTo>
                    <a:pt x="101281" y="320804"/>
                  </a:lnTo>
                  <a:lnTo>
                    <a:pt x="106178" y="322813"/>
                  </a:lnTo>
                  <a:lnTo>
                    <a:pt x="111137" y="324666"/>
                  </a:lnTo>
                  <a:lnTo>
                    <a:pt x="116151" y="326361"/>
                  </a:lnTo>
                  <a:lnTo>
                    <a:pt x="121217" y="327896"/>
                  </a:lnTo>
                  <a:lnTo>
                    <a:pt x="126329" y="329270"/>
                  </a:lnTo>
                  <a:lnTo>
                    <a:pt x="131482" y="330482"/>
                  </a:lnTo>
                  <a:lnTo>
                    <a:pt x="136671" y="331530"/>
                  </a:lnTo>
                  <a:lnTo>
                    <a:pt x="141890" y="332413"/>
                  </a:lnTo>
                  <a:lnTo>
                    <a:pt x="147135" y="333130"/>
                  </a:lnTo>
                  <a:lnTo>
                    <a:pt x="152400" y="333681"/>
                  </a:lnTo>
                  <a:lnTo>
                    <a:pt x="157679" y="334065"/>
                  </a:lnTo>
                  <a:lnTo>
                    <a:pt x="162968" y="334282"/>
                  </a:lnTo>
                  <a:lnTo>
                    <a:pt x="168261" y="334331"/>
                  </a:lnTo>
                  <a:lnTo>
                    <a:pt x="173553" y="334212"/>
                  </a:lnTo>
                  <a:lnTo>
                    <a:pt x="178839" y="333926"/>
                  </a:lnTo>
                  <a:lnTo>
                    <a:pt x="184113" y="333473"/>
                  </a:lnTo>
                  <a:lnTo>
                    <a:pt x="189370" y="332853"/>
                  </a:lnTo>
                  <a:lnTo>
                    <a:pt x="194605" y="332067"/>
                  </a:lnTo>
                  <a:lnTo>
                    <a:pt x="199812" y="331115"/>
                  </a:lnTo>
                  <a:lnTo>
                    <a:pt x="204987" y="329999"/>
                  </a:lnTo>
                  <a:lnTo>
                    <a:pt x="210123" y="328720"/>
                  </a:lnTo>
                  <a:lnTo>
                    <a:pt x="215217" y="327279"/>
                  </a:lnTo>
                  <a:lnTo>
                    <a:pt x="220262" y="325677"/>
                  </a:lnTo>
                  <a:lnTo>
                    <a:pt x="225254" y="323917"/>
                  </a:lnTo>
                  <a:lnTo>
                    <a:pt x="230188" y="321999"/>
                  </a:lnTo>
                  <a:lnTo>
                    <a:pt x="235059" y="319926"/>
                  </a:lnTo>
                  <a:lnTo>
                    <a:pt x="239861" y="317700"/>
                  </a:lnTo>
                  <a:lnTo>
                    <a:pt x="244591" y="315322"/>
                  </a:lnTo>
                  <a:lnTo>
                    <a:pt x="249243" y="312797"/>
                  </a:lnTo>
                  <a:lnTo>
                    <a:pt x="253813" y="310125"/>
                  </a:lnTo>
                  <a:lnTo>
                    <a:pt x="258296" y="307310"/>
                  </a:lnTo>
                  <a:lnTo>
                    <a:pt x="262687" y="304354"/>
                  </a:lnTo>
                  <a:lnTo>
                    <a:pt x="266983" y="301261"/>
                  </a:lnTo>
                  <a:lnTo>
                    <a:pt x="271178" y="298033"/>
                  </a:lnTo>
                  <a:lnTo>
                    <a:pt x="275270" y="294674"/>
                  </a:lnTo>
                  <a:lnTo>
                    <a:pt x="279252" y="291188"/>
                  </a:lnTo>
                  <a:lnTo>
                    <a:pt x="283123" y="287577"/>
                  </a:lnTo>
                  <a:lnTo>
                    <a:pt x="286877" y="283845"/>
                  </a:lnTo>
                  <a:lnTo>
                    <a:pt x="290511" y="279996"/>
                  </a:lnTo>
                  <a:lnTo>
                    <a:pt x="294022" y="276034"/>
                  </a:lnTo>
                  <a:lnTo>
                    <a:pt x="297405" y="271963"/>
                  </a:lnTo>
                  <a:lnTo>
                    <a:pt x="300658" y="267787"/>
                  </a:lnTo>
                  <a:lnTo>
                    <a:pt x="303777" y="263510"/>
                  </a:lnTo>
                  <a:lnTo>
                    <a:pt x="306759" y="259136"/>
                  </a:lnTo>
                  <a:lnTo>
                    <a:pt x="309601" y="254670"/>
                  </a:lnTo>
                  <a:lnTo>
                    <a:pt x="312300" y="250116"/>
                  </a:lnTo>
                  <a:lnTo>
                    <a:pt x="314853" y="245479"/>
                  </a:lnTo>
                  <a:lnTo>
                    <a:pt x="317259" y="240764"/>
                  </a:lnTo>
                  <a:lnTo>
                    <a:pt x="319514" y="235975"/>
                  </a:lnTo>
                  <a:lnTo>
                    <a:pt x="321616" y="231117"/>
                  </a:lnTo>
                  <a:lnTo>
                    <a:pt x="323563" y="226195"/>
                  </a:lnTo>
                  <a:lnTo>
                    <a:pt x="325354" y="221213"/>
                  </a:lnTo>
                  <a:lnTo>
                    <a:pt x="326985" y="216177"/>
                  </a:lnTo>
                  <a:lnTo>
                    <a:pt x="328457" y="211093"/>
                  </a:lnTo>
                  <a:lnTo>
                    <a:pt x="329767" y="205964"/>
                  </a:lnTo>
                  <a:lnTo>
                    <a:pt x="330914" y="200796"/>
                  </a:lnTo>
                  <a:lnTo>
                    <a:pt x="331897" y="195595"/>
                  </a:lnTo>
                  <a:lnTo>
                    <a:pt x="332714" y="190365"/>
                  </a:lnTo>
                  <a:lnTo>
                    <a:pt x="333365" y="185111"/>
                  </a:lnTo>
                  <a:lnTo>
                    <a:pt x="333850" y="179840"/>
                  </a:lnTo>
                  <a:lnTo>
                    <a:pt x="334168" y="174556"/>
                  </a:lnTo>
                  <a:lnTo>
                    <a:pt x="334318" y="169265"/>
                  </a:lnTo>
                  <a:lnTo>
                    <a:pt x="334301" y="163972"/>
                  </a:lnTo>
                  <a:lnTo>
                    <a:pt x="334116" y="158681"/>
                  </a:lnTo>
                  <a:lnTo>
                    <a:pt x="333764" y="153400"/>
                  </a:lnTo>
                  <a:lnTo>
                    <a:pt x="333244" y="148132"/>
                  </a:lnTo>
                  <a:lnTo>
                    <a:pt x="332558" y="142883"/>
                  </a:lnTo>
                  <a:lnTo>
                    <a:pt x="331706" y="137658"/>
                  </a:lnTo>
                  <a:lnTo>
                    <a:pt x="330690" y="132464"/>
                  </a:lnTo>
                  <a:lnTo>
                    <a:pt x="329509" y="127303"/>
                  </a:lnTo>
                  <a:lnTo>
                    <a:pt x="328165" y="122183"/>
                  </a:lnTo>
                  <a:lnTo>
                    <a:pt x="326660" y="117108"/>
                  </a:lnTo>
                  <a:lnTo>
                    <a:pt x="324995" y="112083"/>
                  </a:lnTo>
                  <a:lnTo>
                    <a:pt x="323172" y="107114"/>
                  </a:lnTo>
                  <a:lnTo>
                    <a:pt x="321193" y="102205"/>
                  </a:lnTo>
                  <a:lnTo>
                    <a:pt x="319059" y="97360"/>
                  </a:lnTo>
                  <a:lnTo>
                    <a:pt x="316772" y="92586"/>
                  </a:lnTo>
                  <a:lnTo>
                    <a:pt x="314336" y="87887"/>
                  </a:lnTo>
                  <a:lnTo>
                    <a:pt x="311752" y="83267"/>
                  </a:lnTo>
                  <a:lnTo>
                    <a:pt x="309023" y="78731"/>
                  </a:lnTo>
                  <a:lnTo>
                    <a:pt x="306152" y="74284"/>
                  </a:lnTo>
                  <a:lnTo>
                    <a:pt x="303141" y="69930"/>
                  </a:lnTo>
                  <a:lnTo>
                    <a:pt x="299994" y="65673"/>
                  </a:lnTo>
                  <a:lnTo>
                    <a:pt x="296714" y="61518"/>
                  </a:lnTo>
                  <a:lnTo>
                    <a:pt x="293304" y="57470"/>
                  </a:lnTo>
                  <a:lnTo>
                    <a:pt x="289768" y="53531"/>
                  </a:lnTo>
                  <a:lnTo>
                    <a:pt x="286109" y="49706"/>
                  </a:lnTo>
                  <a:lnTo>
                    <a:pt x="282330" y="45999"/>
                  </a:lnTo>
                  <a:lnTo>
                    <a:pt x="278436" y="42413"/>
                  </a:lnTo>
                  <a:lnTo>
                    <a:pt x="274430" y="38953"/>
                  </a:lnTo>
                  <a:lnTo>
                    <a:pt x="270317" y="35621"/>
                  </a:lnTo>
                  <a:lnTo>
                    <a:pt x="266100" y="32421"/>
                  </a:lnTo>
                  <a:lnTo>
                    <a:pt x="261784" y="29356"/>
                  </a:lnTo>
                  <a:lnTo>
                    <a:pt x="257374" y="26429"/>
                  </a:lnTo>
                  <a:lnTo>
                    <a:pt x="252872" y="23643"/>
                  </a:lnTo>
                  <a:lnTo>
                    <a:pt x="248285" y="21002"/>
                  </a:lnTo>
                  <a:lnTo>
                    <a:pt x="243617" y="18506"/>
                  </a:lnTo>
                  <a:lnTo>
                    <a:pt x="238872" y="16160"/>
                  </a:lnTo>
                  <a:lnTo>
                    <a:pt x="234054" y="13966"/>
                  </a:lnTo>
                  <a:lnTo>
                    <a:pt x="229170" y="11925"/>
                  </a:lnTo>
                  <a:lnTo>
                    <a:pt x="224224" y="10039"/>
                  </a:lnTo>
                  <a:lnTo>
                    <a:pt x="219220" y="8311"/>
                  </a:lnTo>
                  <a:lnTo>
                    <a:pt x="214165" y="6743"/>
                  </a:lnTo>
                  <a:lnTo>
                    <a:pt x="209062" y="5335"/>
                  </a:lnTo>
                  <a:lnTo>
                    <a:pt x="203917" y="4090"/>
                  </a:lnTo>
                  <a:lnTo>
                    <a:pt x="198735" y="3008"/>
                  </a:lnTo>
                  <a:lnTo>
                    <a:pt x="193522" y="2091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7187" y="5399291"/>
              <a:ext cx="9028" cy="167167"/>
            </a:xfrm>
            <a:custGeom>
              <a:avLst/>
              <a:pathLst>
                <a:path w="9028" h="167167">
                  <a:moveTo>
                    <a:pt x="9028" y="0"/>
                  </a:moveTo>
                  <a:lnTo>
                    <a:pt x="0" y="243"/>
                  </a:lnTo>
                  <a:lnTo>
                    <a:pt x="902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7187" y="5399535"/>
              <a:ext cx="9028" cy="166923"/>
            </a:xfrm>
            <a:custGeom>
              <a:avLst/>
              <a:pathLst>
                <a:path w="9028" h="166923">
                  <a:moveTo>
                    <a:pt x="0" y="0"/>
                  </a:moveTo>
                  <a:lnTo>
                    <a:pt x="9028" y="166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48" y="5399535"/>
              <a:ext cx="334323" cy="334082"/>
            </a:xfrm>
            <a:custGeom>
              <a:avLst/>
              <a:pathLst>
                <a:path w="334323" h="334082">
                  <a:moveTo>
                    <a:pt x="158139" y="0"/>
                  </a:moveTo>
                  <a:lnTo>
                    <a:pt x="152868" y="368"/>
                  </a:lnTo>
                  <a:lnTo>
                    <a:pt x="147611" y="903"/>
                  </a:lnTo>
                  <a:lnTo>
                    <a:pt x="142374" y="1604"/>
                  </a:lnTo>
                  <a:lnTo>
                    <a:pt x="137162" y="2470"/>
                  </a:lnTo>
                  <a:lnTo>
                    <a:pt x="131980" y="3501"/>
                  </a:lnTo>
                  <a:lnTo>
                    <a:pt x="126833" y="4694"/>
                  </a:lnTo>
                  <a:lnTo>
                    <a:pt x="121726" y="6050"/>
                  </a:lnTo>
                  <a:lnTo>
                    <a:pt x="116665" y="7567"/>
                  </a:lnTo>
                  <a:lnTo>
                    <a:pt x="111654" y="9242"/>
                  </a:lnTo>
                  <a:lnTo>
                    <a:pt x="106698" y="11075"/>
                  </a:lnTo>
                  <a:lnTo>
                    <a:pt x="101803" y="13064"/>
                  </a:lnTo>
                  <a:lnTo>
                    <a:pt x="96973" y="15207"/>
                  </a:lnTo>
                  <a:lnTo>
                    <a:pt x="92214" y="17501"/>
                  </a:lnTo>
                  <a:lnTo>
                    <a:pt x="87529" y="19944"/>
                  </a:lnTo>
                  <a:lnTo>
                    <a:pt x="82924" y="22535"/>
                  </a:lnTo>
                  <a:lnTo>
                    <a:pt x="78402" y="25269"/>
                  </a:lnTo>
                  <a:lnTo>
                    <a:pt x="73970" y="28145"/>
                  </a:lnTo>
                  <a:lnTo>
                    <a:pt x="69631" y="31160"/>
                  </a:lnTo>
                  <a:lnTo>
                    <a:pt x="65389" y="34310"/>
                  </a:lnTo>
                  <a:lnTo>
                    <a:pt x="61249" y="37593"/>
                  </a:lnTo>
                  <a:lnTo>
                    <a:pt x="57214" y="41005"/>
                  </a:lnTo>
                  <a:lnTo>
                    <a:pt x="53290" y="44542"/>
                  </a:lnTo>
                  <a:lnTo>
                    <a:pt x="49479" y="48203"/>
                  </a:lnTo>
                  <a:lnTo>
                    <a:pt x="45786" y="51981"/>
                  </a:lnTo>
                  <a:lnTo>
                    <a:pt x="42214" y="55875"/>
                  </a:lnTo>
                  <a:lnTo>
                    <a:pt x="38767" y="59879"/>
                  </a:lnTo>
                  <a:lnTo>
                    <a:pt x="35448" y="63990"/>
                  </a:lnTo>
                  <a:lnTo>
                    <a:pt x="32261" y="68204"/>
                  </a:lnTo>
                  <a:lnTo>
                    <a:pt x="29209" y="72517"/>
                  </a:lnTo>
                  <a:lnTo>
                    <a:pt x="26294" y="76924"/>
                  </a:lnTo>
                  <a:lnTo>
                    <a:pt x="23520" y="81421"/>
                  </a:lnTo>
                  <a:lnTo>
                    <a:pt x="20890" y="86004"/>
                  </a:lnTo>
                  <a:lnTo>
                    <a:pt x="18405" y="90667"/>
                  </a:lnTo>
                  <a:lnTo>
                    <a:pt x="16070" y="95406"/>
                  </a:lnTo>
                  <a:lnTo>
                    <a:pt x="13885" y="100217"/>
                  </a:lnTo>
                  <a:lnTo>
                    <a:pt x="11854" y="105095"/>
                  </a:lnTo>
                  <a:lnTo>
                    <a:pt x="9977" y="110034"/>
                  </a:lnTo>
                  <a:lnTo>
                    <a:pt x="8258" y="115030"/>
                  </a:lnTo>
                  <a:lnTo>
                    <a:pt x="6697" y="120078"/>
                  </a:lnTo>
                  <a:lnTo>
                    <a:pt x="5297" y="125173"/>
                  </a:lnTo>
                  <a:lnTo>
                    <a:pt x="4058" y="130310"/>
                  </a:lnTo>
                  <a:lnTo>
                    <a:pt x="2983" y="135483"/>
                  </a:lnTo>
                  <a:lnTo>
                    <a:pt x="2071" y="140687"/>
                  </a:lnTo>
                  <a:lnTo>
                    <a:pt x="1324" y="145918"/>
                  </a:lnTo>
                  <a:lnTo>
                    <a:pt x="743" y="151169"/>
                  </a:lnTo>
                  <a:lnTo>
                    <a:pt x="329" y="156437"/>
                  </a:lnTo>
                  <a:lnTo>
                    <a:pt x="81" y="161715"/>
                  </a:lnTo>
                  <a:lnTo>
                    <a:pt x="0" y="166998"/>
                  </a:lnTo>
                  <a:lnTo>
                    <a:pt x="85" y="172281"/>
                  </a:lnTo>
                  <a:lnTo>
                    <a:pt x="338" y="177558"/>
                  </a:lnTo>
                  <a:lnTo>
                    <a:pt x="758" y="182825"/>
                  </a:lnTo>
                  <a:lnTo>
                    <a:pt x="1343" y="188077"/>
                  </a:lnTo>
                  <a:lnTo>
                    <a:pt x="2095" y="193307"/>
                  </a:lnTo>
                  <a:lnTo>
                    <a:pt x="3011" y="198510"/>
                  </a:lnTo>
                  <a:lnTo>
                    <a:pt x="4091" y="203682"/>
                  </a:lnTo>
                  <a:lnTo>
                    <a:pt x="5334" y="208818"/>
                  </a:lnTo>
                  <a:lnTo>
                    <a:pt x="6739" y="213911"/>
                  </a:lnTo>
                  <a:lnTo>
                    <a:pt x="8304" y="218958"/>
                  </a:lnTo>
                  <a:lnTo>
                    <a:pt x="10028" y="223952"/>
                  </a:lnTo>
                  <a:lnTo>
                    <a:pt x="11909" y="228890"/>
                  </a:lnTo>
                  <a:lnTo>
                    <a:pt x="13945" y="233766"/>
                  </a:lnTo>
                  <a:lnTo>
                    <a:pt x="16134" y="238575"/>
                  </a:lnTo>
                  <a:lnTo>
                    <a:pt x="18474" y="243312"/>
                  </a:lnTo>
                  <a:lnTo>
                    <a:pt x="20962" y="247973"/>
                  </a:lnTo>
                  <a:lnTo>
                    <a:pt x="23597" y="252553"/>
                  </a:lnTo>
                  <a:lnTo>
                    <a:pt x="26375" y="257048"/>
                  </a:lnTo>
                  <a:lnTo>
                    <a:pt x="29293" y="261452"/>
                  </a:lnTo>
                  <a:lnTo>
                    <a:pt x="32349" y="265762"/>
                  </a:lnTo>
                  <a:lnTo>
                    <a:pt x="35540" y="269973"/>
                  </a:lnTo>
                  <a:lnTo>
                    <a:pt x="38863" y="274082"/>
                  </a:lnTo>
                  <a:lnTo>
                    <a:pt x="42314" y="278083"/>
                  </a:lnTo>
                  <a:lnTo>
                    <a:pt x="45889" y="281973"/>
                  </a:lnTo>
                  <a:lnTo>
                    <a:pt x="49585" y="285749"/>
                  </a:lnTo>
                  <a:lnTo>
                    <a:pt x="53399" y="289405"/>
                  </a:lnTo>
                  <a:lnTo>
                    <a:pt x="57327" y="292940"/>
                  </a:lnTo>
                  <a:lnTo>
                    <a:pt x="61365" y="296348"/>
                  </a:lnTo>
                  <a:lnTo>
                    <a:pt x="65508" y="299627"/>
                  </a:lnTo>
                  <a:lnTo>
                    <a:pt x="69752" y="302773"/>
                  </a:lnTo>
                  <a:lnTo>
                    <a:pt x="74094" y="305784"/>
                  </a:lnTo>
                  <a:lnTo>
                    <a:pt x="78529" y="308656"/>
                  </a:lnTo>
                  <a:lnTo>
                    <a:pt x="83053" y="311387"/>
                  </a:lnTo>
                  <a:lnTo>
                    <a:pt x="87660" y="313973"/>
                  </a:lnTo>
                  <a:lnTo>
                    <a:pt x="92347" y="316412"/>
                  </a:lnTo>
                  <a:lnTo>
                    <a:pt x="97109" y="318702"/>
                  </a:lnTo>
                  <a:lnTo>
                    <a:pt x="101941" y="320840"/>
                  </a:lnTo>
                  <a:lnTo>
                    <a:pt x="106838" y="322825"/>
                  </a:lnTo>
                  <a:lnTo>
                    <a:pt x="111795" y="324653"/>
                  </a:lnTo>
                  <a:lnTo>
                    <a:pt x="116807" y="326325"/>
                  </a:lnTo>
                  <a:lnTo>
                    <a:pt x="121870" y="327836"/>
                  </a:lnTo>
                  <a:lnTo>
                    <a:pt x="126978" y="329188"/>
                  </a:lnTo>
                  <a:lnTo>
                    <a:pt x="132126" y="330377"/>
                  </a:lnTo>
                  <a:lnTo>
                    <a:pt x="137309" y="331402"/>
                  </a:lnTo>
                  <a:lnTo>
                    <a:pt x="142522" y="332264"/>
                  </a:lnTo>
                  <a:lnTo>
                    <a:pt x="147760" y="332960"/>
                  </a:lnTo>
                  <a:lnTo>
                    <a:pt x="153017" y="333490"/>
                  </a:lnTo>
                  <a:lnTo>
                    <a:pt x="158288" y="333854"/>
                  </a:lnTo>
                  <a:lnTo>
                    <a:pt x="163568" y="334052"/>
                  </a:lnTo>
                  <a:lnTo>
                    <a:pt x="168852" y="334082"/>
                  </a:lnTo>
                  <a:lnTo>
                    <a:pt x="174134" y="333945"/>
                  </a:lnTo>
                  <a:lnTo>
                    <a:pt x="179409" y="333642"/>
                  </a:lnTo>
                  <a:lnTo>
                    <a:pt x="184671" y="333171"/>
                  </a:lnTo>
                  <a:lnTo>
                    <a:pt x="189917" y="332535"/>
                  </a:lnTo>
                  <a:lnTo>
                    <a:pt x="195139" y="331733"/>
                  </a:lnTo>
                  <a:lnTo>
                    <a:pt x="200334" y="330767"/>
                  </a:lnTo>
                  <a:lnTo>
                    <a:pt x="205495" y="329637"/>
                  </a:lnTo>
                  <a:lnTo>
                    <a:pt x="210618" y="328345"/>
                  </a:lnTo>
                  <a:lnTo>
                    <a:pt x="215698" y="326891"/>
                  </a:lnTo>
                  <a:lnTo>
                    <a:pt x="220729" y="325277"/>
                  </a:lnTo>
                  <a:lnTo>
                    <a:pt x="225707" y="323505"/>
                  </a:lnTo>
                  <a:lnTo>
                    <a:pt x="230626" y="321577"/>
                  </a:lnTo>
                  <a:lnTo>
                    <a:pt x="235482" y="319494"/>
                  </a:lnTo>
                  <a:lnTo>
                    <a:pt x="240270" y="317259"/>
                  </a:lnTo>
                  <a:lnTo>
                    <a:pt x="244985" y="314874"/>
                  </a:lnTo>
                  <a:lnTo>
                    <a:pt x="249621" y="312340"/>
                  </a:lnTo>
                  <a:lnTo>
                    <a:pt x="254176" y="309662"/>
                  </a:lnTo>
                  <a:lnTo>
                    <a:pt x="258643" y="306841"/>
                  </a:lnTo>
                  <a:lnTo>
                    <a:pt x="263020" y="303880"/>
                  </a:lnTo>
                  <a:lnTo>
                    <a:pt x="267300" y="300782"/>
                  </a:lnTo>
                  <a:lnTo>
                    <a:pt x="271480" y="297551"/>
                  </a:lnTo>
                  <a:lnTo>
                    <a:pt x="275557" y="294189"/>
                  </a:lnTo>
                  <a:lnTo>
                    <a:pt x="279524" y="290700"/>
                  </a:lnTo>
                  <a:lnTo>
                    <a:pt x="283380" y="287087"/>
                  </a:lnTo>
                  <a:lnTo>
                    <a:pt x="287120" y="283355"/>
                  </a:lnTo>
                  <a:lnTo>
                    <a:pt x="290739" y="279505"/>
                  </a:lnTo>
                  <a:lnTo>
                    <a:pt x="294236" y="275544"/>
                  </a:lnTo>
                  <a:lnTo>
                    <a:pt x="297605" y="271474"/>
                  </a:lnTo>
                  <a:lnTo>
                    <a:pt x="300844" y="267299"/>
                  </a:lnTo>
                  <a:lnTo>
                    <a:pt x="303949" y="263025"/>
                  </a:lnTo>
                  <a:lnTo>
                    <a:pt x="306918" y="258654"/>
                  </a:lnTo>
                  <a:lnTo>
                    <a:pt x="309747" y="254191"/>
                  </a:lnTo>
                  <a:lnTo>
                    <a:pt x="312434" y="249642"/>
                  </a:lnTo>
                  <a:lnTo>
                    <a:pt x="314976" y="245010"/>
                  </a:lnTo>
                  <a:lnTo>
                    <a:pt x="317370" y="240299"/>
                  </a:lnTo>
                  <a:lnTo>
                    <a:pt x="319614" y="235516"/>
                  </a:lnTo>
                  <a:lnTo>
                    <a:pt x="321705" y="230664"/>
                  </a:lnTo>
                  <a:lnTo>
                    <a:pt x="323642" y="225748"/>
                  </a:lnTo>
                  <a:lnTo>
                    <a:pt x="325423" y="220773"/>
                  </a:lnTo>
                  <a:lnTo>
                    <a:pt x="327046" y="215745"/>
                  </a:lnTo>
                  <a:lnTo>
                    <a:pt x="328509" y="210668"/>
                  </a:lnTo>
                  <a:lnTo>
                    <a:pt x="329811" y="205547"/>
                  </a:lnTo>
                  <a:lnTo>
                    <a:pt x="330950" y="200388"/>
                  </a:lnTo>
                  <a:lnTo>
                    <a:pt x="331926" y="195195"/>
                  </a:lnTo>
                  <a:lnTo>
                    <a:pt x="332737" y="189974"/>
                  </a:lnTo>
                  <a:lnTo>
                    <a:pt x="333383" y="184730"/>
                  </a:lnTo>
                  <a:lnTo>
                    <a:pt x="333863" y="179468"/>
                  </a:lnTo>
                  <a:lnTo>
                    <a:pt x="334176" y="174194"/>
                  </a:lnTo>
                  <a:lnTo>
                    <a:pt x="334323" y="168912"/>
                  </a:lnTo>
                  <a:lnTo>
                    <a:pt x="334302" y="163628"/>
                  </a:lnTo>
                  <a:lnTo>
                    <a:pt x="334114" y="158348"/>
                  </a:lnTo>
                  <a:lnTo>
                    <a:pt x="333760" y="153076"/>
                  </a:lnTo>
                  <a:lnTo>
                    <a:pt x="333239" y="147818"/>
                  </a:lnTo>
                  <a:lnTo>
                    <a:pt x="332552" y="142579"/>
                  </a:lnTo>
                  <a:lnTo>
                    <a:pt x="331700" y="137365"/>
                  </a:lnTo>
                  <a:lnTo>
                    <a:pt x="330684" y="132180"/>
                  </a:lnTo>
                  <a:lnTo>
                    <a:pt x="329504" y="127029"/>
                  </a:lnTo>
                  <a:lnTo>
                    <a:pt x="328163" y="121919"/>
                  </a:lnTo>
                  <a:lnTo>
                    <a:pt x="326660" y="116853"/>
                  </a:lnTo>
                  <a:lnTo>
                    <a:pt x="324998" y="111838"/>
                  </a:lnTo>
                  <a:lnTo>
                    <a:pt x="323178" y="106877"/>
                  </a:lnTo>
                  <a:lnTo>
                    <a:pt x="321203" y="101977"/>
                  </a:lnTo>
                  <a:lnTo>
                    <a:pt x="319073" y="97141"/>
                  </a:lnTo>
                  <a:lnTo>
                    <a:pt x="316792" y="92375"/>
                  </a:lnTo>
                  <a:lnTo>
                    <a:pt x="314361" y="87684"/>
                  </a:lnTo>
                  <a:lnTo>
                    <a:pt x="311783" y="83072"/>
                  </a:lnTo>
                  <a:lnTo>
                    <a:pt x="309061" y="78543"/>
                  </a:lnTo>
                  <a:lnTo>
                    <a:pt x="306197" y="74103"/>
                  </a:lnTo>
                  <a:lnTo>
                    <a:pt x="303194" y="69756"/>
                  </a:lnTo>
                  <a:lnTo>
                    <a:pt x="300056" y="65505"/>
                  </a:lnTo>
                  <a:lnTo>
                    <a:pt x="296784" y="61356"/>
                  </a:lnTo>
                  <a:lnTo>
                    <a:pt x="293383" y="57313"/>
                  </a:lnTo>
                  <a:lnTo>
                    <a:pt x="289856" y="53379"/>
                  </a:lnTo>
                  <a:lnTo>
                    <a:pt x="286206" y="49558"/>
                  </a:lnTo>
                  <a:lnTo>
                    <a:pt x="282438" y="45854"/>
                  </a:lnTo>
                  <a:lnTo>
                    <a:pt x="278554" y="42272"/>
                  </a:lnTo>
                  <a:lnTo>
                    <a:pt x="274559" y="38814"/>
                  </a:lnTo>
                  <a:lnTo>
                    <a:pt x="270457" y="35484"/>
                  </a:lnTo>
                  <a:lnTo>
                    <a:pt x="266251" y="32285"/>
                  </a:lnTo>
                  <a:lnTo>
                    <a:pt x="261947" y="29221"/>
                  </a:lnTo>
                  <a:lnTo>
                    <a:pt x="257548" y="26295"/>
                  </a:lnTo>
                  <a:lnTo>
                    <a:pt x="253058" y="23509"/>
                  </a:lnTo>
                  <a:lnTo>
                    <a:pt x="248483" y="20866"/>
                  </a:lnTo>
                  <a:lnTo>
                    <a:pt x="243826" y="18369"/>
                  </a:lnTo>
                  <a:lnTo>
                    <a:pt x="239093" y="16020"/>
                  </a:lnTo>
                  <a:lnTo>
                    <a:pt x="234288" y="13823"/>
                  </a:lnTo>
                  <a:lnTo>
                    <a:pt x="229416" y="11778"/>
                  </a:lnTo>
                  <a:lnTo>
                    <a:pt x="224482" y="9888"/>
                  </a:lnTo>
                  <a:lnTo>
                    <a:pt x="219491" y="8155"/>
                  </a:lnTo>
                  <a:lnTo>
                    <a:pt x="214447" y="6581"/>
                  </a:lnTo>
                  <a:lnTo>
                    <a:pt x="167167" y="166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7280" cy="167167"/>
            </a:xfrm>
            <a:custGeom>
              <a:avLst/>
              <a:pathLst>
                <a:path w="47280" h="167167">
                  <a:moveTo>
                    <a:pt x="47280" y="6825"/>
                  </a:moveTo>
                  <a:lnTo>
                    <a:pt x="41503" y="5234"/>
                  </a:lnTo>
                  <a:lnTo>
                    <a:pt x="35674" y="3850"/>
                  </a:lnTo>
                  <a:lnTo>
                    <a:pt x="29798" y="2677"/>
                  </a:lnTo>
                  <a:lnTo>
                    <a:pt x="23885" y="1715"/>
                  </a:lnTo>
                  <a:lnTo>
                    <a:pt x="17940" y="965"/>
                  </a:lnTo>
                  <a:lnTo>
                    <a:pt x="11973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3788" y="5399291"/>
              <a:ext cx="79755" cy="167167"/>
            </a:xfrm>
            <a:custGeom>
              <a:avLst/>
              <a:pathLst>
                <a:path w="79755" h="167167">
                  <a:moveTo>
                    <a:pt x="79755" y="0"/>
                  </a:moveTo>
                  <a:lnTo>
                    <a:pt x="73817" y="105"/>
                  </a:lnTo>
                  <a:lnTo>
                    <a:pt x="67888" y="421"/>
                  </a:lnTo>
                  <a:lnTo>
                    <a:pt x="61973" y="948"/>
                  </a:lnTo>
                  <a:lnTo>
                    <a:pt x="56080" y="1684"/>
                  </a:lnTo>
                  <a:lnTo>
                    <a:pt x="50218" y="2630"/>
                  </a:lnTo>
                  <a:lnTo>
                    <a:pt x="44392" y="3783"/>
                  </a:lnTo>
                  <a:lnTo>
                    <a:pt x="38612" y="5142"/>
                  </a:lnTo>
                  <a:lnTo>
                    <a:pt x="32883" y="6705"/>
                  </a:lnTo>
                  <a:lnTo>
                    <a:pt x="27213" y="8471"/>
                  </a:lnTo>
                  <a:lnTo>
                    <a:pt x="21610" y="10437"/>
                  </a:lnTo>
                  <a:lnTo>
                    <a:pt x="16080" y="12602"/>
                  </a:lnTo>
                  <a:lnTo>
                    <a:pt x="10630" y="14961"/>
                  </a:lnTo>
                  <a:lnTo>
                    <a:pt x="5268" y="17512"/>
                  </a:lnTo>
                  <a:lnTo>
                    <a:pt x="0" y="20252"/>
                  </a:lnTo>
                  <a:lnTo>
                    <a:pt x="797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3788" y="5419544"/>
              <a:ext cx="79755" cy="146915"/>
            </a:xfrm>
            <a:custGeom>
              <a:avLst/>
              <a:pathLst>
                <a:path w="79755" h="146915">
                  <a:moveTo>
                    <a:pt x="0" y="0"/>
                  </a:moveTo>
                  <a:lnTo>
                    <a:pt x="79755" y="14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3788" y="5419544"/>
              <a:ext cx="79755" cy="146915"/>
            </a:xfrm>
            <a:custGeom>
              <a:avLst/>
              <a:pathLst>
                <a:path w="79755" h="146915">
                  <a:moveTo>
                    <a:pt x="0" y="0"/>
                  </a:moveTo>
                  <a:lnTo>
                    <a:pt x="79755" y="14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3788" y="5419544"/>
              <a:ext cx="79755" cy="146915"/>
            </a:xfrm>
            <a:custGeom>
              <a:avLst/>
              <a:pathLst>
                <a:path w="79755" h="146915">
                  <a:moveTo>
                    <a:pt x="0" y="0"/>
                  </a:moveTo>
                  <a:lnTo>
                    <a:pt x="79755" y="14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3788" y="5419544"/>
              <a:ext cx="79755" cy="146915"/>
            </a:xfrm>
            <a:custGeom>
              <a:avLst/>
              <a:pathLst>
                <a:path w="79755" h="146915">
                  <a:moveTo>
                    <a:pt x="0" y="0"/>
                  </a:moveTo>
                  <a:lnTo>
                    <a:pt x="79755" y="1469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3788" y="5419544"/>
              <a:ext cx="79755" cy="146915"/>
            </a:xfrm>
            <a:custGeom>
              <a:avLst/>
              <a:pathLst>
                <a:path w="79755" h="146915">
                  <a:moveTo>
                    <a:pt x="0" y="0"/>
                  </a:moveTo>
                  <a:lnTo>
                    <a:pt x="79755" y="1469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6" y="5419544"/>
              <a:ext cx="167148" cy="313562"/>
            </a:xfrm>
            <a:custGeom>
              <a:avLst/>
              <a:pathLst>
                <a:path w="167148" h="313562">
                  <a:moveTo>
                    <a:pt x="87392" y="0"/>
                  </a:moveTo>
                  <a:lnTo>
                    <a:pt x="82723" y="2632"/>
                  </a:lnTo>
                  <a:lnTo>
                    <a:pt x="78140" y="5413"/>
                  </a:lnTo>
                  <a:lnTo>
                    <a:pt x="73650" y="8339"/>
                  </a:lnTo>
                  <a:lnTo>
                    <a:pt x="69255" y="11408"/>
                  </a:lnTo>
                  <a:lnTo>
                    <a:pt x="64961" y="14617"/>
                  </a:lnTo>
                  <a:lnTo>
                    <a:pt x="60771" y="17961"/>
                  </a:lnTo>
                  <a:lnTo>
                    <a:pt x="56692" y="21438"/>
                  </a:lnTo>
                  <a:lnTo>
                    <a:pt x="52726" y="25044"/>
                  </a:lnTo>
                  <a:lnTo>
                    <a:pt x="48877" y="28775"/>
                  </a:lnTo>
                  <a:lnTo>
                    <a:pt x="45150" y="32627"/>
                  </a:lnTo>
                  <a:lnTo>
                    <a:pt x="41549" y="36598"/>
                  </a:lnTo>
                  <a:lnTo>
                    <a:pt x="38076" y="40681"/>
                  </a:lnTo>
                  <a:lnTo>
                    <a:pt x="34737" y="44874"/>
                  </a:lnTo>
                  <a:lnTo>
                    <a:pt x="31533" y="49172"/>
                  </a:lnTo>
                  <a:lnTo>
                    <a:pt x="28469" y="53570"/>
                  </a:lnTo>
                  <a:lnTo>
                    <a:pt x="25548" y="58064"/>
                  </a:lnTo>
                  <a:lnTo>
                    <a:pt x="22772" y="62650"/>
                  </a:lnTo>
                  <a:lnTo>
                    <a:pt x="20144" y="67322"/>
                  </a:lnTo>
                  <a:lnTo>
                    <a:pt x="17668" y="72076"/>
                  </a:lnTo>
                  <a:lnTo>
                    <a:pt x="15345" y="76907"/>
                  </a:lnTo>
                  <a:lnTo>
                    <a:pt x="13179" y="81810"/>
                  </a:lnTo>
                  <a:lnTo>
                    <a:pt x="11171" y="86780"/>
                  </a:lnTo>
                  <a:lnTo>
                    <a:pt x="9323" y="91811"/>
                  </a:lnTo>
                  <a:lnTo>
                    <a:pt x="7637" y="96900"/>
                  </a:lnTo>
                  <a:lnTo>
                    <a:pt x="6116" y="102040"/>
                  </a:lnTo>
                  <a:lnTo>
                    <a:pt x="4760" y="107226"/>
                  </a:lnTo>
                  <a:lnTo>
                    <a:pt x="3571" y="112452"/>
                  </a:lnTo>
                  <a:lnTo>
                    <a:pt x="2550" y="117714"/>
                  </a:lnTo>
                  <a:lnTo>
                    <a:pt x="1699" y="123007"/>
                  </a:lnTo>
                  <a:lnTo>
                    <a:pt x="1017" y="128323"/>
                  </a:lnTo>
                  <a:lnTo>
                    <a:pt x="506" y="133659"/>
                  </a:lnTo>
                  <a:lnTo>
                    <a:pt x="167" y="139009"/>
                  </a:lnTo>
                  <a:lnTo>
                    <a:pt x="0" y="144367"/>
                  </a:lnTo>
                  <a:lnTo>
                    <a:pt x="4" y="149727"/>
                  </a:lnTo>
                  <a:lnTo>
                    <a:pt x="180" y="155084"/>
                  </a:lnTo>
                  <a:lnTo>
                    <a:pt x="528" y="160433"/>
                  </a:lnTo>
                  <a:lnTo>
                    <a:pt x="1047" y="165768"/>
                  </a:lnTo>
                  <a:lnTo>
                    <a:pt x="1737" y="171084"/>
                  </a:lnTo>
                  <a:lnTo>
                    <a:pt x="2596" y="176375"/>
                  </a:lnTo>
                  <a:lnTo>
                    <a:pt x="3626" y="181636"/>
                  </a:lnTo>
                  <a:lnTo>
                    <a:pt x="4823" y="186860"/>
                  </a:lnTo>
                  <a:lnTo>
                    <a:pt x="6187" y="192044"/>
                  </a:lnTo>
                  <a:lnTo>
                    <a:pt x="7717" y="197182"/>
                  </a:lnTo>
                  <a:lnTo>
                    <a:pt x="9410" y="202267"/>
                  </a:lnTo>
                  <a:lnTo>
                    <a:pt x="11266" y="207296"/>
                  </a:lnTo>
                  <a:lnTo>
                    <a:pt x="13282" y="212263"/>
                  </a:lnTo>
                  <a:lnTo>
                    <a:pt x="15456" y="217162"/>
                  </a:lnTo>
                  <a:lnTo>
                    <a:pt x="17787" y="221990"/>
                  </a:lnTo>
                  <a:lnTo>
                    <a:pt x="20270" y="226740"/>
                  </a:lnTo>
                  <a:lnTo>
                    <a:pt x="22905" y="231408"/>
                  </a:lnTo>
                  <a:lnTo>
                    <a:pt x="25688" y="235989"/>
                  </a:lnTo>
                  <a:lnTo>
                    <a:pt x="28617" y="240479"/>
                  </a:lnTo>
                  <a:lnTo>
                    <a:pt x="31688" y="244872"/>
                  </a:lnTo>
                  <a:lnTo>
                    <a:pt x="34898" y="249165"/>
                  </a:lnTo>
                  <a:lnTo>
                    <a:pt x="38244" y="253352"/>
                  </a:lnTo>
                  <a:lnTo>
                    <a:pt x="41723" y="257430"/>
                  </a:lnTo>
                  <a:lnTo>
                    <a:pt x="45331" y="261395"/>
                  </a:lnTo>
                  <a:lnTo>
                    <a:pt x="49064" y="265241"/>
                  </a:lnTo>
                  <a:lnTo>
                    <a:pt x="52918" y="268966"/>
                  </a:lnTo>
                  <a:lnTo>
                    <a:pt x="56890" y="272566"/>
                  </a:lnTo>
                  <a:lnTo>
                    <a:pt x="60975" y="276036"/>
                  </a:lnTo>
                  <a:lnTo>
                    <a:pt x="65170" y="279374"/>
                  </a:lnTo>
                  <a:lnTo>
                    <a:pt x="69469" y="282575"/>
                  </a:lnTo>
                  <a:lnTo>
                    <a:pt x="73869" y="285637"/>
                  </a:lnTo>
                  <a:lnTo>
                    <a:pt x="78364" y="288557"/>
                  </a:lnTo>
                  <a:lnTo>
                    <a:pt x="82951" y="291330"/>
                  </a:lnTo>
                  <a:lnTo>
                    <a:pt x="87625" y="293956"/>
                  </a:lnTo>
                  <a:lnTo>
                    <a:pt x="92380" y="296430"/>
                  </a:lnTo>
                  <a:lnTo>
                    <a:pt x="97212" y="298750"/>
                  </a:lnTo>
                  <a:lnTo>
                    <a:pt x="102116" y="300914"/>
                  </a:lnTo>
                  <a:lnTo>
                    <a:pt x="107087" y="302920"/>
                  </a:lnTo>
                  <a:lnTo>
                    <a:pt x="112119" y="304765"/>
                  </a:lnTo>
                  <a:lnTo>
                    <a:pt x="117209" y="306448"/>
                  </a:lnTo>
                  <a:lnTo>
                    <a:pt x="122349" y="307968"/>
                  </a:lnTo>
                  <a:lnTo>
                    <a:pt x="127536" y="309321"/>
                  </a:lnTo>
                  <a:lnTo>
                    <a:pt x="132763" y="310508"/>
                  </a:lnTo>
                  <a:lnTo>
                    <a:pt x="138026" y="311526"/>
                  </a:lnTo>
                  <a:lnTo>
                    <a:pt x="143318" y="312375"/>
                  </a:lnTo>
                  <a:lnTo>
                    <a:pt x="148635" y="313054"/>
                  </a:lnTo>
                  <a:lnTo>
                    <a:pt x="153972" y="313562"/>
                  </a:lnTo>
                  <a:lnTo>
                    <a:pt x="167148" y="1469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10368" y="5399291"/>
              <a:ext cx="180337" cy="334315"/>
            </a:xfrm>
            <a:custGeom>
              <a:avLst/>
              <a:pathLst>
                <a:path w="180337" h="334315">
                  <a:moveTo>
                    <a:pt x="0" y="333814"/>
                  </a:moveTo>
                  <a:lnTo>
                    <a:pt x="5319" y="334150"/>
                  </a:lnTo>
                  <a:lnTo>
                    <a:pt x="10647" y="334315"/>
                  </a:lnTo>
                  <a:lnTo>
                    <a:pt x="15977" y="334311"/>
                  </a:lnTo>
                  <a:lnTo>
                    <a:pt x="21304" y="334137"/>
                  </a:lnTo>
                  <a:lnTo>
                    <a:pt x="26623" y="333793"/>
                  </a:lnTo>
                  <a:lnTo>
                    <a:pt x="31928" y="333279"/>
                  </a:lnTo>
                  <a:lnTo>
                    <a:pt x="37214" y="332597"/>
                  </a:lnTo>
                  <a:lnTo>
                    <a:pt x="42476" y="331746"/>
                  </a:lnTo>
                  <a:lnTo>
                    <a:pt x="47708" y="330729"/>
                  </a:lnTo>
                  <a:lnTo>
                    <a:pt x="52905" y="329545"/>
                  </a:lnTo>
                  <a:lnTo>
                    <a:pt x="58062" y="328195"/>
                  </a:lnTo>
                  <a:lnTo>
                    <a:pt x="63172" y="326683"/>
                  </a:lnTo>
                  <a:lnTo>
                    <a:pt x="68233" y="325008"/>
                  </a:lnTo>
                  <a:lnTo>
                    <a:pt x="73237" y="323172"/>
                  </a:lnTo>
                  <a:lnTo>
                    <a:pt x="78180" y="321178"/>
                  </a:lnTo>
                  <a:lnTo>
                    <a:pt x="83057" y="319027"/>
                  </a:lnTo>
                  <a:lnTo>
                    <a:pt x="87862" y="316722"/>
                  </a:lnTo>
                  <a:lnTo>
                    <a:pt x="92592" y="314265"/>
                  </a:lnTo>
                  <a:lnTo>
                    <a:pt x="97242" y="311659"/>
                  </a:lnTo>
                  <a:lnTo>
                    <a:pt x="101805" y="308905"/>
                  </a:lnTo>
                  <a:lnTo>
                    <a:pt x="106279" y="306007"/>
                  </a:lnTo>
                  <a:lnTo>
                    <a:pt x="110658" y="302969"/>
                  </a:lnTo>
                  <a:lnTo>
                    <a:pt x="114938" y="299792"/>
                  </a:lnTo>
                  <a:lnTo>
                    <a:pt x="119114" y="296480"/>
                  </a:lnTo>
                  <a:lnTo>
                    <a:pt x="123183" y="293037"/>
                  </a:lnTo>
                  <a:lnTo>
                    <a:pt x="127140" y="289466"/>
                  </a:lnTo>
                  <a:lnTo>
                    <a:pt x="130981" y="285770"/>
                  </a:lnTo>
                  <a:lnTo>
                    <a:pt x="134702" y="281954"/>
                  </a:lnTo>
                  <a:lnTo>
                    <a:pt x="138300" y="278022"/>
                  </a:lnTo>
                  <a:lnTo>
                    <a:pt x="141771" y="273976"/>
                  </a:lnTo>
                  <a:lnTo>
                    <a:pt x="145110" y="269822"/>
                  </a:lnTo>
                  <a:lnTo>
                    <a:pt x="148316" y="265564"/>
                  </a:lnTo>
                  <a:lnTo>
                    <a:pt x="151384" y="261206"/>
                  </a:lnTo>
                  <a:lnTo>
                    <a:pt x="154312" y="256752"/>
                  </a:lnTo>
                  <a:lnTo>
                    <a:pt x="157096" y="252206"/>
                  </a:lnTo>
                  <a:lnTo>
                    <a:pt x="159734" y="247575"/>
                  </a:lnTo>
                  <a:lnTo>
                    <a:pt x="162223" y="242862"/>
                  </a:lnTo>
                  <a:lnTo>
                    <a:pt x="164561" y="238071"/>
                  </a:lnTo>
                  <a:lnTo>
                    <a:pt x="166744" y="233209"/>
                  </a:lnTo>
                  <a:lnTo>
                    <a:pt x="168772" y="228280"/>
                  </a:lnTo>
                  <a:lnTo>
                    <a:pt x="170641" y="223288"/>
                  </a:lnTo>
                  <a:lnTo>
                    <a:pt x="172350" y="218240"/>
                  </a:lnTo>
                  <a:lnTo>
                    <a:pt x="173897" y="213139"/>
                  </a:lnTo>
                  <a:lnTo>
                    <a:pt x="175281" y="207992"/>
                  </a:lnTo>
                  <a:lnTo>
                    <a:pt x="176500" y="202803"/>
                  </a:lnTo>
                  <a:lnTo>
                    <a:pt x="177553" y="197578"/>
                  </a:lnTo>
                  <a:lnTo>
                    <a:pt x="178439" y="192322"/>
                  </a:lnTo>
                  <a:lnTo>
                    <a:pt x="179157" y="187040"/>
                  </a:lnTo>
                  <a:lnTo>
                    <a:pt x="179707" y="181739"/>
                  </a:lnTo>
                  <a:lnTo>
                    <a:pt x="180086" y="176422"/>
                  </a:lnTo>
                  <a:lnTo>
                    <a:pt x="180297" y="171096"/>
                  </a:lnTo>
                  <a:lnTo>
                    <a:pt x="180337" y="165766"/>
                  </a:lnTo>
                  <a:lnTo>
                    <a:pt x="180207" y="160438"/>
                  </a:lnTo>
                  <a:lnTo>
                    <a:pt x="179908" y="155116"/>
                  </a:lnTo>
                  <a:lnTo>
                    <a:pt x="179439" y="149807"/>
                  </a:lnTo>
                  <a:lnTo>
                    <a:pt x="178801" y="144515"/>
                  </a:lnTo>
                  <a:lnTo>
                    <a:pt x="177995" y="139246"/>
                  </a:lnTo>
                  <a:lnTo>
                    <a:pt x="177021" y="134006"/>
                  </a:lnTo>
                  <a:lnTo>
                    <a:pt x="175880" y="128799"/>
                  </a:lnTo>
                  <a:lnTo>
                    <a:pt x="174574" y="123632"/>
                  </a:lnTo>
                  <a:lnTo>
                    <a:pt x="173104" y="118508"/>
                  </a:lnTo>
                  <a:lnTo>
                    <a:pt x="171472" y="113434"/>
                  </a:lnTo>
                  <a:lnTo>
                    <a:pt x="169678" y="108415"/>
                  </a:lnTo>
                  <a:lnTo>
                    <a:pt x="167726" y="103455"/>
                  </a:lnTo>
                  <a:lnTo>
                    <a:pt x="165616" y="98561"/>
                  </a:lnTo>
                  <a:lnTo>
                    <a:pt x="163351" y="93736"/>
                  </a:lnTo>
                  <a:lnTo>
                    <a:pt x="160934" y="88985"/>
                  </a:lnTo>
                  <a:lnTo>
                    <a:pt x="158366" y="84314"/>
                  </a:lnTo>
                  <a:lnTo>
                    <a:pt x="155651" y="79728"/>
                  </a:lnTo>
                  <a:lnTo>
                    <a:pt x="152791" y="75230"/>
                  </a:lnTo>
                  <a:lnTo>
                    <a:pt x="149789" y="70826"/>
                  </a:lnTo>
                  <a:lnTo>
                    <a:pt x="146648" y="66519"/>
                  </a:lnTo>
                  <a:lnTo>
                    <a:pt x="143372" y="62315"/>
                  </a:lnTo>
                  <a:lnTo>
                    <a:pt x="139963" y="58218"/>
                  </a:lnTo>
                  <a:lnTo>
                    <a:pt x="136425" y="54231"/>
                  </a:lnTo>
                  <a:lnTo>
                    <a:pt x="132762" y="50359"/>
                  </a:lnTo>
                  <a:lnTo>
                    <a:pt x="128977" y="46606"/>
                  </a:lnTo>
                  <a:lnTo>
                    <a:pt x="125075" y="42976"/>
                  </a:lnTo>
                  <a:lnTo>
                    <a:pt x="121058" y="39471"/>
                  </a:lnTo>
                  <a:lnTo>
                    <a:pt x="116933" y="36097"/>
                  </a:lnTo>
                  <a:lnTo>
                    <a:pt x="112701" y="32856"/>
                  </a:lnTo>
                  <a:lnTo>
                    <a:pt x="108369" y="29751"/>
                  </a:lnTo>
                  <a:lnTo>
                    <a:pt x="103939" y="26786"/>
                  </a:lnTo>
                  <a:lnTo>
                    <a:pt x="99418" y="23964"/>
                  </a:lnTo>
                  <a:lnTo>
                    <a:pt x="94809" y="21287"/>
                  </a:lnTo>
                  <a:lnTo>
                    <a:pt x="90116" y="18759"/>
                  </a:lnTo>
                  <a:lnTo>
                    <a:pt x="85346" y="16381"/>
                  </a:lnTo>
                  <a:lnTo>
                    <a:pt x="80502" y="14157"/>
                  </a:lnTo>
                  <a:lnTo>
                    <a:pt x="75590" y="12088"/>
                  </a:lnTo>
                  <a:lnTo>
                    <a:pt x="70614" y="10177"/>
                  </a:lnTo>
                  <a:lnTo>
                    <a:pt x="65580" y="8426"/>
                  </a:lnTo>
                  <a:lnTo>
                    <a:pt x="60492" y="6836"/>
                  </a:lnTo>
                  <a:lnTo>
                    <a:pt x="55357" y="5409"/>
                  </a:lnTo>
                  <a:lnTo>
                    <a:pt x="50179" y="4146"/>
                  </a:lnTo>
                  <a:lnTo>
                    <a:pt x="44963" y="3050"/>
                  </a:lnTo>
                  <a:lnTo>
                    <a:pt x="39714" y="2120"/>
                  </a:lnTo>
                  <a:lnTo>
                    <a:pt x="34439" y="1357"/>
                  </a:lnTo>
                  <a:lnTo>
                    <a:pt x="29142" y="764"/>
                  </a:lnTo>
                  <a:lnTo>
                    <a:pt x="23829" y="339"/>
                  </a:lnTo>
                  <a:lnTo>
                    <a:pt x="18505" y="84"/>
                  </a:lnTo>
                  <a:lnTo>
                    <a:pt x="13175" y="0"/>
                  </a:lnTo>
                  <a:lnTo>
                    <a:pt x="131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002" y="5269756"/>
              <a:ext cx="25255" cy="167167"/>
            </a:xfrm>
            <a:custGeom>
              <a:avLst/>
              <a:pathLst>
                <a:path w="25255" h="167167">
                  <a:moveTo>
                    <a:pt x="25255" y="0"/>
                  </a:moveTo>
                  <a:lnTo>
                    <a:pt x="16808" y="213"/>
                  </a:lnTo>
                  <a:lnTo>
                    <a:pt x="8382" y="853"/>
                  </a:lnTo>
                  <a:lnTo>
                    <a:pt x="0" y="1918"/>
                  </a:lnTo>
                  <a:lnTo>
                    <a:pt x="252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002" y="5271675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002" y="5271675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002" y="5271675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20002" y="5271675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09623" y="5271675"/>
              <a:ext cx="135635" cy="165248"/>
            </a:xfrm>
            <a:custGeom>
              <a:avLst/>
              <a:pathLst>
                <a:path w="135635" h="165248">
                  <a:moveTo>
                    <a:pt x="110379" y="0"/>
                  </a:moveTo>
                  <a:lnTo>
                    <a:pt x="104921" y="926"/>
                  </a:lnTo>
                  <a:lnTo>
                    <a:pt x="99497" y="2033"/>
                  </a:lnTo>
                  <a:lnTo>
                    <a:pt x="94112" y="3320"/>
                  </a:lnTo>
                  <a:lnTo>
                    <a:pt x="88773" y="4783"/>
                  </a:lnTo>
                  <a:lnTo>
                    <a:pt x="83486" y="6423"/>
                  </a:lnTo>
                  <a:lnTo>
                    <a:pt x="78255" y="8237"/>
                  </a:lnTo>
                  <a:lnTo>
                    <a:pt x="73088" y="10223"/>
                  </a:lnTo>
                  <a:lnTo>
                    <a:pt x="67989" y="12379"/>
                  </a:lnTo>
                  <a:lnTo>
                    <a:pt x="62964" y="14703"/>
                  </a:lnTo>
                  <a:lnTo>
                    <a:pt x="58019" y="17192"/>
                  </a:lnTo>
                  <a:lnTo>
                    <a:pt x="53159" y="19843"/>
                  </a:lnTo>
                  <a:lnTo>
                    <a:pt x="48390" y="22653"/>
                  </a:lnTo>
                  <a:lnTo>
                    <a:pt x="43716" y="25621"/>
                  </a:lnTo>
                  <a:lnTo>
                    <a:pt x="39143" y="28741"/>
                  </a:lnTo>
                  <a:lnTo>
                    <a:pt x="34676" y="32011"/>
                  </a:lnTo>
                  <a:lnTo>
                    <a:pt x="30319" y="35427"/>
                  </a:lnTo>
                  <a:lnTo>
                    <a:pt x="26078" y="38985"/>
                  </a:lnTo>
                  <a:lnTo>
                    <a:pt x="21958" y="42682"/>
                  </a:lnTo>
                  <a:lnTo>
                    <a:pt x="17962" y="46513"/>
                  </a:lnTo>
                  <a:lnTo>
                    <a:pt x="14095" y="50475"/>
                  </a:lnTo>
                  <a:lnTo>
                    <a:pt x="10361" y="54562"/>
                  </a:lnTo>
                  <a:lnTo>
                    <a:pt x="6764" y="58771"/>
                  </a:lnTo>
                  <a:lnTo>
                    <a:pt x="3309" y="63097"/>
                  </a:lnTo>
                  <a:lnTo>
                    <a:pt x="0" y="67534"/>
                  </a:lnTo>
                  <a:lnTo>
                    <a:pt x="135635" y="1652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1" y="5269756"/>
              <a:ext cx="334307" cy="334334"/>
            </a:xfrm>
            <a:custGeom>
              <a:avLst/>
              <a:pathLst>
                <a:path w="334307" h="334334">
                  <a:moveTo>
                    <a:pt x="31521" y="69453"/>
                  </a:moveTo>
                  <a:lnTo>
                    <a:pt x="28486" y="73810"/>
                  </a:lnTo>
                  <a:lnTo>
                    <a:pt x="25591" y="78262"/>
                  </a:lnTo>
                  <a:lnTo>
                    <a:pt x="22839" y="82803"/>
                  </a:lnTo>
                  <a:lnTo>
                    <a:pt x="20232" y="87429"/>
                  </a:lnTo>
                  <a:lnTo>
                    <a:pt x="17774" y="92136"/>
                  </a:lnTo>
                  <a:lnTo>
                    <a:pt x="15466" y="96918"/>
                  </a:lnTo>
                  <a:lnTo>
                    <a:pt x="13312" y="101771"/>
                  </a:lnTo>
                  <a:lnTo>
                    <a:pt x="11312" y="106690"/>
                  </a:lnTo>
                  <a:lnTo>
                    <a:pt x="9470" y="111671"/>
                  </a:lnTo>
                  <a:lnTo>
                    <a:pt x="7787" y="116707"/>
                  </a:lnTo>
                  <a:lnTo>
                    <a:pt x="6265" y="121794"/>
                  </a:lnTo>
                  <a:lnTo>
                    <a:pt x="4905" y="126927"/>
                  </a:lnTo>
                  <a:lnTo>
                    <a:pt x="3709" y="132100"/>
                  </a:lnTo>
                  <a:lnTo>
                    <a:pt x="2677" y="137309"/>
                  </a:lnTo>
                  <a:lnTo>
                    <a:pt x="1812" y="142548"/>
                  </a:lnTo>
                  <a:lnTo>
                    <a:pt x="1114" y="147812"/>
                  </a:lnTo>
                  <a:lnTo>
                    <a:pt x="583" y="153096"/>
                  </a:lnTo>
                  <a:lnTo>
                    <a:pt x="220" y="158393"/>
                  </a:lnTo>
                  <a:lnTo>
                    <a:pt x="25" y="163700"/>
                  </a:lnTo>
                  <a:lnTo>
                    <a:pt x="0" y="169010"/>
                  </a:lnTo>
                  <a:lnTo>
                    <a:pt x="142" y="174318"/>
                  </a:lnTo>
                  <a:lnTo>
                    <a:pt x="454" y="179619"/>
                  </a:lnTo>
                  <a:lnTo>
                    <a:pt x="933" y="184907"/>
                  </a:lnTo>
                  <a:lnTo>
                    <a:pt x="1581" y="190177"/>
                  </a:lnTo>
                  <a:lnTo>
                    <a:pt x="2395" y="195424"/>
                  </a:lnTo>
                  <a:lnTo>
                    <a:pt x="3376" y="200643"/>
                  </a:lnTo>
                  <a:lnTo>
                    <a:pt x="4521" y="205828"/>
                  </a:lnTo>
                  <a:lnTo>
                    <a:pt x="5831" y="210974"/>
                  </a:lnTo>
                  <a:lnTo>
                    <a:pt x="7304" y="216076"/>
                  </a:lnTo>
                  <a:lnTo>
                    <a:pt x="8938" y="221128"/>
                  </a:lnTo>
                  <a:lnTo>
                    <a:pt x="10732" y="226126"/>
                  </a:lnTo>
                  <a:lnTo>
                    <a:pt x="12683" y="231064"/>
                  </a:lnTo>
                  <a:lnTo>
                    <a:pt x="14791" y="235938"/>
                  </a:lnTo>
                  <a:lnTo>
                    <a:pt x="17052" y="240743"/>
                  </a:lnTo>
                  <a:lnTo>
                    <a:pt x="19464" y="245473"/>
                  </a:lnTo>
                  <a:lnTo>
                    <a:pt x="22026" y="250124"/>
                  </a:lnTo>
                  <a:lnTo>
                    <a:pt x="24734" y="254692"/>
                  </a:lnTo>
                  <a:lnTo>
                    <a:pt x="27586" y="259171"/>
                  </a:lnTo>
                  <a:lnTo>
                    <a:pt x="30578" y="263558"/>
                  </a:lnTo>
                  <a:lnTo>
                    <a:pt x="33708" y="267847"/>
                  </a:lnTo>
                  <a:lnTo>
                    <a:pt x="36973" y="272035"/>
                  </a:lnTo>
                  <a:lnTo>
                    <a:pt x="40370" y="276116"/>
                  </a:lnTo>
                  <a:lnTo>
                    <a:pt x="43894" y="280088"/>
                  </a:lnTo>
                  <a:lnTo>
                    <a:pt x="47543" y="283946"/>
                  </a:lnTo>
                  <a:lnTo>
                    <a:pt x="51312" y="287686"/>
                  </a:lnTo>
                  <a:lnTo>
                    <a:pt x="55198" y="291305"/>
                  </a:lnTo>
                  <a:lnTo>
                    <a:pt x="59197" y="294798"/>
                  </a:lnTo>
                  <a:lnTo>
                    <a:pt x="63305" y="298163"/>
                  </a:lnTo>
                  <a:lnTo>
                    <a:pt x="67518" y="301395"/>
                  </a:lnTo>
                  <a:lnTo>
                    <a:pt x="71832" y="304492"/>
                  </a:lnTo>
                  <a:lnTo>
                    <a:pt x="76241" y="307450"/>
                  </a:lnTo>
                  <a:lnTo>
                    <a:pt x="80743" y="310267"/>
                  </a:lnTo>
                  <a:lnTo>
                    <a:pt x="85331" y="312939"/>
                  </a:lnTo>
                  <a:lnTo>
                    <a:pt x="90002" y="315464"/>
                  </a:lnTo>
                  <a:lnTo>
                    <a:pt x="94751" y="317840"/>
                  </a:lnTo>
                  <a:lnTo>
                    <a:pt x="99573" y="320064"/>
                  </a:lnTo>
                  <a:lnTo>
                    <a:pt x="104464" y="322133"/>
                  </a:lnTo>
                  <a:lnTo>
                    <a:pt x="109417" y="324046"/>
                  </a:lnTo>
                  <a:lnTo>
                    <a:pt x="114429" y="325801"/>
                  </a:lnTo>
                  <a:lnTo>
                    <a:pt x="119494" y="327395"/>
                  </a:lnTo>
                  <a:lnTo>
                    <a:pt x="124607" y="328828"/>
                  </a:lnTo>
                  <a:lnTo>
                    <a:pt x="129763" y="330098"/>
                  </a:lnTo>
                  <a:lnTo>
                    <a:pt x="134956" y="331204"/>
                  </a:lnTo>
                  <a:lnTo>
                    <a:pt x="140182" y="332144"/>
                  </a:lnTo>
                  <a:lnTo>
                    <a:pt x="145436" y="332917"/>
                  </a:lnTo>
                  <a:lnTo>
                    <a:pt x="150711" y="333523"/>
                  </a:lnTo>
                  <a:lnTo>
                    <a:pt x="156003" y="333962"/>
                  </a:lnTo>
                  <a:lnTo>
                    <a:pt x="161306" y="334232"/>
                  </a:lnTo>
                  <a:lnTo>
                    <a:pt x="166615" y="334334"/>
                  </a:lnTo>
                  <a:lnTo>
                    <a:pt x="171925" y="334266"/>
                  </a:lnTo>
                  <a:lnTo>
                    <a:pt x="177230" y="334031"/>
                  </a:lnTo>
                  <a:lnTo>
                    <a:pt x="182524" y="333627"/>
                  </a:lnTo>
                  <a:lnTo>
                    <a:pt x="187803" y="333054"/>
                  </a:lnTo>
                  <a:lnTo>
                    <a:pt x="193062" y="332315"/>
                  </a:lnTo>
                  <a:lnTo>
                    <a:pt x="198294" y="331409"/>
                  </a:lnTo>
                  <a:lnTo>
                    <a:pt x="203494" y="330337"/>
                  </a:lnTo>
                  <a:lnTo>
                    <a:pt x="208658" y="329101"/>
                  </a:lnTo>
                  <a:lnTo>
                    <a:pt x="213781" y="327701"/>
                  </a:lnTo>
                  <a:lnTo>
                    <a:pt x="218856" y="326139"/>
                  </a:lnTo>
                  <a:lnTo>
                    <a:pt x="223879" y="324417"/>
                  </a:lnTo>
                  <a:lnTo>
                    <a:pt x="228845" y="322536"/>
                  </a:lnTo>
                  <a:lnTo>
                    <a:pt x="233748" y="320498"/>
                  </a:lnTo>
                  <a:lnTo>
                    <a:pt x="238584" y="318306"/>
                  </a:lnTo>
                  <a:lnTo>
                    <a:pt x="243349" y="315961"/>
                  </a:lnTo>
                  <a:lnTo>
                    <a:pt x="248036" y="313466"/>
                  </a:lnTo>
                  <a:lnTo>
                    <a:pt x="252642" y="310824"/>
                  </a:lnTo>
                  <a:lnTo>
                    <a:pt x="257161" y="308036"/>
                  </a:lnTo>
                  <a:lnTo>
                    <a:pt x="261590" y="305107"/>
                  </a:lnTo>
                  <a:lnTo>
                    <a:pt x="265923" y="302038"/>
                  </a:lnTo>
                  <a:lnTo>
                    <a:pt x="270157" y="298833"/>
                  </a:lnTo>
                  <a:lnTo>
                    <a:pt x="274287" y="295495"/>
                  </a:lnTo>
                  <a:lnTo>
                    <a:pt x="278309" y="292028"/>
                  </a:lnTo>
                  <a:lnTo>
                    <a:pt x="282218" y="288434"/>
                  </a:lnTo>
                  <a:lnTo>
                    <a:pt x="286012" y="284719"/>
                  </a:lnTo>
                  <a:lnTo>
                    <a:pt x="289685" y="280885"/>
                  </a:lnTo>
                  <a:lnTo>
                    <a:pt x="293235" y="276936"/>
                  </a:lnTo>
                  <a:lnTo>
                    <a:pt x="296658" y="272876"/>
                  </a:lnTo>
                  <a:lnTo>
                    <a:pt x="299950" y="268710"/>
                  </a:lnTo>
                  <a:lnTo>
                    <a:pt x="303108" y="264441"/>
                  </a:lnTo>
                  <a:lnTo>
                    <a:pt x="306129" y="260074"/>
                  </a:lnTo>
                  <a:lnTo>
                    <a:pt x="309010" y="255613"/>
                  </a:lnTo>
                  <a:lnTo>
                    <a:pt x="311747" y="251063"/>
                  </a:lnTo>
                  <a:lnTo>
                    <a:pt x="314339" y="246429"/>
                  </a:lnTo>
                  <a:lnTo>
                    <a:pt x="316782" y="241714"/>
                  </a:lnTo>
                  <a:lnTo>
                    <a:pt x="319074" y="236924"/>
                  </a:lnTo>
                  <a:lnTo>
                    <a:pt x="321213" y="232064"/>
                  </a:lnTo>
                  <a:lnTo>
                    <a:pt x="323196" y="227138"/>
                  </a:lnTo>
                  <a:lnTo>
                    <a:pt x="325022" y="222152"/>
                  </a:lnTo>
                  <a:lnTo>
                    <a:pt x="326689" y="217110"/>
                  </a:lnTo>
                  <a:lnTo>
                    <a:pt x="328195" y="212018"/>
                  </a:lnTo>
                  <a:lnTo>
                    <a:pt x="329538" y="206881"/>
                  </a:lnTo>
                  <a:lnTo>
                    <a:pt x="330718" y="201704"/>
                  </a:lnTo>
                  <a:lnTo>
                    <a:pt x="331732" y="196492"/>
                  </a:lnTo>
                  <a:lnTo>
                    <a:pt x="332580" y="191250"/>
                  </a:lnTo>
                  <a:lnTo>
                    <a:pt x="333262" y="185984"/>
                  </a:lnTo>
                  <a:lnTo>
                    <a:pt x="333776" y="180699"/>
                  </a:lnTo>
                  <a:lnTo>
                    <a:pt x="334121" y="175400"/>
                  </a:lnTo>
                  <a:lnTo>
                    <a:pt x="334299" y="170093"/>
                  </a:lnTo>
                  <a:lnTo>
                    <a:pt x="334307" y="164783"/>
                  </a:lnTo>
                  <a:lnTo>
                    <a:pt x="334147" y="159475"/>
                  </a:lnTo>
                  <a:lnTo>
                    <a:pt x="333819" y="154175"/>
                  </a:lnTo>
                  <a:lnTo>
                    <a:pt x="333322" y="148889"/>
                  </a:lnTo>
                  <a:lnTo>
                    <a:pt x="332658" y="143620"/>
                  </a:lnTo>
                  <a:lnTo>
                    <a:pt x="331826" y="138376"/>
                  </a:lnTo>
                  <a:lnTo>
                    <a:pt x="330829" y="133160"/>
                  </a:lnTo>
                  <a:lnTo>
                    <a:pt x="329666" y="127979"/>
                  </a:lnTo>
                  <a:lnTo>
                    <a:pt x="328339" y="122837"/>
                  </a:lnTo>
                  <a:lnTo>
                    <a:pt x="326850" y="117741"/>
                  </a:lnTo>
                  <a:lnTo>
                    <a:pt x="325200" y="112694"/>
                  </a:lnTo>
                  <a:lnTo>
                    <a:pt x="323390" y="107701"/>
                  </a:lnTo>
                  <a:lnTo>
                    <a:pt x="321422" y="102769"/>
                  </a:lnTo>
                  <a:lnTo>
                    <a:pt x="319299" y="97902"/>
                  </a:lnTo>
                  <a:lnTo>
                    <a:pt x="317023" y="93105"/>
                  </a:lnTo>
                  <a:lnTo>
                    <a:pt x="314595" y="88383"/>
                  </a:lnTo>
                  <a:lnTo>
                    <a:pt x="312018" y="83740"/>
                  </a:lnTo>
                  <a:lnTo>
                    <a:pt x="309295" y="79181"/>
                  </a:lnTo>
                  <a:lnTo>
                    <a:pt x="306429" y="74711"/>
                  </a:lnTo>
                  <a:lnTo>
                    <a:pt x="303423" y="70334"/>
                  </a:lnTo>
                  <a:lnTo>
                    <a:pt x="300278" y="66055"/>
                  </a:lnTo>
                  <a:lnTo>
                    <a:pt x="297000" y="61878"/>
                  </a:lnTo>
                  <a:lnTo>
                    <a:pt x="293590" y="57807"/>
                  </a:lnTo>
                  <a:lnTo>
                    <a:pt x="290053" y="53847"/>
                  </a:lnTo>
                  <a:lnTo>
                    <a:pt x="286392" y="50001"/>
                  </a:lnTo>
                  <a:lnTo>
                    <a:pt x="282611" y="46273"/>
                  </a:lnTo>
                  <a:lnTo>
                    <a:pt x="278713" y="42667"/>
                  </a:lnTo>
                  <a:lnTo>
                    <a:pt x="274702" y="39187"/>
                  </a:lnTo>
                  <a:lnTo>
                    <a:pt x="270583" y="35836"/>
                  </a:lnTo>
                  <a:lnTo>
                    <a:pt x="266360" y="32617"/>
                  </a:lnTo>
                  <a:lnTo>
                    <a:pt x="262036" y="29534"/>
                  </a:lnTo>
                  <a:lnTo>
                    <a:pt x="257617" y="26590"/>
                  </a:lnTo>
                  <a:lnTo>
                    <a:pt x="253107" y="23788"/>
                  </a:lnTo>
                  <a:lnTo>
                    <a:pt x="248510" y="21130"/>
                  </a:lnTo>
                  <a:lnTo>
                    <a:pt x="243830" y="18620"/>
                  </a:lnTo>
                  <a:lnTo>
                    <a:pt x="239074" y="16260"/>
                  </a:lnTo>
                  <a:lnTo>
                    <a:pt x="234244" y="14052"/>
                  </a:lnTo>
                  <a:lnTo>
                    <a:pt x="229348" y="11998"/>
                  </a:lnTo>
                  <a:lnTo>
                    <a:pt x="224388" y="10102"/>
                  </a:lnTo>
                  <a:lnTo>
                    <a:pt x="219371" y="8363"/>
                  </a:lnTo>
                  <a:lnTo>
                    <a:pt x="214301" y="6785"/>
                  </a:lnTo>
                  <a:lnTo>
                    <a:pt x="209183" y="5368"/>
                  </a:lnTo>
                  <a:lnTo>
                    <a:pt x="204023" y="4115"/>
                  </a:lnTo>
                  <a:lnTo>
                    <a:pt x="198826" y="3027"/>
                  </a:lnTo>
                  <a:lnTo>
                    <a:pt x="193596" y="2104"/>
                  </a:lnTo>
                  <a:lnTo>
                    <a:pt x="188341" y="1347"/>
                  </a:lnTo>
                  <a:lnTo>
                    <a:pt x="183063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4054" y="5018213"/>
              <a:ext cx="46984" cy="167167"/>
            </a:xfrm>
            <a:custGeom>
              <a:avLst/>
              <a:pathLst>
                <a:path w="46984" h="167167">
                  <a:moveTo>
                    <a:pt x="46984" y="0"/>
                  </a:moveTo>
                  <a:lnTo>
                    <a:pt x="41032" y="105"/>
                  </a:lnTo>
                  <a:lnTo>
                    <a:pt x="35088" y="423"/>
                  </a:lnTo>
                  <a:lnTo>
                    <a:pt x="29158" y="953"/>
                  </a:lnTo>
                  <a:lnTo>
                    <a:pt x="23251" y="1693"/>
                  </a:lnTo>
                  <a:lnTo>
                    <a:pt x="17375" y="2643"/>
                  </a:lnTo>
                  <a:lnTo>
                    <a:pt x="11536" y="3801"/>
                  </a:lnTo>
                  <a:lnTo>
                    <a:pt x="5741" y="5167"/>
                  </a:lnTo>
                  <a:lnTo>
                    <a:pt x="0" y="6738"/>
                  </a:lnTo>
                  <a:lnTo>
                    <a:pt x="469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4054" y="5024951"/>
              <a:ext cx="46984" cy="160428"/>
            </a:xfrm>
            <a:custGeom>
              <a:avLst/>
              <a:pathLst>
                <a:path w="46984" h="160428">
                  <a:moveTo>
                    <a:pt x="0" y="0"/>
                  </a:moveTo>
                  <a:lnTo>
                    <a:pt x="46984" y="1604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4054" y="5024951"/>
              <a:ext cx="46984" cy="160428"/>
            </a:xfrm>
            <a:custGeom>
              <a:avLst/>
              <a:pathLst>
                <a:path w="46984" h="160428">
                  <a:moveTo>
                    <a:pt x="0" y="0"/>
                  </a:moveTo>
                  <a:lnTo>
                    <a:pt x="46984" y="1604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4054" y="5024951"/>
              <a:ext cx="46984" cy="160428"/>
            </a:xfrm>
            <a:custGeom>
              <a:avLst/>
              <a:pathLst>
                <a:path w="46984" h="160428">
                  <a:moveTo>
                    <a:pt x="0" y="0"/>
                  </a:moveTo>
                  <a:lnTo>
                    <a:pt x="46984" y="1604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1" y="5024951"/>
              <a:ext cx="167167" cy="166047"/>
            </a:xfrm>
            <a:custGeom>
              <a:avLst/>
              <a:pathLst>
                <a:path w="167167" h="166047">
                  <a:moveTo>
                    <a:pt x="120182" y="0"/>
                  </a:moveTo>
                  <a:lnTo>
                    <a:pt x="115044" y="1594"/>
                  </a:lnTo>
                  <a:lnTo>
                    <a:pt x="109960" y="3354"/>
                  </a:lnTo>
                  <a:lnTo>
                    <a:pt x="104936" y="5276"/>
                  </a:lnTo>
                  <a:lnTo>
                    <a:pt x="99976" y="7359"/>
                  </a:lnTo>
                  <a:lnTo>
                    <a:pt x="95085" y="9600"/>
                  </a:lnTo>
                  <a:lnTo>
                    <a:pt x="90269" y="11998"/>
                  </a:lnTo>
                  <a:lnTo>
                    <a:pt x="85533" y="14549"/>
                  </a:lnTo>
                  <a:lnTo>
                    <a:pt x="80881" y="17251"/>
                  </a:lnTo>
                  <a:lnTo>
                    <a:pt x="76318" y="20102"/>
                  </a:lnTo>
                  <a:lnTo>
                    <a:pt x="71850" y="23098"/>
                  </a:lnTo>
                  <a:lnTo>
                    <a:pt x="67480" y="26236"/>
                  </a:lnTo>
                  <a:lnTo>
                    <a:pt x="63214" y="29513"/>
                  </a:lnTo>
                  <a:lnTo>
                    <a:pt x="59055" y="32926"/>
                  </a:lnTo>
                  <a:lnTo>
                    <a:pt x="55009" y="36471"/>
                  </a:lnTo>
                  <a:lnTo>
                    <a:pt x="51078" y="40144"/>
                  </a:lnTo>
                  <a:lnTo>
                    <a:pt x="47268" y="43942"/>
                  </a:lnTo>
                  <a:lnTo>
                    <a:pt x="43581" y="47860"/>
                  </a:lnTo>
                  <a:lnTo>
                    <a:pt x="40023" y="51895"/>
                  </a:lnTo>
                  <a:lnTo>
                    <a:pt x="36597" y="56042"/>
                  </a:lnTo>
                  <a:lnTo>
                    <a:pt x="33305" y="60298"/>
                  </a:lnTo>
                  <a:lnTo>
                    <a:pt x="30153" y="64657"/>
                  </a:lnTo>
                  <a:lnTo>
                    <a:pt x="27142" y="69115"/>
                  </a:lnTo>
                  <a:lnTo>
                    <a:pt x="24276" y="73668"/>
                  </a:lnTo>
                  <a:lnTo>
                    <a:pt x="21559" y="78311"/>
                  </a:lnTo>
                  <a:lnTo>
                    <a:pt x="18992" y="83039"/>
                  </a:lnTo>
                  <a:lnTo>
                    <a:pt x="16578" y="87847"/>
                  </a:lnTo>
                  <a:lnTo>
                    <a:pt x="14321" y="92730"/>
                  </a:lnTo>
                  <a:lnTo>
                    <a:pt x="12221" y="97684"/>
                  </a:lnTo>
                  <a:lnTo>
                    <a:pt x="10283" y="102702"/>
                  </a:lnTo>
                  <a:lnTo>
                    <a:pt x="8506" y="107780"/>
                  </a:lnTo>
                  <a:lnTo>
                    <a:pt x="6895" y="112912"/>
                  </a:lnTo>
                  <a:lnTo>
                    <a:pt x="5449" y="118094"/>
                  </a:lnTo>
                  <a:lnTo>
                    <a:pt x="4170" y="123320"/>
                  </a:lnTo>
                  <a:lnTo>
                    <a:pt x="3060" y="128584"/>
                  </a:lnTo>
                  <a:lnTo>
                    <a:pt x="2121" y="133881"/>
                  </a:lnTo>
                  <a:lnTo>
                    <a:pt x="1352" y="139206"/>
                  </a:lnTo>
                  <a:lnTo>
                    <a:pt x="755" y="144552"/>
                  </a:lnTo>
                  <a:lnTo>
                    <a:pt x="330" y="149915"/>
                  </a:lnTo>
                  <a:lnTo>
                    <a:pt x="78" y="155289"/>
                  </a:lnTo>
                  <a:lnTo>
                    <a:pt x="0" y="160668"/>
                  </a:lnTo>
                  <a:lnTo>
                    <a:pt x="94" y="166047"/>
                  </a:lnTo>
                  <a:lnTo>
                    <a:pt x="167167" y="1604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966" y="5018213"/>
              <a:ext cx="334229" cy="334327"/>
            </a:xfrm>
            <a:custGeom>
              <a:avLst/>
              <a:pathLst>
                <a:path w="334229" h="334327">
                  <a:moveTo>
                    <a:pt x="0" y="172786"/>
                  </a:moveTo>
                  <a:lnTo>
                    <a:pt x="263" y="178099"/>
                  </a:lnTo>
                  <a:lnTo>
                    <a:pt x="695" y="183402"/>
                  </a:lnTo>
                  <a:lnTo>
                    <a:pt x="1296" y="188689"/>
                  </a:lnTo>
                  <a:lnTo>
                    <a:pt x="2065" y="193953"/>
                  </a:lnTo>
                  <a:lnTo>
                    <a:pt x="3001" y="199191"/>
                  </a:lnTo>
                  <a:lnTo>
                    <a:pt x="4103" y="204396"/>
                  </a:lnTo>
                  <a:lnTo>
                    <a:pt x="5371" y="209563"/>
                  </a:lnTo>
                  <a:lnTo>
                    <a:pt x="6802" y="214688"/>
                  </a:lnTo>
                  <a:lnTo>
                    <a:pt x="8395" y="219764"/>
                  </a:lnTo>
                  <a:lnTo>
                    <a:pt x="10149" y="224787"/>
                  </a:lnTo>
                  <a:lnTo>
                    <a:pt x="12062" y="229751"/>
                  </a:lnTo>
                  <a:lnTo>
                    <a:pt x="14132" y="234652"/>
                  </a:lnTo>
                  <a:lnTo>
                    <a:pt x="16358" y="239485"/>
                  </a:lnTo>
                  <a:lnTo>
                    <a:pt x="18735" y="244245"/>
                  </a:lnTo>
                  <a:lnTo>
                    <a:pt x="21263" y="248926"/>
                  </a:lnTo>
                  <a:lnTo>
                    <a:pt x="23939" y="253525"/>
                  </a:lnTo>
                  <a:lnTo>
                    <a:pt x="26760" y="258036"/>
                  </a:lnTo>
                  <a:lnTo>
                    <a:pt x="29722" y="262455"/>
                  </a:lnTo>
                  <a:lnTo>
                    <a:pt x="32824" y="266778"/>
                  </a:lnTo>
                  <a:lnTo>
                    <a:pt x="36062" y="271000"/>
                  </a:lnTo>
                  <a:lnTo>
                    <a:pt x="39433" y="275116"/>
                  </a:lnTo>
                  <a:lnTo>
                    <a:pt x="42933" y="279124"/>
                  </a:lnTo>
                  <a:lnTo>
                    <a:pt x="46558" y="283017"/>
                  </a:lnTo>
                  <a:lnTo>
                    <a:pt x="50306" y="286794"/>
                  </a:lnTo>
                  <a:lnTo>
                    <a:pt x="54172" y="290449"/>
                  </a:lnTo>
                  <a:lnTo>
                    <a:pt x="58153" y="293979"/>
                  </a:lnTo>
                  <a:lnTo>
                    <a:pt x="62243" y="297381"/>
                  </a:lnTo>
                  <a:lnTo>
                    <a:pt x="66440" y="300651"/>
                  </a:lnTo>
                  <a:lnTo>
                    <a:pt x="70739" y="303786"/>
                  </a:lnTo>
                  <a:lnTo>
                    <a:pt x="75135" y="306783"/>
                  </a:lnTo>
                  <a:lnTo>
                    <a:pt x="79625" y="309638"/>
                  </a:lnTo>
                  <a:lnTo>
                    <a:pt x="84203" y="312348"/>
                  </a:lnTo>
                  <a:lnTo>
                    <a:pt x="88865" y="314912"/>
                  </a:lnTo>
                  <a:lnTo>
                    <a:pt x="93607" y="317326"/>
                  </a:lnTo>
                  <a:lnTo>
                    <a:pt x="98422" y="319588"/>
                  </a:lnTo>
                  <a:lnTo>
                    <a:pt x="103308" y="321695"/>
                  </a:lnTo>
                  <a:lnTo>
                    <a:pt x="108257" y="323646"/>
                  </a:lnTo>
                  <a:lnTo>
                    <a:pt x="113267" y="325439"/>
                  </a:lnTo>
                  <a:lnTo>
                    <a:pt x="118331" y="327071"/>
                  </a:lnTo>
                  <a:lnTo>
                    <a:pt x="123444" y="328541"/>
                  </a:lnTo>
                  <a:lnTo>
                    <a:pt x="128602" y="329847"/>
                  </a:lnTo>
                  <a:lnTo>
                    <a:pt x="133798" y="330989"/>
                  </a:lnTo>
                  <a:lnTo>
                    <a:pt x="139028" y="331965"/>
                  </a:lnTo>
                  <a:lnTo>
                    <a:pt x="144287" y="332774"/>
                  </a:lnTo>
                  <a:lnTo>
                    <a:pt x="149568" y="333415"/>
                  </a:lnTo>
                  <a:lnTo>
                    <a:pt x="154868" y="333888"/>
                  </a:lnTo>
                  <a:lnTo>
                    <a:pt x="160180" y="334192"/>
                  </a:lnTo>
                  <a:lnTo>
                    <a:pt x="165498" y="334327"/>
                  </a:lnTo>
                  <a:lnTo>
                    <a:pt x="170819" y="334292"/>
                  </a:lnTo>
                  <a:lnTo>
                    <a:pt x="176135" y="334089"/>
                  </a:lnTo>
                  <a:lnTo>
                    <a:pt x="181443" y="333716"/>
                  </a:lnTo>
                  <a:lnTo>
                    <a:pt x="186735" y="333174"/>
                  </a:lnTo>
                  <a:lnTo>
                    <a:pt x="192008" y="332464"/>
                  </a:lnTo>
                  <a:lnTo>
                    <a:pt x="197256" y="331587"/>
                  </a:lnTo>
                  <a:lnTo>
                    <a:pt x="202473" y="330543"/>
                  </a:lnTo>
                  <a:lnTo>
                    <a:pt x="207654" y="329334"/>
                  </a:lnTo>
                  <a:lnTo>
                    <a:pt x="212794" y="327960"/>
                  </a:lnTo>
                  <a:lnTo>
                    <a:pt x="217888" y="326424"/>
                  </a:lnTo>
                  <a:lnTo>
                    <a:pt x="222930" y="324726"/>
                  </a:lnTo>
                  <a:lnTo>
                    <a:pt x="227916" y="322869"/>
                  </a:lnTo>
                  <a:lnTo>
                    <a:pt x="232840" y="320854"/>
                  </a:lnTo>
                  <a:lnTo>
                    <a:pt x="237697" y="318683"/>
                  </a:lnTo>
                  <a:lnTo>
                    <a:pt x="242483" y="316359"/>
                  </a:lnTo>
                  <a:lnTo>
                    <a:pt x="247193" y="313883"/>
                  </a:lnTo>
                  <a:lnTo>
                    <a:pt x="251821" y="311259"/>
                  </a:lnTo>
                  <a:lnTo>
                    <a:pt x="256364" y="308489"/>
                  </a:lnTo>
                  <a:lnTo>
                    <a:pt x="260816" y="305576"/>
                  </a:lnTo>
                  <a:lnTo>
                    <a:pt x="265173" y="302523"/>
                  </a:lnTo>
                  <a:lnTo>
                    <a:pt x="269431" y="299332"/>
                  </a:lnTo>
                  <a:lnTo>
                    <a:pt x="273585" y="296008"/>
                  </a:lnTo>
                  <a:lnTo>
                    <a:pt x="277631" y="292553"/>
                  </a:lnTo>
                  <a:lnTo>
                    <a:pt x="281565" y="288972"/>
                  </a:lnTo>
                  <a:lnTo>
                    <a:pt x="285383" y="285266"/>
                  </a:lnTo>
                  <a:lnTo>
                    <a:pt x="289082" y="281442"/>
                  </a:lnTo>
                  <a:lnTo>
                    <a:pt x="292657" y="277501"/>
                  </a:lnTo>
                  <a:lnTo>
                    <a:pt x="296104" y="273449"/>
                  </a:lnTo>
                  <a:lnTo>
                    <a:pt x="299421" y="269289"/>
                  </a:lnTo>
                  <a:lnTo>
                    <a:pt x="302604" y="265025"/>
                  </a:lnTo>
                  <a:lnTo>
                    <a:pt x="305649" y="260663"/>
                  </a:lnTo>
                  <a:lnTo>
                    <a:pt x="308554" y="256205"/>
                  </a:lnTo>
                  <a:lnTo>
                    <a:pt x="311316" y="251658"/>
                  </a:lnTo>
                  <a:lnTo>
                    <a:pt x="313932" y="247025"/>
                  </a:lnTo>
                  <a:lnTo>
                    <a:pt x="316399" y="242311"/>
                  </a:lnTo>
                  <a:lnTo>
                    <a:pt x="318714" y="237521"/>
                  </a:lnTo>
                  <a:lnTo>
                    <a:pt x="320877" y="232659"/>
                  </a:lnTo>
                  <a:lnTo>
                    <a:pt x="322883" y="227732"/>
                  </a:lnTo>
                  <a:lnTo>
                    <a:pt x="324731" y="222743"/>
                  </a:lnTo>
                  <a:lnTo>
                    <a:pt x="326420" y="217697"/>
                  </a:lnTo>
                  <a:lnTo>
                    <a:pt x="327947" y="212601"/>
                  </a:lnTo>
                  <a:lnTo>
                    <a:pt x="329312" y="207458"/>
                  </a:lnTo>
                  <a:lnTo>
                    <a:pt x="330512" y="202275"/>
                  </a:lnTo>
                  <a:lnTo>
                    <a:pt x="331546" y="197056"/>
                  </a:lnTo>
                  <a:lnTo>
                    <a:pt x="332414" y="191807"/>
                  </a:lnTo>
                  <a:lnTo>
                    <a:pt x="333114" y="186533"/>
                  </a:lnTo>
                  <a:lnTo>
                    <a:pt x="333647" y="181239"/>
                  </a:lnTo>
                  <a:lnTo>
                    <a:pt x="334010" y="175931"/>
                  </a:lnTo>
                  <a:lnTo>
                    <a:pt x="334204" y="170614"/>
                  </a:lnTo>
                  <a:lnTo>
                    <a:pt x="334229" y="165294"/>
                  </a:lnTo>
                  <a:lnTo>
                    <a:pt x="334085" y="159975"/>
                  </a:lnTo>
                  <a:lnTo>
                    <a:pt x="333772" y="154664"/>
                  </a:lnTo>
                  <a:lnTo>
                    <a:pt x="333289" y="149366"/>
                  </a:lnTo>
                  <a:lnTo>
                    <a:pt x="332639" y="144085"/>
                  </a:lnTo>
                  <a:lnTo>
                    <a:pt x="331820" y="138828"/>
                  </a:lnTo>
                  <a:lnTo>
                    <a:pt x="330835" y="133599"/>
                  </a:lnTo>
                  <a:lnTo>
                    <a:pt x="329684" y="128405"/>
                  </a:lnTo>
                  <a:lnTo>
                    <a:pt x="328368" y="123250"/>
                  </a:lnTo>
                  <a:lnTo>
                    <a:pt x="326889" y="118139"/>
                  </a:lnTo>
                  <a:lnTo>
                    <a:pt x="325248" y="113078"/>
                  </a:lnTo>
                  <a:lnTo>
                    <a:pt x="323446" y="108072"/>
                  </a:lnTo>
                  <a:lnTo>
                    <a:pt x="321486" y="103126"/>
                  </a:lnTo>
                  <a:lnTo>
                    <a:pt x="319370" y="98244"/>
                  </a:lnTo>
                  <a:lnTo>
                    <a:pt x="317100" y="93433"/>
                  </a:lnTo>
                  <a:lnTo>
                    <a:pt x="314677" y="88696"/>
                  </a:lnTo>
                  <a:lnTo>
                    <a:pt x="312105" y="84038"/>
                  </a:lnTo>
                  <a:lnTo>
                    <a:pt x="309387" y="79465"/>
                  </a:lnTo>
                  <a:lnTo>
                    <a:pt x="306524" y="74980"/>
                  </a:lnTo>
                  <a:lnTo>
                    <a:pt x="303519" y="70589"/>
                  </a:lnTo>
                  <a:lnTo>
                    <a:pt x="300377" y="66296"/>
                  </a:lnTo>
                  <a:lnTo>
                    <a:pt x="297099" y="62105"/>
                  </a:lnTo>
                  <a:lnTo>
                    <a:pt x="293690" y="58020"/>
                  </a:lnTo>
                  <a:lnTo>
                    <a:pt x="290152" y="54046"/>
                  </a:lnTo>
                  <a:lnTo>
                    <a:pt x="286490" y="50187"/>
                  </a:lnTo>
                  <a:lnTo>
                    <a:pt x="282707" y="46446"/>
                  </a:lnTo>
                  <a:lnTo>
                    <a:pt x="278807" y="42827"/>
                  </a:lnTo>
                  <a:lnTo>
                    <a:pt x="274793" y="39334"/>
                  </a:lnTo>
                  <a:lnTo>
                    <a:pt x="270671" y="35971"/>
                  </a:lnTo>
                  <a:lnTo>
                    <a:pt x="266443" y="32741"/>
                  </a:lnTo>
                  <a:lnTo>
                    <a:pt x="262115" y="29647"/>
                  </a:lnTo>
                  <a:lnTo>
                    <a:pt x="257691" y="26692"/>
                  </a:lnTo>
                  <a:lnTo>
                    <a:pt x="253174" y="23879"/>
                  </a:lnTo>
                  <a:lnTo>
                    <a:pt x="248571" y="21212"/>
                  </a:lnTo>
                  <a:lnTo>
                    <a:pt x="243885" y="18692"/>
                  </a:lnTo>
                  <a:lnTo>
                    <a:pt x="239121" y="16323"/>
                  </a:lnTo>
                  <a:lnTo>
                    <a:pt x="234284" y="14106"/>
                  </a:lnTo>
                  <a:lnTo>
                    <a:pt x="229379" y="12045"/>
                  </a:lnTo>
                  <a:lnTo>
                    <a:pt x="224411" y="10141"/>
                  </a:lnTo>
                  <a:lnTo>
                    <a:pt x="219385" y="8396"/>
                  </a:lnTo>
                  <a:lnTo>
                    <a:pt x="214306" y="6811"/>
                  </a:lnTo>
                  <a:lnTo>
                    <a:pt x="209179" y="5389"/>
                  </a:lnTo>
                  <a:lnTo>
                    <a:pt x="204010" y="4131"/>
                  </a:lnTo>
                  <a:lnTo>
                    <a:pt x="198803" y="3039"/>
                  </a:lnTo>
                  <a:lnTo>
                    <a:pt x="193564" y="2112"/>
                  </a:lnTo>
                  <a:lnTo>
                    <a:pt x="188298" y="1352"/>
                  </a:lnTo>
                  <a:lnTo>
                    <a:pt x="183010" y="761"/>
                  </a:lnTo>
                  <a:lnTo>
                    <a:pt x="177707" y="338"/>
                  </a:lnTo>
                  <a:lnTo>
                    <a:pt x="172392" y="84"/>
                  </a:lnTo>
                  <a:lnTo>
                    <a:pt x="167072" y="0"/>
                  </a:lnTo>
                  <a:lnTo>
                    <a:pt x="1670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2731" y="4659281"/>
              <a:ext cx="100503" cy="167167"/>
            </a:xfrm>
            <a:custGeom>
              <a:avLst/>
              <a:pathLst>
                <a:path w="100503" h="167167">
                  <a:moveTo>
                    <a:pt x="100503" y="0"/>
                  </a:moveTo>
                  <a:lnTo>
                    <a:pt x="94829" y="96"/>
                  </a:lnTo>
                  <a:lnTo>
                    <a:pt x="89162" y="385"/>
                  </a:lnTo>
                  <a:lnTo>
                    <a:pt x="83507" y="866"/>
                  </a:lnTo>
                  <a:lnTo>
                    <a:pt x="77872" y="1538"/>
                  </a:lnTo>
                  <a:lnTo>
                    <a:pt x="72264" y="2402"/>
                  </a:lnTo>
                  <a:lnTo>
                    <a:pt x="66687" y="3455"/>
                  </a:lnTo>
                  <a:lnTo>
                    <a:pt x="61150" y="4697"/>
                  </a:lnTo>
                  <a:lnTo>
                    <a:pt x="55658" y="6127"/>
                  </a:lnTo>
                  <a:lnTo>
                    <a:pt x="50218" y="7742"/>
                  </a:lnTo>
                  <a:lnTo>
                    <a:pt x="44836" y="9540"/>
                  </a:lnTo>
                  <a:lnTo>
                    <a:pt x="39518" y="11521"/>
                  </a:lnTo>
                  <a:lnTo>
                    <a:pt x="34270" y="13680"/>
                  </a:lnTo>
                  <a:lnTo>
                    <a:pt x="29099" y="16017"/>
                  </a:lnTo>
                  <a:lnTo>
                    <a:pt x="24010" y="18527"/>
                  </a:lnTo>
                  <a:lnTo>
                    <a:pt x="19009" y="21209"/>
                  </a:lnTo>
                  <a:lnTo>
                    <a:pt x="14101" y="24060"/>
                  </a:lnTo>
                  <a:lnTo>
                    <a:pt x="9294" y="27075"/>
                  </a:lnTo>
                  <a:lnTo>
                    <a:pt x="4591" y="30251"/>
                  </a:lnTo>
                  <a:lnTo>
                    <a:pt x="0" y="33585"/>
                  </a:lnTo>
                  <a:lnTo>
                    <a:pt x="1005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2731" y="4692867"/>
              <a:ext cx="100503" cy="133581"/>
            </a:xfrm>
            <a:custGeom>
              <a:avLst/>
              <a:pathLst>
                <a:path w="100503" h="133581">
                  <a:moveTo>
                    <a:pt x="0" y="0"/>
                  </a:moveTo>
                  <a:lnTo>
                    <a:pt x="100503" y="1335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2731" y="4692867"/>
              <a:ext cx="100503" cy="133581"/>
            </a:xfrm>
            <a:custGeom>
              <a:avLst/>
              <a:pathLst>
                <a:path w="100503" h="133581">
                  <a:moveTo>
                    <a:pt x="0" y="0"/>
                  </a:moveTo>
                  <a:lnTo>
                    <a:pt x="100503" y="1335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8" y="4692867"/>
              <a:ext cx="259796" cy="300730"/>
            </a:xfrm>
            <a:custGeom>
              <a:avLst/>
              <a:pathLst>
                <a:path w="259796" h="300730">
                  <a:moveTo>
                    <a:pt x="66662" y="0"/>
                  </a:moveTo>
                  <a:lnTo>
                    <a:pt x="62467" y="3262"/>
                  </a:lnTo>
                  <a:lnTo>
                    <a:pt x="58377" y="6656"/>
                  </a:lnTo>
                  <a:lnTo>
                    <a:pt x="54398" y="10178"/>
                  </a:lnTo>
                  <a:lnTo>
                    <a:pt x="50532" y="13825"/>
                  </a:lnTo>
                  <a:lnTo>
                    <a:pt x="46784" y="17593"/>
                  </a:lnTo>
                  <a:lnTo>
                    <a:pt x="43158" y="21478"/>
                  </a:lnTo>
                  <a:lnTo>
                    <a:pt x="39657" y="25476"/>
                  </a:lnTo>
                  <a:lnTo>
                    <a:pt x="36286" y="29584"/>
                  </a:lnTo>
                  <a:lnTo>
                    <a:pt x="33046" y="33797"/>
                  </a:lnTo>
                  <a:lnTo>
                    <a:pt x="29942" y="38111"/>
                  </a:lnTo>
                  <a:lnTo>
                    <a:pt x="26976" y="42521"/>
                  </a:lnTo>
                  <a:lnTo>
                    <a:pt x="24153" y="47023"/>
                  </a:lnTo>
                  <a:lnTo>
                    <a:pt x="21474" y="51613"/>
                  </a:lnTo>
                  <a:lnTo>
                    <a:pt x="18942" y="56286"/>
                  </a:lnTo>
                  <a:lnTo>
                    <a:pt x="16560" y="61036"/>
                  </a:lnTo>
                  <a:lnTo>
                    <a:pt x="14330" y="65860"/>
                  </a:lnTo>
                  <a:lnTo>
                    <a:pt x="12254" y="70753"/>
                  </a:lnTo>
                  <a:lnTo>
                    <a:pt x="10335" y="75709"/>
                  </a:lnTo>
                  <a:lnTo>
                    <a:pt x="8575" y="80723"/>
                  </a:lnTo>
                  <a:lnTo>
                    <a:pt x="6975" y="85791"/>
                  </a:lnTo>
                  <a:lnTo>
                    <a:pt x="5537" y="90907"/>
                  </a:lnTo>
                  <a:lnTo>
                    <a:pt x="4262" y="96066"/>
                  </a:lnTo>
                  <a:lnTo>
                    <a:pt x="3152" y="101264"/>
                  </a:lnTo>
                  <a:lnTo>
                    <a:pt x="2208" y="106493"/>
                  </a:lnTo>
                  <a:lnTo>
                    <a:pt x="1430" y="111751"/>
                  </a:lnTo>
                  <a:lnTo>
                    <a:pt x="820" y="117030"/>
                  </a:lnTo>
                  <a:lnTo>
                    <a:pt x="378" y="122326"/>
                  </a:lnTo>
                  <a:lnTo>
                    <a:pt x="104" y="127633"/>
                  </a:lnTo>
                  <a:lnTo>
                    <a:pt x="0" y="132947"/>
                  </a:lnTo>
                  <a:lnTo>
                    <a:pt x="64" y="138261"/>
                  </a:lnTo>
                  <a:lnTo>
                    <a:pt x="297" y="143570"/>
                  </a:lnTo>
                  <a:lnTo>
                    <a:pt x="699" y="148870"/>
                  </a:lnTo>
                  <a:lnTo>
                    <a:pt x="1269" y="154153"/>
                  </a:lnTo>
                  <a:lnTo>
                    <a:pt x="2007" y="159416"/>
                  </a:lnTo>
                  <a:lnTo>
                    <a:pt x="2911" y="164653"/>
                  </a:lnTo>
                  <a:lnTo>
                    <a:pt x="3982" y="169859"/>
                  </a:lnTo>
                  <a:lnTo>
                    <a:pt x="5218" y="175027"/>
                  </a:lnTo>
                  <a:lnTo>
                    <a:pt x="6617" y="180154"/>
                  </a:lnTo>
                  <a:lnTo>
                    <a:pt x="8179" y="185234"/>
                  </a:lnTo>
                  <a:lnTo>
                    <a:pt x="9901" y="190262"/>
                  </a:lnTo>
                  <a:lnTo>
                    <a:pt x="11782" y="195232"/>
                  </a:lnTo>
                  <a:lnTo>
                    <a:pt x="13820" y="200140"/>
                  </a:lnTo>
                  <a:lnTo>
                    <a:pt x="16014" y="204981"/>
                  </a:lnTo>
                  <a:lnTo>
                    <a:pt x="18360" y="209750"/>
                  </a:lnTo>
                  <a:lnTo>
                    <a:pt x="20856" y="214441"/>
                  </a:lnTo>
                  <a:lnTo>
                    <a:pt x="23500" y="219051"/>
                  </a:lnTo>
                  <a:lnTo>
                    <a:pt x="26290" y="223575"/>
                  </a:lnTo>
                  <a:lnTo>
                    <a:pt x="29221" y="228007"/>
                  </a:lnTo>
                  <a:lnTo>
                    <a:pt x="32293" y="232345"/>
                  </a:lnTo>
                  <a:lnTo>
                    <a:pt x="35500" y="236582"/>
                  </a:lnTo>
                  <a:lnTo>
                    <a:pt x="38841" y="240715"/>
                  </a:lnTo>
                  <a:lnTo>
                    <a:pt x="42311" y="244740"/>
                  </a:lnTo>
                  <a:lnTo>
                    <a:pt x="45908" y="248653"/>
                  </a:lnTo>
                  <a:lnTo>
                    <a:pt x="49627" y="252449"/>
                  </a:lnTo>
                  <a:lnTo>
                    <a:pt x="53465" y="256125"/>
                  </a:lnTo>
                  <a:lnTo>
                    <a:pt x="57418" y="259677"/>
                  </a:lnTo>
                  <a:lnTo>
                    <a:pt x="61481" y="263102"/>
                  </a:lnTo>
                  <a:lnTo>
                    <a:pt x="65652" y="266396"/>
                  </a:lnTo>
                  <a:lnTo>
                    <a:pt x="69925" y="269556"/>
                  </a:lnTo>
                  <a:lnTo>
                    <a:pt x="74296" y="272578"/>
                  </a:lnTo>
                  <a:lnTo>
                    <a:pt x="78762" y="275460"/>
                  </a:lnTo>
                  <a:lnTo>
                    <a:pt x="83316" y="278198"/>
                  </a:lnTo>
                  <a:lnTo>
                    <a:pt x="87956" y="280791"/>
                  </a:lnTo>
                  <a:lnTo>
                    <a:pt x="92675" y="283234"/>
                  </a:lnTo>
                  <a:lnTo>
                    <a:pt x="97470" y="285526"/>
                  </a:lnTo>
                  <a:lnTo>
                    <a:pt x="102335" y="287665"/>
                  </a:lnTo>
                  <a:lnTo>
                    <a:pt x="107265" y="289648"/>
                  </a:lnTo>
                  <a:lnTo>
                    <a:pt x="112257" y="291473"/>
                  </a:lnTo>
                  <a:lnTo>
                    <a:pt x="117303" y="293139"/>
                  </a:lnTo>
                  <a:lnTo>
                    <a:pt x="122400" y="294643"/>
                  </a:lnTo>
                  <a:lnTo>
                    <a:pt x="127543" y="295985"/>
                  </a:lnTo>
                  <a:lnTo>
                    <a:pt x="132725" y="297162"/>
                  </a:lnTo>
                  <a:lnTo>
                    <a:pt x="137942" y="298174"/>
                  </a:lnTo>
                  <a:lnTo>
                    <a:pt x="143189" y="299020"/>
                  </a:lnTo>
                  <a:lnTo>
                    <a:pt x="148460" y="299699"/>
                  </a:lnTo>
                  <a:lnTo>
                    <a:pt x="153750" y="300209"/>
                  </a:lnTo>
                  <a:lnTo>
                    <a:pt x="159053" y="300551"/>
                  </a:lnTo>
                  <a:lnTo>
                    <a:pt x="164365" y="300725"/>
                  </a:lnTo>
                  <a:lnTo>
                    <a:pt x="169679" y="300730"/>
                  </a:lnTo>
                  <a:lnTo>
                    <a:pt x="174991" y="300565"/>
                  </a:lnTo>
                  <a:lnTo>
                    <a:pt x="180295" y="300232"/>
                  </a:lnTo>
                  <a:lnTo>
                    <a:pt x="185586" y="299730"/>
                  </a:lnTo>
                  <a:lnTo>
                    <a:pt x="190858" y="299061"/>
                  </a:lnTo>
                  <a:lnTo>
                    <a:pt x="196106" y="298224"/>
                  </a:lnTo>
                  <a:lnTo>
                    <a:pt x="201325" y="297221"/>
                  </a:lnTo>
                  <a:lnTo>
                    <a:pt x="206510" y="296053"/>
                  </a:lnTo>
                  <a:lnTo>
                    <a:pt x="211654" y="294720"/>
                  </a:lnTo>
                  <a:lnTo>
                    <a:pt x="216754" y="293224"/>
                  </a:lnTo>
                  <a:lnTo>
                    <a:pt x="221803" y="291567"/>
                  </a:lnTo>
                  <a:lnTo>
                    <a:pt x="226798" y="289751"/>
                  </a:lnTo>
                  <a:lnTo>
                    <a:pt x="231732" y="287776"/>
                  </a:lnTo>
                  <a:lnTo>
                    <a:pt x="236601" y="285646"/>
                  </a:lnTo>
                  <a:lnTo>
                    <a:pt x="241399" y="283362"/>
                  </a:lnTo>
                  <a:lnTo>
                    <a:pt x="246123" y="280927"/>
                  </a:lnTo>
                  <a:lnTo>
                    <a:pt x="250767" y="278342"/>
                  </a:lnTo>
                  <a:lnTo>
                    <a:pt x="255326" y="275612"/>
                  </a:lnTo>
                  <a:lnTo>
                    <a:pt x="259796" y="272738"/>
                  </a:lnTo>
                  <a:lnTo>
                    <a:pt x="167166" y="133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4" cy="306324"/>
            </a:xfrm>
            <a:custGeom>
              <a:avLst/>
              <a:pathLst>
                <a:path w="167164" h="306324">
                  <a:moveTo>
                    <a:pt x="92630" y="306324"/>
                  </a:moveTo>
                  <a:lnTo>
                    <a:pt x="97025" y="303296"/>
                  </a:lnTo>
                  <a:lnTo>
                    <a:pt x="101321" y="300129"/>
                  </a:lnTo>
                  <a:lnTo>
                    <a:pt x="105514" y="296827"/>
                  </a:lnTo>
                  <a:lnTo>
                    <a:pt x="109600" y="293392"/>
                  </a:lnTo>
                  <a:lnTo>
                    <a:pt x="113573" y="289829"/>
                  </a:lnTo>
                  <a:lnTo>
                    <a:pt x="117431" y="286141"/>
                  </a:lnTo>
                  <a:lnTo>
                    <a:pt x="121169" y="282331"/>
                  </a:lnTo>
                  <a:lnTo>
                    <a:pt x="124784" y="278405"/>
                  </a:lnTo>
                  <a:lnTo>
                    <a:pt x="128271" y="274364"/>
                  </a:lnTo>
                  <a:lnTo>
                    <a:pt x="131628" y="270215"/>
                  </a:lnTo>
                  <a:lnTo>
                    <a:pt x="134851" y="265960"/>
                  </a:lnTo>
                  <a:lnTo>
                    <a:pt x="137936" y="261605"/>
                  </a:lnTo>
                  <a:lnTo>
                    <a:pt x="140880" y="257154"/>
                  </a:lnTo>
                  <a:lnTo>
                    <a:pt x="143681" y="252610"/>
                  </a:lnTo>
                  <a:lnTo>
                    <a:pt x="146335" y="247980"/>
                  </a:lnTo>
                  <a:lnTo>
                    <a:pt x="148841" y="243267"/>
                  </a:lnTo>
                  <a:lnTo>
                    <a:pt x="151194" y="238477"/>
                  </a:lnTo>
                  <a:lnTo>
                    <a:pt x="153394" y="233614"/>
                  </a:lnTo>
                  <a:lnTo>
                    <a:pt x="155437" y="228683"/>
                  </a:lnTo>
                  <a:lnTo>
                    <a:pt x="157321" y="223690"/>
                  </a:lnTo>
                  <a:lnTo>
                    <a:pt x="159045" y="218639"/>
                  </a:lnTo>
                  <a:lnTo>
                    <a:pt x="160607" y="213536"/>
                  </a:lnTo>
                  <a:lnTo>
                    <a:pt x="162006" y="208385"/>
                  </a:lnTo>
                  <a:lnTo>
                    <a:pt x="163239" y="203192"/>
                  </a:lnTo>
                  <a:lnTo>
                    <a:pt x="164306" y="197963"/>
                  </a:lnTo>
                  <a:lnTo>
                    <a:pt x="165205" y="192702"/>
                  </a:lnTo>
                  <a:lnTo>
                    <a:pt x="165936" y="187415"/>
                  </a:lnTo>
                  <a:lnTo>
                    <a:pt x="166498" y="182107"/>
                  </a:lnTo>
                  <a:lnTo>
                    <a:pt x="166890" y="176784"/>
                  </a:lnTo>
                  <a:lnTo>
                    <a:pt x="167112" y="171452"/>
                  </a:lnTo>
                  <a:lnTo>
                    <a:pt x="167164" y="166115"/>
                  </a:lnTo>
                  <a:lnTo>
                    <a:pt x="167045" y="160779"/>
                  </a:lnTo>
                  <a:lnTo>
                    <a:pt x="166756" y="155450"/>
                  </a:lnTo>
                  <a:lnTo>
                    <a:pt x="166297" y="150132"/>
                  </a:lnTo>
                  <a:lnTo>
                    <a:pt x="165668" y="144832"/>
                  </a:lnTo>
                  <a:lnTo>
                    <a:pt x="164871" y="139555"/>
                  </a:lnTo>
                  <a:lnTo>
                    <a:pt x="163905" y="134306"/>
                  </a:lnTo>
                  <a:lnTo>
                    <a:pt x="162773" y="129090"/>
                  </a:lnTo>
                  <a:lnTo>
                    <a:pt x="161474" y="123913"/>
                  </a:lnTo>
                  <a:lnTo>
                    <a:pt x="160011" y="118780"/>
                  </a:lnTo>
                  <a:lnTo>
                    <a:pt x="158385" y="113697"/>
                  </a:lnTo>
                  <a:lnTo>
                    <a:pt x="156597" y="108668"/>
                  </a:lnTo>
                  <a:lnTo>
                    <a:pt x="154650" y="103699"/>
                  </a:lnTo>
                  <a:lnTo>
                    <a:pt x="152545" y="98794"/>
                  </a:lnTo>
                  <a:lnTo>
                    <a:pt x="150285" y="93959"/>
                  </a:lnTo>
                  <a:lnTo>
                    <a:pt x="147871" y="89199"/>
                  </a:lnTo>
                  <a:lnTo>
                    <a:pt x="145307" y="84518"/>
                  </a:lnTo>
                  <a:lnTo>
                    <a:pt x="142594" y="79922"/>
                  </a:lnTo>
                  <a:lnTo>
                    <a:pt x="139736" y="75414"/>
                  </a:lnTo>
                  <a:lnTo>
                    <a:pt x="136736" y="71000"/>
                  </a:lnTo>
                  <a:lnTo>
                    <a:pt x="133596" y="66684"/>
                  </a:lnTo>
                  <a:lnTo>
                    <a:pt x="130321" y="62470"/>
                  </a:lnTo>
                  <a:lnTo>
                    <a:pt x="126912" y="58363"/>
                  </a:lnTo>
                  <a:lnTo>
                    <a:pt x="123374" y="54367"/>
                  </a:lnTo>
                  <a:lnTo>
                    <a:pt x="119710" y="50486"/>
                  </a:lnTo>
                  <a:lnTo>
                    <a:pt x="115924" y="46724"/>
                  </a:lnTo>
                  <a:lnTo>
                    <a:pt x="112020" y="43085"/>
                  </a:lnTo>
                  <a:lnTo>
                    <a:pt x="108002" y="39572"/>
                  </a:lnTo>
                  <a:lnTo>
                    <a:pt x="103874" y="36190"/>
                  </a:lnTo>
                  <a:lnTo>
                    <a:pt x="99640" y="32940"/>
                  </a:lnTo>
                  <a:lnTo>
                    <a:pt x="95304" y="29828"/>
                  </a:lnTo>
                  <a:lnTo>
                    <a:pt x="90871" y="26855"/>
                  </a:lnTo>
                  <a:lnTo>
                    <a:pt x="86346" y="24026"/>
                  </a:lnTo>
                  <a:lnTo>
                    <a:pt x="81732" y="21343"/>
                  </a:lnTo>
                  <a:lnTo>
                    <a:pt x="77035" y="18808"/>
                  </a:lnTo>
                  <a:lnTo>
                    <a:pt x="72260" y="16424"/>
                  </a:lnTo>
                  <a:lnTo>
                    <a:pt x="67411" y="14194"/>
                  </a:lnTo>
                  <a:lnTo>
                    <a:pt x="62493" y="12120"/>
                  </a:lnTo>
                  <a:lnTo>
                    <a:pt x="57512" y="10204"/>
                  </a:lnTo>
                  <a:lnTo>
                    <a:pt x="52472" y="8448"/>
                  </a:lnTo>
                  <a:lnTo>
                    <a:pt x="47378" y="6854"/>
                  </a:lnTo>
                  <a:lnTo>
                    <a:pt x="42236" y="5423"/>
                  </a:lnTo>
                  <a:lnTo>
                    <a:pt x="37051" y="4157"/>
                  </a:lnTo>
                  <a:lnTo>
                    <a:pt x="31829" y="3058"/>
                  </a:lnTo>
                  <a:lnTo>
                    <a:pt x="26573" y="2125"/>
                  </a:lnTo>
                  <a:lnTo>
                    <a:pt x="21291" y="1361"/>
                  </a:lnTo>
                  <a:lnTo>
                    <a:pt x="15987" y="766"/>
                  </a:lnTo>
                  <a:lnTo>
                    <a:pt x="10667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8926" y="4213821"/>
              <a:ext cx="129546" cy="167167"/>
            </a:xfrm>
            <a:custGeom>
              <a:avLst/>
              <a:pathLst>
                <a:path w="129546" h="167167">
                  <a:moveTo>
                    <a:pt x="129546" y="0"/>
                  </a:moveTo>
                  <a:lnTo>
                    <a:pt x="124057" y="90"/>
                  </a:lnTo>
                  <a:lnTo>
                    <a:pt x="118575" y="360"/>
                  </a:lnTo>
                  <a:lnTo>
                    <a:pt x="113104" y="810"/>
                  </a:lnTo>
                  <a:lnTo>
                    <a:pt x="107651" y="1440"/>
                  </a:lnTo>
                  <a:lnTo>
                    <a:pt x="102221" y="2248"/>
                  </a:lnTo>
                  <a:lnTo>
                    <a:pt x="96821" y="3234"/>
                  </a:lnTo>
                  <a:lnTo>
                    <a:pt x="91457" y="4397"/>
                  </a:lnTo>
                  <a:lnTo>
                    <a:pt x="86133" y="5735"/>
                  </a:lnTo>
                  <a:lnTo>
                    <a:pt x="80856" y="7247"/>
                  </a:lnTo>
                  <a:lnTo>
                    <a:pt x="75632" y="8932"/>
                  </a:lnTo>
                  <a:lnTo>
                    <a:pt x="70466" y="10787"/>
                  </a:lnTo>
                  <a:lnTo>
                    <a:pt x="65363" y="12812"/>
                  </a:lnTo>
                  <a:lnTo>
                    <a:pt x="60330" y="15002"/>
                  </a:lnTo>
                  <a:lnTo>
                    <a:pt x="55372" y="17357"/>
                  </a:lnTo>
                  <a:lnTo>
                    <a:pt x="50493" y="19873"/>
                  </a:lnTo>
                  <a:lnTo>
                    <a:pt x="45699" y="22548"/>
                  </a:lnTo>
                  <a:lnTo>
                    <a:pt x="40996" y="25378"/>
                  </a:lnTo>
                  <a:lnTo>
                    <a:pt x="36389" y="28362"/>
                  </a:lnTo>
                  <a:lnTo>
                    <a:pt x="31882" y="31495"/>
                  </a:lnTo>
                  <a:lnTo>
                    <a:pt x="27480" y="34775"/>
                  </a:lnTo>
                  <a:lnTo>
                    <a:pt x="23188" y="38198"/>
                  </a:lnTo>
                  <a:lnTo>
                    <a:pt x="19011" y="41759"/>
                  </a:lnTo>
                  <a:lnTo>
                    <a:pt x="14954" y="45456"/>
                  </a:lnTo>
                  <a:lnTo>
                    <a:pt x="11019" y="49284"/>
                  </a:lnTo>
                  <a:lnTo>
                    <a:pt x="7213" y="53239"/>
                  </a:lnTo>
                  <a:lnTo>
                    <a:pt x="3538" y="57317"/>
                  </a:lnTo>
                  <a:lnTo>
                    <a:pt x="0" y="61513"/>
                  </a:lnTo>
                  <a:lnTo>
                    <a:pt x="12954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926" y="4275334"/>
              <a:ext cx="129546" cy="105653"/>
            </a:xfrm>
            <a:custGeom>
              <a:avLst/>
              <a:pathLst>
                <a:path w="129546" h="105653">
                  <a:moveTo>
                    <a:pt x="0" y="0"/>
                  </a:moveTo>
                  <a:lnTo>
                    <a:pt x="129546" y="105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21" y="4275334"/>
              <a:ext cx="334317" cy="272812"/>
            </a:xfrm>
            <a:custGeom>
              <a:avLst/>
              <a:pathLst>
                <a:path w="334317" h="272812">
                  <a:moveTo>
                    <a:pt x="37604" y="0"/>
                  </a:moveTo>
                  <a:lnTo>
                    <a:pt x="34300" y="4185"/>
                  </a:lnTo>
                  <a:lnTo>
                    <a:pt x="31131" y="8474"/>
                  </a:lnTo>
                  <a:lnTo>
                    <a:pt x="28101" y="12862"/>
                  </a:lnTo>
                  <a:lnTo>
                    <a:pt x="25212" y="17345"/>
                  </a:lnTo>
                  <a:lnTo>
                    <a:pt x="22467" y="21917"/>
                  </a:lnTo>
                  <a:lnTo>
                    <a:pt x="19870" y="26574"/>
                  </a:lnTo>
                  <a:lnTo>
                    <a:pt x="17422" y="31312"/>
                  </a:lnTo>
                  <a:lnTo>
                    <a:pt x="15127" y="36126"/>
                  </a:lnTo>
                  <a:lnTo>
                    <a:pt x="12987" y="41010"/>
                  </a:lnTo>
                  <a:lnTo>
                    <a:pt x="11004" y="45960"/>
                  </a:lnTo>
                  <a:lnTo>
                    <a:pt x="9179" y="50971"/>
                  </a:lnTo>
                  <a:lnTo>
                    <a:pt x="7515" y="56038"/>
                  </a:lnTo>
                  <a:lnTo>
                    <a:pt x="6014" y="61155"/>
                  </a:lnTo>
                  <a:lnTo>
                    <a:pt x="4677" y="66317"/>
                  </a:lnTo>
                  <a:lnTo>
                    <a:pt x="3505" y="71519"/>
                  </a:lnTo>
                  <a:lnTo>
                    <a:pt x="2499" y="76756"/>
                  </a:lnTo>
                  <a:lnTo>
                    <a:pt x="1661" y="82023"/>
                  </a:lnTo>
                  <a:lnTo>
                    <a:pt x="992" y="87313"/>
                  </a:lnTo>
                  <a:lnTo>
                    <a:pt x="491" y="92622"/>
                  </a:lnTo>
                  <a:lnTo>
                    <a:pt x="160" y="97945"/>
                  </a:lnTo>
                  <a:lnTo>
                    <a:pt x="0" y="103275"/>
                  </a:lnTo>
                  <a:lnTo>
                    <a:pt x="9" y="108608"/>
                  </a:lnTo>
                  <a:lnTo>
                    <a:pt x="188" y="113937"/>
                  </a:lnTo>
                  <a:lnTo>
                    <a:pt x="537" y="119258"/>
                  </a:lnTo>
                  <a:lnTo>
                    <a:pt x="1056" y="124566"/>
                  </a:lnTo>
                  <a:lnTo>
                    <a:pt x="1744" y="129854"/>
                  </a:lnTo>
                  <a:lnTo>
                    <a:pt x="2600" y="135118"/>
                  </a:lnTo>
                  <a:lnTo>
                    <a:pt x="3623" y="140351"/>
                  </a:lnTo>
                  <a:lnTo>
                    <a:pt x="4813" y="145549"/>
                  </a:lnTo>
                  <a:lnTo>
                    <a:pt x="6168" y="150707"/>
                  </a:lnTo>
                  <a:lnTo>
                    <a:pt x="7687" y="155819"/>
                  </a:lnTo>
                  <a:lnTo>
                    <a:pt x="9368" y="160879"/>
                  </a:lnTo>
                  <a:lnTo>
                    <a:pt x="11210" y="165884"/>
                  </a:lnTo>
                  <a:lnTo>
                    <a:pt x="13211" y="170827"/>
                  </a:lnTo>
                  <a:lnTo>
                    <a:pt x="15368" y="175704"/>
                  </a:lnTo>
                  <a:lnTo>
                    <a:pt x="17679" y="180510"/>
                  </a:lnTo>
                  <a:lnTo>
                    <a:pt x="20143" y="185239"/>
                  </a:lnTo>
                  <a:lnTo>
                    <a:pt x="22756" y="189888"/>
                  </a:lnTo>
                  <a:lnTo>
                    <a:pt x="25517" y="194450"/>
                  </a:lnTo>
                  <a:lnTo>
                    <a:pt x="28421" y="198923"/>
                  </a:lnTo>
                  <a:lnTo>
                    <a:pt x="31466" y="203300"/>
                  </a:lnTo>
                  <a:lnTo>
                    <a:pt x="34650" y="207578"/>
                  </a:lnTo>
                  <a:lnTo>
                    <a:pt x="37968" y="211753"/>
                  </a:lnTo>
                  <a:lnTo>
                    <a:pt x="41418" y="215819"/>
                  </a:lnTo>
                  <a:lnTo>
                    <a:pt x="44996" y="219774"/>
                  </a:lnTo>
                  <a:lnTo>
                    <a:pt x="48698" y="223612"/>
                  </a:lnTo>
                  <a:lnTo>
                    <a:pt x="52521" y="227330"/>
                  </a:lnTo>
                  <a:lnTo>
                    <a:pt x="56460" y="230924"/>
                  </a:lnTo>
                  <a:lnTo>
                    <a:pt x="60512" y="234391"/>
                  </a:lnTo>
                  <a:lnTo>
                    <a:pt x="64673" y="237727"/>
                  </a:lnTo>
                  <a:lnTo>
                    <a:pt x="68938" y="240928"/>
                  </a:lnTo>
                  <a:lnTo>
                    <a:pt x="73302" y="243992"/>
                  </a:lnTo>
                  <a:lnTo>
                    <a:pt x="77763" y="246915"/>
                  </a:lnTo>
                  <a:lnTo>
                    <a:pt x="82314" y="249694"/>
                  </a:lnTo>
                  <a:lnTo>
                    <a:pt x="86951" y="252327"/>
                  </a:lnTo>
                  <a:lnTo>
                    <a:pt x="91670" y="254810"/>
                  </a:lnTo>
                  <a:lnTo>
                    <a:pt x="96466" y="257142"/>
                  </a:lnTo>
                  <a:lnTo>
                    <a:pt x="101334" y="259319"/>
                  </a:lnTo>
                  <a:lnTo>
                    <a:pt x="106269" y="261341"/>
                  </a:lnTo>
                  <a:lnTo>
                    <a:pt x="111266" y="263203"/>
                  </a:lnTo>
                  <a:lnTo>
                    <a:pt x="116320" y="264905"/>
                  </a:lnTo>
                  <a:lnTo>
                    <a:pt x="121425" y="266446"/>
                  </a:lnTo>
                  <a:lnTo>
                    <a:pt x="126577" y="267822"/>
                  </a:lnTo>
                  <a:lnTo>
                    <a:pt x="131770" y="269034"/>
                  </a:lnTo>
                  <a:lnTo>
                    <a:pt x="136999" y="270079"/>
                  </a:lnTo>
                  <a:lnTo>
                    <a:pt x="142259" y="270957"/>
                  </a:lnTo>
                  <a:lnTo>
                    <a:pt x="147544" y="271667"/>
                  </a:lnTo>
                  <a:lnTo>
                    <a:pt x="152850" y="272208"/>
                  </a:lnTo>
                  <a:lnTo>
                    <a:pt x="158169" y="272579"/>
                  </a:lnTo>
                  <a:lnTo>
                    <a:pt x="163498" y="272781"/>
                  </a:lnTo>
                  <a:lnTo>
                    <a:pt x="168831" y="272812"/>
                  </a:lnTo>
                  <a:lnTo>
                    <a:pt x="174162" y="272674"/>
                  </a:lnTo>
                  <a:lnTo>
                    <a:pt x="179485" y="272365"/>
                  </a:lnTo>
                  <a:lnTo>
                    <a:pt x="184797" y="271887"/>
                  </a:lnTo>
                  <a:lnTo>
                    <a:pt x="190090" y="271239"/>
                  </a:lnTo>
                  <a:lnTo>
                    <a:pt x="195360" y="270423"/>
                  </a:lnTo>
                  <a:lnTo>
                    <a:pt x="200601" y="269440"/>
                  </a:lnTo>
                  <a:lnTo>
                    <a:pt x="205808" y="268290"/>
                  </a:lnTo>
                  <a:lnTo>
                    <a:pt x="210976" y="266974"/>
                  </a:lnTo>
                  <a:lnTo>
                    <a:pt x="216099" y="265494"/>
                  </a:lnTo>
                  <a:lnTo>
                    <a:pt x="221173" y="263851"/>
                  </a:lnTo>
                  <a:lnTo>
                    <a:pt x="226191" y="262048"/>
                  </a:lnTo>
                  <a:lnTo>
                    <a:pt x="231149" y="260085"/>
                  </a:lnTo>
                  <a:lnTo>
                    <a:pt x="236043" y="257965"/>
                  </a:lnTo>
                  <a:lnTo>
                    <a:pt x="240866" y="255690"/>
                  </a:lnTo>
                  <a:lnTo>
                    <a:pt x="245614" y="253262"/>
                  </a:lnTo>
                  <a:lnTo>
                    <a:pt x="250282" y="250685"/>
                  </a:lnTo>
                  <a:lnTo>
                    <a:pt x="254866" y="247959"/>
                  </a:lnTo>
                  <a:lnTo>
                    <a:pt x="259360" y="245089"/>
                  </a:lnTo>
                  <a:lnTo>
                    <a:pt x="263761" y="242077"/>
                  </a:lnTo>
                  <a:lnTo>
                    <a:pt x="268063" y="238926"/>
                  </a:lnTo>
                  <a:lnTo>
                    <a:pt x="272262" y="235639"/>
                  </a:lnTo>
                  <a:lnTo>
                    <a:pt x="276355" y="232221"/>
                  </a:lnTo>
                  <a:lnTo>
                    <a:pt x="280336" y="228673"/>
                  </a:lnTo>
                  <a:lnTo>
                    <a:pt x="284203" y="225000"/>
                  </a:lnTo>
                  <a:lnTo>
                    <a:pt x="287950" y="221206"/>
                  </a:lnTo>
                  <a:lnTo>
                    <a:pt x="291574" y="217294"/>
                  </a:lnTo>
                  <a:lnTo>
                    <a:pt x="295072" y="213269"/>
                  </a:lnTo>
                  <a:lnTo>
                    <a:pt x="298439" y="209134"/>
                  </a:lnTo>
                  <a:lnTo>
                    <a:pt x="301673" y="204893"/>
                  </a:lnTo>
                  <a:lnTo>
                    <a:pt x="304770" y="200552"/>
                  </a:lnTo>
                  <a:lnTo>
                    <a:pt x="307727" y="196114"/>
                  </a:lnTo>
                  <a:lnTo>
                    <a:pt x="310540" y="191584"/>
                  </a:lnTo>
                  <a:lnTo>
                    <a:pt x="313208" y="186967"/>
                  </a:lnTo>
                  <a:lnTo>
                    <a:pt x="315728" y="182267"/>
                  </a:lnTo>
                  <a:lnTo>
                    <a:pt x="318096" y="177489"/>
                  </a:lnTo>
                  <a:lnTo>
                    <a:pt x="320310" y="172638"/>
                  </a:lnTo>
                  <a:lnTo>
                    <a:pt x="322369" y="167719"/>
                  </a:lnTo>
                  <a:lnTo>
                    <a:pt x="324269" y="162736"/>
                  </a:lnTo>
                  <a:lnTo>
                    <a:pt x="326010" y="157695"/>
                  </a:lnTo>
                  <a:lnTo>
                    <a:pt x="327589" y="152602"/>
                  </a:lnTo>
                  <a:lnTo>
                    <a:pt x="329005" y="147461"/>
                  </a:lnTo>
                  <a:lnTo>
                    <a:pt x="330256" y="142277"/>
                  </a:lnTo>
                  <a:lnTo>
                    <a:pt x="331342" y="137056"/>
                  </a:lnTo>
                  <a:lnTo>
                    <a:pt x="332260" y="131803"/>
                  </a:lnTo>
                  <a:lnTo>
                    <a:pt x="333010" y="126523"/>
                  </a:lnTo>
                  <a:lnTo>
                    <a:pt x="333591" y="121222"/>
                  </a:lnTo>
                  <a:lnTo>
                    <a:pt x="334003" y="115905"/>
                  </a:lnTo>
                  <a:lnTo>
                    <a:pt x="334245" y="110578"/>
                  </a:lnTo>
                  <a:lnTo>
                    <a:pt x="334317" y="105246"/>
                  </a:lnTo>
                  <a:lnTo>
                    <a:pt x="334219" y="99914"/>
                  </a:lnTo>
                  <a:lnTo>
                    <a:pt x="333951" y="94588"/>
                  </a:lnTo>
                  <a:lnTo>
                    <a:pt x="333513" y="89274"/>
                  </a:lnTo>
                  <a:lnTo>
                    <a:pt x="332906" y="83976"/>
                  </a:lnTo>
                  <a:lnTo>
                    <a:pt x="332130" y="78700"/>
                  </a:lnTo>
                  <a:lnTo>
                    <a:pt x="167150" y="1056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4980" cy="167167"/>
            </a:xfrm>
            <a:custGeom>
              <a:avLst/>
              <a:pathLst>
                <a:path w="164980" h="167167">
                  <a:moveTo>
                    <a:pt x="164980" y="140213"/>
                  </a:moveTo>
                  <a:lnTo>
                    <a:pt x="164008" y="134823"/>
                  </a:lnTo>
                  <a:lnTo>
                    <a:pt x="162861" y="129468"/>
                  </a:lnTo>
                  <a:lnTo>
                    <a:pt x="161538" y="124153"/>
                  </a:lnTo>
                  <a:lnTo>
                    <a:pt x="160042" y="118884"/>
                  </a:lnTo>
                  <a:lnTo>
                    <a:pt x="158375" y="113668"/>
                  </a:lnTo>
                  <a:lnTo>
                    <a:pt x="156537" y="108508"/>
                  </a:lnTo>
                  <a:lnTo>
                    <a:pt x="154532" y="103412"/>
                  </a:lnTo>
                  <a:lnTo>
                    <a:pt x="152360" y="98384"/>
                  </a:lnTo>
                  <a:lnTo>
                    <a:pt x="150025" y="93430"/>
                  </a:lnTo>
                  <a:lnTo>
                    <a:pt x="147529" y="88555"/>
                  </a:lnTo>
                  <a:lnTo>
                    <a:pt x="144875" y="83764"/>
                  </a:lnTo>
                  <a:lnTo>
                    <a:pt x="142065" y="79063"/>
                  </a:lnTo>
                  <a:lnTo>
                    <a:pt x="139103" y="74457"/>
                  </a:lnTo>
                  <a:lnTo>
                    <a:pt x="135991" y="69950"/>
                  </a:lnTo>
                  <a:lnTo>
                    <a:pt x="132734" y="65547"/>
                  </a:lnTo>
                  <a:lnTo>
                    <a:pt x="129333" y="61253"/>
                  </a:lnTo>
                  <a:lnTo>
                    <a:pt x="125794" y="57073"/>
                  </a:lnTo>
                  <a:lnTo>
                    <a:pt x="122120" y="53012"/>
                  </a:lnTo>
                  <a:lnTo>
                    <a:pt x="118315" y="49073"/>
                  </a:lnTo>
                  <a:lnTo>
                    <a:pt x="114383" y="45260"/>
                  </a:lnTo>
                  <a:lnTo>
                    <a:pt x="110329" y="41579"/>
                  </a:lnTo>
                  <a:lnTo>
                    <a:pt x="106155" y="38032"/>
                  </a:lnTo>
                  <a:lnTo>
                    <a:pt x="101868" y="34624"/>
                  </a:lnTo>
                  <a:lnTo>
                    <a:pt x="97472" y="31358"/>
                  </a:lnTo>
                  <a:lnTo>
                    <a:pt x="92970" y="28238"/>
                  </a:lnTo>
                  <a:lnTo>
                    <a:pt x="88369" y="25267"/>
                  </a:lnTo>
                  <a:lnTo>
                    <a:pt x="83674" y="22448"/>
                  </a:lnTo>
                  <a:lnTo>
                    <a:pt x="78888" y="19785"/>
                  </a:lnTo>
                  <a:lnTo>
                    <a:pt x="74018" y="17279"/>
                  </a:lnTo>
                  <a:lnTo>
                    <a:pt x="69068" y="14935"/>
                  </a:lnTo>
                  <a:lnTo>
                    <a:pt x="64044" y="12754"/>
                  </a:lnTo>
                  <a:lnTo>
                    <a:pt x="58951" y="10739"/>
                  </a:lnTo>
                  <a:lnTo>
                    <a:pt x="53796" y="8892"/>
                  </a:lnTo>
                  <a:lnTo>
                    <a:pt x="48582" y="7215"/>
                  </a:lnTo>
                  <a:lnTo>
                    <a:pt x="43316" y="5709"/>
                  </a:lnTo>
                  <a:lnTo>
                    <a:pt x="38004" y="4377"/>
                  </a:lnTo>
                  <a:lnTo>
                    <a:pt x="32651" y="3219"/>
                  </a:lnTo>
                  <a:lnTo>
                    <a:pt x="27263" y="2238"/>
                  </a:lnTo>
                  <a:lnTo>
                    <a:pt x="21845" y="1433"/>
                  </a:lnTo>
                  <a:lnTo>
                    <a:pt x="16404" y="806"/>
                  </a:lnTo>
                  <a:lnTo>
                    <a:pt x="10946" y="358"/>
                  </a:lnTo>
                  <a:lnTo>
                    <a:pt x="547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3295" y="3707720"/>
              <a:ext cx="165716" cy="167167"/>
            </a:xfrm>
            <a:custGeom>
              <a:avLst/>
              <a:pathLst>
                <a:path w="165716" h="167167">
                  <a:moveTo>
                    <a:pt x="165716" y="0"/>
                  </a:moveTo>
                  <a:lnTo>
                    <a:pt x="160250" y="89"/>
                  </a:lnTo>
                  <a:lnTo>
                    <a:pt x="154790" y="357"/>
                  </a:lnTo>
                  <a:lnTo>
                    <a:pt x="149341" y="803"/>
                  </a:lnTo>
                  <a:lnTo>
                    <a:pt x="143911" y="1428"/>
                  </a:lnTo>
                  <a:lnTo>
                    <a:pt x="138503" y="2229"/>
                  </a:lnTo>
                  <a:lnTo>
                    <a:pt x="133124" y="3207"/>
                  </a:lnTo>
                  <a:lnTo>
                    <a:pt x="127781" y="4361"/>
                  </a:lnTo>
                  <a:lnTo>
                    <a:pt x="122478" y="5688"/>
                  </a:lnTo>
                  <a:lnTo>
                    <a:pt x="117221" y="7188"/>
                  </a:lnTo>
                  <a:lnTo>
                    <a:pt x="112016" y="8859"/>
                  </a:lnTo>
                  <a:lnTo>
                    <a:pt x="106869" y="10700"/>
                  </a:lnTo>
                  <a:lnTo>
                    <a:pt x="101784" y="12708"/>
                  </a:lnTo>
                  <a:lnTo>
                    <a:pt x="96768" y="14881"/>
                  </a:lnTo>
                  <a:lnTo>
                    <a:pt x="91825" y="17216"/>
                  </a:lnTo>
                  <a:lnTo>
                    <a:pt x="86962" y="19713"/>
                  </a:lnTo>
                  <a:lnTo>
                    <a:pt x="82183" y="22367"/>
                  </a:lnTo>
                  <a:lnTo>
                    <a:pt x="77493" y="25175"/>
                  </a:lnTo>
                  <a:lnTo>
                    <a:pt x="72897" y="28136"/>
                  </a:lnTo>
                  <a:lnTo>
                    <a:pt x="68401" y="31245"/>
                  </a:lnTo>
                  <a:lnTo>
                    <a:pt x="64009" y="34500"/>
                  </a:lnTo>
                  <a:lnTo>
                    <a:pt x="59725" y="37896"/>
                  </a:lnTo>
                  <a:lnTo>
                    <a:pt x="55555" y="41431"/>
                  </a:lnTo>
                  <a:lnTo>
                    <a:pt x="51503" y="45100"/>
                  </a:lnTo>
                  <a:lnTo>
                    <a:pt x="47572" y="48900"/>
                  </a:lnTo>
                  <a:lnTo>
                    <a:pt x="43769" y="52826"/>
                  </a:lnTo>
                  <a:lnTo>
                    <a:pt x="40095" y="56875"/>
                  </a:lnTo>
                  <a:lnTo>
                    <a:pt x="36556" y="61041"/>
                  </a:lnTo>
                  <a:lnTo>
                    <a:pt x="33155" y="65321"/>
                  </a:lnTo>
                  <a:lnTo>
                    <a:pt x="29896" y="69710"/>
                  </a:lnTo>
                  <a:lnTo>
                    <a:pt x="26782" y="74203"/>
                  </a:lnTo>
                  <a:lnTo>
                    <a:pt x="23817" y="78795"/>
                  </a:lnTo>
                  <a:lnTo>
                    <a:pt x="21003" y="83482"/>
                  </a:lnTo>
                  <a:lnTo>
                    <a:pt x="18344" y="88259"/>
                  </a:lnTo>
                  <a:lnTo>
                    <a:pt x="15843" y="93120"/>
                  </a:lnTo>
                  <a:lnTo>
                    <a:pt x="13502" y="98060"/>
                  </a:lnTo>
                  <a:lnTo>
                    <a:pt x="11323" y="103074"/>
                  </a:lnTo>
                  <a:lnTo>
                    <a:pt x="9310" y="108156"/>
                  </a:lnTo>
                  <a:lnTo>
                    <a:pt x="7464" y="113302"/>
                  </a:lnTo>
                  <a:lnTo>
                    <a:pt x="5788" y="118505"/>
                  </a:lnTo>
                  <a:lnTo>
                    <a:pt x="4282" y="123760"/>
                  </a:lnTo>
                  <a:lnTo>
                    <a:pt x="2949" y="129062"/>
                  </a:lnTo>
                  <a:lnTo>
                    <a:pt x="1790" y="134404"/>
                  </a:lnTo>
                  <a:lnTo>
                    <a:pt x="807" y="139781"/>
                  </a:lnTo>
                  <a:lnTo>
                    <a:pt x="0" y="145188"/>
                  </a:lnTo>
                  <a:lnTo>
                    <a:pt x="16571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45" y="3708673"/>
              <a:ext cx="334332" cy="333364"/>
            </a:xfrm>
            <a:custGeom>
              <a:avLst/>
              <a:pathLst>
                <a:path w="334332" h="333364">
                  <a:moveTo>
                    <a:pt x="1449" y="144235"/>
                  </a:moveTo>
                  <a:lnTo>
                    <a:pt x="834" y="149514"/>
                  </a:lnTo>
                  <a:lnTo>
                    <a:pt x="387" y="154810"/>
                  </a:lnTo>
                  <a:lnTo>
                    <a:pt x="109" y="160118"/>
                  </a:lnTo>
                  <a:lnTo>
                    <a:pt x="0" y="165431"/>
                  </a:lnTo>
                  <a:lnTo>
                    <a:pt x="59" y="170746"/>
                  </a:lnTo>
                  <a:lnTo>
                    <a:pt x="288" y="176056"/>
                  </a:lnTo>
                  <a:lnTo>
                    <a:pt x="685" y="181356"/>
                  </a:lnTo>
                  <a:lnTo>
                    <a:pt x="1250" y="186640"/>
                  </a:lnTo>
                  <a:lnTo>
                    <a:pt x="1984" y="191904"/>
                  </a:lnTo>
                  <a:lnTo>
                    <a:pt x="2884" y="197142"/>
                  </a:lnTo>
                  <a:lnTo>
                    <a:pt x="3950" y="202349"/>
                  </a:lnTo>
                  <a:lnTo>
                    <a:pt x="5181" y="207519"/>
                  </a:lnTo>
                  <a:lnTo>
                    <a:pt x="6576" y="212648"/>
                  </a:lnTo>
                  <a:lnTo>
                    <a:pt x="8133" y="217729"/>
                  </a:lnTo>
                  <a:lnTo>
                    <a:pt x="9851" y="222759"/>
                  </a:lnTo>
                  <a:lnTo>
                    <a:pt x="11728" y="227731"/>
                  </a:lnTo>
                  <a:lnTo>
                    <a:pt x="13763" y="232641"/>
                  </a:lnTo>
                  <a:lnTo>
                    <a:pt x="15952" y="237484"/>
                  </a:lnTo>
                  <a:lnTo>
                    <a:pt x="18294" y="242255"/>
                  </a:lnTo>
                  <a:lnTo>
                    <a:pt x="20786" y="246949"/>
                  </a:lnTo>
                  <a:lnTo>
                    <a:pt x="23427" y="251562"/>
                  </a:lnTo>
                  <a:lnTo>
                    <a:pt x="26213" y="256088"/>
                  </a:lnTo>
                  <a:lnTo>
                    <a:pt x="29141" y="260523"/>
                  </a:lnTo>
                  <a:lnTo>
                    <a:pt x="32209" y="264863"/>
                  </a:lnTo>
                  <a:lnTo>
                    <a:pt x="35413" y="269104"/>
                  </a:lnTo>
                  <a:lnTo>
                    <a:pt x="38750" y="273240"/>
                  </a:lnTo>
                  <a:lnTo>
                    <a:pt x="42218" y="277268"/>
                  </a:lnTo>
                  <a:lnTo>
                    <a:pt x="45811" y="281184"/>
                  </a:lnTo>
                  <a:lnTo>
                    <a:pt x="49527" y="284984"/>
                  </a:lnTo>
                  <a:lnTo>
                    <a:pt x="53362" y="288663"/>
                  </a:lnTo>
                  <a:lnTo>
                    <a:pt x="57312" y="292219"/>
                  </a:lnTo>
                  <a:lnTo>
                    <a:pt x="61374" y="295648"/>
                  </a:lnTo>
                  <a:lnTo>
                    <a:pt x="65542" y="298945"/>
                  </a:lnTo>
                  <a:lnTo>
                    <a:pt x="69813" y="302109"/>
                  </a:lnTo>
                  <a:lnTo>
                    <a:pt x="74182" y="305135"/>
                  </a:lnTo>
                  <a:lnTo>
                    <a:pt x="78645" y="308020"/>
                  </a:lnTo>
                  <a:lnTo>
                    <a:pt x="83198" y="310763"/>
                  </a:lnTo>
                  <a:lnTo>
                    <a:pt x="87835" y="313359"/>
                  </a:lnTo>
                  <a:lnTo>
                    <a:pt x="92553" y="315806"/>
                  </a:lnTo>
                  <a:lnTo>
                    <a:pt x="97346" y="318103"/>
                  </a:lnTo>
                  <a:lnTo>
                    <a:pt x="102210" y="320245"/>
                  </a:lnTo>
                  <a:lnTo>
                    <a:pt x="107139" y="322233"/>
                  </a:lnTo>
                  <a:lnTo>
                    <a:pt x="112129" y="324062"/>
                  </a:lnTo>
                  <a:lnTo>
                    <a:pt x="117175" y="325732"/>
                  </a:lnTo>
                  <a:lnTo>
                    <a:pt x="122271" y="327240"/>
                  </a:lnTo>
                  <a:lnTo>
                    <a:pt x="127413" y="328586"/>
                  </a:lnTo>
                  <a:lnTo>
                    <a:pt x="132595" y="329768"/>
                  </a:lnTo>
                  <a:lnTo>
                    <a:pt x="137811" y="330784"/>
                  </a:lnTo>
                  <a:lnTo>
                    <a:pt x="143058" y="331634"/>
                  </a:lnTo>
                  <a:lnTo>
                    <a:pt x="148329" y="332317"/>
                  </a:lnTo>
                  <a:lnTo>
                    <a:pt x="153618" y="332831"/>
                  </a:lnTo>
                  <a:lnTo>
                    <a:pt x="158922" y="333178"/>
                  </a:lnTo>
                  <a:lnTo>
                    <a:pt x="164234" y="333356"/>
                  </a:lnTo>
                  <a:lnTo>
                    <a:pt x="169549" y="333364"/>
                  </a:lnTo>
                  <a:lnTo>
                    <a:pt x="174861" y="333204"/>
                  </a:lnTo>
                  <a:lnTo>
                    <a:pt x="180166" y="332875"/>
                  </a:lnTo>
                  <a:lnTo>
                    <a:pt x="185457" y="332377"/>
                  </a:lnTo>
                  <a:lnTo>
                    <a:pt x="190730" y="331712"/>
                  </a:lnTo>
                  <a:lnTo>
                    <a:pt x="195979" y="330879"/>
                  </a:lnTo>
                  <a:lnTo>
                    <a:pt x="201199" y="329880"/>
                  </a:lnTo>
                  <a:lnTo>
                    <a:pt x="206385" y="328715"/>
                  </a:lnTo>
                  <a:lnTo>
                    <a:pt x="211531" y="327386"/>
                  </a:lnTo>
                  <a:lnTo>
                    <a:pt x="216632" y="325895"/>
                  </a:lnTo>
                  <a:lnTo>
                    <a:pt x="221683" y="324241"/>
                  </a:lnTo>
                  <a:lnTo>
                    <a:pt x="226679" y="322428"/>
                  </a:lnTo>
                  <a:lnTo>
                    <a:pt x="231615" y="320458"/>
                  </a:lnTo>
                  <a:lnTo>
                    <a:pt x="236486" y="318331"/>
                  </a:lnTo>
                  <a:lnTo>
                    <a:pt x="241287" y="316050"/>
                  </a:lnTo>
                  <a:lnTo>
                    <a:pt x="246012" y="313618"/>
                  </a:lnTo>
                  <a:lnTo>
                    <a:pt x="250658" y="311037"/>
                  </a:lnTo>
                  <a:lnTo>
                    <a:pt x="255220" y="308310"/>
                  </a:lnTo>
                  <a:lnTo>
                    <a:pt x="259693" y="305439"/>
                  </a:lnTo>
                  <a:lnTo>
                    <a:pt x="264072" y="302427"/>
                  </a:lnTo>
                  <a:lnTo>
                    <a:pt x="268353" y="299278"/>
                  </a:lnTo>
                  <a:lnTo>
                    <a:pt x="272532" y="295994"/>
                  </a:lnTo>
                  <a:lnTo>
                    <a:pt x="276604" y="292579"/>
                  </a:lnTo>
                  <a:lnTo>
                    <a:pt x="280566" y="289036"/>
                  </a:lnTo>
                  <a:lnTo>
                    <a:pt x="284413" y="285369"/>
                  </a:lnTo>
                  <a:lnTo>
                    <a:pt x="288142" y="281581"/>
                  </a:lnTo>
                  <a:lnTo>
                    <a:pt x="291748" y="277677"/>
                  </a:lnTo>
                  <a:lnTo>
                    <a:pt x="295228" y="273660"/>
                  </a:lnTo>
                  <a:lnTo>
                    <a:pt x="298579" y="269535"/>
                  </a:lnTo>
                  <a:lnTo>
                    <a:pt x="301797" y="265305"/>
                  </a:lnTo>
                  <a:lnTo>
                    <a:pt x="304879" y="260975"/>
                  </a:lnTo>
                  <a:lnTo>
                    <a:pt x="307822" y="256550"/>
                  </a:lnTo>
                  <a:lnTo>
                    <a:pt x="310623" y="252033"/>
                  </a:lnTo>
                  <a:lnTo>
                    <a:pt x="313278" y="247429"/>
                  </a:lnTo>
                  <a:lnTo>
                    <a:pt x="315786" y="242743"/>
                  </a:lnTo>
                  <a:lnTo>
                    <a:pt x="318144" y="237980"/>
                  </a:lnTo>
                  <a:lnTo>
                    <a:pt x="320349" y="233144"/>
                  </a:lnTo>
                  <a:lnTo>
                    <a:pt x="322399" y="228240"/>
                  </a:lnTo>
                  <a:lnTo>
                    <a:pt x="324293" y="223274"/>
                  </a:lnTo>
                  <a:lnTo>
                    <a:pt x="326027" y="218250"/>
                  </a:lnTo>
                  <a:lnTo>
                    <a:pt x="327601" y="213174"/>
                  </a:lnTo>
                  <a:lnTo>
                    <a:pt x="329013" y="208050"/>
                  </a:lnTo>
                  <a:lnTo>
                    <a:pt x="330261" y="202884"/>
                  </a:lnTo>
                  <a:lnTo>
                    <a:pt x="331344" y="197681"/>
                  </a:lnTo>
                  <a:lnTo>
                    <a:pt x="332262" y="192446"/>
                  </a:lnTo>
                  <a:lnTo>
                    <a:pt x="333012" y="187184"/>
                  </a:lnTo>
                  <a:lnTo>
                    <a:pt x="333595" y="181901"/>
                  </a:lnTo>
                  <a:lnTo>
                    <a:pt x="334009" y="176603"/>
                  </a:lnTo>
                  <a:lnTo>
                    <a:pt x="334255" y="171294"/>
                  </a:lnTo>
                  <a:lnTo>
                    <a:pt x="334332" y="165979"/>
                  </a:lnTo>
                  <a:lnTo>
                    <a:pt x="334240" y="160665"/>
                  </a:lnTo>
                  <a:lnTo>
                    <a:pt x="333980" y="155357"/>
                  </a:lnTo>
                  <a:lnTo>
                    <a:pt x="333550" y="150060"/>
                  </a:lnTo>
                  <a:lnTo>
                    <a:pt x="332953" y="144778"/>
                  </a:lnTo>
                  <a:lnTo>
                    <a:pt x="332187" y="139519"/>
                  </a:lnTo>
                  <a:lnTo>
                    <a:pt x="331255" y="134287"/>
                  </a:lnTo>
                  <a:lnTo>
                    <a:pt x="330157" y="129086"/>
                  </a:lnTo>
                  <a:lnTo>
                    <a:pt x="328895" y="123924"/>
                  </a:lnTo>
                  <a:lnTo>
                    <a:pt x="327469" y="118804"/>
                  </a:lnTo>
                  <a:lnTo>
                    <a:pt x="325881" y="113732"/>
                  </a:lnTo>
                  <a:lnTo>
                    <a:pt x="324132" y="108713"/>
                  </a:lnTo>
                  <a:lnTo>
                    <a:pt x="322225" y="103752"/>
                  </a:lnTo>
                  <a:lnTo>
                    <a:pt x="320161" y="98854"/>
                  </a:lnTo>
                  <a:lnTo>
                    <a:pt x="317942" y="94025"/>
                  </a:lnTo>
                  <a:lnTo>
                    <a:pt x="315571" y="89268"/>
                  </a:lnTo>
                  <a:lnTo>
                    <a:pt x="313050" y="84589"/>
                  </a:lnTo>
                  <a:lnTo>
                    <a:pt x="310381" y="79993"/>
                  </a:lnTo>
                  <a:lnTo>
                    <a:pt x="307568" y="75484"/>
                  </a:lnTo>
                  <a:lnTo>
                    <a:pt x="304613" y="71066"/>
                  </a:lnTo>
                  <a:lnTo>
                    <a:pt x="301519" y="66745"/>
                  </a:lnTo>
                  <a:lnTo>
                    <a:pt x="298289" y="62524"/>
                  </a:lnTo>
                  <a:lnTo>
                    <a:pt x="294926" y="58408"/>
                  </a:lnTo>
                  <a:lnTo>
                    <a:pt x="291435" y="54401"/>
                  </a:lnTo>
                  <a:lnTo>
                    <a:pt x="287818" y="50507"/>
                  </a:lnTo>
                  <a:lnTo>
                    <a:pt x="284078" y="46731"/>
                  </a:lnTo>
                  <a:lnTo>
                    <a:pt x="280221" y="43074"/>
                  </a:lnTo>
                  <a:lnTo>
                    <a:pt x="276249" y="39543"/>
                  </a:lnTo>
                  <a:lnTo>
                    <a:pt x="272167" y="36139"/>
                  </a:lnTo>
                  <a:lnTo>
                    <a:pt x="267979" y="32867"/>
                  </a:lnTo>
                  <a:lnTo>
                    <a:pt x="263689" y="29729"/>
                  </a:lnTo>
                  <a:lnTo>
                    <a:pt x="259302" y="26730"/>
                  </a:lnTo>
                  <a:lnTo>
                    <a:pt x="254821" y="23871"/>
                  </a:lnTo>
                  <a:lnTo>
                    <a:pt x="250252" y="21157"/>
                  </a:lnTo>
                  <a:lnTo>
                    <a:pt x="245599" y="18589"/>
                  </a:lnTo>
                  <a:lnTo>
                    <a:pt x="240866" y="16170"/>
                  </a:lnTo>
                  <a:lnTo>
                    <a:pt x="236059" y="13903"/>
                  </a:lnTo>
                  <a:lnTo>
                    <a:pt x="231182" y="11790"/>
                  </a:lnTo>
                  <a:lnTo>
                    <a:pt x="226241" y="9833"/>
                  </a:lnTo>
                  <a:lnTo>
                    <a:pt x="221240" y="8034"/>
                  </a:lnTo>
                  <a:lnTo>
                    <a:pt x="216184" y="6395"/>
                  </a:lnTo>
                  <a:lnTo>
                    <a:pt x="211079" y="4917"/>
                  </a:lnTo>
                  <a:lnTo>
                    <a:pt x="205929" y="3603"/>
                  </a:lnTo>
                  <a:lnTo>
                    <a:pt x="200740" y="2453"/>
                  </a:lnTo>
                  <a:lnTo>
                    <a:pt x="195517" y="1468"/>
                  </a:lnTo>
                  <a:lnTo>
                    <a:pt x="190266" y="650"/>
                  </a:lnTo>
                  <a:lnTo>
                    <a:pt x="184991" y="0"/>
                  </a:lnTo>
                  <a:lnTo>
                    <a:pt x="167165" y="1662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7825" cy="167167"/>
            </a:xfrm>
            <a:custGeom>
              <a:avLst/>
              <a:pathLst>
                <a:path w="17825" h="167167">
                  <a:moveTo>
                    <a:pt x="17825" y="953"/>
                  </a:moveTo>
                  <a:lnTo>
                    <a:pt x="8925" y="2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2025-06-05T20:46:31Z</dcterms:modified>
  <cp:category/>
</cp:coreProperties>
</file>