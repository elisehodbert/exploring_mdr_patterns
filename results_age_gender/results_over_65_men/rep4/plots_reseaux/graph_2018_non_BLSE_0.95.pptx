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23684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854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209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079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1149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2960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771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943529" y="1530021"/>
              <a:ext cx="2915268" cy="723826"/>
            </a:xfrm>
            <a:custGeom>
              <a:avLst/>
              <a:pathLst>
                <a:path w="2915268" h="723826">
                  <a:moveTo>
                    <a:pt x="2915268" y="0"/>
                  </a:moveTo>
                  <a:lnTo>
                    <a:pt x="0" y="723826"/>
                  </a:lnTo>
                </a:path>
              </a:pathLst>
            </a:custGeom>
            <a:ln w="17478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11935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929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208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643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318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326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552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2742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016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612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502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19753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27114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1914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118035" y="1246560"/>
              <a:ext cx="1706484" cy="2490427"/>
            </a:xfrm>
            <a:custGeom>
              <a:avLst/>
              <a:pathLst>
                <a:path w="1706484" h="2490427">
                  <a:moveTo>
                    <a:pt x="0" y="0"/>
                  </a:moveTo>
                  <a:lnTo>
                    <a:pt x="1706484" y="2490427"/>
                  </a:lnTo>
                </a:path>
              </a:pathLst>
            </a:custGeom>
            <a:ln w="18191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3391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3282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497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351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444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3625970" y="1585171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2342" y="3170392"/>
              <a:ext cx="1436" cy="167167"/>
            </a:xfrm>
            <a:custGeom>
              <a:avLst/>
              <a:pathLst>
                <a:path w="1436" h="167167">
                  <a:moveTo>
                    <a:pt x="1436" y="0"/>
                  </a:moveTo>
                  <a:lnTo>
                    <a:pt x="0" y="6"/>
                  </a:lnTo>
                  <a:lnTo>
                    <a:pt x="143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2342" y="3170398"/>
              <a:ext cx="1436" cy="167161"/>
            </a:xfrm>
            <a:custGeom>
              <a:avLst/>
              <a:pathLst>
                <a:path w="1436" h="167161">
                  <a:moveTo>
                    <a:pt x="0" y="0"/>
                  </a:moveTo>
                  <a:lnTo>
                    <a:pt x="1436" y="16716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2342" y="3170398"/>
              <a:ext cx="1436" cy="167161"/>
            </a:xfrm>
            <a:custGeom>
              <a:avLst/>
              <a:pathLst>
                <a:path w="1436" h="167161">
                  <a:moveTo>
                    <a:pt x="0" y="0"/>
                  </a:moveTo>
                  <a:lnTo>
                    <a:pt x="1436" y="16716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2342" y="3170398"/>
              <a:ext cx="1436" cy="167161"/>
            </a:xfrm>
            <a:custGeom>
              <a:avLst/>
              <a:pathLst>
                <a:path w="1436" h="167161">
                  <a:moveTo>
                    <a:pt x="0" y="0"/>
                  </a:moveTo>
                  <a:lnTo>
                    <a:pt x="1436" y="16716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2342" y="3170398"/>
              <a:ext cx="1436" cy="167161"/>
            </a:xfrm>
            <a:custGeom>
              <a:avLst/>
              <a:pathLst>
                <a:path w="1436" h="167161">
                  <a:moveTo>
                    <a:pt x="0" y="0"/>
                  </a:moveTo>
                  <a:lnTo>
                    <a:pt x="1436" y="16716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2342" y="3170398"/>
              <a:ext cx="1436" cy="167161"/>
            </a:xfrm>
            <a:custGeom>
              <a:avLst/>
              <a:pathLst>
                <a:path w="1436" h="167161">
                  <a:moveTo>
                    <a:pt x="0" y="0"/>
                  </a:moveTo>
                  <a:lnTo>
                    <a:pt x="1436" y="16716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2342" y="3170398"/>
              <a:ext cx="1436" cy="167161"/>
            </a:xfrm>
            <a:custGeom>
              <a:avLst/>
              <a:pathLst>
                <a:path w="1436" h="167161">
                  <a:moveTo>
                    <a:pt x="0" y="0"/>
                  </a:moveTo>
                  <a:lnTo>
                    <a:pt x="1436" y="16716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2342" y="3170398"/>
              <a:ext cx="1436" cy="167161"/>
            </a:xfrm>
            <a:custGeom>
              <a:avLst/>
              <a:pathLst>
                <a:path w="1436" h="167161">
                  <a:moveTo>
                    <a:pt x="0" y="0"/>
                  </a:moveTo>
                  <a:lnTo>
                    <a:pt x="1436" y="16716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2342" y="3170398"/>
              <a:ext cx="1436" cy="167161"/>
            </a:xfrm>
            <a:custGeom>
              <a:avLst/>
              <a:pathLst>
                <a:path w="1436" h="167161">
                  <a:moveTo>
                    <a:pt x="0" y="0"/>
                  </a:moveTo>
                  <a:lnTo>
                    <a:pt x="1436" y="16716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2342" y="3170398"/>
              <a:ext cx="1436" cy="167161"/>
            </a:xfrm>
            <a:custGeom>
              <a:avLst/>
              <a:pathLst>
                <a:path w="1436" h="167161">
                  <a:moveTo>
                    <a:pt x="0" y="0"/>
                  </a:moveTo>
                  <a:lnTo>
                    <a:pt x="1436" y="16716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2342" y="3170398"/>
              <a:ext cx="1436" cy="167161"/>
            </a:xfrm>
            <a:custGeom>
              <a:avLst/>
              <a:pathLst>
                <a:path w="1436" h="167161">
                  <a:moveTo>
                    <a:pt x="0" y="0"/>
                  </a:moveTo>
                  <a:lnTo>
                    <a:pt x="1436" y="16716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2342" y="3170398"/>
              <a:ext cx="1436" cy="167161"/>
            </a:xfrm>
            <a:custGeom>
              <a:avLst/>
              <a:pathLst>
                <a:path w="1436" h="167161">
                  <a:moveTo>
                    <a:pt x="0" y="0"/>
                  </a:moveTo>
                  <a:lnTo>
                    <a:pt x="1436" y="16716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2342" y="3170398"/>
              <a:ext cx="1436" cy="167161"/>
            </a:xfrm>
            <a:custGeom>
              <a:avLst/>
              <a:pathLst>
                <a:path w="1436" h="167161">
                  <a:moveTo>
                    <a:pt x="0" y="0"/>
                  </a:moveTo>
                  <a:lnTo>
                    <a:pt x="1436" y="1671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2342" y="3170398"/>
              <a:ext cx="1436" cy="167161"/>
            </a:xfrm>
            <a:custGeom>
              <a:avLst/>
              <a:pathLst>
                <a:path w="1436" h="167161">
                  <a:moveTo>
                    <a:pt x="0" y="0"/>
                  </a:moveTo>
                  <a:lnTo>
                    <a:pt x="1436" y="1671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2342" y="3170398"/>
              <a:ext cx="1436" cy="167161"/>
            </a:xfrm>
            <a:custGeom>
              <a:avLst/>
              <a:pathLst>
                <a:path w="1436" h="167161">
                  <a:moveTo>
                    <a:pt x="0" y="0"/>
                  </a:moveTo>
                  <a:lnTo>
                    <a:pt x="1436" y="1671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2342" y="3170398"/>
              <a:ext cx="1436" cy="167161"/>
            </a:xfrm>
            <a:custGeom>
              <a:avLst/>
              <a:pathLst>
                <a:path w="1436" h="167161">
                  <a:moveTo>
                    <a:pt x="0" y="0"/>
                  </a:moveTo>
                  <a:lnTo>
                    <a:pt x="1436" y="1671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2342" y="3170398"/>
              <a:ext cx="1436" cy="167161"/>
            </a:xfrm>
            <a:custGeom>
              <a:avLst/>
              <a:pathLst>
                <a:path w="1436" h="167161">
                  <a:moveTo>
                    <a:pt x="0" y="0"/>
                  </a:moveTo>
                  <a:lnTo>
                    <a:pt x="1436" y="16716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2342" y="3170398"/>
              <a:ext cx="1436" cy="167161"/>
            </a:xfrm>
            <a:custGeom>
              <a:avLst/>
              <a:pathLst>
                <a:path w="1436" h="167161">
                  <a:moveTo>
                    <a:pt x="0" y="0"/>
                  </a:moveTo>
                  <a:lnTo>
                    <a:pt x="1436" y="1671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2342" y="3170398"/>
              <a:ext cx="1436" cy="167161"/>
            </a:xfrm>
            <a:custGeom>
              <a:avLst/>
              <a:pathLst>
                <a:path w="1436" h="167161">
                  <a:moveTo>
                    <a:pt x="0" y="0"/>
                  </a:moveTo>
                  <a:lnTo>
                    <a:pt x="1436" y="1671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2342" y="3170398"/>
              <a:ext cx="1436" cy="167161"/>
            </a:xfrm>
            <a:custGeom>
              <a:avLst/>
              <a:pathLst>
                <a:path w="1436" h="167161">
                  <a:moveTo>
                    <a:pt x="0" y="0"/>
                  </a:moveTo>
                  <a:lnTo>
                    <a:pt x="1436" y="16716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2342" y="3170398"/>
              <a:ext cx="1436" cy="167161"/>
            </a:xfrm>
            <a:custGeom>
              <a:avLst/>
              <a:pathLst>
                <a:path w="1436" h="167161">
                  <a:moveTo>
                    <a:pt x="0" y="0"/>
                  </a:moveTo>
                  <a:lnTo>
                    <a:pt x="1436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82342" y="3170398"/>
              <a:ext cx="1436" cy="167161"/>
            </a:xfrm>
            <a:custGeom>
              <a:avLst/>
              <a:pathLst>
                <a:path w="1436" h="167161">
                  <a:moveTo>
                    <a:pt x="0" y="0"/>
                  </a:moveTo>
                  <a:lnTo>
                    <a:pt x="1436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82342" y="3170398"/>
              <a:ext cx="1436" cy="167161"/>
            </a:xfrm>
            <a:custGeom>
              <a:avLst/>
              <a:pathLst>
                <a:path w="1436" h="167161">
                  <a:moveTo>
                    <a:pt x="0" y="0"/>
                  </a:moveTo>
                  <a:lnTo>
                    <a:pt x="1436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982342" y="3170398"/>
              <a:ext cx="1436" cy="167161"/>
            </a:xfrm>
            <a:custGeom>
              <a:avLst/>
              <a:pathLst>
                <a:path w="1436" h="167161">
                  <a:moveTo>
                    <a:pt x="0" y="0"/>
                  </a:moveTo>
                  <a:lnTo>
                    <a:pt x="1436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82342" y="3170398"/>
              <a:ext cx="1436" cy="167161"/>
            </a:xfrm>
            <a:custGeom>
              <a:avLst/>
              <a:pathLst>
                <a:path w="1436" h="167161">
                  <a:moveTo>
                    <a:pt x="0" y="0"/>
                  </a:moveTo>
                  <a:lnTo>
                    <a:pt x="1436" y="16716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982342" y="3170398"/>
              <a:ext cx="1436" cy="167161"/>
            </a:xfrm>
            <a:custGeom>
              <a:avLst/>
              <a:pathLst>
                <a:path w="1436" h="167161">
                  <a:moveTo>
                    <a:pt x="0" y="0"/>
                  </a:moveTo>
                  <a:lnTo>
                    <a:pt x="1436" y="16716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16619" y="3170398"/>
              <a:ext cx="334310" cy="334327"/>
            </a:xfrm>
            <a:custGeom>
              <a:avLst/>
              <a:pathLst>
                <a:path w="334310" h="334327">
                  <a:moveTo>
                    <a:pt x="165722" y="0"/>
                  </a:moveTo>
                  <a:lnTo>
                    <a:pt x="160427" y="129"/>
                  </a:lnTo>
                  <a:lnTo>
                    <a:pt x="155139" y="426"/>
                  </a:lnTo>
                  <a:lnTo>
                    <a:pt x="149863" y="891"/>
                  </a:lnTo>
                  <a:lnTo>
                    <a:pt x="144604" y="1522"/>
                  </a:lnTo>
                  <a:lnTo>
                    <a:pt x="139367" y="2320"/>
                  </a:lnTo>
                  <a:lnTo>
                    <a:pt x="134159" y="3283"/>
                  </a:lnTo>
                  <a:lnTo>
                    <a:pt x="128984" y="4411"/>
                  </a:lnTo>
                  <a:lnTo>
                    <a:pt x="123847" y="5702"/>
                  </a:lnTo>
                  <a:lnTo>
                    <a:pt x="118754" y="7155"/>
                  </a:lnTo>
                  <a:lnTo>
                    <a:pt x="113709" y="8769"/>
                  </a:lnTo>
                  <a:lnTo>
                    <a:pt x="108718" y="10542"/>
                  </a:lnTo>
                  <a:lnTo>
                    <a:pt x="103785" y="12472"/>
                  </a:lnTo>
                  <a:lnTo>
                    <a:pt x="98916" y="14557"/>
                  </a:lnTo>
                  <a:lnTo>
                    <a:pt x="94116" y="16796"/>
                  </a:lnTo>
                  <a:lnTo>
                    <a:pt x="89389" y="19185"/>
                  </a:lnTo>
                  <a:lnTo>
                    <a:pt x="84740" y="21724"/>
                  </a:lnTo>
                  <a:lnTo>
                    <a:pt x="80174" y="24408"/>
                  </a:lnTo>
                  <a:lnTo>
                    <a:pt x="75695" y="27235"/>
                  </a:lnTo>
                  <a:lnTo>
                    <a:pt x="71308" y="30203"/>
                  </a:lnTo>
                  <a:lnTo>
                    <a:pt x="67017" y="33308"/>
                  </a:lnTo>
                  <a:lnTo>
                    <a:pt x="62827" y="36548"/>
                  </a:lnTo>
                  <a:lnTo>
                    <a:pt x="58741" y="39919"/>
                  </a:lnTo>
                  <a:lnTo>
                    <a:pt x="54764" y="43418"/>
                  </a:lnTo>
                  <a:lnTo>
                    <a:pt x="50900" y="47041"/>
                  </a:lnTo>
                  <a:lnTo>
                    <a:pt x="47153" y="50784"/>
                  </a:lnTo>
                  <a:lnTo>
                    <a:pt x="43527" y="54644"/>
                  </a:lnTo>
                  <a:lnTo>
                    <a:pt x="40024" y="58618"/>
                  </a:lnTo>
                  <a:lnTo>
                    <a:pt x="36649" y="62700"/>
                  </a:lnTo>
                  <a:lnTo>
                    <a:pt x="33405" y="66887"/>
                  </a:lnTo>
                  <a:lnTo>
                    <a:pt x="30296" y="71175"/>
                  </a:lnTo>
                  <a:lnTo>
                    <a:pt x="27323" y="75559"/>
                  </a:lnTo>
                  <a:lnTo>
                    <a:pt x="24492" y="80035"/>
                  </a:lnTo>
                  <a:lnTo>
                    <a:pt x="21803" y="84599"/>
                  </a:lnTo>
                  <a:lnTo>
                    <a:pt x="19260" y="89245"/>
                  </a:lnTo>
                  <a:lnTo>
                    <a:pt x="16866" y="93970"/>
                  </a:lnTo>
                  <a:lnTo>
                    <a:pt x="14623" y="98768"/>
                  </a:lnTo>
                  <a:lnTo>
                    <a:pt x="12533" y="103635"/>
                  </a:lnTo>
                  <a:lnTo>
                    <a:pt x="10598" y="108565"/>
                  </a:lnTo>
                  <a:lnTo>
                    <a:pt x="8820" y="113555"/>
                  </a:lnTo>
                  <a:lnTo>
                    <a:pt x="7201" y="118598"/>
                  </a:lnTo>
                  <a:lnTo>
                    <a:pt x="5743" y="123690"/>
                  </a:lnTo>
                  <a:lnTo>
                    <a:pt x="4447" y="128826"/>
                  </a:lnTo>
                  <a:lnTo>
                    <a:pt x="3314" y="134000"/>
                  </a:lnTo>
                  <a:lnTo>
                    <a:pt x="2346" y="139207"/>
                  </a:lnTo>
                  <a:lnTo>
                    <a:pt x="1543" y="144443"/>
                  </a:lnTo>
                  <a:lnTo>
                    <a:pt x="906" y="149701"/>
                  </a:lnTo>
                  <a:lnTo>
                    <a:pt x="436" y="154977"/>
                  </a:lnTo>
                  <a:lnTo>
                    <a:pt x="134" y="160265"/>
                  </a:lnTo>
                  <a:lnTo>
                    <a:pt x="0" y="165560"/>
                  </a:lnTo>
                  <a:lnTo>
                    <a:pt x="33" y="170856"/>
                  </a:lnTo>
                  <a:lnTo>
                    <a:pt x="234" y="176149"/>
                  </a:lnTo>
                  <a:lnTo>
                    <a:pt x="602" y="181433"/>
                  </a:lnTo>
                  <a:lnTo>
                    <a:pt x="1138" y="186702"/>
                  </a:lnTo>
                  <a:lnTo>
                    <a:pt x="1840" y="191952"/>
                  </a:lnTo>
                  <a:lnTo>
                    <a:pt x="2709" y="197177"/>
                  </a:lnTo>
                  <a:lnTo>
                    <a:pt x="3742" y="202372"/>
                  </a:lnTo>
                  <a:lnTo>
                    <a:pt x="4940" y="207532"/>
                  </a:lnTo>
                  <a:lnTo>
                    <a:pt x="6300" y="212651"/>
                  </a:lnTo>
                  <a:lnTo>
                    <a:pt x="7822" y="217724"/>
                  </a:lnTo>
                  <a:lnTo>
                    <a:pt x="9504" y="222747"/>
                  </a:lnTo>
                  <a:lnTo>
                    <a:pt x="11344" y="227713"/>
                  </a:lnTo>
                  <a:lnTo>
                    <a:pt x="13341" y="232619"/>
                  </a:lnTo>
                  <a:lnTo>
                    <a:pt x="15492" y="237460"/>
                  </a:lnTo>
                  <a:lnTo>
                    <a:pt x="17795" y="242229"/>
                  </a:lnTo>
                  <a:lnTo>
                    <a:pt x="20248" y="246924"/>
                  </a:lnTo>
                  <a:lnTo>
                    <a:pt x="22849" y="251538"/>
                  </a:lnTo>
                  <a:lnTo>
                    <a:pt x="25595" y="256067"/>
                  </a:lnTo>
                  <a:lnTo>
                    <a:pt x="28482" y="260508"/>
                  </a:lnTo>
                  <a:lnTo>
                    <a:pt x="31509" y="264854"/>
                  </a:lnTo>
                  <a:lnTo>
                    <a:pt x="34672" y="269103"/>
                  </a:lnTo>
                  <a:lnTo>
                    <a:pt x="37968" y="273249"/>
                  </a:lnTo>
                  <a:lnTo>
                    <a:pt x="41394" y="277288"/>
                  </a:lnTo>
                  <a:lnTo>
                    <a:pt x="44946" y="281217"/>
                  </a:lnTo>
                  <a:lnTo>
                    <a:pt x="48621" y="285032"/>
                  </a:lnTo>
                  <a:lnTo>
                    <a:pt x="52415" y="288728"/>
                  </a:lnTo>
                  <a:lnTo>
                    <a:pt x="56324" y="292302"/>
                  </a:lnTo>
                  <a:lnTo>
                    <a:pt x="60344" y="295751"/>
                  </a:lnTo>
                  <a:lnTo>
                    <a:pt x="64471" y="299070"/>
                  </a:lnTo>
                  <a:lnTo>
                    <a:pt x="68702" y="302257"/>
                  </a:lnTo>
                  <a:lnTo>
                    <a:pt x="73031" y="305309"/>
                  </a:lnTo>
                  <a:lnTo>
                    <a:pt x="77455" y="308222"/>
                  </a:lnTo>
                  <a:lnTo>
                    <a:pt x="81969" y="310993"/>
                  </a:lnTo>
                  <a:lnTo>
                    <a:pt x="86569" y="313619"/>
                  </a:lnTo>
                  <a:lnTo>
                    <a:pt x="91249" y="316099"/>
                  </a:lnTo>
                  <a:lnTo>
                    <a:pt x="96006" y="318429"/>
                  </a:lnTo>
                  <a:lnTo>
                    <a:pt x="100834" y="320607"/>
                  </a:lnTo>
                  <a:lnTo>
                    <a:pt x="105728" y="322632"/>
                  </a:lnTo>
                  <a:lnTo>
                    <a:pt x="110685" y="324500"/>
                  </a:lnTo>
                  <a:lnTo>
                    <a:pt x="115698" y="326210"/>
                  </a:lnTo>
                  <a:lnTo>
                    <a:pt x="120762" y="327760"/>
                  </a:lnTo>
                  <a:lnTo>
                    <a:pt x="125873" y="329150"/>
                  </a:lnTo>
                  <a:lnTo>
                    <a:pt x="131026" y="330376"/>
                  </a:lnTo>
                  <a:lnTo>
                    <a:pt x="136215" y="331439"/>
                  </a:lnTo>
                  <a:lnTo>
                    <a:pt x="141435" y="332337"/>
                  </a:lnTo>
                  <a:lnTo>
                    <a:pt x="146681" y="333069"/>
                  </a:lnTo>
                  <a:lnTo>
                    <a:pt x="151947" y="333635"/>
                  </a:lnTo>
                  <a:lnTo>
                    <a:pt x="157229" y="334033"/>
                  </a:lnTo>
                  <a:lnTo>
                    <a:pt x="162521" y="334264"/>
                  </a:lnTo>
                  <a:lnTo>
                    <a:pt x="167817" y="334327"/>
                  </a:lnTo>
                  <a:lnTo>
                    <a:pt x="173113" y="334222"/>
                  </a:lnTo>
                  <a:lnTo>
                    <a:pt x="178402" y="333950"/>
                  </a:lnTo>
                  <a:lnTo>
                    <a:pt x="183681" y="333510"/>
                  </a:lnTo>
                  <a:lnTo>
                    <a:pt x="188942" y="332903"/>
                  </a:lnTo>
                  <a:lnTo>
                    <a:pt x="194182" y="332130"/>
                  </a:lnTo>
                  <a:lnTo>
                    <a:pt x="199395" y="331191"/>
                  </a:lnTo>
                  <a:lnTo>
                    <a:pt x="204576" y="330087"/>
                  </a:lnTo>
                  <a:lnTo>
                    <a:pt x="209718" y="328820"/>
                  </a:lnTo>
                  <a:lnTo>
                    <a:pt x="214819" y="327390"/>
                  </a:lnTo>
                  <a:lnTo>
                    <a:pt x="219871" y="325800"/>
                  </a:lnTo>
                  <a:lnTo>
                    <a:pt x="224870" y="324051"/>
                  </a:lnTo>
                  <a:lnTo>
                    <a:pt x="229812" y="322143"/>
                  </a:lnTo>
                  <a:lnTo>
                    <a:pt x="234690" y="320081"/>
                  </a:lnTo>
                  <a:lnTo>
                    <a:pt x="239501" y="317865"/>
                  </a:lnTo>
                  <a:lnTo>
                    <a:pt x="244239" y="315497"/>
                  </a:lnTo>
                  <a:lnTo>
                    <a:pt x="248900" y="312981"/>
                  </a:lnTo>
                  <a:lnTo>
                    <a:pt x="253478" y="310318"/>
                  </a:lnTo>
                  <a:lnTo>
                    <a:pt x="257970" y="307511"/>
                  </a:lnTo>
                  <a:lnTo>
                    <a:pt x="262371" y="304564"/>
                  </a:lnTo>
                  <a:lnTo>
                    <a:pt x="266677" y="301479"/>
                  </a:lnTo>
                  <a:lnTo>
                    <a:pt x="270882" y="298258"/>
                  </a:lnTo>
                  <a:lnTo>
                    <a:pt x="274983" y="294906"/>
                  </a:lnTo>
                  <a:lnTo>
                    <a:pt x="278976" y="291426"/>
                  </a:lnTo>
                  <a:lnTo>
                    <a:pt x="282857" y="287822"/>
                  </a:lnTo>
                  <a:lnTo>
                    <a:pt x="286621" y="284096"/>
                  </a:lnTo>
                  <a:lnTo>
                    <a:pt x="290266" y="280252"/>
                  </a:lnTo>
                  <a:lnTo>
                    <a:pt x="293787" y="276295"/>
                  </a:lnTo>
                  <a:lnTo>
                    <a:pt x="297181" y="272229"/>
                  </a:lnTo>
                  <a:lnTo>
                    <a:pt x="300444" y="268057"/>
                  </a:lnTo>
                  <a:lnTo>
                    <a:pt x="303574" y="263784"/>
                  </a:lnTo>
                  <a:lnTo>
                    <a:pt x="306567" y="259413"/>
                  </a:lnTo>
                  <a:lnTo>
                    <a:pt x="309419" y="254951"/>
                  </a:lnTo>
                  <a:lnTo>
                    <a:pt x="312129" y="250400"/>
                  </a:lnTo>
                  <a:lnTo>
                    <a:pt x="314693" y="245765"/>
                  </a:lnTo>
                  <a:lnTo>
                    <a:pt x="317110" y="241052"/>
                  </a:lnTo>
                  <a:lnTo>
                    <a:pt x="319375" y="236264"/>
                  </a:lnTo>
                  <a:lnTo>
                    <a:pt x="321488" y="231407"/>
                  </a:lnTo>
                  <a:lnTo>
                    <a:pt x="323446" y="226485"/>
                  </a:lnTo>
                  <a:lnTo>
                    <a:pt x="325247" y="221504"/>
                  </a:lnTo>
                  <a:lnTo>
                    <a:pt x="326889" y="216469"/>
                  </a:lnTo>
                  <a:lnTo>
                    <a:pt x="328371" y="211384"/>
                  </a:lnTo>
                  <a:lnTo>
                    <a:pt x="329691" y="206254"/>
                  </a:lnTo>
                  <a:lnTo>
                    <a:pt x="330848" y="201085"/>
                  </a:lnTo>
                  <a:lnTo>
                    <a:pt x="331841" y="195882"/>
                  </a:lnTo>
                  <a:lnTo>
                    <a:pt x="332668" y="190651"/>
                  </a:lnTo>
                  <a:lnTo>
                    <a:pt x="333329" y="185395"/>
                  </a:lnTo>
                  <a:lnTo>
                    <a:pt x="333823" y="180122"/>
                  </a:lnTo>
                  <a:lnTo>
                    <a:pt x="334150" y="174835"/>
                  </a:lnTo>
                  <a:lnTo>
                    <a:pt x="334310" y="169541"/>
                  </a:lnTo>
                  <a:lnTo>
                    <a:pt x="334301" y="164244"/>
                  </a:lnTo>
                  <a:lnTo>
                    <a:pt x="334125" y="158951"/>
                  </a:lnTo>
                  <a:lnTo>
                    <a:pt x="333781" y="153665"/>
                  </a:lnTo>
                  <a:lnTo>
                    <a:pt x="333270" y="148393"/>
                  </a:lnTo>
                  <a:lnTo>
                    <a:pt x="332592" y="143140"/>
                  </a:lnTo>
                  <a:lnTo>
                    <a:pt x="331748" y="137911"/>
                  </a:lnTo>
                  <a:lnTo>
                    <a:pt x="330739" y="132711"/>
                  </a:lnTo>
                  <a:lnTo>
                    <a:pt x="329565" y="127546"/>
                  </a:lnTo>
                  <a:lnTo>
                    <a:pt x="328229" y="122421"/>
                  </a:lnTo>
                  <a:lnTo>
                    <a:pt x="326730" y="117341"/>
                  </a:lnTo>
                  <a:lnTo>
                    <a:pt x="325072" y="112310"/>
                  </a:lnTo>
                  <a:lnTo>
                    <a:pt x="323255" y="107335"/>
                  </a:lnTo>
                  <a:lnTo>
                    <a:pt x="321281" y="102420"/>
                  </a:lnTo>
                  <a:lnTo>
                    <a:pt x="319153" y="97570"/>
                  </a:lnTo>
                  <a:lnTo>
                    <a:pt x="316872" y="92789"/>
                  </a:lnTo>
                  <a:lnTo>
                    <a:pt x="314441" y="88084"/>
                  </a:lnTo>
                  <a:lnTo>
                    <a:pt x="311861" y="83457"/>
                  </a:lnTo>
                  <a:lnTo>
                    <a:pt x="309137" y="78915"/>
                  </a:lnTo>
                  <a:lnTo>
                    <a:pt x="306270" y="74461"/>
                  </a:lnTo>
                  <a:lnTo>
                    <a:pt x="303263" y="70101"/>
                  </a:lnTo>
                  <a:lnTo>
                    <a:pt x="300120" y="65838"/>
                  </a:lnTo>
                  <a:lnTo>
                    <a:pt x="296843" y="61676"/>
                  </a:lnTo>
                  <a:lnTo>
                    <a:pt x="293436" y="57621"/>
                  </a:lnTo>
                  <a:lnTo>
                    <a:pt x="289903" y="53675"/>
                  </a:lnTo>
                  <a:lnTo>
                    <a:pt x="286246" y="49843"/>
                  </a:lnTo>
                  <a:lnTo>
                    <a:pt x="282469" y="46130"/>
                  </a:lnTo>
                  <a:lnTo>
                    <a:pt x="278577" y="42537"/>
                  </a:lnTo>
                  <a:lnTo>
                    <a:pt x="274573" y="39070"/>
                  </a:lnTo>
                  <a:lnTo>
                    <a:pt x="270461" y="35731"/>
                  </a:lnTo>
                  <a:lnTo>
                    <a:pt x="266245" y="32525"/>
                  </a:lnTo>
                  <a:lnTo>
                    <a:pt x="261930" y="29453"/>
                  </a:lnTo>
                  <a:lnTo>
                    <a:pt x="257520" y="26520"/>
                  </a:lnTo>
                  <a:lnTo>
                    <a:pt x="253019" y="23728"/>
                  </a:lnTo>
                  <a:lnTo>
                    <a:pt x="248432" y="21079"/>
                  </a:lnTo>
                  <a:lnTo>
                    <a:pt x="243763" y="18578"/>
                  </a:lnTo>
                  <a:lnTo>
                    <a:pt x="239017" y="16226"/>
                  </a:lnTo>
                  <a:lnTo>
                    <a:pt x="234199" y="14025"/>
                  </a:lnTo>
                  <a:lnTo>
                    <a:pt x="229314" y="11978"/>
                  </a:lnTo>
                  <a:lnTo>
                    <a:pt x="224367" y="10087"/>
                  </a:lnTo>
                  <a:lnTo>
                    <a:pt x="219362" y="8353"/>
                  </a:lnTo>
                  <a:lnTo>
                    <a:pt x="214304" y="6779"/>
                  </a:lnTo>
                  <a:lnTo>
                    <a:pt x="209200" y="5366"/>
                  </a:lnTo>
                  <a:lnTo>
                    <a:pt x="204053" y="4115"/>
                  </a:lnTo>
                  <a:lnTo>
                    <a:pt x="198869" y="3028"/>
                  </a:lnTo>
                  <a:lnTo>
                    <a:pt x="193653" y="2106"/>
                  </a:lnTo>
                  <a:lnTo>
                    <a:pt x="188411" y="1350"/>
                  </a:lnTo>
                  <a:lnTo>
                    <a:pt x="183147" y="760"/>
                  </a:lnTo>
                  <a:lnTo>
                    <a:pt x="167159" y="16716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983779" y="3170392"/>
              <a:ext cx="15987" cy="167167"/>
            </a:xfrm>
            <a:custGeom>
              <a:avLst/>
              <a:pathLst>
                <a:path w="15987" h="167167">
                  <a:moveTo>
                    <a:pt x="15987" y="766"/>
                  </a:moveTo>
                  <a:lnTo>
                    <a:pt x="8003" y="1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6074" y="2633064"/>
              <a:ext cx="32936" cy="167167"/>
            </a:xfrm>
            <a:custGeom>
              <a:avLst/>
              <a:pathLst>
                <a:path w="32936" h="167167">
                  <a:moveTo>
                    <a:pt x="32936" y="0"/>
                  </a:moveTo>
                  <a:lnTo>
                    <a:pt x="26307" y="131"/>
                  </a:lnTo>
                  <a:lnTo>
                    <a:pt x="19689" y="525"/>
                  </a:lnTo>
                  <a:lnTo>
                    <a:pt x="13091" y="1182"/>
                  </a:lnTo>
                  <a:lnTo>
                    <a:pt x="6524" y="2099"/>
                  </a:lnTo>
                  <a:lnTo>
                    <a:pt x="0" y="3276"/>
                  </a:lnTo>
                  <a:lnTo>
                    <a:pt x="3293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6074" y="2636341"/>
              <a:ext cx="32936" cy="163890"/>
            </a:xfrm>
            <a:custGeom>
              <a:avLst/>
              <a:pathLst>
                <a:path w="32936" h="163890">
                  <a:moveTo>
                    <a:pt x="0" y="0"/>
                  </a:moveTo>
                  <a:lnTo>
                    <a:pt x="32936" y="16389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6074" y="2636341"/>
              <a:ext cx="32936" cy="163890"/>
            </a:xfrm>
            <a:custGeom>
              <a:avLst/>
              <a:pathLst>
                <a:path w="32936" h="163890">
                  <a:moveTo>
                    <a:pt x="0" y="0"/>
                  </a:moveTo>
                  <a:lnTo>
                    <a:pt x="32936" y="16389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6074" y="2636341"/>
              <a:ext cx="32936" cy="163890"/>
            </a:xfrm>
            <a:custGeom>
              <a:avLst/>
              <a:pathLst>
                <a:path w="32936" h="163890">
                  <a:moveTo>
                    <a:pt x="0" y="0"/>
                  </a:moveTo>
                  <a:lnTo>
                    <a:pt x="32936" y="1638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6074" y="2636341"/>
              <a:ext cx="32936" cy="163890"/>
            </a:xfrm>
            <a:custGeom>
              <a:avLst/>
              <a:pathLst>
                <a:path w="32936" h="163890">
                  <a:moveTo>
                    <a:pt x="0" y="0"/>
                  </a:moveTo>
                  <a:lnTo>
                    <a:pt x="32936" y="1638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6074" y="2636341"/>
              <a:ext cx="32936" cy="163890"/>
            </a:xfrm>
            <a:custGeom>
              <a:avLst/>
              <a:pathLst>
                <a:path w="32936" h="163890">
                  <a:moveTo>
                    <a:pt x="0" y="0"/>
                  </a:moveTo>
                  <a:lnTo>
                    <a:pt x="32936" y="1638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6074" y="2636341"/>
              <a:ext cx="32936" cy="163890"/>
            </a:xfrm>
            <a:custGeom>
              <a:avLst/>
              <a:pathLst>
                <a:path w="32936" h="163890">
                  <a:moveTo>
                    <a:pt x="0" y="0"/>
                  </a:moveTo>
                  <a:lnTo>
                    <a:pt x="32936" y="1638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6074" y="2636341"/>
              <a:ext cx="32936" cy="163890"/>
            </a:xfrm>
            <a:custGeom>
              <a:avLst/>
              <a:pathLst>
                <a:path w="32936" h="163890">
                  <a:moveTo>
                    <a:pt x="0" y="0"/>
                  </a:moveTo>
                  <a:lnTo>
                    <a:pt x="32936" y="16389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6074" y="2636341"/>
              <a:ext cx="32936" cy="163890"/>
            </a:xfrm>
            <a:custGeom>
              <a:avLst/>
              <a:pathLst>
                <a:path w="32936" h="163890">
                  <a:moveTo>
                    <a:pt x="0" y="0"/>
                  </a:moveTo>
                  <a:lnTo>
                    <a:pt x="32936" y="16389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6074" y="2636341"/>
              <a:ext cx="32936" cy="163890"/>
            </a:xfrm>
            <a:custGeom>
              <a:avLst/>
              <a:pathLst>
                <a:path w="32936" h="163890">
                  <a:moveTo>
                    <a:pt x="0" y="0"/>
                  </a:moveTo>
                  <a:lnTo>
                    <a:pt x="32936" y="16389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6074" y="2636341"/>
              <a:ext cx="32936" cy="163890"/>
            </a:xfrm>
            <a:custGeom>
              <a:avLst/>
              <a:pathLst>
                <a:path w="32936" h="163890">
                  <a:moveTo>
                    <a:pt x="0" y="0"/>
                  </a:moveTo>
                  <a:lnTo>
                    <a:pt x="32936" y="16389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6074" y="2636341"/>
              <a:ext cx="32936" cy="163890"/>
            </a:xfrm>
            <a:custGeom>
              <a:avLst/>
              <a:pathLst>
                <a:path w="32936" h="163890">
                  <a:moveTo>
                    <a:pt x="0" y="0"/>
                  </a:moveTo>
                  <a:lnTo>
                    <a:pt x="32936" y="1638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6074" y="2636341"/>
              <a:ext cx="32936" cy="163890"/>
            </a:xfrm>
            <a:custGeom>
              <a:avLst/>
              <a:pathLst>
                <a:path w="32936" h="163890">
                  <a:moveTo>
                    <a:pt x="0" y="0"/>
                  </a:moveTo>
                  <a:lnTo>
                    <a:pt x="32936" y="1638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6074" y="2636341"/>
              <a:ext cx="32936" cy="163890"/>
            </a:xfrm>
            <a:custGeom>
              <a:avLst/>
              <a:pathLst>
                <a:path w="32936" h="163890">
                  <a:moveTo>
                    <a:pt x="0" y="0"/>
                  </a:moveTo>
                  <a:lnTo>
                    <a:pt x="32936" y="1638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6074" y="2636341"/>
              <a:ext cx="32936" cy="163890"/>
            </a:xfrm>
            <a:custGeom>
              <a:avLst/>
              <a:pathLst>
                <a:path w="32936" h="163890">
                  <a:moveTo>
                    <a:pt x="0" y="0"/>
                  </a:moveTo>
                  <a:lnTo>
                    <a:pt x="32936" y="1638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6074" y="2636341"/>
              <a:ext cx="32936" cy="163890"/>
            </a:xfrm>
            <a:custGeom>
              <a:avLst/>
              <a:pathLst>
                <a:path w="32936" h="163890">
                  <a:moveTo>
                    <a:pt x="0" y="0"/>
                  </a:moveTo>
                  <a:lnTo>
                    <a:pt x="32936" y="16389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86074" y="2636341"/>
              <a:ext cx="32936" cy="163890"/>
            </a:xfrm>
            <a:custGeom>
              <a:avLst/>
              <a:pathLst>
                <a:path w="32936" h="163890">
                  <a:moveTo>
                    <a:pt x="0" y="0"/>
                  </a:moveTo>
                  <a:lnTo>
                    <a:pt x="32936" y="1638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86074" y="2636341"/>
              <a:ext cx="32936" cy="163890"/>
            </a:xfrm>
            <a:custGeom>
              <a:avLst/>
              <a:pathLst>
                <a:path w="32936" h="163890">
                  <a:moveTo>
                    <a:pt x="0" y="0"/>
                  </a:moveTo>
                  <a:lnTo>
                    <a:pt x="32936" y="1638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86074" y="2636341"/>
              <a:ext cx="32936" cy="163890"/>
            </a:xfrm>
            <a:custGeom>
              <a:avLst/>
              <a:pathLst>
                <a:path w="32936" h="163890">
                  <a:moveTo>
                    <a:pt x="0" y="0"/>
                  </a:moveTo>
                  <a:lnTo>
                    <a:pt x="32936" y="16389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86074" y="2636341"/>
              <a:ext cx="32936" cy="163890"/>
            </a:xfrm>
            <a:custGeom>
              <a:avLst/>
              <a:pathLst>
                <a:path w="32936" h="163890">
                  <a:moveTo>
                    <a:pt x="0" y="0"/>
                  </a:moveTo>
                  <a:lnTo>
                    <a:pt x="32936" y="1638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86074" y="2636341"/>
              <a:ext cx="32936" cy="163890"/>
            </a:xfrm>
            <a:custGeom>
              <a:avLst/>
              <a:pathLst>
                <a:path w="32936" h="163890">
                  <a:moveTo>
                    <a:pt x="0" y="0"/>
                  </a:moveTo>
                  <a:lnTo>
                    <a:pt x="32936" y="1638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86074" y="2636341"/>
              <a:ext cx="32936" cy="163890"/>
            </a:xfrm>
            <a:custGeom>
              <a:avLst/>
              <a:pathLst>
                <a:path w="32936" h="163890">
                  <a:moveTo>
                    <a:pt x="0" y="0"/>
                  </a:moveTo>
                  <a:lnTo>
                    <a:pt x="32936" y="1638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886074" y="2636341"/>
              <a:ext cx="32936" cy="163890"/>
            </a:xfrm>
            <a:custGeom>
              <a:avLst/>
              <a:pathLst>
                <a:path w="32936" h="163890">
                  <a:moveTo>
                    <a:pt x="0" y="0"/>
                  </a:moveTo>
                  <a:lnTo>
                    <a:pt x="32936" y="1638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886074" y="2636341"/>
              <a:ext cx="32936" cy="163890"/>
            </a:xfrm>
            <a:custGeom>
              <a:avLst/>
              <a:pathLst>
                <a:path w="32936" h="163890">
                  <a:moveTo>
                    <a:pt x="0" y="0"/>
                  </a:moveTo>
                  <a:lnTo>
                    <a:pt x="32936" y="16389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886074" y="2636341"/>
              <a:ext cx="32936" cy="163890"/>
            </a:xfrm>
            <a:custGeom>
              <a:avLst/>
              <a:pathLst>
                <a:path w="32936" h="163890">
                  <a:moveTo>
                    <a:pt x="0" y="0"/>
                  </a:moveTo>
                  <a:lnTo>
                    <a:pt x="32936" y="16389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51853" y="2636341"/>
              <a:ext cx="334307" cy="331057"/>
            </a:xfrm>
            <a:custGeom>
              <a:avLst/>
              <a:pathLst>
                <a:path w="334307" h="331057">
                  <a:moveTo>
                    <a:pt x="134221" y="0"/>
                  </a:moveTo>
                  <a:lnTo>
                    <a:pt x="129048" y="1125"/>
                  </a:lnTo>
                  <a:lnTo>
                    <a:pt x="123913" y="2413"/>
                  </a:lnTo>
                  <a:lnTo>
                    <a:pt x="118822" y="3863"/>
                  </a:lnTo>
                  <a:lnTo>
                    <a:pt x="113780" y="5474"/>
                  </a:lnTo>
                  <a:lnTo>
                    <a:pt x="108791" y="7243"/>
                  </a:lnTo>
                  <a:lnTo>
                    <a:pt x="103860" y="9170"/>
                  </a:lnTo>
                  <a:lnTo>
                    <a:pt x="98993" y="11251"/>
                  </a:lnTo>
                  <a:lnTo>
                    <a:pt x="94194" y="13486"/>
                  </a:lnTo>
                  <a:lnTo>
                    <a:pt x="89468" y="15872"/>
                  </a:lnTo>
                  <a:lnTo>
                    <a:pt x="84821" y="18406"/>
                  </a:lnTo>
                  <a:lnTo>
                    <a:pt x="80256" y="21086"/>
                  </a:lnTo>
                  <a:lnTo>
                    <a:pt x="75778" y="23909"/>
                  </a:lnTo>
                  <a:lnTo>
                    <a:pt x="71391" y="26872"/>
                  </a:lnTo>
                  <a:lnTo>
                    <a:pt x="67101" y="29973"/>
                  </a:lnTo>
                  <a:lnTo>
                    <a:pt x="62911" y="33209"/>
                  </a:lnTo>
                  <a:lnTo>
                    <a:pt x="58826" y="36575"/>
                  </a:lnTo>
                  <a:lnTo>
                    <a:pt x="54849" y="40069"/>
                  </a:lnTo>
                  <a:lnTo>
                    <a:pt x="50984" y="43687"/>
                  </a:lnTo>
                  <a:lnTo>
                    <a:pt x="47237" y="47425"/>
                  </a:lnTo>
                  <a:lnTo>
                    <a:pt x="43609" y="51281"/>
                  </a:lnTo>
                  <a:lnTo>
                    <a:pt x="40106" y="55249"/>
                  </a:lnTo>
                  <a:lnTo>
                    <a:pt x="36730" y="59326"/>
                  </a:lnTo>
                  <a:lnTo>
                    <a:pt x="33484" y="63508"/>
                  </a:lnTo>
                  <a:lnTo>
                    <a:pt x="30373" y="67791"/>
                  </a:lnTo>
                  <a:lnTo>
                    <a:pt x="27399" y="72170"/>
                  </a:lnTo>
                  <a:lnTo>
                    <a:pt x="24565" y="76641"/>
                  </a:lnTo>
                  <a:lnTo>
                    <a:pt x="21874" y="81200"/>
                  </a:lnTo>
                  <a:lnTo>
                    <a:pt x="19328" y="85842"/>
                  </a:lnTo>
                  <a:lnTo>
                    <a:pt x="16931" y="90561"/>
                  </a:lnTo>
                  <a:lnTo>
                    <a:pt x="14685" y="95355"/>
                  </a:lnTo>
                  <a:lnTo>
                    <a:pt x="12591" y="100217"/>
                  </a:lnTo>
                  <a:lnTo>
                    <a:pt x="10653" y="105143"/>
                  </a:lnTo>
                  <a:lnTo>
                    <a:pt x="8871" y="110127"/>
                  </a:lnTo>
                  <a:lnTo>
                    <a:pt x="7248" y="115166"/>
                  </a:lnTo>
                  <a:lnTo>
                    <a:pt x="5786" y="120254"/>
                  </a:lnTo>
                  <a:lnTo>
                    <a:pt x="4485" y="125385"/>
                  </a:lnTo>
                  <a:lnTo>
                    <a:pt x="3347" y="130555"/>
                  </a:lnTo>
                  <a:lnTo>
                    <a:pt x="2374" y="135758"/>
                  </a:lnTo>
                  <a:lnTo>
                    <a:pt x="1566" y="140990"/>
                  </a:lnTo>
                  <a:lnTo>
                    <a:pt x="924" y="146245"/>
                  </a:lnTo>
                  <a:lnTo>
                    <a:pt x="448" y="151517"/>
                  </a:lnTo>
                  <a:lnTo>
                    <a:pt x="140" y="156801"/>
                  </a:lnTo>
                  <a:lnTo>
                    <a:pt x="0" y="162093"/>
                  </a:lnTo>
                  <a:lnTo>
                    <a:pt x="26" y="167387"/>
                  </a:lnTo>
                  <a:lnTo>
                    <a:pt x="221" y="172677"/>
                  </a:lnTo>
                  <a:lnTo>
                    <a:pt x="583" y="177958"/>
                  </a:lnTo>
                  <a:lnTo>
                    <a:pt x="1112" y="183225"/>
                  </a:lnTo>
                  <a:lnTo>
                    <a:pt x="1807" y="188473"/>
                  </a:lnTo>
                  <a:lnTo>
                    <a:pt x="2668" y="193696"/>
                  </a:lnTo>
                  <a:lnTo>
                    <a:pt x="3695" y="198889"/>
                  </a:lnTo>
                  <a:lnTo>
                    <a:pt x="4885" y="204047"/>
                  </a:lnTo>
                  <a:lnTo>
                    <a:pt x="6238" y="209165"/>
                  </a:lnTo>
                  <a:lnTo>
                    <a:pt x="7752" y="214238"/>
                  </a:lnTo>
                  <a:lnTo>
                    <a:pt x="9426" y="219260"/>
                  </a:lnTo>
                  <a:lnTo>
                    <a:pt x="11258" y="224226"/>
                  </a:lnTo>
                  <a:lnTo>
                    <a:pt x="13247" y="229132"/>
                  </a:lnTo>
                  <a:lnTo>
                    <a:pt x="15390" y="233972"/>
                  </a:lnTo>
                  <a:lnTo>
                    <a:pt x="17685" y="238743"/>
                  </a:lnTo>
                  <a:lnTo>
                    <a:pt x="20130" y="243438"/>
                  </a:lnTo>
                  <a:lnTo>
                    <a:pt x="22722" y="248053"/>
                  </a:lnTo>
                  <a:lnTo>
                    <a:pt x="25459" y="252584"/>
                  </a:lnTo>
                  <a:lnTo>
                    <a:pt x="28339" y="257026"/>
                  </a:lnTo>
                  <a:lnTo>
                    <a:pt x="31357" y="261375"/>
                  </a:lnTo>
                  <a:lnTo>
                    <a:pt x="34512" y="265626"/>
                  </a:lnTo>
                  <a:lnTo>
                    <a:pt x="37800" y="269775"/>
                  </a:lnTo>
                  <a:lnTo>
                    <a:pt x="41217" y="273817"/>
                  </a:lnTo>
                  <a:lnTo>
                    <a:pt x="44761" y="277750"/>
                  </a:lnTo>
                  <a:lnTo>
                    <a:pt x="48427" y="281568"/>
                  </a:lnTo>
                  <a:lnTo>
                    <a:pt x="52213" y="285269"/>
                  </a:lnTo>
                  <a:lnTo>
                    <a:pt x="56114" y="288847"/>
                  </a:lnTo>
                  <a:lnTo>
                    <a:pt x="60126" y="292300"/>
                  </a:lnTo>
                  <a:lnTo>
                    <a:pt x="64245" y="295625"/>
                  </a:lnTo>
                  <a:lnTo>
                    <a:pt x="68468" y="298817"/>
                  </a:lnTo>
                  <a:lnTo>
                    <a:pt x="72790" y="301874"/>
                  </a:lnTo>
                  <a:lnTo>
                    <a:pt x="77206" y="304793"/>
                  </a:lnTo>
                  <a:lnTo>
                    <a:pt x="81712" y="307571"/>
                  </a:lnTo>
                  <a:lnTo>
                    <a:pt x="86304" y="310204"/>
                  </a:lnTo>
                  <a:lnTo>
                    <a:pt x="90978" y="312691"/>
                  </a:lnTo>
                  <a:lnTo>
                    <a:pt x="95727" y="315028"/>
                  </a:lnTo>
                  <a:lnTo>
                    <a:pt x="100548" y="317214"/>
                  </a:lnTo>
                  <a:lnTo>
                    <a:pt x="105437" y="319246"/>
                  </a:lnTo>
                  <a:lnTo>
                    <a:pt x="110386" y="321122"/>
                  </a:lnTo>
                  <a:lnTo>
                    <a:pt x="115393" y="322841"/>
                  </a:lnTo>
                  <a:lnTo>
                    <a:pt x="120452" y="324400"/>
                  </a:lnTo>
                  <a:lnTo>
                    <a:pt x="125558" y="325799"/>
                  </a:lnTo>
                  <a:lnTo>
                    <a:pt x="130705" y="327035"/>
                  </a:lnTo>
                  <a:lnTo>
                    <a:pt x="135889" y="328107"/>
                  </a:lnTo>
                  <a:lnTo>
                    <a:pt x="141104" y="329015"/>
                  </a:lnTo>
                  <a:lnTo>
                    <a:pt x="146345" y="329757"/>
                  </a:lnTo>
                  <a:lnTo>
                    <a:pt x="151608" y="330333"/>
                  </a:lnTo>
                  <a:lnTo>
                    <a:pt x="156885" y="330742"/>
                  </a:lnTo>
                  <a:lnTo>
                    <a:pt x="162174" y="330983"/>
                  </a:lnTo>
                  <a:lnTo>
                    <a:pt x="167467" y="331057"/>
                  </a:lnTo>
                  <a:lnTo>
                    <a:pt x="172759" y="330964"/>
                  </a:lnTo>
                  <a:lnTo>
                    <a:pt x="178047" y="330702"/>
                  </a:lnTo>
                  <a:lnTo>
                    <a:pt x="183323" y="330274"/>
                  </a:lnTo>
                  <a:lnTo>
                    <a:pt x="188583" y="329679"/>
                  </a:lnTo>
                  <a:lnTo>
                    <a:pt x="193821" y="328917"/>
                  </a:lnTo>
                  <a:lnTo>
                    <a:pt x="199033" y="327990"/>
                  </a:lnTo>
                  <a:lnTo>
                    <a:pt x="204213" y="326899"/>
                  </a:lnTo>
                  <a:lnTo>
                    <a:pt x="209356" y="325644"/>
                  </a:lnTo>
                  <a:lnTo>
                    <a:pt x="214456" y="324226"/>
                  </a:lnTo>
                  <a:lnTo>
                    <a:pt x="219509" y="322648"/>
                  </a:lnTo>
                  <a:lnTo>
                    <a:pt x="224510" y="320911"/>
                  </a:lnTo>
                  <a:lnTo>
                    <a:pt x="229453" y="319017"/>
                  </a:lnTo>
                  <a:lnTo>
                    <a:pt x="234333" y="316966"/>
                  </a:lnTo>
                  <a:lnTo>
                    <a:pt x="239146" y="314763"/>
                  </a:lnTo>
                  <a:lnTo>
                    <a:pt x="243887" y="312408"/>
                  </a:lnTo>
                  <a:lnTo>
                    <a:pt x="248551" y="309904"/>
                  </a:lnTo>
                  <a:lnTo>
                    <a:pt x="253134" y="307253"/>
                  </a:lnTo>
                  <a:lnTo>
                    <a:pt x="257630" y="304459"/>
                  </a:lnTo>
                  <a:lnTo>
                    <a:pt x="262035" y="301524"/>
                  </a:lnTo>
                  <a:lnTo>
                    <a:pt x="266345" y="298451"/>
                  </a:lnTo>
                  <a:lnTo>
                    <a:pt x="270556" y="295243"/>
                  </a:lnTo>
                  <a:lnTo>
                    <a:pt x="274663" y="291903"/>
                  </a:lnTo>
                  <a:lnTo>
                    <a:pt x="278663" y="288435"/>
                  </a:lnTo>
                  <a:lnTo>
                    <a:pt x="282550" y="284842"/>
                  </a:lnTo>
                  <a:lnTo>
                    <a:pt x="286322" y="281128"/>
                  </a:lnTo>
                  <a:lnTo>
                    <a:pt x="289974" y="277296"/>
                  </a:lnTo>
                  <a:lnTo>
                    <a:pt x="293503" y="273351"/>
                  </a:lnTo>
                  <a:lnTo>
                    <a:pt x="296906" y="269295"/>
                  </a:lnTo>
                  <a:lnTo>
                    <a:pt x="300178" y="265134"/>
                  </a:lnTo>
                  <a:lnTo>
                    <a:pt x="303317" y="260872"/>
                  </a:lnTo>
                  <a:lnTo>
                    <a:pt x="306320" y="256512"/>
                  </a:lnTo>
                  <a:lnTo>
                    <a:pt x="309183" y="252059"/>
                  </a:lnTo>
                  <a:lnTo>
                    <a:pt x="311903" y="247518"/>
                  </a:lnTo>
                  <a:lnTo>
                    <a:pt x="314478" y="242893"/>
                  </a:lnTo>
                  <a:lnTo>
                    <a:pt x="316906" y="238189"/>
                  </a:lnTo>
                  <a:lnTo>
                    <a:pt x="319183" y="233410"/>
                  </a:lnTo>
                  <a:lnTo>
                    <a:pt x="321308" y="228562"/>
                  </a:lnTo>
                  <a:lnTo>
                    <a:pt x="323279" y="223649"/>
                  </a:lnTo>
                  <a:lnTo>
                    <a:pt x="325092" y="218675"/>
                  </a:lnTo>
                  <a:lnTo>
                    <a:pt x="326748" y="213647"/>
                  </a:lnTo>
                  <a:lnTo>
                    <a:pt x="328243" y="208569"/>
                  </a:lnTo>
                  <a:lnTo>
                    <a:pt x="329577" y="203446"/>
                  </a:lnTo>
                  <a:lnTo>
                    <a:pt x="330748" y="198284"/>
                  </a:lnTo>
                  <a:lnTo>
                    <a:pt x="331755" y="193087"/>
                  </a:lnTo>
                  <a:lnTo>
                    <a:pt x="332597" y="187861"/>
                  </a:lnTo>
                  <a:lnTo>
                    <a:pt x="333273" y="182610"/>
                  </a:lnTo>
                  <a:lnTo>
                    <a:pt x="333783" y="177341"/>
                  </a:lnTo>
                  <a:lnTo>
                    <a:pt x="334125" y="172059"/>
                  </a:lnTo>
                  <a:lnTo>
                    <a:pt x="334300" y="166768"/>
                  </a:lnTo>
                  <a:lnTo>
                    <a:pt x="334307" y="161474"/>
                  </a:lnTo>
                  <a:lnTo>
                    <a:pt x="334147" y="156183"/>
                  </a:lnTo>
                  <a:lnTo>
                    <a:pt x="333819" y="150900"/>
                  </a:lnTo>
                  <a:lnTo>
                    <a:pt x="333324" y="145629"/>
                  </a:lnTo>
                  <a:lnTo>
                    <a:pt x="332663" y="140377"/>
                  </a:lnTo>
                  <a:lnTo>
                    <a:pt x="331835" y="135149"/>
                  </a:lnTo>
                  <a:lnTo>
                    <a:pt x="330843" y="129949"/>
                  </a:lnTo>
                  <a:lnTo>
                    <a:pt x="329686" y="124783"/>
                  </a:lnTo>
                  <a:lnTo>
                    <a:pt x="328366" y="119657"/>
                  </a:lnTo>
                  <a:lnTo>
                    <a:pt x="326885" y="114575"/>
                  </a:lnTo>
                  <a:lnTo>
                    <a:pt x="325243" y="109542"/>
                  </a:lnTo>
                  <a:lnTo>
                    <a:pt x="323443" y="104564"/>
                  </a:lnTo>
                  <a:lnTo>
                    <a:pt x="321487" y="99645"/>
                  </a:lnTo>
                  <a:lnTo>
                    <a:pt x="319375" y="94791"/>
                  </a:lnTo>
                  <a:lnTo>
                    <a:pt x="317111" y="90006"/>
                  </a:lnTo>
                  <a:lnTo>
                    <a:pt x="314696" y="85295"/>
                  </a:lnTo>
                  <a:lnTo>
                    <a:pt x="312134" y="80663"/>
                  </a:lnTo>
                  <a:lnTo>
                    <a:pt x="309426" y="76114"/>
                  </a:lnTo>
                  <a:lnTo>
                    <a:pt x="306575" y="71654"/>
                  </a:lnTo>
                  <a:lnTo>
                    <a:pt x="303585" y="67286"/>
                  </a:lnTo>
                  <a:lnTo>
                    <a:pt x="300458" y="63014"/>
                  </a:lnTo>
                  <a:lnTo>
                    <a:pt x="297197" y="58844"/>
                  </a:lnTo>
                  <a:lnTo>
                    <a:pt x="293806" y="54780"/>
                  </a:lnTo>
                  <a:lnTo>
                    <a:pt x="290288" y="50824"/>
                  </a:lnTo>
                  <a:lnTo>
                    <a:pt x="286646" y="46982"/>
                  </a:lnTo>
                  <a:lnTo>
                    <a:pt x="282884" y="43258"/>
                  </a:lnTo>
                  <a:lnTo>
                    <a:pt x="279007" y="39654"/>
                  </a:lnTo>
                  <a:lnTo>
                    <a:pt x="275017" y="36175"/>
                  </a:lnTo>
                  <a:lnTo>
                    <a:pt x="270919" y="32824"/>
                  </a:lnTo>
                  <a:lnTo>
                    <a:pt x="266717" y="29604"/>
                  </a:lnTo>
                  <a:lnTo>
                    <a:pt x="262416" y="26519"/>
                  </a:lnTo>
                  <a:lnTo>
                    <a:pt x="258018" y="23572"/>
                  </a:lnTo>
                  <a:lnTo>
                    <a:pt x="253530" y="20765"/>
                  </a:lnTo>
                  <a:lnTo>
                    <a:pt x="248955" y="18102"/>
                  </a:lnTo>
                  <a:lnTo>
                    <a:pt x="244298" y="15585"/>
                  </a:lnTo>
                  <a:lnTo>
                    <a:pt x="239563" y="13217"/>
                  </a:lnTo>
                  <a:lnTo>
                    <a:pt x="234756" y="11000"/>
                  </a:lnTo>
                  <a:lnTo>
                    <a:pt x="167157" y="1638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19011" y="2633064"/>
              <a:ext cx="67599" cy="167167"/>
            </a:xfrm>
            <a:custGeom>
              <a:avLst/>
              <a:pathLst>
                <a:path w="67599" h="167167">
                  <a:moveTo>
                    <a:pt x="67599" y="14277"/>
                  </a:moveTo>
                  <a:lnTo>
                    <a:pt x="62255" y="12024"/>
                  </a:lnTo>
                  <a:lnTo>
                    <a:pt x="56836" y="9958"/>
                  </a:lnTo>
                  <a:lnTo>
                    <a:pt x="51349" y="8082"/>
                  </a:lnTo>
                  <a:lnTo>
                    <a:pt x="45801" y="6396"/>
                  </a:lnTo>
                  <a:lnTo>
                    <a:pt x="40197" y="4904"/>
                  </a:lnTo>
                  <a:lnTo>
                    <a:pt x="34545" y="3608"/>
                  </a:lnTo>
                  <a:lnTo>
                    <a:pt x="28851" y="2508"/>
                  </a:lnTo>
                  <a:lnTo>
                    <a:pt x="23122" y="1606"/>
                  </a:lnTo>
                  <a:lnTo>
                    <a:pt x="17366" y="904"/>
                  </a:lnTo>
                  <a:lnTo>
                    <a:pt x="11589" y="402"/>
                  </a:lnTo>
                  <a:lnTo>
                    <a:pt x="5798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1750" y="2126963"/>
              <a:ext cx="6721" cy="167167"/>
            </a:xfrm>
            <a:custGeom>
              <a:avLst/>
              <a:pathLst>
                <a:path w="6721" h="167167">
                  <a:moveTo>
                    <a:pt x="6721" y="0"/>
                  </a:moveTo>
                  <a:lnTo>
                    <a:pt x="0" y="135"/>
                  </a:lnTo>
                  <a:lnTo>
                    <a:pt x="672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1750" y="2127098"/>
              <a:ext cx="6721" cy="167032"/>
            </a:xfrm>
            <a:custGeom>
              <a:avLst/>
              <a:pathLst>
                <a:path w="6721" h="167032">
                  <a:moveTo>
                    <a:pt x="0" y="0"/>
                  </a:moveTo>
                  <a:lnTo>
                    <a:pt x="6721" y="16703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1750" y="2127098"/>
              <a:ext cx="6721" cy="167032"/>
            </a:xfrm>
            <a:custGeom>
              <a:avLst/>
              <a:pathLst>
                <a:path w="6721" h="167032">
                  <a:moveTo>
                    <a:pt x="0" y="0"/>
                  </a:moveTo>
                  <a:lnTo>
                    <a:pt x="6721" y="16703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1750" y="2127098"/>
              <a:ext cx="6721" cy="167032"/>
            </a:xfrm>
            <a:custGeom>
              <a:avLst/>
              <a:pathLst>
                <a:path w="6721" h="167032">
                  <a:moveTo>
                    <a:pt x="0" y="0"/>
                  </a:moveTo>
                  <a:lnTo>
                    <a:pt x="6721" y="16703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1750" y="2127098"/>
              <a:ext cx="6721" cy="167032"/>
            </a:xfrm>
            <a:custGeom>
              <a:avLst/>
              <a:pathLst>
                <a:path w="6721" h="167032">
                  <a:moveTo>
                    <a:pt x="0" y="0"/>
                  </a:moveTo>
                  <a:lnTo>
                    <a:pt x="6721" y="16703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1750" y="2127098"/>
              <a:ext cx="6721" cy="167032"/>
            </a:xfrm>
            <a:custGeom>
              <a:avLst/>
              <a:pathLst>
                <a:path w="6721" h="167032">
                  <a:moveTo>
                    <a:pt x="0" y="0"/>
                  </a:moveTo>
                  <a:lnTo>
                    <a:pt x="6721" y="16703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1750" y="2127098"/>
              <a:ext cx="6721" cy="167032"/>
            </a:xfrm>
            <a:custGeom>
              <a:avLst/>
              <a:pathLst>
                <a:path w="6721" h="167032">
                  <a:moveTo>
                    <a:pt x="0" y="0"/>
                  </a:moveTo>
                  <a:lnTo>
                    <a:pt x="6721" y="16703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1750" y="2127098"/>
              <a:ext cx="6721" cy="167032"/>
            </a:xfrm>
            <a:custGeom>
              <a:avLst/>
              <a:pathLst>
                <a:path w="6721" h="167032">
                  <a:moveTo>
                    <a:pt x="0" y="0"/>
                  </a:moveTo>
                  <a:lnTo>
                    <a:pt x="6721" y="16703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1750" y="2127098"/>
              <a:ext cx="6721" cy="167032"/>
            </a:xfrm>
            <a:custGeom>
              <a:avLst/>
              <a:pathLst>
                <a:path w="6721" h="167032">
                  <a:moveTo>
                    <a:pt x="0" y="0"/>
                  </a:moveTo>
                  <a:lnTo>
                    <a:pt x="6721" y="16703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1750" y="2127098"/>
              <a:ext cx="6721" cy="167032"/>
            </a:xfrm>
            <a:custGeom>
              <a:avLst/>
              <a:pathLst>
                <a:path w="6721" h="167032">
                  <a:moveTo>
                    <a:pt x="0" y="0"/>
                  </a:moveTo>
                  <a:lnTo>
                    <a:pt x="6721" y="16703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1750" y="2127098"/>
              <a:ext cx="6721" cy="167032"/>
            </a:xfrm>
            <a:custGeom>
              <a:avLst/>
              <a:pathLst>
                <a:path w="6721" h="167032">
                  <a:moveTo>
                    <a:pt x="0" y="0"/>
                  </a:moveTo>
                  <a:lnTo>
                    <a:pt x="6721" y="1670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1750" y="2127098"/>
              <a:ext cx="6721" cy="167032"/>
            </a:xfrm>
            <a:custGeom>
              <a:avLst/>
              <a:pathLst>
                <a:path w="6721" h="167032">
                  <a:moveTo>
                    <a:pt x="0" y="0"/>
                  </a:moveTo>
                  <a:lnTo>
                    <a:pt x="6721" y="1670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1750" y="2127098"/>
              <a:ext cx="6721" cy="167032"/>
            </a:xfrm>
            <a:custGeom>
              <a:avLst/>
              <a:pathLst>
                <a:path w="6721" h="167032">
                  <a:moveTo>
                    <a:pt x="0" y="0"/>
                  </a:moveTo>
                  <a:lnTo>
                    <a:pt x="6721" y="1670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1750" y="2127098"/>
              <a:ext cx="6721" cy="167032"/>
            </a:xfrm>
            <a:custGeom>
              <a:avLst/>
              <a:pathLst>
                <a:path w="6721" h="167032">
                  <a:moveTo>
                    <a:pt x="0" y="0"/>
                  </a:moveTo>
                  <a:lnTo>
                    <a:pt x="6721" y="1670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1750" y="2127098"/>
              <a:ext cx="6721" cy="167032"/>
            </a:xfrm>
            <a:custGeom>
              <a:avLst/>
              <a:pathLst>
                <a:path w="6721" h="167032">
                  <a:moveTo>
                    <a:pt x="0" y="0"/>
                  </a:moveTo>
                  <a:lnTo>
                    <a:pt x="6721" y="16703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1750" y="2127098"/>
              <a:ext cx="6721" cy="167032"/>
            </a:xfrm>
            <a:custGeom>
              <a:avLst/>
              <a:pathLst>
                <a:path w="6721" h="167032">
                  <a:moveTo>
                    <a:pt x="0" y="0"/>
                  </a:moveTo>
                  <a:lnTo>
                    <a:pt x="6721" y="1670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1750" y="2127098"/>
              <a:ext cx="6721" cy="167032"/>
            </a:xfrm>
            <a:custGeom>
              <a:avLst/>
              <a:pathLst>
                <a:path w="6721" h="167032">
                  <a:moveTo>
                    <a:pt x="0" y="0"/>
                  </a:moveTo>
                  <a:lnTo>
                    <a:pt x="6721" y="1670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21750" y="2127098"/>
              <a:ext cx="6721" cy="167032"/>
            </a:xfrm>
            <a:custGeom>
              <a:avLst/>
              <a:pathLst>
                <a:path w="6721" h="167032">
                  <a:moveTo>
                    <a:pt x="0" y="0"/>
                  </a:moveTo>
                  <a:lnTo>
                    <a:pt x="6721" y="16703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21750" y="2127098"/>
              <a:ext cx="6721" cy="167032"/>
            </a:xfrm>
            <a:custGeom>
              <a:avLst/>
              <a:pathLst>
                <a:path w="6721" h="167032">
                  <a:moveTo>
                    <a:pt x="0" y="0"/>
                  </a:moveTo>
                  <a:lnTo>
                    <a:pt x="6721" y="167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21750" y="2127098"/>
              <a:ext cx="6721" cy="167032"/>
            </a:xfrm>
            <a:custGeom>
              <a:avLst/>
              <a:pathLst>
                <a:path w="6721" h="167032">
                  <a:moveTo>
                    <a:pt x="0" y="0"/>
                  </a:moveTo>
                  <a:lnTo>
                    <a:pt x="6721" y="167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21750" y="2127098"/>
              <a:ext cx="6721" cy="167032"/>
            </a:xfrm>
            <a:custGeom>
              <a:avLst/>
              <a:pathLst>
                <a:path w="6721" h="167032">
                  <a:moveTo>
                    <a:pt x="0" y="0"/>
                  </a:moveTo>
                  <a:lnTo>
                    <a:pt x="6721" y="167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21750" y="2127098"/>
              <a:ext cx="6721" cy="167032"/>
            </a:xfrm>
            <a:custGeom>
              <a:avLst/>
              <a:pathLst>
                <a:path w="6721" h="167032">
                  <a:moveTo>
                    <a:pt x="0" y="0"/>
                  </a:moveTo>
                  <a:lnTo>
                    <a:pt x="6721" y="167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21750" y="2127098"/>
              <a:ext cx="6721" cy="167032"/>
            </a:xfrm>
            <a:custGeom>
              <a:avLst/>
              <a:pathLst>
                <a:path w="6721" h="167032">
                  <a:moveTo>
                    <a:pt x="0" y="0"/>
                  </a:moveTo>
                  <a:lnTo>
                    <a:pt x="6721" y="16703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21750" y="2127098"/>
              <a:ext cx="6721" cy="167032"/>
            </a:xfrm>
            <a:custGeom>
              <a:avLst/>
              <a:pathLst>
                <a:path w="6721" h="167032">
                  <a:moveTo>
                    <a:pt x="0" y="0"/>
                  </a:moveTo>
                  <a:lnTo>
                    <a:pt x="6721" y="16703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561310" y="2127098"/>
              <a:ext cx="334320" cy="334195"/>
            </a:xfrm>
            <a:custGeom>
              <a:avLst/>
              <a:pathLst>
                <a:path w="334320" h="334195">
                  <a:moveTo>
                    <a:pt x="160440" y="0"/>
                  </a:moveTo>
                  <a:lnTo>
                    <a:pt x="155147" y="297"/>
                  </a:lnTo>
                  <a:lnTo>
                    <a:pt x="149866" y="761"/>
                  </a:lnTo>
                  <a:lnTo>
                    <a:pt x="144602" y="1394"/>
                  </a:lnTo>
                  <a:lnTo>
                    <a:pt x="139361" y="2192"/>
                  </a:lnTo>
                  <a:lnTo>
                    <a:pt x="134147" y="3157"/>
                  </a:lnTo>
                  <a:lnTo>
                    <a:pt x="128967" y="4286"/>
                  </a:lnTo>
                  <a:lnTo>
                    <a:pt x="123826" y="5579"/>
                  </a:lnTo>
                  <a:lnTo>
                    <a:pt x="118728" y="7034"/>
                  </a:lnTo>
                  <a:lnTo>
                    <a:pt x="113679" y="8651"/>
                  </a:lnTo>
                  <a:lnTo>
                    <a:pt x="108683" y="10426"/>
                  </a:lnTo>
                  <a:lnTo>
                    <a:pt x="103747" y="12359"/>
                  </a:lnTo>
                  <a:lnTo>
                    <a:pt x="98874" y="14448"/>
                  </a:lnTo>
                  <a:lnTo>
                    <a:pt x="94070" y="16690"/>
                  </a:lnTo>
                  <a:lnTo>
                    <a:pt x="89339" y="19084"/>
                  </a:lnTo>
                  <a:lnTo>
                    <a:pt x="84687" y="21626"/>
                  </a:lnTo>
                  <a:lnTo>
                    <a:pt x="80117" y="24314"/>
                  </a:lnTo>
                  <a:lnTo>
                    <a:pt x="75635" y="27146"/>
                  </a:lnTo>
                  <a:lnTo>
                    <a:pt x="71246" y="30119"/>
                  </a:lnTo>
                  <a:lnTo>
                    <a:pt x="66952" y="33229"/>
                  </a:lnTo>
                  <a:lnTo>
                    <a:pt x="62760" y="36474"/>
                  </a:lnTo>
                  <a:lnTo>
                    <a:pt x="58672" y="39851"/>
                  </a:lnTo>
                  <a:lnTo>
                    <a:pt x="54694" y="43355"/>
                  </a:lnTo>
                  <a:lnTo>
                    <a:pt x="50828" y="46983"/>
                  </a:lnTo>
                  <a:lnTo>
                    <a:pt x="47080" y="50733"/>
                  </a:lnTo>
                  <a:lnTo>
                    <a:pt x="43453" y="54599"/>
                  </a:lnTo>
                  <a:lnTo>
                    <a:pt x="39950" y="58578"/>
                  </a:lnTo>
                  <a:lnTo>
                    <a:pt x="36574" y="62667"/>
                  </a:lnTo>
                  <a:lnTo>
                    <a:pt x="33331" y="66860"/>
                  </a:lnTo>
                  <a:lnTo>
                    <a:pt x="30222" y="71154"/>
                  </a:lnTo>
                  <a:lnTo>
                    <a:pt x="27250" y="75545"/>
                  </a:lnTo>
                  <a:lnTo>
                    <a:pt x="24419" y="80028"/>
                  </a:lnTo>
                  <a:lnTo>
                    <a:pt x="21732" y="84598"/>
                  </a:lnTo>
                  <a:lnTo>
                    <a:pt x="19191" y="89251"/>
                  </a:lnTo>
                  <a:lnTo>
                    <a:pt x="16799" y="93982"/>
                  </a:lnTo>
                  <a:lnTo>
                    <a:pt x="14558" y="98787"/>
                  </a:lnTo>
                  <a:lnTo>
                    <a:pt x="12471" y="103661"/>
                  </a:lnTo>
                  <a:lnTo>
                    <a:pt x="10539" y="108598"/>
                  </a:lnTo>
                  <a:lnTo>
                    <a:pt x="8765" y="113594"/>
                  </a:lnTo>
                  <a:lnTo>
                    <a:pt x="7150" y="118643"/>
                  </a:lnTo>
                  <a:lnTo>
                    <a:pt x="5696" y="123742"/>
                  </a:lnTo>
                  <a:lnTo>
                    <a:pt x="4405" y="128884"/>
                  </a:lnTo>
                  <a:lnTo>
                    <a:pt x="3277" y="134064"/>
                  </a:lnTo>
                  <a:lnTo>
                    <a:pt x="2314" y="139277"/>
                  </a:lnTo>
                  <a:lnTo>
                    <a:pt x="1517" y="144519"/>
                  </a:lnTo>
                  <a:lnTo>
                    <a:pt x="886" y="149783"/>
                  </a:lnTo>
                  <a:lnTo>
                    <a:pt x="423" y="155064"/>
                  </a:lnTo>
                  <a:lnTo>
                    <a:pt x="127" y="160357"/>
                  </a:lnTo>
                  <a:lnTo>
                    <a:pt x="0" y="165657"/>
                  </a:lnTo>
                  <a:lnTo>
                    <a:pt x="40" y="170959"/>
                  </a:lnTo>
                  <a:lnTo>
                    <a:pt x="249" y="176256"/>
                  </a:lnTo>
                  <a:lnTo>
                    <a:pt x="625" y="181545"/>
                  </a:lnTo>
                  <a:lnTo>
                    <a:pt x="1169" y="186818"/>
                  </a:lnTo>
                  <a:lnTo>
                    <a:pt x="1880" y="192072"/>
                  </a:lnTo>
                  <a:lnTo>
                    <a:pt x="2757" y="197301"/>
                  </a:lnTo>
                  <a:lnTo>
                    <a:pt x="3800" y="202499"/>
                  </a:lnTo>
                  <a:lnTo>
                    <a:pt x="5006" y="207661"/>
                  </a:lnTo>
                  <a:lnTo>
                    <a:pt x="6376" y="212783"/>
                  </a:lnTo>
                  <a:lnTo>
                    <a:pt x="7908" y="217858"/>
                  </a:lnTo>
                  <a:lnTo>
                    <a:pt x="9600" y="222883"/>
                  </a:lnTo>
                  <a:lnTo>
                    <a:pt x="11450" y="227851"/>
                  </a:lnTo>
                  <a:lnTo>
                    <a:pt x="13457" y="232758"/>
                  </a:lnTo>
                  <a:lnTo>
                    <a:pt x="15618" y="237599"/>
                  </a:lnTo>
                  <a:lnTo>
                    <a:pt x="17932" y="242369"/>
                  </a:lnTo>
                  <a:lnTo>
                    <a:pt x="20396" y="247063"/>
                  </a:lnTo>
                  <a:lnTo>
                    <a:pt x="23008" y="251677"/>
                  </a:lnTo>
                  <a:lnTo>
                    <a:pt x="25765" y="256206"/>
                  </a:lnTo>
                  <a:lnTo>
                    <a:pt x="28664" y="260644"/>
                  </a:lnTo>
                  <a:lnTo>
                    <a:pt x="31702" y="264989"/>
                  </a:lnTo>
                  <a:lnTo>
                    <a:pt x="34876" y="269235"/>
                  </a:lnTo>
                  <a:lnTo>
                    <a:pt x="38184" y="273379"/>
                  </a:lnTo>
                  <a:lnTo>
                    <a:pt x="41621" y="277415"/>
                  </a:lnTo>
                  <a:lnTo>
                    <a:pt x="45184" y="281341"/>
                  </a:lnTo>
                  <a:lnTo>
                    <a:pt x="48870" y="285151"/>
                  </a:lnTo>
                  <a:lnTo>
                    <a:pt x="52675" y="288843"/>
                  </a:lnTo>
                  <a:lnTo>
                    <a:pt x="56596" y="292412"/>
                  </a:lnTo>
                  <a:lnTo>
                    <a:pt x="60627" y="295855"/>
                  </a:lnTo>
                  <a:lnTo>
                    <a:pt x="64766" y="299168"/>
                  </a:lnTo>
                  <a:lnTo>
                    <a:pt x="69007" y="302349"/>
                  </a:lnTo>
                  <a:lnTo>
                    <a:pt x="73348" y="305393"/>
                  </a:lnTo>
                  <a:lnTo>
                    <a:pt x="77782" y="308299"/>
                  </a:lnTo>
                  <a:lnTo>
                    <a:pt x="82307" y="311062"/>
                  </a:lnTo>
                  <a:lnTo>
                    <a:pt x="86917" y="313680"/>
                  </a:lnTo>
                  <a:lnTo>
                    <a:pt x="91608" y="316151"/>
                  </a:lnTo>
                  <a:lnTo>
                    <a:pt x="96374" y="318472"/>
                  </a:lnTo>
                  <a:lnTo>
                    <a:pt x="101212" y="320641"/>
                  </a:lnTo>
                  <a:lnTo>
                    <a:pt x="106116" y="322655"/>
                  </a:lnTo>
                  <a:lnTo>
                    <a:pt x="111082" y="324512"/>
                  </a:lnTo>
                  <a:lnTo>
                    <a:pt x="116104" y="326211"/>
                  </a:lnTo>
                  <a:lnTo>
                    <a:pt x="121177" y="327750"/>
                  </a:lnTo>
                  <a:lnTo>
                    <a:pt x="126297" y="329128"/>
                  </a:lnTo>
                  <a:lnTo>
                    <a:pt x="131457" y="330342"/>
                  </a:lnTo>
                  <a:lnTo>
                    <a:pt x="136654" y="331392"/>
                  </a:lnTo>
                  <a:lnTo>
                    <a:pt x="141881" y="332277"/>
                  </a:lnTo>
                  <a:lnTo>
                    <a:pt x="147134" y="332995"/>
                  </a:lnTo>
                  <a:lnTo>
                    <a:pt x="152407" y="333547"/>
                  </a:lnTo>
                  <a:lnTo>
                    <a:pt x="157694" y="333931"/>
                  </a:lnTo>
                  <a:lnTo>
                    <a:pt x="162992" y="334147"/>
                  </a:lnTo>
                  <a:lnTo>
                    <a:pt x="168293" y="334195"/>
                  </a:lnTo>
                  <a:lnTo>
                    <a:pt x="173593" y="334075"/>
                  </a:lnTo>
                  <a:lnTo>
                    <a:pt x="178887" y="333787"/>
                  </a:lnTo>
                  <a:lnTo>
                    <a:pt x="184169" y="333332"/>
                  </a:lnTo>
                  <a:lnTo>
                    <a:pt x="189434" y="332709"/>
                  </a:lnTo>
                  <a:lnTo>
                    <a:pt x="194677" y="331919"/>
                  </a:lnTo>
                  <a:lnTo>
                    <a:pt x="199891" y="330964"/>
                  </a:lnTo>
                  <a:lnTo>
                    <a:pt x="205073" y="329843"/>
                  </a:lnTo>
                  <a:lnTo>
                    <a:pt x="210217" y="328559"/>
                  </a:lnTo>
                  <a:lnTo>
                    <a:pt x="215317" y="327113"/>
                  </a:lnTo>
                  <a:lnTo>
                    <a:pt x="220370" y="325505"/>
                  </a:lnTo>
                  <a:lnTo>
                    <a:pt x="225368" y="323738"/>
                  </a:lnTo>
                  <a:lnTo>
                    <a:pt x="230308" y="321814"/>
                  </a:lnTo>
                  <a:lnTo>
                    <a:pt x="235184" y="319733"/>
                  </a:lnTo>
                  <a:lnTo>
                    <a:pt x="239992" y="317500"/>
                  </a:lnTo>
                  <a:lnTo>
                    <a:pt x="244727" y="315114"/>
                  </a:lnTo>
                  <a:lnTo>
                    <a:pt x="249384" y="312580"/>
                  </a:lnTo>
                  <a:lnTo>
                    <a:pt x="253958" y="309900"/>
                  </a:lnTo>
                  <a:lnTo>
                    <a:pt x="258445" y="307076"/>
                  </a:lnTo>
                  <a:lnTo>
                    <a:pt x="262840" y="304111"/>
                  </a:lnTo>
                  <a:lnTo>
                    <a:pt x="267138" y="301008"/>
                  </a:lnTo>
                  <a:lnTo>
                    <a:pt x="271337" y="297770"/>
                  </a:lnTo>
                  <a:lnTo>
                    <a:pt x="275430" y="294401"/>
                  </a:lnTo>
                  <a:lnTo>
                    <a:pt x="279414" y="290903"/>
                  </a:lnTo>
                  <a:lnTo>
                    <a:pt x="283286" y="287281"/>
                  </a:lnTo>
                  <a:lnTo>
                    <a:pt x="287041" y="283539"/>
                  </a:lnTo>
                  <a:lnTo>
                    <a:pt x="290675" y="279679"/>
                  </a:lnTo>
                  <a:lnTo>
                    <a:pt x="294185" y="275705"/>
                  </a:lnTo>
                  <a:lnTo>
                    <a:pt x="297567" y="271623"/>
                  </a:lnTo>
                  <a:lnTo>
                    <a:pt x="300818" y="267435"/>
                  </a:lnTo>
                  <a:lnTo>
                    <a:pt x="303935" y="263146"/>
                  </a:lnTo>
                  <a:lnTo>
                    <a:pt x="306914" y="258761"/>
                  </a:lnTo>
                  <a:lnTo>
                    <a:pt x="309752" y="254283"/>
                  </a:lnTo>
                  <a:lnTo>
                    <a:pt x="312447" y="249717"/>
                  </a:lnTo>
                  <a:lnTo>
                    <a:pt x="314996" y="245069"/>
                  </a:lnTo>
                  <a:lnTo>
                    <a:pt x="317397" y="240341"/>
                  </a:lnTo>
                  <a:lnTo>
                    <a:pt x="319646" y="235541"/>
                  </a:lnTo>
                  <a:lnTo>
                    <a:pt x="321741" y="230671"/>
                  </a:lnTo>
                  <a:lnTo>
                    <a:pt x="323682" y="225737"/>
                  </a:lnTo>
                  <a:lnTo>
                    <a:pt x="325465" y="220744"/>
                  </a:lnTo>
                  <a:lnTo>
                    <a:pt x="327088" y="215697"/>
                  </a:lnTo>
                  <a:lnTo>
                    <a:pt x="328551" y="210601"/>
                  </a:lnTo>
                  <a:lnTo>
                    <a:pt x="329851" y="205462"/>
                  </a:lnTo>
                  <a:lnTo>
                    <a:pt x="330988" y="200283"/>
                  </a:lnTo>
                  <a:lnTo>
                    <a:pt x="331960" y="195072"/>
                  </a:lnTo>
                  <a:lnTo>
                    <a:pt x="332767" y="189832"/>
                  </a:lnTo>
                  <a:lnTo>
                    <a:pt x="333406" y="184569"/>
                  </a:lnTo>
                  <a:lnTo>
                    <a:pt x="333879" y="179288"/>
                  </a:lnTo>
                  <a:lnTo>
                    <a:pt x="334184" y="173995"/>
                  </a:lnTo>
                  <a:lnTo>
                    <a:pt x="334320" y="168696"/>
                  </a:lnTo>
                  <a:lnTo>
                    <a:pt x="334289" y="163394"/>
                  </a:lnTo>
                  <a:lnTo>
                    <a:pt x="334090" y="158096"/>
                  </a:lnTo>
                  <a:lnTo>
                    <a:pt x="333722" y="152807"/>
                  </a:lnTo>
                  <a:lnTo>
                    <a:pt x="167161" y="16703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28472" y="2126963"/>
              <a:ext cx="166561" cy="167167"/>
            </a:xfrm>
            <a:custGeom>
              <a:avLst/>
              <a:pathLst>
                <a:path w="166561" h="167167">
                  <a:moveTo>
                    <a:pt x="166561" y="152942"/>
                  </a:moveTo>
                  <a:lnTo>
                    <a:pt x="166014" y="147572"/>
                  </a:lnTo>
                  <a:lnTo>
                    <a:pt x="165295" y="142221"/>
                  </a:lnTo>
                  <a:lnTo>
                    <a:pt x="164403" y="136897"/>
                  </a:lnTo>
                  <a:lnTo>
                    <a:pt x="163340" y="131604"/>
                  </a:lnTo>
                  <a:lnTo>
                    <a:pt x="162107" y="126348"/>
                  </a:lnTo>
                  <a:lnTo>
                    <a:pt x="160704" y="121135"/>
                  </a:lnTo>
                  <a:lnTo>
                    <a:pt x="159134" y="115970"/>
                  </a:lnTo>
                  <a:lnTo>
                    <a:pt x="157398" y="110858"/>
                  </a:lnTo>
                  <a:lnTo>
                    <a:pt x="155498" y="105805"/>
                  </a:lnTo>
                  <a:lnTo>
                    <a:pt x="153435" y="100816"/>
                  </a:lnTo>
                  <a:lnTo>
                    <a:pt x="151213" y="95896"/>
                  </a:lnTo>
                  <a:lnTo>
                    <a:pt x="148832" y="91051"/>
                  </a:lnTo>
                  <a:lnTo>
                    <a:pt x="146297" y="86284"/>
                  </a:lnTo>
                  <a:lnTo>
                    <a:pt x="143609" y="81603"/>
                  </a:lnTo>
                  <a:lnTo>
                    <a:pt x="140771" y="77010"/>
                  </a:lnTo>
                  <a:lnTo>
                    <a:pt x="137787" y="72512"/>
                  </a:lnTo>
                  <a:lnTo>
                    <a:pt x="134658" y="68112"/>
                  </a:lnTo>
                  <a:lnTo>
                    <a:pt x="131390" y="63815"/>
                  </a:lnTo>
                  <a:lnTo>
                    <a:pt x="127984" y="59627"/>
                  </a:lnTo>
                  <a:lnTo>
                    <a:pt x="124445" y="55550"/>
                  </a:lnTo>
                  <a:lnTo>
                    <a:pt x="120776" y="51590"/>
                  </a:lnTo>
                  <a:lnTo>
                    <a:pt x="116981" y="47750"/>
                  </a:lnTo>
                  <a:lnTo>
                    <a:pt x="113064" y="44035"/>
                  </a:lnTo>
                  <a:lnTo>
                    <a:pt x="109029" y="40449"/>
                  </a:lnTo>
                  <a:lnTo>
                    <a:pt x="104880" y="36994"/>
                  </a:lnTo>
                  <a:lnTo>
                    <a:pt x="100622" y="33675"/>
                  </a:lnTo>
                  <a:lnTo>
                    <a:pt x="96259" y="30496"/>
                  </a:lnTo>
                  <a:lnTo>
                    <a:pt x="91796" y="27459"/>
                  </a:lnTo>
                  <a:lnTo>
                    <a:pt x="87237" y="24568"/>
                  </a:lnTo>
                  <a:lnTo>
                    <a:pt x="82587" y="21825"/>
                  </a:lnTo>
                  <a:lnTo>
                    <a:pt x="77851" y="19234"/>
                  </a:lnTo>
                  <a:lnTo>
                    <a:pt x="73034" y="16797"/>
                  </a:lnTo>
                  <a:lnTo>
                    <a:pt x="68140" y="14518"/>
                  </a:lnTo>
                  <a:lnTo>
                    <a:pt x="63175" y="12397"/>
                  </a:lnTo>
                  <a:lnTo>
                    <a:pt x="58145" y="10438"/>
                  </a:lnTo>
                  <a:lnTo>
                    <a:pt x="53054" y="8642"/>
                  </a:lnTo>
                  <a:lnTo>
                    <a:pt x="47907" y="7011"/>
                  </a:lnTo>
                  <a:lnTo>
                    <a:pt x="42711" y="5548"/>
                  </a:lnTo>
                  <a:lnTo>
                    <a:pt x="37470" y="4253"/>
                  </a:lnTo>
                  <a:lnTo>
                    <a:pt x="32190" y="3128"/>
                  </a:lnTo>
                  <a:lnTo>
                    <a:pt x="26876" y="2174"/>
                  </a:lnTo>
                  <a:lnTo>
                    <a:pt x="21535" y="1392"/>
                  </a:lnTo>
                  <a:lnTo>
                    <a:pt x="16171" y="783"/>
                  </a:lnTo>
                  <a:lnTo>
                    <a:pt x="10790" y="348"/>
                  </a:lnTo>
                  <a:lnTo>
                    <a:pt x="5397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5180" y="1681503"/>
              <a:ext cx="8054" cy="167167"/>
            </a:xfrm>
            <a:custGeom>
              <a:avLst/>
              <a:pathLst>
                <a:path w="8054" h="167167">
                  <a:moveTo>
                    <a:pt x="8054" y="0"/>
                  </a:moveTo>
                  <a:lnTo>
                    <a:pt x="0" y="194"/>
                  </a:lnTo>
                  <a:lnTo>
                    <a:pt x="8054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5180" y="1681697"/>
              <a:ext cx="8054" cy="166973"/>
            </a:xfrm>
            <a:custGeom>
              <a:avLst/>
              <a:pathLst>
                <a:path w="8054" h="166973">
                  <a:moveTo>
                    <a:pt x="0" y="0"/>
                  </a:moveTo>
                  <a:lnTo>
                    <a:pt x="8054" y="16697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5180" y="1681697"/>
              <a:ext cx="8054" cy="166973"/>
            </a:xfrm>
            <a:custGeom>
              <a:avLst/>
              <a:pathLst>
                <a:path w="8054" h="166973">
                  <a:moveTo>
                    <a:pt x="0" y="0"/>
                  </a:moveTo>
                  <a:lnTo>
                    <a:pt x="8054" y="16697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5180" y="1681697"/>
              <a:ext cx="8054" cy="166973"/>
            </a:xfrm>
            <a:custGeom>
              <a:avLst/>
              <a:pathLst>
                <a:path w="8054" h="166973">
                  <a:moveTo>
                    <a:pt x="0" y="0"/>
                  </a:moveTo>
                  <a:lnTo>
                    <a:pt x="8054" y="16697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5180" y="1681697"/>
              <a:ext cx="8054" cy="166973"/>
            </a:xfrm>
            <a:custGeom>
              <a:avLst/>
              <a:pathLst>
                <a:path w="8054" h="166973">
                  <a:moveTo>
                    <a:pt x="0" y="0"/>
                  </a:moveTo>
                  <a:lnTo>
                    <a:pt x="8054" y="16697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5180" y="1681697"/>
              <a:ext cx="8054" cy="166973"/>
            </a:xfrm>
            <a:custGeom>
              <a:avLst/>
              <a:pathLst>
                <a:path w="8054" h="166973">
                  <a:moveTo>
                    <a:pt x="0" y="0"/>
                  </a:moveTo>
                  <a:lnTo>
                    <a:pt x="8054" y="16697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5180" y="1681697"/>
              <a:ext cx="8054" cy="166973"/>
            </a:xfrm>
            <a:custGeom>
              <a:avLst/>
              <a:pathLst>
                <a:path w="8054" h="166973">
                  <a:moveTo>
                    <a:pt x="0" y="0"/>
                  </a:moveTo>
                  <a:lnTo>
                    <a:pt x="8054" y="16697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5180" y="1681697"/>
              <a:ext cx="8054" cy="166973"/>
            </a:xfrm>
            <a:custGeom>
              <a:avLst/>
              <a:pathLst>
                <a:path w="8054" h="166973">
                  <a:moveTo>
                    <a:pt x="0" y="0"/>
                  </a:moveTo>
                  <a:lnTo>
                    <a:pt x="8054" y="16697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5180" y="1681697"/>
              <a:ext cx="8054" cy="166973"/>
            </a:xfrm>
            <a:custGeom>
              <a:avLst/>
              <a:pathLst>
                <a:path w="8054" h="166973">
                  <a:moveTo>
                    <a:pt x="0" y="0"/>
                  </a:moveTo>
                  <a:lnTo>
                    <a:pt x="8054" y="16697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5180" y="1681697"/>
              <a:ext cx="8054" cy="166973"/>
            </a:xfrm>
            <a:custGeom>
              <a:avLst/>
              <a:pathLst>
                <a:path w="8054" h="166973">
                  <a:moveTo>
                    <a:pt x="0" y="0"/>
                  </a:moveTo>
                  <a:lnTo>
                    <a:pt x="8054" y="1669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5180" y="1681697"/>
              <a:ext cx="8054" cy="166973"/>
            </a:xfrm>
            <a:custGeom>
              <a:avLst/>
              <a:pathLst>
                <a:path w="8054" h="166973">
                  <a:moveTo>
                    <a:pt x="0" y="0"/>
                  </a:moveTo>
                  <a:lnTo>
                    <a:pt x="8054" y="1669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15180" y="1681697"/>
              <a:ext cx="8054" cy="166973"/>
            </a:xfrm>
            <a:custGeom>
              <a:avLst/>
              <a:pathLst>
                <a:path w="8054" h="166973">
                  <a:moveTo>
                    <a:pt x="0" y="0"/>
                  </a:moveTo>
                  <a:lnTo>
                    <a:pt x="8054" y="1669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15180" y="1681697"/>
              <a:ext cx="8054" cy="166973"/>
            </a:xfrm>
            <a:custGeom>
              <a:avLst/>
              <a:pathLst>
                <a:path w="8054" h="166973">
                  <a:moveTo>
                    <a:pt x="0" y="0"/>
                  </a:moveTo>
                  <a:lnTo>
                    <a:pt x="8054" y="1669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15180" y="1681697"/>
              <a:ext cx="8054" cy="166973"/>
            </a:xfrm>
            <a:custGeom>
              <a:avLst/>
              <a:pathLst>
                <a:path w="8054" h="166973">
                  <a:moveTo>
                    <a:pt x="0" y="0"/>
                  </a:moveTo>
                  <a:lnTo>
                    <a:pt x="8054" y="16697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15180" y="1681697"/>
              <a:ext cx="8054" cy="166973"/>
            </a:xfrm>
            <a:custGeom>
              <a:avLst/>
              <a:pathLst>
                <a:path w="8054" h="166973">
                  <a:moveTo>
                    <a:pt x="0" y="0"/>
                  </a:moveTo>
                  <a:lnTo>
                    <a:pt x="8054" y="16697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15180" y="1681697"/>
              <a:ext cx="8054" cy="166973"/>
            </a:xfrm>
            <a:custGeom>
              <a:avLst/>
              <a:pathLst>
                <a:path w="8054" h="166973">
                  <a:moveTo>
                    <a:pt x="0" y="0"/>
                  </a:moveTo>
                  <a:lnTo>
                    <a:pt x="8054" y="16697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15180" y="1681697"/>
              <a:ext cx="8054" cy="166973"/>
            </a:xfrm>
            <a:custGeom>
              <a:avLst/>
              <a:pathLst>
                <a:path w="8054" h="166973">
                  <a:moveTo>
                    <a:pt x="0" y="0"/>
                  </a:moveTo>
                  <a:lnTo>
                    <a:pt x="8054" y="16697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15180" y="1681697"/>
              <a:ext cx="8054" cy="166973"/>
            </a:xfrm>
            <a:custGeom>
              <a:avLst/>
              <a:pathLst>
                <a:path w="8054" h="166973">
                  <a:moveTo>
                    <a:pt x="0" y="0"/>
                  </a:moveTo>
                  <a:lnTo>
                    <a:pt x="8054" y="1669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15180" y="1681697"/>
              <a:ext cx="8054" cy="166973"/>
            </a:xfrm>
            <a:custGeom>
              <a:avLst/>
              <a:pathLst>
                <a:path w="8054" h="166973">
                  <a:moveTo>
                    <a:pt x="0" y="0"/>
                  </a:moveTo>
                  <a:lnTo>
                    <a:pt x="8054" y="1669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15180" y="1681697"/>
              <a:ext cx="8054" cy="166973"/>
            </a:xfrm>
            <a:custGeom>
              <a:avLst/>
              <a:pathLst>
                <a:path w="8054" h="166973">
                  <a:moveTo>
                    <a:pt x="0" y="0"/>
                  </a:moveTo>
                  <a:lnTo>
                    <a:pt x="8054" y="1669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15180" y="1681697"/>
              <a:ext cx="8054" cy="166973"/>
            </a:xfrm>
            <a:custGeom>
              <a:avLst/>
              <a:pathLst>
                <a:path w="8054" h="166973">
                  <a:moveTo>
                    <a:pt x="0" y="0"/>
                  </a:moveTo>
                  <a:lnTo>
                    <a:pt x="8054" y="1669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415180" y="1681697"/>
              <a:ext cx="8054" cy="166973"/>
            </a:xfrm>
            <a:custGeom>
              <a:avLst/>
              <a:pathLst>
                <a:path w="8054" h="166973">
                  <a:moveTo>
                    <a:pt x="0" y="0"/>
                  </a:moveTo>
                  <a:lnTo>
                    <a:pt x="8054" y="16697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415180" y="1681697"/>
              <a:ext cx="8054" cy="166973"/>
            </a:xfrm>
            <a:custGeom>
              <a:avLst/>
              <a:pathLst>
                <a:path w="8054" h="166973">
                  <a:moveTo>
                    <a:pt x="0" y="0"/>
                  </a:moveTo>
                  <a:lnTo>
                    <a:pt x="8054" y="16697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256068" y="1681697"/>
              <a:ext cx="334326" cy="334133"/>
            </a:xfrm>
            <a:custGeom>
              <a:avLst/>
              <a:pathLst>
                <a:path w="334326" h="334133">
                  <a:moveTo>
                    <a:pt x="159112" y="0"/>
                  </a:moveTo>
                  <a:lnTo>
                    <a:pt x="153830" y="338"/>
                  </a:lnTo>
                  <a:lnTo>
                    <a:pt x="148561" y="844"/>
                  </a:lnTo>
                  <a:lnTo>
                    <a:pt x="143311" y="1516"/>
                  </a:lnTo>
                  <a:lnTo>
                    <a:pt x="138085" y="2354"/>
                  </a:lnTo>
                  <a:lnTo>
                    <a:pt x="132888" y="3357"/>
                  </a:lnTo>
                  <a:lnTo>
                    <a:pt x="127726" y="4525"/>
                  </a:lnTo>
                  <a:lnTo>
                    <a:pt x="122603" y="5855"/>
                  </a:lnTo>
                  <a:lnTo>
                    <a:pt x="117524" y="7346"/>
                  </a:lnTo>
                  <a:lnTo>
                    <a:pt x="112496" y="8998"/>
                  </a:lnTo>
                  <a:lnTo>
                    <a:pt x="107522" y="10808"/>
                  </a:lnTo>
                  <a:lnTo>
                    <a:pt x="102608" y="12774"/>
                  </a:lnTo>
                  <a:lnTo>
                    <a:pt x="97759" y="14895"/>
                  </a:lnTo>
                  <a:lnTo>
                    <a:pt x="92979" y="17169"/>
                  </a:lnTo>
                  <a:lnTo>
                    <a:pt x="88274" y="19593"/>
                  </a:lnTo>
                  <a:lnTo>
                    <a:pt x="83648" y="22164"/>
                  </a:lnTo>
                  <a:lnTo>
                    <a:pt x="79105" y="24881"/>
                  </a:lnTo>
                  <a:lnTo>
                    <a:pt x="74651" y="27740"/>
                  </a:lnTo>
                  <a:lnTo>
                    <a:pt x="70289" y="30738"/>
                  </a:lnTo>
                  <a:lnTo>
                    <a:pt x="66025" y="33874"/>
                  </a:lnTo>
                  <a:lnTo>
                    <a:pt x="61862" y="37142"/>
                  </a:lnTo>
                  <a:lnTo>
                    <a:pt x="57805" y="40541"/>
                  </a:lnTo>
                  <a:lnTo>
                    <a:pt x="53857" y="44067"/>
                  </a:lnTo>
                  <a:lnTo>
                    <a:pt x="50023" y="47715"/>
                  </a:lnTo>
                  <a:lnTo>
                    <a:pt x="46306" y="51484"/>
                  </a:lnTo>
                  <a:lnTo>
                    <a:pt x="42710" y="55368"/>
                  </a:lnTo>
                  <a:lnTo>
                    <a:pt x="39240" y="59364"/>
                  </a:lnTo>
                  <a:lnTo>
                    <a:pt x="35897" y="63468"/>
                  </a:lnTo>
                  <a:lnTo>
                    <a:pt x="32686" y="67675"/>
                  </a:lnTo>
                  <a:lnTo>
                    <a:pt x="29610" y="71982"/>
                  </a:lnTo>
                  <a:lnTo>
                    <a:pt x="26672" y="76385"/>
                  </a:lnTo>
                  <a:lnTo>
                    <a:pt x="23874" y="80878"/>
                  </a:lnTo>
                  <a:lnTo>
                    <a:pt x="21220" y="85457"/>
                  </a:lnTo>
                  <a:lnTo>
                    <a:pt x="18713" y="90119"/>
                  </a:lnTo>
                  <a:lnTo>
                    <a:pt x="16354" y="94857"/>
                  </a:lnTo>
                  <a:lnTo>
                    <a:pt x="14147" y="99667"/>
                  </a:lnTo>
                  <a:lnTo>
                    <a:pt x="12093" y="104546"/>
                  </a:lnTo>
                  <a:lnTo>
                    <a:pt x="10194" y="109486"/>
                  </a:lnTo>
                  <a:lnTo>
                    <a:pt x="8453" y="114484"/>
                  </a:lnTo>
                  <a:lnTo>
                    <a:pt x="6871" y="119535"/>
                  </a:lnTo>
                  <a:lnTo>
                    <a:pt x="5449" y="124634"/>
                  </a:lnTo>
                  <a:lnTo>
                    <a:pt x="4190" y="129775"/>
                  </a:lnTo>
                  <a:lnTo>
                    <a:pt x="3094" y="134953"/>
                  </a:lnTo>
                  <a:lnTo>
                    <a:pt x="2163" y="140163"/>
                  </a:lnTo>
                  <a:lnTo>
                    <a:pt x="1397" y="145400"/>
                  </a:lnTo>
                  <a:lnTo>
                    <a:pt x="797" y="150659"/>
                  </a:lnTo>
                  <a:lnTo>
                    <a:pt x="364" y="155934"/>
                  </a:lnTo>
                  <a:lnTo>
                    <a:pt x="98" y="161220"/>
                  </a:lnTo>
                  <a:lnTo>
                    <a:pt x="0" y="166512"/>
                  </a:lnTo>
                  <a:lnTo>
                    <a:pt x="69" y="171804"/>
                  </a:lnTo>
                  <a:lnTo>
                    <a:pt x="305" y="177092"/>
                  </a:lnTo>
                  <a:lnTo>
                    <a:pt x="709" y="182369"/>
                  </a:lnTo>
                  <a:lnTo>
                    <a:pt x="1280" y="187631"/>
                  </a:lnTo>
                  <a:lnTo>
                    <a:pt x="2017" y="192873"/>
                  </a:lnTo>
                  <a:lnTo>
                    <a:pt x="2920" y="198088"/>
                  </a:lnTo>
                  <a:lnTo>
                    <a:pt x="3988" y="203272"/>
                  </a:lnTo>
                  <a:lnTo>
                    <a:pt x="5218" y="208420"/>
                  </a:lnTo>
                  <a:lnTo>
                    <a:pt x="6612" y="213526"/>
                  </a:lnTo>
                  <a:lnTo>
                    <a:pt x="8166" y="218585"/>
                  </a:lnTo>
                  <a:lnTo>
                    <a:pt x="9880" y="223593"/>
                  </a:lnTo>
                  <a:lnTo>
                    <a:pt x="11751" y="228544"/>
                  </a:lnTo>
                  <a:lnTo>
                    <a:pt x="13778" y="233434"/>
                  </a:lnTo>
                  <a:lnTo>
                    <a:pt x="15959" y="238256"/>
                  </a:lnTo>
                  <a:lnTo>
                    <a:pt x="18292" y="243007"/>
                  </a:lnTo>
                  <a:lnTo>
                    <a:pt x="20773" y="247682"/>
                  </a:lnTo>
                  <a:lnTo>
                    <a:pt x="23402" y="252276"/>
                  </a:lnTo>
                  <a:lnTo>
                    <a:pt x="26174" y="256785"/>
                  </a:lnTo>
                  <a:lnTo>
                    <a:pt x="29088" y="261203"/>
                  </a:lnTo>
                  <a:lnTo>
                    <a:pt x="32141" y="265528"/>
                  </a:lnTo>
                  <a:lnTo>
                    <a:pt x="35328" y="269753"/>
                  </a:lnTo>
                  <a:lnTo>
                    <a:pt x="38648" y="273875"/>
                  </a:lnTo>
                  <a:lnTo>
                    <a:pt x="42097" y="277890"/>
                  </a:lnTo>
                  <a:lnTo>
                    <a:pt x="45671" y="281794"/>
                  </a:lnTo>
                  <a:lnTo>
                    <a:pt x="49367" y="285583"/>
                  </a:lnTo>
                  <a:lnTo>
                    <a:pt x="53181" y="289252"/>
                  </a:lnTo>
                  <a:lnTo>
                    <a:pt x="57109" y="292800"/>
                  </a:lnTo>
                  <a:lnTo>
                    <a:pt x="61148" y="296221"/>
                  </a:lnTo>
                  <a:lnTo>
                    <a:pt x="65293" y="299512"/>
                  </a:lnTo>
                  <a:lnTo>
                    <a:pt x="69540" y="302671"/>
                  </a:lnTo>
                  <a:lnTo>
                    <a:pt x="73885" y="305694"/>
                  </a:lnTo>
                  <a:lnTo>
                    <a:pt x="78323" y="308577"/>
                  </a:lnTo>
                  <a:lnTo>
                    <a:pt x="82851" y="311319"/>
                  </a:lnTo>
                  <a:lnTo>
                    <a:pt x="87463" y="313916"/>
                  </a:lnTo>
                  <a:lnTo>
                    <a:pt x="92154" y="316365"/>
                  </a:lnTo>
                  <a:lnTo>
                    <a:pt x="96921" y="318665"/>
                  </a:lnTo>
                  <a:lnTo>
                    <a:pt x="101759" y="320813"/>
                  </a:lnTo>
                  <a:lnTo>
                    <a:pt x="106662" y="322807"/>
                  </a:lnTo>
                  <a:lnTo>
                    <a:pt x="111626" y="324644"/>
                  </a:lnTo>
                  <a:lnTo>
                    <a:pt x="116645" y="326323"/>
                  </a:lnTo>
                  <a:lnTo>
                    <a:pt x="121715" y="327843"/>
                  </a:lnTo>
                  <a:lnTo>
                    <a:pt x="126831" y="329201"/>
                  </a:lnTo>
                  <a:lnTo>
                    <a:pt x="131987" y="330397"/>
                  </a:lnTo>
                  <a:lnTo>
                    <a:pt x="137178" y="331428"/>
                  </a:lnTo>
                  <a:lnTo>
                    <a:pt x="142400" y="332295"/>
                  </a:lnTo>
                  <a:lnTo>
                    <a:pt x="147646" y="332997"/>
                  </a:lnTo>
                  <a:lnTo>
                    <a:pt x="152912" y="333531"/>
                  </a:lnTo>
                  <a:lnTo>
                    <a:pt x="158192" y="333899"/>
                  </a:lnTo>
                  <a:lnTo>
                    <a:pt x="163481" y="334100"/>
                  </a:lnTo>
                  <a:lnTo>
                    <a:pt x="168773" y="334133"/>
                  </a:lnTo>
                  <a:lnTo>
                    <a:pt x="174065" y="333998"/>
                  </a:lnTo>
                  <a:lnTo>
                    <a:pt x="179349" y="333696"/>
                  </a:lnTo>
                  <a:lnTo>
                    <a:pt x="184621" y="333226"/>
                  </a:lnTo>
                  <a:lnTo>
                    <a:pt x="189875" y="332591"/>
                  </a:lnTo>
                  <a:lnTo>
                    <a:pt x="195107" y="331789"/>
                  </a:lnTo>
                  <a:lnTo>
                    <a:pt x="200311" y="330821"/>
                  </a:lnTo>
                  <a:lnTo>
                    <a:pt x="205481" y="329690"/>
                  </a:lnTo>
                  <a:lnTo>
                    <a:pt x="210613" y="328396"/>
                  </a:lnTo>
                  <a:lnTo>
                    <a:pt x="215702" y="326939"/>
                  </a:lnTo>
                  <a:lnTo>
                    <a:pt x="220742" y="325322"/>
                  </a:lnTo>
                  <a:lnTo>
                    <a:pt x="225728" y="323547"/>
                  </a:lnTo>
                  <a:lnTo>
                    <a:pt x="230656" y="321615"/>
                  </a:lnTo>
                  <a:lnTo>
                    <a:pt x="235519" y="319527"/>
                  </a:lnTo>
                  <a:lnTo>
                    <a:pt x="240315" y="317287"/>
                  </a:lnTo>
                  <a:lnTo>
                    <a:pt x="245037" y="314896"/>
                  </a:lnTo>
                  <a:lnTo>
                    <a:pt x="249681" y="312356"/>
                  </a:lnTo>
                  <a:lnTo>
                    <a:pt x="254242" y="309671"/>
                  </a:lnTo>
                  <a:lnTo>
                    <a:pt x="258716" y="306843"/>
                  </a:lnTo>
                  <a:lnTo>
                    <a:pt x="263098" y="303875"/>
                  </a:lnTo>
                  <a:lnTo>
                    <a:pt x="267384" y="300769"/>
                  </a:lnTo>
                  <a:lnTo>
                    <a:pt x="271569" y="297529"/>
                  </a:lnTo>
                  <a:lnTo>
                    <a:pt x="275650" y="294159"/>
                  </a:lnTo>
                  <a:lnTo>
                    <a:pt x="279622" y="290660"/>
                  </a:lnTo>
                  <a:lnTo>
                    <a:pt x="283482" y="287038"/>
                  </a:lnTo>
                  <a:lnTo>
                    <a:pt x="287224" y="283296"/>
                  </a:lnTo>
                  <a:lnTo>
                    <a:pt x="290847" y="279437"/>
                  </a:lnTo>
                  <a:lnTo>
                    <a:pt x="294345" y="275465"/>
                  </a:lnTo>
                  <a:lnTo>
                    <a:pt x="297716" y="271384"/>
                  </a:lnTo>
                  <a:lnTo>
                    <a:pt x="300956" y="267199"/>
                  </a:lnTo>
                  <a:lnTo>
                    <a:pt x="304062" y="262913"/>
                  </a:lnTo>
                  <a:lnTo>
                    <a:pt x="307031" y="258531"/>
                  </a:lnTo>
                  <a:lnTo>
                    <a:pt x="309859" y="254058"/>
                  </a:lnTo>
                  <a:lnTo>
                    <a:pt x="312544" y="249497"/>
                  </a:lnTo>
                  <a:lnTo>
                    <a:pt x="315084" y="244853"/>
                  </a:lnTo>
                  <a:lnTo>
                    <a:pt x="317475" y="240131"/>
                  </a:lnTo>
                  <a:lnTo>
                    <a:pt x="319716" y="235336"/>
                  </a:lnTo>
                  <a:lnTo>
                    <a:pt x="321804" y="230472"/>
                  </a:lnTo>
                  <a:lnTo>
                    <a:pt x="323737" y="225545"/>
                  </a:lnTo>
                  <a:lnTo>
                    <a:pt x="325512" y="220559"/>
                  </a:lnTo>
                  <a:lnTo>
                    <a:pt x="327130" y="215519"/>
                  </a:lnTo>
                  <a:lnTo>
                    <a:pt x="328586" y="210430"/>
                  </a:lnTo>
                  <a:lnTo>
                    <a:pt x="329881" y="205298"/>
                  </a:lnTo>
                  <a:lnTo>
                    <a:pt x="331013" y="200128"/>
                  </a:lnTo>
                  <a:lnTo>
                    <a:pt x="331980" y="194924"/>
                  </a:lnTo>
                  <a:lnTo>
                    <a:pt x="332783" y="189693"/>
                  </a:lnTo>
                  <a:lnTo>
                    <a:pt x="333419" y="184438"/>
                  </a:lnTo>
                  <a:lnTo>
                    <a:pt x="333888" y="179166"/>
                  </a:lnTo>
                  <a:lnTo>
                    <a:pt x="334191" y="173882"/>
                  </a:lnTo>
                  <a:lnTo>
                    <a:pt x="334326" y="168591"/>
                  </a:lnTo>
                  <a:lnTo>
                    <a:pt x="334293" y="163298"/>
                  </a:lnTo>
                  <a:lnTo>
                    <a:pt x="334093" y="158009"/>
                  </a:lnTo>
                  <a:lnTo>
                    <a:pt x="333726" y="152729"/>
                  </a:lnTo>
                  <a:lnTo>
                    <a:pt x="333191" y="147463"/>
                  </a:lnTo>
                  <a:lnTo>
                    <a:pt x="332491" y="142217"/>
                  </a:lnTo>
                  <a:lnTo>
                    <a:pt x="331624" y="136995"/>
                  </a:lnTo>
                  <a:lnTo>
                    <a:pt x="330592" y="131804"/>
                  </a:lnTo>
                  <a:lnTo>
                    <a:pt x="329397" y="126648"/>
                  </a:lnTo>
                  <a:lnTo>
                    <a:pt x="328039" y="121532"/>
                  </a:lnTo>
                  <a:lnTo>
                    <a:pt x="326520" y="116462"/>
                  </a:lnTo>
                  <a:lnTo>
                    <a:pt x="324841" y="111443"/>
                  </a:lnTo>
                  <a:lnTo>
                    <a:pt x="323004" y="106479"/>
                  </a:lnTo>
                  <a:lnTo>
                    <a:pt x="321011" y="101575"/>
                  </a:lnTo>
                  <a:lnTo>
                    <a:pt x="318863" y="96738"/>
                  </a:lnTo>
                  <a:lnTo>
                    <a:pt x="316564" y="91971"/>
                  </a:lnTo>
                  <a:lnTo>
                    <a:pt x="314115" y="87279"/>
                  </a:lnTo>
                  <a:lnTo>
                    <a:pt x="311518" y="82666"/>
                  </a:lnTo>
                  <a:lnTo>
                    <a:pt x="308777" y="78139"/>
                  </a:lnTo>
                  <a:lnTo>
                    <a:pt x="305893" y="73700"/>
                  </a:lnTo>
                  <a:lnTo>
                    <a:pt x="302871" y="69355"/>
                  </a:lnTo>
                  <a:lnTo>
                    <a:pt x="299713" y="65108"/>
                  </a:lnTo>
                  <a:lnTo>
                    <a:pt x="296421" y="60963"/>
                  </a:lnTo>
                  <a:lnTo>
                    <a:pt x="293000" y="56924"/>
                  </a:lnTo>
                  <a:lnTo>
                    <a:pt x="289453" y="52996"/>
                  </a:lnTo>
                  <a:lnTo>
                    <a:pt x="285784" y="49181"/>
                  </a:lnTo>
                  <a:lnTo>
                    <a:pt x="281995" y="45485"/>
                  </a:lnTo>
                  <a:lnTo>
                    <a:pt x="278092" y="41911"/>
                  </a:lnTo>
                  <a:lnTo>
                    <a:pt x="274077" y="38462"/>
                  </a:lnTo>
                  <a:lnTo>
                    <a:pt x="269955" y="35142"/>
                  </a:lnTo>
                  <a:lnTo>
                    <a:pt x="265730" y="31954"/>
                  </a:lnTo>
                  <a:lnTo>
                    <a:pt x="261406" y="28901"/>
                  </a:lnTo>
                  <a:lnTo>
                    <a:pt x="256988" y="25987"/>
                  </a:lnTo>
                  <a:lnTo>
                    <a:pt x="252479" y="23214"/>
                  </a:lnTo>
                  <a:lnTo>
                    <a:pt x="247885" y="20585"/>
                  </a:lnTo>
                  <a:lnTo>
                    <a:pt x="243211" y="18103"/>
                  </a:lnTo>
                  <a:lnTo>
                    <a:pt x="238460" y="15770"/>
                  </a:lnTo>
                  <a:lnTo>
                    <a:pt x="233637" y="13589"/>
                  </a:lnTo>
                  <a:lnTo>
                    <a:pt x="167166" y="16697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423235" y="1681503"/>
              <a:ext cx="66470" cy="167167"/>
            </a:xfrm>
            <a:custGeom>
              <a:avLst/>
              <a:pathLst>
                <a:path w="66470" h="167167">
                  <a:moveTo>
                    <a:pt x="66470" y="13783"/>
                  </a:moveTo>
                  <a:lnTo>
                    <a:pt x="61206" y="11607"/>
                  </a:lnTo>
                  <a:lnTo>
                    <a:pt x="55870" y="9612"/>
                  </a:lnTo>
                  <a:lnTo>
                    <a:pt x="50470" y="7800"/>
                  </a:lnTo>
                  <a:lnTo>
                    <a:pt x="45010" y="6173"/>
                  </a:lnTo>
                  <a:lnTo>
                    <a:pt x="39499" y="4733"/>
                  </a:lnTo>
                  <a:lnTo>
                    <a:pt x="33942" y="3482"/>
                  </a:lnTo>
                  <a:lnTo>
                    <a:pt x="28345" y="2420"/>
                  </a:lnTo>
                  <a:lnTo>
                    <a:pt x="22716" y="1550"/>
                  </a:lnTo>
                  <a:lnTo>
                    <a:pt x="17060" y="872"/>
                  </a:lnTo>
                  <a:lnTo>
                    <a:pt x="11384" y="388"/>
                  </a:lnTo>
                  <a:lnTo>
                    <a:pt x="5695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853872" y="1322571"/>
              <a:ext cx="167167" cy="328688"/>
            </a:xfrm>
            <a:custGeom>
              <a:avLst/>
              <a:pathLst>
                <a:path w="167167" h="328688">
                  <a:moveTo>
                    <a:pt x="167167" y="0"/>
                  </a:moveTo>
                  <a:lnTo>
                    <a:pt x="161816" y="85"/>
                  </a:lnTo>
                  <a:lnTo>
                    <a:pt x="156472" y="342"/>
                  </a:lnTo>
                  <a:lnTo>
                    <a:pt x="151138" y="770"/>
                  </a:lnTo>
                  <a:lnTo>
                    <a:pt x="145820" y="1368"/>
                  </a:lnTo>
                  <a:lnTo>
                    <a:pt x="140525" y="2136"/>
                  </a:lnTo>
                  <a:lnTo>
                    <a:pt x="135257" y="3073"/>
                  </a:lnTo>
                  <a:lnTo>
                    <a:pt x="130021" y="4179"/>
                  </a:lnTo>
                  <a:lnTo>
                    <a:pt x="124824" y="5451"/>
                  </a:lnTo>
                  <a:lnTo>
                    <a:pt x="119670" y="6889"/>
                  </a:lnTo>
                  <a:lnTo>
                    <a:pt x="114565" y="8491"/>
                  </a:lnTo>
                  <a:lnTo>
                    <a:pt x="109513" y="10256"/>
                  </a:lnTo>
                  <a:lnTo>
                    <a:pt x="104521" y="12182"/>
                  </a:lnTo>
                  <a:lnTo>
                    <a:pt x="99592" y="14266"/>
                  </a:lnTo>
                  <a:lnTo>
                    <a:pt x="94733" y="16507"/>
                  </a:lnTo>
                  <a:lnTo>
                    <a:pt x="89949" y="18902"/>
                  </a:lnTo>
                  <a:lnTo>
                    <a:pt x="85243" y="21450"/>
                  </a:lnTo>
                  <a:lnTo>
                    <a:pt x="80621" y="24146"/>
                  </a:lnTo>
                  <a:lnTo>
                    <a:pt x="76088" y="26989"/>
                  </a:lnTo>
                  <a:lnTo>
                    <a:pt x="71649" y="29976"/>
                  </a:lnTo>
                  <a:lnTo>
                    <a:pt x="67307" y="33104"/>
                  </a:lnTo>
                  <a:lnTo>
                    <a:pt x="63067" y="36368"/>
                  </a:lnTo>
                  <a:lnTo>
                    <a:pt x="58934" y="39767"/>
                  </a:lnTo>
                  <a:lnTo>
                    <a:pt x="54912" y="43296"/>
                  </a:lnTo>
                  <a:lnTo>
                    <a:pt x="51005" y="46952"/>
                  </a:lnTo>
                  <a:lnTo>
                    <a:pt x="47217" y="50732"/>
                  </a:lnTo>
                  <a:lnTo>
                    <a:pt x="43552" y="54630"/>
                  </a:lnTo>
                  <a:lnTo>
                    <a:pt x="40014" y="58644"/>
                  </a:lnTo>
                  <a:lnTo>
                    <a:pt x="36606" y="62769"/>
                  </a:lnTo>
                  <a:lnTo>
                    <a:pt x="33331" y="67001"/>
                  </a:lnTo>
                  <a:lnTo>
                    <a:pt x="30194" y="71336"/>
                  </a:lnTo>
                  <a:lnTo>
                    <a:pt x="27197" y="75769"/>
                  </a:lnTo>
                  <a:lnTo>
                    <a:pt x="24344" y="80296"/>
                  </a:lnTo>
                  <a:lnTo>
                    <a:pt x="21637" y="84911"/>
                  </a:lnTo>
                  <a:lnTo>
                    <a:pt x="19079" y="89611"/>
                  </a:lnTo>
                  <a:lnTo>
                    <a:pt x="16672" y="94390"/>
                  </a:lnTo>
                  <a:lnTo>
                    <a:pt x="14420" y="99244"/>
                  </a:lnTo>
                  <a:lnTo>
                    <a:pt x="12325" y="104168"/>
                  </a:lnTo>
                  <a:lnTo>
                    <a:pt x="10388" y="109156"/>
                  </a:lnTo>
                  <a:lnTo>
                    <a:pt x="8611" y="114203"/>
                  </a:lnTo>
                  <a:lnTo>
                    <a:pt x="6997" y="119305"/>
                  </a:lnTo>
                  <a:lnTo>
                    <a:pt x="5548" y="124455"/>
                  </a:lnTo>
                  <a:lnTo>
                    <a:pt x="4263" y="129650"/>
                  </a:lnTo>
                  <a:lnTo>
                    <a:pt x="3146" y="134883"/>
                  </a:lnTo>
                  <a:lnTo>
                    <a:pt x="2197" y="140149"/>
                  </a:lnTo>
                  <a:lnTo>
                    <a:pt x="1417" y="145443"/>
                  </a:lnTo>
                  <a:lnTo>
                    <a:pt x="806" y="150759"/>
                  </a:lnTo>
                  <a:lnTo>
                    <a:pt x="366" y="156091"/>
                  </a:lnTo>
                  <a:lnTo>
                    <a:pt x="97" y="161435"/>
                  </a:lnTo>
                  <a:lnTo>
                    <a:pt x="0" y="166785"/>
                  </a:lnTo>
                  <a:lnTo>
                    <a:pt x="73" y="172136"/>
                  </a:lnTo>
                  <a:lnTo>
                    <a:pt x="318" y="177481"/>
                  </a:lnTo>
                  <a:lnTo>
                    <a:pt x="733" y="182816"/>
                  </a:lnTo>
                  <a:lnTo>
                    <a:pt x="1319" y="188135"/>
                  </a:lnTo>
                  <a:lnTo>
                    <a:pt x="2075" y="193432"/>
                  </a:lnTo>
                  <a:lnTo>
                    <a:pt x="3000" y="198702"/>
                  </a:lnTo>
                  <a:lnTo>
                    <a:pt x="4094" y="203940"/>
                  </a:lnTo>
                  <a:lnTo>
                    <a:pt x="5354" y="209140"/>
                  </a:lnTo>
                  <a:lnTo>
                    <a:pt x="6781" y="214298"/>
                  </a:lnTo>
                  <a:lnTo>
                    <a:pt x="8371" y="219407"/>
                  </a:lnTo>
                  <a:lnTo>
                    <a:pt x="10124" y="224462"/>
                  </a:lnTo>
                  <a:lnTo>
                    <a:pt x="12039" y="229459"/>
                  </a:lnTo>
                  <a:lnTo>
                    <a:pt x="14112" y="234392"/>
                  </a:lnTo>
                  <a:lnTo>
                    <a:pt x="16342" y="239256"/>
                  </a:lnTo>
                  <a:lnTo>
                    <a:pt x="18726" y="244046"/>
                  </a:lnTo>
                  <a:lnTo>
                    <a:pt x="21263" y="248758"/>
                  </a:lnTo>
                  <a:lnTo>
                    <a:pt x="23949" y="253385"/>
                  </a:lnTo>
                  <a:lnTo>
                    <a:pt x="26782" y="257925"/>
                  </a:lnTo>
                  <a:lnTo>
                    <a:pt x="29758" y="262372"/>
                  </a:lnTo>
                  <a:lnTo>
                    <a:pt x="32876" y="266721"/>
                  </a:lnTo>
                  <a:lnTo>
                    <a:pt x="36131" y="270967"/>
                  </a:lnTo>
                  <a:lnTo>
                    <a:pt x="39520" y="275108"/>
                  </a:lnTo>
                  <a:lnTo>
                    <a:pt x="43040" y="279138"/>
                  </a:lnTo>
                  <a:lnTo>
                    <a:pt x="46687" y="283053"/>
                  </a:lnTo>
                  <a:lnTo>
                    <a:pt x="50458" y="286850"/>
                  </a:lnTo>
                  <a:lnTo>
                    <a:pt x="54348" y="290524"/>
                  </a:lnTo>
                  <a:lnTo>
                    <a:pt x="58354" y="294072"/>
                  </a:lnTo>
                  <a:lnTo>
                    <a:pt x="62471" y="297489"/>
                  </a:lnTo>
                  <a:lnTo>
                    <a:pt x="66696" y="300773"/>
                  </a:lnTo>
                  <a:lnTo>
                    <a:pt x="71023" y="303920"/>
                  </a:lnTo>
                  <a:lnTo>
                    <a:pt x="75449" y="306927"/>
                  </a:lnTo>
                  <a:lnTo>
                    <a:pt x="79969" y="309791"/>
                  </a:lnTo>
                  <a:lnTo>
                    <a:pt x="84579" y="312509"/>
                  </a:lnTo>
                  <a:lnTo>
                    <a:pt x="89273" y="315077"/>
                  </a:lnTo>
                  <a:lnTo>
                    <a:pt x="94047" y="317495"/>
                  </a:lnTo>
                  <a:lnTo>
                    <a:pt x="98895" y="319758"/>
                  </a:lnTo>
                  <a:lnTo>
                    <a:pt x="103814" y="321865"/>
                  </a:lnTo>
                  <a:lnTo>
                    <a:pt x="108798" y="323813"/>
                  </a:lnTo>
                  <a:lnTo>
                    <a:pt x="113841" y="325601"/>
                  </a:lnTo>
                  <a:lnTo>
                    <a:pt x="118939" y="327226"/>
                  </a:lnTo>
                  <a:lnTo>
                    <a:pt x="124086" y="328688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77958" y="1489739"/>
              <a:ext cx="43080" cy="161521"/>
            </a:xfrm>
            <a:custGeom>
              <a:avLst/>
              <a:pathLst>
                <a:path w="43080" h="161521">
                  <a:moveTo>
                    <a:pt x="0" y="161521"/>
                  </a:moveTo>
                  <a:lnTo>
                    <a:pt x="4308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77958" y="1489739"/>
              <a:ext cx="43080" cy="161521"/>
            </a:xfrm>
            <a:custGeom>
              <a:avLst/>
              <a:pathLst>
                <a:path w="43080" h="161521">
                  <a:moveTo>
                    <a:pt x="0" y="161521"/>
                  </a:moveTo>
                  <a:lnTo>
                    <a:pt x="4308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77958" y="1489739"/>
              <a:ext cx="43080" cy="161521"/>
            </a:xfrm>
            <a:custGeom>
              <a:avLst/>
              <a:pathLst>
                <a:path w="43080" h="161521">
                  <a:moveTo>
                    <a:pt x="0" y="161521"/>
                  </a:moveTo>
                  <a:lnTo>
                    <a:pt x="4308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77958" y="1489739"/>
              <a:ext cx="43080" cy="161521"/>
            </a:xfrm>
            <a:custGeom>
              <a:avLst/>
              <a:pathLst>
                <a:path w="43080" h="161521">
                  <a:moveTo>
                    <a:pt x="0" y="161521"/>
                  </a:moveTo>
                  <a:lnTo>
                    <a:pt x="4308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77958" y="1489739"/>
              <a:ext cx="43080" cy="161521"/>
            </a:xfrm>
            <a:custGeom>
              <a:avLst/>
              <a:pathLst>
                <a:path w="43080" h="161521">
                  <a:moveTo>
                    <a:pt x="0" y="161521"/>
                  </a:moveTo>
                  <a:lnTo>
                    <a:pt x="4308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77958" y="1489739"/>
              <a:ext cx="43080" cy="161521"/>
            </a:xfrm>
            <a:custGeom>
              <a:avLst/>
              <a:pathLst>
                <a:path w="43080" h="161521">
                  <a:moveTo>
                    <a:pt x="0" y="161521"/>
                  </a:moveTo>
                  <a:lnTo>
                    <a:pt x="4308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77958" y="1489739"/>
              <a:ext cx="43080" cy="161521"/>
            </a:xfrm>
            <a:custGeom>
              <a:avLst/>
              <a:pathLst>
                <a:path w="43080" h="161521">
                  <a:moveTo>
                    <a:pt x="0" y="161521"/>
                  </a:moveTo>
                  <a:lnTo>
                    <a:pt x="4308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77958" y="1489739"/>
              <a:ext cx="43080" cy="161521"/>
            </a:xfrm>
            <a:custGeom>
              <a:avLst/>
              <a:pathLst>
                <a:path w="43080" h="161521">
                  <a:moveTo>
                    <a:pt x="0" y="161521"/>
                  </a:moveTo>
                  <a:lnTo>
                    <a:pt x="4308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77958" y="1489739"/>
              <a:ext cx="43080" cy="161521"/>
            </a:xfrm>
            <a:custGeom>
              <a:avLst/>
              <a:pathLst>
                <a:path w="43080" h="161521">
                  <a:moveTo>
                    <a:pt x="0" y="161521"/>
                  </a:moveTo>
                  <a:lnTo>
                    <a:pt x="4308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77958" y="1489739"/>
              <a:ext cx="43080" cy="161521"/>
            </a:xfrm>
            <a:custGeom>
              <a:avLst/>
              <a:pathLst>
                <a:path w="43080" h="161521">
                  <a:moveTo>
                    <a:pt x="0" y="161521"/>
                  </a:moveTo>
                  <a:lnTo>
                    <a:pt x="4308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77958" y="1489739"/>
              <a:ext cx="43080" cy="161521"/>
            </a:xfrm>
            <a:custGeom>
              <a:avLst/>
              <a:pathLst>
                <a:path w="43080" h="161521">
                  <a:moveTo>
                    <a:pt x="0" y="161521"/>
                  </a:moveTo>
                  <a:lnTo>
                    <a:pt x="4308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77958" y="1489739"/>
              <a:ext cx="43080" cy="161521"/>
            </a:xfrm>
            <a:custGeom>
              <a:avLst/>
              <a:pathLst>
                <a:path w="43080" h="161521">
                  <a:moveTo>
                    <a:pt x="0" y="161521"/>
                  </a:moveTo>
                  <a:lnTo>
                    <a:pt x="4308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77958" y="1489739"/>
              <a:ext cx="43080" cy="161521"/>
            </a:xfrm>
            <a:custGeom>
              <a:avLst/>
              <a:pathLst>
                <a:path w="43080" h="161521">
                  <a:moveTo>
                    <a:pt x="0" y="161521"/>
                  </a:moveTo>
                  <a:lnTo>
                    <a:pt x="4308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77958" y="1489739"/>
              <a:ext cx="43080" cy="161521"/>
            </a:xfrm>
            <a:custGeom>
              <a:avLst/>
              <a:pathLst>
                <a:path w="43080" h="161521">
                  <a:moveTo>
                    <a:pt x="0" y="161521"/>
                  </a:moveTo>
                  <a:lnTo>
                    <a:pt x="4308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77958" y="1489739"/>
              <a:ext cx="43080" cy="161521"/>
            </a:xfrm>
            <a:custGeom>
              <a:avLst/>
              <a:pathLst>
                <a:path w="43080" h="161521">
                  <a:moveTo>
                    <a:pt x="0" y="161521"/>
                  </a:moveTo>
                  <a:lnTo>
                    <a:pt x="4308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77958" y="1489739"/>
              <a:ext cx="43080" cy="161521"/>
            </a:xfrm>
            <a:custGeom>
              <a:avLst/>
              <a:pathLst>
                <a:path w="43080" h="161521">
                  <a:moveTo>
                    <a:pt x="0" y="161521"/>
                  </a:moveTo>
                  <a:lnTo>
                    <a:pt x="4308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77958" y="1489739"/>
              <a:ext cx="43080" cy="161521"/>
            </a:xfrm>
            <a:custGeom>
              <a:avLst/>
              <a:pathLst>
                <a:path w="43080" h="161521">
                  <a:moveTo>
                    <a:pt x="0" y="161521"/>
                  </a:moveTo>
                  <a:lnTo>
                    <a:pt x="4308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77958" y="1489739"/>
              <a:ext cx="43080" cy="161521"/>
            </a:xfrm>
            <a:custGeom>
              <a:avLst/>
              <a:pathLst>
                <a:path w="43080" h="161521">
                  <a:moveTo>
                    <a:pt x="0" y="161521"/>
                  </a:moveTo>
                  <a:lnTo>
                    <a:pt x="4308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77958" y="1489739"/>
              <a:ext cx="43080" cy="161521"/>
            </a:xfrm>
            <a:custGeom>
              <a:avLst/>
              <a:pathLst>
                <a:path w="43080" h="161521">
                  <a:moveTo>
                    <a:pt x="0" y="161521"/>
                  </a:moveTo>
                  <a:lnTo>
                    <a:pt x="4308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77958" y="1489739"/>
              <a:ext cx="43080" cy="161521"/>
            </a:xfrm>
            <a:custGeom>
              <a:avLst/>
              <a:pathLst>
                <a:path w="43080" h="161521">
                  <a:moveTo>
                    <a:pt x="0" y="161521"/>
                  </a:moveTo>
                  <a:lnTo>
                    <a:pt x="4308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977958" y="1489739"/>
              <a:ext cx="43080" cy="161521"/>
            </a:xfrm>
            <a:custGeom>
              <a:avLst/>
              <a:pathLst>
                <a:path w="43080" h="161521">
                  <a:moveTo>
                    <a:pt x="0" y="161521"/>
                  </a:moveTo>
                  <a:lnTo>
                    <a:pt x="4308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977958" y="1322635"/>
              <a:ext cx="210228" cy="334268"/>
            </a:xfrm>
            <a:custGeom>
              <a:avLst/>
              <a:pathLst>
                <a:path w="210228" h="334268">
                  <a:moveTo>
                    <a:pt x="0" y="328624"/>
                  </a:moveTo>
                  <a:lnTo>
                    <a:pt x="5163" y="329914"/>
                  </a:lnTo>
                  <a:lnTo>
                    <a:pt x="10364" y="331038"/>
                  </a:lnTo>
                  <a:lnTo>
                    <a:pt x="15599" y="331996"/>
                  </a:lnTo>
                  <a:lnTo>
                    <a:pt x="20861" y="332787"/>
                  </a:lnTo>
                  <a:lnTo>
                    <a:pt x="26147" y="333411"/>
                  </a:lnTo>
                  <a:lnTo>
                    <a:pt x="31449" y="333865"/>
                  </a:lnTo>
                  <a:lnTo>
                    <a:pt x="36763" y="334151"/>
                  </a:lnTo>
                  <a:lnTo>
                    <a:pt x="42083" y="334268"/>
                  </a:lnTo>
                  <a:lnTo>
                    <a:pt x="47405" y="334215"/>
                  </a:lnTo>
                  <a:lnTo>
                    <a:pt x="52722" y="333992"/>
                  </a:lnTo>
                  <a:lnTo>
                    <a:pt x="58029" y="333601"/>
                  </a:lnTo>
                  <a:lnTo>
                    <a:pt x="63321" y="333041"/>
                  </a:lnTo>
                  <a:lnTo>
                    <a:pt x="68593" y="332312"/>
                  </a:lnTo>
                  <a:lnTo>
                    <a:pt x="73839" y="331416"/>
                  </a:lnTo>
                  <a:lnTo>
                    <a:pt x="79053" y="330354"/>
                  </a:lnTo>
                  <a:lnTo>
                    <a:pt x="84231" y="329126"/>
                  </a:lnTo>
                  <a:lnTo>
                    <a:pt x="89368" y="327734"/>
                  </a:lnTo>
                  <a:lnTo>
                    <a:pt x="94457" y="326180"/>
                  </a:lnTo>
                  <a:lnTo>
                    <a:pt x="99495" y="324464"/>
                  </a:lnTo>
                  <a:lnTo>
                    <a:pt x="104475" y="322588"/>
                  </a:lnTo>
                  <a:lnTo>
                    <a:pt x="109393" y="320555"/>
                  </a:lnTo>
                  <a:lnTo>
                    <a:pt x="114244" y="318366"/>
                  </a:lnTo>
                  <a:lnTo>
                    <a:pt x="119023" y="316025"/>
                  </a:lnTo>
                  <a:lnTo>
                    <a:pt x="123724" y="313532"/>
                  </a:lnTo>
                  <a:lnTo>
                    <a:pt x="128345" y="310891"/>
                  </a:lnTo>
                  <a:lnTo>
                    <a:pt x="132878" y="308104"/>
                  </a:lnTo>
                  <a:lnTo>
                    <a:pt x="137321" y="305174"/>
                  </a:lnTo>
                  <a:lnTo>
                    <a:pt x="141668" y="302104"/>
                  </a:lnTo>
                  <a:lnTo>
                    <a:pt x="145915" y="298898"/>
                  </a:lnTo>
                  <a:lnTo>
                    <a:pt x="150058" y="295558"/>
                  </a:lnTo>
                  <a:lnTo>
                    <a:pt x="154093" y="292087"/>
                  </a:lnTo>
                  <a:lnTo>
                    <a:pt x="158015" y="288490"/>
                  </a:lnTo>
                  <a:lnTo>
                    <a:pt x="161820" y="284771"/>
                  </a:lnTo>
                  <a:lnTo>
                    <a:pt x="165506" y="280931"/>
                  </a:lnTo>
                  <a:lnTo>
                    <a:pt x="169067" y="276977"/>
                  </a:lnTo>
                  <a:lnTo>
                    <a:pt x="172500" y="272911"/>
                  </a:lnTo>
                  <a:lnTo>
                    <a:pt x="175803" y="268738"/>
                  </a:lnTo>
                  <a:lnTo>
                    <a:pt x="178970" y="264462"/>
                  </a:lnTo>
                  <a:lnTo>
                    <a:pt x="182001" y="260087"/>
                  </a:lnTo>
                  <a:lnTo>
                    <a:pt x="184890" y="255618"/>
                  </a:lnTo>
                  <a:lnTo>
                    <a:pt x="187635" y="251059"/>
                  </a:lnTo>
                  <a:lnTo>
                    <a:pt x="190235" y="246415"/>
                  </a:lnTo>
                  <a:lnTo>
                    <a:pt x="192685" y="241691"/>
                  </a:lnTo>
                  <a:lnTo>
                    <a:pt x="194983" y="236891"/>
                  </a:lnTo>
                  <a:lnTo>
                    <a:pt x="197127" y="232021"/>
                  </a:lnTo>
                  <a:lnTo>
                    <a:pt x="199116" y="227084"/>
                  </a:lnTo>
                  <a:lnTo>
                    <a:pt x="200946" y="222087"/>
                  </a:lnTo>
                  <a:lnTo>
                    <a:pt x="202616" y="217034"/>
                  </a:lnTo>
                  <a:lnTo>
                    <a:pt x="204124" y="211931"/>
                  </a:lnTo>
                  <a:lnTo>
                    <a:pt x="205470" y="206782"/>
                  </a:lnTo>
                  <a:lnTo>
                    <a:pt x="206650" y="201593"/>
                  </a:lnTo>
                  <a:lnTo>
                    <a:pt x="207665" y="196369"/>
                  </a:lnTo>
                  <a:lnTo>
                    <a:pt x="208514" y="191115"/>
                  </a:lnTo>
                  <a:lnTo>
                    <a:pt x="209194" y="185837"/>
                  </a:lnTo>
                  <a:lnTo>
                    <a:pt x="209706" y="180540"/>
                  </a:lnTo>
                  <a:lnTo>
                    <a:pt x="210049" y="175230"/>
                  </a:lnTo>
                  <a:lnTo>
                    <a:pt x="210224" y="169911"/>
                  </a:lnTo>
                  <a:lnTo>
                    <a:pt x="210228" y="164589"/>
                  </a:lnTo>
                  <a:lnTo>
                    <a:pt x="210064" y="159270"/>
                  </a:lnTo>
                  <a:lnTo>
                    <a:pt x="209730" y="153959"/>
                  </a:lnTo>
                  <a:lnTo>
                    <a:pt x="209227" y="148661"/>
                  </a:lnTo>
                  <a:lnTo>
                    <a:pt x="208555" y="143381"/>
                  </a:lnTo>
                  <a:lnTo>
                    <a:pt x="207717" y="138126"/>
                  </a:lnTo>
                  <a:lnTo>
                    <a:pt x="206711" y="132901"/>
                  </a:lnTo>
                  <a:lnTo>
                    <a:pt x="205539" y="127709"/>
                  </a:lnTo>
                  <a:lnTo>
                    <a:pt x="204203" y="122558"/>
                  </a:lnTo>
                  <a:lnTo>
                    <a:pt x="202703" y="117452"/>
                  </a:lnTo>
                  <a:lnTo>
                    <a:pt x="201042" y="112396"/>
                  </a:lnTo>
                  <a:lnTo>
                    <a:pt x="199221" y="107396"/>
                  </a:lnTo>
                  <a:lnTo>
                    <a:pt x="197241" y="102456"/>
                  </a:lnTo>
                  <a:lnTo>
                    <a:pt x="195105" y="97582"/>
                  </a:lnTo>
                  <a:lnTo>
                    <a:pt x="192815" y="92778"/>
                  </a:lnTo>
                  <a:lnTo>
                    <a:pt x="190374" y="88050"/>
                  </a:lnTo>
                  <a:lnTo>
                    <a:pt x="187783" y="83401"/>
                  </a:lnTo>
                  <a:lnTo>
                    <a:pt x="185045" y="78838"/>
                  </a:lnTo>
                  <a:lnTo>
                    <a:pt x="182164" y="74364"/>
                  </a:lnTo>
                  <a:lnTo>
                    <a:pt x="179141" y="69983"/>
                  </a:lnTo>
                  <a:lnTo>
                    <a:pt x="175981" y="65702"/>
                  </a:lnTo>
                  <a:lnTo>
                    <a:pt x="172686" y="61523"/>
                  </a:lnTo>
                  <a:lnTo>
                    <a:pt x="169259" y="57451"/>
                  </a:lnTo>
                  <a:lnTo>
                    <a:pt x="165705" y="53490"/>
                  </a:lnTo>
                  <a:lnTo>
                    <a:pt x="162027" y="49644"/>
                  </a:lnTo>
                  <a:lnTo>
                    <a:pt x="158228" y="45918"/>
                  </a:lnTo>
                  <a:lnTo>
                    <a:pt x="154312" y="42314"/>
                  </a:lnTo>
                  <a:lnTo>
                    <a:pt x="150283" y="38837"/>
                  </a:lnTo>
                  <a:lnTo>
                    <a:pt x="146146" y="35489"/>
                  </a:lnTo>
                  <a:lnTo>
                    <a:pt x="141905" y="32275"/>
                  </a:lnTo>
                  <a:lnTo>
                    <a:pt x="137563" y="29198"/>
                  </a:lnTo>
                  <a:lnTo>
                    <a:pt x="133126" y="26260"/>
                  </a:lnTo>
                  <a:lnTo>
                    <a:pt x="128597" y="23465"/>
                  </a:lnTo>
                  <a:lnTo>
                    <a:pt x="123981" y="20816"/>
                  </a:lnTo>
                  <a:lnTo>
                    <a:pt x="119284" y="18315"/>
                  </a:lnTo>
                  <a:lnTo>
                    <a:pt x="114509" y="15965"/>
                  </a:lnTo>
                  <a:lnTo>
                    <a:pt x="109662" y="13768"/>
                  </a:lnTo>
                  <a:lnTo>
                    <a:pt x="104748" y="11726"/>
                  </a:lnTo>
                  <a:lnTo>
                    <a:pt x="99771" y="9842"/>
                  </a:lnTo>
                  <a:lnTo>
                    <a:pt x="94736" y="8117"/>
                  </a:lnTo>
                  <a:lnTo>
                    <a:pt x="89650" y="6553"/>
                  </a:lnTo>
                  <a:lnTo>
                    <a:pt x="84516" y="5152"/>
                  </a:lnTo>
                  <a:lnTo>
                    <a:pt x="79340" y="3916"/>
                  </a:lnTo>
                  <a:lnTo>
                    <a:pt x="74127" y="2844"/>
                  </a:lnTo>
                  <a:lnTo>
                    <a:pt x="68883" y="1939"/>
                  </a:lnTo>
                  <a:lnTo>
                    <a:pt x="63612" y="1201"/>
                  </a:lnTo>
                  <a:lnTo>
                    <a:pt x="58321" y="632"/>
                  </a:lnTo>
                  <a:lnTo>
                    <a:pt x="53015" y="231"/>
                  </a:lnTo>
                  <a:lnTo>
                    <a:pt x="47698" y="0"/>
                  </a:lnTo>
                  <a:lnTo>
                    <a:pt x="43080" y="1671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021039" y="1322571"/>
              <a:ext cx="4618" cy="167167"/>
            </a:xfrm>
            <a:custGeom>
              <a:avLst/>
              <a:pathLst>
                <a:path w="4618" h="167167">
                  <a:moveTo>
                    <a:pt x="4618" y="6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378091" y="1071028"/>
              <a:ext cx="167166" cy="286752"/>
            </a:xfrm>
            <a:custGeom>
              <a:avLst/>
              <a:pathLst>
                <a:path w="167166" h="286752">
                  <a:moveTo>
                    <a:pt x="167166" y="0"/>
                  </a:moveTo>
                  <a:lnTo>
                    <a:pt x="161818" y="85"/>
                  </a:lnTo>
                  <a:lnTo>
                    <a:pt x="156475" y="342"/>
                  </a:lnTo>
                  <a:lnTo>
                    <a:pt x="151143" y="769"/>
                  </a:lnTo>
                  <a:lnTo>
                    <a:pt x="145828" y="1367"/>
                  </a:lnTo>
                  <a:lnTo>
                    <a:pt x="140534" y="2135"/>
                  </a:lnTo>
                  <a:lnTo>
                    <a:pt x="135268" y="3071"/>
                  </a:lnTo>
                  <a:lnTo>
                    <a:pt x="130034" y="4176"/>
                  </a:lnTo>
                  <a:lnTo>
                    <a:pt x="124838" y="5447"/>
                  </a:lnTo>
                  <a:lnTo>
                    <a:pt x="119686" y="6884"/>
                  </a:lnTo>
                  <a:lnTo>
                    <a:pt x="114582" y="8485"/>
                  </a:lnTo>
                  <a:lnTo>
                    <a:pt x="109532" y="10249"/>
                  </a:lnTo>
                  <a:lnTo>
                    <a:pt x="104542" y="12173"/>
                  </a:lnTo>
                  <a:lnTo>
                    <a:pt x="99615" y="14256"/>
                  </a:lnTo>
                  <a:lnTo>
                    <a:pt x="94757" y="16496"/>
                  </a:lnTo>
                  <a:lnTo>
                    <a:pt x="89974" y="18889"/>
                  </a:lnTo>
                  <a:lnTo>
                    <a:pt x="85269" y="21435"/>
                  </a:lnTo>
                  <a:lnTo>
                    <a:pt x="80649" y="24130"/>
                  </a:lnTo>
                  <a:lnTo>
                    <a:pt x="76117" y="26971"/>
                  </a:lnTo>
                  <a:lnTo>
                    <a:pt x="71678" y="29956"/>
                  </a:lnTo>
                  <a:lnTo>
                    <a:pt x="67337" y="33081"/>
                  </a:lnTo>
                  <a:lnTo>
                    <a:pt x="63098" y="36344"/>
                  </a:lnTo>
                  <a:lnTo>
                    <a:pt x="58966" y="39740"/>
                  </a:lnTo>
                  <a:lnTo>
                    <a:pt x="54944" y="43267"/>
                  </a:lnTo>
                  <a:lnTo>
                    <a:pt x="51038" y="46921"/>
                  </a:lnTo>
                  <a:lnTo>
                    <a:pt x="47250" y="50698"/>
                  </a:lnTo>
                  <a:lnTo>
                    <a:pt x="43585" y="54594"/>
                  </a:lnTo>
                  <a:lnTo>
                    <a:pt x="40047" y="58605"/>
                  </a:lnTo>
                  <a:lnTo>
                    <a:pt x="36639" y="62728"/>
                  </a:lnTo>
                  <a:lnTo>
                    <a:pt x="33364" y="66957"/>
                  </a:lnTo>
                  <a:lnTo>
                    <a:pt x="30227" y="71290"/>
                  </a:lnTo>
                  <a:lnTo>
                    <a:pt x="27229" y="75720"/>
                  </a:lnTo>
                  <a:lnTo>
                    <a:pt x="24375" y="80244"/>
                  </a:lnTo>
                  <a:lnTo>
                    <a:pt x="21667" y="84857"/>
                  </a:lnTo>
                  <a:lnTo>
                    <a:pt x="19108" y="89554"/>
                  </a:lnTo>
                  <a:lnTo>
                    <a:pt x="16701" y="94331"/>
                  </a:lnTo>
                  <a:lnTo>
                    <a:pt x="14448" y="99182"/>
                  </a:lnTo>
                  <a:lnTo>
                    <a:pt x="12351" y="104103"/>
                  </a:lnTo>
                  <a:lnTo>
                    <a:pt x="10412" y="109088"/>
                  </a:lnTo>
                  <a:lnTo>
                    <a:pt x="8634" y="114133"/>
                  </a:lnTo>
                  <a:lnTo>
                    <a:pt x="7019" y="119232"/>
                  </a:lnTo>
                  <a:lnTo>
                    <a:pt x="5567" y="124380"/>
                  </a:lnTo>
                  <a:lnTo>
                    <a:pt x="4281" y="129572"/>
                  </a:lnTo>
                  <a:lnTo>
                    <a:pt x="3162" y="134803"/>
                  </a:lnTo>
                  <a:lnTo>
                    <a:pt x="2210" y="140067"/>
                  </a:lnTo>
                  <a:lnTo>
                    <a:pt x="1428" y="145358"/>
                  </a:lnTo>
                  <a:lnTo>
                    <a:pt x="815" y="150672"/>
                  </a:lnTo>
                  <a:lnTo>
                    <a:pt x="372" y="156002"/>
                  </a:lnTo>
                  <a:lnTo>
                    <a:pt x="100" y="161345"/>
                  </a:lnTo>
                  <a:lnTo>
                    <a:pt x="0" y="166693"/>
                  </a:lnTo>
                  <a:lnTo>
                    <a:pt x="70" y="172041"/>
                  </a:lnTo>
                  <a:lnTo>
                    <a:pt x="311" y="177385"/>
                  </a:lnTo>
                  <a:lnTo>
                    <a:pt x="724" y="182718"/>
                  </a:lnTo>
                  <a:lnTo>
                    <a:pt x="1306" y="188035"/>
                  </a:lnTo>
                  <a:lnTo>
                    <a:pt x="2059" y="193331"/>
                  </a:lnTo>
                  <a:lnTo>
                    <a:pt x="2981" y="198600"/>
                  </a:lnTo>
                  <a:lnTo>
                    <a:pt x="4070" y="203836"/>
                  </a:lnTo>
                  <a:lnTo>
                    <a:pt x="5327" y="209036"/>
                  </a:lnTo>
                  <a:lnTo>
                    <a:pt x="6749" y="214192"/>
                  </a:lnTo>
                  <a:lnTo>
                    <a:pt x="8336" y="219300"/>
                  </a:lnTo>
                  <a:lnTo>
                    <a:pt x="10085" y="224355"/>
                  </a:lnTo>
                  <a:lnTo>
                    <a:pt x="11995" y="229352"/>
                  </a:lnTo>
                  <a:lnTo>
                    <a:pt x="14064" y="234284"/>
                  </a:lnTo>
                  <a:lnTo>
                    <a:pt x="16290" y="239148"/>
                  </a:lnTo>
                  <a:lnTo>
                    <a:pt x="18670" y="243938"/>
                  </a:lnTo>
                  <a:lnTo>
                    <a:pt x="21202" y="248650"/>
                  </a:lnTo>
                  <a:lnTo>
                    <a:pt x="23884" y="253278"/>
                  </a:lnTo>
                  <a:lnTo>
                    <a:pt x="26712" y="257818"/>
                  </a:lnTo>
                  <a:lnTo>
                    <a:pt x="29685" y="262266"/>
                  </a:lnTo>
                  <a:lnTo>
                    <a:pt x="32798" y="266615"/>
                  </a:lnTo>
                  <a:lnTo>
                    <a:pt x="36048" y="270863"/>
                  </a:lnTo>
                  <a:lnTo>
                    <a:pt x="39433" y="275005"/>
                  </a:lnTo>
                  <a:lnTo>
                    <a:pt x="42948" y="279037"/>
                  </a:lnTo>
                  <a:lnTo>
                    <a:pt x="46591" y="282954"/>
                  </a:lnTo>
                  <a:lnTo>
                    <a:pt x="50357" y="286752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28449" y="1238196"/>
              <a:ext cx="116809" cy="119585"/>
            </a:xfrm>
            <a:custGeom>
              <a:avLst/>
              <a:pathLst>
                <a:path w="116809" h="119585">
                  <a:moveTo>
                    <a:pt x="0" y="119585"/>
                  </a:moveTo>
                  <a:lnTo>
                    <a:pt x="11680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28449" y="1238196"/>
              <a:ext cx="116809" cy="119585"/>
            </a:xfrm>
            <a:custGeom>
              <a:avLst/>
              <a:pathLst>
                <a:path w="116809" h="119585">
                  <a:moveTo>
                    <a:pt x="0" y="119585"/>
                  </a:moveTo>
                  <a:lnTo>
                    <a:pt x="11680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28449" y="1238196"/>
              <a:ext cx="116809" cy="119585"/>
            </a:xfrm>
            <a:custGeom>
              <a:avLst/>
              <a:pathLst>
                <a:path w="116809" h="119585">
                  <a:moveTo>
                    <a:pt x="0" y="119585"/>
                  </a:moveTo>
                  <a:lnTo>
                    <a:pt x="11680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28449" y="1238196"/>
              <a:ext cx="116809" cy="119585"/>
            </a:xfrm>
            <a:custGeom>
              <a:avLst/>
              <a:pathLst>
                <a:path w="116809" h="119585">
                  <a:moveTo>
                    <a:pt x="0" y="119585"/>
                  </a:moveTo>
                  <a:lnTo>
                    <a:pt x="11680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28449" y="1238196"/>
              <a:ext cx="116809" cy="119585"/>
            </a:xfrm>
            <a:custGeom>
              <a:avLst/>
              <a:pathLst>
                <a:path w="116809" h="119585">
                  <a:moveTo>
                    <a:pt x="0" y="119585"/>
                  </a:moveTo>
                  <a:lnTo>
                    <a:pt x="11680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28449" y="1238196"/>
              <a:ext cx="116809" cy="119585"/>
            </a:xfrm>
            <a:custGeom>
              <a:avLst/>
              <a:pathLst>
                <a:path w="116809" h="119585">
                  <a:moveTo>
                    <a:pt x="0" y="119585"/>
                  </a:moveTo>
                  <a:lnTo>
                    <a:pt x="11680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28449" y="1238196"/>
              <a:ext cx="116809" cy="119585"/>
            </a:xfrm>
            <a:custGeom>
              <a:avLst/>
              <a:pathLst>
                <a:path w="116809" h="119585">
                  <a:moveTo>
                    <a:pt x="0" y="119585"/>
                  </a:moveTo>
                  <a:lnTo>
                    <a:pt x="11680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28449" y="1238196"/>
              <a:ext cx="116809" cy="119585"/>
            </a:xfrm>
            <a:custGeom>
              <a:avLst/>
              <a:pathLst>
                <a:path w="116809" h="119585">
                  <a:moveTo>
                    <a:pt x="0" y="119585"/>
                  </a:moveTo>
                  <a:lnTo>
                    <a:pt x="11680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28449" y="1238196"/>
              <a:ext cx="116809" cy="119585"/>
            </a:xfrm>
            <a:custGeom>
              <a:avLst/>
              <a:pathLst>
                <a:path w="116809" h="119585">
                  <a:moveTo>
                    <a:pt x="0" y="119585"/>
                  </a:moveTo>
                  <a:lnTo>
                    <a:pt x="11680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28449" y="1238196"/>
              <a:ext cx="116809" cy="119585"/>
            </a:xfrm>
            <a:custGeom>
              <a:avLst/>
              <a:pathLst>
                <a:path w="116809" h="119585">
                  <a:moveTo>
                    <a:pt x="0" y="119585"/>
                  </a:moveTo>
                  <a:lnTo>
                    <a:pt x="11680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28449" y="1238196"/>
              <a:ext cx="116809" cy="119585"/>
            </a:xfrm>
            <a:custGeom>
              <a:avLst/>
              <a:pathLst>
                <a:path w="116809" h="119585">
                  <a:moveTo>
                    <a:pt x="0" y="119585"/>
                  </a:moveTo>
                  <a:lnTo>
                    <a:pt x="116809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28449" y="1238196"/>
              <a:ext cx="116809" cy="119585"/>
            </a:xfrm>
            <a:custGeom>
              <a:avLst/>
              <a:pathLst>
                <a:path w="116809" h="119585">
                  <a:moveTo>
                    <a:pt x="0" y="119585"/>
                  </a:moveTo>
                  <a:lnTo>
                    <a:pt x="11680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28449" y="1238196"/>
              <a:ext cx="116809" cy="119585"/>
            </a:xfrm>
            <a:custGeom>
              <a:avLst/>
              <a:pathLst>
                <a:path w="116809" h="119585">
                  <a:moveTo>
                    <a:pt x="0" y="119585"/>
                  </a:moveTo>
                  <a:lnTo>
                    <a:pt x="11680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428449" y="1238196"/>
              <a:ext cx="116809" cy="119585"/>
            </a:xfrm>
            <a:custGeom>
              <a:avLst/>
              <a:pathLst>
                <a:path w="116809" h="119585">
                  <a:moveTo>
                    <a:pt x="0" y="119585"/>
                  </a:moveTo>
                  <a:lnTo>
                    <a:pt x="11680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428449" y="1238196"/>
              <a:ext cx="116809" cy="119585"/>
            </a:xfrm>
            <a:custGeom>
              <a:avLst/>
              <a:pathLst>
                <a:path w="116809" h="119585">
                  <a:moveTo>
                    <a:pt x="0" y="119585"/>
                  </a:moveTo>
                  <a:lnTo>
                    <a:pt x="11680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428449" y="1238196"/>
              <a:ext cx="116809" cy="119585"/>
            </a:xfrm>
            <a:custGeom>
              <a:avLst/>
              <a:pathLst>
                <a:path w="116809" h="119585">
                  <a:moveTo>
                    <a:pt x="0" y="119585"/>
                  </a:moveTo>
                  <a:lnTo>
                    <a:pt x="11680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428449" y="1238196"/>
              <a:ext cx="116809" cy="119585"/>
            </a:xfrm>
            <a:custGeom>
              <a:avLst/>
              <a:pathLst>
                <a:path w="116809" h="119585">
                  <a:moveTo>
                    <a:pt x="0" y="119585"/>
                  </a:moveTo>
                  <a:lnTo>
                    <a:pt x="11680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428449" y="1238196"/>
              <a:ext cx="116809" cy="119585"/>
            </a:xfrm>
            <a:custGeom>
              <a:avLst/>
              <a:pathLst>
                <a:path w="116809" h="119585">
                  <a:moveTo>
                    <a:pt x="0" y="119585"/>
                  </a:moveTo>
                  <a:lnTo>
                    <a:pt x="11680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428449" y="1238196"/>
              <a:ext cx="116809" cy="119585"/>
            </a:xfrm>
            <a:custGeom>
              <a:avLst/>
              <a:pathLst>
                <a:path w="116809" h="119585">
                  <a:moveTo>
                    <a:pt x="0" y="119585"/>
                  </a:moveTo>
                  <a:lnTo>
                    <a:pt x="11680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428449" y="1238196"/>
              <a:ext cx="116809" cy="119585"/>
            </a:xfrm>
            <a:custGeom>
              <a:avLst/>
              <a:pathLst>
                <a:path w="116809" h="119585">
                  <a:moveTo>
                    <a:pt x="0" y="119585"/>
                  </a:moveTo>
                  <a:lnTo>
                    <a:pt x="11680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428449" y="1136487"/>
              <a:ext cx="283955" cy="268871"/>
            </a:xfrm>
            <a:custGeom>
              <a:avLst/>
              <a:pathLst>
                <a:path w="283955" h="268871">
                  <a:moveTo>
                    <a:pt x="0" y="221294"/>
                  </a:moveTo>
                  <a:lnTo>
                    <a:pt x="3873" y="224958"/>
                  </a:lnTo>
                  <a:lnTo>
                    <a:pt x="7861" y="228498"/>
                  </a:lnTo>
                  <a:lnTo>
                    <a:pt x="11961" y="231908"/>
                  </a:lnTo>
                  <a:lnTo>
                    <a:pt x="16166" y="235186"/>
                  </a:lnTo>
                  <a:lnTo>
                    <a:pt x="20475" y="238328"/>
                  </a:lnTo>
                  <a:lnTo>
                    <a:pt x="24881" y="241331"/>
                  </a:lnTo>
                  <a:lnTo>
                    <a:pt x="29381" y="244191"/>
                  </a:lnTo>
                  <a:lnTo>
                    <a:pt x="33970" y="246907"/>
                  </a:lnTo>
                  <a:lnTo>
                    <a:pt x="38643" y="249476"/>
                  </a:lnTo>
                  <a:lnTo>
                    <a:pt x="43395" y="251893"/>
                  </a:lnTo>
                  <a:lnTo>
                    <a:pt x="48223" y="254158"/>
                  </a:lnTo>
                  <a:lnTo>
                    <a:pt x="53120" y="256268"/>
                  </a:lnTo>
                  <a:lnTo>
                    <a:pt x="58082" y="258221"/>
                  </a:lnTo>
                  <a:lnTo>
                    <a:pt x="63103" y="260014"/>
                  </a:lnTo>
                  <a:lnTo>
                    <a:pt x="68180" y="261647"/>
                  </a:lnTo>
                  <a:lnTo>
                    <a:pt x="73305" y="263116"/>
                  </a:lnTo>
                  <a:lnTo>
                    <a:pt x="78475" y="264422"/>
                  </a:lnTo>
                  <a:lnTo>
                    <a:pt x="83684" y="265561"/>
                  </a:lnTo>
                  <a:lnTo>
                    <a:pt x="88927" y="266535"/>
                  </a:lnTo>
                  <a:lnTo>
                    <a:pt x="94198" y="267340"/>
                  </a:lnTo>
                  <a:lnTo>
                    <a:pt x="99492" y="267977"/>
                  </a:lnTo>
                  <a:lnTo>
                    <a:pt x="104804" y="268444"/>
                  </a:lnTo>
                  <a:lnTo>
                    <a:pt x="110128" y="268743"/>
                  </a:lnTo>
                  <a:lnTo>
                    <a:pt x="115459" y="268871"/>
                  </a:lnTo>
                  <a:lnTo>
                    <a:pt x="120791" y="268829"/>
                  </a:lnTo>
                  <a:lnTo>
                    <a:pt x="126119" y="268617"/>
                  </a:lnTo>
                  <a:lnTo>
                    <a:pt x="131438" y="268235"/>
                  </a:lnTo>
                  <a:lnTo>
                    <a:pt x="136741" y="267683"/>
                  </a:lnTo>
                  <a:lnTo>
                    <a:pt x="142025" y="266963"/>
                  </a:lnTo>
                  <a:lnTo>
                    <a:pt x="147283" y="266075"/>
                  </a:lnTo>
                  <a:lnTo>
                    <a:pt x="152509" y="265019"/>
                  </a:lnTo>
                  <a:lnTo>
                    <a:pt x="157700" y="263798"/>
                  </a:lnTo>
                  <a:lnTo>
                    <a:pt x="162849" y="262411"/>
                  </a:lnTo>
                  <a:lnTo>
                    <a:pt x="167951" y="260861"/>
                  </a:lnTo>
                  <a:lnTo>
                    <a:pt x="173001" y="259149"/>
                  </a:lnTo>
                  <a:lnTo>
                    <a:pt x="177993" y="257276"/>
                  </a:lnTo>
                  <a:lnTo>
                    <a:pt x="182924" y="255246"/>
                  </a:lnTo>
                  <a:lnTo>
                    <a:pt x="187787" y="253059"/>
                  </a:lnTo>
                  <a:lnTo>
                    <a:pt x="192578" y="250718"/>
                  </a:lnTo>
                  <a:lnTo>
                    <a:pt x="197292" y="248226"/>
                  </a:lnTo>
                  <a:lnTo>
                    <a:pt x="201924" y="245585"/>
                  </a:lnTo>
                  <a:lnTo>
                    <a:pt x="206470" y="242797"/>
                  </a:lnTo>
                  <a:lnTo>
                    <a:pt x="210924" y="239865"/>
                  </a:lnTo>
                  <a:lnTo>
                    <a:pt x="215282" y="236793"/>
                  </a:lnTo>
                  <a:lnTo>
                    <a:pt x="219541" y="233584"/>
                  </a:lnTo>
                  <a:lnTo>
                    <a:pt x="223694" y="230240"/>
                  </a:lnTo>
                  <a:lnTo>
                    <a:pt x="227739" y="226766"/>
                  </a:lnTo>
                  <a:lnTo>
                    <a:pt x="231671" y="223164"/>
                  </a:lnTo>
                  <a:lnTo>
                    <a:pt x="235487" y="219439"/>
                  </a:lnTo>
                  <a:lnTo>
                    <a:pt x="239181" y="215594"/>
                  </a:lnTo>
                  <a:lnTo>
                    <a:pt x="242751" y="211633"/>
                  </a:lnTo>
                  <a:lnTo>
                    <a:pt x="246193" y="207560"/>
                  </a:lnTo>
                  <a:lnTo>
                    <a:pt x="249503" y="203380"/>
                  </a:lnTo>
                  <a:lnTo>
                    <a:pt x="252678" y="199096"/>
                  </a:lnTo>
                  <a:lnTo>
                    <a:pt x="255715" y="194713"/>
                  </a:lnTo>
                  <a:lnTo>
                    <a:pt x="258611" y="190236"/>
                  </a:lnTo>
                  <a:lnTo>
                    <a:pt x="261362" y="185668"/>
                  </a:lnTo>
                  <a:lnTo>
                    <a:pt x="263967" y="181015"/>
                  </a:lnTo>
                  <a:lnTo>
                    <a:pt x="266421" y="176281"/>
                  </a:lnTo>
                  <a:lnTo>
                    <a:pt x="268723" y="171471"/>
                  </a:lnTo>
                  <a:lnTo>
                    <a:pt x="270871" y="166591"/>
                  </a:lnTo>
                  <a:lnTo>
                    <a:pt x="272862" y="161644"/>
                  </a:lnTo>
                  <a:lnTo>
                    <a:pt x="274694" y="156637"/>
                  </a:lnTo>
                  <a:lnTo>
                    <a:pt x="276366" y="151573"/>
                  </a:lnTo>
                  <a:lnTo>
                    <a:pt x="277875" y="146459"/>
                  </a:lnTo>
                  <a:lnTo>
                    <a:pt x="279220" y="141299"/>
                  </a:lnTo>
                  <a:lnTo>
                    <a:pt x="280400" y="136099"/>
                  </a:lnTo>
                  <a:lnTo>
                    <a:pt x="281414" y="130864"/>
                  </a:lnTo>
                  <a:lnTo>
                    <a:pt x="282260" y="125599"/>
                  </a:lnTo>
                  <a:lnTo>
                    <a:pt x="282938" y="120310"/>
                  </a:lnTo>
                  <a:lnTo>
                    <a:pt x="283447" y="115002"/>
                  </a:lnTo>
                  <a:lnTo>
                    <a:pt x="283786" y="109681"/>
                  </a:lnTo>
                  <a:lnTo>
                    <a:pt x="283955" y="104351"/>
                  </a:lnTo>
                  <a:lnTo>
                    <a:pt x="283954" y="99019"/>
                  </a:lnTo>
                  <a:lnTo>
                    <a:pt x="283784" y="93689"/>
                  </a:lnTo>
                  <a:lnTo>
                    <a:pt x="283443" y="88368"/>
                  </a:lnTo>
                  <a:lnTo>
                    <a:pt x="282933" y="83060"/>
                  </a:lnTo>
                  <a:lnTo>
                    <a:pt x="282253" y="77771"/>
                  </a:lnTo>
                  <a:lnTo>
                    <a:pt x="281406" y="72507"/>
                  </a:lnTo>
                  <a:lnTo>
                    <a:pt x="280391" y="67272"/>
                  </a:lnTo>
                  <a:lnTo>
                    <a:pt x="279209" y="62072"/>
                  </a:lnTo>
                  <a:lnTo>
                    <a:pt x="277862" y="56913"/>
                  </a:lnTo>
                  <a:lnTo>
                    <a:pt x="276352" y="51799"/>
                  </a:lnTo>
                  <a:lnTo>
                    <a:pt x="274679" y="46736"/>
                  </a:lnTo>
                  <a:lnTo>
                    <a:pt x="272845" y="41729"/>
                  </a:lnTo>
                  <a:lnTo>
                    <a:pt x="270853" y="36783"/>
                  </a:lnTo>
                  <a:lnTo>
                    <a:pt x="268703" y="31903"/>
                  </a:lnTo>
                  <a:lnTo>
                    <a:pt x="266400" y="27094"/>
                  </a:lnTo>
                  <a:lnTo>
                    <a:pt x="263944" y="22361"/>
                  </a:lnTo>
                  <a:lnTo>
                    <a:pt x="261338" y="17708"/>
                  </a:lnTo>
                  <a:lnTo>
                    <a:pt x="258586" y="13141"/>
                  </a:lnTo>
                  <a:lnTo>
                    <a:pt x="255689" y="8665"/>
                  </a:lnTo>
                  <a:lnTo>
                    <a:pt x="252651" y="4282"/>
                  </a:lnTo>
                  <a:lnTo>
                    <a:pt x="249474" y="0"/>
                  </a:lnTo>
                  <a:lnTo>
                    <a:pt x="116809" y="1017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545258" y="1071028"/>
              <a:ext cx="132665" cy="167167"/>
            </a:xfrm>
            <a:custGeom>
              <a:avLst/>
              <a:pathLst>
                <a:path w="132665" h="167167">
                  <a:moveTo>
                    <a:pt x="132665" y="65458"/>
                  </a:moveTo>
                  <a:lnTo>
                    <a:pt x="129265" y="61170"/>
                  </a:lnTo>
                  <a:lnTo>
                    <a:pt x="125726" y="56995"/>
                  </a:lnTo>
                  <a:lnTo>
                    <a:pt x="122052" y="52939"/>
                  </a:lnTo>
                  <a:lnTo>
                    <a:pt x="118247" y="49004"/>
                  </a:lnTo>
                  <a:lnTo>
                    <a:pt x="114316" y="45197"/>
                  </a:lnTo>
                  <a:lnTo>
                    <a:pt x="110262" y="41520"/>
                  </a:lnTo>
                  <a:lnTo>
                    <a:pt x="106090" y="37978"/>
                  </a:lnTo>
                  <a:lnTo>
                    <a:pt x="101805" y="34575"/>
                  </a:lnTo>
                  <a:lnTo>
                    <a:pt x="97410" y="31313"/>
                  </a:lnTo>
                  <a:lnTo>
                    <a:pt x="92910" y="28198"/>
                  </a:lnTo>
                  <a:lnTo>
                    <a:pt x="88312" y="25231"/>
                  </a:lnTo>
                  <a:lnTo>
                    <a:pt x="83618" y="22416"/>
                  </a:lnTo>
                  <a:lnTo>
                    <a:pt x="78835" y="19756"/>
                  </a:lnTo>
                  <a:lnTo>
                    <a:pt x="73967" y="17255"/>
                  </a:lnTo>
                  <a:lnTo>
                    <a:pt x="69021" y="14914"/>
                  </a:lnTo>
                  <a:lnTo>
                    <a:pt x="64000" y="12736"/>
                  </a:lnTo>
                  <a:lnTo>
                    <a:pt x="58910" y="10724"/>
                  </a:lnTo>
                  <a:lnTo>
                    <a:pt x="53758" y="8879"/>
                  </a:lnTo>
                  <a:lnTo>
                    <a:pt x="48547" y="7204"/>
                  </a:lnTo>
                  <a:lnTo>
                    <a:pt x="43285" y="5701"/>
                  </a:lnTo>
                  <a:lnTo>
                    <a:pt x="37976" y="4370"/>
                  </a:lnTo>
                  <a:lnTo>
                    <a:pt x="32627" y="3215"/>
                  </a:lnTo>
                  <a:lnTo>
                    <a:pt x="27243" y="2234"/>
                  </a:lnTo>
                  <a:lnTo>
                    <a:pt x="21829" y="1431"/>
                  </a:lnTo>
                  <a:lnTo>
                    <a:pt x="16392" y="805"/>
                  </a:lnTo>
                  <a:lnTo>
                    <a:pt x="10938" y="358"/>
                  </a:lnTo>
                  <a:lnTo>
                    <a:pt x="5472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38829" y="941493"/>
              <a:ext cx="84714" cy="167167"/>
            </a:xfrm>
            <a:custGeom>
              <a:avLst/>
              <a:pathLst>
                <a:path w="84714" h="167167">
                  <a:moveTo>
                    <a:pt x="84714" y="0"/>
                  </a:moveTo>
                  <a:lnTo>
                    <a:pt x="78793" y="104"/>
                  </a:lnTo>
                  <a:lnTo>
                    <a:pt x="72879" y="419"/>
                  </a:lnTo>
                  <a:lnTo>
                    <a:pt x="66980" y="943"/>
                  </a:lnTo>
                  <a:lnTo>
                    <a:pt x="61103" y="1675"/>
                  </a:lnTo>
                  <a:lnTo>
                    <a:pt x="55256" y="2615"/>
                  </a:lnTo>
                  <a:lnTo>
                    <a:pt x="49446" y="3762"/>
                  </a:lnTo>
                  <a:lnTo>
                    <a:pt x="43680" y="5114"/>
                  </a:lnTo>
                  <a:lnTo>
                    <a:pt x="37966" y="6669"/>
                  </a:lnTo>
                  <a:lnTo>
                    <a:pt x="32310" y="8426"/>
                  </a:lnTo>
                  <a:lnTo>
                    <a:pt x="26720" y="10381"/>
                  </a:lnTo>
                  <a:lnTo>
                    <a:pt x="21203" y="12534"/>
                  </a:lnTo>
                  <a:lnTo>
                    <a:pt x="15766" y="14881"/>
                  </a:lnTo>
                  <a:lnTo>
                    <a:pt x="10415" y="17418"/>
                  </a:lnTo>
                  <a:lnTo>
                    <a:pt x="5157" y="20144"/>
                  </a:lnTo>
                  <a:lnTo>
                    <a:pt x="0" y="23054"/>
                  </a:lnTo>
                  <a:lnTo>
                    <a:pt x="8471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38829" y="964548"/>
              <a:ext cx="84714" cy="144112"/>
            </a:xfrm>
            <a:custGeom>
              <a:avLst/>
              <a:pathLst>
                <a:path w="84714" h="144112">
                  <a:moveTo>
                    <a:pt x="0" y="0"/>
                  </a:moveTo>
                  <a:lnTo>
                    <a:pt x="84714" y="14411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38829" y="964548"/>
              <a:ext cx="84714" cy="144112"/>
            </a:xfrm>
            <a:custGeom>
              <a:avLst/>
              <a:pathLst>
                <a:path w="84714" h="144112">
                  <a:moveTo>
                    <a:pt x="0" y="0"/>
                  </a:moveTo>
                  <a:lnTo>
                    <a:pt x="84714" y="14411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38829" y="964548"/>
              <a:ext cx="84714" cy="144112"/>
            </a:xfrm>
            <a:custGeom>
              <a:avLst/>
              <a:pathLst>
                <a:path w="84714" h="144112">
                  <a:moveTo>
                    <a:pt x="0" y="0"/>
                  </a:moveTo>
                  <a:lnTo>
                    <a:pt x="84714" y="14411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38829" y="964548"/>
              <a:ext cx="84714" cy="144112"/>
            </a:xfrm>
            <a:custGeom>
              <a:avLst/>
              <a:pathLst>
                <a:path w="84714" h="144112">
                  <a:moveTo>
                    <a:pt x="0" y="0"/>
                  </a:moveTo>
                  <a:lnTo>
                    <a:pt x="84714" y="14411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38829" y="964548"/>
              <a:ext cx="84714" cy="144112"/>
            </a:xfrm>
            <a:custGeom>
              <a:avLst/>
              <a:pathLst>
                <a:path w="84714" h="144112">
                  <a:moveTo>
                    <a:pt x="0" y="0"/>
                  </a:moveTo>
                  <a:lnTo>
                    <a:pt x="84714" y="14411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38829" y="964548"/>
              <a:ext cx="84714" cy="144112"/>
            </a:xfrm>
            <a:custGeom>
              <a:avLst/>
              <a:pathLst>
                <a:path w="84714" h="144112">
                  <a:moveTo>
                    <a:pt x="0" y="0"/>
                  </a:moveTo>
                  <a:lnTo>
                    <a:pt x="84714" y="1441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38829" y="964548"/>
              <a:ext cx="84714" cy="144112"/>
            </a:xfrm>
            <a:custGeom>
              <a:avLst/>
              <a:pathLst>
                <a:path w="84714" h="144112">
                  <a:moveTo>
                    <a:pt x="0" y="0"/>
                  </a:moveTo>
                  <a:lnTo>
                    <a:pt x="84714" y="1441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38829" y="964548"/>
              <a:ext cx="84714" cy="144112"/>
            </a:xfrm>
            <a:custGeom>
              <a:avLst/>
              <a:pathLst>
                <a:path w="84714" h="144112">
                  <a:moveTo>
                    <a:pt x="0" y="0"/>
                  </a:moveTo>
                  <a:lnTo>
                    <a:pt x="84714" y="1441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38829" y="964548"/>
              <a:ext cx="84714" cy="144112"/>
            </a:xfrm>
            <a:custGeom>
              <a:avLst/>
              <a:pathLst>
                <a:path w="84714" h="144112">
                  <a:moveTo>
                    <a:pt x="0" y="0"/>
                  </a:moveTo>
                  <a:lnTo>
                    <a:pt x="84714" y="1441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38829" y="964548"/>
              <a:ext cx="84714" cy="144112"/>
            </a:xfrm>
            <a:custGeom>
              <a:avLst/>
              <a:pathLst>
                <a:path w="84714" h="144112">
                  <a:moveTo>
                    <a:pt x="0" y="0"/>
                  </a:moveTo>
                  <a:lnTo>
                    <a:pt x="84714" y="14411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38829" y="964548"/>
              <a:ext cx="84714" cy="144112"/>
            </a:xfrm>
            <a:custGeom>
              <a:avLst/>
              <a:pathLst>
                <a:path w="84714" h="144112">
                  <a:moveTo>
                    <a:pt x="0" y="0"/>
                  </a:moveTo>
                  <a:lnTo>
                    <a:pt x="84714" y="1441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38829" y="964548"/>
              <a:ext cx="84714" cy="144112"/>
            </a:xfrm>
            <a:custGeom>
              <a:avLst/>
              <a:pathLst>
                <a:path w="84714" h="144112">
                  <a:moveTo>
                    <a:pt x="0" y="0"/>
                  </a:moveTo>
                  <a:lnTo>
                    <a:pt x="84714" y="1441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38829" y="964548"/>
              <a:ext cx="84714" cy="144112"/>
            </a:xfrm>
            <a:custGeom>
              <a:avLst/>
              <a:pathLst>
                <a:path w="84714" h="144112">
                  <a:moveTo>
                    <a:pt x="0" y="0"/>
                  </a:moveTo>
                  <a:lnTo>
                    <a:pt x="84714" y="14411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38829" y="964548"/>
              <a:ext cx="84714" cy="144112"/>
            </a:xfrm>
            <a:custGeom>
              <a:avLst/>
              <a:pathLst>
                <a:path w="84714" h="144112">
                  <a:moveTo>
                    <a:pt x="0" y="0"/>
                  </a:moveTo>
                  <a:lnTo>
                    <a:pt x="84714" y="1441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38829" y="964548"/>
              <a:ext cx="84714" cy="144112"/>
            </a:xfrm>
            <a:custGeom>
              <a:avLst/>
              <a:pathLst>
                <a:path w="84714" h="144112">
                  <a:moveTo>
                    <a:pt x="0" y="0"/>
                  </a:moveTo>
                  <a:lnTo>
                    <a:pt x="84714" y="1441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38829" y="964548"/>
              <a:ext cx="84714" cy="144112"/>
            </a:xfrm>
            <a:custGeom>
              <a:avLst/>
              <a:pathLst>
                <a:path w="84714" h="144112">
                  <a:moveTo>
                    <a:pt x="0" y="0"/>
                  </a:moveTo>
                  <a:lnTo>
                    <a:pt x="84714" y="1441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38829" y="964548"/>
              <a:ext cx="84714" cy="144112"/>
            </a:xfrm>
            <a:custGeom>
              <a:avLst/>
              <a:pathLst>
                <a:path w="84714" h="144112">
                  <a:moveTo>
                    <a:pt x="0" y="0"/>
                  </a:moveTo>
                  <a:lnTo>
                    <a:pt x="84714" y="1441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938829" y="964548"/>
              <a:ext cx="84714" cy="144112"/>
            </a:xfrm>
            <a:custGeom>
              <a:avLst/>
              <a:pathLst>
                <a:path w="84714" h="144112">
                  <a:moveTo>
                    <a:pt x="0" y="0"/>
                  </a:moveTo>
                  <a:lnTo>
                    <a:pt x="84714" y="14411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938829" y="964548"/>
              <a:ext cx="84714" cy="144112"/>
            </a:xfrm>
            <a:custGeom>
              <a:avLst/>
              <a:pathLst>
                <a:path w="84714" h="144112">
                  <a:moveTo>
                    <a:pt x="0" y="0"/>
                  </a:moveTo>
                  <a:lnTo>
                    <a:pt x="84714" y="14411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856378" y="949575"/>
              <a:ext cx="334329" cy="326234"/>
            </a:xfrm>
            <a:custGeom>
              <a:avLst/>
              <a:pathLst>
                <a:path w="334329" h="326234">
                  <a:moveTo>
                    <a:pt x="82451" y="14972"/>
                  </a:moveTo>
                  <a:lnTo>
                    <a:pt x="77936" y="17723"/>
                  </a:lnTo>
                  <a:lnTo>
                    <a:pt x="73511" y="20615"/>
                  </a:lnTo>
                  <a:lnTo>
                    <a:pt x="69180" y="23646"/>
                  </a:lnTo>
                  <a:lnTo>
                    <a:pt x="64946" y="26812"/>
                  </a:lnTo>
                  <a:lnTo>
                    <a:pt x="60815" y="30110"/>
                  </a:lnTo>
                  <a:lnTo>
                    <a:pt x="56790" y="33537"/>
                  </a:lnTo>
                  <a:lnTo>
                    <a:pt x="52875" y="37090"/>
                  </a:lnTo>
                  <a:lnTo>
                    <a:pt x="49075" y="40765"/>
                  </a:lnTo>
                  <a:lnTo>
                    <a:pt x="45393" y="44558"/>
                  </a:lnTo>
                  <a:lnTo>
                    <a:pt x="41832" y="48466"/>
                  </a:lnTo>
                  <a:lnTo>
                    <a:pt x="38397" y="52484"/>
                  </a:lnTo>
                  <a:lnTo>
                    <a:pt x="35091" y="56609"/>
                  </a:lnTo>
                  <a:lnTo>
                    <a:pt x="31917" y="60837"/>
                  </a:lnTo>
                  <a:lnTo>
                    <a:pt x="28878" y="65162"/>
                  </a:lnTo>
                  <a:lnTo>
                    <a:pt x="25977" y="69582"/>
                  </a:lnTo>
                  <a:lnTo>
                    <a:pt x="23217" y="74091"/>
                  </a:lnTo>
                  <a:lnTo>
                    <a:pt x="20602" y="78685"/>
                  </a:lnTo>
                  <a:lnTo>
                    <a:pt x="18133" y="83360"/>
                  </a:lnTo>
                  <a:lnTo>
                    <a:pt x="15813" y="88110"/>
                  </a:lnTo>
                  <a:lnTo>
                    <a:pt x="13645" y="92931"/>
                  </a:lnTo>
                  <a:lnTo>
                    <a:pt x="11630" y="97819"/>
                  </a:lnTo>
                  <a:lnTo>
                    <a:pt x="9770" y="102767"/>
                  </a:lnTo>
                  <a:lnTo>
                    <a:pt x="8068" y="107772"/>
                  </a:lnTo>
                  <a:lnTo>
                    <a:pt x="6525" y="112829"/>
                  </a:lnTo>
                  <a:lnTo>
                    <a:pt x="5143" y="117931"/>
                  </a:lnTo>
                  <a:lnTo>
                    <a:pt x="3923" y="123075"/>
                  </a:lnTo>
                  <a:lnTo>
                    <a:pt x="2866" y="128255"/>
                  </a:lnTo>
                  <a:lnTo>
                    <a:pt x="1973" y="133465"/>
                  </a:lnTo>
                  <a:lnTo>
                    <a:pt x="1245" y="138701"/>
                  </a:lnTo>
                  <a:lnTo>
                    <a:pt x="684" y="143958"/>
                  </a:lnTo>
                  <a:lnTo>
                    <a:pt x="289" y="149230"/>
                  </a:lnTo>
                  <a:lnTo>
                    <a:pt x="61" y="154511"/>
                  </a:lnTo>
                  <a:lnTo>
                    <a:pt x="0" y="159797"/>
                  </a:lnTo>
                  <a:lnTo>
                    <a:pt x="106" y="165083"/>
                  </a:lnTo>
                  <a:lnTo>
                    <a:pt x="379" y="170362"/>
                  </a:lnTo>
                  <a:lnTo>
                    <a:pt x="819" y="175630"/>
                  </a:lnTo>
                  <a:lnTo>
                    <a:pt x="1425" y="180882"/>
                  </a:lnTo>
                  <a:lnTo>
                    <a:pt x="2197" y="186112"/>
                  </a:lnTo>
                  <a:lnTo>
                    <a:pt x="3134" y="191314"/>
                  </a:lnTo>
                  <a:lnTo>
                    <a:pt x="4235" y="196485"/>
                  </a:lnTo>
                  <a:lnTo>
                    <a:pt x="5500" y="201618"/>
                  </a:lnTo>
                  <a:lnTo>
                    <a:pt x="6925" y="206709"/>
                  </a:lnTo>
                  <a:lnTo>
                    <a:pt x="8511" y="211752"/>
                  </a:lnTo>
                  <a:lnTo>
                    <a:pt x="10256" y="216742"/>
                  </a:lnTo>
                  <a:lnTo>
                    <a:pt x="12157" y="221675"/>
                  </a:lnTo>
                  <a:lnTo>
                    <a:pt x="14214" y="226545"/>
                  </a:lnTo>
                  <a:lnTo>
                    <a:pt x="16424" y="231347"/>
                  </a:lnTo>
                  <a:lnTo>
                    <a:pt x="18784" y="236078"/>
                  </a:lnTo>
                  <a:lnTo>
                    <a:pt x="21293" y="240731"/>
                  </a:lnTo>
                  <a:lnTo>
                    <a:pt x="23947" y="245303"/>
                  </a:lnTo>
                  <a:lnTo>
                    <a:pt x="26745" y="249788"/>
                  </a:lnTo>
                  <a:lnTo>
                    <a:pt x="29683" y="254183"/>
                  </a:lnTo>
                  <a:lnTo>
                    <a:pt x="32759" y="258482"/>
                  </a:lnTo>
                  <a:lnTo>
                    <a:pt x="35969" y="262683"/>
                  </a:lnTo>
                  <a:lnTo>
                    <a:pt x="39310" y="266779"/>
                  </a:lnTo>
                  <a:lnTo>
                    <a:pt x="42780" y="270768"/>
                  </a:lnTo>
                  <a:lnTo>
                    <a:pt x="46373" y="274645"/>
                  </a:lnTo>
                  <a:lnTo>
                    <a:pt x="50088" y="278407"/>
                  </a:lnTo>
                  <a:lnTo>
                    <a:pt x="53919" y="282049"/>
                  </a:lnTo>
                  <a:lnTo>
                    <a:pt x="57864" y="285569"/>
                  </a:lnTo>
                  <a:lnTo>
                    <a:pt x="61918" y="288961"/>
                  </a:lnTo>
                  <a:lnTo>
                    <a:pt x="66077" y="292224"/>
                  </a:lnTo>
                  <a:lnTo>
                    <a:pt x="70338" y="295354"/>
                  </a:lnTo>
                  <a:lnTo>
                    <a:pt x="74695" y="298348"/>
                  </a:lnTo>
                  <a:lnTo>
                    <a:pt x="79145" y="301202"/>
                  </a:lnTo>
                  <a:lnTo>
                    <a:pt x="83683" y="303914"/>
                  </a:lnTo>
                  <a:lnTo>
                    <a:pt x="88304" y="306482"/>
                  </a:lnTo>
                  <a:lnTo>
                    <a:pt x="93004" y="308901"/>
                  </a:lnTo>
                  <a:lnTo>
                    <a:pt x="97778" y="311171"/>
                  </a:lnTo>
                  <a:lnTo>
                    <a:pt x="102622" y="313289"/>
                  </a:lnTo>
                  <a:lnTo>
                    <a:pt x="107530" y="315253"/>
                  </a:lnTo>
                  <a:lnTo>
                    <a:pt x="112498" y="317061"/>
                  </a:lnTo>
                  <a:lnTo>
                    <a:pt x="117520" y="318710"/>
                  </a:lnTo>
                  <a:lnTo>
                    <a:pt x="122593" y="320200"/>
                  </a:lnTo>
                  <a:lnTo>
                    <a:pt x="127709" y="321529"/>
                  </a:lnTo>
                  <a:lnTo>
                    <a:pt x="132865" y="322696"/>
                  </a:lnTo>
                  <a:lnTo>
                    <a:pt x="138056" y="323698"/>
                  </a:lnTo>
                  <a:lnTo>
                    <a:pt x="143276" y="324536"/>
                  </a:lnTo>
                  <a:lnTo>
                    <a:pt x="148519" y="325209"/>
                  </a:lnTo>
                  <a:lnTo>
                    <a:pt x="153781" y="325716"/>
                  </a:lnTo>
                  <a:lnTo>
                    <a:pt x="159057" y="326055"/>
                  </a:lnTo>
                  <a:lnTo>
                    <a:pt x="164340" y="326228"/>
                  </a:lnTo>
                  <a:lnTo>
                    <a:pt x="169627" y="326234"/>
                  </a:lnTo>
                  <a:lnTo>
                    <a:pt x="174911" y="326073"/>
                  </a:lnTo>
                  <a:lnTo>
                    <a:pt x="180187" y="325744"/>
                  </a:lnTo>
                  <a:lnTo>
                    <a:pt x="185451" y="325249"/>
                  </a:lnTo>
                  <a:lnTo>
                    <a:pt x="190695" y="324588"/>
                  </a:lnTo>
                  <a:lnTo>
                    <a:pt x="195917" y="323761"/>
                  </a:lnTo>
                  <a:lnTo>
                    <a:pt x="201110" y="322770"/>
                  </a:lnTo>
                  <a:lnTo>
                    <a:pt x="206268" y="321615"/>
                  </a:lnTo>
                  <a:lnTo>
                    <a:pt x="211388" y="320297"/>
                  </a:lnTo>
                  <a:lnTo>
                    <a:pt x="216463" y="318818"/>
                  </a:lnTo>
                  <a:lnTo>
                    <a:pt x="221489" y="317179"/>
                  </a:lnTo>
                  <a:lnTo>
                    <a:pt x="226461" y="315382"/>
                  </a:lnTo>
                  <a:lnTo>
                    <a:pt x="231374" y="313429"/>
                  </a:lnTo>
                  <a:lnTo>
                    <a:pt x="236222" y="311322"/>
                  </a:lnTo>
                  <a:lnTo>
                    <a:pt x="241001" y="309062"/>
                  </a:lnTo>
                  <a:lnTo>
                    <a:pt x="245706" y="306653"/>
                  </a:lnTo>
                  <a:lnTo>
                    <a:pt x="250333" y="304095"/>
                  </a:lnTo>
                  <a:lnTo>
                    <a:pt x="254877" y="301393"/>
                  </a:lnTo>
                  <a:lnTo>
                    <a:pt x="259333" y="298548"/>
                  </a:lnTo>
                  <a:lnTo>
                    <a:pt x="263697" y="295564"/>
                  </a:lnTo>
                  <a:lnTo>
                    <a:pt x="267964" y="292444"/>
                  </a:lnTo>
                  <a:lnTo>
                    <a:pt x="272130" y="289190"/>
                  </a:lnTo>
                  <a:lnTo>
                    <a:pt x="276192" y="285806"/>
                  </a:lnTo>
                  <a:lnTo>
                    <a:pt x="280144" y="282295"/>
                  </a:lnTo>
                  <a:lnTo>
                    <a:pt x="283983" y="278661"/>
                  </a:lnTo>
                  <a:lnTo>
                    <a:pt x="287706" y="274908"/>
                  </a:lnTo>
                  <a:lnTo>
                    <a:pt x="291308" y="271038"/>
                  </a:lnTo>
                  <a:lnTo>
                    <a:pt x="294786" y="267057"/>
                  </a:lnTo>
                  <a:lnTo>
                    <a:pt x="298136" y="262968"/>
                  </a:lnTo>
                  <a:lnTo>
                    <a:pt x="301355" y="258774"/>
                  </a:lnTo>
                  <a:lnTo>
                    <a:pt x="304441" y="254481"/>
                  </a:lnTo>
                  <a:lnTo>
                    <a:pt x="307388" y="250093"/>
                  </a:lnTo>
                  <a:lnTo>
                    <a:pt x="310196" y="245614"/>
                  </a:lnTo>
                  <a:lnTo>
                    <a:pt x="312860" y="241048"/>
                  </a:lnTo>
                  <a:lnTo>
                    <a:pt x="315379" y="236400"/>
                  </a:lnTo>
                  <a:lnTo>
                    <a:pt x="317750" y="231675"/>
                  </a:lnTo>
                  <a:lnTo>
                    <a:pt x="319970" y="226877"/>
                  </a:lnTo>
                  <a:lnTo>
                    <a:pt x="322037" y="222011"/>
                  </a:lnTo>
                  <a:lnTo>
                    <a:pt x="323949" y="217083"/>
                  </a:lnTo>
                  <a:lnTo>
                    <a:pt x="325705" y="212096"/>
                  </a:lnTo>
                  <a:lnTo>
                    <a:pt x="327302" y="207057"/>
                  </a:lnTo>
                  <a:lnTo>
                    <a:pt x="328738" y="201969"/>
                  </a:lnTo>
                  <a:lnTo>
                    <a:pt x="330014" y="196839"/>
                  </a:lnTo>
                  <a:lnTo>
                    <a:pt x="331126" y="191671"/>
                  </a:lnTo>
                  <a:lnTo>
                    <a:pt x="332074" y="186470"/>
                  </a:lnTo>
                  <a:lnTo>
                    <a:pt x="332858" y="181242"/>
                  </a:lnTo>
                  <a:lnTo>
                    <a:pt x="333476" y="175992"/>
                  </a:lnTo>
                  <a:lnTo>
                    <a:pt x="333927" y="170725"/>
                  </a:lnTo>
                  <a:lnTo>
                    <a:pt x="334212" y="165446"/>
                  </a:lnTo>
                  <a:lnTo>
                    <a:pt x="334329" y="160161"/>
                  </a:lnTo>
                  <a:lnTo>
                    <a:pt x="334280" y="154875"/>
                  </a:lnTo>
                  <a:lnTo>
                    <a:pt x="334063" y="149592"/>
                  </a:lnTo>
                  <a:lnTo>
                    <a:pt x="333680" y="144320"/>
                  </a:lnTo>
                  <a:lnTo>
                    <a:pt x="333129" y="139062"/>
                  </a:lnTo>
                  <a:lnTo>
                    <a:pt x="332413" y="133824"/>
                  </a:lnTo>
                  <a:lnTo>
                    <a:pt x="331532" y="128612"/>
                  </a:lnTo>
                  <a:lnTo>
                    <a:pt x="330486" y="123430"/>
                  </a:lnTo>
                  <a:lnTo>
                    <a:pt x="329277" y="118284"/>
                  </a:lnTo>
                  <a:lnTo>
                    <a:pt x="327906" y="113178"/>
                  </a:lnTo>
                  <a:lnTo>
                    <a:pt x="326374" y="108118"/>
                  </a:lnTo>
                  <a:lnTo>
                    <a:pt x="324683" y="103110"/>
                  </a:lnTo>
                  <a:lnTo>
                    <a:pt x="322834" y="98157"/>
                  </a:lnTo>
                  <a:lnTo>
                    <a:pt x="320830" y="93265"/>
                  </a:lnTo>
                  <a:lnTo>
                    <a:pt x="318672" y="88439"/>
                  </a:lnTo>
                  <a:lnTo>
                    <a:pt x="316362" y="83684"/>
                  </a:lnTo>
                  <a:lnTo>
                    <a:pt x="313903" y="79004"/>
                  </a:lnTo>
                  <a:lnTo>
                    <a:pt x="311298" y="74404"/>
                  </a:lnTo>
                  <a:lnTo>
                    <a:pt x="308548" y="69889"/>
                  </a:lnTo>
                  <a:lnTo>
                    <a:pt x="305657" y="65463"/>
                  </a:lnTo>
                  <a:lnTo>
                    <a:pt x="302628" y="61131"/>
                  </a:lnTo>
                  <a:lnTo>
                    <a:pt x="299463" y="56897"/>
                  </a:lnTo>
                  <a:lnTo>
                    <a:pt x="296165" y="52764"/>
                  </a:lnTo>
                  <a:lnTo>
                    <a:pt x="292739" y="48739"/>
                  </a:lnTo>
                  <a:lnTo>
                    <a:pt x="289187" y="44823"/>
                  </a:lnTo>
                  <a:lnTo>
                    <a:pt x="285513" y="41022"/>
                  </a:lnTo>
                  <a:lnTo>
                    <a:pt x="281721" y="37339"/>
                  </a:lnTo>
                  <a:lnTo>
                    <a:pt x="277814" y="33778"/>
                  </a:lnTo>
                  <a:lnTo>
                    <a:pt x="273796" y="30342"/>
                  </a:lnTo>
                  <a:lnTo>
                    <a:pt x="269672" y="27034"/>
                  </a:lnTo>
                  <a:lnTo>
                    <a:pt x="265445" y="23859"/>
                  </a:lnTo>
                  <a:lnTo>
                    <a:pt x="261120" y="20819"/>
                  </a:lnTo>
                  <a:lnTo>
                    <a:pt x="256702" y="17917"/>
                  </a:lnTo>
                  <a:lnTo>
                    <a:pt x="252193" y="15157"/>
                  </a:lnTo>
                  <a:lnTo>
                    <a:pt x="247600" y="12540"/>
                  </a:lnTo>
                  <a:lnTo>
                    <a:pt x="242926" y="10070"/>
                  </a:lnTo>
                  <a:lnTo>
                    <a:pt x="238176" y="7749"/>
                  </a:lnTo>
                  <a:lnTo>
                    <a:pt x="233355" y="5580"/>
                  </a:lnTo>
                  <a:lnTo>
                    <a:pt x="228468" y="3563"/>
                  </a:lnTo>
                  <a:lnTo>
                    <a:pt x="223520" y="1703"/>
                  </a:lnTo>
                  <a:lnTo>
                    <a:pt x="218515" y="0"/>
                  </a:lnTo>
                  <a:lnTo>
                    <a:pt x="167165" y="15908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023544" y="941493"/>
              <a:ext cx="51349" cy="167167"/>
            </a:xfrm>
            <a:custGeom>
              <a:avLst/>
              <a:pathLst>
                <a:path w="51349" h="167167">
                  <a:moveTo>
                    <a:pt x="51349" y="8082"/>
                  </a:moveTo>
                  <a:lnTo>
                    <a:pt x="45103" y="6199"/>
                  </a:lnTo>
                  <a:lnTo>
                    <a:pt x="38788" y="4562"/>
                  </a:lnTo>
                  <a:lnTo>
                    <a:pt x="32414" y="3172"/>
                  </a:lnTo>
                  <a:lnTo>
                    <a:pt x="25991" y="2032"/>
                  </a:lnTo>
                  <a:lnTo>
                    <a:pt x="19528" y="1144"/>
                  </a:lnTo>
                  <a:lnTo>
                    <a:pt x="13035" y="508"/>
                  </a:lnTo>
                  <a:lnTo>
                    <a:pt x="6522" y="12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32867" y="941493"/>
              <a:ext cx="53348" cy="167167"/>
            </a:xfrm>
            <a:custGeom>
              <a:avLst/>
              <a:pathLst>
                <a:path w="53348" h="167167">
                  <a:moveTo>
                    <a:pt x="53348" y="0"/>
                  </a:moveTo>
                  <a:lnTo>
                    <a:pt x="47316" y="108"/>
                  </a:lnTo>
                  <a:lnTo>
                    <a:pt x="41292" y="435"/>
                  </a:lnTo>
                  <a:lnTo>
                    <a:pt x="35284" y="978"/>
                  </a:lnTo>
                  <a:lnTo>
                    <a:pt x="29299" y="1738"/>
                  </a:lnTo>
                  <a:lnTo>
                    <a:pt x="23346" y="2714"/>
                  </a:lnTo>
                  <a:lnTo>
                    <a:pt x="17431" y="3903"/>
                  </a:lnTo>
                  <a:lnTo>
                    <a:pt x="11564" y="5306"/>
                  </a:lnTo>
                  <a:lnTo>
                    <a:pt x="5751" y="6919"/>
                  </a:lnTo>
                  <a:lnTo>
                    <a:pt x="0" y="8741"/>
                  </a:lnTo>
                  <a:lnTo>
                    <a:pt x="5334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32867" y="950234"/>
              <a:ext cx="53348" cy="158426"/>
            </a:xfrm>
            <a:custGeom>
              <a:avLst/>
              <a:pathLst>
                <a:path w="53348" h="158426">
                  <a:moveTo>
                    <a:pt x="0" y="0"/>
                  </a:moveTo>
                  <a:lnTo>
                    <a:pt x="53348" y="15842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32867" y="950234"/>
              <a:ext cx="53348" cy="158426"/>
            </a:xfrm>
            <a:custGeom>
              <a:avLst/>
              <a:pathLst>
                <a:path w="53348" h="158426">
                  <a:moveTo>
                    <a:pt x="0" y="0"/>
                  </a:moveTo>
                  <a:lnTo>
                    <a:pt x="53348" y="15842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32867" y="950234"/>
              <a:ext cx="53348" cy="158426"/>
            </a:xfrm>
            <a:custGeom>
              <a:avLst/>
              <a:pathLst>
                <a:path w="53348" h="158426">
                  <a:moveTo>
                    <a:pt x="0" y="0"/>
                  </a:moveTo>
                  <a:lnTo>
                    <a:pt x="53348" y="15842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32867" y="950234"/>
              <a:ext cx="53348" cy="158426"/>
            </a:xfrm>
            <a:custGeom>
              <a:avLst/>
              <a:pathLst>
                <a:path w="53348" h="158426">
                  <a:moveTo>
                    <a:pt x="0" y="0"/>
                  </a:moveTo>
                  <a:lnTo>
                    <a:pt x="53348" y="15842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32867" y="950234"/>
              <a:ext cx="53348" cy="158426"/>
            </a:xfrm>
            <a:custGeom>
              <a:avLst/>
              <a:pathLst>
                <a:path w="53348" h="158426">
                  <a:moveTo>
                    <a:pt x="0" y="0"/>
                  </a:moveTo>
                  <a:lnTo>
                    <a:pt x="53348" y="1584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32867" y="950234"/>
              <a:ext cx="53348" cy="158426"/>
            </a:xfrm>
            <a:custGeom>
              <a:avLst/>
              <a:pathLst>
                <a:path w="53348" h="158426">
                  <a:moveTo>
                    <a:pt x="0" y="0"/>
                  </a:moveTo>
                  <a:lnTo>
                    <a:pt x="53348" y="1584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32867" y="950234"/>
              <a:ext cx="53348" cy="158426"/>
            </a:xfrm>
            <a:custGeom>
              <a:avLst/>
              <a:pathLst>
                <a:path w="53348" h="158426">
                  <a:moveTo>
                    <a:pt x="0" y="0"/>
                  </a:moveTo>
                  <a:lnTo>
                    <a:pt x="53348" y="1584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32867" y="950234"/>
              <a:ext cx="53348" cy="158426"/>
            </a:xfrm>
            <a:custGeom>
              <a:avLst/>
              <a:pathLst>
                <a:path w="53348" h="158426">
                  <a:moveTo>
                    <a:pt x="0" y="0"/>
                  </a:moveTo>
                  <a:lnTo>
                    <a:pt x="53348" y="1584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32867" y="950234"/>
              <a:ext cx="53348" cy="158426"/>
            </a:xfrm>
            <a:custGeom>
              <a:avLst/>
              <a:pathLst>
                <a:path w="53348" h="158426">
                  <a:moveTo>
                    <a:pt x="0" y="0"/>
                  </a:moveTo>
                  <a:lnTo>
                    <a:pt x="53348" y="15842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32867" y="950234"/>
              <a:ext cx="53348" cy="158426"/>
            </a:xfrm>
            <a:custGeom>
              <a:avLst/>
              <a:pathLst>
                <a:path w="53348" h="158426">
                  <a:moveTo>
                    <a:pt x="0" y="0"/>
                  </a:moveTo>
                  <a:lnTo>
                    <a:pt x="53348" y="1584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432867" y="950234"/>
              <a:ext cx="53348" cy="158426"/>
            </a:xfrm>
            <a:custGeom>
              <a:avLst/>
              <a:pathLst>
                <a:path w="53348" h="158426">
                  <a:moveTo>
                    <a:pt x="0" y="0"/>
                  </a:moveTo>
                  <a:lnTo>
                    <a:pt x="53348" y="1584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432867" y="950234"/>
              <a:ext cx="53348" cy="158426"/>
            </a:xfrm>
            <a:custGeom>
              <a:avLst/>
              <a:pathLst>
                <a:path w="53348" h="158426">
                  <a:moveTo>
                    <a:pt x="0" y="0"/>
                  </a:moveTo>
                  <a:lnTo>
                    <a:pt x="53348" y="15842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432867" y="950234"/>
              <a:ext cx="53348" cy="158426"/>
            </a:xfrm>
            <a:custGeom>
              <a:avLst/>
              <a:pathLst>
                <a:path w="53348" h="158426">
                  <a:moveTo>
                    <a:pt x="0" y="0"/>
                  </a:moveTo>
                  <a:lnTo>
                    <a:pt x="53348" y="1584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432867" y="950234"/>
              <a:ext cx="53348" cy="158426"/>
            </a:xfrm>
            <a:custGeom>
              <a:avLst/>
              <a:pathLst>
                <a:path w="53348" h="158426">
                  <a:moveTo>
                    <a:pt x="0" y="0"/>
                  </a:moveTo>
                  <a:lnTo>
                    <a:pt x="53348" y="1584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432867" y="950234"/>
              <a:ext cx="53348" cy="158426"/>
            </a:xfrm>
            <a:custGeom>
              <a:avLst/>
              <a:pathLst>
                <a:path w="53348" h="158426">
                  <a:moveTo>
                    <a:pt x="0" y="0"/>
                  </a:moveTo>
                  <a:lnTo>
                    <a:pt x="53348" y="1584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432867" y="950234"/>
              <a:ext cx="53348" cy="158426"/>
            </a:xfrm>
            <a:custGeom>
              <a:avLst/>
              <a:pathLst>
                <a:path w="53348" h="158426">
                  <a:moveTo>
                    <a:pt x="0" y="0"/>
                  </a:moveTo>
                  <a:lnTo>
                    <a:pt x="53348" y="1584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432867" y="950234"/>
              <a:ext cx="53348" cy="158426"/>
            </a:xfrm>
            <a:custGeom>
              <a:avLst/>
              <a:pathLst>
                <a:path w="53348" h="158426">
                  <a:moveTo>
                    <a:pt x="0" y="0"/>
                  </a:moveTo>
                  <a:lnTo>
                    <a:pt x="53348" y="15842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432867" y="950234"/>
              <a:ext cx="53348" cy="158426"/>
            </a:xfrm>
            <a:custGeom>
              <a:avLst/>
              <a:pathLst>
                <a:path w="53348" h="158426">
                  <a:moveTo>
                    <a:pt x="0" y="0"/>
                  </a:moveTo>
                  <a:lnTo>
                    <a:pt x="53348" y="15842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319049" y="950234"/>
              <a:ext cx="167166" cy="312773"/>
            </a:xfrm>
            <a:custGeom>
              <a:avLst/>
              <a:pathLst>
                <a:path w="167166" h="312773">
                  <a:moveTo>
                    <a:pt x="113818" y="0"/>
                  </a:moveTo>
                  <a:lnTo>
                    <a:pt x="108796" y="1780"/>
                  </a:lnTo>
                  <a:lnTo>
                    <a:pt x="103833" y="3720"/>
                  </a:lnTo>
                  <a:lnTo>
                    <a:pt x="98935" y="5817"/>
                  </a:lnTo>
                  <a:lnTo>
                    <a:pt x="94106" y="8069"/>
                  </a:lnTo>
                  <a:lnTo>
                    <a:pt x="89351" y="10474"/>
                  </a:lnTo>
                  <a:lnTo>
                    <a:pt x="84675" y="13029"/>
                  </a:lnTo>
                  <a:lnTo>
                    <a:pt x="80083" y="15732"/>
                  </a:lnTo>
                  <a:lnTo>
                    <a:pt x="75580" y="18580"/>
                  </a:lnTo>
                  <a:lnTo>
                    <a:pt x="71169" y="21570"/>
                  </a:lnTo>
                  <a:lnTo>
                    <a:pt x="66856" y="24699"/>
                  </a:lnTo>
                  <a:lnTo>
                    <a:pt x="62645" y="27964"/>
                  </a:lnTo>
                  <a:lnTo>
                    <a:pt x="58540" y="31361"/>
                  </a:lnTo>
                  <a:lnTo>
                    <a:pt x="54546" y="34888"/>
                  </a:lnTo>
                  <a:lnTo>
                    <a:pt x="50666" y="38540"/>
                  </a:lnTo>
                  <a:lnTo>
                    <a:pt x="46904" y="42314"/>
                  </a:lnTo>
                  <a:lnTo>
                    <a:pt x="43265" y="46206"/>
                  </a:lnTo>
                  <a:lnTo>
                    <a:pt x="39751" y="50212"/>
                  </a:lnTo>
                  <a:lnTo>
                    <a:pt x="36367" y="54327"/>
                  </a:lnTo>
                  <a:lnTo>
                    <a:pt x="33116" y="58549"/>
                  </a:lnTo>
                  <a:lnTo>
                    <a:pt x="30001" y="62872"/>
                  </a:lnTo>
                  <a:lnTo>
                    <a:pt x="27025" y="67292"/>
                  </a:lnTo>
                  <a:lnTo>
                    <a:pt x="24192" y="71805"/>
                  </a:lnTo>
                  <a:lnTo>
                    <a:pt x="21504" y="76405"/>
                  </a:lnTo>
                  <a:lnTo>
                    <a:pt x="18964" y="81090"/>
                  </a:lnTo>
                  <a:lnTo>
                    <a:pt x="16574" y="85852"/>
                  </a:lnTo>
                  <a:lnTo>
                    <a:pt x="14338" y="90688"/>
                  </a:lnTo>
                  <a:lnTo>
                    <a:pt x="12256" y="95594"/>
                  </a:lnTo>
                  <a:lnTo>
                    <a:pt x="10333" y="100563"/>
                  </a:lnTo>
                  <a:lnTo>
                    <a:pt x="8568" y="105590"/>
                  </a:lnTo>
                  <a:lnTo>
                    <a:pt x="6965" y="110672"/>
                  </a:lnTo>
                  <a:lnTo>
                    <a:pt x="5524" y="115802"/>
                  </a:lnTo>
                  <a:lnTo>
                    <a:pt x="4248" y="120975"/>
                  </a:lnTo>
                  <a:lnTo>
                    <a:pt x="3137" y="126187"/>
                  </a:lnTo>
                  <a:lnTo>
                    <a:pt x="2193" y="131431"/>
                  </a:lnTo>
                  <a:lnTo>
                    <a:pt x="1416" y="136702"/>
                  </a:lnTo>
                  <a:lnTo>
                    <a:pt x="808" y="141996"/>
                  </a:lnTo>
                  <a:lnTo>
                    <a:pt x="369" y="147306"/>
                  </a:lnTo>
                  <a:lnTo>
                    <a:pt x="99" y="152628"/>
                  </a:lnTo>
                  <a:lnTo>
                    <a:pt x="0" y="157955"/>
                  </a:lnTo>
                  <a:lnTo>
                    <a:pt x="69" y="163283"/>
                  </a:lnTo>
                  <a:lnTo>
                    <a:pt x="309" y="168606"/>
                  </a:lnTo>
                  <a:lnTo>
                    <a:pt x="718" y="173919"/>
                  </a:lnTo>
                  <a:lnTo>
                    <a:pt x="1297" y="179216"/>
                  </a:lnTo>
                  <a:lnTo>
                    <a:pt x="2044" y="184492"/>
                  </a:lnTo>
                  <a:lnTo>
                    <a:pt x="2958" y="189741"/>
                  </a:lnTo>
                  <a:lnTo>
                    <a:pt x="4040" y="194958"/>
                  </a:lnTo>
                  <a:lnTo>
                    <a:pt x="5287" y="200139"/>
                  </a:lnTo>
                  <a:lnTo>
                    <a:pt x="6698" y="205277"/>
                  </a:lnTo>
                  <a:lnTo>
                    <a:pt x="8273" y="210367"/>
                  </a:lnTo>
                  <a:lnTo>
                    <a:pt x="10009" y="215405"/>
                  </a:lnTo>
                  <a:lnTo>
                    <a:pt x="11905" y="220385"/>
                  </a:lnTo>
                  <a:lnTo>
                    <a:pt x="13959" y="225302"/>
                  </a:lnTo>
                  <a:lnTo>
                    <a:pt x="16168" y="230150"/>
                  </a:lnTo>
                  <a:lnTo>
                    <a:pt x="18530" y="234926"/>
                  </a:lnTo>
                  <a:lnTo>
                    <a:pt x="21044" y="239625"/>
                  </a:lnTo>
                  <a:lnTo>
                    <a:pt x="23706" y="244240"/>
                  </a:lnTo>
                  <a:lnTo>
                    <a:pt x="26514" y="248769"/>
                  </a:lnTo>
                  <a:lnTo>
                    <a:pt x="29465" y="253206"/>
                  </a:lnTo>
                  <a:lnTo>
                    <a:pt x="32555" y="257546"/>
                  </a:lnTo>
                  <a:lnTo>
                    <a:pt x="35783" y="261786"/>
                  </a:lnTo>
                  <a:lnTo>
                    <a:pt x="39144" y="265921"/>
                  </a:lnTo>
                  <a:lnTo>
                    <a:pt x="42635" y="269946"/>
                  </a:lnTo>
                  <a:lnTo>
                    <a:pt x="46252" y="273859"/>
                  </a:lnTo>
                  <a:lnTo>
                    <a:pt x="49993" y="277654"/>
                  </a:lnTo>
                  <a:lnTo>
                    <a:pt x="53852" y="281328"/>
                  </a:lnTo>
                  <a:lnTo>
                    <a:pt x="57827" y="284877"/>
                  </a:lnTo>
                  <a:lnTo>
                    <a:pt x="61912" y="288297"/>
                  </a:lnTo>
                  <a:lnTo>
                    <a:pt x="66105" y="291586"/>
                  </a:lnTo>
                  <a:lnTo>
                    <a:pt x="70400" y="294739"/>
                  </a:lnTo>
                  <a:lnTo>
                    <a:pt x="74793" y="297754"/>
                  </a:lnTo>
                  <a:lnTo>
                    <a:pt x="79281" y="300627"/>
                  </a:lnTo>
                  <a:lnTo>
                    <a:pt x="83858" y="303356"/>
                  </a:lnTo>
                  <a:lnTo>
                    <a:pt x="88519" y="305937"/>
                  </a:lnTo>
                  <a:lnTo>
                    <a:pt x="93260" y="308369"/>
                  </a:lnTo>
                  <a:lnTo>
                    <a:pt x="98076" y="310648"/>
                  </a:lnTo>
                  <a:lnTo>
                    <a:pt x="102963" y="312773"/>
                  </a:lnTo>
                  <a:lnTo>
                    <a:pt x="167166" y="1584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422012" y="941493"/>
              <a:ext cx="231362" cy="334322"/>
            </a:xfrm>
            <a:custGeom>
              <a:avLst/>
              <a:pathLst>
                <a:path w="231362" h="334322">
                  <a:moveTo>
                    <a:pt x="0" y="321514"/>
                  </a:moveTo>
                  <a:lnTo>
                    <a:pt x="4948" y="323480"/>
                  </a:lnTo>
                  <a:lnTo>
                    <a:pt x="9956" y="325288"/>
                  </a:lnTo>
                  <a:lnTo>
                    <a:pt x="15020" y="326935"/>
                  </a:lnTo>
                  <a:lnTo>
                    <a:pt x="20133" y="328421"/>
                  </a:lnTo>
                  <a:lnTo>
                    <a:pt x="25291" y="329743"/>
                  </a:lnTo>
                  <a:lnTo>
                    <a:pt x="30489" y="330899"/>
                  </a:lnTo>
                  <a:lnTo>
                    <a:pt x="35720" y="331890"/>
                  </a:lnTo>
                  <a:lnTo>
                    <a:pt x="40981" y="332714"/>
                  </a:lnTo>
                  <a:lnTo>
                    <a:pt x="46265" y="333369"/>
                  </a:lnTo>
                  <a:lnTo>
                    <a:pt x="51568" y="333856"/>
                  </a:lnTo>
                  <a:lnTo>
                    <a:pt x="56883" y="334174"/>
                  </a:lnTo>
                  <a:lnTo>
                    <a:pt x="62205" y="334322"/>
                  </a:lnTo>
                  <a:lnTo>
                    <a:pt x="67530" y="334301"/>
                  </a:lnTo>
                  <a:lnTo>
                    <a:pt x="72851" y="334111"/>
                  </a:lnTo>
                  <a:lnTo>
                    <a:pt x="78164" y="333750"/>
                  </a:lnTo>
                  <a:lnTo>
                    <a:pt x="83462" y="333221"/>
                  </a:lnTo>
                  <a:lnTo>
                    <a:pt x="88741" y="332524"/>
                  </a:lnTo>
                  <a:lnTo>
                    <a:pt x="93995" y="331658"/>
                  </a:lnTo>
                  <a:lnTo>
                    <a:pt x="99219" y="330626"/>
                  </a:lnTo>
                  <a:lnTo>
                    <a:pt x="104407" y="329428"/>
                  </a:lnTo>
                  <a:lnTo>
                    <a:pt x="109554" y="328065"/>
                  </a:lnTo>
                  <a:lnTo>
                    <a:pt x="114656" y="326539"/>
                  </a:lnTo>
                  <a:lnTo>
                    <a:pt x="119706" y="324851"/>
                  </a:lnTo>
                  <a:lnTo>
                    <a:pt x="124700" y="323004"/>
                  </a:lnTo>
                  <a:lnTo>
                    <a:pt x="129632" y="320998"/>
                  </a:lnTo>
                  <a:lnTo>
                    <a:pt x="134498" y="318836"/>
                  </a:lnTo>
                  <a:lnTo>
                    <a:pt x="139293" y="316520"/>
                  </a:lnTo>
                  <a:lnTo>
                    <a:pt x="144012" y="314053"/>
                  </a:lnTo>
                  <a:lnTo>
                    <a:pt x="148649" y="311437"/>
                  </a:lnTo>
                  <a:lnTo>
                    <a:pt x="153201" y="308674"/>
                  </a:lnTo>
                  <a:lnTo>
                    <a:pt x="157663" y="305768"/>
                  </a:lnTo>
                  <a:lnTo>
                    <a:pt x="162030" y="302721"/>
                  </a:lnTo>
                  <a:lnTo>
                    <a:pt x="166297" y="299536"/>
                  </a:lnTo>
                  <a:lnTo>
                    <a:pt x="170461" y="296218"/>
                  </a:lnTo>
                  <a:lnTo>
                    <a:pt x="174517" y="292768"/>
                  </a:lnTo>
                  <a:lnTo>
                    <a:pt x="178462" y="289191"/>
                  </a:lnTo>
                  <a:lnTo>
                    <a:pt x="182290" y="285490"/>
                  </a:lnTo>
                  <a:lnTo>
                    <a:pt x="185999" y="281669"/>
                  </a:lnTo>
                  <a:lnTo>
                    <a:pt x="189583" y="277732"/>
                  </a:lnTo>
                  <a:lnTo>
                    <a:pt x="193041" y="273683"/>
                  </a:lnTo>
                  <a:lnTo>
                    <a:pt x="196368" y="269525"/>
                  </a:lnTo>
                  <a:lnTo>
                    <a:pt x="199561" y="265264"/>
                  </a:lnTo>
                  <a:lnTo>
                    <a:pt x="202617" y="260903"/>
                  </a:lnTo>
                  <a:lnTo>
                    <a:pt x="205532" y="256448"/>
                  </a:lnTo>
                  <a:lnTo>
                    <a:pt x="208304" y="251901"/>
                  </a:lnTo>
                  <a:lnTo>
                    <a:pt x="210929" y="247269"/>
                  </a:lnTo>
                  <a:lnTo>
                    <a:pt x="213406" y="242555"/>
                  </a:lnTo>
                  <a:lnTo>
                    <a:pt x="215731" y="237765"/>
                  </a:lnTo>
                  <a:lnTo>
                    <a:pt x="217903" y="232903"/>
                  </a:lnTo>
                  <a:lnTo>
                    <a:pt x="219918" y="227975"/>
                  </a:lnTo>
                  <a:lnTo>
                    <a:pt x="221776" y="222985"/>
                  </a:lnTo>
                  <a:lnTo>
                    <a:pt x="223474" y="217938"/>
                  </a:lnTo>
                  <a:lnTo>
                    <a:pt x="225010" y="212839"/>
                  </a:lnTo>
                  <a:lnTo>
                    <a:pt x="226383" y="207695"/>
                  </a:lnTo>
                  <a:lnTo>
                    <a:pt x="227592" y="202509"/>
                  </a:lnTo>
                  <a:lnTo>
                    <a:pt x="228634" y="197287"/>
                  </a:lnTo>
                  <a:lnTo>
                    <a:pt x="229510" y="192035"/>
                  </a:lnTo>
                  <a:lnTo>
                    <a:pt x="230218" y="186758"/>
                  </a:lnTo>
                  <a:lnTo>
                    <a:pt x="230758" y="181461"/>
                  </a:lnTo>
                  <a:lnTo>
                    <a:pt x="231129" y="176149"/>
                  </a:lnTo>
                  <a:lnTo>
                    <a:pt x="231330" y="170828"/>
                  </a:lnTo>
                  <a:lnTo>
                    <a:pt x="231362" y="165503"/>
                  </a:lnTo>
                  <a:lnTo>
                    <a:pt x="231224" y="160180"/>
                  </a:lnTo>
                  <a:lnTo>
                    <a:pt x="230917" y="154864"/>
                  </a:lnTo>
                  <a:lnTo>
                    <a:pt x="230441" y="149561"/>
                  </a:lnTo>
                  <a:lnTo>
                    <a:pt x="229795" y="144276"/>
                  </a:lnTo>
                  <a:lnTo>
                    <a:pt x="228982" y="139013"/>
                  </a:lnTo>
                  <a:lnTo>
                    <a:pt x="228002" y="133780"/>
                  </a:lnTo>
                  <a:lnTo>
                    <a:pt x="226856" y="128580"/>
                  </a:lnTo>
                  <a:lnTo>
                    <a:pt x="225544" y="123419"/>
                  </a:lnTo>
                  <a:lnTo>
                    <a:pt x="224069" y="118303"/>
                  </a:lnTo>
                  <a:lnTo>
                    <a:pt x="222432" y="113236"/>
                  </a:lnTo>
                  <a:lnTo>
                    <a:pt x="220634" y="108224"/>
                  </a:lnTo>
                  <a:lnTo>
                    <a:pt x="218677" y="103272"/>
                  </a:lnTo>
                  <a:lnTo>
                    <a:pt x="216564" y="98384"/>
                  </a:lnTo>
                  <a:lnTo>
                    <a:pt x="214296" y="93567"/>
                  </a:lnTo>
                  <a:lnTo>
                    <a:pt x="211876" y="88824"/>
                  </a:lnTo>
                  <a:lnTo>
                    <a:pt x="209306" y="84160"/>
                  </a:lnTo>
                  <a:lnTo>
                    <a:pt x="206589" y="79581"/>
                  </a:lnTo>
                  <a:lnTo>
                    <a:pt x="203727" y="75091"/>
                  </a:lnTo>
                  <a:lnTo>
                    <a:pt x="200724" y="70694"/>
                  </a:lnTo>
                  <a:lnTo>
                    <a:pt x="197582" y="66395"/>
                  </a:lnTo>
                  <a:lnTo>
                    <a:pt x="194305" y="62198"/>
                  </a:lnTo>
                  <a:lnTo>
                    <a:pt x="190896" y="58108"/>
                  </a:lnTo>
                  <a:lnTo>
                    <a:pt x="187358" y="54128"/>
                  </a:lnTo>
                  <a:lnTo>
                    <a:pt x="183695" y="50263"/>
                  </a:lnTo>
                  <a:lnTo>
                    <a:pt x="179911" y="46517"/>
                  </a:lnTo>
                  <a:lnTo>
                    <a:pt x="176010" y="42893"/>
                  </a:lnTo>
                  <a:lnTo>
                    <a:pt x="171996" y="39395"/>
                  </a:lnTo>
                  <a:lnTo>
                    <a:pt x="167872" y="36027"/>
                  </a:lnTo>
                  <a:lnTo>
                    <a:pt x="163642" y="32792"/>
                  </a:lnTo>
                  <a:lnTo>
                    <a:pt x="159312" y="29693"/>
                  </a:lnTo>
                  <a:lnTo>
                    <a:pt x="154886" y="26733"/>
                  </a:lnTo>
                  <a:lnTo>
                    <a:pt x="150367" y="23917"/>
                  </a:lnTo>
                  <a:lnTo>
                    <a:pt x="145761" y="21245"/>
                  </a:lnTo>
                  <a:lnTo>
                    <a:pt x="141072" y="18722"/>
                  </a:lnTo>
                  <a:lnTo>
                    <a:pt x="136305" y="16349"/>
                  </a:lnTo>
                  <a:lnTo>
                    <a:pt x="131466" y="14129"/>
                  </a:lnTo>
                  <a:lnTo>
                    <a:pt x="126557" y="12064"/>
                  </a:lnTo>
                  <a:lnTo>
                    <a:pt x="121586" y="10157"/>
                  </a:lnTo>
                  <a:lnTo>
                    <a:pt x="116556" y="8409"/>
                  </a:lnTo>
                  <a:lnTo>
                    <a:pt x="111473" y="6822"/>
                  </a:lnTo>
                  <a:lnTo>
                    <a:pt x="106343" y="5398"/>
                  </a:lnTo>
                  <a:lnTo>
                    <a:pt x="101169" y="4138"/>
                  </a:lnTo>
                  <a:lnTo>
                    <a:pt x="95958" y="3043"/>
                  </a:lnTo>
                  <a:lnTo>
                    <a:pt x="90715" y="2115"/>
                  </a:lnTo>
                  <a:lnTo>
                    <a:pt x="85445" y="1355"/>
                  </a:lnTo>
                  <a:lnTo>
                    <a:pt x="80153" y="762"/>
                  </a:lnTo>
                  <a:lnTo>
                    <a:pt x="74845" y="339"/>
                  </a:lnTo>
                  <a:lnTo>
                    <a:pt x="69527" y="84"/>
                  </a:lnTo>
                  <a:lnTo>
                    <a:pt x="64203" y="0"/>
                  </a:lnTo>
                  <a:lnTo>
                    <a:pt x="6420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7345" y="1071028"/>
              <a:ext cx="167155" cy="181443"/>
            </a:xfrm>
            <a:custGeom>
              <a:avLst/>
              <a:pathLst>
                <a:path w="167155" h="181443">
                  <a:moveTo>
                    <a:pt x="167155" y="0"/>
                  </a:moveTo>
                  <a:lnTo>
                    <a:pt x="161727" y="88"/>
                  </a:lnTo>
                  <a:lnTo>
                    <a:pt x="156305" y="352"/>
                  </a:lnTo>
                  <a:lnTo>
                    <a:pt x="150894" y="792"/>
                  </a:lnTo>
                  <a:lnTo>
                    <a:pt x="145500" y="1408"/>
                  </a:lnTo>
                  <a:lnTo>
                    <a:pt x="140129" y="2199"/>
                  </a:lnTo>
                  <a:lnTo>
                    <a:pt x="134787" y="3163"/>
                  </a:lnTo>
                  <a:lnTo>
                    <a:pt x="129479" y="4301"/>
                  </a:lnTo>
                  <a:lnTo>
                    <a:pt x="124210" y="5610"/>
                  </a:lnTo>
                  <a:lnTo>
                    <a:pt x="118987" y="7090"/>
                  </a:lnTo>
                  <a:lnTo>
                    <a:pt x="113814" y="8738"/>
                  </a:lnTo>
                  <a:lnTo>
                    <a:pt x="108698" y="10554"/>
                  </a:lnTo>
                  <a:lnTo>
                    <a:pt x="103644" y="12534"/>
                  </a:lnTo>
                  <a:lnTo>
                    <a:pt x="98656" y="14678"/>
                  </a:lnTo>
                  <a:lnTo>
                    <a:pt x="93741" y="16983"/>
                  </a:lnTo>
                  <a:lnTo>
                    <a:pt x="88903" y="19446"/>
                  </a:lnTo>
                  <a:lnTo>
                    <a:pt x="84148" y="22065"/>
                  </a:lnTo>
                  <a:lnTo>
                    <a:pt x="79480" y="24836"/>
                  </a:lnTo>
                  <a:lnTo>
                    <a:pt x="74904" y="27758"/>
                  </a:lnTo>
                  <a:lnTo>
                    <a:pt x="70426" y="30827"/>
                  </a:lnTo>
                  <a:lnTo>
                    <a:pt x="66050" y="34040"/>
                  </a:lnTo>
                  <a:lnTo>
                    <a:pt x="61781" y="37393"/>
                  </a:lnTo>
                  <a:lnTo>
                    <a:pt x="57623" y="40883"/>
                  </a:lnTo>
                  <a:lnTo>
                    <a:pt x="53580" y="44506"/>
                  </a:lnTo>
                  <a:lnTo>
                    <a:pt x="49657" y="48259"/>
                  </a:lnTo>
                  <a:lnTo>
                    <a:pt x="45858" y="52137"/>
                  </a:lnTo>
                  <a:lnTo>
                    <a:pt x="42187" y="56136"/>
                  </a:lnTo>
                  <a:lnTo>
                    <a:pt x="38647" y="60252"/>
                  </a:lnTo>
                  <a:lnTo>
                    <a:pt x="35243" y="64482"/>
                  </a:lnTo>
                  <a:lnTo>
                    <a:pt x="31979" y="68819"/>
                  </a:lnTo>
                  <a:lnTo>
                    <a:pt x="28857" y="73260"/>
                  </a:lnTo>
                  <a:lnTo>
                    <a:pt x="25880" y="77800"/>
                  </a:lnTo>
                  <a:lnTo>
                    <a:pt x="23053" y="82435"/>
                  </a:lnTo>
                  <a:lnTo>
                    <a:pt x="20378" y="87158"/>
                  </a:lnTo>
                  <a:lnTo>
                    <a:pt x="17857" y="91967"/>
                  </a:lnTo>
                  <a:lnTo>
                    <a:pt x="15494" y="96854"/>
                  </a:lnTo>
                  <a:lnTo>
                    <a:pt x="13291" y="101816"/>
                  </a:lnTo>
                  <a:lnTo>
                    <a:pt x="11250" y="106846"/>
                  </a:lnTo>
                  <a:lnTo>
                    <a:pt x="9374" y="111940"/>
                  </a:lnTo>
                  <a:lnTo>
                    <a:pt x="7664" y="117093"/>
                  </a:lnTo>
                  <a:lnTo>
                    <a:pt x="6122" y="122298"/>
                  </a:lnTo>
                  <a:lnTo>
                    <a:pt x="4750" y="127550"/>
                  </a:lnTo>
                  <a:lnTo>
                    <a:pt x="3549" y="132845"/>
                  </a:lnTo>
                  <a:lnTo>
                    <a:pt x="2521" y="138175"/>
                  </a:lnTo>
                  <a:lnTo>
                    <a:pt x="1666" y="143536"/>
                  </a:lnTo>
                  <a:lnTo>
                    <a:pt x="986" y="148922"/>
                  </a:lnTo>
                  <a:lnTo>
                    <a:pt x="481" y="154328"/>
                  </a:lnTo>
                  <a:lnTo>
                    <a:pt x="152" y="159746"/>
                  </a:lnTo>
                  <a:lnTo>
                    <a:pt x="0" y="165173"/>
                  </a:lnTo>
                  <a:lnTo>
                    <a:pt x="23" y="170602"/>
                  </a:lnTo>
                  <a:lnTo>
                    <a:pt x="223" y="176027"/>
                  </a:lnTo>
                  <a:lnTo>
                    <a:pt x="598" y="181443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7944" y="1238196"/>
              <a:ext cx="166556" cy="14275"/>
            </a:xfrm>
            <a:custGeom>
              <a:avLst/>
              <a:pathLst>
                <a:path w="166556" h="14275">
                  <a:moveTo>
                    <a:pt x="0" y="14275"/>
                  </a:moveTo>
                  <a:lnTo>
                    <a:pt x="16655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7944" y="1238196"/>
              <a:ext cx="166556" cy="14275"/>
            </a:xfrm>
            <a:custGeom>
              <a:avLst/>
              <a:pathLst>
                <a:path w="166556" h="14275">
                  <a:moveTo>
                    <a:pt x="0" y="14275"/>
                  </a:moveTo>
                  <a:lnTo>
                    <a:pt x="16655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7944" y="1238196"/>
              <a:ext cx="166556" cy="14275"/>
            </a:xfrm>
            <a:custGeom>
              <a:avLst/>
              <a:pathLst>
                <a:path w="166556" h="14275">
                  <a:moveTo>
                    <a:pt x="0" y="14275"/>
                  </a:moveTo>
                  <a:lnTo>
                    <a:pt x="16655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7944" y="1238196"/>
              <a:ext cx="166556" cy="14275"/>
            </a:xfrm>
            <a:custGeom>
              <a:avLst/>
              <a:pathLst>
                <a:path w="166556" h="14275">
                  <a:moveTo>
                    <a:pt x="0" y="14275"/>
                  </a:moveTo>
                  <a:lnTo>
                    <a:pt x="16655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7944" y="1238196"/>
              <a:ext cx="166556" cy="14275"/>
            </a:xfrm>
            <a:custGeom>
              <a:avLst/>
              <a:pathLst>
                <a:path w="166556" h="14275">
                  <a:moveTo>
                    <a:pt x="0" y="14275"/>
                  </a:moveTo>
                  <a:lnTo>
                    <a:pt x="16655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7944" y="1238196"/>
              <a:ext cx="166556" cy="14275"/>
            </a:xfrm>
            <a:custGeom>
              <a:avLst/>
              <a:pathLst>
                <a:path w="166556" h="14275">
                  <a:moveTo>
                    <a:pt x="0" y="14275"/>
                  </a:moveTo>
                  <a:lnTo>
                    <a:pt x="16655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7944" y="1238196"/>
              <a:ext cx="166556" cy="14275"/>
            </a:xfrm>
            <a:custGeom>
              <a:avLst/>
              <a:pathLst>
                <a:path w="166556" h="14275">
                  <a:moveTo>
                    <a:pt x="0" y="14275"/>
                  </a:moveTo>
                  <a:lnTo>
                    <a:pt x="16655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7944" y="1238196"/>
              <a:ext cx="166556" cy="14275"/>
            </a:xfrm>
            <a:custGeom>
              <a:avLst/>
              <a:pathLst>
                <a:path w="166556" h="14275">
                  <a:moveTo>
                    <a:pt x="0" y="14275"/>
                  </a:moveTo>
                  <a:lnTo>
                    <a:pt x="166556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7944" y="1238196"/>
              <a:ext cx="166556" cy="14275"/>
            </a:xfrm>
            <a:custGeom>
              <a:avLst/>
              <a:pathLst>
                <a:path w="166556" h="14275">
                  <a:moveTo>
                    <a:pt x="0" y="14275"/>
                  </a:moveTo>
                  <a:lnTo>
                    <a:pt x="16655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797944" y="1238196"/>
              <a:ext cx="166556" cy="14275"/>
            </a:xfrm>
            <a:custGeom>
              <a:avLst/>
              <a:pathLst>
                <a:path w="166556" h="14275">
                  <a:moveTo>
                    <a:pt x="0" y="14275"/>
                  </a:moveTo>
                  <a:lnTo>
                    <a:pt x="16655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797944" y="1238196"/>
              <a:ext cx="166556" cy="14275"/>
            </a:xfrm>
            <a:custGeom>
              <a:avLst/>
              <a:pathLst>
                <a:path w="166556" h="14275">
                  <a:moveTo>
                    <a:pt x="0" y="14275"/>
                  </a:moveTo>
                  <a:lnTo>
                    <a:pt x="166556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797944" y="1238196"/>
              <a:ext cx="166556" cy="14275"/>
            </a:xfrm>
            <a:custGeom>
              <a:avLst/>
              <a:pathLst>
                <a:path w="166556" h="14275">
                  <a:moveTo>
                    <a:pt x="0" y="14275"/>
                  </a:moveTo>
                  <a:lnTo>
                    <a:pt x="16655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797944" y="1238196"/>
              <a:ext cx="166556" cy="14275"/>
            </a:xfrm>
            <a:custGeom>
              <a:avLst/>
              <a:pathLst>
                <a:path w="166556" h="14275">
                  <a:moveTo>
                    <a:pt x="0" y="14275"/>
                  </a:moveTo>
                  <a:lnTo>
                    <a:pt x="16655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797944" y="1238196"/>
              <a:ext cx="166556" cy="14275"/>
            </a:xfrm>
            <a:custGeom>
              <a:avLst/>
              <a:pathLst>
                <a:path w="166556" h="14275">
                  <a:moveTo>
                    <a:pt x="0" y="14275"/>
                  </a:moveTo>
                  <a:lnTo>
                    <a:pt x="16655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797944" y="1238196"/>
              <a:ext cx="166556" cy="14275"/>
            </a:xfrm>
            <a:custGeom>
              <a:avLst/>
              <a:pathLst>
                <a:path w="166556" h="14275">
                  <a:moveTo>
                    <a:pt x="0" y="14275"/>
                  </a:moveTo>
                  <a:lnTo>
                    <a:pt x="16655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797944" y="1238196"/>
              <a:ext cx="166556" cy="14275"/>
            </a:xfrm>
            <a:custGeom>
              <a:avLst/>
              <a:pathLst>
                <a:path w="166556" h="14275">
                  <a:moveTo>
                    <a:pt x="0" y="14275"/>
                  </a:moveTo>
                  <a:lnTo>
                    <a:pt x="16655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797944" y="1238196"/>
              <a:ext cx="166556" cy="14275"/>
            </a:xfrm>
            <a:custGeom>
              <a:avLst/>
              <a:pathLst>
                <a:path w="166556" h="14275">
                  <a:moveTo>
                    <a:pt x="0" y="14275"/>
                  </a:moveTo>
                  <a:lnTo>
                    <a:pt x="16655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797944" y="1074397"/>
              <a:ext cx="333724" cy="330955"/>
            </a:xfrm>
            <a:custGeom>
              <a:avLst/>
              <a:pathLst>
                <a:path w="333724" h="330955">
                  <a:moveTo>
                    <a:pt x="0" y="178074"/>
                  </a:moveTo>
                  <a:lnTo>
                    <a:pt x="538" y="183369"/>
                  </a:lnTo>
                  <a:lnTo>
                    <a:pt x="1246" y="188644"/>
                  </a:lnTo>
                  <a:lnTo>
                    <a:pt x="2120" y="193894"/>
                  </a:lnTo>
                  <a:lnTo>
                    <a:pt x="3162" y="199114"/>
                  </a:lnTo>
                  <a:lnTo>
                    <a:pt x="4369" y="204298"/>
                  </a:lnTo>
                  <a:lnTo>
                    <a:pt x="5740" y="209440"/>
                  </a:lnTo>
                  <a:lnTo>
                    <a:pt x="7275" y="214537"/>
                  </a:lnTo>
                  <a:lnTo>
                    <a:pt x="8971" y="219582"/>
                  </a:lnTo>
                  <a:lnTo>
                    <a:pt x="10827" y="224570"/>
                  </a:lnTo>
                  <a:lnTo>
                    <a:pt x="12840" y="229497"/>
                  </a:lnTo>
                  <a:lnTo>
                    <a:pt x="15010" y="234357"/>
                  </a:lnTo>
                  <a:lnTo>
                    <a:pt x="17333" y="239146"/>
                  </a:lnTo>
                  <a:lnTo>
                    <a:pt x="19807" y="243858"/>
                  </a:lnTo>
                  <a:lnTo>
                    <a:pt x="22430" y="248490"/>
                  </a:lnTo>
                  <a:lnTo>
                    <a:pt x="25199" y="253035"/>
                  </a:lnTo>
                  <a:lnTo>
                    <a:pt x="28112" y="257490"/>
                  </a:lnTo>
                  <a:lnTo>
                    <a:pt x="31165" y="261850"/>
                  </a:lnTo>
                  <a:lnTo>
                    <a:pt x="34355" y="266110"/>
                  </a:lnTo>
                  <a:lnTo>
                    <a:pt x="37679" y="270267"/>
                  </a:lnTo>
                  <a:lnTo>
                    <a:pt x="41133" y="274316"/>
                  </a:lnTo>
                  <a:lnTo>
                    <a:pt x="44715" y="278253"/>
                  </a:lnTo>
                  <a:lnTo>
                    <a:pt x="48421" y="282073"/>
                  </a:lnTo>
                  <a:lnTo>
                    <a:pt x="52246" y="285774"/>
                  </a:lnTo>
                  <a:lnTo>
                    <a:pt x="56187" y="289351"/>
                  </a:lnTo>
                  <a:lnTo>
                    <a:pt x="60240" y="292801"/>
                  </a:lnTo>
                  <a:lnTo>
                    <a:pt x="64400" y="296121"/>
                  </a:lnTo>
                  <a:lnTo>
                    <a:pt x="68665" y="299306"/>
                  </a:lnTo>
                  <a:lnTo>
                    <a:pt x="73028" y="302353"/>
                  </a:lnTo>
                  <a:lnTo>
                    <a:pt x="77486" y="305261"/>
                  </a:lnTo>
                  <a:lnTo>
                    <a:pt x="82035" y="308024"/>
                  </a:lnTo>
                  <a:lnTo>
                    <a:pt x="86669" y="310642"/>
                  </a:lnTo>
                  <a:lnTo>
                    <a:pt x="91385" y="313111"/>
                  </a:lnTo>
                  <a:lnTo>
                    <a:pt x="96176" y="315428"/>
                  </a:lnTo>
                  <a:lnTo>
                    <a:pt x="101039" y="317592"/>
                  </a:lnTo>
                  <a:lnTo>
                    <a:pt x="105968" y="319600"/>
                  </a:lnTo>
                  <a:lnTo>
                    <a:pt x="110959" y="321450"/>
                  </a:lnTo>
                  <a:lnTo>
                    <a:pt x="116006" y="323140"/>
                  </a:lnTo>
                  <a:lnTo>
                    <a:pt x="121104" y="324668"/>
                  </a:lnTo>
                  <a:lnTo>
                    <a:pt x="126248" y="326033"/>
                  </a:lnTo>
                  <a:lnTo>
                    <a:pt x="131433" y="327234"/>
                  </a:lnTo>
                  <a:lnTo>
                    <a:pt x="136654" y="328270"/>
                  </a:lnTo>
                  <a:lnTo>
                    <a:pt x="141905" y="329138"/>
                  </a:lnTo>
                  <a:lnTo>
                    <a:pt x="147181" y="329839"/>
                  </a:lnTo>
                  <a:lnTo>
                    <a:pt x="152477" y="330372"/>
                  </a:lnTo>
                  <a:lnTo>
                    <a:pt x="157787" y="330736"/>
                  </a:lnTo>
                  <a:lnTo>
                    <a:pt x="163106" y="330930"/>
                  </a:lnTo>
                  <a:lnTo>
                    <a:pt x="168428" y="330955"/>
                  </a:lnTo>
                  <a:lnTo>
                    <a:pt x="173749" y="330811"/>
                  </a:lnTo>
                  <a:lnTo>
                    <a:pt x="179062" y="330497"/>
                  </a:lnTo>
                  <a:lnTo>
                    <a:pt x="184362" y="330015"/>
                  </a:lnTo>
                  <a:lnTo>
                    <a:pt x="189645" y="329364"/>
                  </a:lnTo>
                  <a:lnTo>
                    <a:pt x="194904" y="328545"/>
                  </a:lnTo>
                  <a:lnTo>
                    <a:pt x="200134" y="327559"/>
                  </a:lnTo>
                  <a:lnTo>
                    <a:pt x="205330" y="326407"/>
                  </a:lnTo>
                  <a:lnTo>
                    <a:pt x="210487" y="325090"/>
                  </a:lnTo>
                  <a:lnTo>
                    <a:pt x="215600" y="323610"/>
                  </a:lnTo>
                  <a:lnTo>
                    <a:pt x="220663" y="321968"/>
                  </a:lnTo>
                  <a:lnTo>
                    <a:pt x="225670" y="320165"/>
                  </a:lnTo>
                  <a:lnTo>
                    <a:pt x="230618" y="318204"/>
                  </a:lnTo>
                  <a:lnTo>
                    <a:pt x="235501" y="316086"/>
                  </a:lnTo>
                  <a:lnTo>
                    <a:pt x="240315" y="313814"/>
                  </a:lnTo>
                  <a:lnTo>
                    <a:pt x="245053" y="311390"/>
                  </a:lnTo>
                  <a:lnTo>
                    <a:pt x="249712" y="308816"/>
                  </a:lnTo>
                  <a:lnTo>
                    <a:pt x="254286" y="306095"/>
                  </a:lnTo>
                  <a:lnTo>
                    <a:pt x="258772" y="303230"/>
                  </a:lnTo>
                  <a:lnTo>
                    <a:pt x="263164" y="300224"/>
                  </a:lnTo>
                  <a:lnTo>
                    <a:pt x="267458" y="297079"/>
                  </a:lnTo>
                  <a:lnTo>
                    <a:pt x="271650" y="293800"/>
                  </a:lnTo>
                  <a:lnTo>
                    <a:pt x="275735" y="290388"/>
                  </a:lnTo>
                  <a:lnTo>
                    <a:pt x="279710" y="286848"/>
                  </a:lnTo>
                  <a:lnTo>
                    <a:pt x="283570" y="283184"/>
                  </a:lnTo>
                  <a:lnTo>
                    <a:pt x="287311" y="279398"/>
                  </a:lnTo>
                  <a:lnTo>
                    <a:pt x="290930" y="275495"/>
                  </a:lnTo>
                  <a:lnTo>
                    <a:pt x="294423" y="271479"/>
                  </a:lnTo>
                  <a:lnTo>
                    <a:pt x="297786" y="267354"/>
                  </a:lnTo>
                  <a:lnTo>
                    <a:pt x="301016" y="263124"/>
                  </a:lnTo>
                  <a:lnTo>
                    <a:pt x="304110" y="258793"/>
                  </a:lnTo>
                  <a:lnTo>
                    <a:pt x="307064" y="254366"/>
                  </a:lnTo>
                  <a:lnTo>
                    <a:pt x="309876" y="249847"/>
                  </a:lnTo>
                  <a:lnTo>
                    <a:pt x="312543" y="245241"/>
                  </a:lnTo>
                  <a:lnTo>
                    <a:pt x="315062" y="240552"/>
                  </a:lnTo>
                  <a:lnTo>
                    <a:pt x="317430" y="235785"/>
                  </a:lnTo>
                  <a:lnTo>
                    <a:pt x="319645" y="230946"/>
                  </a:lnTo>
                  <a:lnTo>
                    <a:pt x="321705" y="226038"/>
                  </a:lnTo>
                  <a:lnTo>
                    <a:pt x="323608" y="221068"/>
                  </a:lnTo>
                  <a:lnTo>
                    <a:pt x="325351" y="216039"/>
                  </a:lnTo>
                  <a:lnTo>
                    <a:pt x="326934" y="210957"/>
                  </a:lnTo>
                  <a:lnTo>
                    <a:pt x="328354" y="205828"/>
                  </a:lnTo>
                  <a:lnTo>
                    <a:pt x="329610" y="200656"/>
                  </a:lnTo>
                  <a:lnTo>
                    <a:pt x="330701" y="195446"/>
                  </a:lnTo>
                  <a:lnTo>
                    <a:pt x="331625" y="190205"/>
                  </a:lnTo>
                  <a:lnTo>
                    <a:pt x="332382" y="184936"/>
                  </a:lnTo>
                  <a:lnTo>
                    <a:pt x="332971" y="179646"/>
                  </a:lnTo>
                  <a:lnTo>
                    <a:pt x="333391" y="174341"/>
                  </a:lnTo>
                  <a:lnTo>
                    <a:pt x="333642" y="169024"/>
                  </a:lnTo>
                  <a:lnTo>
                    <a:pt x="333724" y="163702"/>
                  </a:lnTo>
                  <a:lnTo>
                    <a:pt x="333636" y="158381"/>
                  </a:lnTo>
                  <a:lnTo>
                    <a:pt x="333379" y="153064"/>
                  </a:lnTo>
                  <a:lnTo>
                    <a:pt x="332952" y="147759"/>
                  </a:lnTo>
                  <a:lnTo>
                    <a:pt x="332358" y="142470"/>
                  </a:lnTo>
                  <a:lnTo>
                    <a:pt x="331594" y="137202"/>
                  </a:lnTo>
                  <a:lnTo>
                    <a:pt x="330664" y="131962"/>
                  </a:lnTo>
                  <a:lnTo>
                    <a:pt x="329567" y="126754"/>
                  </a:lnTo>
                  <a:lnTo>
                    <a:pt x="328306" y="121583"/>
                  </a:lnTo>
                  <a:lnTo>
                    <a:pt x="326880" y="116455"/>
                  </a:lnTo>
                  <a:lnTo>
                    <a:pt x="325291" y="111375"/>
                  </a:lnTo>
                  <a:lnTo>
                    <a:pt x="323542" y="106349"/>
                  </a:lnTo>
                  <a:lnTo>
                    <a:pt x="321633" y="101380"/>
                  </a:lnTo>
                  <a:lnTo>
                    <a:pt x="319568" y="96475"/>
                  </a:lnTo>
                  <a:lnTo>
                    <a:pt x="317347" y="91638"/>
                  </a:lnTo>
                  <a:lnTo>
                    <a:pt x="314973" y="86874"/>
                  </a:lnTo>
                  <a:lnTo>
                    <a:pt x="312449" y="82188"/>
                  </a:lnTo>
                  <a:lnTo>
                    <a:pt x="309777" y="77585"/>
                  </a:lnTo>
                  <a:lnTo>
                    <a:pt x="306960" y="73069"/>
                  </a:lnTo>
                  <a:lnTo>
                    <a:pt x="304000" y="68646"/>
                  </a:lnTo>
                  <a:lnTo>
                    <a:pt x="300902" y="64318"/>
                  </a:lnTo>
                  <a:lnTo>
                    <a:pt x="297667" y="60092"/>
                  </a:lnTo>
                  <a:lnTo>
                    <a:pt x="294299" y="55971"/>
                  </a:lnTo>
                  <a:lnTo>
                    <a:pt x="290801" y="51959"/>
                  </a:lnTo>
                  <a:lnTo>
                    <a:pt x="287178" y="48060"/>
                  </a:lnTo>
                  <a:lnTo>
                    <a:pt x="283432" y="44279"/>
                  </a:lnTo>
                  <a:lnTo>
                    <a:pt x="279568" y="40618"/>
                  </a:lnTo>
                  <a:lnTo>
                    <a:pt x="275589" y="37083"/>
                  </a:lnTo>
                  <a:lnTo>
                    <a:pt x="271500" y="33676"/>
                  </a:lnTo>
                  <a:lnTo>
                    <a:pt x="267304" y="30401"/>
                  </a:lnTo>
                  <a:lnTo>
                    <a:pt x="263007" y="27262"/>
                  </a:lnTo>
                  <a:lnTo>
                    <a:pt x="258611" y="24260"/>
                  </a:lnTo>
                  <a:lnTo>
                    <a:pt x="254122" y="21401"/>
                  </a:lnTo>
                  <a:lnTo>
                    <a:pt x="249545" y="18685"/>
                  </a:lnTo>
                  <a:lnTo>
                    <a:pt x="244883" y="16117"/>
                  </a:lnTo>
                  <a:lnTo>
                    <a:pt x="240142" y="13698"/>
                  </a:lnTo>
                  <a:lnTo>
                    <a:pt x="235326" y="11432"/>
                  </a:lnTo>
                  <a:lnTo>
                    <a:pt x="230441" y="9320"/>
                  </a:lnTo>
                  <a:lnTo>
                    <a:pt x="225490" y="7364"/>
                  </a:lnTo>
                  <a:lnTo>
                    <a:pt x="220481" y="5567"/>
                  </a:lnTo>
                  <a:lnTo>
                    <a:pt x="215416" y="3931"/>
                  </a:lnTo>
                  <a:lnTo>
                    <a:pt x="210302" y="2456"/>
                  </a:lnTo>
                  <a:lnTo>
                    <a:pt x="205143" y="1145"/>
                  </a:lnTo>
                  <a:lnTo>
                    <a:pt x="199946" y="0"/>
                  </a:lnTo>
                  <a:lnTo>
                    <a:pt x="166556" y="1637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964501" y="1071028"/>
              <a:ext cx="33389" cy="167167"/>
            </a:xfrm>
            <a:custGeom>
              <a:avLst/>
              <a:pathLst>
                <a:path w="33389" h="167167">
                  <a:moveTo>
                    <a:pt x="33389" y="3368"/>
                  </a:moveTo>
                  <a:lnTo>
                    <a:pt x="26776" y="2158"/>
                  </a:lnTo>
                  <a:lnTo>
                    <a:pt x="20120" y="1215"/>
                  </a:lnTo>
                  <a:lnTo>
                    <a:pt x="13431" y="540"/>
                  </a:lnTo>
                  <a:lnTo>
                    <a:pt x="6721" y="13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11275" y="1322571"/>
              <a:ext cx="77445" cy="167167"/>
            </a:xfrm>
            <a:custGeom>
              <a:avLst/>
              <a:pathLst>
                <a:path w="77445" h="167167">
                  <a:moveTo>
                    <a:pt x="77445" y="0"/>
                  </a:moveTo>
                  <a:lnTo>
                    <a:pt x="71694" y="98"/>
                  </a:lnTo>
                  <a:lnTo>
                    <a:pt x="65951" y="395"/>
                  </a:lnTo>
                  <a:lnTo>
                    <a:pt x="60220" y="889"/>
                  </a:lnTo>
                  <a:lnTo>
                    <a:pt x="54511" y="1580"/>
                  </a:lnTo>
                  <a:lnTo>
                    <a:pt x="48828" y="2467"/>
                  </a:lnTo>
                  <a:lnTo>
                    <a:pt x="43179" y="3549"/>
                  </a:lnTo>
                  <a:lnTo>
                    <a:pt x="37571" y="4825"/>
                  </a:lnTo>
                  <a:lnTo>
                    <a:pt x="32010" y="6292"/>
                  </a:lnTo>
                  <a:lnTo>
                    <a:pt x="26503" y="7950"/>
                  </a:lnTo>
                  <a:lnTo>
                    <a:pt x="21056" y="9797"/>
                  </a:lnTo>
                  <a:lnTo>
                    <a:pt x="15676" y="11830"/>
                  </a:lnTo>
                  <a:lnTo>
                    <a:pt x="10369" y="14047"/>
                  </a:lnTo>
                  <a:lnTo>
                    <a:pt x="5142" y="16445"/>
                  </a:lnTo>
                  <a:lnTo>
                    <a:pt x="0" y="19021"/>
                  </a:lnTo>
                  <a:lnTo>
                    <a:pt x="77445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11275" y="1341593"/>
              <a:ext cx="77445" cy="148145"/>
            </a:xfrm>
            <a:custGeom>
              <a:avLst/>
              <a:pathLst>
                <a:path w="77445" h="148145">
                  <a:moveTo>
                    <a:pt x="0" y="0"/>
                  </a:moveTo>
                  <a:lnTo>
                    <a:pt x="77445" y="14814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11275" y="1341593"/>
              <a:ext cx="77445" cy="148145"/>
            </a:xfrm>
            <a:custGeom>
              <a:avLst/>
              <a:pathLst>
                <a:path w="77445" h="148145">
                  <a:moveTo>
                    <a:pt x="0" y="0"/>
                  </a:moveTo>
                  <a:lnTo>
                    <a:pt x="77445" y="14814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11275" y="1341593"/>
              <a:ext cx="77445" cy="148145"/>
            </a:xfrm>
            <a:custGeom>
              <a:avLst/>
              <a:pathLst>
                <a:path w="77445" h="148145">
                  <a:moveTo>
                    <a:pt x="0" y="0"/>
                  </a:moveTo>
                  <a:lnTo>
                    <a:pt x="77445" y="1481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11275" y="1341593"/>
              <a:ext cx="77445" cy="148145"/>
            </a:xfrm>
            <a:custGeom>
              <a:avLst/>
              <a:pathLst>
                <a:path w="77445" h="148145">
                  <a:moveTo>
                    <a:pt x="0" y="0"/>
                  </a:moveTo>
                  <a:lnTo>
                    <a:pt x="77445" y="1481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11275" y="1341593"/>
              <a:ext cx="77445" cy="148145"/>
            </a:xfrm>
            <a:custGeom>
              <a:avLst/>
              <a:pathLst>
                <a:path w="77445" h="148145">
                  <a:moveTo>
                    <a:pt x="0" y="0"/>
                  </a:moveTo>
                  <a:lnTo>
                    <a:pt x="77445" y="1481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11275" y="1341593"/>
              <a:ext cx="77445" cy="148145"/>
            </a:xfrm>
            <a:custGeom>
              <a:avLst/>
              <a:pathLst>
                <a:path w="77445" h="148145">
                  <a:moveTo>
                    <a:pt x="0" y="0"/>
                  </a:moveTo>
                  <a:lnTo>
                    <a:pt x="77445" y="1481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11275" y="1341593"/>
              <a:ext cx="77445" cy="148145"/>
            </a:xfrm>
            <a:custGeom>
              <a:avLst/>
              <a:pathLst>
                <a:path w="77445" h="148145">
                  <a:moveTo>
                    <a:pt x="0" y="0"/>
                  </a:moveTo>
                  <a:lnTo>
                    <a:pt x="77445" y="14814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11275" y="1341593"/>
              <a:ext cx="77445" cy="148145"/>
            </a:xfrm>
            <a:custGeom>
              <a:avLst/>
              <a:pathLst>
                <a:path w="77445" h="148145">
                  <a:moveTo>
                    <a:pt x="0" y="0"/>
                  </a:moveTo>
                  <a:lnTo>
                    <a:pt x="77445" y="1481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11275" y="1341593"/>
              <a:ext cx="77445" cy="148145"/>
            </a:xfrm>
            <a:custGeom>
              <a:avLst/>
              <a:pathLst>
                <a:path w="77445" h="148145">
                  <a:moveTo>
                    <a:pt x="0" y="0"/>
                  </a:moveTo>
                  <a:lnTo>
                    <a:pt x="77445" y="1481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11275" y="1341593"/>
              <a:ext cx="77445" cy="148145"/>
            </a:xfrm>
            <a:custGeom>
              <a:avLst/>
              <a:pathLst>
                <a:path w="77445" h="148145">
                  <a:moveTo>
                    <a:pt x="0" y="0"/>
                  </a:moveTo>
                  <a:lnTo>
                    <a:pt x="77445" y="14814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11275" y="1341593"/>
              <a:ext cx="77445" cy="148145"/>
            </a:xfrm>
            <a:custGeom>
              <a:avLst/>
              <a:pathLst>
                <a:path w="77445" h="148145">
                  <a:moveTo>
                    <a:pt x="0" y="0"/>
                  </a:moveTo>
                  <a:lnTo>
                    <a:pt x="77445" y="148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11275" y="1341593"/>
              <a:ext cx="77445" cy="148145"/>
            </a:xfrm>
            <a:custGeom>
              <a:avLst/>
              <a:pathLst>
                <a:path w="77445" h="148145">
                  <a:moveTo>
                    <a:pt x="0" y="0"/>
                  </a:moveTo>
                  <a:lnTo>
                    <a:pt x="77445" y="148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11275" y="1341593"/>
              <a:ext cx="77445" cy="148145"/>
            </a:xfrm>
            <a:custGeom>
              <a:avLst/>
              <a:pathLst>
                <a:path w="77445" h="148145">
                  <a:moveTo>
                    <a:pt x="0" y="0"/>
                  </a:moveTo>
                  <a:lnTo>
                    <a:pt x="77445" y="148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11275" y="1341593"/>
              <a:ext cx="77445" cy="148145"/>
            </a:xfrm>
            <a:custGeom>
              <a:avLst/>
              <a:pathLst>
                <a:path w="77445" h="148145">
                  <a:moveTo>
                    <a:pt x="0" y="0"/>
                  </a:moveTo>
                  <a:lnTo>
                    <a:pt x="77445" y="148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11275" y="1341593"/>
              <a:ext cx="77445" cy="148145"/>
            </a:xfrm>
            <a:custGeom>
              <a:avLst/>
              <a:pathLst>
                <a:path w="77445" h="148145">
                  <a:moveTo>
                    <a:pt x="0" y="0"/>
                  </a:moveTo>
                  <a:lnTo>
                    <a:pt x="77445" y="14814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411275" y="1341593"/>
              <a:ext cx="77445" cy="148145"/>
            </a:xfrm>
            <a:custGeom>
              <a:avLst/>
              <a:pathLst>
                <a:path w="77445" h="148145">
                  <a:moveTo>
                    <a:pt x="0" y="0"/>
                  </a:moveTo>
                  <a:lnTo>
                    <a:pt x="77445" y="14814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321566" y="1341593"/>
              <a:ext cx="334309" cy="315313"/>
            </a:xfrm>
            <a:custGeom>
              <a:avLst/>
              <a:pathLst>
                <a:path w="334309" h="315313">
                  <a:moveTo>
                    <a:pt x="89709" y="0"/>
                  </a:moveTo>
                  <a:lnTo>
                    <a:pt x="85057" y="2526"/>
                  </a:lnTo>
                  <a:lnTo>
                    <a:pt x="80488" y="5198"/>
                  </a:lnTo>
                  <a:lnTo>
                    <a:pt x="76006" y="8013"/>
                  </a:lnTo>
                  <a:lnTo>
                    <a:pt x="71615" y="10969"/>
                  </a:lnTo>
                  <a:lnTo>
                    <a:pt x="67320" y="14063"/>
                  </a:lnTo>
                  <a:lnTo>
                    <a:pt x="63125" y="17290"/>
                  </a:lnTo>
                  <a:lnTo>
                    <a:pt x="59035" y="20650"/>
                  </a:lnTo>
                  <a:lnTo>
                    <a:pt x="55052" y="24136"/>
                  </a:lnTo>
                  <a:lnTo>
                    <a:pt x="51182" y="27748"/>
                  </a:lnTo>
                  <a:lnTo>
                    <a:pt x="47429" y="31480"/>
                  </a:lnTo>
                  <a:lnTo>
                    <a:pt x="43795" y="35328"/>
                  </a:lnTo>
                  <a:lnTo>
                    <a:pt x="40286" y="39290"/>
                  </a:lnTo>
                  <a:lnTo>
                    <a:pt x="36903" y="43362"/>
                  </a:lnTo>
                  <a:lnTo>
                    <a:pt x="33651" y="47538"/>
                  </a:lnTo>
                  <a:lnTo>
                    <a:pt x="30532" y="51815"/>
                  </a:lnTo>
                  <a:lnTo>
                    <a:pt x="27551" y="56189"/>
                  </a:lnTo>
                  <a:lnTo>
                    <a:pt x="24710" y="60654"/>
                  </a:lnTo>
                  <a:lnTo>
                    <a:pt x="22011" y="65208"/>
                  </a:lnTo>
                  <a:lnTo>
                    <a:pt x="19458" y="69845"/>
                  </a:lnTo>
                  <a:lnTo>
                    <a:pt x="17054" y="74560"/>
                  </a:lnTo>
                  <a:lnTo>
                    <a:pt x="14799" y="79349"/>
                  </a:lnTo>
                  <a:lnTo>
                    <a:pt x="12697" y="84207"/>
                  </a:lnTo>
                  <a:lnTo>
                    <a:pt x="10751" y="89129"/>
                  </a:lnTo>
                  <a:lnTo>
                    <a:pt x="8961" y="94110"/>
                  </a:lnTo>
                  <a:lnTo>
                    <a:pt x="7329" y="99145"/>
                  </a:lnTo>
                  <a:lnTo>
                    <a:pt x="5858" y="104230"/>
                  </a:lnTo>
                  <a:lnTo>
                    <a:pt x="4548" y="109358"/>
                  </a:lnTo>
                  <a:lnTo>
                    <a:pt x="3402" y="114526"/>
                  </a:lnTo>
                  <a:lnTo>
                    <a:pt x="2420" y="119727"/>
                  </a:lnTo>
                  <a:lnTo>
                    <a:pt x="1603" y="124957"/>
                  </a:lnTo>
                  <a:lnTo>
                    <a:pt x="951" y="130209"/>
                  </a:lnTo>
                  <a:lnTo>
                    <a:pt x="467" y="135480"/>
                  </a:lnTo>
                  <a:lnTo>
                    <a:pt x="149" y="140764"/>
                  </a:lnTo>
                  <a:lnTo>
                    <a:pt x="0" y="146055"/>
                  </a:lnTo>
                  <a:lnTo>
                    <a:pt x="17" y="151348"/>
                  </a:lnTo>
                  <a:lnTo>
                    <a:pt x="202" y="156638"/>
                  </a:lnTo>
                  <a:lnTo>
                    <a:pt x="555" y="161919"/>
                  </a:lnTo>
                  <a:lnTo>
                    <a:pt x="1074" y="167186"/>
                  </a:lnTo>
                  <a:lnTo>
                    <a:pt x="1760" y="172435"/>
                  </a:lnTo>
                  <a:lnTo>
                    <a:pt x="2612" y="177659"/>
                  </a:lnTo>
                  <a:lnTo>
                    <a:pt x="3629" y="182853"/>
                  </a:lnTo>
                  <a:lnTo>
                    <a:pt x="4810" y="188013"/>
                  </a:lnTo>
                  <a:lnTo>
                    <a:pt x="6154" y="193133"/>
                  </a:lnTo>
                  <a:lnTo>
                    <a:pt x="7659" y="198207"/>
                  </a:lnTo>
                  <a:lnTo>
                    <a:pt x="9324" y="203232"/>
                  </a:lnTo>
                  <a:lnTo>
                    <a:pt x="11147" y="208201"/>
                  </a:lnTo>
                  <a:lnTo>
                    <a:pt x="13126" y="213110"/>
                  </a:lnTo>
                  <a:lnTo>
                    <a:pt x="15260" y="217954"/>
                  </a:lnTo>
                  <a:lnTo>
                    <a:pt x="17546" y="222728"/>
                  </a:lnTo>
                  <a:lnTo>
                    <a:pt x="19983" y="227427"/>
                  </a:lnTo>
                  <a:lnTo>
                    <a:pt x="22566" y="232046"/>
                  </a:lnTo>
                  <a:lnTo>
                    <a:pt x="25295" y="236582"/>
                  </a:lnTo>
                  <a:lnTo>
                    <a:pt x="28166" y="241029"/>
                  </a:lnTo>
                  <a:lnTo>
                    <a:pt x="31176" y="245382"/>
                  </a:lnTo>
                  <a:lnTo>
                    <a:pt x="34323" y="249639"/>
                  </a:lnTo>
                  <a:lnTo>
                    <a:pt x="37603" y="253793"/>
                  </a:lnTo>
                  <a:lnTo>
                    <a:pt x="41012" y="257842"/>
                  </a:lnTo>
                  <a:lnTo>
                    <a:pt x="44549" y="261780"/>
                  </a:lnTo>
                  <a:lnTo>
                    <a:pt x="48208" y="265605"/>
                  </a:lnTo>
                  <a:lnTo>
                    <a:pt x="51986" y="269312"/>
                  </a:lnTo>
                  <a:lnTo>
                    <a:pt x="55880" y="272897"/>
                  </a:lnTo>
                  <a:lnTo>
                    <a:pt x="59885" y="276358"/>
                  </a:lnTo>
                  <a:lnTo>
                    <a:pt x="63998" y="279689"/>
                  </a:lnTo>
                  <a:lnTo>
                    <a:pt x="68214" y="282889"/>
                  </a:lnTo>
                  <a:lnTo>
                    <a:pt x="72530" y="285954"/>
                  </a:lnTo>
                  <a:lnTo>
                    <a:pt x="76940" y="288881"/>
                  </a:lnTo>
                  <a:lnTo>
                    <a:pt x="81441" y="291666"/>
                  </a:lnTo>
                  <a:lnTo>
                    <a:pt x="86028" y="294308"/>
                  </a:lnTo>
                  <a:lnTo>
                    <a:pt x="90696" y="296803"/>
                  </a:lnTo>
                  <a:lnTo>
                    <a:pt x="95441" y="299149"/>
                  </a:lnTo>
                  <a:lnTo>
                    <a:pt x="100257" y="301344"/>
                  </a:lnTo>
                  <a:lnTo>
                    <a:pt x="105141" y="303385"/>
                  </a:lnTo>
                  <a:lnTo>
                    <a:pt x="110087" y="305270"/>
                  </a:lnTo>
                  <a:lnTo>
                    <a:pt x="115090" y="306998"/>
                  </a:lnTo>
                  <a:lnTo>
                    <a:pt x="120145" y="308567"/>
                  </a:lnTo>
                  <a:lnTo>
                    <a:pt x="125248" y="309975"/>
                  </a:lnTo>
                  <a:lnTo>
                    <a:pt x="130392" y="311220"/>
                  </a:lnTo>
                  <a:lnTo>
                    <a:pt x="135573" y="312303"/>
                  </a:lnTo>
                  <a:lnTo>
                    <a:pt x="140786" y="313220"/>
                  </a:lnTo>
                  <a:lnTo>
                    <a:pt x="146026" y="313972"/>
                  </a:lnTo>
                  <a:lnTo>
                    <a:pt x="151286" y="314558"/>
                  </a:lnTo>
                  <a:lnTo>
                    <a:pt x="156563" y="314977"/>
                  </a:lnTo>
                  <a:lnTo>
                    <a:pt x="161850" y="315229"/>
                  </a:lnTo>
                  <a:lnTo>
                    <a:pt x="167142" y="315313"/>
                  </a:lnTo>
                  <a:lnTo>
                    <a:pt x="172435" y="315229"/>
                  </a:lnTo>
                  <a:lnTo>
                    <a:pt x="177722" y="314978"/>
                  </a:lnTo>
                  <a:lnTo>
                    <a:pt x="182998" y="314560"/>
                  </a:lnTo>
                  <a:lnTo>
                    <a:pt x="188259" y="313975"/>
                  </a:lnTo>
                  <a:lnTo>
                    <a:pt x="193498" y="313224"/>
                  </a:lnTo>
                  <a:lnTo>
                    <a:pt x="198711" y="312307"/>
                  </a:lnTo>
                  <a:lnTo>
                    <a:pt x="203893" y="311226"/>
                  </a:lnTo>
                  <a:lnTo>
                    <a:pt x="209037" y="309981"/>
                  </a:lnTo>
                  <a:lnTo>
                    <a:pt x="214140" y="308574"/>
                  </a:lnTo>
                  <a:lnTo>
                    <a:pt x="219196" y="307006"/>
                  </a:lnTo>
                  <a:lnTo>
                    <a:pt x="224199" y="305278"/>
                  </a:lnTo>
                  <a:lnTo>
                    <a:pt x="229145" y="303394"/>
                  </a:lnTo>
                  <a:lnTo>
                    <a:pt x="234029" y="301353"/>
                  </a:lnTo>
                  <a:lnTo>
                    <a:pt x="238846" y="299159"/>
                  </a:lnTo>
                  <a:lnTo>
                    <a:pt x="243591" y="296814"/>
                  </a:lnTo>
                  <a:lnTo>
                    <a:pt x="248259" y="294319"/>
                  </a:lnTo>
                  <a:lnTo>
                    <a:pt x="252847" y="291678"/>
                  </a:lnTo>
                  <a:lnTo>
                    <a:pt x="257348" y="288893"/>
                  </a:lnTo>
                  <a:lnTo>
                    <a:pt x="261759" y="285967"/>
                  </a:lnTo>
                  <a:lnTo>
                    <a:pt x="266074" y="282903"/>
                  </a:lnTo>
                  <a:lnTo>
                    <a:pt x="270291" y="279704"/>
                  </a:lnTo>
                  <a:lnTo>
                    <a:pt x="274405" y="276373"/>
                  </a:lnTo>
                  <a:lnTo>
                    <a:pt x="278410" y="272913"/>
                  </a:lnTo>
                  <a:lnTo>
                    <a:pt x="282305" y="269328"/>
                  </a:lnTo>
                  <a:lnTo>
                    <a:pt x="286084" y="265622"/>
                  </a:lnTo>
                  <a:lnTo>
                    <a:pt x="289743" y="261798"/>
                  </a:lnTo>
                  <a:lnTo>
                    <a:pt x="293280" y="257859"/>
                  </a:lnTo>
                  <a:lnTo>
                    <a:pt x="296690" y="253811"/>
                  </a:lnTo>
                  <a:lnTo>
                    <a:pt x="299970" y="249657"/>
                  </a:lnTo>
                  <a:lnTo>
                    <a:pt x="303118" y="245402"/>
                  </a:lnTo>
                  <a:lnTo>
                    <a:pt x="306129" y="241048"/>
                  </a:lnTo>
                  <a:lnTo>
                    <a:pt x="309000" y="236602"/>
                  </a:lnTo>
                  <a:lnTo>
                    <a:pt x="311730" y="232067"/>
                  </a:lnTo>
                  <a:lnTo>
                    <a:pt x="314314" y="227448"/>
                  </a:lnTo>
                  <a:lnTo>
                    <a:pt x="316751" y="222749"/>
                  </a:lnTo>
                  <a:lnTo>
                    <a:pt x="319038" y="217975"/>
                  </a:lnTo>
                  <a:lnTo>
                    <a:pt x="321172" y="213132"/>
                  </a:lnTo>
                  <a:lnTo>
                    <a:pt x="323153" y="208223"/>
                  </a:lnTo>
                  <a:lnTo>
                    <a:pt x="324976" y="203254"/>
                  </a:lnTo>
                  <a:lnTo>
                    <a:pt x="326642" y="198230"/>
                  </a:lnTo>
                  <a:lnTo>
                    <a:pt x="328148" y="193156"/>
                  </a:lnTo>
                  <a:lnTo>
                    <a:pt x="329492" y="188036"/>
                  </a:lnTo>
                  <a:lnTo>
                    <a:pt x="330674" y="182876"/>
                  </a:lnTo>
                  <a:lnTo>
                    <a:pt x="331691" y="177682"/>
                  </a:lnTo>
                  <a:lnTo>
                    <a:pt x="332544" y="172458"/>
                  </a:lnTo>
                  <a:lnTo>
                    <a:pt x="333231" y="167210"/>
                  </a:lnTo>
                  <a:lnTo>
                    <a:pt x="333751" y="161942"/>
                  </a:lnTo>
                  <a:lnTo>
                    <a:pt x="334104" y="156661"/>
                  </a:lnTo>
                  <a:lnTo>
                    <a:pt x="334290" y="151371"/>
                  </a:lnTo>
                  <a:lnTo>
                    <a:pt x="334309" y="146078"/>
                  </a:lnTo>
                  <a:lnTo>
                    <a:pt x="334159" y="140787"/>
                  </a:lnTo>
                  <a:lnTo>
                    <a:pt x="333843" y="135504"/>
                  </a:lnTo>
                  <a:lnTo>
                    <a:pt x="333359" y="130233"/>
                  </a:lnTo>
                  <a:lnTo>
                    <a:pt x="332708" y="124980"/>
                  </a:lnTo>
                  <a:lnTo>
                    <a:pt x="331892" y="119750"/>
                  </a:lnTo>
                  <a:lnTo>
                    <a:pt x="330910" y="114549"/>
                  </a:lnTo>
                  <a:lnTo>
                    <a:pt x="329765" y="109381"/>
                  </a:lnTo>
                  <a:lnTo>
                    <a:pt x="328456" y="104253"/>
                  </a:lnTo>
                  <a:lnTo>
                    <a:pt x="326986" y="99168"/>
                  </a:lnTo>
                  <a:lnTo>
                    <a:pt x="325355" y="94132"/>
                  </a:lnTo>
                  <a:lnTo>
                    <a:pt x="323565" y="89151"/>
                  </a:lnTo>
                  <a:lnTo>
                    <a:pt x="321619" y="84228"/>
                  </a:lnTo>
                  <a:lnTo>
                    <a:pt x="319518" y="79370"/>
                  </a:lnTo>
                  <a:lnTo>
                    <a:pt x="317265" y="74581"/>
                  </a:lnTo>
                  <a:lnTo>
                    <a:pt x="314860" y="69865"/>
                  </a:lnTo>
                  <a:lnTo>
                    <a:pt x="312308" y="65228"/>
                  </a:lnTo>
                  <a:lnTo>
                    <a:pt x="309610" y="60674"/>
                  </a:lnTo>
                  <a:lnTo>
                    <a:pt x="306769" y="56208"/>
                  </a:lnTo>
                  <a:lnTo>
                    <a:pt x="303789" y="51834"/>
                  </a:lnTo>
                  <a:lnTo>
                    <a:pt x="300671" y="47557"/>
                  </a:lnTo>
                  <a:lnTo>
                    <a:pt x="297420" y="43380"/>
                  </a:lnTo>
                  <a:lnTo>
                    <a:pt x="294038" y="39308"/>
                  </a:lnTo>
                  <a:lnTo>
                    <a:pt x="290528" y="35346"/>
                  </a:lnTo>
                  <a:lnTo>
                    <a:pt x="167154" y="14814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488720" y="1322571"/>
              <a:ext cx="123374" cy="167167"/>
            </a:xfrm>
            <a:custGeom>
              <a:avLst/>
              <a:pathLst>
                <a:path w="123374" h="167167">
                  <a:moveTo>
                    <a:pt x="123374" y="54367"/>
                  </a:moveTo>
                  <a:lnTo>
                    <a:pt x="119561" y="50334"/>
                  </a:lnTo>
                  <a:lnTo>
                    <a:pt x="115616" y="46429"/>
                  </a:lnTo>
                  <a:lnTo>
                    <a:pt x="111544" y="42657"/>
                  </a:lnTo>
                  <a:lnTo>
                    <a:pt x="107349" y="39022"/>
                  </a:lnTo>
                  <a:lnTo>
                    <a:pt x="103035" y="35529"/>
                  </a:lnTo>
                  <a:lnTo>
                    <a:pt x="98608" y="32181"/>
                  </a:lnTo>
                  <a:lnTo>
                    <a:pt x="94072" y="28981"/>
                  </a:lnTo>
                  <a:lnTo>
                    <a:pt x="89433" y="25934"/>
                  </a:lnTo>
                  <a:lnTo>
                    <a:pt x="84695" y="23043"/>
                  </a:lnTo>
                  <a:lnTo>
                    <a:pt x="79863" y="20311"/>
                  </a:lnTo>
                  <a:lnTo>
                    <a:pt x="74943" y="17740"/>
                  </a:lnTo>
                  <a:lnTo>
                    <a:pt x="69941" y="15334"/>
                  </a:lnTo>
                  <a:lnTo>
                    <a:pt x="64862" y="13096"/>
                  </a:lnTo>
                  <a:lnTo>
                    <a:pt x="59711" y="11028"/>
                  </a:lnTo>
                  <a:lnTo>
                    <a:pt x="54494" y="9131"/>
                  </a:lnTo>
                  <a:lnTo>
                    <a:pt x="49217" y="7409"/>
                  </a:lnTo>
                  <a:lnTo>
                    <a:pt x="43886" y="5863"/>
                  </a:lnTo>
                  <a:lnTo>
                    <a:pt x="38507" y="4495"/>
                  </a:lnTo>
                  <a:lnTo>
                    <a:pt x="33085" y="3306"/>
                  </a:lnTo>
                  <a:lnTo>
                    <a:pt x="27627" y="2298"/>
                  </a:lnTo>
                  <a:lnTo>
                    <a:pt x="22138" y="1472"/>
                  </a:lnTo>
                  <a:lnTo>
                    <a:pt x="16625" y="828"/>
                  </a:lnTo>
                  <a:lnTo>
                    <a:pt x="11093" y="368"/>
                  </a:lnTo>
                  <a:lnTo>
                    <a:pt x="5549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81444" y="1681503"/>
              <a:ext cx="5080" cy="167167"/>
            </a:xfrm>
            <a:custGeom>
              <a:avLst/>
              <a:pathLst>
                <a:path w="5080" h="167167">
                  <a:moveTo>
                    <a:pt x="5080" y="0"/>
                  </a:moveTo>
                  <a:lnTo>
                    <a:pt x="0" y="77"/>
                  </a:lnTo>
                  <a:lnTo>
                    <a:pt x="508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81444" y="1681580"/>
              <a:ext cx="5080" cy="167090"/>
            </a:xfrm>
            <a:custGeom>
              <a:avLst/>
              <a:pathLst>
                <a:path w="5080" h="167090">
                  <a:moveTo>
                    <a:pt x="0" y="0"/>
                  </a:moveTo>
                  <a:lnTo>
                    <a:pt x="5080" y="16709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81444" y="1681580"/>
              <a:ext cx="5080" cy="167090"/>
            </a:xfrm>
            <a:custGeom>
              <a:avLst/>
              <a:pathLst>
                <a:path w="5080" h="167090">
                  <a:moveTo>
                    <a:pt x="0" y="0"/>
                  </a:moveTo>
                  <a:lnTo>
                    <a:pt x="5080" y="1670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81444" y="1681580"/>
              <a:ext cx="5080" cy="167090"/>
            </a:xfrm>
            <a:custGeom>
              <a:avLst/>
              <a:pathLst>
                <a:path w="5080" h="167090">
                  <a:moveTo>
                    <a:pt x="0" y="0"/>
                  </a:moveTo>
                  <a:lnTo>
                    <a:pt x="5080" y="1670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81444" y="1681580"/>
              <a:ext cx="5080" cy="167090"/>
            </a:xfrm>
            <a:custGeom>
              <a:avLst/>
              <a:pathLst>
                <a:path w="5080" h="167090">
                  <a:moveTo>
                    <a:pt x="0" y="0"/>
                  </a:moveTo>
                  <a:lnTo>
                    <a:pt x="5080" y="1670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81444" y="1681580"/>
              <a:ext cx="5080" cy="167090"/>
            </a:xfrm>
            <a:custGeom>
              <a:avLst/>
              <a:pathLst>
                <a:path w="5080" h="167090">
                  <a:moveTo>
                    <a:pt x="0" y="0"/>
                  </a:moveTo>
                  <a:lnTo>
                    <a:pt x="5080" y="1670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81444" y="1681580"/>
              <a:ext cx="5080" cy="167090"/>
            </a:xfrm>
            <a:custGeom>
              <a:avLst/>
              <a:pathLst>
                <a:path w="5080" h="167090">
                  <a:moveTo>
                    <a:pt x="0" y="0"/>
                  </a:moveTo>
                  <a:lnTo>
                    <a:pt x="5080" y="16709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81444" y="1681580"/>
              <a:ext cx="5080" cy="167090"/>
            </a:xfrm>
            <a:custGeom>
              <a:avLst/>
              <a:pathLst>
                <a:path w="5080" h="167090">
                  <a:moveTo>
                    <a:pt x="0" y="0"/>
                  </a:moveTo>
                  <a:lnTo>
                    <a:pt x="5080" y="1670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081444" y="1681580"/>
              <a:ext cx="5080" cy="167090"/>
            </a:xfrm>
            <a:custGeom>
              <a:avLst/>
              <a:pathLst>
                <a:path w="5080" h="167090">
                  <a:moveTo>
                    <a:pt x="0" y="0"/>
                  </a:moveTo>
                  <a:lnTo>
                    <a:pt x="5080" y="1670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081444" y="1681580"/>
              <a:ext cx="5080" cy="167090"/>
            </a:xfrm>
            <a:custGeom>
              <a:avLst/>
              <a:pathLst>
                <a:path w="5080" h="167090">
                  <a:moveTo>
                    <a:pt x="0" y="0"/>
                  </a:moveTo>
                  <a:lnTo>
                    <a:pt x="5080" y="16709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081444" y="1681580"/>
              <a:ext cx="5080" cy="167090"/>
            </a:xfrm>
            <a:custGeom>
              <a:avLst/>
              <a:pathLst>
                <a:path w="5080" h="167090">
                  <a:moveTo>
                    <a:pt x="0" y="0"/>
                  </a:moveTo>
                  <a:lnTo>
                    <a:pt x="5080" y="1670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081444" y="1681580"/>
              <a:ext cx="5080" cy="167090"/>
            </a:xfrm>
            <a:custGeom>
              <a:avLst/>
              <a:pathLst>
                <a:path w="5080" h="167090">
                  <a:moveTo>
                    <a:pt x="0" y="0"/>
                  </a:moveTo>
                  <a:lnTo>
                    <a:pt x="5080" y="1670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081444" y="1681580"/>
              <a:ext cx="5080" cy="167090"/>
            </a:xfrm>
            <a:custGeom>
              <a:avLst/>
              <a:pathLst>
                <a:path w="5080" h="167090">
                  <a:moveTo>
                    <a:pt x="0" y="0"/>
                  </a:moveTo>
                  <a:lnTo>
                    <a:pt x="5080" y="1670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081444" y="1681580"/>
              <a:ext cx="5080" cy="167090"/>
            </a:xfrm>
            <a:custGeom>
              <a:avLst/>
              <a:pathLst>
                <a:path w="5080" h="167090">
                  <a:moveTo>
                    <a:pt x="0" y="0"/>
                  </a:moveTo>
                  <a:lnTo>
                    <a:pt x="5080" y="1670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081444" y="1681580"/>
              <a:ext cx="5080" cy="167090"/>
            </a:xfrm>
            <a:custGeom>
              <a:avLst/>
              <a:pathLst>
                <a:path w="5080" h="167090">
                  <a:moveTo>
                    <a:pt x="0" y="0"/>
                  </a:moveTo>
                  <a:lnTo>
                    <a:pt x="5080" y="16709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081444" y="1681580"/>
              <a:ext cx="5080" cy="167090"/>
            </a:xfrm>
            <a:custGeom>
              <a:avLst/>
              <a:pathLst>
                <a:path w="5080" h="167090">
                  <a:moveTo>
                    <a:pt x="0" y="0"/>
                  </a:moveTo>
                  <a:lnTo>
                    <a:pt x="5080" y="16709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950799" y="1681580"/>
              <a:ext cx="135725" cy="167090"/>
            </a:xfrm>
            <a:custGeom>
              <a:avLst/>
              <a:pathLst>
                <a:path w="135725" h="167090">
                  <a:moveTo>
                    <a:pt x="130645" y="0"/>
                  </a:moveTo>
                  <a:lnTo>
                    <a:pt x="125176" y="255"/>
                  </a:lnTo>
                  <a:lnTo>
                    <a:pt x="119719" y="690"/>
                  </a:lnTo>
                  <a:lnTo>
                    <a:pt x="114279" y="1304"/>
                  </a:lnTo>
                  <a:lnTo>
                    <a:pt x="108861" y="2095"/>
                  </a:lnTo>
                  <a:lnTo>
                    <a:pt x="103473" y="3063"/>
                  </a:lnTo>
                  <a:lnTo>
                    <a:pt x="98119" y="4207"/>
                  </a:lnTo>
                  <a:lnTo>
                    <a:pt x="92806" y="5526"/>
                  </a:lnTo>
                  <a:lnTo>
                    <a:pt x="87538" y="7018"/>
                  </a:lnTo>
                  <a:lnTo>
                    <a:pt x="82323" y="8682"/>
                  </a:lnTo>
                  <a:lnTo>
                    <a:pt x="77164" y="10515"/>
                  </a:lnTo>
                  <a:lnTo>
                    <a:pt x="72069" y="12517"/>
                  </a:lnTo>
                  <a:lnTo>
                    <a:pt x="67041" y="14684"/>
                  </a:lnTo>
                  <a:lnTo>
                    <a:pt x="62087" y="17015"/>
                  </a:lnTo>
                  <a:lnTo>
                    <a:pt x="57213" y="19507"/>
                  </a:lnTo>
                  <a:lnTo>
                    <a:pt x="52422" y="22157"/>
                  </a:lnTo>
                  <a:lnTo>
                    <a:pt x="47721" y="24962"/>
                  </a:lnTo>
                  <a:lnTo>
                    <a:pt x="43114" y="27920"/>
                  </a:lnTo>
                  <a:lnTo>
                    <a:pt x="38607" y="31027"/>
                  </a:lnTo>
                  <a:lnTo>
                    <a:pt x="34203" y="34280"/>
                  </a:lnTo>
                  <a:lnTo>
                    <a:pt x="29909" y="37676"/>
                  </a:lnTo>
                  <a:lnTo>
                    <a:pt x="25728" y="41210"/>
                  </a:lnTo>
                  <a:lnTo>
                    <a:pt x="21665" y="44879"/>
                  </a:lnTo>
                  <a:lnTo>
                    <a:pt x="17725" y="48680"/>
                  </a:lnTo>
                  <a:lnTo>
                    <a:pt x="13910" y="52607"/>
                  </a:lnTo>
                  <a:lnTo>
                    <a:pt x="10227" y="56658"/>
                  </a:lnTo>
                  <a:lnTo>
                    <a:pt x="6678" y="60826"/>
                  </a:lnTo>
                  <a:lnTo>
                    <a:pt x="3268" y="65109"/>
                  </a:lnTo>
                  <a:lnTo>
                    <a:pt x="0" y="69501"/>
                  </a:lnTo>
                  <a:lnTo>
                    <a:pt x="135725" y="1670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919369" y="1681503"/>
              <a:ext cx="334305" cy="334334"/>
            </a:xfrm>
            <a:custGeom>
              <a:avLst/>
              <a:pathLst>
                <a:path w="334305" h="334334">
                  <a:moveTo>
                    <a:pt x="31430" y="69578"/>
                  </a:moveTo>
                  <a:lnTo>
                    <a:pt x="28399" y="73937"/>
                  </a:lnTo>
                  <a:lnTo>
                    <a:pt x="25509" y="78390"/>
                  </a:lnTo>
                  <a:lnTo>
                    <a:pt x="22761" y="82933"/>
                  </a:lnTo>
                  <a:lnTo>
                    <a:pt x="20159" y="87561"/>
                  </a:lnTo>
                  <a:lnTo>
                    <a:pt x="17705" y="92269"/>
                  </a:lnTo>
                  <a:lnTo>
                    <a:pt x="15402" y="97053"/>
                  </a:lnTo>
                  <a:lnTo>
                    <a:pt x="13252" y="101907"/>
                  </a:lnTo>
                  <a:lnTo>
                    <a:pt x="11258" y="106827"/>
                  </a:lnTo>
                  <a:lnTo>
                    <a:pt x="9420" y="111808"/>
                  </a:lnTo>
                  <a:lnTo>
                    <a:pt x="7742" y="116845"/>
                  </a:lnTo>
                  <a:lnTo>
                    <a:pt x="6224" y="121932"/>
                  </a:lnTo>
                  <a:lnTo>
                    <a:pt x="4869" y="127066"/>
                  </a:lnTo>
                  <a:lnTo>
                    <a:pt x="3677" y="132239"/>
                  </a:lnTo>
                  <a:lnTo>
                    <a:pt x="2651" y="137448"/>
                  </a:lnTo>
                  <a:lnTo>
                    <a:pt x="1790" y="142687"/>
                  </a:lnTo>
                  <a:lnTo>
                    <a:pt x="1096" y="147951"/>
                  </a:lnTo>
                  <a:lnTo>
                    <a:pt x="569" y="153233"/>
                  </a:lnTo>
                  <a:lnTo>
                    <a:pt x="211" y="158530"/>
                  </a:lnTo>
                  <a:lnTo>
                    <a:pt x="21" y="163836"/>
                  </a:lnTo>
                  <a:lnTo>
                    <a:pt x="0" y="169145"/>
                  </a:lnTo>
                  <a:lnTo>
                    <a:pt x="147" y="174452"/>
                  </a:lnTo>
                  <a:lnTo>
                    <a:pt x="462" y="179752"/>
                  </a:lnTo>
                  <a:lnTo>
                    <a:pt x="946" y="185039"/>
                  </a:lnTo>
                  <a:lnTo>
                    <a:pt x="1597" y="190308"/>
                  </a:lnTo>
                  <a:lnTo>
                    <a:pt x="2416" y="195554"/>
                  </a:lnTo>
                  <a:lnTo>
                    <a:pt x="3400" y="200771"/>
                  </a:lnTo>
                  <a:lnTo>
                    <a:pt x="4550" y="205954"/>
                  </a:lnTo>
                  <a:lnTo>
                    <a:pt x="5863" y="211098"/>
                  </a:lnTo>
                  <a:lnTo>
                    <a:pt x="7340" y="216197"/>
                  </a:lnTo>
                  <a:lnTo>
                    <a:pt x="8977" y="221248"/>
                  </a:lnTo>
                  <a:lnTo>
                    <a:pt x="10775" y="226243"/>
                  </a:lnTo>
                  <a:lnTo>
                    <a:pt x="12729" y="231180"/>
                  </a:lnTo>
                  <a:lnTo>
                    <a:pt x="14840" y="236051"/>
                  </a:lnTo>
                  <a:lnTo>
                    <a:pt x="17104" y="240853"/>
                  </a:lnTo>
                  <a:lnTo>
                    <a:pt x="19520" y="245581"/>
                  </a:lnTo>
                  <a:lnTo>
                    <a:pt x="22084" y="250229"/>
                  </a:lnTo>
                  <a:lnTo>
                    <a:pt x="24795" y="254794"/>
                  </a:lnTo>
                  <a:lnTo>
                    <a:pt x="27650" y="259271"/>
                  </a:lnTo>
                  <a:lnTo>
                    <a:pt x="30645" y="263654"/>
                  </a:lnTo>
                  <a:lnTo>
                    <a:pt x="33778" y="267941"/>
                  </a:lnTo>
                  <a:lnTo>
                    <a:pt x="37045" y="272125"/>
                  </a:lnTo>
                  <a:lnTo>
                    <a:pt x="40443" y="276204"/>
                  </a:lnTo>
                  <a:lnTo>
                    <a:pt x="43970" y="280173"/>
                  </a:lnTo>
                  <a:lnTo>
                    <a:pt x="47620" y="284028"/>
                  </a:lnTo>
                  <a:lnTo>
                    <a:pt x="51392" y="287764"/>
                  </a:lnTo>
                  <a:lnTo>
                    <a:pt x="55280" y="291380"/>
                  </a:lnTo>
                  <a:lnTo>
                    <a:pt x="59280" y="294870"/>
                  </a:lnTo>
                  <a:lnTo>
                    <a:pt x="63390" y="298231"/>
                  </a:lnTo>
                  <a:lnTo>
                    <a:pt x="67604" y="301460"/>
                  </a:lnTo>
                  <a:lnTo>
                    <a:pt x="71919" y="304553"/>
                  </a:lnTo>
                  <a:lnTo>
                    <a:pt x="76330" y="307508"/>
                  </a:lnTo>
                  <a:lnTo>
                    <a:pt x="80832" y="310322"/>
                  </a:lnTo>
                  <a:lnTo>
                    <a:pt x="85422" y="312991"/>
                  </a:lnTo>
                  <a:lnTo>
                    <a:pt x="90094" y="315513"/>
                  </a:lnTo>
                  <a:lnTo>
                    <a:pt x="94843" y="317885"/>
                  </a:lnTo>
                  <a:lnTo>
                    <a:pt x="99666" y="320105"/>
                  </a:lnTo>
                  <a:lnTo>
                    <a:pt x="104556" y="322171"/>
                  </a:lnTo>
                  <a:lnTo>
                    <a:pt x="109510" y="324081"/>
                  </a:lnTo>
                  <a:lnTo>
                    <a:pt x="114522" y="325832"/>
                  </a:lnTo>
                  <a:lnTo>
                    <a:pt x="119587" y="327424"/>
                  </a:lnTo>
                  <a:lnTo>
                    <a:pt x="124700" y="328853"/>
                  </a:lnTo>
                  <a:lnTo>
                    <a:pt x="129856" y="330120"/>
                  </a:lnTo>
                  <a:lnTo>
                    <a:pt x="135049" y="331222"/>
                  </a:lnTo>
                  <a:lnTo>
                    <a:pt x="140275" y="332159"/>
                  </a:lnTo>
                  <a:lnTo>
                    <a:pt x="145528" y="332929"/>
                  </a:lnTo>
                  <a:lnTo>
                    <a:pt x="150803" y="333533"/>
                  </a:lnTo>
                  <a:lnTo>
                    <a:pt x="156094" y="333968"/>
                  </a:lnTo>
                  <a:lnTo>
                    <a:pt x="161396" y="334235"/>
                  </a:lnTo>
                  <a:lnTo>
                    <a:pt x="166704" y="334334"/>
                  </a:lnTo>
                  <a:lnTo>
                    <a:pt x="172013" y="334264"/>
                  </a:lnTo>
                  <a:lnTo>
                    <a:pt x="177317" y="334025"/>
                  </a:lnTo>
                  <a:lnTo>
                    <a:pt x="182610" y="333618"/>
                  </a:lnTo>
                  <a:lnTo>
                    <a:pt x="187888" y="333044"/>
                  </a:lnTo>
                  <a:lnTo>
                    <a:pt x="193145" y="332302"/>
                  </a:lnTo>
                  <a:lnTo>
                    <a:pt x="198376" y="331393"/>
                  </a:lnTo>
                  <a:lnTo>
                    <a:pt x="203575" y="330319"/>
                  </a:lnTo>
                  <a:lnTo>
                    <a:pt x="208738" y="329080"/>
                  </a:lnTo>
                  <a:lnTo>
                    <a:pt x="213858" y="327678"/>
                  </a:lnTo>
                  <a:lnTo>
                    <a:pt x="218932" y="326114"/>
                  </a:lnTo>
                  <a:lnTo>
                    <a:pt x="223953" y="324390"/>
                  </a:lnTo>
                  <a:lnTo>
                    <a:pt x="228917" y="322507"/>
                  </a:lnTo>
                  <a:lnTo>
                    <a:pt x="233819" y="320467"/>
                  </a:lnTo>
                  <a:lnTo>
                    <a:pt x="238653" y="318273"/>
                  </a:lnTo>
                  <a:lnTo>
                    <a:pt x="243416" y="315926"/>
                  </a:lnTo>
                  <a:lnTo>
                    <a:pt x="248101" y="313430"/>
                  </a:lnTo>
                  <a:lnTo>
                    <a:pt x="252705" y="310785"/>
                  </a:lnTo>
                  <a:lnTo>
                    <a:pt x="257222" y="307996"/>
                  </a:lnTo>
                  <a:lnTo>
                    <a:pt x="261649" y="305065"/>
                  </a:lnTo>
                  <a:lnTo>
                    <a:pt x="265980" y="301995"/>
                  </a:lnTo>
                  <a:lnTo>
                    <a:pt x="270212" y="298789"/>
                  </a:lnTo>
                  <a:lnTo>
                    <a:pt x="274340" y="295450"/>
                  </a:lnTo>
                  <a:lnTo>
                    <a:pt x="278359" y="291981"/>
                  </a:lnTo>
                  <a:lnTo>
                    <a:pt x="282267" y="288387"/>
                  </a:lnTo>
                  <a:lnTo>
                    <a:pt x="286058" y="284671"/>
                  </a:lnTo>
                  <a:lnTo>
                    <a:pt x="289729" y="280836"/>
                  </a:lnTo>
                  <a:lnTo>
                    <a:pt x="293277" y="276886"/>
                  </a:lnTo>
                  <a:lnTo>
                    <a:pt x="296698" y="272826"/>
                  </a:lnTo>
                  <a:lnTo>
                    <a:pt x="299987" y="268659"/>
                  </a:lnTo>
                  <a:lnTo>
                    <a:pt x="303143" y="264389"/>
                  </a:lnTo>
                  <a:lnTo>
                    <a:pt x="306162" y="260022"/>
                  </a:lnTo>
                  <a:lnTo>
                    <a:pt x="309041" y="255561"/>
                  </a:lnTo>
                  <a:lnTo>
                    <a:pt x="311776" y="251011"/>
                  </a:lnTo>
                  <a:lnTo>
                    <a:pt x="314365" y="246376"/>
                  </a:lnTo>
                  <a:lnTo>
                    <a:pt x="316807" y="241661"/>
                  </a:lnTo>
                  <a:lnTo>
                    <a:pt x="319097" y="236872"/>
                  </a:lnTo>
                  <a:lnTo>
                    <a:pt x="321234" y="232012"/>
                  </a:lnTo>
                  <a:lnTo>
                    <a:pt x="323215" y="227086"/>
                  </a:lnTo>
                  <a:lnTo>
                    <a:pt x="325039" y="222100"/>
                  </a:lnTo>
                  <a:lnTo>
                    <a:pt x="326704" y="217059"/>
                  </a:lnTo>
                  <a:lnTo>
                    <a:pt x="328208" y="211967"/>
                  </a:lnTo>
                  <a:lnTo>
                    <a:pt x="329549" y="206830"/>
                  </a:lnTo>
                  <a:lnTo>
                    <a:pt x="330727" y="201654"/>
                  </a:lnTo>
                  <a:lnTo>
                    <a:pt x="331739" y="196442"/>
                  </a:lnTo>
                  <a:lnTo>
                    <a:pt x="332586" y="191201"/>
                  </a:lnTo>
                  <a:lnTo>
                    <a:pt x="333266" y="185935"/>
                  </a:lnTo>
                  <a:lnTo>
                    <a:pt x="333778" y="180651"/>
                  </a:lnTo>
                  <a:lnTo>
                    <a:pt x="334122" y="175353"/>
                  </a:lnTo>
                  <a:lnTo>
                    <a:pt x="334298" y="170047"/>
                  </a:lnTo>
                  <a:lnTo>
                    <a:pt x="334305" y="164738"/>
                  </a:lnTo>
                  <a:lnTo>
                    <a:pt x="334144" y="159431"/>
                  </a:lnTo>
                  <a:lnTo>
                    <a:pt x="333814" y="154132"/>
                  </a:lnTo>
                  <a:lnTo>
                    <a:pt x="333316" y="148847"/>
                  </a:lnTo>
                  <a:lnTo>
                    <a:pt x="332650" y="143579"/>
                  </a:lnTo>
                  <a:lnTo>
                    <a:pt x="331818" y="138336"/>
                  </a:lnTo>
                  <a:lnTo>
                    <a:pt x="330819" y="133122"/>
                  </a:lnTo>
                  <a:lnTo>
                    <a:pt x="329655" y="127942"/>
                  </a:lnTo>
                  <a:lnTo>
                    <a:pt x="328328" y="122801"/>
                  </a:lnTo>
                  <a:lnTo>
                    <a:pt x="326838" y="117706"/>
                  </a:lnTo>
                  <a:lnTo>
                    <a:pt x="325187" y="112660"/>
                  </a:lnTo>
                  <a:lnTo>
                    <a:pt x="323376" y="107669"/>
                  </a:lnTo>
                  <a:lnTo>
                    <a:pt x="321408" y="102738"/>
                  </a:lnTo>
                  <a:lnTo>
                    <a:pt x="319284" y="97872"/>
                  </a:lnTo>
                  <a:lnTo>
                    <a:pt x="317007" y="93076"/>
                  </a:lnTo>
                  <a:lnTo>
                    <a:pt x="314579" y="88355"/>
                  </a:lnTo>
                  <a:lnTo>
                    <a:pt x="312002" y="83713"/>
                  </a:lnTo>
                  <a:lnTo>
                    <a:pt x="309278" y="79156"/>
                  </a:lnTo>
                  <a:lnTo>
                    <a:pt x="306412" y="74687"/>
                  </a:lnTo>
                  <a:lnTo>
                    <a:pt x="303405" y="70312"/>
                  </a:lnTo>
                  <a:lnTo>
                    <a:pt x="300261" y="66034"/>
                  </a:lnTo>
                  <a:lnTo>
                    <a:pt x="296982" y="61858"/>
                  </a:lnTo>
                  <a:lnTo>
                    <a:pt x="293572" y="57789"/>
                  </a:lnTo>
                  <a:lnTo>
                    <a:pt x="290035" y="53829"/>
                  </a:lnTo>
                  <a:lnTo>
                    <a:pt x="286374" y="49984"/>
                  </a:lnTo>
                  <a:lnTo>
                    <a:pt x="282593" y="46258"/>
                  </a:lnTo>
                  <a:lnTo>
                    <a:pt x="278695" y="42653"/>
                  </a:lnTo>
                  <a:lnTo>
                    <a:pt x="274685" y="39174"/>
                  </a:lnTo>
                  <a:lnTo>
                    <a:pt x="270566" y="35824"/>
                  </a:lnTo>
                  <a:lnTo>
                    <a:pt x="266343" y="32606"/>
                  </a:lnTo>
                  <a:lnTo>
                    <a:pt x="262020" y="29524"/>
                  </a:lnTo>
                  <a:lnTo>
                    <a:pt x="257602" y="26581"/>
                  </a:lnTo>
                  <a:lnTo>
                    <a:pt x="253092" y="23780"/>
                  </a:lnTo>
                  <a:lnTo>
                    <a:pt x="248495" y="21123"/>
                  </a:lnTo>
                  <a:lnTo>
                    <a:pt x="243817" y="18614"/>
                  </a:lnTo>
                  <a:lnTo>
                    <a:pt x="239061" y="16254"/>
                  </a:lnTo>
                  <a:lnTo>
                    <a:pt x="234232" y="14047"/>
                  </a:lnTo>
                  <a:lnTo>
                    <a:pt x="229336" y="11994"/>
                  </a:lnTo>
                  <a:lnTo>
                    <a:pt x="224377" y="10098"/>
                  </a:lnTo>
                  <a:lnTo>
                    <a:pt x="219360" y="8360"/>
                  </a:lnTo>
                  <a:lnTo>
                    <a:pt x="214291" y="6783"/>
                  </a:lnTo>
                  <a:lnTo>
                    <a:pt x="209174" y="5367"/>
                  </a:lnTo>
                  <a:lnTo>
                    <a:pt x="204015" y="4114"/>
                  </a:lnTo>
                  <a:lnTo>
                    <a:pt x="198819" y="3026"/>
                  </a:lnTo>
                  <a:lnTo>
                    <a:pt x="193590" y="2103"/>
                  </a:lnTo>
                  <a:lnTo>
                    <a:pt x="188335" y="1347"/>
                  </a:lnTo>
                  <a:lnTo>
                    <a:pt x="183059" y="758"/>
                  </a:lnTo>
                  <a:lnTo>
                    <a:pt x="177767" y="337"/>
                  </a:lnTo>
                  <a:lnTo>
                    <a:pt x="172464" y="84"/>
                  </a:lnTo>
                  <a:lnTo>
                    <a:pt x="167155" y="0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44586" y="2126963"/>
              <a:ext cx="36701" cy="167167"/>
            </a:xfrm>
            <a:custGeom>
              <a:avLst/>
              <a:pathLst>
                <a:path w="36701" h="167167">
                  <a:moveTo>
                    <a:pt x="36701" y="0"/>
                  </a:moveTo>
                  <a:lnTo>
                    <a:pt x="30535" y="113"/>
                  </a:lnTo>
                  <a:lnTo>
                    <a:pt x="24378" y="454"/>
                  </a:lnTo>
                  <a:lnTo>
                    <a:pt x="18237" y="1022"/>
                  </a:lnTo>
                  <a:lnTo>
                    <a:pt x="12122" y="1816"/>
                  </a:lnTo>
                  <a:lnTo>
                    <a:pt x="6040" y="2835"/>
                  </a:lnTo>
                  <a:lnTo>
                    <a:pt x="0" y="4078"/>
                  </a:lnTo>
                  <a:lnTo>
                    <a:pt x="36701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44586" y="2131042"/>
              <a:ext cx="36701" cy="163088"/>
            </a:xfrm>
            <a:custGeom>
              <a:avLst/>
              <a:pathLst>
                <a:path w="36701" h="163088">
                  <a:moveTo>
                    <a:pt x="0" y="0"/>
                  </a:moveTo>
                  <a:lnTo>
                    <a:pt x="36701" y="1630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44586" y="2131042"/>
              <a:ext cx="36701" cy="163088"/>
            </a:xfrm>
            <a:custGeom>
              <a:avLst/>
              <a:pathLst>
                <a:path w="36701" h="163088">
                  <a:moveTo>
                    <a:pt x="0" y="0"/>
                  </a:moveTo>
                  <a:lnTo>
                    <a:pt x="36701" y="1630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44586" y="2131042"/>
              <a:ext cx="36701" cy="163088"/>
            </a:xfrm>
            <a:custGeom>
              <a:avLst/>
              <a:pathLst>
                <a:path w="36701" h="163088">
                  <a:moveTo>
                    <a:pt x="0" y="0"/>
                  </a:moveTo>
                  <a:lnTo>
                    <a:pt x="36701" y="1630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44586" y="2131042"/>
              <a:ext cx="36701" cy="163088"/>
            </a:xfrm>
            <a:custGeom>
              <a:avLst/>
              <a:pathLst>
                <a:path w="36701" h="163088">
                  <a:moveTo>
                    <a:pt x="0" y="0"/>
                  </a:moveTo>
                  <a:lnTo>
                    <a:pt x="36701" y="1630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44586" y="2131042"/>
              <a:ext cx="36701" cy="163088"/>
            </a:xfrm>
            <a:custGeom>
              <a:avLst/>
              <a:pathLst>
                <a:path w="36701" h="163088">
                  <a:moveTo>
                    <a:pt x="0" y="0"/>
                  </a:moveTo>
                  <a:lnTo>
                    <a:pt x="36701" y="16308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44586" y="2131042"/>
              <a:ext cx="36701" cy="163088"/>
            </a:xfrm>
            <a:custGeom>
              <a:avLst/>
              <a:pathLst>
                <a:path w="36701" h="163088">
                  <a:moveTo>
                    <a:pt x="0" y="0"/>
                  </a:moveTo>
                  <a:lnTo>
                    <a:pt x="36701" y="16308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44586" y="2131042"/>
              <a:ext cx="36701" cy="163088"/>
            </a:xfrm>
            <a:custGeom>
              <a:avLst/>
              <a:pathLst>
                <a:path w="36701" h="163088">
                  <a:moveTo>
                    <a:pt x="0" y="0"/>
                  </a:moveTo>
                  <a:lnTo>
                    <a:pt x="36701" y="16308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44586" y="2131042"/>
              <a:ext cx="36701" cy="163088"/>
            </a:xfrm>
            <a:custGeom>
              <a:avLst/>
              <a:pathLst>
                <a:path w="36701" h="163088">
                  <a:moveTo>
                    <a:pt x="0" y="0"/>
                  </a:moveTo>
                  <a:lnTo>
                    <a:pt x="36701" y="16308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744586" y="2131042"/>
              <a:ext cx="36701" cy="163088"/>
            </a:xfrm>
            <a:custGeom>
              <a:avLst/>
              <a:pathLst>
                <a:path w="36701" h="163088">
                  <a:moveTo>
                    <a:pt x="0" y="0"/>
                  </a:moveTo>
                  <a:lnTo>
                    <a:pt x="36701" y="1630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744586" y="2131042"/>
              <a:ext cx="36701" cy="163088"/>
            </a:xfrm>
            <a:custGeom>
              <a:avLst/>
              <a:pathLst>
                <a:path w="36701" h="163088">
                  <a:moveTo>
                    <a:pt x="0" y="0"/>
                  </a:moveTo>
                  <a:lnTo>
                    <a:pt x="36701" y="1630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744586" y="2131042"/>
              <a:ext cx="36701" cy="163088"/>
            </a:xfrm>
            <a:custGeom>
              <a:avLst/>
              <a:pathLst>
                <a:path w="36701" h="163088">
                  <a:moveTo>
                    <a:pt x="0" y="0"/>
                  </a:moveTo>
                  <a:lnTo>
                    <a:pt x="36701" y="1630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744586" y="2131042"/>
              <a:ext cx="36701" cy="163088"/>
            </a:xfrm>
            <a:custGeom>
              <a:avLst/>
              <a:pathLst>
                <a:path w="36701" h="163088">
                  <a:moveTo>
                    <a:pt x="0" y="0"/>
                  </a:moveTo>
                  <a:lnTo>
                    <a:pt x="36701" y="1630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744586" y="2131042"/>
              <a:ext cx="36701" cy="163088"/>
            </a:xfrm>
            <a:custGeom>
              <a:avLst/>
              <a:pathLst>
                <a:path w="36701" h="163088">
                  <a:moveTo>
                    <a:pt x="0" y="0"/>
                  </a:moveTo>
                  <a:lnTo>
                    <a:pt x="36701" y="16308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744586" y="2131042"/>
              <a:ext cx="36701" cy="163088"/>
            </a:xfrm>
            <a:custGeom>
              <a:avLst/>
              <a:pathLst>
                <a:path w="36701" h="163088">
                  <a:moveTo>
                    <a:pt x="0" y="0"/>
                  </a:moveTo>
                  <a:lnTo>
                    <a:pt x="36701" y="16308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614128" y="2128154"/>
              <a:ext cx="334326" cy="333131"/>
            </a:xfrm>
            <a:custGeom>
              <a:avLst/>
              <a:pathLst>
                <a:path w="334326" h="333131">
                  <a:moveTo>
                    <a:pt x="130458" y="2887"/>
                  </a:moveTo>
                  <a:lnTo>
                    <a:pt x="125322" y="4129"/>
                  </a:lnTo>
                  <a:lnTo>
                    <a:pt x="120228" y="5532"/>
                  </a:lnTo>
                  <a:lnTo>
                    <a:pt x="115181" y="7095"/>
                  </a:lnTo>
                  <a:lnTo>
                    <a:pt x="110186" y="8817"/>
                  </a:lnTo>
                  <a:lnTo>
                    <a:pt x="105247" y="10696"/>
                  </a:lnTo>
                  <a:lnTo>
                    <a:pt x="100371" y="12730"/>
                  </a:lnTo>
                  <a:lnTo>
                    <a:pt x="95561" y="14918"/>
                  </a:lnTo>
                  <a:lnTo>
                    <a:pt x="90823" y="17256"/>
                  </a:lnTo>
                  <a:lnTo>
                    <a:pt x="86161" y="19743"/>
                  </a:lnTo>
                  <a:lnTo>
                    <a:pt x="81580" y="22375"/>
                  </a:lnTo>
                  <a:lnTo>
                    <a:pt x="77085" y="25152"/>
                  </a:lnTo>
                  <a:lnTo>
                    <a:pt x="72679" y="28069"/>
                  </a:lnTo>
                  <a:lnTo>
                    <a:pt x="68368" y="31124"/>
                  </a:lnTo>
                  <a:lnTo>
                    <a:pt x="64155" y="34313"/>
                  </a:lnTo>
                  <a:lnTo>
                    <a:pt x="60046" y="37634"/>
                  </a:lnTo>
                  <a:lnTo>
                    <a:pt x="56043" y="41083"/>
                  </a:lnTo>
                  <a:lnTo>
                    <a:pt x="52152" y="44657"/>
                  </a:lnTo>
                  <a:lnTo>
                    <a:pt x="48375" y="48352"/>
                  </a:lnTo>
                  <a:lnTo>
                    <a:pt x="44717" y="52165"/>
                  </a:lnTo>
                  <a:lnTo>
                    <a:pt x="41182" y="56092"/>
                  </a:lnTo>
                  <a:lnTo>
                    <a:pt x="37772" y="60128"/>
                  </a:lnTo>
                  <a:lnTo>
                    <a:pt x="34491" y="64270"/>
                  </a:lnTo>
                  <a:lnTo>
                    <a:pt x="31343" y="68513"/>
                  </a:lnTo>
                  <a:lnTo>
                    <a:pt x="28331" y="72854"/>
                  </a:lnTo>
                  <a:lnTo>
                    <a:pt x="25457" y="77288"/>
                  </a:lnTo>
                  <a:lnTo>
                    <a:pt x="22725" y="81811"/>
                  </a:lnTo>
                  <a:lnTo>
                    <a:pt x="20138" y="86417"/>
                  </a:lnTo>
                  <a:lnTo>
                    <a:pt x="17697" y="91103"/>
                  </a:lnTo>
                  <a:lnTo>
                    <a:pt x="15405" y="95864"/>
                  </a:lnTo>
                  <a:lnTo>
                    <a:pt x="13265" y="100695"/>
                  </a:lnTo>
                  <a:lnTo>
                    <a:pt x="11279" y="105591"/>
                  </a:lnTo>
                  <a:lnTo>
                    <a:pt x="9448" y="110548"/>
                  </a:lnTo>
                  <a:lnTo>
                    <a:pt x="7775" y="115560"/>
                  </a:lnTo>
                  <a:lnTo>
                    <a:pt x="6262" y="120622"/>
                  </a:lnTo>
                  <a:lnTo>
                    <a:pt x="4909" y="125730"/>
                  </a:lnTo>
                  <a:lnTo>
                    <a:pt x="3718" y="130877"/>
                  </a:lnTo>
                  <a:lnTo>
                    <a:pt x="2690" y="136060"/>
                  </a:lnTo>
                  <a:lnTo>
                    <a:pt x="1827" y="141273"/>
                  </a:lnTo>
                  <a:lnTo>
                    <a:pt x="1129" y="146510"/>
                  </a:lnTo>
                  <a:lnTo>
                    <a:pt x="597" y="151767"/>
                  </a:lnTo>
                  <a:lnTo>
                    <a:pt x="231" y="157038"/>
                  </a:lnTo>
                  <a:lnTo>
                    <a:pt x="32" y="162318"/>
                  </a:lnTo>
                  <a:lnTo>
                    <a:pt x="0" y="167602"/>
                  </a:lnTo>
                  <a:lnTo>
                    <a:pt x="134" y="172884"/>
                  </a:lnTo>
                  <a:lnTo>
                    <a:pt x="436" y="178159"/>
                  </a:lnTo>
                  <a:lnTo>
                    <a:pt x="904" y="183422"/>
                  </a:lnTo>
                  <a:lnTo>
                    <a:pt x="1539" y="188667"/>
                  </a:lnTo>
                  <a:lnTo>
                    <a:pt x="2339" y="193890"/>
                  </a:lnTo>
                  <a:lnTo>
                    <a:pt x="3303" y="199085"/>
                  </a:lnTo>
                  <a:lnTo>
                    <a:pt x="4431" y="204247"/>
                  </a:lnTo>
                  <a:lnTo>
                    <a:pt x="5722" y="209370"/>
                  </a:lnTo>
                  <a:lnTo>
                    <a:pt x="7174" y="214451"/>
                  </a:lnTo>
                  <a:lnTo>
                    <a:pt x="8786" y="219482"/>
                  </a:lnTo>
                  <a:lnTo>
                    <a:pt x="10556" y="224461"/>
                  </a:lnTo>
                  <a:lnTo>
                    <a:pt x="12483" y="229381"/>
                  </a:lnTo>
                  <a:lnTo>
                    <a:pt x="14564" y="234237"/>
                  </a:lnTo>
                  <a:lnTo>
                    <a:pt x="16797" y="239026"/>
                  </a:lnTo>
                  <a:lnTo>
                    <a:pt x="19181" y="243741"/>
                  </a:lnTo>
                  <a:lnTo>
                    <a:pt x="21712" y="248379"/>
                  </a:lnTo>
                  <a:lnTo>
                    <a:pt x="24389" y="252934"/>
                  </a:lnTo>
                  <a:lnTo>
                    <a:pt x="27209" y="257403"/>
                  </a:lnTo>
                  <a:lnTo>
                    <a:pt x="30168" y="261780"/>
                  </a:lnTo>
                  <a:lnTo>
                    <a:pt x="33264" y="266062"/>
                  </a:lnTo>
                  <a:lnTo>
                    <a:pt x="36494" y="270243"/>
                  </a:lnTo>
                  <a:lnTo>
                    <a:pt x="39854" y="274321"/>
                  </a:lnTo>
                  <a:lnTo>
                    <a:pt x="43342" y="278290"/>
                  </a:lnTo>
                  <a:lnTo>
                    <a:pt x="46953" y="282147"/>
                  </a:lnTo>
                  <a:lnTo>
                    <a:pt x="50685" y="285887"/>
                  </a:lnTo>
                  <a:lnTo>
                    <a:pt x="54533" y="289509"/>
                  </a:lnTo>
                  <a:lnTo>
                    <a:pt x="58493" y="293006"/>
                  </a:lnTo>
                  <a:lnTo>
                    <a:pt x="62562" y="296377"/>
                  </a:lnTo>
                  <a:lnTo>
                    <a:pt x="66735" y="299617"/>
                  </a:lnTo>
                  <a:lnTo>
                    <a:pt x="71009" y="302724"/>
                  </a:lnTo>
                  <a:lnTo>
                    <a:pt x="75378" y="305695"/>
                  </a:lnTo>
                  <a:lnTo>
                    <a:pt x="79840" y="308526"/>
                  </a:lnTo>
                  <a:lnTo>
                    <a:pt x="84388" y="311214"/>
                  </a:lnTo>
                  <a:lnTo>
                    <a:pt x="89020" y="313757"/>
                  </a:lnTo>
                  <a:lnTo>
                    <a:pt x="93729" y="316153"/>
                  </a:lnTo>
                  <a:lnTo>
                    <a:pt x="98512" y="318398"/>
                  </a:lnTo>
                  <a:lnTo>
                    <a:pt x="103363" y="320492"/>
                  </a:lnTo>
                  <a:lnTo>
                    <a:pt x="108278" y="322431"/>
                  </a:lnTo>
                  <a:lnTo>
                    <a:pt x="113252" y="324213"/>
                  </a:lnTo>
                  <a:lnTo>
                    <a:pt x="118280" y="325838"/>
                  </a:lnTo>
                  <a:lnTo>
                    <a:pt x="123357" y="327303"/>
                  </a:lnTo>
                  <a:lnTo>
                    <a:pt x="128477" y="328607"/>
                  </a:lnTo>
                  <a:lnTo>
                    <a:pt x="133636" y="329748"/>
                  </a:lnTo>
                  <a:lnTo>
                    <a:pt x="138828" y="330726"/>
                  </a:lnTo>
                  <a:lnTo>
                    <a:pt x="144049" y="331539"/>
                  </a:lnTo>
                  <a:lnTo>
                    <a:pt x="149293" y="332186"/>
                  </a:lnTo>
                  <a:lnTo>
                    <a:pt x="154555" y="332668"/>
                  </a:lnTo>
                  <a:lnTo>
                    <a:pt x="159829" y="332983"/>
                  </a:lnTo>
                  <a:lnTo>
                    <a:pt x="165111" y="333131"/>
                  </a:lnTo>
                  <a:lnTo>
                    <a:pt x="170394" y="333112"/>
                  </a:lnTo>
                  <a:lnTo>
                    <a:pt x="175675" y="332927"/>
                  </a:lnTo>
                  <a:lnTo>
                    <a:pt x="180947" y="332574"/>
                  </a:lnTo>
                  <a:lnTo>
                    <a:pt x="186205" y="332055"/>
                  </a:lnTo>
                  <a:lnTo>
                    <a:pt x="191444" y="331370"/>
                  </a:lnTo>
                  <a:lnTo>
                    <a:pt x="196659" y="330520"/>
                  </a:lnTo>
                  <a:lnTo>
                    <a:pt x="201844" y="329506"/>
                  </a:lnTo>
                  <a:lnTo>
                    <a:pt x="206995" y="328328"/>
                  </a:lnTo>
                  <a:lnTo>
                    <a:pt x="212106" y="326988"/>
                  </a:lnTo>
                  <a:lnTo>
                    <a:pt x="217172" y="325487"/>
                  </a:lnTo>
                  <a:lnTo>
                    <a:pt x="222188" y="323827"/>
                  </a:lnTo>
                  <a:lnTo>
                    <a:pt x="227149" y="322009"/>
                  </a:lnTo>
                  <a:lnTo>
                    <a:pt x="232050" y="320035"/>
                  </a:lnTo>
                  <a:lnTo>
                    <a:pt x="236887" y="317907"/>
                  </a:lnTo>
                  <a:lnTo>
                    <a:pt x="241653" y="315628"/>
                  </a:lnTo>
                  <a:lnTo>
                    <a:pt x="246346" y="313199"/>
                  </a:lnTo>
                  <a:lnTo>
                    <a:pt x="250959" y="310623"/>
                  </a:lnTo>
                  <a:lnTo>
                    <a:pt x="255488" y="307902"/>
                  </a:lnTo>
                  <a:lnTo>
                    <a:pt x="259929" y="305040"/>
                  </a:lnTo>
                  <a:lnTo>
                    <a:pt x="264278" y="302038"/>
                  </a:lnTo>
                  <a:lnTo>
                    <a:pt x="268529" y="298901"/>
                  </a:lnTo>
                  <a:lnTo>
                    <a:pt x="272680" y="295631"/>
                  </a:lnTo>
                  <a:lnTo>
                    <a:pt x="276724" y="292231"/>
                  </a:lnTo>
                  <a:lnTo>
                    <a:pt x="280660" y="288706"/>
                  </a:lnTo>
                  <a:lnTo>
                    <a:pt x="284482" y="285057"/>
                  </a:lnTo>
                  <a:lnTo>
                    <a:pt x="288187" y="281290"/>
                  </a:lnTo>
                  <a:lnTo>
                    <a:pt x="291770" y="277408"/>
                  </a:lnTo>
                  <a:lnTo>
                    <a:pt x="295230" y="273414"/>
                  </a:lnTo>
                  <a:lnTo>
                    <a:pt x="298561" y="269313"/>
                  </a:lnTo>
                  <a:lnTo>
                    <a:pt x="301761" y="265108"/>
                  </a:lnTo>
                  <a:lnTo>
                    <a:pt x="304827" y="260805"/>
                  </a:lnTo>
                  <a:lnTo>
                    <a:pt x="307755" y="256407"/>
                  </a:lnTo>
                  <a:lnTo>
                    <a:pt x="310543" y="251918"/>
                  </a:lnTo>
                  <a:lnTo>
                    <a:pt x="313187" y="247344"/>
                  </a:lnTo>
                  <a:lnTo>
                    <a:pt x="315686" y="242689"/>
                  </a:lnTo>
                  <a:lnTo>
                    <a:pt x="318036" y="237956"/>
                  </a:lnTo>
                  <a:lnTo>
                    <a:pt x="320235" y="233152"/>
                  </a:lnTo>
                  <a:lnTo>
                    <a:pt x="322282" y="228281"/>
                  </a:lnTo>
                  <a:lnTo>
                    <a:pt x="324173" y="223347"/>
                  </a:lnTo>
                  <a:lnTo>
                    <a:pt x="325908" y="218357"/>
                  </a:lnTo>
                  <a:lnTo>
                    <a:pt x="327484" y="213313"/>
                  </a:lnTo>
                  <a:lnTo>
                    <a:pt x="328900" y="208223"/>
                  </a:lnTo>
                  <a:lnTo>
                    <a:pt x="330154" y="203090"/>
                  </a:lnTo>
                  <a:lnTo>
                    <a:pt x="331246" y="197921"/>
                  </a:lnTo>
                  <a:lnTo>
                    <a:pt x="332174" y="192719"/>
                  </a:lnTo>
                  <a:lnTo>
                    <a:pt x="332936" y="187491"/>
                  </a:lnTo>
                  <a:lnTo>
                    <a:pt x="333533" y="182241"/>
                  </a:lnTo>
                  <a:lnTo>
                    <a:pt x="333964" y="176975"/>
                  </a:lnTo>
                  <a:lnTo>
                    <a:pt x="334229" y="171697"/>
                  </a:lnTo>
                  <a:lnTo>
                    <a:pt x="334326" y="166415"/>
                  </a:lnTo>
                  <a:lnTo>
                    <a:pt x="334256" y="161131"/>
                  </a:lnTo>
                  <a:lnTo>
                    <a:pt x="334020" y="155853"/>
                  </a:lnTo>
                  <a:lnTo>
                    <a:pt x="333616" y="150585"/>
                  </a:lnTo>
                  <a:lnTo>
                    <a:pt x="333047" y="145332"/>
                  </a:lnTo>
                  <a:lnTo>
                    <a:pt x="332312" y="140100"/>
                  </a:lnTo>
                  <a:lnTo>
                    <a:pt x="331411" y="134893"/>
                  </a:lnTo>
                  <a:lnTo>
                    <a:pt x="330347" y="129718"/>
                  </a:lnTo>
                  <a:lnTo>
                    <a:pt x="329119" y="124579"/>
                  </a:lnTo>
                  <a:lnTo>
                    <a:pt x="327730" y="119481"/>
                  </a:lnTo>
                  <a:lnTo>
                    <a:pt x="326181" y="114429"/>
                  </a:lnTo>
                  <a:lnTo>
                    <a:pt x="324472" y="109430"/>
                  </a:lnTo>
                  <a:lnTo>
                    <a:pt x="322607" y="104486"/>
                  </a:lnTo>
                  <a:lnTo>
                    <a:pt x="320586" y="99604"/>
                  </a:lnTo>
                  <a:lnTo>
                    <a:pt x="318411" y="94789"/>
                  </a:lnTo>
                  <a:lnTo>
                    <a:pt x="316086" y="90044"/>
                  </a:lnTo>
                  <a:lnTo>
                    <a:pt x="313612" y="85375"/>
                  </a:lnTo>
                  <a:lnTo>
                    <a:pt x="310992" y="80787"/>
                  </a:lnTo>
                  <a:lnTo>
                    <a:pt x="308227" y="76284"/>
                  </a:lnTo>
                  <a:lnTo>
                    <a:pt x="305322" y="71871"/>
                  </a:lnTo>
                  <a:lnTo>
                    <a:pt x="302279" y="67551"/>
                  </a:lnTo>
                  <a:lnTo>
                    <a:pt x="299101" y="63330"/>
                  </a:lnTo>
                  <a:lnTo>
                    <a:pt x="295791" y="59212"/>
                  </a:lnTo>
                  <a:lnTo>
                    <a:pt x="292353" y="55200"/>
                  </a:lnTo>
                  <a:lnTo>
                    <a:pt x="288790" y="51299"/>
                  </a:lnTo>
                  <a:lnTo>
                    <a:pt x="285105" y="47512"/>
                  </a:lnTo>
                  <a:lnTo>
                    <a:pt x="281302" y="43844"/>
                  </a:lnTo>
                  <a:lnTo>
                    <a:pt x="277385" y="40297"/>
                  </a:lnTo>
                  <a:lnTo>
                    <a:pt x="273358" y="36877"/>
                  </a:lnTo>
                  <a:lnTo>
                    <a:pt x="269225" y="33585"/>
                  </a:lnTo>
                  <a:lnTo>
                    <a:pt x="264990" y="30425"/>
                  </a:lnTo>
                  <a:lnTo>
                    <a:pt x="260658" y="27401"/>
                  </a:lnTo>
                  <a:lnTo>
                    <a:pt x="256231" y="24516"/>
                  </a:lnTo>
                  <a:lnTo>
                    <a:pt x="251716" y="21771"/>
                  </a:lnTo>
                  <a:lnTo>
                    <a:pt x="247117" y="19171"/>
                  </a:lnTo>
                  <a:lnTo>
                    <a:pt x="242437" y="16718"/>
                  </a:lnTo>
                  <a:lnTo>
                    <a:pt x="237683" y="14413"/>
                  </a:lnTo>
                  <a:lnTo>
                    <a:pt x="232857" y="12260"/>
                  </a:lnTo>
                  <a:lnTo>
                    <a:pt x="227967" y="10261"/>
                  </a:lnTo>
                  <a:lnTo>
                    <a:pt x="223015" y="8417"/>
                  </a:lnTo>
                  <a:lnTo>
                    <a:pt x="218008" y="6730"/>
                  </a:lnTo>
                  <a:lnTo>
                    <a:pt x="212950" y="5203"/>
                  </a:lnTo>
                  <a:lnTo>
                    <a:pt x="207846" y="3836"/>
                  </a:lnTo>
                  <a:lnTo>
                    <a:pt x="202701" y="2631"/>
                  </a:lnTo>
                  <a:lnTo>
                    <a:pt x="197521" y="1589"/>
                  </a:lnTo>
                  <a:lnTo>
                    <a:pt x="192311" y="712"/>
                  </a:lnTo>
                  <a:lnTo>
                    <a:pt x="187076" y="0"/>
                  </a:lnTo>
                  <a:lnTo>
                    <a:pt x="167159" y="1659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781287" y="2126963"/>
              <a:ext cx="19916" cy="167167"/>
            </a:xfrm>
            <a:custGeom>
              <a:avLst/>
              <a:pathLst>
                <a:path w="19916" h="167167">
                  <a:moveTo>
                    <a:pt x="19916" y="1190"/>
                  </a:moveTo>
                  <a:lnTo>
                    <a:pt x="9976" y="2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4283" y="2633064"/>
              <a:ext cx="6464" cy="167167"/>
            </a:xfrm>
            <a:custGeom>
              <a:avLst/>
              <a:pathLst>
                <a:path w="6464" h="167167">
                  <a:moveTo>
                    <a:pt x="6464" y="0"/>
                  </a:moveTo>
                  <a:lnTo>
                    <a:pt x="0" y="125"/>
                  </a:lnTo>
                  <a:lnTo>
                    <a:pt x="646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4283" y="2633189"/>
              <a:ext cx="6464" cy="167042"/>
            </a:xfrm>
            <a:custGeom>
              <a:avLst/>
              <a:pathLst>
                <a:path w="6464" h="167042">
                  <a:moveTo>
                    <a:pt x="0" y="0"/>
                  </a:moveTo>
                  <a:lnTo>
                    <a:pt x="6464" y="1670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4283" y="2633189"/>
              <a:ext cx="6464" cy="167042"/>
            </a:xfrm>
            <a:custGeom>
              <a:avLst/>
              <a:pathLst>
                <a:path w="6464" h="167042">
                  <a:moveTo>
                    <a:pt x="0" y="0"/>
                  </a:moveTo>
                  <a:lnTo>
                    <a:pt x="6464" y="1670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4283" y="2633189"/>
              <a:ext cx="6464" cy="167042"/>
            </a:xfrm>
            <a:custGeom>
              <a:avLst/>
              <a:pathLst>
                <a:path w="6464" h="167042">
                  <a:moveTo>
                    <a:pt x="0" y="0"/>
                  </a:moveTo>
                  <a:lnTo>
                    <a:pt x="6464" y="1670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4283" y="2633189"/>
              <a:ext cx="6464" cy="167042"/>
            </a:xfrm>
            <a:custGeom>
              <a:avLst/>
              <a:pathLst>
                <a:path w="6464" h="167042">
                  <a:moveTo>
                    <a:pt x="0" y="0"/>
                  </a:moveTo>
                  <a:lnTo>
                    <a:pt x="6464" y="1670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4283" y="2633189"/>
              <a:ext cx="6464" cy="167042"/>
            </a:xfrm>
            <a:custGeom>
              <a:avLst/>
              <a:pathLst>
                <a:path w="6464" h="167042">
                  <a:moveTo>
                    <a:pt x="0" y="0"/>
                  </a:moveTo>
                  <a:lnTo>
                    <a:pt x="6464" y="1670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84283" y="2633189"/>
              <a:ext cx="6464" cy="167042"/>
            </a:xfrm>
            <a:custGeom>
              <a:avLst/>
              <a:pathLst>
                <a:path w="6464" h="167042">
                  <a:moveTo>
                    <a:pt x="0" y="0"/>
                  </a:moveTo>
                  <a:lnTo>
                    <a:pt x="6464" y="1670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84283" y="2633189"/>
              <a:ext cx="6464" cy="167042"/>
            </a:xfrm>
            <a:custGeom>
              <a:avLst/>
              <a:pathLst>
                <a:path w="6464" h="167042">
                  <a:moveTo>
                    <a:pt x="0" y="0"/>
                  </a:moveTo>
                  <a:lnTo>
                    <a:pt x="6464" y="1670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84283" y="2633189"/>
              <a:ext cx="6464" cy="167042"/>
            </a:xfrm>
            <a:custGeom>
              <a:avLst/>
              <a:pathLst>
                <a:path w="6464" h="167042">
                  <a:moveTo>
                    <a:pt x="0" y="0"/>
                  </a:moveTo>
                  <a:lnTo>
                    <a:pt x="6464" y="167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84283" y="2633189"/>
              <a:ext cx="6464" cy="167042"/>
            </a:xfrm>
            <a:custGeom>
              <a:avLst/>
              <a:pathLst>
                <a:path w="6464" h="167042">
                  <a:moveTo>
                    <a:pt x="0" y="0"/>
                  </a:moveTo>
                  <a:lnTo>
                    <a:pt x="6464" y="167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84283" y="2633189"/>
              <a:ext cx="6464" cy="167042"/>
            </a:xfrm>
            <a:custGeom>
              <a:avLst/>
              <a:pathLst>
                <a:path w="6464" h="167042">
                  <a:moveTo>
                    <a:pt x="0" y="0"/>
                  </a:moveTo>
                  <a:lnTo>
                    <a:pt x="6464" y="167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84283" y="2633189"/>
              <a:ext cx="6464" cy="167042"/>
            </a:xfrm>
            <a:custGeom>
              <a:avLst/>
              <a:pathLst>
                <a:path w="6464" h="167042">
                  <a:moveTo>
                    <a:pt x="0" y="0"/>
                  </a:moveTo>
                  <a:lnTo>
                    <a:pt x="6464" y="167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84283" y="2633189"/>
              <a:ext cx="6464" cy="167042"/>
            </a:xfrm>
            <a:custGeom>
              <a:avLst/>
              <a:pathLst>
                <a:path w="6464" h="167042">
                  <a:moveTo>
                    <a:pt x="0" y="0"/>
                  </a:moveTo>
                  <a:lnTo>
                    <a:pt x="6464" y="1670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84283" y="2633189"/>
              <a:ext cx="6464" cy="167042"/>
            </a:xfrm>
            <a:custGeom>
              <a:avLst/>
              <a:pathLst>
                <a:path w="6464" h="167042">
                  <a:moveTo>
                    <a:pt x="0" y="0"/>
                  </a:moveTo>
                  <a:lnTo>
                    <a:pt x="6464" y="1670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423593" y="2633189"/>
              <a:ext cx="334309" cy="334209"/>
            </a:xfrm>
            <a:custGeom>
              <a:avLst/>
              <a:pathLst>
                <a:path w="334309" h="334209">
                  <a:moveTo>
                    <a:pt x="160689" y="0"/>
                  </a:moveTo>
                  <a:lnTo>
                    <a:pt x="155405" y="288"/>
                  </a:lnTo>
                  <a:lnTo>
                    <a:pt x="150132" y="743"/>
                  </a:lnTo>
                  <a:lnTo>
                    <a:pt x="144876" y="1366"/>
                  </a:lnTo>
                  <a:lnTo>
                    <a:pt x="139643" y="2154"/>
                  </a:lnTo>
                  <a:lnTo>
                    <a:pt x="134437" y="3107"/>
                  </a:lnTo>
                  <a:lnTo>
                    <a:pt x="129264" y="4225"/>
                  </a:lnTo>
                  <a:lnTo>
                    <a:pt x="124129" y="5506"/>
                  </a:lnTo>
                  <a:lnTo>
                    <a:pt x="119037" y="6949"/>
                  </a:lnTo>
                  <a:lnTo>
                    <a:pt x="113993" y="8553"/>
                  </a:lnTo>
                  <a:lnTo>
                    <a:pt x="109003" y="10315"/>
                  </a:lnTo>
                  <a:lnTo>
                    <a:pt x="104070" y="12234"/>
                  </a:lnTo>
                  <a:lnTo>
                    <a:pt x="99202" y="14309"/>
                  </a:lnTo>
                  <a:lnTo>
                    <a:pt x="94401" y="16536"/>
                  </a:lnTo>
                  <a:lnTo>
                    <a:pt x="89673" y="18915"/>
                  </a:lnTo>
                  <a:lnTo>
                    <a:pt x="85023" y="21442"/>
                  </a:lnTo>
                  <a:lnTo>
                    <a:pt x="80455" y="24115"/>
                  </a:lnTo>
                  <a:lnTo>
                    <a:pt x="75974" y="26931"/>
                  </a:lnTo>
                  <a:lnTo>
                    <a:pt x="71584" y="29887"/>
                  </a:lnTo>
                  <a:lnTo>
                    <a:pt x="67290" y="32982"/>
                  </a:lnTo>
                  <a:lnTo>
                    <a:pt x="63097" y="36210"/>
                  </a:lnTo>
                  <a:lnTo>
                    <a:pt x="59007" y="39570"/>
                  </a:lnTo>
                  <a:lnTo>
                    <a:pt x="55026" y="43057"/>
                  </a:lnTo>
                  <a:lnTo>
                    <a:pt x="51158" y="46668"/>
                  </a:lnTo>
                  <a:lnTo>
                    <a:pt x="47405" y="50401"/>
                  </a:lnTo>
                  <a:lnTo>
                    <a:pt x="43773" y="54250"/>
                  </a:lnTo>
                  <a:lnTo>
                    <a:pt x="40264" y="58212"/>
                  </a:lnTo>
                  <a:lnTo>
                    <a:pt x="36883" y="62283"/>
                  </a:lnTo>
                  <a:lnTo>
                    <a:pt x="33632" y="66460"/>
                  </a:lnTo>
                  <a:lnTo>
                    <a:pt x="30515" y="70737"/>
                  </a:lnTo>
                  <a:lnTo>
                    <a:pt x="27535" y="75111"/>
                  </a:lnTo>
                  <a:lnTo>
                    <a:pt x="24694" y="79576"/>
                  </a:lnTo>
                  <a:lnTo>
                    <a:pt x="21997" y="84130"/>
                  </a:lnTo>
                  <a:lnTo>
                    <a:pt x="19445" y="88766"/>
                  </a:lnTo>
                  <a:lnTo>
                    <a:pt x="17041" y="93482"/>
                  </a:lnTo>
                  <a:lnTo>
                    <a:pt x="14788" y="98270"/>
                  </a:lnTo>
                  <a:lnTo>
                    <a:pt x="12687" y="103128"/>
                  </a:lnTo>
                  <a:lnTo>
                    <a:pt x="10742" y="108050"/>
                  </a:lnTo>
                  <a:lnTo>
                    <a:pt x="8953" y="113031"/>
                  </a:lnTo>
                  <a:lnTo>
                    <a:pt x="7322" y="118066"/>
                  </a:lnTo>
                  <a:lnTo>
                    <a:pt x="5852" y="123150"/>
                  </a:lnTo>
                  <a:lnTo>
                    <a:pt x="4543" y="128278"/>
                  </a:lnTo>
                  <a:lnTo>
                    <a:pt x="3398" y="133445"/>
                  </a:lnTo>
                  <a:lnTo>
                    <a:pt x="2416" y="138646"/>
                  </a:lnTo>
                  <a:lnTo>
                    <a:pt x="1600" y="143875"/>
                  </a:lnTo>
                  <a:lnTo>
                    <a:pt x="949" y="149127"/>
                  </a:lnTo>
                  <a:lnTo>
                    <a:pt x="466" y="154397"/>
                  </a:lnTo>
                  <a:lnTo>
                    <a:pt x="149" y="159680"/>
                  </a:lnTo>
                  <a:lnTo>
                    <a:pt x="0" y="164971"/>
                  </a:lnTo>
                  <a:lnTo>
                    <a:pt x="18" y="170263"/>
                  </a:lnTo>
                  <a:lnTo>
                    <a:pt x="203" y="175552"/>
                  </a:lnTo>
                  <a:lnTo>
                    <a:pt x="557" y="180833"/>
                  </a:lnTo>
                  <a:lnTo>
                    <a:pt x="1077" y="186100"/>
                  </a:lnTo>
                  <a:lnTo>
                    <a:pt x="1763" y="191347"/>
                  </a:lnTo>
                  <a:lnTo>
                    <a:pt x="2615" y="196571"/>
                  </a:lnTo>
                  <a:lnTo>
                    <a:pt x="3633" y="201765"/>
                  </a:lnTo>
                  <a:lnTo>
                    <a:pt x="4814" y="206924"/>
                  </a:lnTo>
                  <a:lnTo>
                    <a:pt x="6158" y="212043"/>
                  </a:lnTo>
                  <a:lnTo>
                    <a:pt x="7663" y="217116"/>
                  </a:lnTo>
                  <a:lnTo>
                    <a:pt x="9328" y="222140"/>
                  </a:lnTo>
                  <a:lnTo>
                    <a:pt x="11151" y="227109"/>
                  </a:lnTo>
                  <a:lnTo>
                    <a:pt x="13131" y="232017"/>
                  </a:lnTo>
                  <a:lnTo>
                    <a:pt x="15265" y="236860"/>
                  </a:lnTo>
                  <a:lnTo>
                    <a:pt x="17551" y="241633"/>
                  </a:lnTo>
                  <a:lnTo>
                    <a:pt x="19987" y="246332"/>
                  </a:lnTo>
                  <a:lnTo>
                    <a:pt x="22571" y="250950"/>
                  </a:lnTo>
                  <a:lnTo>
                    <a:pt x="25300" y="255485"/>
                  </a:lnTo>
                  <a:lnTo>
                    <a:pt x="28170" y="259931"/>
                  </a:lnTo>
                  <a:lnTo>
                    <a:pt x="31180" y="264285"/>
                  </a:lnTo>
                  <a:lnTo>
                    <a:pt x="34327" y="268540"/>
                  </a:lnTo>
                  <a:lnTo>
                    <a:pt x="37606" y="272694"/>
                  </a:lnTo>
                  <a:lnTo>
                    <a:pt x="41016" y="276742"/>
                  </a:lnTo>
                  <a:lnTo>
                    <a:pt x="44552" y="280680"/>
                  </a:lnTo>
                  <a:lnTo>
                    <a:pt x="48210" y="284504"/>
                  </a:lnTo>
                  <a:lnTo>
                    <a:pt x="51988" y="288210"/>
                  </a:lnTo>
                  <a:lnTo>
                    <a:pt x="55882" y="291795"/>
                  </a:lnTo>
                  <a:lnTo>
                    <a:pt x="59887" y="295255"/>
                  </a:lnTo>
                  <a:lnTo>
                    <a:pt x="63999" y="298587"/>
                  </a:lnTo>
                  <a:lnTo>
                    <a:pt x="68215" y="301786"/>
                  </a:lnTo>
                  <a:lnTo>
                    <a:pt x="72530" y="304850"/>
                  </a:lnTo>
                  <a:lnTo>
                    <a:pt x="76940" y="307777"/>
                  </a:lnTo>
                  <a:lnTo>
                    <a:pt x="81440" y="310562"/>
                  </a:lnTo>
                  <a:lnTo>
                    <a:pt x="86026" y="313203"/>
                  </a:lnTo>
                  <a:lnTo>
                    <a:pt x="90694" y="315698"/>
                  </a:lnTo>
                  <a:lnTo>
                    <a:pt x="95438" y="318044"/>
                  </a:lnTo>
                  <a:lnTo>
                    <a:pt x="100254" y="320239"/>
                  </a:lnTo>
                  <a:lnTo>
                    <a:pt x="105137" y="322280"/>
                  </a:lnTo>
                  <a:lnTo>
                    <a:pt x="110082" y="324165"/>
                  </a:lnTo>
                  <a:lnTo>
                    <a:pt x="115085" y="325893"/>
                  </a:lnTo>
                  <a:lnTo>
                    <a:pt x="120139" y="327462"/>
                  </a:lnTo>
                  <a:lnTo>
                    <a:pt x="125241" y="328870"/>
                  </a:lnTo>
                  <a:lnTo>
                    <a:pt x="130385" y="330115"/>
                  </a:lnTo>
                  <a:lnTo>
                    <a:pt x="135565" y="331198"/>
                  </a:lnTo>
                  <a:lnTo>
                    <a:pt x="140778" y="332115"/>
                  </a:lnTo>
                  <a:lnTo>
                    <a:pt x="146016" y="332868"/>
                  </a:lnTo>
                  <a:lnTo>
                    <a:pt x="151276" y="333454"/>
                  </a:lnTo>
                  <a:lnTo>
                    <a:pt x="156552" y="333873"/>
                  </a:lnTo>
                  <a:lnTo>
                    <a:pt x="161838" y="334125"/>
                  </a:lnTo>
                  <a:lnTo>
                    <a:pt x="167130" y="334209"/>
                  </a:lnTo>
                  <a:lnTo>
                    <a:pt x="172422" y="334126"/>
                  </a:lnTo>
                  <a:lnTo>
                    <a:pt x="177709" y="333876"/>
                  </a:lnTo>
                  <a:lnTo>
                    <a:pt x="182984" y="333458"/>
                  </a:lnTo>
                  <a:lnTo>
                    <a:pt x="188245" y="332874"/>
                  </a:lnTo>
                  <a:lnTo>
                    <a:pt x="193483" y="332123"/>
                  </a:lnTo>
                  <a:lnTo>
                    <a:pt x="198696" y="331207"/>
                  </a:lnTo>
                  <a:lnTo>
                    <a:pt x="203877" y="330126"/>
                  </a:lnTo>
                  <a:lnTo>
                    <a:pt x="209021" y="328882"/>
                  </a:lnTo>
                  <a:lnTo>
                    <a:pt x="214123" y="327475"/>
                  </a:lnTo>
                  <a:lnTo>
                    <a:pt x="219178" y="325908"/>
                  </a:lnTo>
                  <a:lnTo>
                    <a:pt x="224181" y="324182"/>
                  </a:lnTo>
                  <a:lnTo>
                    <a:pt x="229127" y="322298"/>
                  </a:lnTo>
                  <a:lnTo>
                    <a:pt x="234011" y="320258"/>
                  </a:lnTo>
                  <a:lnTo>
                    <a:pt x="238827" y="318065"/>
                  </a:lnTo>
                  <a:lnTo>
                    <a:pt x="243572" y="315720"/>
                  </a:lnTo>
                  <a:lnTo>
                    <a:pt x="248240" y="313227"/>
                  </a:lnTo>
                  <a:lnTo>
                    <a:pt x="252827" y="310587"/>
                  </a:lnTo>
                  <a:lnTo>
                    <a:pt x="257328" y="307803"/>
                  </a:lnTo>
                  <a:lnTo>
                    <a:pt x="261739" y="304878"/>
                  </a:lnTo>
                  <a:lnTo>
                    <a:pt x="266055" y="301814"/>
                  </a:lnTo>
                  <a:lnTo>
                    <a:pt x="270272" y="298616"/>
                  </a:lnTo>
                  <a:lnTo>
                    <a:pt x="274385" y="295286"/>
                  </a:lnTo>
                  <a:lnTo>
                    <a:pt x="278391" y="291827"/>
                  </a:lnTo>
                  <a:lnTo>
                    <a:pt x="282285" y="288243"/>
                  </a:lnTo>
                  <a:lnTo>
                    <a:pt x="286064" y="284538"/>
                  </a:lnTo>
                  <a:lnTo>
                    <a:pt x="289724" y="280715"/>
                  </a:lnTo>
                  <a:lnTo>
                    <a:pt x="293261" y="276778"/>
                  </a:lnTo>
                  <a:lnTo>
                    <a:pt x="296672" y="272731"/>
                  </a:lnTo>
                  <a:lnTo>
                    <a:pt x="299952" y="268578"/>
                  </a:lnTo>
                  <a:lnTo>
                    <a:pt x="303100" y="264323"/>
                  </a:lnTo>
                  <a:lnTo>
                    <a:pt x="306111" y="259971"/>
                  </a:lnTo>
                  <a:lnTo>
                    <a:pt x="308983" y="255526"/>
                  </a:lnTo>
                  <a:lnTo>
                    <a:pt x="311713" y="250992"/>
                  </a:lnTo>
                  <a:lnTo>
                    <a:pt x="314298" y="246374"/>
                  </a:lnTo>
                  <a:lnTo>
                    <a:pt x="316736" y="241676"/>
                  </a:lnTo>
                  <a:lnTo>
                    <a:pt x="319024" y="236903"/>
                  </a:lnTo>
                  <a:lnTo>
                    <a:pt x="321159" y="232061"/>
                  </a:lnTo>
                  <a:lnTo>
                    <a:pt x="323140" y="227153"/>
                  </a:lnTo>
                  <a:lnTo>
                    <a:pt x="324965" y="222185"/>
                  </a:lnTo>
                  <a:lnTo>
                    <a:pt x="326631" y="217162"/>
                  </a:lnTo>
                  <a:lnTo>
                    <a:pt x="328138" y="212089"/>
                  </a:lnTo>
                  <a:lnTo>
                    <a:pt x="329483" y="206970"/>
                  </a:lnTo>
                  <a:lnTo>
                    <a:pt x="330666" y="201811"/>
                  </a:lnTo>
                  <a:lnTo>
                    <a:pt x="331684" y="196618"/>
                  </a:lnTo>
                  <a:lnTo>
                    <a:pt x="332538" y="191395"/>
                  </a:lnTo>
                  <a:lnTo>
                    <a:pt x="333226" y="186147"/>
                  </a:lnTo>
                  <a:lnTo>
                    <a:pt x="333748" y="180880"/>
                  </a:lnTo>
                  <a:lnTo>
                    <a:pt x="334102" y="175600"/>
                  </a:lnTo>
                  <a:lnTo>
                    <a:pt x="334290" y="170311"/>
                  </a:lnTo>
                  <a:lnTo>
                    <a:pt x="334309" y="165018"/>
                  </a:lnTo>
                  <a:lnTo>
                    <a:pt x="334161" y="159728"/>
                  </a:lnTo>
                  <a:lnTo>
                    <a:pt x="333846" y="154445"/>
                  </a:lnTo>
                  <a:lnTo>
                    <a:pt x="333364" y="149174"/>
                  </a:lnTo>
                  <a:lnTo>
                    <a:pt x="332715" y="143922"/>
                  </a:lnTo>
                  <a:lnTo>
                    <a:pt x="331900" y="138693"/>
                  </a:lnTo>
                  <a:lnTo>
                    <a:pt x="330920" y="133492"/>
                  </a:lnTo>
                  <a:lnTo>
                    <a:pt x="329776" y="128324"/>
                  </a:lnTo>
                  <a:lnTo>
                    <a:pt x="328469" y="123196"/>
                  </a:lnTo>
                  <a:lnTo>
                    <a:pt x="327000" y="118111"/>
                  </a:lnTo>
                  <a:lnTo>
                    <a:pt x="325371" y="113076"/>
                  </a:lnTo>
                  <a:lnTo>
                    <a:pt x="323583" y="108094"/>
                  </a:lnTo>
                  <a:lnTo>
                    <a:pt x="321639" y="103172"/>
                  </a:lnTo>
                  <a:lnTo>
                    <a:pt x="319540" y="98314"/>
                  </a:lnTo>
                  <a:lnTo>
                    <a:pt x="317288" y="93524"/>
                  </a:lnTo>
                  <a:lnTo>
                    <a:pt x="314885" y="88809"/>
                  </a:lnTo>
                  <a:lnTo>
                    <a:pt x="312335" y="84171"/>
                  </a:lnTo>
                  <a:lnTo>
                    <a:pt x="309639" y="79617"/>
                  </a:lnTo>
                  <a:lnTo>
                    <a:pt x="306800" y="75150"/>
                  </a:lnTo>
                  <a:lnTo>
                    <a:pt x="303821" y="70776"/>
                  </a:lnTo>
                  <a:lnTo>
                    <a:pt x="300705" y="66498"/>
                  </a:lnTo>
                  <a:lnTo>
                    <a:pt x="297455" y="62321"/>
                  </a:lnTo>
                  <a:lnTo>
                    <a:pt x="294075" y="58248"/>
                  </a:lnTo>
                  <a:lnTo>
                    <a:pt x="290568" y="54285"/>
                  </a:lnTo>
                  <a:lnTo>
                    <a:pt x="286936" y="50435"/>
                  </a:lnTo>
                  <a:lnTo>
                    <a:pt x="167154" y="1670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90748" y="2633064"/>
              <a:ext cx="119782" cy="167167"/>
            </a:xfrm>
            <a:custGeom>
              <a:avLst/>
              <a:pathLst>
                <a:path w="119782" h="167167">
                  <a:moveTo>
                    <a:pt x="119782" y="50560"/>
                  </a:moveTo>
                  <a:lnTo>
                    <a:pt x="115835" y="46638"/>
                  </a:lnTo>
                  <a:lnTo>
                    <a:pt x="111760" y="42850"/>
                  </a:lnTo>
                  <a:lnTo>
                    <a:pt x="107561" y="39200"/>
                  </a:lnTo>
                  <a:lnTo>
                    <a:pt x="103243" y="35691"/>
                  </a:lnTo>
                  <a:lnTo>
                    <a:pt x="98810" y="32328"/>
                  </a:lnTo>
                  <a:lnTo>
                    <a:pt x="94268" y="29115"/>
                  </a:lnTo>
                  <a:lnTo>
                    <a:pt x="89622" y="26054"/>
                  </a:lnTo>
                  <a:lnTo>
                    <a:pt x="84876" y="23150"/>
                  </a:lnTo>
                  <a:lnTo>
                    <a:pt x="80037" y="20405"/>
                  </a:lnTo>
                  <a:lnTo>
                    <a:pt x="75108" y="17823"/>
                  </a:lnTo>
                  <a:lnTo>
                    <a:pt x="70097" y="15406"/>
                  </a:lnTo>
                  <a:lnTo>
                    <a:pt x="65007" y="13157"/>
                  </a:lnTo>
                  <a:lnTo>
                    <a:pt x="59846" y="11079"/>
                  </a:lnTo>
                  <a:lnTo>
                    <a:pt x="54619" y="9174"/>
                  </a:lnTo>
                  <a:lnTo>
                    <a:pt x="49331" y="7444"/>
                  </a:lnTo>
                  <a:lnTo>
                    <a:pt x="43988" y="5891"/>
                  </a:lnTo>
                  <a:lnTo>
                    <a:pt x="38597" y="4516"/>
                  </a:lnTo>
                  <a:lnTo>
                    <a:pt x="33163" y="3322"/>
                  </a:lnTo>
                  <a:lnTo>
                    <a:pt x="27692" y="2309"/>
                  </a:lnTo>
                  <a:lnTo>
                    <a:pt x="22190" y="1479"/>
                  </a:lnTo>
                  <a:lnTo>
                    <a:pt x="16664" y="832"/>
                  </a:lnTo>
                  <a:lnTo>
                    <a:pt x="11119" y="370"/>
                  </a:lnTo>
                  <a:lnTo>
                    <a:pt x="5563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2044" y="3170392"/>
              <a:ext cx="23935" cy="167167"/>
            </a:xfrm>
            <a:custGeom>
              <a:avLst/>
              <a:pathLst>
                <a:path w="23935" h="167167">
                  <a:moveTo>
                    <a:pt x="23935" y="0"/>
                  </a:moveTo>
                  <a:lnTo>
                    <a:pt x="15932" y="191"/>
                  </a:lnTo>
                  <a:lnTo>
                    <a:pt x="7948" y="766"/>
                  </a:lnTo>
                  <a:lnTo>
                    <a:pt x="0" y="1722"/>
                  </a:lnTo>
                  <a:lnTo>
                    <a:pt x="2393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2044" y="3172115"/>
              <a:ext cx="23935" cy="165444"/>
            </a:xfrm>
            <a:custGeom>
              <a:avLst/>
              <a:pathLst>
                <a:path w="23935" h="165444">
                  <a:moveTo>
                    <a:pt x="0" y="0"/>
                  </a:moveTo>
                  <a:lnTo>
                    <a:pt x="23935" y="1654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2044" y="3172115"/>
              <a:ext cx="23935" cy="165444"/>
            </a:xfrm>
            <a:custGeom>
              <a:avLst/>
              <a:pathLst>
                <a:path w="23935" h="165444">
                  <a:moveTo>
                    <a:pt x="0" y="0"/>
                  </a:moveTo>
                  <a:lnTo>
                    <a:pt x="23935" y="1654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02044" y="3172115"/>
              <a:ext cx="23935" cy="165444"/>
            </a:xfrm>
            <a:custGeom>
              <a:avLst/>
              <a:pathLst>
                <a:path w="23935" h="165444">
                  <a:moveTo>
                    <a:pt x="0" y="0"/>
                  </a:moveTo>
                  <a:lnTo>
                    <a:pt x="23935" y="16544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02044" y="3172115"/>
              <a:ext cx="23935" cy="165444"/>
            </a:xfrm>
            <a:custGeom>
              <a:avLst/>
              <a:pathLst>
                <a:path w="23935" h="165444">
                  <a:moveTo>
                    <a:pt x="0" y="0"/>
                  </a:moveTo>
                  <a:lnTo>
                    <a:pt x="23935" y="1654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02044" y="3172115"/>
              <a:ext cx="23935" cy="165444"/>
            </a:xfrm>
            <a:custGeom>
              <a:avLst/>
              <a:pathLst>
                <a:path w="23935" h="165444">
                  <a:moveTo>
                    <a:pt x="0" y="0"/>
                  </a:moveTo>
                  <a:lnTo>
                    <a:pt x="23935" y="1654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02044" y="3172115"/>
              <a:ext cx="23935" cy="165444"/>
            </a:xfrm>
            <a:custGeom>
              <a:avLst/>
              <a:pathLst>
                <a:path w="23935" h="165444">
                  <a:moveTo>
                    <a:pt x="0" y="0"/>
                  </a:moveTo>
                  <a:lnTo>
                    <a:pt x="23935" y="16544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02044" y="3172115"/>
              <a:ext cx="23935" cy="165444"/>
            </a:xfrm>
            <a:custGeom>
              <a:avLst/>
              <a:pathLst>
                <a:path w="23935" h="165444">
                  <a:moveTo>
                    <a:pt x="0" y="0"/>
                  </a:moveTo>
                  <a:lnTo>
                    <a:pt x="23935" y="1654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02044" y="3172115"/>
              <a:ext cx="23935" cy="165444"/>
            </a:xfrm>
            <a:custGeom>
              <a:avLst/>
              <a:pathLst>
                <a:path w="23935" h="165444">
                  <a:moveTo>
                    <a:pt x="0" y="0"/>
                  </a:moveTo>
                  <a:lnTo>
                    <a:pt x="23935" y="1654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02044" y="3172115"/>
              <a:ext cx="23935" cy="165444"/>
            </a:xfrm>
            <a:custGeom>
              <a:avLst/>
              <a:pathLst>
                <a:path w="23935" h="165444">
                  <a:moveTo>
                    <a:pt x="0" y="0"/>
                  </a:moveTo>
                  <a:lnTo>
                    <a:pt x="23935" y="1654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02044" y="3172115"/>
              <a:ext cx="23935" cy="165444"/>
            </a:xfrm>
            <a:custGeom>
              <a:avLst/>
              <a:pathLst>
                <a:path w="23935" h="165444">
                  <a:moveTo>
                    <a:pt x="0" y="0"/>
                  </a:moveTo>
                  <a:lnTo>
                    <a:pt x="23935" y="1654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02044" y="3172115"/>
              <a:ext cx="23935" cy="165444"/>
            </a:xfrm>
            <a:custGeom>
              <a:avLst/>
              <a:pathLst>
                <a:path w="23935" h="165444">
                  <a:moveTo>
                    <a:pt x="0" y="0"/>
                  </a:moveTo>
                  <a:lnTo>
                    <a:pt x="23935" y="16544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02044" y="3172115"/>
              <a:ext cx="23935" cy="165444"/>
            </a:xfrm>
            <a:custGeom>
              <a:avLst/>
              <a:pathLst>
                <a:path w="23935" h="165444">
                  <a:moveTo>
                    <a:pt x="0" y="0"/>
                  </a:moveTo>
                  <a:lnTo>
                    <a:pt x="23935" y="16544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358813" y="3172115"/>
              <a:ext cx="334325" cy="332604"/>
            </a:xfrm>
            <a:custGeom>
              <a:avLst/>
              <a:pathLst>
                <a:path w="334325" h="332604">
                  <a:moveTo>
                    <a:pt x="143231" y="0"/>
                  </a:moveTo>
                  <a:lnTo>
                    <a:pt x="138006" y="840"/>
                  </a:lnTo>
                  <a:lnTo>
                    <a:pt x="132811" y="1845"/>
                  </a:lnTo>
                  <a:lnTo>
                    <a:pt x="127650" y="3015"/>
                  </a:lnTo>
                  <a:lnTo>
                    <a:pt x="122529" y="4347"/>
                  </a:lnTo>
                  <a:lnTo>
                    <a:pt x="117452" y="5840"/>
                  </a:lnTo>
                  <a:lnTo>
                    <a:pt x="112426" y="7494"/>
                  </a:lnTo>
                  <a:lnTo>
                    <a:pt x="107454" y="9305"/>
                  </a:lnTo>
                  <a:lnTo>
                    <a:pt x="102542" y="11274"/>
                  </a:lnTo>
                  <a:lnTo>
                    <a:pt x="97695" y="13396"/>
                  </a:lnTo>
                  <a:lnTo>
                    <a:pt x="92917" y="15671"/>
                  </a:lnTo>
                  <a:lnTo>
                    <a:pt x="88214" y="18096"/>
                  </a:lnTo>
                  <a:lnTo>
                    <a:pt x="83590" y="20669"/>
                  </a:lnTo>
                  <a:lnTo>
                    <a:pt x="79049" y="23387"/>
                  </a:lnTo>
                  <a:lnTo>
                    <a:pt x="74597" y="26247"/>
                  </a:lnTo>
                  <a:lnTo>
                    <a:pt x="70238" y="29247"/>
                  </a:lnTo>
                  <a:lnTo>
                    <a:pt x="65976" y="32383"/>
                  </a:lnTo>
                  <a:lnTo>
                    <a:pt x="61815" y="35652"/>
                  </a:lnTo>
                  <a:lnTo>
                    <a:pt x="57760" y="39052"/>
                  </a:lnTo>
                  <a:lnTo>
                    <a:pt x="53814" y="42578"/>
                  </a:lnTo>
                  <a:lnTo>
                    <a:pt x="49982" y="46227"/>
                  </a:lnTo>
                  <a:lnTo>
                    <a:pt x="46268" y="49996"/>
                  </a:lnTo>
                  <a:lnTo>
                    <a:pt x="42674" y="53880"/>
                  </a:lnTo>
                  <a:lnTo>
                    <a:pt x="39205" y="57876"/>
                  </a:lnTo>
                  <a:lnTo>
                    <a:pt x="35865" y="61980"/>
                  </a:lnTo>
                  <a:lnTo>
                    <a:pt x="32656" y="66188"/>
                  </a:lnTo>
                  <a:lnTo>
                    <a:pt x="29582" y="70495"/>
                  </a:lnTo>
                  <a:lnTo>
                    <a:pt x="26646" y="74897"/>
                  </a:lnTo>
                  <a:lnTo>
                    <a:pt x="23850" y="79390"/>
                  </a:lnTo>
                  <a:lnTo>
                    <a:pt x="21198" y="83969"/>
                  </a:lnTo>
                  <a:lnTo>
                    <a:pt x="18693" y="88630"/>
                  </a:lnTo>
                  <a:lnTo>
                    <a:pt x="16336" y="93368"/>
                  </a:lnTo>
                  <a:lnTo>
                    <a:pt x="14130" y="98178"/>
                  </a:lnTo>
                  <a:lnTo>
                    <a:pt x="12078" y="103055"/>
                  </a:lnTo>
                  <a:lnTo>
                    <a:pt x="10181" y="107995"/>
                  </a:lnTo>
                  <a:lnTo>
                    <a:pt x="8441" y="112992"/>
                  </a:lnTo>
                  <a:lnTo>
                    <a:pt x="6860" y="118043"/>
                  </a:lnTo>
                  <a:lnTo>
                    <a:pt x="5440" y="123140"/>
                  </a:lnTo>
                  <a:lnTo>
                    <a:pt x="4182" y="128280"/>
                  </a:lnTo>
                  <a:lnTo>
                    <a:pt x="3088" y="133457"/>
                  </a:lnTo>
                  <a:lnTo>
                    <a:pt x="2158" y="138666"/>
                  </a:lnTo>
                  <a:lnTo>
                    <a:pt x="1393" y="143902"/>
                  </a:lnTo>
                  <a:lnTo>
                    <a:pt x="794" y="149160"/>
                  </a:lnTo>
                  <a:lnTo>
                    <a:pt x="362" y="154434"/>
                  </a:lnTo>
                  <a:lnTo>
                    <a:pt x="97" y="159719"/>
                  </a:lnTo>
                  <a:lnTo>
                    <a:pt x="0" y="165010"/>
                  </a:lnTo>
                  <a:lnTo>
                    <a:pt x="69" y="170301"/>
                  </a:lnTo>
                  <a:lnTo>
                    <a:pt x="307" y="175587"/>
                  </a:lnTo>
                  <a:lnTo>
                    <a:pt x="712" y="180863"/>
                  </a:lnTo>
                  <a:lnTo>
                    <a:pt x="1283" y="186124"/>
                  </a:lnTo>
                  <a:lnTo>
                    <a:pt x="2021" y="191364"/>
                  </a:lnTo>
                  <a:lnTo>
                    <a:pt x="2924" y="196578"/>
                  </a:lnTo>
                  <a:lnTo>
                    <a:pt x="3991" y="201761"/>
                  </a:lnTo>
                  <a:lnTo>
                    <a:pt x="5223" y="206907"/>
                  </a:lnTo>
                  <a:lnTo>
                    <a:pt x="6616" y="212012"/>
                  </a:lnTo>
                  <a:lnTo>
                    <a:pt x="8170" y="217070"/>
                  </a:lnTo>
                  <a:lnTo>
                    <a:pt x="9884" y="222077"/>
                  </a:lnTo>
                  <a:lnTo>
                    <a:pt x="11755" y="227026"/>
                  </a:lnTo>
                  <a:lnTo>
                    <a:pt x="13782" y="231914"/>
                  </a:lnTo>
                  <a:lnTo>
                    <a:pt x="15963" y="236736"/>
                  </a:lnTo>
                  <a:lnTo>
                    <a:pt x="18295" y="241486"/>
                  </a:lnTo>
                  <a:lnTo>
                    <a:pt x="20776" y="246159"/>
                  </a:lnTo>
                  <a:lnTo>
                    <a:pt x="23404" y="250752"/>
                  </a:lnTo>
                  <a:lnTo>
                    <a:pt x="26176" y="255260"/>
                  </a:lnTo>
                  <a:lnTo>
                    <a:pt x="29090" y="259677"/>
                  </a:lnTo>
                  <a:lnTo>
                    <a:pt x="32142" y="264000"/>
                  </a:lnTo>
                  <a:lnTo>
                    <a:pt x="35329" y="268224"/>
                  </a:lnTo>
                  <a:lnTo>
                    <a:pt x="38648" y="272346"/>
                  </a:lnTo>
                  <a:lnTo>
                    <a:pt x="42096" y="276360"/>
                  </a:lnTo>
                  <a:lnTo>
                    <a:pt x="45669" y="280263"/>
                  </a:lnTo>
                  <a:lnTo>
                    <a:pt x="49364" y="284051"/>
                  </a:lnTo>
                  <a:lnTo>
                    <a:pt x="53177" y="287720"/>
                  </a:lnTo>
                  <a:lnTo>
                    <a:pt x="57104" y="291267"/>
                  </a:lnTo>
                  <a:lnTo>
                    <a:pt x="61141" y="294687"/>
                  </a:lnTo>
                  <a:lnTo>
                    <a:pt x="65285" y="297978"/>
                  </a:lnTo>
                  <a:lnTo>
                    <a:pt x="69531" y="301136"/>
                  </a:lnTo>
                  <a:lnTo>
                    <a:pt x="73875" y="304159"/>
                  </a:lnTo>
                  <a:lnTo>
                    <a:pt x="78312" y="307042"/>
                  </a:lnTo>
                  <a:lnTo>
                    <a:pt x="82838" y="309783"/>
                  </a:lnTo>
                  <a:lnTo>
                    <a:pt x="87449" y="312380"/>
                  </a:lnTo>
                  <a:lnTo>
                    <a:pt x="92139" y="314829"/>
                  </a:lnTo>
                  <a:lnTo>
                    <a:pt x="96905" y="317129"/>
                  </a:lnTo>
                  <a:lnTo>
                    <a:pt x="101741" y="319277"/>
                  </a:lnTo>
                  <a:lnTo>
                    <a:pt x="106643" y="321271"/>
                  </a:lnTo>
                  <a:lnTo>
                    <a:pt x="111605" y="323108"/>
                  </a:lnTo>
                  <a:lnTo>
                    <a:pt x="116623" y="324788"/>
                  </a:lnTo>
                  <a:lnTo>
                    <a:pt x="121692" y="326308"/>
                  </a:lnTo>
                  <a:lnTo>
                    <a:pt x="126806" y="327666"/>
                  </a:lnTo>
                  <a:lnTo>
                    <a:pt x="131960" y="328863"/>
                  </a:lnTo>
                  <a:lnTo>
                    <a:pt x="137150" y="329895"/>
                  </a:lnTo>
                  <a:lnTo>
                    <a:pt x="142370" y="330763"/>
                  </a:lnTo>
                  <a:lnTo>
                    <a:pt x="147615" y="331465"/>
                  </a:lnTo>
                  <a:lnTo>
                    <a:pt x="152880" y="332000"/>
                  </a:lnTo>
                  <a:lnTo>
                    <a:pt x="158158" y="332369"/>
                  </a:lnTo>
                  <a:lnTo>
                    <a:pt x="163446" y="332570"/>
                  </a:lnTo>
                  <a:lnTo>
                    <a:pt x="168738" y="332604"/>
                  </a:lnTo>
                  <a:lnTo>
                    <a:pt x="174028" y="332471"/>
                  </a:lnTo>
                  <a:lnTo>
                    <a:pt x="179311" y="332170"/>
                  </a:lnTo>
                  <a:lnTo>
                    <a:pt x="184582" y="331702"/>
                  </a:lnTo>
                  <a:lnTo>
                    <a:pt x="189835" y="331068"/>
                  </a:lnTo>
                  <a:lnTo>
                    <a:pt x="195066" y="330267"/>
                  </a:lnTo>
                  <a:lnTo>
                    <a:pt x="200269" y="329302"/>
                  </a:lnTo>
                  <a:lnTo>
                    <a:pt x="205438" y="328172"/>
                  </a:lnTo>
                  <a:lnTo>
                    <a:pt x="210569" y="326879"/>
                  </a:lnTo>
                  <a:lnTo>
                    <a:pt x="215657" y="325424"/>
                  </a:lnTo>
                  <a:lnTo>
                    <a:pt x="220696" y="323810"/>
                  </a:lnTo>
                  <a:lnTo>
                    <a:pt x="225682" y="322036"/>
                  </a:lnTo>
                  <a:lnTo>
                    <a:pt x="230609" y="320105"/>
                  </a:lnTo>
                  <a:lnTo>
                    <a:pt x="235472" y="318020"/>
                  </a:lnTo>
                  <a:lnTo>
                    <a:pt x="240267" y="315782"/>
                  </a:lnTo>
                  <a:lnTo>
                    <a:pt x="244989" y="313393"/>
                  </a:lnTo>
                  <a:lnTo>
                    <a:pt x="249632" y="310855"/>
                  </a:lnTo>
                  <a:lnTo>
                    <a:pt x="254193" y="308172"/>
                  </a:lnTo>
                  <a:lnTo>
                    <a:pt x="258667" y="305346"/>
                  </a:lnTo>
                  <a:lnTo>
                    <a:pt x="263049" y="302380"/>
                  </a:lnTo>
                  <a:lnTo>
                    <a:pt x="267335" y="299277"/>
                  </a:lnTo>
                  <a:lnTo>
                    <a:pt x="271521" y="296039"/>
                  </a:lnTo>
                  <a:lnTo>
                    <a:pt x="275602" y="292671"/>
                  </a:lnTo>
                  <a:lnTo>
                    <a:pt x="279575" y="289175"/>
                  </a:lnTo>
                  <a:lnTo>
                    <a:pt x="283435" y="285556"/>
                  </a:lnTo>
                  <a:lnTo>
                    <a:pt x="287178" y="281815"/>
                  </a:lnTo>
                  <a:lnTo>
                    <a:pt x="290801" y="277959"/>
                  </a:lnTo>
                  <a:lnTo>
                    <a:pt x="294300" y="273989"/>
                  </a:lnTo>
                  <a:lnTo>
                    <a:pt x="297672" y="269911"/>
                  </a:lnTo>
                  <a:lnTo>
                    <a:pt x="300913" y="265728"/>
                  </a:lnTo>
                  <a:lnTo>
                    <a:pt x="304020" y="261445"/>
                  </a:lnTo>
                  <a:lnTo>
                    <a:pt x="306990" y="257065"/>
                  </a:lnTo>
                  <a:lnTo>
                    <a:pt x="309820" y="252594"/>
                  </a:lnTo>
                  <a:lnTo>
                    <a:pt x="312507" y="248035"/>
                  </a:lnTo>
                  <a:lnTo>
                    <a:pt x="315048" y="243393"/>
                  </a:lnTo>
                  <a:lnTo>
                    <a:pt x="317441" y="238674"/>
                  </a:lnTo>
                  <a:lnTo>
                    <a:pt x="319683" y="233881"/>
                  </a:lnTo>
                  <a:lnTo>
                    <a:pt x="321773" y="229019"/>
                  </a:lnTo>
                  <a:lnTo>
                    <a:pt x="323708" y="224094"/>
                  </a:lnTo>
                  <a:lnTo>
                    <a:pt x="325486" y="219110"/>
                  </a:lnTo>
                  <a:lnTo>
                    <a:pt x="327105" y="214072"/>
                  </a:lnTo>
                  <a:lnTo>
                    <a:pt x="328564" y="208986"/>
                  </a:lnTo>
                  <a:lnTo>
                    <a:pt x="329861" y="203855"/>
                  </a:lnTo>
                  <a:lnTo>
                    <a:pt x="330995" y="198687"/>
                  </a:lnTo>
                  <a:lnTo>
                    <a:pt x="331965" y="193485"/>
                  </a:lnTo>
                  <a:lnTo>
                    <a:pt x="332770" y="188255"/>
                  </a:lnTo>
                  <a:lnTo>
                    <a:pt x="333409" y="183002"/>
                  </a:lnTo>
                  <a:lnTo>
                    <a:pt x="333882" y="177731"/>
                  </a:lnTo>
                  <a:lnTo>
                    <a:pt x="334187" y="172449"/>
                  </a:lnTo>
                  <a:lnTo>
                    <a:pt x="334325" y="167159"/>
                  </a:lnTo>
                  <a:lnTo>
                    <a:pt x="334296" y="161867"/>
                  </a:lnTo>
                  <a:lnTo>
                    <a:pt x="334099" y="156579"/>
                  </a:lnTo>
                  <a:lnTo>
                    <a:pt x="333734" y="151300"/>
                  </a:lnTo>
                  <a:lnTo>
                    <a:pt x="333203" y="146035"/>
                  </a:lnTo>
                  <a:lnTo>
                    <a:pt x="332506" y="140790"/>
                  </a:lnTo>
                  <a:lnTo>
                    <a:pt x="331643" y="135569"/>
                  </a:lnTo>
                  <a:lnTo>
                    <a:pt x="330615" y="130378"/>
                  </a:lnTo>
                  <a:lnTo>
                    <a:pt x="329423" y="125223"/>
                  </a:lnTo>
                  <a:lnTo>
                    <a:pt x="328069" y="120107"/>
                  </a:lnTo>
                  <a:lnTo>
                    <a:pt x="326553" y="115037"/>
                  </a:lnTo>
                  <a:lnTo>
                    <a:pt x="324878" y="110018"/>
                  </a:lnTo>
                  <a:lnTo>
                    <a:pt x="323044" y="105054"/>
                  </a:lnTo>
                  <a:lnTo>
                    <a:pt x="321055" y="100151"/>
                  </a:lnTo>
                  <a:lnTo>
                    <a:pt x="318911" y="95313"/>
                  </a:lnTo>
                  <a:lnTo>
                    <a:pt x="316615" y="90545"/>
                  </a:lnTo>
                  <a:lnTo>
                    <a:pt x="314170" y="85852"/>
                  </a:lnTo>
                  <a:lnTo>
                    <a:pt x="311577" y="81240"/>
                  </a:lnTo>
                  <a:lnTo>
                    <a:pt x="308840" y="76711"/>
                  </a:lnTo>
                  <a:lnTo>
                    <a:pt x="305960" y="72271"/>
                  </a:lnTo>
                  <a:lnTo>
                    <a:pt x="302942" y="67925"/>
                  </a:lnTo>
                  <a:lnTo>
                    <a:pt x="299787" y="63677"/>
                  </a:lnTo>
                  <a:lnTo>
                    <a:pt x="296500" y="59530"/>
                  </a:lnTo>
                  <a:lnTo>
                    <a:pt x="293083" y="55490"/>
                  </a:lnTo>
                  <a:lnTo>
                    <a:pt x="289539" y="51559"/>
                  </a:lnTo>
                  <a:lnTo>
                    <a:pt x="285874" y="47743"/>
                  </a:lnTo>
                  <a:lnTo>
                    <a:pt x="282089" y="44045"/>
                  </a:lnTo>
                  <a:lnTo>
                    <a:pt x="167166" y="1654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25980" y="3170392"/>
              <a:ext cx="114922" cy="167167"/>
            </a:xfrm>
            <a:custGeom>
              <a:avLst/>
              <a:pathLst>
                <a:path w="114922" h="167167">
                  <a:moveTo>
                    <a:pt x="114922" y="45768"/>
                  </a:moveTo>
                  <a:lnTo>
                    <a:pt x="110859" y="42047"/>
                  </a:lnTo>
                  <a:lnTo>
                    <a:pt x="106676" y="38462"/>
                  </a:lnTo>
                  <a:lnTo>
                    <a:pt x="102378" y="35017"/>
                  </a:lnTo>
                  <a:lnTo>
                    <a:pt x="97968" y="31715"/>
                  </a:lnTo>
                  <a:lnTo>
                    <a:pt x="93451" y="28561"/>
                  </a:lnTo>
                  <a:lnTo>
                    <a:pt x="88833" y="25557"/>
                  </a:lnTo>
                  <a:lnTo>
                    <a:pt x="84119" y="22706"/>
                  </a:lnTo>
                  <a:lnTo>
                    <a:pt x="79313" y="20013"/>
                  </a:lnTo>
                  <a:lnTo>
                    <a:pt x="74421" y="17479"/>
                  </a:lnTo>
                  <a:lnTo>
                    <a:pt x="69449" y="15108"/>
                  </a:lnTo>
                  <a:lnTo>
                    <a:pt x="64401" y="12903"/>
                  </a:lnTo>
                  <a:lnTo>
                    <a:pt x="59282" y="10864"/>
                  </a:lnTo>
                  <a:lnTo>
                    <a:pt x="54100" y="8996"/>
                  </a:lnTo>
                  <a:lnTo>
                    <a:pt x="48859" y="7299"/>
                  </a:lnTo>
                  <a:lnTo>
                    <a:pt x="43565" y="5776"/>
                  </a:lnTo>
                  <a:lnTo>
                    <a:pt x="38223" y="4428"/>
                  </a:lnTo>
                  <a:lnTo>
                    <a:pt x="32840" y="3257"/>
                  </a:lnTo>
                  <a:lnTo>
                    <a:pt x="27421" y="2264"/>
                  </a:lnTo>
                  <a:lnTo>
                    <a:pt x="21973" y="1450"/>
                  </a:lnTo>
                  <a:lnTo>
                    <a:pt x="16500" y="816"/>
                  </a:lnTo>
                  <a:lnTo>
                    <a:pt x="11010" y="362"/>
                  </a:lnTo>
                  <a:lnTo>
                    <a:pt x="5508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4796" y="3707720"/>
              <a:ext cx="5952" cy="167167"/>
            </a:xfrm>
            <a:custGeom>
              <a:avLst/>
              <a:pathLst>
                <a:path w="5952" h="167167">
                  <a:moveTo>
                    <a:pt x="5952" y="0"/>
                  </a:moveTo>
                  <a:lnTo>
                    <a:pt x="0" y="105"/>
                  </a:lnTo>
                  <a:lnTo>
                    <a:pt x="595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4796" y="3707826"/>
              <a:ext cx="5952" cy="167061"/>
            </a:xfrm>
            <a:custGeom>
              <a:avLst/>
              <a:pathLst>
                <a:path w="5952" h="167061">
                  <a:moveTo>
                    <a:pt x="0" y="0"/>
                  </a:moveTo>
                  <a:lnTo>
                    <a:pt x="5952" y="1670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4796" y="3707826"/>
              <a:ext cx="5952" cy="167061"/>
            </a:xfrm>
            <a:custGeom>
              <a:avLst/>
              <a:pathLst>
                <a:path w="5952" h="167061">
                  <a:moveTo>
                    <a:pt x="0" y="0"/>
                  </a:moveTo>
                  <a:lnTo>
                    <a:pt x="5952" y="16706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4796" y="3707826"/>
              <a:ext cx="5952" cy="167061"/>
            </a:xfrm>
            <a:custGeom>
              <a:avLst/>
              <a:pathLst>
                <a:path w="5952" h="167061">
                  <a:moveTo>
                    <a:pt x="0" y="0"/>
                  </a:moveTo>
                  <a:lnTo>
                    <a:pt x="5952" y="1670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84796" y="3707826"/>
              <a:ext cx="5952" cy="167061"/>
            </a:xfrm>
            <a:custGeom>
              <a:avLst/>
              <a:pathLst>
                <a:path w="5952" h="167061">
                  <a:moveTo>
                    <a:pt x="0" y="0"/>
                  </a:moveTo>
                  <a:lnTo>
                    <a:pt x="5952" y="1670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84796" y="3707826"/>
              <a:ext cx="5952" cy="167061"/>
            </a:xfrm>
            <a:custGeom>
              <a:avLst/>
              <a:pathLst>
                <a:path w="5952" h="167061">
                  <a:moveTo>
                    <a:pt x="0" y="0"/>
                  </a:moveTo>
                  <a:lnTo>
                    <a:pt x="5952" y="16706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84796" y="3707826"/>
              <a:ext cx="5952" cy="167061"/>
            </a:xfrm>
            <a:custGeom>
              <a:avLst/>
              <a:pathLst>
                <a:path w="5952" h="167061">
                  <a:moveTo>
                    <a:pt x="0" y="0"/>
                  </a:moveTo>
                  <a:lnTo>
                    <a:pt x="5952" y="1670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84796" y="3707826"/>
              <a:ext cx="5952" cy="167061"/>
            </a:xfrm>
            <a:custGeom>
              <a:avLst/>
              <a:pathLst>
                <a:path w="5952" h="167061">
                  <a:moveTo>
                    <a:pt x="0" y="0"/>
                  </a:moveTo>
                  <a:lnTo>
                    <a:pt x="5952" y="1670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84796" y="3707826"/>
              <a:ext cx="5952" cy="167061"/>
            </a:xfrm>
            <a:custGeom>
              <a:avLst/>
              <a:pathLst>
                <a:path w="5952" h="167061">
                  <a:moveTo>
                    <a:pt x="0" y="0"/>
                  </a:moveTo>
                  <a:lnTo>
                    <a:pt x="5952" y="1670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84796" y="3707826"/>
              <a:ext cx="5952" cy="167061"/>
            </a:xfrm>
            <a:custGeom>
              <a:avLst/>
              <a:pathLst>
                <a:path w="5952" h="167061">
                  <a:moveTo>
                    <a:pt x="0" y="0"/>
                  </a:moveTo>
                  <a:lnTo>
                    <a:pt x="5952" y="1670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84796" y="3707826"/>
              <a:ext cx="5952" cy="167061"/>
            </a:xfrm>
            <a:custGeom>
              <a:avLst/>
              <a:pathLst>
                <a:path w="5952" h="167061">
                  <a:moveTo>
                    <a:pt x="0" y="0"/>
                  </a:moveTo>
                  <a:lnTo>
                    <a:pt x="5952" y="16706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84796" y="3707826"/>
              <a:ext cx="5952" cy="167061"/>
            </a:xfrm>
            <a:custGeom>
              <a:avLst/>
              <a:pathLst>
                <a:path w="5952" h="167061">
                  <a:moveTo>
                    <a:pt x="0" y="0"/>
                  </a:moveTo>
                  <a:lnTo>
                    <a:pt x="5952" y="16706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423600" y="3707826"/>
              <a:ext cx="334313" cy="334226"/>
            </a:xfrm>
            <a:custGeom>
              <a:avLst/>
              <a:pathLst>
                <a:path w="334313" h="334226">
                  <a:moveTo>
                    <a:pt x="161196" y="0"/>
                  </a:moveTo>
                  <a:lnTo>
                    <a:pt x="155914" y="271"/>
                  </a:lnTo>
                  <a:lnTo>
                    <a:pt x="150644" y="710"/>
                  </a:lnTo>
                  <a:lnTo>
                    <a:pt x="145390" y="1315"/>
                  </a:lnTo>
                  <a:lnTo>
                    <a:pt x="140158" y="2087"/>
                  </a:lnTo>
                  <a:lnTo>
                    <a:pt x="134953" y="3023"/>
                  </a:lnTo>
                  <a:lnTo>
                    <a:pt x="129781" y="4123"/>
                  </a:lnTo>
                  <a:lnTo>
                    <a:pt x="124645" y="5387"/>
                  </a:lnTo>
                  <a:lnTo>
                    <a:pt x="119552" y="6812"/>
                  </a:lnTo>
                  <a:lnTo>
                    <a:pt x="114507" y="8398"/>
                  </a:lnTo>
                  <a:lnTo>
                    <a:pt x="109515" y="10143"/>
                  </a:lnTo>
                  <a:lnTo>
                    <a:pt x="104580" y="12044"/>
                  </a:lnTo>
                  <a:lnTo>
                    <a:pt x="99708" y="14101"/>
                  </a:lnTo>
                  <a:lnTo>
                    <a:pt x="94903" y="16311"/>
                  </a:lnTo>
                  <a:lnTo>
                    <a:pt x="90171" y="18671"/>
                  </a:lnTo>
                  <a:lnTo>
                    <a:pt x="85515" y="21181"/>
                  </a:lnTo>
                  <a:lnTo>
                    <a:pt x="80942" y="23836"/>
                  </a:lnTo>
                  <a:lnTo>
                    <a:pt x="76454" y="26634"/>
                  </a:lnTo>
                  <a:lnTo>
                    <a:pt x="72058" y="29574"/>
                  </a:lnTo>
                  <a:lnTo>
                    <a:pt x="67756" y="32650"/>
                  </a:lnTo>
                  <a:lnTo>
                    <a:pt x="63554" y="35862"/>
                  </a:lnTo>
                  <a:lnTo>
                    <a:pt x="59456" y="39204"/>
                  </a:lnTo>
                  <a:lnTo>
                    <a:pt x="55466" y="42675"/>
                  </a:lnTo>
                  <a:lnTo>
                    <a:pt x="51587" y="46270"/>
                  </a:lnTo>
                  <a:lnTo>
                    <a:pt x="47824" y="49985"/>
                  </a:lnTo>
                  <a:lnTo>
                    <a:pt x="44180" y="53819"/>
                  </a:lnTo>
                  <a:lnTo>
                    <a:pt x="40660" y="57765"/>
                  </a:lnTo>
                  <a:lnTo>
                    <a:pt x="37266" y="61821"/>
                  </a:lnTo>
                  <a:lnTo>
                    <a:pt x="34002" y="65982"/>
                  </a:lnTo>
                  <a:lnTo>
                    <a:pt x="30871" y="70244"/>
                  </a:lnTo>
                  <a:lnTo>
                    <a:pt x="27877" y="74603"/>
                  </a:lnTo>
                  <a:lnTo>
                    <a:pt x="25022" y="79055"/>
                  </a:lnTo>
                  <a:lnTo>
                    <a:pt x="22309" y="83595"/>
                  </a:lnTo>
                  <a:lnTo>
                    <a:pt x="19741" y="88218"/>
                  </a:lnTo>
                  <a:lnTo>
                    <a:pt x="17321" y="92920"/>
                  </a:lnTo>
                  <a:lnTo>
                    <a:pt x="15051" y="97697"/>
                  </a:lnTo>
                  <a:lnTo>
                    <a:pt x="12933" y="102543"/>
                  </a:lnTo>
                  <a:lnTo>
                    <a:pt x="10969" y="107453"/>
                  </a:lnTo>
                  <a:lnTo>
                    <a:pt x="9162" y="112423"/>
                  </a:lnTo>
                  <a:lnTo>
                    <a:pt x="7512" y="117448"/>
                  </a:lnTo>
                  <a:lnTo>
                    <a:pt x="6023" y="122523"/>
                  </a:lnTo>
                  <a:lnTo>
                    <a:pt x="4695" y="127642"/>
                  </a:lnTo>
                  <a:lnTo>
                    <a:pt x="3529" y="132800"/>
                  </a:lnTo>
                  <a:lnTo>
                    <a:pt x="2527" y="137993"/>
                  </a:lnTo>
                  <a:lnTo>
                    <a:pt x="1690" y="143215"/>
                  </a:lnTo>
                  <a:lnTo>
                    <a:pt x="1019" y="148460"/>
                  </a:lnTo>
                  <a:lnTo>
                    <a:pt x="513" y="153725"/>
                  </a:lnTo>
                  <a:lnTo>
                    <a:pt x="175" y="159002"/>
                  </a:lnTo>
                  <a:lnTo>
                    <a:pt x="4" y="164288"/>
                  </a:lnTo>
                  <a:lnTo>
                    <a:pt x="0" y="169577"/>
                  </a:lnTo>
                  <a:lnTo>
                    <a:pt x="163" y="174863"/>
                  </a:lnTo>
                  <a:lnTo>
                    <a:pt x="493" y="180141"/>
                  </a:lnTo>
                  <a:lnTo>
                    <a:pt x="990" y="185406"/>
                  </a:lnTo>
                  <a:lnTo>
                    <a:pt x="1654" y="190653"/>
                  </a:lnTo>
                  <a:lnTo>
                    <a:pt x="2483" y="195876"/>
                  </a:lnTo>
                  <a:lnTo>
                    <a:pt x="3477" y="201070"/>
                  </a:lnTo>
                  <a:lnTo>
                    <a:pt x="4634" y="206230"/>
                  </a:lnTo>
                  <a:lnTo>
                    <a:pt x="5955" y="211351"/>
                  </a:lnTo>
                  <a:lnTo>
                    <a:pt x="7436" y="216428"/>
                  </a:lnTo>
                  <a:lnTo>
                    <a:pt x="9078" y="221455"/>
                  </a:lnTo>
                  <a:lnTo>
                    <a:pt x="10878" y="226428"/>
                  </a:lnTo>
                  <a:lnTo>
                    <a:pt x="12834" y="231342"/>
                  </a:lnTo>
                  <a:lnTo>
                    <a:pt x="14944" y="236191"/>
                  </a:lnTo>
                  <a:lnTo>
                    <a:pt x="17207" y="240971"/>
                  </a:lnTo>
                  <a:lnTo>
                    <a:pt x="19620" y="245677"/>
                  </a:lnTo>
                  <a:lnTo>
                    <a:pt x="22181" y="250304"/>
                  </a:lnTo>
                  <a:lnTo>
                    <a:pt x="24886" y="254848"/>
                  </a:lnTo>
                  <a:lnTo>
                    <a:pt x="27734" y="259304"/>
                  </a:lnTo>
                  <a:lnTo>
                    <a:pt x="30722" y="263668"/>
                  </a:lnTo>
                  <a:lnTo>
                    <a:pt x="33846" y="267935"/>
                  </a:lnTo>
                  <a:lnTo>
                    <a:pt x="37104" y="272101"/>
                  </a:lnTo>
                  <a:lnTo>
                    <a:pt x="40492" y="276162"/>
                  </a:lnTo>
                  <a:lnTo>
                    <a:pt x="44006" y="280114"/>
                  </a:lnTo>
                  <a:lnTo>
                    <a:pt x="47644" y="283953"/>
                  </a:lnTo>
                  <a:lnTo>
                    <a:pt x="51401" y="287674"/>
                  </a:lnTo>
                  <a:lnTo>
                    <a:pt x="55274" y="291275"/>
                  </a:lnTo>
                  <a:lnTo>
                    <a:pt x="59259" y="294752"/>
                  </a:lnTo>
                  <a:lnTo>
                    <a:pt x="63353" y="298101"/>
                  </a:lnTo>
                  <a:lnTo>
                    <a:pt x="67550" y="301319"/>
                  </a:lnTo>
                  <a:lnTo>
                    <a:pt x="71846" y="304402"/>
                  </a:lnTo>
                  <a:lnTo>
                    <a:pt x="76238" y="307348"/>
                  </a:lnTo>
                  <a:lnTo>
                    <a:pt x="80721" y="310153"/>
                  </a:lnTo>
                  <a:lnTo>
                    <a:pt x="85291" y="312815"/>
                  </a:lnTo>
                  <a:lnTo>
                    <a:pt x="89942" y="315332"/>
                  </a:lnTo>
                  <a:lnTo>
                    <a:pt x="94671" y="317700"/>
                  </a:lnTo>
                  <a:lnTo>
                    <a:pt x="99473" y="319917"/>
                  </a:lnTo>
                  <a:lnTo>
                    <a:pt x="104342" y="321981"/>
                  </a:lnTo>
                  <a:lnTo>
                    <a:pt x="109273" y="323890"/>
                  </a:lnTo>
                  <a:lnTo>
                    <a:pt x="114263" y="325643"/>
                  </a:lnTo>
                  <a:lnTo>
                    <a:pt x="119306" y="327236"/>
                  </a:lnTo>
                  <a:lnTo>
                    <a:pt x="124397" y="328669"/>
                  </a:lnTo>
                  <a:lnTo>
                    <a:pt x="129530" y="329941"/>
                  </a:lnTo>
                  <a:lnTo>
                    <a:pt x="134701" y="331049"/>
                  </a:lnTo>
                  <a:lnTo>
                    <a:pt x="139905" y="331994"/>
                  </a:lnTo>
                  <a:lnTo>
                    <a:pt x="145135" y="332773"/>
                  </a:lnTo>
                  <a:lnTo>
                    <a:pt x="150388" y="333386"/>
                  </a:lnTo>
                  <a:lnTo>
                    <a:pt x="155658" y="333833"/>
                  </a:lnTo>
                  <a:lnTo>
                    <a:pt x="160939" y="334113"/>
                  </a:lnTo>
                  <a:lnTo>
                    <a:pt x="166226" y="334226"/>
                  </a:lnTo>
                  <a:lnTo>
                    <a:pt x="171515" y="334171"/>
                  </a:lnTo>
                  <a:lnTo>
                    <a:pt x="176798" y="333950"/>
                  </a:lnTo>
                  <a:lnTo>
                    <a:pt x="182073" y="333561"/>
                  </a:lnTo>
                  <a:lnTo>
                    <a:pt x="187332" y="333005"/>
                  </a:lnTo>
                  <a:lnTo>
                    <a:pt x="192571" y="332284"/>
                  </a:lnTo>
                  <a:lnTo>
                    <a:pt x="197785" y="331397"/>
                  </a:lnTo>
                  <a:lnTo>
                    <a:pt x="202968" y="330346"/>
                  </a:lnTo>
                  <a:lnTo>
                    <a:pt x="208115" y="329131"/>
                  </a:lnTo>
                  <a:lnTo>
                    <a:pt x="213221" y="327754"/>
                  </a:lnTo>
                  <a:lnTo>
                    <a:pt x="218281" y="326216"/>
                  </a:lnTo>
                  <a:lnTo>
                    <a:pt x="223290" y="324519"/>
                  </a:lnTo>
                  <a:lnTo>
                    <a:pt x="228242" y="322664"/>
                  </a:lnTo>
                  <a:lnTo>
                    <a:pt x="233134" y="320654"/>
                  </a:lnTo>
                  <a:lnTo>
                    <a:pt x="237959" y="318490"/>
                  </a:lnTo>
                  <a:lnTo>
                    <a:pt x="242714" y="316174"/>
                  </a:lnTo>
                  <a:lnTo>
                    <a:pt x="247393" y="313709"/>
                  </a:lnTo>
                  <a:lnTo>
                    <a:pt x="251991" y="311098"/>
                  </a:lnTo>
                  <a:lnTo>
                    <a:pt x="256505" y="308342"/>
                  </a:lnTo>
                  <a:lnTo>
                    <a:pt x="260929" y="305444"/>
                  </a:lnTo>
                  <a:lnTo>
                    <a:pt x="265260" y="302409"/>
                  </a:lnTo>
                  <a:lnTo>
                    <a:pt x="269492" y="299237"/>
                  </a:lnTo>
                  <a:lnTo>
                    <a:pt x="273622" y="295934"/>
                  </a:lnTo>
                  <a:lnTo>
                    <a:pt x="277645" y="292501"/>
                  </a:lnTo>
                  <a:lnTo>
                    <a:pt x="281558" y="288943"/>
                  </a:lnTo>
                  <a:lnTo>
                    <a:pt x="285356" y="285263"/>
                  </a:lnTo>
                  <a:lnTo>
                    <a:pt x="289036" y="281465"/>
                  </a:lnTo>
                  <a:lnTo>
                    <a:pt x="292594" y="277552"/>
                  </a:lnTo>
                  <a:lnTo>
                    <a:pt x="296026" y="273529"/>
                  </a:lnTo>
                  <a:lnTo>
                    <a:pt x="299329" y="269399"/>
                  </a:lnTo>
                  <a:lnTo>
                    <a:pt x="302500" y="265167"/>
                  </a:lnTo>
                  <a:lnTo>
                    <a:pt x="305536" y="260836"/>
                  </a:lnTo>
                  <a:lnTo>
                    <a:pt x="308433" y="256412"/>
                  </a:lnTo>
                  <a:lnTo>
                    <a:pt x="311189" y="251898"/>
                  </a:lnTo>
                  <a:lnTo>
                    <a:pt x="313800" y="247299"/>
                  </a:lnTo>
                  <a:lnTo>
                    <a:pt x="316265" y="242620"/>
                  </a:lnTo>
                  <a:lnTo>
                    <a:pt x="318580" y="237865"/>
                  </a:lnTo>
                  <a:lnTo>
                    <a:pt x="320744" y="233040"/>
                  </a:lnTo>
                  <a:lnTo>
                    <a:pt x="322754" y="228148"/>
                  </a:lnTo>
                  <a:lnTo>
                    <a:pt x="324609" y="223195"/>
                  </a:lnTo>
                  <a:lnTo>
                    <a:pt x="326306" y="218186"/>
                  </a:lnTo>
                  <a:lnTo>
                    <a:pt x="327843" y="213126"/>
                  </a:lnTo>
                  <a:lnTo>
                    <a:pt x="329220" y="208020"/>
                  </a:lnTo>
                  <a:lnTo>
                    <a:pt x="330434" y="202873"/>
                  </a:lnTo>
                  <a:lnTo>
                    <a:pt x="331486" y="197690"/>
                  </a:lnTo>
                  <a:lnTo>
                    <a:pt x="332372" y="192476"/>
                  </a:lnTo>
                  <a:lnTo>
                    <a:pt x="333093" y="187237"/>
                  </a:lnTo>
                  <a:lnTo>
                    <a:pt x="333649" y="181978"/>
                  </a:lnTo>
                  <a:lnTo>
                    <a:pt x="334037" y="176704"/>
                  </a:lnTo>
                  <a:lnTo>
                    <a:pt x="334259" y="171420"/>
                  </a:lnTo>
                  <a:lnTo>
                    <a:pt x="334313" y="166131"/>
                  </a:lnTo>
                  <a:lnTo>
                    <a:pt x="334200" y="160844"/>
                  </a:lnTo>
                  <a:lnTo>
                    <a:pt x="333920" y="155563"/>
                  </a:lnTo>
                  <a:lnTo>
                    <a:pt x="333472" y="150293"/>
                  </a:lnTo>
                  <a:lnTo>
                    <a:pt x="332859" y="145041"/>
                  </a:lnTo>
                  <a:lnTo>
                    <a:pt x="332079" y="139810"/>
                  </a:lnTo>
                  <a:lnTo>
                    <a:pt x="331135" y="134606"/>
                  </a:lnTo>
                  <a:lnTo>
                    <a:pt x="330026" y="129435"/>
                  </a:lnTo>
                  <a:lnTo>
                    <a:pt x="328754" y="124302"/>
                  </a:lnTo>
                  <a:lnTo>
                    <a:pt x="327321" y="119211"/>
                  </a:lnTo>
                  <a:lnTo>
                    <a:pt x="325727" y="114169"/>
                  </a:lnTo>
                  <a:lnTo>
                    <a:pt x="323975" y="109179"/>
                  </a:lnTo>
                  <a:lnTo>
                    <a:pt x="322065" y="104247"/>
                  </a:lnTo>
                  <a:lnTo>
                    <a:pt x="320001" y="99378"/>
                  </a:lnTo>
                  <a:lnTo>
                    <a:pt x="317784" y="94577"/>
                  </a:lnTo>
                  <a:lnTo>
                    <a:pt x="315415" y="89848"/>
                  </a:lnTo>
                  <a:lnTo>
                    <a:pt x="312899" y="85197"/>
                  </a:lnTo>
                  <a:lnTo>
                    <a:pt x="310236" y="80628"/>
                  </a:lnTo>
                  <a:lnTo>
                    <a:pt x="307431" y="76145"/>
                  </a:lnTo>
                  <a:lnTo>
                    <a:pt x="304485" y="71753"/>
                  </a:lnTo>
                  <a:lnTo>
                    <a:pt x="301401" y="67456"/>
                  </a:lnTo>
                  <a:lnTo>
                    <a:pt x="298183" y="63259"/>
                  </a:lnTo>
                  <a:lnTo>
                    <a:pt x="294834" y="59166"/>
                  </a:lnTo>
                  <a:lnTo>
                    <a:pt x="291357" y="55181"/>
                  </a:lnTo>
                  <a:lnTo>
                    <a:pt x="287756" y="51308"/>
                  </a:lnTo>
                  <a:lnTo>
                    <a:pt x="284034" y="47551"/>
                  </a:lnTo>
                  <a:lnTo>
                    <a:pt x="280195" y="43914"/>
                  </a:lnTo>
                  <a:lnTo>
                    <a:pt x="276243" y="40399"/>
                  </a:lnTo>
                  <a:lnTo>
                    <a:pt x="167148" y="16706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90748" y="3707720"/>
              <a:ext cx="109095" cy="167167"/>
            </a:xfrm>
            <a:custGeom>
              <a:avLst/>
              <a:pathLst>
                <a:path w="109095" h="167167">
                  <a:moveTo>
                    <a:pt x="109095" y="40505"/>
                  </a:moveTo>
                  <a:lnTo>
                    <a:pt x="104745" y="36885"/>
                  </a:lnTo>
                  <a:lnTo>
                    <a:pt x="100274" y="33414"/>
                  </a:lnTo>
                  <a:lnTo>
                    <a:pt x="95689" y="30096"/>
                  </a:lnTo>
                  <a:lnTo>
                    <a:pt x="90994" y="26935"/>
                  </a:lnTo>
                  <a:lnTo>
                    <a:pt x="86195" y="23935"/>
                  </a:lnTo>
                  <a:lnTo>
                    <a:pt x="81297" y="21099"/>
                  </a:lnTo>
                  <a:lnTo>
                    <a:pt x="76305" y="18431"/>
                  </a:lnTo>
                  <a:lnTo>
                    <a:pt x="71227" y="15933"/>
                  </a:lnTo>
                  <a:lnTo>
                    <a:pt x="66066" y="13609"/>
                  </a:lnTo>
                  <a:lnTo>
                    <a:pt x="60830" y="11460"/>
                  </a:lnTo>
                  <a:lnTo>
                    <a:pt x="55524" y="9490"/>
                  </a:lnTo>
                  <a:lnTo>
                    <a:pt x="50155" y="7701"/>
                  </a:lnTo>
                  <a:lnTo>
                    <a:pt x="44728" y="6095"/>
                  </a:lnTo>
                  <a:lnTo>
                    <a:pt x="39250" y="4673"/>
                  </a:lnTo>
                  <a:lnTo>
                    <a:pt x="33727" y="3437"/>
                  </a:lnTo>
                  <a:lnTo>
                    <a:pt x="28165" y="2389"/>
                  </a:lnTo>
                  <a:lnTo>
                    <a:pt x="22570" y="1530"/>
                  </a:lnTo>
                  <a:lnTo>
                    <a:pt x="16950" y="861"/>
                  </a:lnTo>
                  <a:lnTo>
                    <a:pt x="11311" y="383"/>
                  </a:lnTo>
                  <a:lnTo>
                    <a:pt x="5658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6361" y="4213821"/>
              <a:ext cx="4926" cy="167167"/>
            </a:xfrm>
            <a:custGeom>
              <a:avLst/>
              <a:pathLst>
                <a:path w="4926" h="167167">
                  <a:moveTo>
                    <a:pt x="4926" y="0"/>
                  </a:moveTo>
                  <a:lnTo>
                    <a:pt x="0" y="72"/>
                  </a:lnTo>
                  <a:lnTo>
                    <a:pt x="492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6361" y="4213894"/>
              <a:ext cx="4926" cy="167094"/>
            </a:xfrm>
            <a:custGeom>
              <a:avLst/>
              <a:pathLst>
                <a:path w="4926" h="167094">
                  <a:moveTo>
                    <a:pt x="0" y="0"/>
                  </a:moveTo>
                  <a:lnTo>
                    <a:pt x="4926" y="16709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6361" y="4213894"/>
              <a:ext cx="4926" cy="167094"/>
            </a:xfrm>
            <a:custGeom>
              <a:avLst/>
              <a:pathLst>
                <a:path w="4926" h="167094">
                  <a:moveTo>
                    <a:pt x="0" y="0"/>
                  </a:moveTo>
                  <a:lnTo>
                    <a:pt x="4926" y="1670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76361" y="4213894"/>
              <a:ext cx="4926" cy="167094"/>
            </a:xfrm>
            <a:custGeom>
              <a:avLst/>
              <a:pathLst>
                <a:path w="4926" h="167094">
                  <a:moveTo>
                    <a:pt x="0" y="0"/>
                  </a:moveTo>
                  <a:lnTo>
                    <a:pt x="4926" y="1670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76361" y="4213894"/>
              <a:ext cx="4926" cy="167094"/>
            </a:xfrm>
            <a:custGeom>
              <a:avLst/>
              <a:pathLst>
                <a:path w="4926" h="167094">
                  <a:moveTo>
                    <a:pt x="0" y="0"/>
                  </a:moveTo>
                  <a:lnTo>
                    <a:pt x="4926" y="16709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76361" y="4213894"/>
              <a:ext cx="4926" cy="167094"/>
            </a:xfrm>
            <a:custGeom>
              <a:avLst/>
              <a:pathLst>
                <a:path w="4926" h="167094">
                  <a:moveTo>
                    <a:pt x="0" y="0"/>
                  </a:moveTo>
                  <a:lnTo>
                    <a:pt x="4926" y="1670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76361" y="4213894"/>
              <a:ext cx="4926" cy="167094"/>
            </a:xfrm>
            <a:custGeom>
              <a:avLst/>
              <a:pathLst>
                <a:path w="4926" h="167094">
                  <a:moveTo>
                    <a:pt x="0" y="0"/>
                  </a:moveTo>
                  <a:lnTo>
                    <a:pt x="4926" y="1670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76361" y="4213894"/>
              <a:ext cx="4926" cy="167094"/>
            </a:xfrm>
            <a:custGeom>
              <a:avLst/>
              <a:pathLst>
                <a:path w="4926" h="167094">
                  <a:moveTo>
                    <a:pt x="0" y="0"/>
                  </a:moveTo>
                  <a:lnTo>
                    <a:pt x="4926" y="1670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76361" y="4213894"/>
              <a:ext cx="4926" cy="167094"/>
            </a:xfrm>
            <a:custGeom>
              <a:avLst/>
              <a:pathLst>
                <a:path w="4926" h="167094">
                  <a:moveTo>
                    <a:pt x="0" y="0"/>
                  </a:moveTo>
                  <a:lnTo>
                    <a:pt x="4926" y="1670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76361" y="4213894"/>
              <a:ext cx="4926" cy="167094"/>
            </a:xfrm>
            <a:custGeom>
              <a:avLst/>
              <a:pathLst>
                <a:path w="4926" h="167094">
                  <a:moveTo>
                    <a:pt x="0" y="0"/>
                  </a:moveTo>
                  <a:lnTo>
                    <a:pt x="4926" y="16709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776361" y="4213894"/>
              <a:ext cx="4926" cy="167094"/>
            </a:xfrm>
            <a:custGeom>
              <a:avLst/>
              <a:pathLst>
                <a:path w="4926" h="167094">
                  <a:moveTo>
                    <a:pt x="0" y="0"/>
                  </a:moveTo>
                  <a:lnTo>
                    <a:pt x="4926" y="16709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614120" y="4213894"/>
              <a:ext cx="167166" cy="271991"/>
            </a:xfrm>
            <a:custGeom>
              <a:avLst/>
              <a:pathLst>
                <a:path w="167166" h="271991">
                  <a:moveTo>
                    <a:pt x="162240" y="0"/>
                  </a:moveTo>
                  <a:lnTo>
                    <a:pt x="156868" y="244"/>
                  </a:lnTo>
                  <a:lnTo>
                    <a:pt x="151507" y="662"/>
                  </a:lnTo>
                  <a:lnTo>
                    <a:pt x="146162" y="1252"/>
                  </a:lnTo>
                  <a:lnTo>
                    <a:pt x="140839" y="2013"/>
                  </a:lnTo>
                  <a:lnTo>
                    <a:pt x="135543" y="2945"/>
                  </a:lnTo>
                  <a:lnTo>
                    <a:pt x="130280" y="4047"/>
                  </a:lnTo>
                  <a:lnTo>
                    <a:pt x="125055" y="5318"/>
                  </a:lnTo>
                  <a:lnTo>
                    <a:pt x="119873" y="6756"/>
                  </a:lnTo>
                  <a:lnTo>
                    <a:pt x="114741" y="8360"/>
                  </a:lnTo>
                  <a:lnTo>
                    <a:pt x="109663" y="10128"/>
                  </a:lnTo>
                  <a:lnTo>
                    <a:pt x="104644" y="12059"/>
                  </a:lnTo>
                  <a:lnTo>
                    <a:pt x="99690" y="14150"/>
                  </a:lnTo>
                  <a:lnTo>
                    <a:pt x="94805" y="16400"/>
                  </a:lnTo>
                  <a:lnTo>
                    <a:pt x="89996" y="18805"/>
                  </a:lnTo>
                  <a:lnTo>
                    <a:pt x="85266" y="21364"/>
                  </a:lnTo>
                  <a:lnTo>
                    <a:pt x="80622" y="24073"/>
                  </a:lnTo>
                  <a:lnTo>
                    <a:pt x="76066" y="26931"/>
                  </a:lnTo>
                  <a:lnTo>
                    <a:pt x="71605" y="29934"/>
                  </a:lnTo>
                  <a:lnTo>
                    <a:pt x="67243" y="33078"/>
                  </a:lnTo>
                  <a:lnTo>
                    <a:pt x="62985" y="36361"/>
                  </a:lnTo>
                  <a:lnTo>
                    <a:pt x="58834" y="39780"/>
                  </a:lnTo>
                  <a:lnTo>
                    <a:pt x="54795" y="43330"/>
                  </a:lnTo>
                  <a:lnTo>
                    <a:pt x="50872" y="47008"/>
                  </a:lnTo>
                  <a:lnTo>
                    <a:pt x="47070" y="50811"/>
                  </a:lnTo>
                  <a:lnTo>
                    <a:pt x="43392" y="54734"/>
                  </a:lnTo>
                  <a:lnTo>
                    <a:pt x="39842" y="58773"/>
                  </a:lnTo>
                  <a:lnTo>
                    <a:pt x="36424" y="62924"/>
                  </a:lnTo>
                  <a:lnTo>
                    <a:pt x="33141" y="67183"/>
                  </a:lnTo>
                  <a:lnTo>
                    <a:pt x="29997" y="71545"/>
                  </a:lnTo>
                  <a:lnTo>
                    <a:pt x="26995" y="76007"/>
                  </a:lnTo>
                  <a:lnTo>
                    <a:pt x="24138" y="80562"/>
                  </a:lnTo>
                  <a:lnTo>
                    <a:pt x="21429" y="85207"/>
                  </a:lnTo>
                  <a:lnTo>
                    <a:pt x="18870" y="89937"/>
                  </a:lnTo>
                  <a:lnTo>
                    <a:pt x="16465" y="94747"/>
                  </a:lnTo>
                  <a:lnTo>
                    <a:pt x="14216" y="99631"/>
                  </a:lnTo>
                  <a:lnTo>
                    <a:pt x="12126" y="104585"/>
                  </a:lnTo>
                  <a:lnTo>
                    <a:pt x="10195" y="109604"/>
                  </a:lnTo>
                  <a:lnTo>
                    <a:pt x="8428" y="114683"/>
                  </a:lnTo>
                  <a:lnTo>
                    <a:pt x="6824" y="119815"/>
                  </a:lnTo>
                  <a:lnTo>
                    <a:pt x="5386" y="124997"/>
                  </a:lnTo>
                  <a:lnTo>
                    <a:pt x="4116" y="130222"/>
                  </a:lnTo>
                  <a:lnTo>
                    <a:pt x="3014" y="135485"/>
                  </a:lnTo>
                  <a:lnTo>
                    <a:pt x="2083" y="140782"/>
                  </a:lnTo>
                  <a:lnTo>
                    <a:pt x="1322" y="146105"/>
                  </a:lnTo>
                  <a:lnTo>
                    <a:pt x="733" y="151450"/>
                  </a:lnTo>
                  <a:lnTo>
                    <a:pt x="315" y="156811"/>
                  </a:lnTo>
                  <a:lnTo>
                    <a:pt x="71" y="162183"/>
                  </a:lnTo>
                  <a:lnTo>
                    <a:pt x="0" y="167560"/>
                  </a:lnTo>
                  <a:lnTo>
                    <a:pt x="101" y="172936"/>
                  </a:lnTo>
                  <a:lnTo>
                    <a:pt x="375" y="178306"/>
                  </a:lnTo>
                  <a:lnTo>
                    <a:pt x="822" y="183665"/>
                  </a:lnTo>
                  <a:lnTo>
                    <a:pt x="1441" y="189007"/>
                  </a:lnTo>
                  <a:lnTo>
                    <a:pt x="2232" y="194326"/>
                  </a:lnTo>
                  <a:lnTo>
                    <a:pt x="3193" y="199616"/>
                  </a:lnTo>
                  <a:lnTo>
                    <a:pt x="4324" y="204874"/>
                  </a:lnTo>
                  <a:lnTo>
                    <a:pt x="5623" y="210092"/>
                  </a:lnTo>
                  <a:lnTo>
                    <a:pt x="7090" y="215265"/>
                  </a:lnTo>
                  <a:lnTo>
                    <a:pt x="8722" y="220389"/>
                  </a:lnTo>
                  <a:lnTo>
                    <a:pt x="10518" y="225457"/>
                  </a:lnTo>
                  <a:lnTo>
                    <a:pt x="12476" y="230465"/>
                  </a:lnTo>
                  <a:lnTo>
                    <a:pt x="14594" y="235408"/>
                  </a:lnTo>
                  <a:lnTo>
                    <a:pt x="16870" y="240280"/>
                  </a:lnTo>
                  <a:lnTo>
                    <a:pt x="19302" y="245076"/>
                  </a:lnTo>
                  <a:lnTo>
                    <a:pt x="21887" y="249791"/>
                  </a:lnTo>
                  <a:lnTo>
                    <a:pt x="24622" y="254421"/>
                  </a:lnTo>
                  <a:lnTo>
                    <a:pt x="27504" y="258961"/>
                  </a:lnTo>
                  <a:lnTo>
                    <a:pt x="30531" y="263405"/>
                  </a:lnTo>
                  <a:lnTo>
                    <a:pt x="33700" y="267750"/>
                  </a:lnTo>
                  <a:lnTo>
                    <a:pt x="37006" y="271991"/>
                  </a:lnTo>
                  <a:lnTo>
                    <a:pt x="167166" y="16709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651127" y="4213821"/>
              <a:ext cx="297310" cy="334334"/>
            </a:xfrm>
            <a:custGeom>
              <a:avLst/>
              <a:pathLst>
                <a:path w="297310" h="334334">
                  <a:moveTo>
                    <a:pt x="0" y="272063"/>
                  </a:moveTo>
                  <a:lnTo>
                    <a:pt x="3397" y="276144"/>
                  </a:lnTo>
                  <a:lnTo>
                    <a:pt x="6921" y="280115"/>
                  </a:lnTo>
                  <a:lnTo>
                    <a:pt x="10571" y="283972"/>
                  </a:lnTo>
                  <a:lnTo>
                    <a:pt x="14341" y="287711"/>
                  </a:lnTo>
                  <a:lnTo>
                    <a:pt x="18227" y="291329"/>
                  </a:lnTo>
                  <a:lnTo>
                    <a:pt x="22227" y="294821"/>
                  </a:lnTo>
                  <a:lnTo>
                    <a:pt x="26336" y="298184"/>
                  </a:lnTo>
                  <a:lnTo>
                    <a:pt x="30549" y="301416"/>
                  </a:lnTo>
                  <a:lnTo>
                    <a:pt x="34863" y="304511"/>
                  </a:lnTo>
                  <a:lnTo>
                    <a:pt x="39273" y="307469"/>
                  </a:lnTo>
                  <a:lnTo>
                    <a:pt x="43775" y="310284"/>
                  </a:lnTo>
                  <a:lnTo>
                    <a:pt x="48363" y="312956"/>
                  </a:lnTo>
                  <a:lnTo>
                    <a:pt x="53035" y="315480"/>
                  </a:lnTo>
                  <a:lnTo>
                    <a:pt x="57784" y="317854"/>
                  </a:lnTo>
                  <a:lnTo>
                    <a:pt x="62606" y="320077"/>
                  </a:lnTo>
                  <a:lnTo>
                    <a:pt x="67496" y="322145"/>
                  </a:lnTo>
                  <a:lnTo>
                    <a:pt x="72450" y="324057"/>
                  </a:lnTo>
                  <a:lnTo>
                    <a:pt x="77462" y="325811"/>
                  </a:lnTo>
                  <a:lnTo>
                    <a:pt x="82527" y="327404"/>
                  </a:lnTo>
                  <a:lnTo>
                    <a:pt x="87640" y="328836"/>
                  </a:lnTo>
                  <a:lnTo>
                    <a:pt x="92796" y="330105"/>
                  </a:lnTo>
                  <a:lnTo>
                    <a:pt x="97989" y="331210"/>
                  </a:lnTo>
                  <a:lnTo>
                    <a:pt x="103215" y="332149"/>
                  </a:lnTo>
                  <a:lnTo>
                    <a:pt x="108468" y="332921"/>
                  </a:lnTo>
                  <a:lnTo>
                    <a:pt x="113744" y="333526"/>
                  </a:lnTo>
                  <a:lnTo>
                    <a:pt x="119035" y="333964"/>
                  </a:lnTo>
                  <a:lnTo>
                    <a:pt x="124338" y="334233"/>
                  </a:lnTo>
                  <a:lnTo>
                    <a:pt x="129647" y="334334"/>
                  </a:lnTo>
                  <a:lnTo>
                    <a:pt x="134956" y="334266"/>
                  </a:lnTo>
                  <a:lnTo>
                    <a:pt x="140261" y="334029"/>
                  </a:lnTo>
                  <a:lnTo>
                    <a:pt x="145555" y="333624"/>
                  </a:lnTo>
                  <a:lnTo>
                    <a:pt x="150834" y="333051"/>
                  </a:lnTo>
                  <a:lnTo>
                    <a:pt x="156092" y="332311"/>
                  </a:lnTo>
                  <a:lnTo>
                    <a:pt x="161323" y="331404"/>
                  </a:lnTo>
                  <a:lnTo>
                    <a:pt x="166523" y="330331"/>
                  </a:lnTo>
                  <a:lnTo>
                    <a:pt x="171687" y="329094"/>
                  </a:lnTo>
                  <a:lnTo>
                    <a:pt x="176809" y="327694"/>
                  </a:lnTo>
                  <a:lnTo>
                    <a:pt x="181883" y="326131"/>
                  </a:lnTo>
                  <a:lnTo>
                    <a:pt x="186906" y="324408"/>
                  </a:lnTo>
                  <a:lnTo>
                    <a:pt x="191871" y="322527"/>
                  </a:lnTo>
                  <a:lnTo>
                    <a:pt x="196774" y="320489"/>
                  </a:lnTo>
                  <a:lnTo>
                    <a:pt x="201610" y="318296"/>
                  </a:lnTo>
                  <a:lnTo>
                    <a:pt x="206373" y="315950"/>
                  </a:lnTo>
                  <a:lnTo>
                    <a:pt x="211060" y="313455"/>
                  </a:lnTo>
                  <a:lnTo>
                    <a:pt x="215665" y="310812"/>
                  </a:lnTo>
                  <a:lnTo>
                    <a:pt x="220184" y="308024"/>
                  </a:lnTo>
                  <a:lnTo>
                    <a:pt x="224612" y="305093"/>
                  </a:lnTo>
                  <a:lnTo>
                    <a:pt x="228945" y="302024"/>
                  </a:lnTo>
                  <a:lnTo>
                    <a:pt x="233178" y="298819"/>
                  </a:lnTo>
                  <a:lnTo>
                    <a:pt x="237307" y="295481"/>
                  </a:lnTo>
                  <a:lnTo>
                    <a:pt x="241328" y="292013"/>
                  </a:lnTo>
                  <a:lnTo>
                    <a:pt x="245237" y="288419"/>
                  </a:lnTo>
                  <a:lnTo>
                    <a:pt x="249030" y="284704"/>
                  </a:lnTo>
                  <a:lnTo>
                    <a:pt x="252703" y="280869"/>
                  </a:lnTo>
                  <a:lnTo>
                    <a:pt x="256252" y="276920"/>
                  </a:lnTo>
                  <a:lnTo>
                    <a:pt x="259674" y="272860"/>
                  </a:lnTo>
                  <a:lnTo>
                    <a:pt x="262965" y="268693"/>
                  </a:lnTo>
                  <a:lnTo>
                    <a:pt x="266123" y="264424"/>
                  </a:lnTo>
                  <a:lnTo>
                    <a:pt x="269143" y="260057"/>
                  </a:lnTo>
                  <a:lnTo>
                    <a:pt x="272023" y="255597"/>
                  </a:lnTo>
                  <a:lnTo>
                    <a:pt x="274760" y="251047"/>
                  </a:lnTo>
                  <a:lnTo>
                    <a:pt x="277351" y="246412"/>
                  </a:lnTo>
                  <a:lnTo>
                    <a:pt x="279793" y="241697"/>
                  </a:lnTo>
                  <a:lnTo>
                    <a:pt x="282085" y="236908"/>
                  </a:lnTo>
                  <a:lnTo>
                    <a:pt x="284223" y="232047"/>
                  </a:lnTo>
                  <a:lnTo>
                    <a:pt x="286206" y="227122"/>
                  </a:lnTo>
                  <a:lnTo>
                    <a:pt x="288031" y="222136"/>
                  </a:lnTo>
                  <a:lnTo>
                    <a:pt x="289697" y="217094"/>
                  </a:lnTo>
                  <a:lnTo>
                    <a:pt x="291202" y="212002"/>
                  </a:lnTo>
                  <a:lnTo>
                    <a:pt x="292545" y="206865"/>
                  </a:lnTo>
                  <a:lnTo>
                    <a:pt x="293724" y="201688"/>
                  </a:lnTo>
                  <a:lnTo>
                    <a:pt x="294738" y="196476"/>
                  </a:lnTo>
                  <a:lnTo>
                    <a:pt x="295586" y="191234"/>
                  </a:lnTo>
                  <a:lnTo>
                    <a:pt x="296267" y="185968"/>
                  </a:lnTo>
                  <a:lnTo>
                    <a:pt x="296780" y="180683"/>
                  </a:lnTo>
                  <a:lnTo>
                    <a:pt x="297125" y="175385"/>
                  </a:lnTo>
                  <a:lnTo>
                    <a:pt x="297302" y="170078"/>
                  </a:lnTo>
                  <a:lnTo>
                    <a:pt x="297310" y="164768"/>
                  </a:lnTo>
                  <a:lnTo>
                    <a:pt x="297149" y="159461"/>
                  </a:lnTo>
                  <a:lnTo>
                    <a:pt x="296821" y="154162"/>
                  </a:lnTo>
                  <a:lnTo>
                    <a:pt x="296323" y="148875"/>
                  </a:lnTo>
                  <a:lnTo>
                    <a:pt x="295659" y="143607"/>
                  </a:lnTo>
                  <a:lnTo>
                    <a:pt x="294827" y="138363"/>
                  </a:lnTo>
                  <a:lnTo>
                    <a:pt x="293829" y="133148"/>
                  </a:lnTo>
                  <a:lnTo>
                    <a:pt x="292666" y="127967"/>
                  </a:lnTo>
                  <a:lnTo>
                    <a:pt x="291339" y="122826"/>
                  </a:lnTo>
                  <a:lnTo>
                    <a:pt x="289850" y="117729"/>
                  </a:lnTo>
                  <a:lnTo>
                    <a:pt x="288199" y="112683"/>
                  </a:lnTo>
                  <a:lnTo>
                    <a:pt x="286389" y="107691"/>
                  </a:lnTo>
                  <a:lnTo>
                    <a:pt x="284421" y="102759"/>
                  </a:lnTo>
                  <a:lnTo>
                    <a:pt x="282298" y="97893"/>
                  </a:lnTo>
                  <a:lnTo>
                    <a:pt x="280021" y="93096"/>
                  </a:lnTo>
                  <a:lnTo>
                    <a:pt x="277593" y="88374"/>
                  </a:lnTo>
                  <a:lnTo>
                    <a:pt x="275016" y="83731"/>
                  </a:lnTo>
                  <a:lnTo>
                    <a:pt x="272293" y="79173"/>
                  </a:lnTo>
                  <a:lnTo>
                    <a:pt x="269427" y="74703"/>
                  </a:lnTo>
                  <a:lnTo>
                    <a:pt x="266420" y="70327"/>
                  </a:lnTo>
                  <a:lnTo>
                    <a:pt x="263276" y="66048"/>
                  </a:lnTo>
                  <a:lnTo>
                    <a:pt x="259998" y="61872"/>
                  </a:lnTo>
                  <a:lnTo>
                    <a:pt x="256588" y="57801"/>
                  </a:lnTo>
                  <a:lnTo>
                    <a:pt x="253051" y="53841"/>
                  </a:lnTo>
                  <a:lnTo>
                    <a:pt x="249390" y="49996"/>
                  </a:lnTo>
                  <a:lnTo>
                    <a:pt x="245608" y="46268"/>
                  </a:lnTo>
                  <a:lnTo>
                    <a:pt x="241711" y="42662"/>
                  </a:lnTo>
                  <a:lnTo>
                    <a:pt x="237700" y="39183"/>
                  </a:lnTo>
                  <a:lnTo>
                    <a:pt x="233581" y="35832"/>
                  </a:lnTo>
                  <a:lnTo>
                    <a:pt x="229358" y="32613"/>
                  </a:lnTo>
                  <a:lnTo>
                    <a:pt x="225035" y="29531"/>
                  </a:lnTo>
                  <a:lnTo>
                    <a:pt x="220616" y="26587"/>
                  </a:lnTo>
                  <a:lnTo>
                    <a:pt x="216105" y="23785"/>
                  </a:lnTo>
                  <a:lnTo>
                    <a:pt x="211508" y="21128"/>
                  </a:lnTo>
                  <a:lnTo>
                    <a:pt x="206829" y="18618"/>
                  </a:lnTo>
                  <a:lnTo>
                    <a:pt x="202073" y="16258"/>
                  </a:lnTo>
                  <a:lnTo>
                    <a:pt x="197244" y="14050"/>
                  </a:lnTo>
                  <a:lnTo>
                    <a:pt x="192347" y="11997"/>
                  </a:lnTo>
                  <a:lnTo>
                    <a:pt x="187388" y="10100"/>
                  </a:lnTo>
                  <a:lnTo>
                    <a:pt x="182371" y="8362"/>
                  </a:lnTo>
                  <a:lnTo>
                    <a:pt x="177301" y="6784"/>
                  </a:lnTo>
                  <a:lnTo>
                    <a:pt x="172184" y="5368"/>
                  </a:lnTo>
                  <a:lnTo>
                    <a:pt x="167024" y="4115"/>
                  </a:lnTo>
                  <a:lnTo>
                    <a:pt x="161827" y="3026"/>
                  </a:lnTo>
                  <a:lnTo>
                    <a:pt x="156598" y="2103"/>
                  </a:lnTo>
                  <a:lnTo>
                    <a:pt x="151342" y="1347"/>
                  </a:lnTo>
                  <a:lnTo>
                    <a:pt x="146065" y="758"/>
                  </a:lnTo>
                  <a:lnTo>
                    <a:pt x="140772" y="337"/>
                  </a:lnTo>
                  <a:lnTo>
                    <a:pt x="135469" y="84"/>
                  </a:lnTo>
                  <a:lnTo>
                    <a:pt x="130160" y="0"/>
                  </a:lnTo>
                  <a:lnTo>
                    <a:pt x="13016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3035" y="4659281"/>
              <a:ext cx="3489" cy="167167"/>
            </a:xfrm>
            <a:custGeom>
              <a:avLst/>
              <a:pathLst>
                <a:path w="3489" h="167167">
                  <a:moveTo>
                    <a:pt x="3489" y="0"/>
                  </a:moveTo>
                  <a:lnTo>
                    <a:pt x="0" y="36"/>
                  </a:lnTo>
                  <a:lnTo>
                    <a:pt x="3489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3035" y="4659318"/>
              <a:ext cx="3489" cy="167131"/>
            </a:xfrm>
            <a:custGeom>
              <a:avLst/>
              <a:pathLst>
                <a:path w="3489" h="167131">
                  <a:moveTo>
                    <a:pt x="0" y="0"/>
                  </a:moveTo>
                  <a:lnTo>
                    <a:pt x="3489" y="1671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083035" y="4659318"/>
              <a:ext cx="3489" cy="167131"/>
            </a:xfrm>
            <a:custGeom>
              <a:avLst/>
              <a:pathLst>
                <a:path w="3489" h="167131">
                  <a:moveTo>
                    <a:pt x="0" y="0"/>
                  </a:moveTo>
                  <a:lnTo>
                    <a:pt x="3489" y="1671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083035" y="4659318"/>
              <a:ext cx="3489" cy="167131"/>
            </a:xfrm>
            <a:custGeom>
              <a:avLst/>
              <a:pathLst>
                <a:path w="3489" h="167131">
                  <a:moveTo>
                    <a:pt x="0" y="0"/>
                  </a:moveTo>
                  <a:lnTo>
                    <a:pt x="3489" y="16713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083035" y="4659318"/>
              <a:ext cx="3489" cy="167131"/>
            </a:xfrm>
            <a:custGeom>
              <a:avLst/>
              <a:pathLst>
                <a:path w="3489" h="167131">
                  <a:moveTo>
                    <a:pt x="0" y="0"/>
                  </a:moveTo>
                  <a:lnTo>
                    <a:pt x="3489" y="1671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083035" y="4659318"/>
              <a:ext cx="3489" cy="167131"/>
            </a:xfrm>
            <a:custGeom>
              <a:avLst/>
              <a:pathLst>
                <a:path w="3489" h="167131">
                  <a:moveTo>
                    <a:pt x="0" y="0"/>
                  </a:moveTo>
                  <a:lnTo>
                    <a:pt x="3489" y="1671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083035" y="4659318"/>
              <a:ext cx="3489" cy="167131"/>
            </a:xfrm>
            <a:custGeom>
              <a:avLst/>
              <a:pathLst>
                <a:path w="3489" h="167131">
                  <a:moveTo>
                    <a:pt x="0" y="0"/>
                  </a:moveTo>
                  <a:lnTo>
                    <a:pt x="3489" y="1671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083035" y="4659318"/>
              <a:ext cx="3489" cy="167131"/>
            </a:xfrm>
            <a:custGeom>
              <a:avLst/>
              <a:pathLst>
                <a:path w="3489" h="167131">
                  <a:moveTo>
                    <a:pt x="0" y="0"/>
                  </a:moveTo>
                  <a:lnTo>
                    <a:pt x="3489" y="1671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083035" y="4659318"/>
              <a:ext cx="3489" cy="167131"/>
            </a:xfrm>
            <a:custGeom>
              <a:avLst/>
              <a:pathLst>
                <a:path w="3489" h="167131">
                  <a:moveTo>
                    <a:pt x="0" y="0"/>
                  </a:moveTo>
                  <a:lnTo>
                    <a:pt x="3489" y="16713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083035" y="4659318"/>
              <a:ext cx="3489" cy="167131"/>
            </a:xfrm>
            <a:custGeom>
              <a:avLst/>
              <a:pathLst>
                <a:path w="3489" h="167131">
                  <a:moveTo>
                    <a:pt x="0" y="0"/>
                  </a:moveTo>
                  <a:lnTo>
                    <a:pt x="3489" y="16713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919540" y="4659318"/>
              <a:ext cx="166984" cy="167131"/>
            </a:xfrm>
            <a:custGeom>
              <a:avLst/>
              <a:pathLst>
                <a:path w="166984" h="167131">
                  <a:moveTo>
                    <a:pt x="163494" y="0"/>
                  </a:moveTo>
                  <a:lnTo>
                    <a:pt x="158036" y="203"/>
                  </a:lnTo>
                  <a:lnTo>
                    <a:pt x="152587" y="584"/>
                  </a:lnTo>
                  <a:lnTo>
                    <a:pt x="147154" y="1143"/>
                  </a:lnTo>
                  <a:lnTo>
                    <a:pt x="141741" y="1880"/>
                  </a:lnTo>
                  <a:lnTo>
                    <a:pt x="136356" y="2793"/>
                  </a:lnTo>
                  <a:lnTo>
                    <a:pt x="131003" y="3881"/>
                  </a:lnTo>
                  <a:lnTo>
                    <a:pt x="125689" y="5144"/>
                  </a:lnTo>
                  <a:lnTo>
                    <a:pt x="120419" y="6579"/>
                  </a:lnTo>
                  <a:lnTo>
                    <a:pt x="115199" y="8186"/>
                  </a:lnTo>
                  <a:lnTo>
                    <a:pt x="110034" y="9963"/>
                  </a:lnTo>
                  <a:lnTo>
                    <a:pt x="104929" y="11907"/>
                  </a:lnTo>
                  <a:lnTo>
                    <a:pt x="99891" y="14018"/>
                  </a:lnTo>
                  <a:lnTo>
                    <a:pt x="94925" y="16291"/>
                  </a:lnTo>
                  <a:lnTo>
                    <a:pt x="90035" y="18726"/>
                  </a:lnTo>
                  <a:lnTo>
                    <a:pt x="85228" y="21319"/>
                  </a:lnTo>
                  <a:lnTo>
                    <a:pt x="80508" y="24068"/>
                  </a:lnTo>
                  <a:lnTo>
                    <a:pt x="75880" y="26970"/>
                  </a:lnTo>
                  <a:lnTo>
                    <a:pt x="71350" y="30021"/>
                  </a:lnTo>
                  <a:lnTo>
                    <a:pt x="66921" y="33218"/>
                  </a:lnTo>
                  <a:lnTo>
                    <a:pt x="62600" y="36559"/>
                  </a:lnTo>
                  <a:lnTo>
                    <a:pt x="58390" y="40039"/>
                  </a:lnTo>
                  <a:lnTo>
                    <a:pt x="54296" y="43655"/>
                  </a:lnTo>
                  <a:lnTo>
                    <a:pt x="50322" y="47402"/>
                  </a:lnTo>
                  <a:lnTo>
                    <a:pt x="46472" y="51277"/>
                  </a:lnTo>
                  <a:lnTo>
                    <a:pt x="42752" y="55276"/>
                  </a:lnTo>
                  <a:lnTo>
                    <a:pt x="39164" y="59395"/>
                  </a:lnTo>
                  <a:lnTo>
                    <a:pt x="35712" y="63628"/>
                  </a:lnTo>
                  <a:lnTo>
                    <a:pt x="32401" y="67972"/>
                  </a:lnTo>
                  <a:lnTo>
                    <a:pt x="29233" y="72422"/>
                  </a:lnTo>
                  <a:lnTo>
                    <a:pt x="26213" y="76973"/>
                  </a:lnTo>
                  <a:lnTo>
                    <a:pt x="23342" y="81620"/>
                  </a:lnTo>
                  <a:lnTo>
                    <a:pt x="20625" y="86358"/>
                  </a:lnTo>
                  <a:lnTo>
                    <a:pt x="18065" y="91183"/>
                  </a:lnTo>
                  <a:lnTo>
                    <a:pt x="15663" y="96089"/>
                  </a:lnTo>
                  <a:lnTo>
                    <a:pt x="13423" y="101071"/>
                  </a:lnTo>
                  <a:lnTo>
                    <a:pt x="11346" y="106123"/>
                  </a:lnTo>
                  <a:lnTo>
                    <a:pt x="9436" y="111240"/>
                  </a:lnTo>
                  <a:lnTo>
                    <a:pt x="7694" y="116417"/>
                  </a:lnTo>
                  <a:lnTo>
                    <a:pt x="6123" y="121648"/>
                  </a:lnTo>
                  <a:lnTo>
                    <a:pt x="4723" y="126928"/>
                  </a:lnTo>
                  <a:lnTo>
                    <a:pt x="3496" y="132250"/>
                  </a:lnTo>
                  <a:lnTo>
                    <a:pt x="2443" y="137610"/>
                  </a:lnTo>
                  <a:lnTo>
                    <a:pt x="1567" y="143001"/>
                  </a:lnTo>
                  <a:lnTo>
                    <a:pt x="867" y="148419"/>
                  </a:lnTo>
                  <a:lnTo>
                    <a:pt x="344" y="153856"/>
                  </a:lnTo>
                  <a:lnTo>
                    <a:pt x="0" y="159307"/>
                  </a:lnTo>
                  <a:lnTo>
                    <a:pt x="166984" y="1671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919376" y="4659281"/>
              <a:ext cx="334295" cy="334334"/>
            </a:xfrm>
            <a:custGeom>
              <a:avLst/>
              <a:pathLst>
                <a:path w="334295" h="334334">
                  <a:moveTo>
                    <a:pt x="164" y="159343"/>
                  </a:moveTo>
                  <a:lnTo>
                    <a:pt x="0" y="164644"/>
                  </a:lnTo>
                  <a:lnTo>
                    <a:pt x="4" y="169948"/>
                  </a:lnTo>
                  <a:lnTo>
                    <a:pt x="176" y="175249"/>
                  </a:lnTo>
                  <a:lnTo>
                    <a:pt x="516" y="180542"/>
                  </a:lnTo>
                  <a:lnTo>
                    <a:pt x="1025" y="185821"/>
                  </a:lnTo>
                  <a:lnTo>
                    <a:pt x="1700" y="191081"/>
                  </a:lnTo>
                  <a:lnTo>
                    <a:pt x="2542" y="196318"/>
                  </a:lnTo>
                  <a:lnTo>
                    <a:pt x="3549" y="201525"/>
                  </a:lnTo>
                  <a:lnTo>
                    <a:pt x="4722" y="206697"/>
                  </a:lnTo>
                  <a:lnTo>
                    <a:pt x="6057" y="211830"/>
                  </a:lnTo>
                  <a:lnTo>
                    <a:pt x="7555" y="216918"/>
                  </a:lnTo>
                  <a:lnTo>
                    <a:pt x="9214" y="221956"/>
                  </a:lnTo>
                  <a:lnTo>
                    <a:pt x="11031" y="226938"/>
                  </a:lnTo>
                  <a:lnTo>
                    <a:pt x="13006" y="231860"/>
                  </a:lnTo>
                  <a:lnTo>
                    <a:pt x="15136" y="236718"/>
                  </a:lnTo>
                  <a:lnTo>
                    <a:pt x="17419" y="241505"/>
                  </a:lnTo>
                  <a:lnTo>
                    <a:pt x="19852" y="246217"/>
                  </a:lnTo>
                  <a:lnTo>
                    <a:pt x="22434" y="250850"/>
                  </a:lnTo>
                  <a:lnTo>
                    <a:pt x="25162" y="255399"/>
                  </a:lnTo>
                  <a:lnTo>
                    <a:pt x="28032" y="259859"/>
                  </a:lnTo>
                  <a:lnTo>
                    <a:pt x="31043" y="264225"/>
                  </a:lnTo>
                  <a:lnTo>
                    <a:pt x="34190" y="268494"/>
                  </a:lnTo>
                  <a:lnTo>
                    <a:pt x="37471" y="272661"/>
                  </a:lnTo>
                  <a:lnTo>
                    <a:pt x="40883" y="276721"/>
                  </a:lnTo>
                  <a:lnTo>
                    <a:pt x="44422" y="280672"/>
                  </a:lnTo>
                  <a:lnTo>
                    <a:pt x="48084" y="284508"/>
                  </a:lnTo>
                  <a:lnTo>
                    <a:pt x="51867" y="288226"/>
                  </a:lnTo>
                  <a:lnTo>
                    <a:pt x="55765" y="291822"/>
                  </a:lnTo>
                  <a:lnTo>
                    <a:pt x="59775" y="295292"/>
                  </a:lnTo>
                  <a:lnTo>
                    <a:pt x="63894" y="298634"/>
                  </a:lnTo>
                  <a:lnTo>
                    <a:pt x="68116" y="301843"/>
                  </a:lnTo>
                  <a:lnTo>
                    <a:pt x="72439" y="304917"/>
                  </a:lnTo>
                  <a:lnTo>
                    <a:pt x="76856" y="307852"/>
                  </a:lnTo>
                  <a:lnTo>
                    <a:pt x="81364" y="310646"/>
                  </a:lnTo>
                  <a:lnTo>
                    <a:pt x="85959" y="313295"/>
                  </a:lnTo>
                  <a:lnTo>
                    <a:pt x="90636" y="315797"/>
                  </a:lnTo>
                  <a:lnTo>
                    <a:pt x="95389" y="318149"/>
                  </a:lnTo>
                  <a:lnTo>
                    <a:pt x="100215" y="320350"/>
                  </a:lnTo>
                  <a:lnTo>
                    <a:pt x="105108" y="322396"/>
                  </a:lnTo>
                  <a:lnTo>
                    <a:pt x="110063" y="324286"/>
                  </a:lnTo>
                  <a:lnTo>
                    <a:pt x="115076" y="326017"/>
                  </a:lnTo>
                  <a:lnTo>
                    <a:pt x="120142" y="327589"/>
                  </a:lnTo>
                  <a:lnTo>
                    <a:pt x="125254" y="329000"/>
                  </a:lnTo>
                  <a:lnTo>
                    <a:pt x="130409" y="330247"/>
                  </a:lnTo>
                  <a:lnTo>
                    <a:pt x="135601" y="331331"/>
                  </a:lnTo>
                  <a:lnTo>
                    <a:pt x="140825" y="332249"/>
                  </a:lnTo>
                  <a:lnTo>
                    <a:pt x="146075" y="333001"/>
                  </a:lnTo>
                  <a:lnTo>
                    <a:pt x="151346" y="333586"/>
                  </a:lnTo>
                  <a:lnTo>
                    <a:pt x="156633" y="334003"/>
                  </a:lnTo>
                  <a:lnTo>
                    <a:pt x="161931" y="334253"/>
                  </a:lnTo>
                  <a:lnTo>
                    <a:pt x="167234" y="334334"/>
                  </a:lnTo>
                  <a:lnTo>
                    <a:pt x="172537" y="334247"/>
                  </a:lnTo>
                  <a:lnTo>
                    <a:pt x="177835" y="333992"/>
                  </a:lnTo>
                  <a:lnTo>
                    <a:pt x="183121" y="333569"/>
                  </a:lnTo>
                  <a:lnTo>
                    <a:pt x="188392" y="332979"/>
                  </a:lnTo>
                  <a:lnTo>
                    <a:pt x="193641" y="332222"/>
                  </a:lnTo>
                  <a:lnTo>
                    <a:pt x="198864" y="331298"/>
                  </a:lnTo>
                  <a:lnTo>
                    <a:pt x="204055" y="330209"/>
                  </a:lnTo>
                  <a:lnTo>
                    <a:pt x="209208" y="328957"/>
                  </a:lnTo>
                  <a:lnTo>
                    <a:pt x="214320" y="327541"/>
                  </a:lnTo>
                  <a:lnTo>
                    <a:pt x="219383" y="325964"/>
                  </a:lnTo>
                  <a:lnTo>
                    <a:pt x="224395" y="324227"/>
                  </a:lnTo>
                  <a:lnTo>
                    <a:pt x="229348" y="322332"/>
                  </a:lnTo>
                  <a:lnTo>
                    <a:pt x="234239" y="320280"/>
                  </a:lnTo>
                  <a:lnTo>
                    <a:pt x="239062" y="318075"/>
                  </a:lnTo>
                  <a:lnTo>
                    <a:pt x="243813" y="315718"/>
                  </a:lnTo>
                  <a:lnTo>
                    <a:pt x="248487" y="313211"/>
                  </a:lnTo>
                  <a:lnTo>
                    <a:pt x="253079" y="310557"/>
                  </a:lnTo>
                  <a:lnTo>
                    <a:pt x="257585" y="307759"/>
                  </a:lnTo>
                  <a:lnTo>
                    <a:pt x="261999" y="304819"/>
                  </a:lnTo>
                  <a:lnTo>
                    <a:pt x="266318" y="301741"/>
                  </a:lnTo>
                  <a:lnTo>
                    <a:pt x="270537" y="298527"/>
                  </a:lnTo>
                  <a:lnTo>
                    <a:pt x="274652" y="295182"/>
                  </a:lnTo>
                  <a:lnTo>
                    <a:pt x="278659" y="291707"/>
                  </a:lnTo>
                  <a:lnTo>
                    <a:pt x="282554" y="288107"/>
                  </a:lnTo>
                  <a:lnTo>
                    <a:pt x="286332" y="284385"/>
                  </a:lnTo>
                  <a:lnTo>
                    <a:pt x="289991" y="280545"/>
                  </a:lnTo>
                  <a:lnTo>
                    <a:pt x="293526" y="276591"/>
                  </a:lnTo>
                  <a:lnTo>
                    <a:pt x="296933" y="272527"/>
                  </a:lnTo>
                  <a:lnTo>
                    <a:pt x="300210" y="268357"/>
                  </a:lnTo>
                  <a:lnTo>
                    <a:pt x="303353" y="264085"/>
                  </a:lnTo>
                  <a:lnTo>
                    <a:pt x="306359" y="259715"/>
                  </a:lnTo>
                  <a:lnTo>
                    <a:pt x="309225" y="255252"/>
                  </a:lnTo>
                  <a:lnTo>
                    <a:pt x="311948" y="250701"/>
                  </a:lnTo>
                  <a:lnTo>
                    <a:pt x="314525" y="246065"/>
                  </a:lnTo>
                  <a:lnTo>
                    <a:pt x="316954" y="241350"/>
                  </a:lnTo>
                  <a:lnTo>
                    <a:pt x="319232" y="236561"/>
                  </a:lnTo>
                  <a:lnTo>
                    <a:pt x="321356" y="231701"/>
                  </a:lnTo>
                  <a:lnTo>
                    <a:pt x="323326" y="226777"/>
                  </a:lnTo>
                  <a:lnTo>
                    <a:pt x="325138" y="221793"/>
                  </a:lnTo>
                  <a:lnTo>
                    <a:pt x="326792" y="216753"/>
                  </a:lnTo>
                  <a:lnTo>
                    <a:pt x="328284" y="211664"/>
                  </a:lnTo>
                  <a:lnTo>
                    <a:pt x="329615" y="206530"/>
                  </a:lnTo>
                  <a:lnTo>
                    <a:pt x="330782" y="201356"/>
                  </a:lnTo>
                  <a:lnTo>
                    <a:pt x="331784" y="196148"/>
                  </a:lnTo>
                  <a:lnTo>
                    <a:pt x="332621" y="190911"/>
                  </a:lnTo>
                  <a:lnTo>
                    <a:pt x="333290" y="185650"/>
                  </a:lnTo>
                  <a:lnTo>
                    <a:pt x="333793" y="180370"/>
                  </a:lnTo>
                  <a:lnTo>
                    <a:pt x="334128" y="175077"/>
                  </a:lnTo>
                  <a:lnTo>
                    <a:pt x="334295" y="169776"/>
                  </a:lnTo>
                  <a:lnTo>
                    <a:pt x="334294" y="164472"/>
                  </a:lnTo>
                  <a:lnTo>
                    <a:pt x="334124" y="159171"/>
                  </a:lnTo>
                  <a:lnTo>
                    <a:pt x="333786" y="153878"/>
                  </a:lnTo>
                  <a:lnTo>
                    <a:pt x="333281" y="148599"/>
                  </a:lnTo>
                  <a:lnTo>
                    <a:pt x="332608" y="143338"/>
                  </a:lnTo>
                  <a:lnTo>
                    <a:pt x="331769" y="138101"/>
                  </a:lnTo>
                  <a:lnTo>
                    <a:pt x="330764" y="132893"/>
                  </a:lnTo>
                  <a:lnTo>
                    <a:pt x="329595" y="127720"/>
                  </a:lnTo>
                  <a:lnTo>
                    <a:pt x="328261" y="122587"/>
                  </a:lnTo>
                  <a:lnTo>
                    <a:pt x="326766" y="117498"/>
                  </a:lnTo>
                  <a:lnTo>
                    <a:pt x="325110" y="112460"/>
                  </a:lnTo>
                  <a:lnTo>
                    <a:pt x="323295" y="107476"/>
                  </a:lnTo>
                  <a:lnTo>
                    <a:pt x="321323" y="102553"/>
                  </a:lnTo>
                  <a:lnTo>
                    <a:pt x="319196" y="97695"/>
                  </a:lnTo>
                  <a:lnTo>
                    <a:pt x="316915" y="92906"/>
                  </a:lnTo>
                  <a:lnTo>
                    <a:pt x="314484" y="88192"/>
                  </a:lnTo>
                  <a:lnTo>
                    <a:pt x="311905" y="83558"/>
                  </a:lnTo>
                  <a:lnTo>
                    <a:pt x="309180" y="79008"/>
                  </a:lnTo>
                  <a:lnTo>
                    <a:pt x="306312" y="74547"/>
                  </a:lnTo>
                  <a:lnTo>
                    <a:pt x="303303" y="70179"/>
                  </a:lnTo>
                  <a:lnTo>
                    <a:pt x="300158" y="65909"/>
                  </a:lnTo>
                  <a:lnTo>
                    <a:pt x="296879" y="61740"/>
                  </a:lnTo>
                  <a:lnTo>
                    <a:pt x="293469" y="57678"/>
                  </a:lnTo>
                  <a:lnTo>
                    <a:pt x="289932" y="53726"/>
                  </a:lnTo>
                  <a:lnTo>
                    <a:pt x="286272" y="49888"/>
                  </a:lnTo>
                  <a:lnTo>
                    <a:pt x="282492" y="46168"/>
                  </a:lnTo>
                  <a:lnTo>
                    <a:pt x="278595" y="42570"/>
                  </a:lnTo>
                  <a:lnTo>
                    <a:pt x="274586" y="39097"/>
                  </a:lnTo>
                  <a:lnTo>
                    <a:pt x="270470" y="35753"/>
                  </a:lnTo>
                  <a:lnTo>
                    <a:pt x="266249" y="32542"/>
                  </a:lnTo>
                  <a:lnTo>
                    <a:pt x="261928" y="29466"/>
                  </a:lnTo>
                  <a:lnTo>
                    <a:pt x="257512" y="26528"/>
                  </a:lnTo>
                  <a:lnTo>
                    <a:pt x="253005" y="23732"/>
                  </a:lnTo>
                  <a:lnTo>
                    <a:pt x="248412" y="21081"/>
                  </a:lnTo>
                  <a:lnTo>
                    <a:pt x="243737" y="18577"/>
                  </a:lnTo>
                  <a:lnTo>
                    <a:pt x="238985" y="16222"/>
                  </a:lnTo>
                  <a:lnTo>
                    <a:pt x="234160" y="14019"/>
                  </a:lnTo>
                  <a:lnTo>
                    <a:pt x="229268" y="11970"/>
                  </a:lnTo>
                  <a:lnTo>
                    <a:pt x="224314" y="10078"/>
                  </a:lnTo>
                  <a:lnTo>
                    <a:pt x="219301" y="8343"/>
                  </a:lnTo>
                  <a:lnTo>
                    <a:pt x="214237" y="6769"/>
                  </a:lnTo>
                  <a:lnTo>
                    <a:pt x="209125" y="5356"/>
                  </a:lnTo>
                  <a:lnTo>
                    <a:pt x="203971" y="4105"/>
                  </a:lnTo>
                  <a:lnTo>
                    <a:pt x="198779" y="3019"/>
                  </a:lnTo>
                  <a:lnTo>
                    <a:pt x="193556" y="2099"/>
                  </a:lnTo>
                  <a:lnTo>
                    <a:pt x="188307" y="1344"/>
                  </a:lnTo>
                  <a:lnTo>
                    <a:pt x="183036" y="756"/>
                  </a:lnTo>
                  <a:lnTo>
                    <a:pt x="177749" y="336"/>
                  </a:lnTo>
                  <a:lnTo>
                    <a:pt x="172451" y="84"/>
                  </a:lnTo>
                  <a:lnTo>
                    <a:pt x="167148" y="0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669" y="5018213"/>
              <a:ext cx="51" cy="167167"/>
            </a:xfrm>
            <a:custGeom>
              <a:avLst/>
              <a:pathLst>
                <a:path w="51" h="167167">
                  <a:moveTo>
                    <a:pt x="0" y="0"/>
                  </a:moveTo>
                  <a:lnTo>
                    <a:pt x="51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669" y="5018213"/>
              <a:ext cx="51" cy="167167"/>
            </a:xfrm>
            <a:custGeom>
              <a:avLst/>
              <a:pathLst>
                <a:path w="51" h="167167">
                  <a:moveTo>
                    <a:pt x="0" y="0"/>
                  </a:moveTo>
                  <a:lnTo>
                    <a:pt x="51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669" y="5018213"/>
              <a:ext cx="51" cy="167167"/>
            </a:xfrm>
            <a:custGeom>
              <a:avLst/>
              <a:pathLst>
                <a:path w="51" h="167167">
                  <a:moveTo>
                    <a:pt x="0" y="0"/>
                  </a:moveTo>
                  <a:lnTo>
                    <a:pt x="5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488669" y="5018213"/>
              <a:ext cx="51" cy="167167"/>
            </a:xfrm>
            <a:custGeom>
              <a:avLst/>
              <a:pathLst>
                <a:path w="51" h="167167">
                  <a:moveTo>
                    <a:pt x="0" y="0"/>
                  </a:moveTo>
                  <a:lnTo>
                    <a:pt x="5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488669" y="5018213"/>
              <a:ext cx="51" cy="167167"/>
            </a:xfrm>
            <a:custGeom>
              <a:avLst/>
              <a:pathLst>
                <a:path w="51" h="167167">
                  <a:moveTo>
                    <a:pt x="0" y="0"/>
                  </a:moveTo>
                  <a:lnTo>
                    <a:pt x="5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488669" y="5018213"/>
              <a:ext cx="51" cy="167167"/>
            </a:xfrm>
            <a:custGeom>
              <a:avLst/>
              <a:pathLst>
                <a:path w="51" h="167167">
                  <a:moveTo>
                    <a:pt x="0" y="0"/>
                  </a:moveTo>
                  <a:lnTo>
                    <a:pt x="5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488669" y="5018213"/>
              <a:ext cx="51" cy="167167"/>
            </a:xfrm>
            <a:custGeom>
              <a:avLst/>
              <a:pathLst>
                <a:path w="51" h="167167">
                  <a:moveTo>
                    <a:pt x="0" y="0"/>
                  </a:moveTo>
                  <a:lnTo>
                    <a:pt x="5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488669" y="5018213"/>
              <a:ext cx="51" cy="167167"/>
            </a:xfrm>
            <a:custGeom>
              <a:avLst/>
              <a:pathLst>
                <a:path w="51" h="167167">
                  <a:moveTo>
                    <a:pt x="0" y="0"/>
                  </a:moveTo>
                  <a:lnTo>
                    <a:pt x="51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488669" y="5018213"/>
              <a:ext cx="51" cy="167167"/>
            </a:xfrm>
            <a:custGeom>
              <a:avLst/>
              <a:pathLst>
                <a:path w="51" h="167167">
                  <a:moveTo>
                    <a:pt x="0" y="0"/>
                  </a:moveTo>
                  <a:lnTo>
                    <a:pt x="51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321570" y="5018213"/>
              <a:ext cx="334309" cy="334333"/>
            </a:xfrm>
            <a:custGeom>
              <a:avLst/>
              <a:pathLst>
                <a:path w="334309" h="334333">
                  <a:moveTo>
                    <a:pt x="167099" y="0"/>
                  </a:moveTo>
                  <a:lnTo>
                    <a:pt x="161802" y="85"/>
                  </a:lnTo>
                  <a:lnTo>
                    <a:pt x="156511" y="338"/>
                  </a:lnTo>
                  <a:lnTo>
                    <a:pt x="151230" y="759"/>
                  </a:lnTo>
                  <a:lnTo>
                    <a:pt x="145965" y="1347"/>
                  </a:lnTo>
                  <a:lnTo>
                    <a:pt x="140721" y="2102"/>
                  </a:lnTo>
                  <a:lnTo>
                    <a:pt x="135504" y="3022"/>
                  </a:lnTo>
                  <a:lnTo>
                    <a:pt x="130319" y="4107"/>
                  </a:lnTo>
                  <a:lnTo>
                    <a:pt x="125171" y="5356"/>
                  </a:lnTo>
                  <a:lnTo>
                    <a:pt x="120064" y="6768"/>
                  </a:lnTo>
                  <a:lnTo>
                    <a:pt x="115006" y="8340"/>
                  </a:lnTo>
                  <a:lnTo>
                    <a:pt x="109999" y="10072"/>
                  </a:lnTo>
                  <a:lnTo>
                    <a:pt x="105050" y="11962"/>
                  </a:lnTo>
                  <a:lnTo>
                    <a:pt x="100163" y="14008"/>
                  </a:lnTo>
                  <a:lnTo>
                    <a:pt x="95344" y="16207"/>
                  </a:lnTo>
                  <a:lnTo>
                    <a:pt x="90597" y="18558"/>
                  </a:lnTo>
                  <a:lnTo>
                    <a:pt x="85926" y="21059"/>
                  </a:lnTo>
                  <a:lnTo>
                    <a:pt x="81337" y="23706"/>
                  </a:lnTo>
                  <a:lnTo>
                    <a:pt x="76835" y="26497"/>
                  </a:lnTo>
                  <a:lnTo>
                    <a:pt x="72423" y="29429"/>
                  </a:lnTo>
                  <a:lnTo>
                    <a:pt x="68106" y="32500"/>
                  </a:lnTo>
                  <a:lnTo>
                    <a:pt x="63888" y="35706"/>
                  </a:lnTo>
                  <a:lnTo>
                    <a:pt x="59775" y="39044"/>
                  </a:lnTo>
                  <a:lnTo>
                    <a:pt x="55769" y="42511"/>
                  </a:lnTo>
                  <a:lnTo>
                    <a:pt x="51875" y="46103"/>
                  </a:lnTo>
                  <a:lnTo>
                    <a:pt x="48097" y="49816"/>
                  </a:lnTo>
                  <a:lnTo>
                    <a:pt x="44438" y="53647"/>
                  </a:lnTo>
                  <a:lnTo>
                    <a:pt x="40903" y="57593"/>
                  </a:lnTo>
                  <a:lnTo>
                    <a:pt x="37494" y="61648"/>
                  </a:lnTo>
                  <a:lnTo>
                    <a:pt x="34216" y="65809"/>
                  </a:lnTo>
                  <a:lnTo>
                    <a:pt x="31071" y="70073"/>
                  </a:lnTo>
                  <a:lnTo>
                    <a:pt x="28063" y="74433"/>
                  </a:lnTo>
                  <a:lnTo>
                    <a:pt x="25194" y="78887"/>
                  </a:lnTo>
                  <a:lnTo>
                    <a:pt x="22468" y="83429"/>
                  </a:lnTo>
                  <a:lnTo>
                    <a:pt x="19887" y="88056"/>
                  </a:lnTo>
                  <a:lnTo>
                    <a:pt x="17455" y="92762"/>
                  </a:lnTo>
                  <a:lnTo>
                    <a:pt x="15172" y="97543"/>
                  </a:lnTo>
                  <a:lnTo>
                    <a:pt x="13042" y="102393"/>
                  </a:lnTo>
                  <a:lnTo>
                    <a:pt x="11067" y="107309"/>
                  </a:lnTo>
                  <a:lnTo>
                    <a:pt x="9249" y="112285"/>
                  </a:lnTo>
                  <a:lnTo>
                    <a:pt x="7589" y="117316"/>
                  </a:lnTo>
                  <a:lnTo>
                    <a:pt x="6090" y="122396"/>
                  </a:lnTo>
                  <a:lnTo>
                    <a:pt x="4752" y="127522"/>
                  </a:lnTo>
                  <a:lnTo>
                    <a:pt x="3577" y="132688"/>
                  </a:lnTo>
                  <a:lnTo>
                    <a:pt x="2567" y="137889"/>
                  </a:lnTo>
                  <a:lnTo>
                    <a:pt x="1722" y="143118"/>
                  </a:lnTo>
                  <a:lnTo>
                    <a:pt x="1043" y="148372"/>
                  </a:lnTo>
                  <a:lnTo>
                    <a:pt x="531" y="153645"/>
                  </a:lnTo>
                  <a:lnTo>
                    <a:pt x="186" y="158931"/>
                  </a:lnTo>
                  <a:lnTo>
                    <a:pt x="9" y="164226"/>
                  </a:lnTo>
                  <a:lnTo>
                    <a:pt x="0" y="169524"/>
                  </a:lnTo>
                  <a:lnTo>
                    <a:pt x="158" y="174819"/>
                  </a:lnTo>
                  <a:lnTo>
                    <a:pt x="484" y="180106"/>
                  </a:lnTo>
                  <a:lnTo>
                    <a:pt x="978" y="185381"/>
                  </a:lnTo>
                  <a:lnTo>
                    <a:pt x="1639" y="190637"/>
                  </a:lnTo>
                  <a:lnTo>
                    <a:pt x="2465" y="195870"/>
                  </a:lnTo>
                  <a:lnTo>
                    <a:pt x="3458" y="201074"/>
                  </a:lnTo>
                  <a:lnTo>
                    <a:pt x="4614" y="206244"/>
                  </a:lnTo>
                  <a:lnTo>
                    <a:pt x="5934" y="211374"/>
                  </a:lnTo>
                  <a:lnTo>
                    <a:pt x="7416" y="216460"/>
                  </a:lnTo>
                  <a:lnTo>
                    <a:pt x="9058" y="221497"/>
                  </a:lnTo>
                  <a:lnTo>
                    <a:pt x="10859" y="226479"/>
                  </a:lnTo>
                  <a:lnTo>
                    <a:pt x="12817" y="231402"/>
                  </a:lnTo>
                  <a:lnTo>
                    <a:pt x="14930" y="236260"/>
                  </a:lnTo>
                  <a:lnTo>
                    <a:pt x="17195" y="241048"/>
                  </a:lnTo>
                  <a:lnTo>
                    <a:pt x="19612" y="245763"/>
                  </a:lnTo>
                  <a:lnTo>
                    <a:pt x="22176" y="250398"/>
                  </a:lnTo>
                  <a:lnTo>
                    <a:pt x="24886" y="254950"/>
                  </a:lnTo>
                  <a:lnTo>
                    <a:pt x="27739" y="259414"/>
                  </a:lnTo>
                  <a:lnTo>
                    <a:pt x="30732" y="263785"/>
                  </a:lnTo>
                  <a:lnTo>
                    <a:pt x="33862" y="268059"/>
                  </a:lnTo>
                  <a:lnTo>
                    <a:pt x="37126" y="272232"/>
                  </a:lnTo>
                  <a:lnTo>
                    <a:pt x="40520" y="276299"/>
                  </a:lnTo>
                  <a:lnTo>
                    <a:pt x="44042" y="280257"/>
                  </a:lnTo>
                  <a:lnTo>
                    <a:pt x="47687" y="284101"/>
                  </a:lnTo>
                  <a:lnTo>
                    <a:pt x="51453" y="287827"/>
                  </a:lnTo>
                  <a:lnTo>
                    <a:pt x="55334" y="291433"/>
                  </a:lnTo>
                  <a:lnTo>
                    <a:pt x="59328" y="294914"/>
                  </a:lnTo>
                  <a:lnTo>
                    <a:pt x="63430" y="298266"/>
                  </a:lnTo>
                  <a:lnTo>
                    <a:pt x="67636" y="301487"/>
                  </a:lnTo>
                  <a:lnTo>
                    <a:pt x="71942" y="304573"/>
                  </a:lnTo>
                  <a:lnTo>
                    <a:pt x="76344" y="307520"/>
                  </a:lnTo>
                  <a:lnTo>
                    <a:pt x="80836" y="310327"/>
                  </a:lnTo>
                  <a:lnTo>
                    <a:pt x="85416" y="312990"/>
                  </a:lnTo>
                  <a:lnTo>
                    <a:pt x="90078" y="315507"/>
                  </a:lnTo>
                  <a:lnTo>
                    <a:pt x="94817" y="317875"/>
                  </a:lnTo>
                  <a:lnTo>
                    <a:pt x="99628" y="320091"/>
                  </a:lnTo>
                  <a:lnTo>
                    <a:pt x="104508" y="322154"/>
                  </a:lnTo>
                  <a:lnTo>
                    <a:pt x="109450" y="324061"/>
                  </a:lnTo>
                  <a:lnTo>
                    <a:pt x="114451" y="325810"/>
                  </a:lnTo>
                  <a:lnTo>
                    <a:pt x="119504" y="327400"/>
                  </a:lnTo>
                  <a:lnTo>
                    <a:pt x="124605" y="328830"/>
                  </a:lnTo>
                  <a:lnTo>
                    <a:pt x="129749" y="330097"/>
                  </a:lnTo>
                  <a:lnTo>
                    <a:pt x="134931" y="331200"/>
                  </a:lnTo>
                  <a:lnTo>
                    <a:pt x="140144" y="332139"/>
                  </a:lnTo>
                  <a:lnTo>
                    <a:pt x="145385" y="332911"/>
                  </a:lnTo>
                  <a:lnTo>
                    <a:pt x="150648" y="333518"/>
                  </a:lnTo>
                  <a:lnTo>
                    <a:pt x="155927" y="333957"/>
                  </a:lnTo>
                  <a:lnTo>
                    <a:pt x="161218" y="334229"/>
                  </a:lnTo>
                  <a:lnTo>
                    <a:pt x="166515" y="334333"/>
                  </a:lnTo>
                  <a:lnTo>
                    <a:pt x="171812" y="334269"/>
                  </a:lnTo>
                  <a:lnTo>
                    <a:pt x="177104" y="334038"/>
                  </a:lnTo>
                  <a:lnTo>
                    <a:pt x="182387" y="333639"/>
                  </a:lnTo>
                  <a:lnTo>
                    <a:pt x="187654" y="333072"/>
                  </a:lnTo>
                  <a:lnTo>
                    <a:pt x="192901" y="332339"/>
                  </a:lnTo>
                  <a:lnTo>
                    <a:pt x="198122" y="331440"/>
                  </a:lnTo>
                  <a:lnTo>
                    <a:pt x="203311" y="330376"/>
                  </a:lnTo>
                  <a:lnTo>
                    <a:pt x="208465" y="329149"/>
                  </a:lnTo>
                  <a:lnTo>
                    <a:pt x="213577" y="327758"/>
                  </a:lnTo>
                  <a:lnTo>
                    <a:pt x="218642" y="326206"/>
                  </a:lnTo>
                  <a:lnTo>
                    <a:pt x="223655" y="324495"/>
                  </a:lnTo>
                  <a:lnTo>
                    <a:pt x="228612" y="322626"/>
                  </a:lnTo>
                  <a:lnTo>
                    <a:pt x="233507" y="320600"/>
                  </a:lnTo>
                  <a:lnTo>
                    <a:pt x="238336" y="318420"/>
                  </a:lnTo>
                  <a:lnTo>
                    <a:pt x="243093" y="316089"/>
                  </a:lnTo>
                  <a:lnTo>
                    <a:pt x="247773" y="313608"/>
                  </a:lnTo>
                  <a:lnTo>
                    <a:pt x="252373" y="310979"/>
                  </a:lnTo>
                  <a:lnTo>
                    <a:pt x="256887" y="308207"/>
                  </a:lnTo>
                  <a:lnTo>
                    <a:pt x="261311" y="305293"/>
                  </a:lnTo>
                  <a:lnTo>
                    <a:pt x="265641" y="302240"/>
                  </a:lnTo>
                  <a:lnTo>
                    <a:pt x="269871" y="299051"/>
                  </a:lnTo>
                  <a:lnTo>
                    <a:pt x="273998" y="295730"/>
                  </a:lnTo>
                  <a:lnTo>
                    <a:pt x="278018" y="292280"/>
                  </a:lnTo>
                  <a:lnTo>
                    <a:pt x="281927" y="288704"/>
                  </a:lnTo>
                  <a:lnTo>
                    <a:pt x="285721" y="285006"/>
                  </a:lnTo>
                  <a:lnTo>
                    <a:pt x="289395" y="281190"/>
                  </a:lnTo>
                  <a:lnTo>
                    <a:pt x="292947" y="277259"/>
                  </a:lnTo>
                  <a:lnTo>
                    <a:pt x="296372" y="273218"/>
                  </a:lnTo>
                  <a:lnTo>
                    <a:pt x="299667" y="269070"/>
                  </a:lnTo>
                  <a:lnTo>
                    <a:pt x="302830" y="264820"/>
                  </a:lnTo>
                  <a:lnTo>
                    <a:pt x="305856" y="260471"/>
                  </a:lnTo>
                  <a:lnTo>
                    <a:pt x="308743" y="256030"/>
                  </a:lnTo>
                  <a:lnTo>
                    <a:pt x="311487" y="251498"/>
                  </a:lnTo>
                  <a:lnTo>
                    <a:pt x="314087" y="246882"/>
                  </a:lnTo>
                  <a:lnTo>
                    <a:pt x="316539" y="242187"/>
                  </a:lnTo>
                  <a:lnTo>
                    <a:pt x="318841" y="237415"/>
                  </a:lnTo>
                  <a:lnTo>
                    <a:pt x="320991" y="232573"/>
                  </a:lnTo>
                  <a:lnTo>
                    <a:pt x="322986" y="227666"/>
                  </a:lnTo>
                  <a:lnTo>
                    <a:pt x="324825" y="222698"/>
                  </a:lnTo>
                  <a:lnTo>
                    <a:pt x="326505" y="217674"/>
                  </a:lnTo>
                  <a:lnTo>
                    <a:pt x="328026" y="212599"/>
                  </a:lnTo>
                  <a:lnTo>
                    <a:pt x="329385" y="207479"/>
                  </a:lnTo>
                  <a:lnTo>
                    <a:pt x="330580" y="202318"/>
                  </a:lnTo>
                  <a:lnTo>
                    <a:pt x="331612" y="197121"/>
                  </a:lnTo>
                  <a:lnTo>
                    <a:pt x="332479" y="191895"/>
                  </a:lnTo>
                  <a:lnTo>
                    <a:pt x="333179" y="186644"/>
                  </a:lnTo>
                  <a:lnTo>
                    <a:pt x="333713" y="181373"/>
                  </a:lnTo>
                  <a:lnTo>
                    <a:pt x="334080" y="176089"/>
                  </a:lnTo>
                  <a:lnTo>
                    <a:pt x="334278" y="170795"/>
                  </a:lnTo>
                  <a:lnTo>
                    <a:pt x="334309" y="165497"/>
                  </a:lnTo>
                  <a:lnTo>
                    <a:pt x="334173" y="160201"/>
                  </a:lnTo>
                  <a:lnTo>
                    <a:pt x="333868" y="154913"/>
                  </a:lnTo>
                  <a:lnTo>
                    <a:pt x="333396" y="149636"/>
                  </a:lnTo>
                  <a:lnTo>
                    <a:pt x="332757" y="144377"/>
                  </a:lnTo>
                  <a:lnTo>
                    <a:pt x="331952" y="139141"/>
                  </a:lnTo>
                  <a:lnTo>
                    <a:pt x="330981" y="133933"/>
                  </a:lnTo>
                  <a:lnTo>
                    <a:pt x="329846" y="128759"/>
                  </a:lnTo>
                  <a:lnTo>
                    <a:pt x="328547" y="123623"/>
                  </a:lnTo>
                  <a:lnTo>
                    <a:pt x="327086" y="118530"/>
                  </a:lnTo>
                  <a:lnTo>
                    <a:pt x="325465" y="113487"/>
                  </a:lnTo>
                  <a:lnTo>
                    <a:pt x="323684" y="108498"/>
                  </a:lnTo>
                  <a:lnTo>
                    <a:pt x="321747" y="103567"/>
                  </a:lnTo>
                  <a:lnTo>
                    <a:pt x="319654" y="98700"/>
                  </a:lnTo>
                  <a:lnTo>
                    <a:pt x="317408" y="93902"/>
                  </a:lnTo>
                  <a:lnTo>
                    <a:pt x="315011" y="89178"/>
                  </a:lnTo>
                  <a:lnTo>
                    <a:pt x="312465" y="84532"/>
                  </a:lnTo>
                  <a:lnTo>
                    <a:pt x="309774" y="79969"/>
                  </a:lnTo>
                  <a:lnTo>
                    <a:pt x="306939" y="75494"/>
                  </a:lnTo>
                  <a:lnTo>
                    <a:pt x="303964" y="71110"/>
                  </a:lnTo>
                  <a:lnTo>
                    <a:pt x="300852" y="66823"/>
                  </a:lnTo>
                  <a:lnTo>
                    <a:pt x="297605" y="62637"/>
                  </a:lnTo>
                  <a:lnTo>
                    <a:pt x="294228" y="58556"/>
                  </a:lnTo>
                  <a:lnTo>
                    <a:pt x="290722" y="54584"/>
                  </a:lnTo>
                  <a:lnTo>
                    <a:pt x="287093" y="50725"/>
                  </a:lnTo>
                  <a:lnTo>
                    <a:pt x="283343" y="46983"/>
                  </a:lnTo>
                  <a:lnTo>
                    <a:pt x="279476" y="43361"/>
                  </a:lnTo>
                  <a:lnTo>
                    <a:pt x="275497" y="39864"/>
                  </a:lnTo>
                  <a:lnTo>
                    <a:pt x="271409" y="36495"/>
                  </a:lnTo>
                  <a:lnTo>
                    <a:pt x="267216" y="33257"/>
                  </a:lnTo>
                  <a:lnTo>
                    <a:pt x="262923" y="30154"/>
                  </a:lnTo>
                  <a:lnTo>
                    <a:pt x="258533" y="27188"/>
                  </a:lnTo>
                  <a:lnTo>
                    <a:pt x="254052" y="24363"/>
                  </a:lnTo>
                  <a:lnTo>
                    <a:pt x="249483" y="21681"/>
                  </a:lnTo>
                  <a:lnTo>
                    <a:pt x="244832" y="19145"/>
                  </a:lnTo>
                  <a:lnTo>
                    <a:pt x="240103" y="16758"/>
                  </a:lnTo>
                  <a:lnTo>
                    <a:pt x="235300" y="14522"/>
                  </a:lnTo>
                  <a:lnTo>
                    <a:pt x="230429" y="12439"/>
                  </a:lnTo>
                  <a:lnTo>
                    <a:pt x="225495" y="10512"/>
                  </a:lnTo>
                  <a:lnTo>
                    <a:pt x="220501" y="8741"/>
                  </a:lnTo>
                  <a:lnTo>
                    <a:pt x="215455" y="7131"/>
                  </a:lnTo>
                  <a:lnTo>
                    <a:pt x="210359" y="5680"/>
                  </a:lnTo>
                  <a:lnTo>
                    <a:pt x="205221" y="4392"/>
                  </a:lnTo>
                  <a:lnTo>
                    <a:pt x="200044" y="3268"/>
                  </a:lnTo>
                  <a:lnTo>
                    <a:pt x="194834" y="2308"/>
                  </a:lnTo>
                  <a:lnTo>
                    <a:pt x="189596" y="1513"/>
                  </a:lnTo>
                  <a:lnTo>
                    <a:pt x="184336" y="885"/>
                  </a:lnTo>
                  <a:lnTo>
                    <a:pt x="179059" y="424"/>
                  </a:lnTo>
                  <a:lnTo>
                    <a:pt x="173769" y="131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488720" y="5018213"/>
              <a:ext cx="6618" cy="167167"/>
            </a:xfrm>
            <a:custGeom>
              <a:avLst/>
              <a:pathLst>
                <a:path w="6618" h="167167">
                  <a:moveTo>
                    <a:pt x="6618" y="13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797336" y="5269756"/>
              <a:ext cx="167164" cy="168168"/>
            </a:xfrm>
            <a:custGeom>
              <a:avLst/>
              <a:pathLst>
                <a:path w="167164" h="168168">
                  <a:moveTo>
                    <a:pt x="167164" y="0"/>
                  </a:moveTo>
                  <a:lnTo>
                    <a:pt x="161786" y="86"/>
                  </a:lnTo>
                  <a:lnTo>
                    <a:pt x="156413" y="346"/>
                  </a:lnTo>
                  <a:lnTo>
                    <a:pt x="151051" y="778"/>
                  </a:lnTo>
                  <a:lnTo>
                    <a:pt x="145706" y="1382"/>
                  </a:lnTo>
                  <a:lnTo>
                    <a:pt x="140383" y="2159"/>
                  </a:lnTo>
                  <a:lnTo>
                    <a:pt x="135088" y="3106"/>
                  </a:lnTo>
                  <a:lnTo>
                    <a:pt x="129826" y="4223"/>
                  </a:lnTo>
                  <a:lnTo>
                    <a:pt x="124603" y="5508"/>
                  </a:lnTo>
                  <a:lnTo>
                    <a:pt x="119424" y="6961"/>
                  </a:lnTo>
                  <a:lnTo>
                    <a:pt x="114294" y="8580"/>
                  </a:lnTo>
                  <a:lnTo>
                    <a:pt x="109219" y="10363"/>
                  </a:lnTo>
                  <a:lnTo>
                    <a:pt x="104204" y="12309"/>
                  </a:lnTo>
                  <a:lnTo>
                    <a:pt x="99255" y="14415"/>
                  </a:lnTo>
                  <a:lnTo>
                    <a:pt x="94375" y="16679"/>
                  </a:lnTo>
                  <a:lnTo>
                    <a:pt x="89571" y="19098"/>
                  </a:lnTo>
                  <a:lnTo>
                    <a:pt x="84847" y="21671"/>
                  </a:lnTo>
                  <a:lnTo>
                    <a:pt x="80209" y="24395"/>
                  </a:lnTo>
                  <a:lnTo>
                    <a:pt x="75660" y="27267"/>
                  </a:lnTo>
                  <a:lnTo>
                    <a:pt x="71207" y="30283"/>
                  </a:lnTo>
                  <a:lnTo>
                    <a:pt x="66852" y="33441"/>
                  </a:lnTo>
                  <a:lnTo>
                    <a:pt x="62602" y="36738"/>
                  </a:lnTo>
                  <a:lnTo>
                    <a:pt x="58460" y="40170"/>
                  </a:lnTo>
                  <a:lnTo>
                    <a:pt x="54430" y="43733"/>
                  </a:lnTo>
                  <a:lnTo>
                    <a:pt x="50517" y="47424"/>
                  </a:lnTo>
                  <a:lnTo>
                    <a:pt x="46725" y="51239"/>
                  </a:lnTo>
                  <a:lnTo>
                    <a:pt x="43057" y="55174"/>
                  </a:lnTo>
                  <a:lnTo>
                    <a:pt x="39518" y="59225"/>
                  </a:lnTo>
                  <a:lnTo>
                    <a:pt x="36111" y="63387"/>
                  </a:lnTo>
                  <a:lnTo>
                    <a:pt x="32840" y="67658"/>
                  </a:lnTo>
                  <a:lnTo>
                    <a:pt x="29708" y="72031"/>
                  </a:lnTo>
                  <a:lnTo>
                    <a:pt x="26719" y="76503"/>
                  </a:lnTo>
                  <a:lnTo>
                    <a:pt x="23874" y="81068"/>
                  </a:lnTo>
                  <a:lnTo>
                    <a:pt x="21178" y="85723"/>
                  </a:lnTo>
                  <a:lnTo>
                    <a:pt x="18633" y="90462"/>
                  </a:lnTo>
                  <a:lnTo>
                    <a:pt x="16243" y="95280"/>
                  </a:lnTo>
                  <a:lnTo>
                    <a:pt x="14008" y="100173"/>
                  </a:lnTo>
                  <a:lnTo>
                    <a:pt x="11932" y="105136"/>
                  </a:lnTo>
                  <a:lnTo>
                    <a:pt x="10016" y="110162"/>
                  </a:lnTo>
                  <a:lnTo>
                    <a:pt x="8264" y="115248"/>
                  </a:lnTo>
                  <a:lnTo>
                    <a:pt x="6675" y="120387"/>
                  </a:lnTo>
                  <a:lnTo>
                    <a:pt x="5253" y="125575"/>
                  </a:lnTo>
                  <a:lnTo>
                    <a:pt x="3999" y="130805"/>
                  </a:lnTo>
                  <a:lnTo>
                    <a:pt x="2914" y="136074"/>
                  </a:lnTo>
                  <a:lnTo>
                    <a:pt x="1998" y="141375"/>
                  </a:lnTo>
                  <a:lnTo>
                    <a:pt x="1254" y="146702"/>
                  </a:lnTo>
                  <a:lnTo>
                    <a:pt x="681" y="152050"/>
                  </a:lnTo>
                  <a:lnTo>
                    <a:pt x="281" y="157415"/>
                  </a:lnTo>
                  <a:lnTo>
                    <a:pt x="54" y="162789"/>
                  </a:lnTo>
                  <a:lnTo>
                    <a:pt x="0" y="168168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797336" y="5269756"/>
              <a:ext cx="334318" cy="334331"/>
            </a:xfrm>
            <a:custGeom>
              <a:avLst/>
              <a:pathLst>
                <a:path w="334318" h="334331">
                  <a:moveTo>
                    <a:pt x="0" y="168168"/>
                  </a:moveTo>
                  <a:lnTo>
                    <a:pt x="116" y="173482"/>
                  </a:lnTo>
                  <a:lnTo>
                    <a:pt x="401" y="178790"/>
                  </a:lnTo>
                  <a:lnTo>
                    <a:pt x="855" y="184086"/>
                  </a:lnTo>
                  <a:lnTo>
                    <a:pt x="1477" y="189366"/>
                  </a:lnTo>
                  <a:lnTo>
                    <a:pt x="2267" y="194622"/>
                  </a:lnTo>
                  <a:lnTo>
                    <a:pt x="3223" y="199851"/>
                  </a:lnTo>
                  <a:lnTo>
                    <a:pt x="4345" y="205047"/>
                  </a:lnTo>
                  <a:lnTo>
                    <a:pt x="5632" y="210205"/>
                  </a:lnTo>
                  <a:lnTo>
                    <a:pt x="7082" y="215319"/>
                  </a:lnTo>
                  <a:lnTo>
                    <a:pt x="8694" y="220384"/>
                  </a:lnTo>
                  <a:lnTo>
                    <a:pt x="10466" y="225396"/>
                  </a:lnTo>
                  <a:lnTo>
                    <a:pt x="12396" y="230349"/>
                  </a:lnTo>
                  <a:lnTo>
                    <a:pt x="14483" y="235238"/>
                  </a:lnTo>
                  <a:lnTo>
                    <a:pt x="16725" y="240058"/>
                  </a:lnTo>
                  <a:lnTo>
                    <a:pt x="19119" y="244804"/>
                  </a:lnTo>
                  <a:lnTo>
                    <a:pt x="21662" y="249472"/>
                  </a:lnTo>
                  <a:lnTo>
                    <a:pt x="24352" y="254056"/>
                  </a:lnTo>
                  <a:lnTo>
                    <a:pt x="27187" y="258553"/>
                  </a:lnTo>
                  <a:lnTo>
                    <a:pt x="30163" y="262957"/>
                  </a:lnTo>
                  <a:lnTo>
                    <a:pt x="33278" y="267265"/>
                  </a:lnTo>
                  <a:lnTo>
                    <a:pt x="36529" y="271471"/>
                  </a:lnTo>
                  <a:lnTo>
                    <a:pt x="39911" y="275572"/>
                  </a:lnTo>
                  <a:lnTo>
                    <a:pt x="43422" y="279563"/>
                  </a:lnTo>
                  <a:lnTo>
                    <a:pt x="47058" y="283440"/>
                  </a:lnTo>
                  <a:lnTo>
                    <a:pt x="50816" y="287200"/>
                  </a:lnTo>
                  <a:lnTo>
                    <a:pt x="54691" y="290839"/>
                  </a:lnTo>
                  <a:lnTo>
                    <a:pt x="58680" y="294353"/>
                  </a:lnTo>
                  <a:lnTo>
                    <a:pt x="62779" y="297737"/>
                  </a:lnTo>
                  <a:lnTo>
                    <a:pt x="66983" y="300990"/>
                  </a:lnTo>
                  <a:lnTo>
                    <a:pt x="71288" y="304108"/>
                  </a:lnTo>
                  <a:lnTo>
                    <a:pt x="75691" y="307087"/>
                  </a:lnTo>
                  <a:lnTo>
                    <a:pt x="80186" y="309925"/>
                  </a:lnTo>
                  <a:lnTo>
                    <a:pt x="84769" y="312618"/>
                  </a:lnTo>
                  <a:lnTo>
                    <a:pt x="89435" y="315164"/>
                  </a:lnTo>
                  <a:lnTo>
                    <a:pt x="94180" y="317561"/>
                  </a:lnTo>
                  <a:lnTo>
                    <a:pt x="98998" y="319805"/>
                  </a:lnTo>
                  <a:lnTo>
                    <a:pt x="103886" y="321895"/>
                  </a:lnTo>
                  <a:lnTo>
                    <a:pt x="108837" y="323829"/>
                  </a:lnTo>
                  <a:lnTo>
                    <a:pt x="113848" y="325604"/>
                  </a:lnTo>
                  <a:lnTo>
                    <a:pt x="118912" y="327219"/>
                  </a:lnTo>
                  <a:lnTo>
                    <a:pt x="124025" y="328672"/>
                  </a:lnTo>
                  <a:lnTo>
                    <a:pt x="129182" y="329962"/>
                  </a:lnTo>
                  <a:lnTo>
                    <a:pt x="134378" y="331088"/>
                  </a:lnTo>
                  <a:lnTo>
                    <a:pt x="139606" y="332047"/>
                  </a:lnTo>
                  <a:lnTo>
                    <a:pt x="144862" y="332840"/>
                  </a:lnTo>
                  <a:lnTo>
                    <a:pt x="150141" y="333465"/>
                  </a:lnTo>
                  <a:lnTo>
                    <a:pt x="155437" y="333923"/>
                  </a:lnTo>
                  <a:lnTo>
                    <a:pt x="160745" y="334211"/>
                  </a:lnTo>
                  <a:lnTo>
                    <a:pt x="166059" y="334331"/>
                  </a:lnTo>
                  <a:lnTo>
                    <a:pt x="171375" y="334281"/>
                  </a:lnTo>
                  <a:lnTo>
                    <a:pt x="176686" y="334063"/>
                  </a:lnTo>
                  <a:lnTo>
                    <a:pt x="181987" y="333676"/>
                  </a:lnTo>
                  <a:lnTo>
                    <a:pt x="187274" y="333120"/>
                  </a:lnTo>
                  <a:lnTo>
                    <a:pt x="192540" y="332397"/>
                  </a:lnTo>
                  <a:lnTo>
                    <a:pt x="197781" y="331507"/>
                  </a:lnTo>
                  <a:lnTo>
                    <a:pt x="202991" y="330450"/>
                  </a:lnTo>
                  <a:lnTo>
                    <a:pt x="208164" y="329229"/>
                  </a:lnTo>
                  <a:lnTo>
                    <a:pt x="213296" y="327843"/>
                  </a:lnTo>
                  <a:lnTo>
                    <a:pt x="218381" y="326295"/>
                  </a:lnTo>
                  <a:lnTo>
                    <a:pt x="223415" y="324586"/>
                  </a:lnTo>
                  <a:lnTo>
                    <a:pt x="228391" y="322718"/>
                  </a:lnTo>
                  <a:lnTo>
                    <a:pt x="233306" y="320693"/>
                  </a:lnTo>
                  <a:lnTo>
                    <a:pt x="238154" y="318512"/>
                  </a:lnTo>
                  <a:lnTo>
                    <a:pt x="242930" y="316178"/>
                  </a:lnTo>
                  <a:lnTo>
                    <a:pt x="247630" y="313694"/>
                  </a:lnTo>
                  <a:lnTo>
                    <a:pt x="252248" y="311062"/>
                  </a:lnTo>
                  <a:lnTo>
                    <a:pt x="256780" y="308284"/>
                  </a:lnTo>
                  <a:lnTo>
                    <a:pt x="261221" y="305363"/>
                  </a:lnTo>
                  <a:lnTo>
                    <a:pt x="265568" y="302303"/>
                  </a:lnTo>
                  <a:lnTo>
                    <a:pt x="269814" y="299106"/>
                  </a:lnTo>
                  <a:lnTo>
                    <a:pt x="273957" y="295775"/>
                  </a:lnTo>
                  <a:lnTo>
                    <a:pt x="277993" y="292315"/>
                  </a:lnTo>
                  <a:lnTo>
                    <a:pt x="281916" y="288728"/>
                  </a:lnTo>
                  <a:lnTo>
                    <a:pt x="285722" y="285018"/>
                  </a:lnTo>
                  <a:lnTo>
                    <a:pt x="289410" y="281189"/>
                  </a:lnTo>
                  <a:lnTo>
                    <a:pt x="292973" y="277244"/>
                  </a:lnTo>
                  <a:lnTo>
                    <a:pt x="296409" y="273189"/>
                  </a:lnTo>
                  <a:lnTo>
                    <a:pt x="299715" y="269026"/>
                  </a:lnTo>
                  <a:lnTo>
                    <a:pt x="302886" y="264760"/>
                  </a:lnTo>
                  <a:lnTo>
                    <a:pt x="305921" y="260395"/>
                  </a:lnTo>
                  <a:lnTo>
                    <a:pt x="308815" y="255936"/>
                  </a:lnTo>
                  <a:lnTo>
                    <a:pt x="311566" y="251388"/>
                  </a:lnTo>
                  <a:lnTo>
                    <a:pt x="314170" y="246754"/>
                  </a:lnTo>
                  <a:lnTo>
                    <a:pt x="316626" y="242040"/>
                  </a:lnTo>
                  <a:lnTo>
                    <a:pt x="318931" y="237250"/>
                  </a:lnTo>
                  <a:lnTo>
                    <a:pt x="321083" y="232389"/>
                  </a:lnTo>
                  <a:lnTo>
                    <a:pt x="323079" y="227462"/>
                  </a:lnTo>
                  <a:lnTo>
                    <a:pt x="324917" y="222474"/>
                  </a:lnTo>
                  <a:lnTo>
                    <a:pt x="326596" y="217431"/>
                  </a:lnTo>
                  <a:lnTo>
                    <a:pt x="328113" y="212336"/>
                  </a:lnTo>
                  <a:lnTo>
                    <a:pt x="329468" y="207196"/>
                  </a:lnTo>
                  <a:lnTo>
                    <a:pt x="330659" y="202015"/>
                  </a:lnTo>
                  <a:lnTo>
                    <a:pt x="331684" y="196800"/>
                  </a:lnTo>
                  <a:lnTo>
                    <a:pt x="332543" y="191554"/>
                  </a:lnTo>
                  <a:lnTo>
                    <a:pt x="333235" y="186283"/>
                  </a:lnTo>
                  <a:lnTo>
                    <a:pt x="333759" y="180993"/>
                  </a:lnTo>
                  <a:lnTo>
                    <a:pt x="334114" y="175690"/>
                  </a:lnTo>
                  <a:lnTo>
                    <a:pt x="334301" y="170377"/>
                  </a:lnTo>
                  <a:lnTo>
                    <a:pt x="334318" y="165061"/>
                  </a:lnTo>
                  <a:lnTo>
                    <a:pt x="334167" y="159748"/>
                  </a:lnTo>
                  <a:lnTo>
                    <a:pt x="333846" y="154442"/>
                  </a:lnTo>
                  <a:lnTo>
                    <a:pt x="333357" y="149149"/>
                  </a:lnTo>
                  <a:lnTo>
                    <a:pt x="332701" y="143874"/>
                  </a:lnTo>
                  <a:lnTo>
                    <a:pt x="331876" y="138622"/>
                  </a:lnTo>
                  <a:lnTo>
                    <a:pt x="330885" y="133400"/>
                  </a:lnTo>
                  <a:lnTo>
                    <a:pt x="329729" y="128211"/>
                  </a:lnTo>
                  <a:lnTo>
                    <a:pt x="328408" y="123062"/>
                  </a:lnTo>
                  <a:lnTo>
                    <a:pt x="326924" y="117958"/>
                  </a:lnTo>
                  <a:lnTo>
                    <a:pt x="325279" y="112903"/>
                  </a:lnTo>
                  <a:lnTo>
                    <a:pt x="323474" y="107904"/>
                  </a:lnTo>
                  <a:lnTo>
                    <a:pt x="321511" y="102964"/>
                  </a:lnTo>
                  <a:lnTo>
                    <a:pt x="319391" y="98089"/>
                  </a:lnTo>
                  <a:lnTo>
                    <a:pt x="317118" y="93284"/>
                  </a:lnTo>
                  <a:lnTo>
                    <a:pt x="314693" y="88553"/>
                  </a:lnTo>
                  <a:lnTo>
                    <a:pt x="312119" y="83902"/>
                  </a:lnTo>
                  <a:lnTo>
                    <a:pt x="309398" y="79336"/>
                  </a:lnTo>
                  <a:lnTo>
                    <a:pt x="306534" y="74858"/>
                  </a:lnTo>
                  <a:lnTo>
                    <a:pt x="303528" y="70473"/>
                  </a:lnTo>
                  <a:lnTo>
                    <a:pt x="300385" y="66186"/>
                  </a:lnTo>
                  <a:lnTo>
                    <a:pt x="297107" y="62002"/>
                  </a:lnTo>
                  <a:lnTo>
                    <a:pt x="293698" y="57923"/>
                  </a:lnTo>
                  <a:lnTo>
                    <a:pt x="290160" y="53956"/>
                  </a:lnTo>
                  <a:lnTo>
                    <a:pt x="286499" y="50102"/>
                  </a:lnTo>
                  <a:lnTo>
                    <a:pt x="282716" y="46367"/>
                  </a:lnTo>
                  <a:lnTo>
                    <a:pt x="278817" y="42754"/>
                  </a:lnTo>
                  <a:lnTo>
                    <a:pt x="274805" y="39267"/>
                  </a:lnTo>
                  <a:lnTo>
                    <a:pt x="270684" y="35909"/>
                  </a:lnTo>
                  <a:lnTo>
                    <a:pt x="266458" y="32684"/>
                  </a:lnTo>
                  <a:lnTo>
                    <a:pt x="262132" y="29595"/>
                  </a:lnTo>
                  <a:lnTo>
                    <a:pt x="257710" y="26645"/>
                  </a:lnTo>
                  <a:lnTo>
                    <a:pt x="253197" y="23838"/>
                  </a:lnTo>
                  <a:lnTo>
                    <a:pt x="248596" y="21175"/>
                  </a:lnTo>
                  <a:lnTo>
                    <a:pt x="243913" y="18659"/>
                  </a:lnTo>
                  <a:lnTo>
                    <a:pt x="239153" y="16294"/>
                  </a:lnTo>
                  <a:lnTo>
                    <a:pt x="234319" y="14082"/>
                  </a:lnTo>
                  <a:lnTo>
                    <a:pt x="229418" y="12024"/>
                  </a:lnTo>
                  <a:lnTo>
                    <a:pt x="224454" y="10123"/>
                  </a:lnTo>
                  <a:lnTo>
                    <a:pt x="219432" y="8381"/>
                  </a:lnTo>
                  <a:lnTo>
                    <a:pt x="214357" y="6799"/>
                  </a:lnTo>
                  <a:lnTo>
                    <a:pt x="209234" y="5380"/>
                  </a:lnTo>
                  <a:lnTo>
                    <a:pt x="204069" y="4124"/>
                  </a:lnTo>
                  <a:lnTo>
                    <a:pt x="198866" y="3033"/>
                  </a:lnTo>
                  <a:lnTo>
                    <a:pt x="193632" y="2108"/>
                  </a:lnTo>
                  <a:lnTo>
                    <a:pt x="188370" y="1350"/>
                  </a:lnTo>
                  <a:lnTo>
                    <a:pt x="183088" y="760"/>
                  </a:lnTo>
                  <a:lnTo>
                    <a:pt x="177789" y="337"/>
                  </a:lnTo>
                  <a:lnTo>
                    <a:pt x="172479" y="84"/>
                  </a:lnTo>
                  <a:lnTo>
                    <a:pt x="167164" y="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76829" y="5399291"/>
              <a:ext cx="9386" cy="167167"/>
            </a:xfrm>
            <a:custGeom>
              <a:avLst/>
              <a:pathLst>
                <a:path w="9386" h="167167">
                  <a:moveTo>
                    <a:pt x="9386" y="0"/>
                  </a:moveTo>
                  <a:lnTo>
                    <a:pt x="0" y="263"/>
                  </a:lnTo>
                  <a:lnTo>
                    <a:pt x="9386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476829" y="5399555"/>
              <a:ext cx="9386" cy="166903"/>
            </a:xfrm>
            <a:custGeom>
              <a:avLst/>
              <a:pathLst>
                <a:path w="9386" h="166903">
                  <a:moveTo>
                    <a:pt x="0" y="0"/>
                  </a:moveTo>
                  <a:lnTo>
                    <a:pt x="9386" y="1669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476829" y="5399555"/>
              <a:ext cx="9386" cy="166903"/>
            </a:xfrm>
            <a:custGeom>
              <a:avLst/>
              <a:pathLst>
                <a:path w="9386" h="166903">
                  <a:moveTo>
                    <a:pt x="0" y="0"/>
                  </a:moveTo>
                  <a:lnTo>
                    <a:pt x="9386" y="1669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476829" y="5399555"/>
              <a:ext cx="9386" cy="166903"/>
            </a:xfrm>
            <a:custGeom>
              <a:avLst/>
              <a:pathLst>
                <a:path w="9386" h="166903">
                  <a:moveTo>
                    <a:pt x="0" y="0"/>
                  </a:moveTo>
                  <a:lnTo>
                    <a:pt x="9386" y="1669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476829" y="5399555"/>
              <a:ext cx="9386" cy="166903"/>
            </a:xfrm>
            <a:custGeom>
              <a:avLst/>
              <a:pathLst>
                <a:path w="9386" h="166903">
                  <a:moveTo>
                    <a:pt x="0" y="0"/>
                  </a:moveTo>
                  <a:lnTo>
                    <a:pt x="9386" y="1669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476829" y="5399555"/>
              <a:ext cx="9386" cy="166903"/>
            </a:xfrm>
            <a:custGeom>
              <a:avLst/>
              <a:pathLst>
                <a:path w="9386" h="166903">
                  <a:moveTo>
                    <a:pt x="0" y="0"/>
                  </a:moveTo>
                  <a:lnTo>
                    <a:pt x="9386" y="16690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476829" y="5399555"/>
              <a:ext cx="9386" cy="166903"/>
            </a:xfrm>
            <a:custGeom>
              <a:avLst/>
              <a:pathLst>
                <a:path w="9386" h="166903">
                  <a:moveTo>
                    <a:pt x="0" y="0"/>
                  </a:moveTo>
                  <a:lnTo>
                    <a:pt x="9386" y="16690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319051" y="5399555"/>
              <a:ext cx="334331" cy="334058"/>
            </a:xfrm>
            <a:custGeom>
              <a:avLst/>
              <a:pathLst>
                <a:path w="334331" h="334058">
                  <a:moveTo>
                    <a:pt x="157777" y="0"/>
                  </a:moveTo>
                  <a:lnTo>
                    <a:pt x="152494" y="381"/>
                  </a:lnTo>
                  <a:lnTo>
                    <a:pt x="147226" y="929"/>
                  </a:lnTo>
                  <a:lnTo>
                    <a:pt x="141979" y="1644"/>
                  </a:lnTo>
                  <a:lnTo>
                    <a:pt x="136756" y="2525"/>
                  </a:lnTo>
                  <a:lnTo>
                    <a:pt x="131564" y="3570"/>
                  </a:lnTo>
                  <a:lnTo>
                    <a:pt x="126408" y="4780"/>
                  </a:lnTo>
                  <a:lnTo>
                    <a:pt x="121292" y="6153"/>
                  </a:lnTo>
                  <a:lnTo>
                    <a:pt x="116223" y="7686"/>
                  </a:lnTo>
                  <a:lnTo>
                    <a:pt x="111205" y="9380"/>
                  </a:lnTo>
                  <a:lnTo>
                    <a:pt x="106243" y="11232"/>
                  </a:lnTo>
                  <a:lnTo>
                    <a:pt x="101342" y="13240"/>
                  </a:lnTo>
                  <a:lnTo>
                    <a:pt x="96507" y="15402"/>
                  </a:lnTo>
                  <a:lnTo>
                    <a:pt x="91743" y="17716"/>
                  </a:lnTo>
                  <a:lnTo>
                    <a:pt x="87055" y="20181"/>
                  </a:lnTo>
                  <a:lnTo>
                    <a:pt x="82447" y="22792"/>
                  </a:lnTo>
                  <a:lnTo>
                    <a:pt x="77924" y="25548"/>
                  </a:lnTo>
                  <a:lnTo>
                    <a:pt x="73491" y="28446"/>
                  </a:lnTo>
                  <a:lnTo>
                    <a:pt x="69152" y="31483"/>
                  </a:lnTo>
                  <a:lnTo>
                    <a:pt x="64911" y="34656"/>
                  </a:lnTo>
                  <a:lnTo>
                    <a:pt x="60773" y="37961"/>
                  </a:lnTo>
                  <a:lnTo>
                    <a:pt x="56742" y="41396"/>
                  </a:lnTo>
                  <a:lnTo>
                    <a:pt x="52821" y="44957"/>
                  </a:lnTo>
                  <a:lnTo>
                    <a:pt x="49016" y="48641"/>
                  </a:lnTo>
                  <a:lnTo>
                    <a:pt x="45329" y="52443"/>
                  </a:lnTo>
                  <a:lnTo>
                    <a:pt x="41764" y="56360"/>
                  </a:lnTo>
                  <a:lnTo>
                    <a:pt x="38325" y="60388"/>
                  </a:lnTo>
                  <a:lnTo>
                    <a:pt x="35015" y="64523"/>
                  </a:lnTo>
                  <a:lnTo>
                    <a:pt x="31838" y="68760"/>
                  </a:lnTo>
                  <a:lnTo>
                    <a:pt x="28797" y="73097"/>
                  </a:lnTo>
                  <a:lnTo>
                    <a:pt x="25895" y="77527"/>
                  </a:lnTo>
                  <a:lnTo>
                    <a:pt x="23135" y="82047"/>
                  </a:lnTo>
                  <a:lnTo>
                    <a:pt x="20519" y="86652"/>
                  </a:lnTo>
                  <a:lnTo>
                    <a:pt x="18050" y="91338"/>
                  </a:lnTo>
                  <a:lnTo>
                    <a:pt x="15731" y="96100"/>
                  </a:lnTo>
                  <a:lnTo>
                    <a:pt x="13564" y="100933"/>
                  </a:lnTo>
                  <a:lnTo>
                    <a:pt x="11551" y="105831"/>
                  </a:lnTo>
                  <a:lnTo>
                    <a:pt x="9695" y="110792"/>
                  </a:lnTo>
                  <a:lnTo>
                    <a:pt x="7996" y="115808"/>
                  </a:lnTo>
                  <a:lnTo>
                    <a:pt x="6458" y="120876"/>
                  </a:lnTo>
                  <a:lnTo>
                    <a:pt x="5080" y="125990"/>
                  </a:lnTo>
                  <a:lnTo>
                    <a:pt x="3865" y="131145"/>
                  </a:lnTo>
                  <a:lnTo>
                    <a:pt x="2815" y="136336"/>
                  </a:lnTo>
                  <a:lnTo>
                    <a:pt x="1929" y="141558"/>
                  </a:lnTo>
                  <a:lnTo>
                    <a:pt x="1209" y="146805"/>
                  </a:lnTo>
                  <a:lnTo>
                    <a:pt x="655" y="152073"/>
                  </a:lnTo>
                  <a:lnTo>
                    <a:pt x="269" y="157355"/>
                  </a:lnTo>
                  <a:lnTo>
                    <a:pt x="50" y="162647"/>
                  </a:lnTo>
                  <a:lnTo>
                    <a:pt x="0" y="167943"/>
                  </a:lnTo>
                  <a:lnTo>
                    <a:pt x="116" y="173238"/>
                  </a:lnTo>
                  <a:lnTo>
                    <a:pt x="401" y="178526"/>
                  </a:lnTo>
                  <a:lnTo>
                    <a:pt x="853" y="183803"/>
                  </a:lnTo>
                  <a:lnTo>
                    <a:pt x="1472" y="189063"/>
                  </a:lnTo>
                  <a:lnTo>
                    <a:pt x="2257" y="194301"/>
                  </a:lnTo>
                  <a:lnTo>
                    <a:pt x="3207" y="199511"/>
                  </a:lnTo>
                  <a:lnTo>
                    <a:pt x="4323" y="204689"/>
                  </a:lnTo>
                  <a:lnTo>
                    <a:pt x="5601" y="209829"/>
                  </a:lnTo>
                  <a:lnTo>
                    <a:pt x="7042" y="214925"/>
                  </a:lnTo>
                  <a:lnTo>
                    <a:pt x="8644" y="219974"/>
                  </a:lnTo>
                  <a:lnTo>
                    <a:pt x="10405" y="224969"/>
                  </a:lnTo>
                  <a:lnTo>
                    <a:pt x="12323" y="229905"/>
                  </a:lnTo>
                  <a:lnTo>
                    <a:pt x="14396" y="234779"/>
                  </a:lnTo>
                  <a:lnTo>
                    <a:pt x="16623" y="239584"/>
                  </a:lnTo>
                  <a:lnTo>
                    <a:pt x="19001" y="244317"/>
                  </a:lnTo>
                  <a:lnTo>
                    <a:pt x="21528" y="248971"/>
                  </a:lnTo>
                  <a:lnTo>
                    <a:pt x="24201" y="253544"/>
                  </a:lnTo>
                  <a:lnTo>
                    <a:pt x="27017" y="258029"/>
                  </a:lnTo>
                  <a:lnTo>
                    <a:pt x="29974" y="262423"/>
                  </a:lnTo>
                  <a:lnTo>
                    <a:pt x="33069" y="266721"/>
                  </a:lnTo>
                  <a:lnTo>
                    <a:pt x="36299" y="270919"/>
                  </a:lnTo>
                  <a:lnTo>
                    <a:pt x="39659" y="275012"/>
                  </a:lnTo>
                  <a:lnTo>
                    <a:pt x="43148" y="278997"/>
                  </a:lnTo>
                  <a:lnTo>
                    <a:pt x="46761" y="282870"/>
                  </a:lnTo>
                  <a:lnTo>
                    <a:pt x="50496" y="286626"/>
                  </a:lnTo>
                  <a:lnTo>
                    <a:pt x="54347" y="290262"/>
                  </a:lnTo>
                  <a:lnTo>
                    <a:pt x="58311" y="293774"/>
                  </a:lnTo>
                  <a:lnTo>
                    <a:pt x="62385" y="297158"/>
                  </a:lnTo>
                  <a:lnTo>
                    <a:pt x="66564" y="300412"/>
                  </a:lnTo>
                  <a:lnTo>
                    <a:pt x="70844" y="303532"/>
                  </a:lnTo>
                  <a:lnTo>
                    <a:pt x="75220" y="306515"/>
                  </a:lnTo>
                  <a:lnTo>
                    <a:pt x="79689" y="309357"/>
                  </a:lnTo>
                  <a:lnTo>
                    <a:pt x="84246" y="312057"/>
                  </a:lnTo>
                  <a:lnTo>
                    <a:pt x="88886" y="314611"/>
                  </a:lnTo>
                  <a:lnTo>
                    <a:pt x="93604" y="317016"/>
                  </a:lnTo>
                  <a:lnTo>
                    <a:pt x="98396" y="319271"/>
                  </a:lnTo>
                  <a:lnTo>
                    <a:pt x="103258" y="321373"/>
                  </a:lnTo>
                  <a:lnTo>
                    <a:pt x="108183" y="323320"/>
                  </a:lnTo>
                  <a:lnTo>
                    <a:pt x="113168" y="325110"/>
                  </a:lnTo>
                  <a:lnTo>
                    <a:pt x="118207" y="326741"/>
                  </a:lnTo>
                  <a:lnTo>
                    <a:pt x="123295" y="328212"/>
                  </a:lnTo>
                  <a:lnTo>
                    <a:pt x="128427" y="329521"/>
                  </a:lnTo>
                  <a:lnTo>
                    <a:pt x="133598" y="330666"/>
                  </a:lnTo>
                  <a:lnTo>
                    <a:pt x="138803" y="331647"/>
                  </a:lnTo>
                  <a:lnTo>
                    <a:pt x="144036" y="332463"/>
                  </a:lnTo>
                  <a:lnTo>
                    <a:pt x="149292" y="333113"/>
                  </a:lnTo>
                  <a:lnTo>
                    <a:pt x="154566" y="333595"/>
                  </a:lnTo>
                  <a:lnTo>
                    <a:pt x="159853" y="333911"/>
                  </a:lnTo>
                  <a:lnTo>
                    <a:pt x="165147" y="334058"/>
                  </a:lnTo>
                  <a:lnTo>
                    <a:pt x="170444" y="334038"/>
                  </a:lnTo>
                  <a:lnTo>
                    <a:pt x="175737" y="333851"/>
                  </a:lnTo>
                  <a:lnTo>
                    <a:pt x="181021" y="333495"/>
                  </a:lnTo>
                  <a:lnTo>
                    <a:pt x="186292" y="332973"/>
                  </a:lnTo>
                  <a:lnTo>
                    <a:pt x="191543" y="332283"/>
                  </a:lnTo>
                  <a:lnTo>
                    <a:pt x="196770" y="331428"/>
                  </a:lnTo>
                  <a:lnTo>
                    <a:pt x="201967" y="330408"/>
                  </a:lnTo>
                  <a:lnTo>
                    <a:pt x="207129" y="329223"/>
                  </a:lnTo>
                  <a:lnTo>
                    <a:pt x="212251" y="327876"/>
                  </a:lnTo>
                  <a:lnTo>
                    <a:pt x="217328" y="326366"/>
                  </a:lnTo>
                  <a:lnTo>
                    <a:pt x="222354" y="324697"/>
                  </a:lnTo>
                  <a:lnTo>
                    <a:pt x="227325" y="322870"/>
                  </a:lnTo>
                  <a:lnTo>
                    <a:pt x="232236" y="320886"/>
                  </a:lnTo>
                  <a:lnTo>
                    <a:pt x="237081" y="318747"/>
                  </a:lnTo>
                  <a:lnTo>
                    <a:pt x="241856" y="316456"/>
                  </a:lnTo>
                  <a:lnTo>
                    <a:pt x="246556" y="314015"/>
                  </a:lnTo>
                  <a:lnTo>
                    <a:pt x="251177" y="311426"/>
                  </a:lnTo>
                  <a:lnTo>
                    <a:pt x="255713" y="308692"/>
                  </a:lnTo>
                  <a:lnTo>
                    <a:pt x="260160" y="305816"/>
                  </a:lnTo>
                  <a:lnTo>
                    <a:pt x="264514" y="302800"/>
                  </a:lnTo>
                  <a:lnTo>
                    <a:pt x="268770" y="299648"/>
                  </a:lnTo>
                  <a:lnTo>
                    <a:pt x="272924" y="296362"/>
                  </a:lnTo>
                  <a:lnTo>
                    <a:pt x="276972" y="292947"/>
                  </a:lnTo>
                  <a:lnTo>
                    <a:pt x="280910" y="289405"/>
                  </a:lnTo>
                  <a:lnTo>
                    <a:pt x="284734" y="285740"/>
                  </a:lnTo>
                  <a:lnTo>
                    <a:pt x="288439" y="281956"/>
                  </a:lnTo>
                  <a:lnTo>
                    <a:pt x="292023" y="278057"/>
                  </a:lnTo>
                  <a:lnTo>
                    <a:pt x="295482" y="274045"/>
                  </a:lnTo>
                  <a:lnTo>
                    <a:pt x="298811" y="269927"/>
                  </a:lnTo>
                  <a:lnTo>
                    <a:pt x="302009" y="265705"/>
                  </a:lnTo>
                  <a:lnTo>
                    <a:pt x="305071" y="261383"/>
                  </a:lnTo>
                  <a:lnTo>
                    <a:pt x="307995" y="256967"/>
                  </a:lnTo>
                  <a:lnTo>
                    <a:pt x="310777" y="252461"/>
                  </a:lnTo>
                  <a:lnTo>
                    <a:pt x="313416" y="247868"/>
                  </a:lnTo>
                  <a:lnTo>
                    <a:pt x="315907" y="243194"/>
                  </a:lnTo>
                  <a:lnTo>
                    <a:pt x="318249" y="238444"/>
                  </a:lnTo>
                  <a:lnTo>
                    <a:pt x="320440" y="233622"/>
                  </a:lnTo>
                  <a:lnTo>
                    <a:pt x="322476" y="228733"/>
                  </a:lnTo>
                  <a:lnTo>
                    <a:pt x="324357" y="223782"/>
                  </a:lnTo>
                  <a:lnTo>
                    <a:pt x="326080" y="218774"/>
                  </a:lnTo>
                  <a:lnTo>
                    <a:pt x="327644" y="213713"/>
                  </a:lnTo>
                  <a:lnTo>
                    <a:pt x="329046" y="208606"/>
                  </a:lnTo>
                  <a:lnTo>
                    <a:pt x="330286" y="203457"/>
                  </a:lnTo>
                  <a:lnTo>
                    <a:pt x="331362" y="198271"/>
                  </a:lnTo>
                  <a:lnTo>
                    <a:pt x="332273" y="193054"/>
                  </a:lnTo>
                  <a:lnTo>
                    <a:pt x="333019" y="187810"/>
                  </a:lnTo>
                  <a:lnTo>
                    <a:pt x="333598" y="182546"/>
                  </a:lnTo>
                  <a:lnTo>
                    <a:pt x="334010" y="177265"/>
                  </a:lnTo>
                  <a:lnTo>
                    <a:pt x="334254" y="171975"/>
                  </a:lnTo>
                  <a:lnTo>
                    <a:pt x="334331" y="166679"/>
                  </a:lnTo>
                  <a:lnTo>
                    <a:pt x="334240" y="161383"/>
                  </a:lnTo>
                  <a:lnTo>
                    <a:pt x="333981" y="156093"/>
                  </a:lnTo>
                  <a:lnTo>
                    <a:pt x="333555" y="150814"/>
                  </a:lnTo>
                  <a:lnTo>
                    <a:pt x="332962" y="145551"/>
                  </a:lnTo>
                  <a:lnTo>
                    <a:pt x="332202" y="140310"/>
                  </a:lnTo>
                  <a:lnTo>
                    <a:pt x="331277" y="135095"/>
                  </a:lnTo>
                  <a:lnTo>
                    <a:pt x="330187" y="129912"/>
                  </a:lnTo>
                  <a:lnTo>
                    <a:pt x="328933" y="124766"/>
                  </a:lnTo>
                  <a:lnTo>
                    <a:pt x="327517" y="119663"/>
                  </a:lnTo>
                  <a:lnTo>
                    <a:pt x="325940" y="114606"/>
                  </a:lnTo>
                  <a:lnTo>
                    <a:pt x="324204" y="109603"/>
                  </a:lnTo>
                  <a:lnTo>
                    <a:pt x="322310" y="104657"/>
                  </a:lnTo>
                  <a:lnTo>
                    <a:pt x="320260" y="99773"/>
                  </a:lnTo>
                  <a:lnTo>
                    <a:pt x="318057" y="94957"/>
                  </a:lnTo>
                  <a:lnTo>
                    <a:pt x="315702" y="90213"/>
                  </a:lnTo>
                  <a:lnTo>
                    <a:pt x="313198" y="85546"/>
                  </a:lnTo>
                  <a:lnTo>
                    <a:pt x="310547" y="80961"/>
                  </a:lnTo>
                  <a:lnTo>
                    <a:pt x="307753" y="76462"/>
                  </a:lnTo>
                  <a:lnTo>
                    <a:pt x="304817" y="72053"/>
                  </a:lnTo>
                  <a:lnTo>
                    <a:pt x="301743" y="67740"/>
                  </a:lnTo>
                  <a:lnTo>
                    <a:pt x="298534" y="63527"/>
                  </a:lnTo>
                  <a:lnTo>
                    <a:pt x="295194" y="59417"/>
                  </a:lnTo>
                  <a:lnTo>
                    <a:pt x="291724" y="55415"/>
                  </a:lnTo>
                  <a:lnTo>
                    <a:pt x="288130" y="51525"/>
                  </a:lnTo>
                  <a:lnTo>
                    <a:pt x="284414" y="47751"/>
                  </a:lnTo>
                  <a:lnTo>
                    <a:pt x="280581" y="44096"/>
                  </a:lnTo>
                  <a:lnTo>
                    <a:pt x="276634" y="40565"/>
                  </a:lnTo>
                  <a:lnTo>
                    <a:pt x="272576" y="37161"/>
                  </a:lnTo>
                  <a:lnTo>
                    <a:pt x="268413" y="33886"/>
                  </a:lnTo>
                  <a:lnTo>
                    <a:pt x="264149" y="30746"/>
                  </a:lnTo>
                  <a:lnTo>
                    <a:pt x="259787" y="27742"/>
                  </a:lnTo>
                  <a:lnTo>
                    <a:pt x="255332" y="24877"/>
                  </a:lnTo>
                  <a:lnTo>
                    <a:pt x="250788" y="22156"/>
                  </a:lnTo>
                  <a:lnTo>
                    <a:pt x="246161" y="19579"/>
                  </a:lnTo>
                  <a:lnTo>
                    <a:pt x="241454" y="17151"/>
                  </a:lnTo>
                  <a:lnTo>
                    <a:pt x="236673" y="14872"/>
                  </a:lnTo>
                  <a:lnTo>
                    <a:pt x="231822" y="12747"/>
                  </a:lnTo>
                  <a:lnTo>
                    <a:pt x="226906" y="10776"/>
                  </a:lnTo>
                  <a:lnTo>
                    <a:pt x="221930" y="8961"/>
                  </a:lnTo>
                  <a:lnTo>
                    <a:pt x="216899" y="7306"/>
                  </a:lnTo>
                  <a:lnTo>
                    <a:pt x="167164" y="1669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4486215" y="5399291"/>
              <a:ext cx="49735" cy="167167"/>
            </a:xfrm>
            <a:custGeom>
              <a:avLst/>
              <a:pathLst>
                <a:path w="49735" h="167167">
                  <a:moveTo>
                    <a:pt x="49735" y="7570"/>
                  </a:moveTo>
                  <a:lnTo>
                    <a:pt x="43674" y="5806"/>
                  </a:lnTo>
                  <a:lnTo>
                    <a:pt x="37551" y="4272"/>
                  </a:lnTo>
                  <a:lnTo>
                    <a:pt x="31375" y="2970"/>
                  </a:lnTo>
                  <a:lnTo>
                    <a:pt x="25154" y="1903"/>
                  </a:lnTo>
                  <a:lnTo>
                    <a:pt x="18897" y="1071"/>
                  </a:lnTo>
                  <a:lnTo>
                    <a:pt x="12613" y="476"/>
                  </a:lnTo>
                  <a:lnTo>
                    <a:pt x="6311" y="11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942843" y="5399291"/>
              <a:ext cx="80700" cy="167167"/>
            </a:xfrm>
            <a:custGeom>
              <a:avLst/>
              <a:pathLst>
                <a:path w="80700" h="167167">
                  <a:moveTo>
                    <a:pt x="80700" y="0"/>
                  </a:moveTo>
                  <a:lnTo>
                    <a:pt x="75087" y="94"/>
                  </a:lnTo>
                  <a:lnTo>
                    <a:pt x="69480" y="377"/>
                  </a:lnTo>
                  <a:lnTo>
                    <a:pt x="63885" y="847"/>
                  </a:lnTo>
                  <a:lnTo>
                    <a:pt x="58310" y="1506"/>
                  </a:lnTo>
                  <a:lnTo>
                    <a:pt x="52759" y="2351"/>
                  </a:lnTo>
                  <a:lnTo>
                    <a:pt x="47240" y="3382"/>
                  </a:lnTo>
                  <a:lnTo>
                    <a:pt x="41759" y="4598"/>
                  </a:lnTo>
                  <a:lnTo>
                    <a:pt x="36322" y="5998"/>
                  </a:lnTo>
                  <a:lnTo>
                    <a:pt x="30935" y="7579"/>
                  </a:lnTo>
                  <a:lnTo>
                    <a:pt x="25604" y="9340"/>
                  </a:lnTo>
                  <a:lnTo>
                    <a:pt x="20336" y="11279"/>
                  </a:lnTo>
                  <a:lnTo>
                    <a:pt x="15135" y="13394"/>
                  </a:lnTo>
                  <a:lnTo>
                    <a:pt x="10008" y="15682"/>
                  </a:lnTo>
                  <a:lnTo>
                    <a:pt x="4961" y="18142"/>
                  </a:lnTo>
                  <a:lnTo>
                    <a:pt x="0" y="20769"/>
                  </a:lnTo>
                  <a:lnTo>
                    <a:pt x="8070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942843" y="5420061"/>
              <a:ext cx="80700" cy="146397"/>
            </a:xfrm>
            <a:custGeom>
              <a:avLst/>
              <a:pathLst>
                <a:path w="80700" h="146397">
                  <a:moveTo>
                    <a:pt x="0" y="0"/>
                  </a:moveTo>
                  <a:lnTo>
                    <a:pt x="80700" y="1463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942843" y="5420061"/>
              <a:ext cx="80700" cy="146397"/>
            </a:xfrm>
            <a:custGeom>
              <a:avLst/>
              <a:pathLst>
                <a:path w="80700" h="146397">
                  <a:moveTo>
                    <a:pt x="0" y="0"/>
                  </a:moveTo>
                  <a:lnTo>
                    <a:pt x="80700" y="1463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942843" y="5420061"/>
              <a:ext cx="80700" cy="146397"/>
            </a:xfrm>
            <a:custGeom>
              <a:avLst/>
              <a:pathLst>
                <a:path w="80700" h="146397">
                  <a:moveTo>
                    <a:pt x="0" y="0"/>
                  </a:moveTo>
                  <a:lnTo>
                    <a:pt x="80700" y="1463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942843" y="5420061"/>
              <a:ext cx="80700" cy="146397"/>
            </a:xfrm>
            <a:custGeom>
              <a:avLst/>
              <a:pathLst>
                <a:path w="80700" h="146397">
                  <a:moveTo>
                    <a:pt x="0" y="0"/>
                  </a:moveTo>
                  <a:lnTo>
                    <a:pt x="80700" y="14639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942843" y="5420061"/>
              <a:ext cx="80700" cy="146397"/>
            </a:xfrm>
            <a:custGeom>
              <a:avLst/>
              <a:pathLst>
                <a:path w="80700" h="146397">
                  <a:moveTo>
                    <a:pt x="0" y="0"/>
                  </a:moveTo>
                  <a:lnTo>
                    <a:pt x="80700" y="14639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856378" y="5420061"/>
              <a:ext cx="167165" cy="313237"/>
            </a:xfrm>
            <a:custGeom>
              <a:avLst/>
              <a:pathLst>
                <a:path w="167165" h="313237">
                  <a:moveTo>
                    <a:pt x="86464" y="0"/>
                  </a:moveTo>
                  <a:lnTo>
                    <a:pt x="81794" y="2673"/>
                  </a:lnTo>
                  <a:lnTo>
                    <a:pt x="77213" y="5495"/>
                  </a:lnTo>
                  <a:lnTo>
                    <a:pt x="72725" y="8463"/>
                  </a:lnTo>
                  <a:lnTo>
                    <a:pt x="68334" y="11574"/>
                  </a:lnTo>
                  <a:lnTo>
                    <a:pt x="64046" y="14824"/>
                  </a:lnTo>
                  <a:lnTo>
                    <a:pt x="59865" y="18211"/>
                  </a:lnTo>
                  <a:lnTo>
                    <a:pt x="55795" y="21731"/>
                  </a:lnTo>
                  <a:lnTo>
                    <a:pt x="51841" y="25380"/>
                  </a:lnTo>
                  <a:lnTo>
                    <a:pt x="48006" y="29154"/>
                  </a:lnTo>
                  <a:lnTo>
                    <a:pt x="44294" y="33050"/>
                  </a:lnTo>
                  <a:lnTo>
                    <a:pt x="40710" y="37063"/>
                  </a:lnTo>
                  <a:lnTo>
                    <a:pt x="37256" y="41190"/>
                  </a:lnTo>
                  <a:lnTo>
                    <a:pt x="33938" y="45425"/>
                  </a:lnTo>
                  <a:lnTo>
                    <a:pt x="30757" y="49765"/>
                  </a:lnTo>
                  <a:lnTo>
                    <a:pt x="27718" y="54205"/>
                  </a:lnTo>
                  <a:lnTo>
                    <a:pt x="24823" y="58741"/>
                  </a:lnTo>
                  <a:lnTo>
                    <a:pt x="22075" y="63368"/>
                  </a:lnTo>
                  <a:lnTo>
                    <a:pt x="19478" y="68080"/>
                  </a:lnTo>
                  <a:lnTo>
                    <a:pt x="17034" y="72874"/>
                  </a:lnTo>
                  <a:lnTo>
                    <a:pt x="14746" y="77744"/>
                  </a:lnTo>
                  <a:lnTo>
                    <a:pt x="12615" y="82685"/>
                  </a:lnTo>
                  <a:lnTo>
                    <a:pt x="10645" y="87692"/>
                  </a:lnTo>
                  <a:lnTo>
                    <a:pt x="8836" y="92760"/>
                  </a:lnTo>
                  <a:lnTo>
                    <a:pt x="7192" y="97883"/>
                  </a:lnTo>
                  <a:lnTo>
                    <a:pt x="5714" y="103057"/>
                  </a:lnTo>
                  <a:lnTo>
                    <a:pt x="4402" y="108276"/>
                  </a:lnTo>
                  <a:lnTo>
                    <a:pt x="3260" y="113534"/>
                  </a:lnTo>
                  <a:lnTo>
                    <a:pt x="2287" y="118826"/>
                  </a:lnTo>
                  <a:lnTo>
                    <a:pt x="1485" y="124146"/>
                  </a:lnTo>
                  <a:lnTo>
                    <a:pt x="855" y="129490"/>
                  </a:lnTo>
                  <a:lnTo>
                    <a:pt x="397" y="134852"/>
                  </a:lnTo>
                  <a:lnTo>
                    <a:pt x="112" y="140225"/>
                  </a:lnTo>
                  <a:lnTo>
                    <a:pt x="0" y="145604"/>
                  </a:lnTo>
                  <a:lnTo>
                    <a:pt x="61" y="150985"/>
                  </a:lnTo>
                  <a:lnTo>
                    <a:pt x="295" y="156361"/>
                  </a:lnTo>
                  <a:lnTo>
                    <a:pt x="702" y="161726"/>
                  </a:lnTo>
                  <a:lnTo>
                    <a:pt x="1281" y="167076"/>
                  </a:lnTo>
                  <a:lnTo>
                    <a:pt x="2033" y="172404"/>
                  </a:lnTo>
                  <a:lnTo>
                    <a:pt x="2955" y="177705"/>
                  </a:lnTo>
                  <a:lnTo>
                    <a:pt x="4048" y="182974"/>
                  </a:lnTo>
                  <a:lnTo>
                    <a:pt x="5310" y="188204"/>
                  </a:lnTo>
                  <a:lnTo>
                    <a:pt x="6739" y="193392"/>
                  </a:lnTo>
                  <a:lnTo>
                    <a:pt x="8335" y="198531"/>
                  </a:lnTo>
                  <a:lnTo>
                    <a:pt x="10095" y="203615"/>
                  </a:lnTo>
                  <a:lnTo>
                    <a:pt x="12018" y="208641"/>
                  </a:lnTo>
                  <a:lnTo>
                    <a:pt x="14101" y="213602"/>
                  </a:lnTo>
                  <a:lnTo>
                    <a:pt x="16344" y="218493"/>
                  </a:lnTo>
                  <a:lnTo>
                    <a:pt x="18742" y="223310"/>
                  </a:lnTo>
                  <a:lnTo>
                    <a:pt x="21294" y="228047"/>
                  </a:lnTo>
                  <a:lnTo>
                    <a:pt x="23998" y="232699"/>
                  </a:lnTo>
                  <a:lnTo>
                    <a:pt x="26849" y="237262"/>
                  </a:lnTo>
                  <a:lnTo>
                    <a:pt x="29846" y="241731"/>
                  </a:lnTo>
                  <a:lnTo>
                    <a:pt x="32986" y="246101"/>
                  </a:lnTo>
                  <a:lnTo>
                    <a:pt x="36264" y="250368"/>
                  </a:lnTo>
                  <a:lnTo>
                    <a:pt x="39678" y="254527"/>
                  </a:lnTo>
                  <a:lnTo>
                    <a:pt x="43224" y="258574"/>
                  </a:lnTo>
                  <a:lnTo>
                    <a:pt x="46899" y="262505"/>
                  </a:lnTo>
                  <a:lnTo>
                    <a:pt x="50698" y="266316"/>
                  </a:lnTo>
                  <a:lnTo>
                    <a:pt x="54618" y="270002"/>
                  </a:lnTo>
                  <a:lnTo>
                    <a:pt x="58654" y="273560"/>
                  </a:lnTo>
                  <a:lnTo>
                    <a:pt x="62803" y="276986"/>
                  </a:lnTo>
                  <a:lnTo>
                    <a:pt x="67060" y="280278"/>
                  </a:lnTo>
                  <a:lnTo>
                    <a:pt x="71421" y="283430"/>
                  </a:lnTo>
                  <a:lnTo>
                    <a:pt x="75880" y="286440"/>
                  </a:lnTo>
                  <a:lnTo>
                    <a:pt x="80435" y="289306"/>
                  </a:lnTo>
                  <a:lnTo>
                    <a:pt x="85079" y="292023"/>
                  </a:lnTo>
                  <a:lnTo>
                    <a:pt x="89808" y="294590"/>
                  </a:lnTo>
                  <a:lnTo>
                    <a:pt x="94618" y="297002"/>
                  </a:lnTo>
                  <a:lnTo>
                    <a:pt x="99503" y="299259"/>
                  </a:lnTo>
                  <a:lnTo>
                    <a:pt x="104457" y="301358"/>
                  </a:lnTo>
                  <a:lnTo>
                    <a:pt x="109477" y="303296"/>
                  </a:lnTo>
                  <a:lnTo>
                    <a:pt x="114557" y="305071"/>
                  </a:lnTo>
                  <a:lnTo>
                    <a:pt x="119691" y="306682"/>
                  </a:lnTo>
                  <a:lnTo>
                    <a:pt x="124874" y="308127"/>
                  </a:lnTo>
                  <a:lnTo>
                    <a:pt x="130101" y="309404"/>
                  </a:lnTo>
                  <a:lnTo>
                    <a:pt x="135366" y="310513"/>
                  </a:lnTo>
                  <a:lnTo>
                    <a:pt x="140665" y="311451"/>
                  </a:lnTo>
                  <a:lnTo>
                    <a:pt x="145990" y="312218"/>
                  </a:lnTo>
                  <a:lnTo>
                    <a:pt x="151338" y="312814"/>
                  </a:lnTo>
                  <a:lnTo>
                    <a:pt x="156702" y="313237"/>
                  </a:lnTo>
                  <a:lnTo>
                    <a:pt x="167165" y="14639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013081" y="5399291"/>
              <a:ext cx="177630" cy="334334"/>
            </a:xfrm>
            <a:custGeom>
              <a:avLst/>
              <a:pathLst>
                <a:path w="177630" h="334334">
                  <a:moveTo>
                    <a:pt x="0" y="334007"/>
                  </a:moveTo>
                  <a:lnTo>
                    <a:pt x="5350" y="334256"/>
                  </a:lnTo>
                  <a:lnTo>
                    <a:pt x="10705" y="334334"/>
                  </a:lnTo>
                  <a:lnTo>
                    <a:pt x="16061" y="334241"/>
                  </a:lnTo>
                  <a:lnTo>
                    <a:pt x="21410" y="333975"/>
                  </a:lnTo>
                  <a:lnTo>
                    <a:pt x="26749" y="333539"/>
                  </a:lnTo>
                  <a:lnTo>
                    <a:pt x="32071" y="332932"/>
                  </a:lnTo>
                  <a:lnTo>
                    <a:pt x="37370" y="332155"/>
                  </a:lnTo>
                  <a:lnTo>
                    <a:pt x="42642" y="331208"/>
                  </a:lnTo>
                  <a:lnTo>
                    <a:pt x="47881" y="330093"/>
                  </a:lnTo>
                  <a:lnTo>
                    <a:pt x="53081" y="328810"/>
                  </a:lnTo>
                  <a:lnTo>
                    <a:pt x="58238" y="327362"/>
                  </a:lnTo>
                  <a:lnTo>
                    <a:pt x="63345" y="325749"/>
                  </a:lnTo>
                  <a:lnTo>
                    <a:pt x="68399" y="323974"/>
                  </a:lnTo>
                  <a:lnTo>
                    <a:pt x="73392" y="322037"/>
                  </a:lnTo>
                  <a:lnTo>
                    <a:pt x="78322" y="319941"/>
                  </a:lnTo>
                  <a:lnTo>
                    <a:pt x="83181" y="317689"/>
                  </a:lnTo>
                  <a:lnTo>
                    <a:pt x="87966" y="315282"/>
                  </a:lnTo>
                  <a:lnTo>
                    <a:pt x="92672" y="312723"/>
                  </a:lnTo>
                  <a:lnTo>
                    <a:pt x="97292" y="310015"/>
                  </a:lnTo>
                  <a:lnTo>
                    <a:pt x="101824" y="307160"/>
                  </a:lnTo>
                  <a:lnTo>
                    <a:pt x="106262" y="304161"/>
                  </a:lnTo>
                  <a:lnTo>
                    <a:pt x="110602" y="301021"/>
                  </a:lnTo>
                  <a:lnTo>
                    <a:pt x="114839" y="297744"/>
                  </a:lnTo>
                  <a:lnTo>
                    <a:pt x="118968" y="294334"/>
                  </a:lnTo>
                  <a:lnTo>
                    <a:pt x="122987" y="290792"/>
                  </a:lnTo>
                  <a:lnTo>
                    <a:pt x="126890" y="287124"/>
                  </a:lnTo>
                  <a:lnTo>
                    <a:pt x="130673" y="283332"/>
                  </a:lnTo>
                  <a:lnTo>
                    <a:pt x="134333" y="279421"/>
                  </a:lnTo>
                  <a:lnTo>
                    <a:pt x="137865" y="275395"/>
                  </a:lnTo>
                  <a:lnTo>
                    <a:pt x="141267" y="271258"/>
                  </a:lnTo>
                  <a:lnTo>
                    <a:pt x="144535" y="267014"/>
                  </a:lnTo>
                  <a:lnTo>
                    <a:pt x="147665" y="262668"/>
                  </a:lnTo>
                  <a:lnTo>
                    <a:pt x="150654" y="258223"/>
                  </a:lnTo>
                  <a:lnTo>
                    <a:pt x="153499" y="253685"/>
                  </a:lnTo>
                  <a:lnTo>
                    <a:pt x="156197" y="249058"/>
                  </a:lnTo>
                  <a:lnTo>
                    <a:pt x="158746" y="244347"/>
                  </a:lnTo>
                  <a:lnTo>
                    <a:pt x="161143" y="239557"/>
                  </a:lnTo>
                  <a:lnTo>
                    <a:pt x="163384" y="234693"/>
                  </a:lnTo>
                  <a:lnTo>
                    <a:pt x="165469" y="229759"/>
                  </a:lnTo>
                  <a:lnTo>
                    <a:pt x="167395" y="224761"/>
                  </a:lnTo>
                  <a:lnTo>
                    <a:pt x="169160" y="219704"/>
                  </a:lnTo>
                  <a:lnTo>
                    <a:pt x="170761" y="214593"/>
                  </a:lnTo>
                  <a:lnTo>
                    <a:pt x="172198" y="209433"/>
                  </a:lnTo>
                  <a:lnTo>
                    <a:pt x="173469" y="204230"/>
                  </a:lnTo>
                  <a:lnTo>
                    <a:pt x="174573" y="198988"/>
                  </a:lnTo>
                  <a:lnTo>
                    <a:pt x="175508" y="193715"/>
                  </a:lnTo>
                  <a:lnTo>
                    <a:pt x="176274" y="188413"/>
                  </a:lnTo>
                  <a:lnTo>
                    <a:pt x="176870" y="183090"/>
                  </a:lnTo>
                  <a:lnTo>
                    <a:pt x="177294" y="177751"/>
                  </a:lnTo>
                  <a:lnTo>
                    <a:pt x="177548" y="172401"/>
                  </a:lnTo>
                  <a:lnTo>
                    <a:pt x="177630" y="167045"/>
                  </a:lnTo>
                  <a:lnTo>
                    <a:pt x="177540" y="161690"/>
                  </a:lnTo>
                  <a:lnTo>
                    <a:pt x="177279" y="156340"/>
                  </a:lnTo>
                  <a:lnTo>
                    <a:pt x="176846" y="151001"/>
                  </a:lnTo>
                  <a:lnTo>
                    <a:pt x="176243" y="145679"/>
                  </a:lnTo>
                  <a:lnTo>
                    <a:pt x="175469" y="140379"/>
                  </a:lnTo>
                  <a:lnTo>
                    <a:pt x="174527" y="135107"/>
                  </a:lnTo>
                  <a:lnTo>
                    <a:pt x="173415" y="129867"/>
                  </a:lnTo>
                  <a:lnTo>
                    <a:pt x="172137" y="124666"/>
                  </a:lnTo>
                  <a:lnTo>
                    <a:pt x="170692" y="119508"/>
                  </a:lnTo>
                  <a:lnTo>
                    <a:pt x="169083" y="114399"/>
                  </a:lnTo>
                  <a:lnTo>
                    <a:pt x="167311" y="109345"/>
                  </a:lnTo>
                  <a:lnTo>
                    <a:pt x="165378" y="104349"/>
                  </a:lnTo>
                  <a:lnTo>
                    <a:pt x="163286" y="99419"/>
                  </a:lnTo>
                  <a:lnTo>
                    <a:pt x="161037" y="94557"/>
                  </a:lnTo>
                  <a:lnTo>
                    <a:pt x="158634" y="89771"/>
                  </a:lnTo>
                  <a:lnTo>
                    <a:pt x="156078" y="85064"/>
                  </a:lnTo>
                  <a:lnTo>
                    <a:pt x="153373" y="80441"/>
                  </a:lnTo>
                  <a:lnTo>
                    <a:pt x="150521" y="75907"/>
                  </a:lnTo>
                  <a:lnTo>
                    <a:pt x="147526" y="71467"/>
                  </a:lnTo>
                  <a:lnTo>
                    <a:pt x="144389" y="67125"/>
                  </a:lnTo>
                  <a:lnTo>
                    <a:pt x="141116" y="62885"/>
                  </a:lnTo>
                  <a:lnTo>
                    <a:pt x="137708" y="58753"/>
                  </a:lnTo>
                  <a:lnTo>
                    <a:pt x="134169" y="54732"/>
                  </a:lnTo>
                  <a:lnTo>
                    <a:pt x="130504" y="50827"/>
                  </a:lnTo>
                  <a:lnTo>
                    <a:pt x="126715" y="47041"/>
                  </a:lnTo>
                  <a:lnTo>
                    <a:pt x="122807" y="43378"/>
                  </a:lnTo>
                  <a:lnTo>
                    <a:pt x="118783" y="39843"/>
                  </a:lnTo>
                  <a:lnTo>
                    <a:pt x="114649" y="36438"/>
                  </a:lnTo>
                  <a:lnTo>
                    <a:pt x="110407" y="33167"/>
                  </a:lnTo>
                  <a:lnTo>
                    <a:pt x="106063" y="30034"/>
                  </a:lnTo>
                  <a:lnTo>
                    <a:pt x="101620" y="27042"/>
                  </a:lnTo>
                  <a:lnTo>
                    <a:pt x="97084" y="24193"/>
                  </a:lnTo>
                  <a:lnTo>
                    <a:pt x="92460" y="21491"/>
                  </a:lnTo>
                  <a:lnTo>
                    <a:pt x="87751" y="18939"/>
                  </a:lnTo>
                  <a:lnTo>
                    <a:pt x="82962" y="16539"/>
                  </a:lnTo>
                  <a:lnTo>
                    <a:pt x="78099" y="14294"/>
                  </a:lnTo>
                  <a:lnTo>
                    <a:pt x="73167" y="12205"/>
                  </a:lnTo>
                  <a:lnTo>
                    <a:pt x="68170" y="10276"/>
                  </a:lnTo>
                  <a:lnTo>
                    <a:pt x="63115" y="8508"/>
                  </a:lnTo>
                  <a:lnTo>
                    <a:pt x="58005" y="6903"/>
                  </a:lnTo>
                  <a:lnTo>
                    <a:pt x="52846" y="5462"/>
                  </a:lnTo>
                  <a:lnTo>
                    <a:pt x="47644" y="4187"/>
                  </a:lnTo>
                  <a:lnTo>
                    <a:pt x="42403" y="3079"/>
                  </a:lnTo>
                  <a:lnTo>
                    <a:pt x="37130" y="2140"/>
                  </a:lnTo>
                  <a:lnTo>
                    <a:pt x="31829" y="1371"/>
                  </a:lnTo>
                  <a:lnTo>
                    <a:pt x="26507" y="771"/>
                  </a:lnTo>
                  <a:lnTo>
                    <a:pt x="21168" y="343"/>
                  </a:lnTo>
                  <a:lnTo>
                    <a:pt x="15818" y="85"/>
                  </a:lnTo>
                  <a:lnTo>
                    <a:pt x="10462" y="0"/>
                  </a:lnTo>
                  <a:lnTo>
                    <a:pt x="104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519140" y="5269756"/>
              <a:ext cx="26117" cy="167167"/>
            </a:xfrm>
            <a:custGeom>
              <a:avLst/>
              <a:pathLst>
                <a:path w="26117" h="167167">
                  <a:moveTo>
                    <a:pt x="26117" y="0"/>
                  </a:moveTo>
                  <a:lnTo>
                    <a:pt x="17380" y="228"/>
                  </a:lnTo>
                  <a:lnTo>
                    <a:pt x="8666" y="913"/>
                  </a:lnTo>
                  <a:lnTo>
                    <a:pt x="0" y="2052"/>
                  </a:lnTo>
                  <a:lnTo>
                    <a:pt x="2611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519140" y="5271809"/>
              <a:ext cx="26117" cy="165114"/>
            </a:xfrm>
            <a:custGeom>
              <a:avLst/>
              <a:pathLst>
                <a:path w="26117" h="165114">
                  <a:moveTo>
                    <a:pt x="0" y="0"/>
                  </a:moveTo>
                  <a:lnTo>
                    <a:pt x="26117" y="1651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519140" y="5271809"/>
              <a:ext cx="26117" cy="165114"/>
            </a:xfrm>
            <a:custGeom>
              <a:avLst/>
              <a:pathLst>
                <a:path w="26117" h="165114">
                  <a:moveTo>
                    <a:pt x="0" y="0"/>
                  </a:moveTo>
                  <a:lnTo>
                    <a:pt x="26117" y="1651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519140" y="5271809"/>
              <a:ext cx="26117" cy="165114"/>
            </a:xfrm>
            <a:custGeom>
              <a:avLst/>
              <a:pathLst>
                <a:path w="26117" h="165114">
                  <a:moveTo>
                    <a:pt x="0" y="0"/>
                  </a:moveTo>
                  <a:lnTo>
                    <a:pt x="26117" y="16511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519140" y="5271809"/>
              <a:ext cx="26117" cy="165114"/>
            </a:xfrm>
            <a:custGeom>
              <a:avLst/>
              <a:pathLst>
                <a:path w="26117" h="165114">
                  <a:moveTo>
                    <a:pt x="0" y="0"/>
                  </a:moveTo>
                  <a:lnTo>
                    <a:pt x="26117" y="16511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408817" y="5271809"/>
              <a:ext cx="136440" cy="165114"/>
            </a:xfrm>
            <a:custGeom>
              <a:avLst/>
              <a:pathLst>
                <a:path w="136440" h="165114">
                  <a:moveTo>
                    <a:pt x="110322" y="0"/>
                  </a:moveTo>
                  <a:lnTo>
                    <a:pt x="104848" y="959"/>
                  </a:lnTo>
                  <a:lnTo>
                    <a:pt x="99409" y="2100"/>
                  </a:lnTo>
                  <a:lnTo>
                    <a:pt x="94011" y="3421"/>
                  </a:lnTo>
                  <a:lnTo>
                    <a:pt x="88660" y="4920"/>
                  </a:lnTo>
                  <a:lnTo>
                    <a:pt x="83361" y="6597"/>
                  </a:lnTo>
                  <a:lnTo>
                    <a:pt x="78122" y="8449"/>
                  </a:lnTo>
                  <a:lnTo>
                    <a:pt x="72946" y="10474"/>
                  </a:lnTo>
                  <a:lnTo>
                    <a:pt x="67841" y="12670"/>
                  </a:lnTo>
                  <a:lnTo>
                    <a:pt x="62812" y="15035"/>
                  </a:lnTo>
                  <a:lnTo>
                    <a:pt x="57864" y="17565"/>
                  </a:lnTo>
                  <a:lnTo>
                    <a:pt x="53003" y="20258"/>
                  </a:lnTo>
                  <a:lnTo>
                    <a:pt x="48234" y="23112"/>
                  </a:lnTo>
                  <a:lnTo>
                    <a:pt x="43562" y="26122"/>
                  </a:lnTo>
                  <a:lnTo>
                    <a:pt x="38994" y="29286"/>
                  </a:lnTo>
                  <a:lnTo>
                    <a:pt x="34533" y="32601"/>
                  </a:lnTo>
                  <a:lnTo>
                    <a:pt x="30184" y="36061"/>
                  </a:lnTo>
                  <a:lnTo>
                    <a:pt x="25953" y="39665"/>
                  </a:lnTo>
                  <a:lnTo>
                    <a:pt x="21844" y="43406"/>
                  </a:lnTo>
                  <a:lnTo>
                    <a:pt x="17862" y="47283"/>
                  </a:lnTo>
                  <a:lnTo>
                    <a:pt x="14011" y="51290"/>
                  </a:lnTo>
                  <a:lnTo>
                    <a:pt x="10295" y="55422"/>
                  </a:lnTo>
                  <a:lnTo>
                    <a:pt x="6719" y="59676"/>
                  </a:lnTo>
                  <a:lnTo>
                    <a:pt x="3285" y="64046"/>
                  </a:lnTo>
                  <a:lnTo>
                    <a:pt x="0" y="68528"/>
                  </a:lnTo>
                  <a:lnTo>
                    <a:pt x="136440" y="16511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378106" y="5269756"/>
              <a:ext cx="334300" cy="334334"/>
            </a:xfrm>
            <a:custGeom>
              <a:avLst/>
              <a:pathLst>
                <a:path w="334300" h="334334">
                  <a:moveTo>
                    <a:pt x="30711" y="70581"/>
                  </a:moveTo>
                  <a:lnTo>
                    <a:pt x="27717" y="74956"/>
                  </a:lnTo>
                  <a:lnTo>
                    <a:pt x="24863" y="79424"/>
                  </a:lnTo>
                  <a:lnTo>
                    <a:pt x="22152" y="83980"/>
                  </a:lnTo>
                  <a:lnTo>
                    <a:pt x="19587" y="88620"/>
                  </a:lnTo>
                  <a:lnTo>
                    <a:pt x="17170" y="93339"/>
                  </a:lnTo>
                  <a:lnTo>
                    <a:pt x="14905" y="98133"/>
                  </a:lnTo>
                  <a:lnTo>
                    <a:pt x="12792" y="102995"/>
                  </a:lnTo>
                  <a:lnTo>
                    <a:pt x="10835" y="107922"/>
                  </a:lnTo>
                  <a:lnTo>
                    <a:pt x="9035" y="112909"/>
                  </a:lnTo>
                  <a:lnTo>
                    <a:pt x="7394" y="117951"/>
                  </a:lnTo>
                  <a:lnTo>
                    <a:pt x="5913" y="123042"/>
                  </a:lnTo>
                  <a:lnTo>
                    <a:pt x="4595" y="128177"/>
                  </a:lnTo>
                  <a:lnTo>
                    <a:pt x="3440" y="133351"/>
                  </a:lnTo>
                  <a:lnTo>
                    <a:pt x="2450" y="138560"/>
                  </a:lnTo>
                  <a:lnTo>
                    <a:pt x="1626" y="143797"/>
                  </a:lnTo>
                  <a:lnTo>
                    <a:pt x="968" y="149058"/>
                  </a:lnTo>
                  <a:lnTo>
                    <a:pt x="478" y="154337"/>
                  </a:lnTo>
                  <a:lnTo>
                    <a:pt x="155" y="159629"/>
                  </a:lnTo>
                  <a:lnTo>
                    <a:pt x="0" y="164928"/>
                  </a:lnTo>
                  <a:lnTo>
                    <a:pt x="13" y="170230"/>
                  </a:lnTo>
                  <a:lnTo>
                    <a:pt x="194" y="175529"/>
                  </a:lnTo>
                  <a:lnTo>
                    <a:pt x="543" y="180819"/>
                  </a:lnTo>
                  <a:lnTo>
                    <a:pt x="1060" y="186096"/>
                  </a:lnTo>
                  <a:lnTo>
                    <a:pt x="1743" y="191353"/>
                  </a:lnTo>
                  <a:lnTo>
                    <a:pt x="2594" y="196586"/>
                  </a:lnTo>
                  <a:lnTo>
                    <a:pt x="3609" y="201790"/>
                  </a:lnTo>
                  <a:lnTo>
                    <a:pt x="4789" y="206959"/>
                  </a:lnTo>
                  <a:lnTo>
                    <a:pt x="6133" y="212087"/>
                  </a:lnTo>
                  <a:lnTo>
                    <a:pt x="7638" y="217171"/>
                  </a:lnTo>
                  <a:lnTo>
                    <a:pt x="9304" y="222204"/>
                  </a:lnTo>
                  <a:lnTo>
                    <a:pt x="11129" y="227182"/>
                  </a:lnTo>
                  <a:lnTo>
                    <a:pt x="13111" y="232099"/>
                  </a:lnTo>
                  <a:lnTo>
                    <a:pt x="15247" y="236952"/>
                  </a:lnTo>
                  <a:lnTo>
                    <a:pt x="17537" y="241734"/>
                  </a:lnTo>
                  <a:lnTo>
                    <a:pt x="19976" y="246441"/>
                  </a:lnTo>
                  <a:lnTo>
                    <a:pt x="22564" y="251068"/>
                  </a:lnTo>
                  <a:lnTo>
                    <a:pt x="25298" y="255611"/>
                  </a:lnTo>
                  <a:lnTo>
                    <a:pt x="28174" y="260065"/>
                  </a:lnTo>
                  <a:lnTo>
                    <a:pt x="31189" y="264425"/>
                  </a:lnTo>
                  <a:lnTo>
                    <a:pt x="34342" y="268688"/>
                  </a:lnTo>
                  <a:lnTo>
                    <a:pt x="37628" y="272848"/>
                  </a:lnTo>
                  <a:lnTo>
                    <a:pt x="41045" y="276903"/>
                  </a:lnTo>
                  <a:lnTo>
                    <a:pt x="44588" y="280846"/>
                  </a:lnTo>
                  <a:lnTo>
                    <a:pt x="48255" y="284676"/>
                  </a:lnTo>
                  <a:lnTo>
                    <a:pt x="52041" y="288387"/>
                  </a:lnTo>
                  <a:lnTo>
                    <a:pt x="55943" y="291977"/>
                  </a:lnTo>
                  <a:lnTo>
                    <a:pt x="59956" y="295440"/>
                  </a:lnTo>
                  <a:lnTo>
                    <a:pt x="64078" y="298775"/>
                  </a:lnTo>
                  <a:lnTo>
                    <a:pt x="68303" y="301978"/>
                  </a:lnTo>
                  <a:lnTo>
                    <a:pt x="72628" y="305044"/>
                  </a:lnTo>
                  <a:lnTo>
                    <a:pt x="77048" y="307973"/>
                  </a:lnTo>
                  <a:lnTo>
                    <a:pt x="81558" y="310759"/>
                  </a:lnTo>
                  <a:lnTo>
                    <a:pt x="86155" y="313401"/>
                  </a:lnTo>
                  <a:lnTo>
                    <a:pt x="90833" y="315896"/>
                  </a:lnTo>
                  <a:lnTo>
                    <a:pt x="95588" y="318241"/>
                  </a:lnTo>
                  <a:lnTo>
                    <a:pt x="100414" y="320435"/>
                  </a:lnTo>
                  <a:lnTo>
                    <a:pt x="105308" y="322474"/>
                  </a:lnTo>
                  <a:lnTo>
                    <a:pt x="110264" y="324357"/>
                  </a:lnTo>
                  <a:lnTo>
                    <a:pt x="115278" y="326082"/>
                  </a:lnTo>
                  <a:lnTo>
                    <a:pt x="120343" y="327647"/>
                  </a:lnTo>
                  <a:lnTo>
                    <a:pt x="125456" y="329051"/>
                  </a:lnTo>
                  <a:lnTo>
                    <a:pt x="130610" y="330292"/>
                  </a:lnTo>
                  <a:lnTo>
                    <a:pt x="135802" y="331368"/>
                  </a:lnTo>
                  <a:lnTo>
                    <a:pt x="141024" y="332280"/>
                  </a:lnTo>
                  <a:lnTo>
                    <a:pt x="146274" y="333025"/>
                  </a:lnTo>
                  <a:lnTo>
                    <a:pt x="151544" y="333604"/>
                  </a:lnTo>
                  <a:lnTo>
                    <a:pt x="156829" y="334015"/>
                  </a:lnTo>
                  <a:lnTo>
                    <a:pt x="162126" y="334259"/>
                  </a:lnTo>
                  <a:lnTo>
                    <a:pt x="167427" y="334334"/>
                  </a:lnTo>
                  <a:lnTo>
                    <a:pt x="172728" y="334241"/>
                  </a:lnTo>
                  <a:lnTo>
                    <a:pt x="178023" y="333981"/>
                  </a:lnTo>
                  <a:lnTo>
                    <a:pt x="183308" y="333552"/>
                  </a:lnTo>
                  <a:lnTo>
                    <a:pt x="188576" y="332956"/>
                  </a:lnTo>
                  <a:lnTo>
                    <a:pt x="193822" y="332193"/>
                  </a:lnTo>
                  <a:lnTo>
                    <a:pt x="199042" y="331264"/>
                  </a:lnTo>
                  <a:lnTo>
                    <a:pt x="204230" y="330171"/>
                  </a:lnTo>
                  <a:lnTo>
                    <a:pt x="209380" y="328913"/>
                  </a:lnTo>
                  <a:lnTo>
                    <a:pt x="214488" y="327492"/>
                  </a:lnTo>
                  <a:lnTo>
                    <a:pt x="219549" y="325911"/>
                  </a:lnTo>
                  <a:lnTo>
                    <a:pt x="224556" y="324169"/>
                  </a:lnTo>
                  <a:lnTo>
                    <a:pt x="229506" y="322270"/>
                  </a:lnTo>
                  <a:lnTo>
                    <a:pt x="234393" y="320215"/>
                  </a:lnTo>
                  <a:lnTo>
                    <a:pt x="239213" y="318005"/>
                  </a:lnTo>
                  <a:lnTo>
                    <a:pt x="243960" y="315644"/>
                  </a:lnTo>
                  <a:lnTo>
                    <a:pt x="248630" y="313134"/>
                  </a:lnTo>
                  <a:lnTo>
                    <a:pt x="253217" y="310477"/>
                  </a:lnTo>
                  <a:lnTo>
                    <a:pt x="257719" y="307675"/>
                  </a:lnTo>
                  <a:lnTo>
                    <a:pt x="262129" y="304733"/>
                  </a:lnTo>
                  <a:lnTo>
                    <a:pt x="266443" y="301652"/>
                  </a:lnTo>
                  <a:lnTo>
                    <a:pt x="270658" y="298435"/>
                  </a:lnTo>
                  <a:lnTo>
                    <a:pt x="274769" y="295087"/>
                  </a:lnTo>
                  <a:lnTo>
                    <a:pt x="278771" y="291610"/>
                  </a:lnTo>
                  <a:lnTo>
                    <a:pt x="282661" y="288008"/>
                  </a:lnTo>
                  <a:lnTo>
                    <a:pt x="286435" y="284284"/>
                  </a:lnTo>
                  <a:lnTo>
                    <a:pt x="290089" y="280443"/>
                  </a:lnTo>
                  <a:lnTo>
                    <a:pt x="293620" y="276487"/>
                  </a:lnTo>
                  <a:lnTo>
                    <a:pt x="297023" y="272422"/>
                  </a:lnTo>
                  <a:lnTo>
                    <a:pt x="300295" y="268250"/>
                  </a:lnTo>
                  <a:lnTo>
                    <a:pt x="303434" y="263977"/>
                  </a:lnTo>
                  <a:lnTo>
                    <a:pt x="306435" y="259607"/>
                  </a:lnTo>
                  <a:lnTo>
                    <a:pt x="309296" y="255144"/>
                  </a:lnTo>
                  <a:lnTo>
                    <a:pt x="312015" y="250592"/>
                  </a:lnTo>
                  <a:lnTo>
                    <a:pt x="314587" y="245956"/>
                  </a:lnTo>
                  <a:lnTo>
                    <a:pt x="317012" y="241241"/>
                  </a:lnTo>
                  <a:lnTo>
                    <a:pt x="319285" y="236452"/>
                  </a:lnTo>
                  <a:lnTo>
                    <a:pt x="321406" y="231592"/>
                  </a:lnTo>
                  <a:lnTo>
                    <a:pt x="323371" y="226668"/>
                  </a:lnTo>
                  <a:lnTo>
                    <a:pt x="325180" y="221685"/>
                  </a:lnTo>
                  <a:lnTo>
                    <a:pt x="326829" y="216646"/>
                  </a:lnTo>
                  <a:lnTo>
                    <a:pt x="328318" y="211557"/>
                  </a:lnTo>
                  <a:lnTo>
                    <a:pt x="329644" y="206424"/>
                  </a:lnTo>
                  <a:lnTo>
                    <a:pt x="330808" y="201252"/>
                  </a:lnTo>
                  <a:lnTo>
                    <a:pt x="331806" y="196045"/>
                  </a:lnTo>
                  <a:lnTo>
                    <a:pt x="332639" y="190809"/>
                  </a:lnTo>
                  <a:lnTo>
                    <a:pt x="333306" y="185549"/>
                  </a:lnTo>
                  <a:lnTo>
                    <a:pt x="333805" y="180271"/>
                  </a:lnTo>
                  <a:lnTo>
                    <a:pt x="334137" y="174980"/>
                  </a:lnTo>
                  <a:lnTo>
                    <a:pt x="334300" y="169680"/>
                  </a:lnTo>
                  <a:lnTo>
                    <a:pt x="334296" y="164379"/>
                  </a:lnTo>
                  <a:lnTo>
                    <a:pt x="334124" y="159080"/>
                  </a:lnTo>
                  <a:lnTo>
                    <a:pt x="333783" y="153789"/>
                  </a:lnTo>
                  <a:lnTo>
                    <a:pt x="333275" y="148511"/>
                  </a:lnTo>
                  <a:lnTo>
                    <a:pt x="332600" y="143253"/>
                  </a:lnTo>
                  <a:lnTo>
                    <a:pt x="331758" y="138018"/>
                  </a:lnTo>
                  <a:lnTo>
                    <a:pt x="330751" y="132813"/>
                  </a:lnTo>
                  <a:lnTo>
                    <a:pt x="329580" y="127642"/>
                  </a:lnTo>
                  <a:lnTo>
                    <a:pt x="328245" y="122511"/>
                  </a:lnTo>
                  <a:lnTo>
                    <a:pt x="326747" y="117425"/>
                  </a:lnTo>
                  <a:lnTo>
                    <a:pt x="325090" y="112389"/>
                  </a:lnTo>
                  <a:lnTo>
                    <a:pt x="323273" y="107409"/>
                  </a:lnTo>
                  <a:lnTo>
                    <a:pt x="321300" y="102488"/>
                  </a:lnTo>
                  <a:lnTo>
                    <a:pt x="319171" y="97632"/>
                  </a:lnTo>
                  <a:lnTo>
                    <a:pt x="316890" y="92846"/>
                  </a:lnTo>
                  <a:lnTo>
                    <a:pt x="314458" y="88135"/>
                  </a:lnTo>
                  <a:lnTo>
                    <a:pt x="311877" y="83504"/>
                  </a:lnTo>
                  <a:lnTo>
                    <a:pt x="309152" y="78957"/>
                  </a:lnTo>
                  <a:lnTo>
                    <a:pt x="306283" y="74498"/>
                  </a:lnTo>
                  <a:lnTo>
                    <a:pt x="303274" y="70132"/>
                  </a:lnTo>
                  <a:lnTo>
                    <a:pt x="300129" y="65865"/>
                  </a:lnTo>
                  <a:lnTo>
                    <a:pt x="296849" y="61699"/>
                  </a:lnTo>
                  <a:lnTo>
                    <a:pt x="293440" y="57639"/>
                  </a:lnTo>
                  <a:lnTo>
                    <a:pt x="289903" y="53689"/>
                  </a:lnTo>
                  <a:lnTo>
                    <a:pt x="286243" y="49854"/>
                  </a:lnTo>
                  <a:lnTo>
                    <a:pt x="282462" y="46136"/>
                  </a:lnTo>
                  <a:lnTo>
                    <a:pt x="278566" y="42540"/>
                  </a:lnTo>
                  <a:lnTo>
                    <a:pt x="274558" y="39070"/>
                  </a:lnTo>
                  <a:lnTo>
                    <a:pt x="270442" y="35728"/>
                  </a:lnTo>
                  <a:lnTo>
                    <a:pt x="266222" y="32519"/>
                  </a:lnTo>
                  <a:lnTo>
                    <a:pt x="261902" y="29445"/>
                  </a:lnTo>
                  <a:lnTo>
                    <a:pt x="257487" y="26510"/>
                  </a:lnTo>
                  <a:lnTo>
                    <a:pt x="252982" y="23716"/>
                  </a:lnTo>
                  <a:lnTo>
                    <a:pt x="248389" y="21066"/>
                  </a:lnTo>
                  <a:lnTo>
                    <a:pt x="243715" y="18564"/>
                  </a:lnTo>
                  <a:lnTo>
                    <a:pt x="238965" y="16210"/>
                  </a:lnTo>
                  <a:lnTo>
                    <a:pt x="234141" y="14009"/>
                  </a:lnTo>
                  <a:lnTo>
                    <a:pt x="229251" y="11962"/>
                  </a:lnTo>
                  <a:lnTo>
                    <a:pt x="224298" y="10070"/>
                  </a:lnTo>
                  <a:lnTo>
                    <a:pt x="219287" y="8337"/>
                  </a:lnTo>
                  <a:lnTo>
                    <a:pt x="214224" y="6764"/>
                  </a:lnTo>
                  <a:lnTo>
                    <a:pt x="209114" y="5352"/>
                  </a:lnTo>
                  <a:lnTo>
                    <a:pt x="203962" y="4103"/>
                  </a:lnTo>
                  <a:lnTo>
                    <a:pt x="198772" y="3017"/>
                  </a:lnTo>
                  <a:lnTo>
                    <a:pt x="193551" y="2097"/>
                  </a:lnTo>
                  <a:lnTo>
                    <a:pt x="188303" y="1343"/>
                  </a:lnTo>
                  <a:lnTo>
                    <a:pt x="183034" y="756"/>
                  </a:lnTo>
                  <a:lnTo>
                    <a:pt x="177749" y="336"/>
                  </a:lnTo>
                  <a:lnTo>
                    <a:pt x="172453" y="84"/>
                  </a:lnTo>
                  <a:lnTo>
                    <a:pt x="167152" y="0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971891" y="5018213"/>
              <a:ext cx="49147" cy="167167"/>
            </a:xfrm>
            <a:custGeom>
              <a:avLst/>
              <a:pathLst>
                <a:path w="49147" h="167167">
                  <a:moveTo>
                    <a:pt x="49147" y="0"/>
                  </a:moveTo>
                  <a:lnTo>
                    <a:pt x="42913" y="116"/>
                  </a:lnTo>
                  <a:lnTo>
                    <a:pt x="36687" y="464"/>
                  </a:lnTo>
                  <a:lnTo>
                    <a:pt x="30479" y="1045"/>
                  </a:lnTo>
                  <a:lnTo>
                    <a:pt x="24297" y="1857"/>
                  </a:lnTo>
                  <a:lnTo>
                    <a:pt x="18150" y="2899"/>
                  </a:lnTo>
                  <a:lnTo>
                    <a:pt x="12045" y="4169"/>
                  </a:lnTo>
                  <a:lnTo>
                    <a:pt x="5992" y="5666"/>
                  </a:lnTo>
                  <a:lnTo>
                    <a:pt x="0" y="7387"/>
                  </a:lnTo>
                  <a:lnTo>
                    <a:pt x="4914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971891" y="5025601"/>
              <a:ext cx="49147" cy="159779"/>
            </a:xfrm>
            <a:custGeom>
              <a:avLst/>
              <a:pathLst>
                <a:path w="49147" h="159779">
                  <a:moveTo>
                    <a:pt x="0" y="0"/>
                  </a:moveTo>
                  <a:lnTo>
                    <a:pt x="49147" y="1597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971891" y="5025601"/>
              <a:ext cx="49147" cy="159779"/>
            </a:xfrm>
            <a:custGeom>
              <a:avLst/>
              <a:pathLst>
                <a:path w="49147" h="159779">
                  <a:moveTo>
                    <a:pt x="0" y="0"/>
                  </a:moveTo>
                  <a:lnTo>
                    <a:pt x="49147" y="15977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971891" y="5025601"/>
              <a:ext cx="49147" cy="159779"/>
            </a:xfrm>
            <a:custGeom>
              <a:avLst/>
              <a:pathLst>
                <a:path w="49147" h="159779">
                  <a:moveTo>
                    <a:pt x="0" y="0"/>
                  </a:moveTo>
                  <a:lnTo>
                    <a:pt x="49147" y="15977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853872" y="5025601"/>
              <a:ext cx="167166" cy="165859"/>
            </a:xfrm>
            <a:custGeom>
              <a:avLst/>
              <a:pathLst>
                <a:path w="167166" h="165859">
                  <a:moveTo>
                    <a:pt x="118018" y="0"/>
                  </a:moveTo>
                  <a:lnTo>
                    <a:pt x="112818" y="1693"/>
                  </a:lnTo>
                  <a:lnTo>
                    <a:pt x="107675" y="3555"/>
                  </a:lnTo>
                  <a:lnTo>
                    <a:pt x="102597" y="5585"/>
                  </a:lnTo>
                  <a:lnTo>
                    <a:pt x="97587" y="7780"/>
                  </a:lnTo>
                  <a:lnTo>
                    <a:pt x="92652" y="10137"/>
                  </a:lnTo>
                  <a:lnTo>
                    <a:pt x="87796" y="12655"/>
                  </a:lnTo>
                  <a:lnTo>
                    <a:pt x="83026" y="15330"/>
                  </a:lnTo>
                  <a:lnTo>
                    <a:pt x="78346" y="18160"/>
                  </a:lnTo>
                  <a:lnTo>
                    <a:pt x="73760" y="21141"/>
                  </a:lnTo>
                  <a:lnTo>
                    <a:pt x="69275" y="24271"/>
                  </a:lnTo>
                  <a:lnTo>
                    <a:pt x="64895" y="27546"/>
                  </a:lnTo>
                  <a:lnTo>
                    <a:pt x="60624" y="30963"/>
                  </a:lnTo>
                  <a:lnTo>
                    <a:pt x="56467" y="34517"/>
                  </a:lnTo>
                  <a:lnTo>
                    <a:pt x="52428" y="38205"/>
                  </a:lnTo>
                  <a:lnTo>
                    <a:pt x="48512" y="42024"/>
                  </a:lnTo>
                  <a:lnTo>
                    <a:pt x="44724" y="45968"/>
                  </a:lnTo>
                  <a:lnTo>
                    <a:pt x="41066" y="50035"/>
                  </a:lnTo>
                  <a:lnTo>
                    <a:pt x="37543" y="54219"/>
                  </a:lnTo>
                  <a:lnTo>
                    <a:pt x="34160" y="58515"/>
                  </a:lnTo>
                  <a:lnTo>
                    <a:pt x="30918" y="62921"/>
                  </a:lnTo>
                  <a:lnTo>
                    <a:pt x="27823" y="67430"/>
                  </a:lnTo>
                  <a:lnTo>
                    <a:pt x="24876" y="72037"/>
                  </a:lnTo>
                  <a:lnTo>
                    <a:pt x="22082" y="76739"/>
                  </a:lnTo>
                  <a:lnTo>
                    <a:pt x="19443" y="81530"/>
                  </a:lnTo>
                  <a:lnTo>
                    <a:pt x="16962" y="86404"/>
                  </a:lnTo>
                  <a:lnTo>
                    <a:pt x="14642" y="91357"/>
                  </a:lnTo>
                  <a:lnTo>
                    <a:pt x="12486" y="96383"/>
                  </a:lnTo>
                  <a:lnTo>
                    <a:pt x="10495" y="101477"/>
                  </a:lnTo>
                  <a:lnTo>
                    <a:pt x="8671" y="106634"/>
                  </a:lnTo>
                  <a:lnTo>
                    <a:pt x="7017" y="111847"/>
                  </a:lnTo>
                  <a:lnTo>
                    <a:pt x="5535" y="117112"/>
                  </a:lnTo>
                  <a:lnTo>
                    <a:pt x="4226" y="122422"/>
                  </a:lnTo>
                  <a:lnTo>
                    <a:pt x="3091" y="127772"/>
                  </a:lnTo>
                  <a:lnTo>
                    <a:pt x="2132" y="133157"/>
                  </a:lnTo>
                  <a:lnTo>
                    <a:pt x="1349" y="138570"/>
                  </a:lnTo>
                  <a:lnTo>
                    <a:pt x="744" y="144006"/>
                  </a:lnTo>
                  <a:lnTo>
                    <a:pt x="317" y="149458"/>
                  </a:lnTo>
                  <a:lnTo>
                    <a:pt x="69" y="154922"/>
                  </a:lnTo>
                  <a:lnTo>
                    <a:pt x="0" y="160391"/>
                  </a:lnTo>
                  <a:lnTo>
                    <a:pt x="109" y="165859"/>
                  </a:lnTo>
                  <a:lnTo>
                    <a:pt x="167166" y="15977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853982" y="5018213"/>
              <a:ext cx="334211" cy="334330"/>
            </a:xfrm>
            <a:custGeom>
              <a:avLst/>
              <a:pathLst>
                <a:path w="334211" h="334330">
                  <a:moveTo>
                    <a:pt x="0" y="173247"/>
                  </a:moveTo>
                  <a:lnTo>
                    <a:pt x="277" y="178557"/>
                  </a:lnTo>
                  <a:lnTo>
                    <a:pt x="724" y="183856"/>
                  </a:lnTo>
                  <a:lnTo>
                    <a:pt x="1339" y="189137"/>
                  </a:lnTo>
                  <a:lnTo>
                    <a:pt x="2122" y="194397"/>
                  </a:lnTo>
                  <a:lnTo>
                    <a:pt x="3071" y="199629"/>
                  </a:lnTo>
                  <a:lnTo>
                    <a:pt x="4186" y="204828"/>
                  </a:lnTo>
                  <a:lnTo>
                    <a:pt x="5467" y="209989"/>
                  </a:lnTo>
                  <a:lnTo>
                    <a:pt x="6910" y="215106"/>
                  </a:lnTo>
                  <a:lnTo>
                    <a:pt x="8516" y="220175"/>
                  </a:lnTo>
                  <a:lnTo>
                    <a:pt x="10282" y="225191"/>
                  </a:lnTo>
                  <a:lnTo>
                    <a:pt x="12207" y="230147"/>
                  </a:lnTo>
                  <a:lnTo>
                    <a:pt x="14288" y="235040"/>
                  </a:lnTo>
                  <a:lnTo>
                    <a:pt x="16524" y="239865"/>
                  </a:lnTo>
                  <a:lnTo>
                    <a:pt x="18912" y="244615"/>
                  </a:lnTo>
                  <a:lnTo>
                    <a:pt x="21450" y="249288"/>
                  </a:lnTo>
                  <a:lnTo>
                    <a:pt x="24136" y="253877"/>
                  </a:lnTo>
                  <a:lnTo>
                    <a:pt x="26966" y="258379"/>
                  </a:lnTo>
                  <a:lnTo>
                    <a:pt x="29938" y="262788"/>
                  </a:lnTo>
                  <a:lnTo>
                    <a:pt x="33048" y="267101"/>
                  </a:lnTo>
                  <a:lnTo>
                    <a:pt x="36294" y="271312"/>
                  </a:lnTo>
                  <a:lnTo>
                    <a:pt x="39673" y="275418"/>
                  </a:lnTo>
                  <a:lnTo>
                    <a:pt x="43180" y="279415"/>
                  </a:lnTo>
                  <a:lnTo>
                    <a:pt x="46813" y="283298"/>
                  </a:lnTo>
                  <a:lnTo>
                    <a:pt x="50567" y="287063"/>
                  </a:lnTo>
                  <a:lnTo>
                    <a:pt x="54439" y="290708"/>
                  </a:lnTo>
                  <a:lnTo>
                    <a:pt x="58425" y="294227"/>
                  </a:lnTo>
                  <a:lnTo>
                    <a:pt x="62521" y="297617"/>
                  </a:lnTo>
                  <a:lnTo>
                    <a:pt x="66723" y="300876"/>
                  </a:lnTo>
                  <a:lnTo>
                    <a:pt x="71026" y="304000"/>
                  </a:lnTo>
                  <a:lnTo>
                    <a:pt x="75427" y="306984"/>
                  </a:lnTo>
                  <a:lnTo>
                    <a:pt x="79920" y="309828"/>
                  </a:lnTo>
                  <a:lnTo>
                    <a:pt x="84501" y="312527"/>
                  </a:lnTo>
                  <a:lnTo>
                    <a:pt x="89166" y="315079"/>
                  </a:lnTo>
                  <a:lnTo>
                    <a:pt x="93909" y="317482"/>
                  </a:lnTo>
                  <a:lnTo>
                    <a:pt x="98727" y="319732"/>
                  </a:lnTo>
                  <a:lnTo>
                    <a:pt x="103614" y="321828"/>
                  </a:lnTo>
                  <a:lnTo>
                    <a:pt x="108565" y="323767"/>
                  </a:lnTo>
                  <a:lnTo>
                    <a:pt x="113575" y="325548"/>
                  </a:lnTo>
                  <a:lnTo>
                    <a:pt x="118639" y="327169"/>
                  </a:lnTo>
                  <a:lnTo>
                    <a:pt x="123753" y="328628"/>
                  </a:lnTo>
                  <a:lnTo>
                    <a:pt x="128910" y="329924"/>
                  </a:lnTo>
                  <a:lnTo>
                    <a:pt x="134105" y="331055"/>
                  </a:lnTo>
                  <a:lnTo>
                    <a:pt x="139334" y="332020"/>
                  </a:lnTo>
                  <a:lnTo>
                    <a:pt x="144591" y="332818"/>
                  </a:lnTo>
                  <a:lnTo>
                    <a:pt x="149871" y="333449"/>
                  </a:lnTo>
                  <a:lnTo>
                    <a:pt x="155168" y="333911"/>
                  </a:lnTo>
                  <a:lnTo>
                    <a:pt x="160477" y="334205"/>
                  </a:lnTo>
                  <a:lnTo>
                    <a:pt x="165793" y="334330"/>
                  </a:lnTo>
                  <a:lnTo>
                    <a:pt x="171110" y="334285"/>
                  </a:lnTo>
                  <a:lnTo>
                    <a:pt x="176423" y="334072"/>
                  </a:lnTo>
                  <a:lnTo>
                    <a:pt x="181727" y="333689"/>
                  </a:lnTo>
                  <a:lnTo>
                    <a:pt x="187016" y="333139"/>
                  </a:lnTo>
                  <a:lnTo>
                    <a:pt x="192284" y="332420"/>
                  </a:lnTo>
                  <a:lnTo>
                    <a:pt x="197527" y="331534"/>
                  </a:lnTo>
                  <a:lnTo>
                    <a:pt x="202739" y="330482"/>
                  </a:lnTo>
                  <a:lnTo>
                    <a:pt x="207915" y="329264"/>
                  </a:lnTo>
                  <a:lnTo>
                    <a:pt x="213050" y="327883"/>
                  </a:lnTo>
                  <a:lnTo>
                    <a:pt x="218138" y="326339"/>
                  </a:lnTo>
                  <a:lnTo>
                    <a:pt x="223175" y="324633"/>
                  </a:lnTo>
                  <a:lnTo>
                    <a:pt x="228154" y="322769"/>
                  </a:lnTo>
                  <a:lnTo>
                    <a:pt x="233072" y="320747"/>
                  </a:lnTo>
                  <a:lnTo>
                    <a:pt x="237923" y="318570"/>
                  </a:lnTo>
                  <a:lnTo>
                    <a:pt x="242703" y="316239"/>
                  </a:lnTo>
                  <a:lnTo>
                    <a:pt x="247406" y="313758"/>
                  </a:lnTo>
                  <a:lnTo>
                    <a:pt x="252027" y="311128"/>
                  </a:lnTo>
                  <a:lnTo>
                    <a:pt x="256563" y="308353"/>
                  </a:lnTo>
                  <a:lnTo>
                    <a:pt x="261008" y="305435"/>
                  </a:lnTo>
                  <a:lnTo>
                    <a:pt x="265358" y="302377"/>
                  </a:lnTo>
                  <a:lnTo>
                    <a:pt x="269608" y="299182"/>
                  </a:lnTo>
                  <a:lnTo>
                    <a:pt x="273755" y="295854"/>
                  </a:lnTo>
                  <a:lnTo>
                    <a:pt x="277794" y="292395"/>
                  </a:lnTo>
                  <a:lnTo>
                    <a:pt x="281721" y="288810"/>
                  </a:lnTo>
                  <a:lnTo>
                    <a:pt x="285531" y="285102"/>
                  </a:lnTo>
                  <a:lnTo>
                    <a:pt x="289222" y="281274"/>
                  </a:lnTo>
                  <a:lnTo>
                    <a:pt x="292790" y="277331"/>
                  </a:lnTo>
                  <a:lnTo>
                    <a:pt x="296230" y="273276"/>
                  </a:lnTo>
                  <a:lnTo>
                    <a:pt x="299539" y="269114"/>
                  </a:lnTo>
                  <a:lnTo>
                    <a:pt x="302714" y="264849"/>
                  </a:lnTo>
                  <a:lnTo>
                    <a:pt x="305752" y="260485"/>
                  </a:lnTo>
                  <a:lnTo>
                    <a:pt x="308650" y="256027"/>
                  </a:lnTo>
                  <a:lnTo>
                    <a:pt x="311405" y="251479"/>
                  </a:lnTo>
                  <a:lnTo>
                    <a:pt x="314013" y="246845"/>
                  </a:lnTo>
                  <a:lnTo>
                    <a:pt x="316473" y="242131"/>
                  </a:lnTo>
                  <a:lnTo>
                    <a:pt x="318782" y="237341"/>
                  </a:lnTo>
                  <a:lnTo>
                    <a:pt x="320937" y="232480"/>
                  </a:lnTo>
                  <a:lnTo>
                    <a:pt x="322936" y="227553"/>
                  </a:lnTo>
                  <a:lnTo>
                    <a:pt x="324778" y="222565"/>
                  </a:lnTo>
                  <a:lnTo>
                    <a:pt x="326460" y="217521"/>
                  </a:lnTo>
                  <a:lnTo>
                    <a:pt x="327981" y="212426"/>
                  </a:lnTo>
                  <a:lnTo>
                    <a:pt x="329339" y="207285"/>
                  </a:lnTo>
                  <a:lnTo>
                    <a:pt x="330532" y="202103"/>
                  </a:lnTo>
                  <a:lnTo>
                    <a:pt x="331561" y="196886"/>
                  </a:lnTo>
                  <a:lnTo>
                    <a:pt x="332423" y="191639"/>
                  </a:lnTo>
                  <a:lnTo>
                    <a:pt x="333117" y="186367"/>
                  </a:lnTo>
                  <a:lnTo>
                    <a:pt x="333644" y="181076"/>
                  </a:lnTo>
                  <a:lnTo>
                    <a:pt x="334002" y="175771"/>
                  </a:lnTo>
                  <a:lnTo>
                    <a:pt x="334191" y="170457"/>
                  </a:lnTo>
                  <a:lnTo>
                    <a:pt x="334211" y="165140"/>
                  </a:lnTo>
                  <a:lnTo>
                    <a:pt x="334062" y="159825"/>
                  </a:lnTo>
                  <a:lnTo>
                    <a:pt x="333744" y="154517"/>
                  </a:lnTo>
                  <a:lnTo>
                    <a:pt x="333258" y="149222"/>
                  </a:lnTo>
                  <a:lnTo>
                    <a:pt x="332603" y="143945"/>
                  </a:lnTo>
                  <a:lnTo>
                    <a:pt x="331781" y="138692"/>
                  </a:lnTo>
                  <a:lnTo>
                    <a:pt x="330792" y="133467"/>
                  </a:lnTo>
                  <a:lnTo>
                    <a:pt x="329637" y="128277"/>
                  </a:lnTo>
                  <a:lnTo>
                    <a:pt x="328318" y="123126"/>
                  </a:lnTo>
                  <a:lnTo>
                    <a:pt x="326836" y="118019"/>
                  </a:lnTo>
                  <a:lnTo>
                    <a:pt x="325192" y="112962"/>
                  </a:lnTo>
                  <a:lnTo>
                    <a:pt x="323388" y="107960"/>
                  </a:lnTo>
                  <a:lnTo>
                    <a:pt x="321426" y="103018"/>
                  </a:lnTo>
                  <a:lnTo>
                    <a:pt x="319307" y="98141"/>
                  </a:lnTo>
                  <a:lnTo>
                    <a:pt x="317035" y="93334"/>
                  </a:lnTo>
                  <a:lnTo>
                    <a:pt x="314611" y="88601"/>
                  </a:lnTo>
                  <a:lnTo>
                    <a:pt x="312038" y="83948"/>
                  </a:lnTo>
                  <a:lnTo>
                    <a:pt x="309318" y="79379"/>
                  </a:lnTo>
                  <a:lnTo>
                    <a:pt x="306454" y="74899"/>
                  </a:lnTo>
                  <a:lnTo>
                    <a:pt x="303449" y="70512"/>
                  </a:lnTo>
                  <a:lnTo>
                    <a:pt x="300306" y="66223"/>
                  </a:lnTo>
                  <a:lnTo>
                    <a:pt x="297028" y="62037"/>
                  </a:lnTo>
                  <a:lnTo>
                    <a:pt x="293618" y="57956"/>
                  </a:lnTo>
                  <a:lnTo>
                    <a:pt x="290081" y="53986"/>
                  </a:lnTo>
                  <a:lnTo>
                    <a:pt x="286419" y="50131"/>
                  </a:lnTo>
                  <a:lnTo>
                    <a:pt x="282636" y="46394"/>
                  </a:lnTo>
                  <a:lnTo>
                    <a:pt x="278737" y="42779"/>
                  </a:lnTo>
                  <a:lnTo>
                    <a:pt x="274724" y="39290"/>
                  </a:lnTo>
                  <a:lnTo>
                    <a:pt x="270603" y="35930"/>
                  </a:lnTo>
                  <a:lnTo>
                    <a:pt x="266377" y="32703"/>
                  </a:lnTo>
                  <a:lnTo>
                    <a:pt x="262050" y="29613"/>
                  </a:lnTo>
                  <a:lnTo>
                    <a:pt x="257627" y="26661"/>
                  </a:lnTo>
                  <a:lnTo>
                    <a:pt x="253112" y="23852"/>
                  </a:lnTo>
                  <a:lnTo>
                    <a:pt x="248511" y="21187"/>
                  </a:lnTo>
                  <a:lnTo>
                    <a:pt x="243827" y="18670"/>
                  </a:lnTo>
                  <a:lnTo>
                    <a:pt x="239065" y="16304"/>
                  </a:lnTo>
                  <a:lnTo>
                    <a:pt x="234231" y="14090"/>
                  </a:lnTo>
                  <a:lnTo>
                    <a:pt x="229328" y="12031"/>
                  </a:lnTo>
                  <a:lnTo>
                    <a:pt x="224363" y="10129"/>
                  </a:lnTo>
                  <a:lnTo>
                    <a:pt x="219339" y="8386"/>
                  </a:lnTo>
                  <a:lnTo>
                    <a:pt x="214263" y="6803"/>
                  </a:lnTo>
                  <a:lnTo>
                    <a:pt x="209139" y="5383"/>
                  </a:lnTo>
                  <a:lnTo>
                    <a:pt x="203972" y="4127"/>
                  </a:lnTo>
                  <a:lnTo>
                    <a:pt x="198768" y="3035"/>
                  </a:lnTo>
                  <a:lnTo>
                    <a:pt x="193532" y="2109"/>
                  </a:lnTo>
                  <a:lnTo>
                    <a:pt x="188269" y="1351"/>
                  </a:lnTo>
                  <a:lnTo>
                    <a:pt x="182985" y="760"/>
                  </a:lnTo>
                  <a:lnTo>
                    <a:pt x="177684" y="338"/>
                  </a:lnTo>
                  <a:lnTo>
                    <a:pt x="172373" y="84"/>
                  </a:lnTo>
                  <a:lnTo>
                    <a:pt x="167056" y="0"/>
                  </a:lnTo>
                  <a:lnTo>
                    <a:pt x="1670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323718" y="4659281"/>
              <a:ext cx="99516" cy="167167"/>
            </a:xfrm>
            <a:custGeom>
              <a:avLst/>
              <a:pathLst>
                <a:path w="99516" h="167167">
                  <a:moveTo>
                    <a:pt x="99516" y="0"/>
                  </a:moveTo>
                  <a:lnTo>
                    <a:pt x="93907" y="94"/>
                  </a:lnTo>
                  <a:lnTo>
                    <a:pt x="88304" y="376"/>
                  </a:lnTo>
                  <a:lnTo>
                    <a:pt x="82714" y="846"/>
                  </a:lnTo>
                  <a:lnTo>
                    <a:pt x="77142" y="1504"/>
                  </a:lnTo>
                  <a:lnTo>
                    <a:pt x="71596" y="2348"/>
                  </a:lnTo>
                  <a:lnTo>
                    <a:pt x="66082" y="3377"/>
                  </a:lnTo>
                  <a:lnTo>
                    <a:pt x="60605" y="4591"/>
                  </a:lnTo>
                  <a:lnTo>
                    <a:pt x="55171" y="5988"/>
                  </a:lnTo>
                  <a:lnTo>
                    <a:pt x="49788" y="7567"/>
                  </a:lnTo>
                  <a:lnTo>
                    <a:pt x="44461" y="9326"/>
                  </a:lnTo>
                  <a:lnTo>
                    <a:pt x="39196" y="11262"/>
                  </a:lnTo>
                  <a:lnTo>
                    <a:pt x="33998" y="13374"/>
                  </a:lnTo>
                  <a:lnTo>
                    <a:pt x="28875" y="15659"/>
                  </a:lnTo>
                  <a:lnTo>
                    <a:pt x="23831" y="18114"/>
                  </a:lnTo>
                  <a:lnTo>
                    <a:pt x="18872" y="20738"/>
                  </a:lnTo>
                  <a:lnTo>
                    <a:pt x="14004" y="23526"/>
                  </a:lnTo>
                  <a:lnTo>
                    <a:pt x="9232" y="26476"/>
                  </a:lnTo>
                  <a:lnTo>
                    <a:pt x="4562" y="29585"/>
                  </a:lnTo>
                  <a:lnTo>
                    <a:pt x="0" y="32849"/>
                  </a:lnTo>
                  <a:lnTo>
                    <a:pt x="9951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323718" y="4692130"/>
              <a:ext cx="99516" cy="134318"/>
            </a:xfrm>
            <a:custGeom>
              <a:avLst/>
              <a:pathLst>
                <a:path w="99516" h="134318">
                  <a:moveTo>
                    <a:pt x="0" y="0"/>
                  </a:moveTo>
                  <a:lnTo>
                    <a:pt x="99516" y="1343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323718" y="4692130"/>
              <a:ext cx="99516" cy="134318"/>
            </a:xfrm>
            <a:custGeom>
              <a:avLst/>
              <a:pathLst>
                <a:path w="99516" h="134318">
                  <a:moveTo>
                    <a:pt x="0" y="0"/>
                  </a:moveTo>
                  <a:lnTo>
                    <a:pt x="99516" y="1343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256068" y="4692130"/>
              <a:ext cx="257951" cy="301485"/>
            </a:xfrm>
            <a:custGeom>
              <a:avLst/>
              <a:pathLst>
                <a:path w="257951" h="301485">
                  <a:moveTo>
                    <a:pt x="67650" y="0"/>
                  </a:moveTo>
                  <a:lnTo>
                    <a:pt x="63395" y="3259"/>
                  </a:lnTo>
                  <a:lnTo>
                    <a:pt x="59247" y="6653"/>
                  </a:lnTo>
                  <a:lnTo>
                    <a:pt x="55210" y="10178"/>
                  </a:lnTo>
                  <a:lnTo>
                    <a:pt x="51288" y="13831"/>
                  </a:lnTo>
                  <a:lnTo>
                    <a:pt x="47485" y="17608"/>
                  </a:lnTo>
                  <a:lnTo>
                    <a:pt x="43805" y="21504"/>
                  </a:lnTo>
                  <a:lnTo>
                    <a:pt x="40252" y="25517"/>
                  </a:lnTo>
                  <a:lnTo>
                    <a:pt x="36829" y="29641"/>
                  </a:lnTo>
                  <a:lnTo>
                    <a:pt x="33540" y="33873"/>
                  </a:lnTo>
                  <a:lnTo>
                    <a:pt x="30389" y="38209"/>
                  </a:lnTo>
                  <a:lnTo>
                    <a:pt x="27378" y="42643"/>
                  </a:lnTo>
                  <a:lnTo>
                    <a:pt x="24511" y="47171"/>
                  </a:lnTo>
                  <a:lnTo>
                    <a:pt x="21791" y="51789"/>
                  </a:lnTo>
                  <a:lnTo>
                    <a:pt x="19220" y="56492"/>
                  </a:lnTo>
                  <a:lnTo>
                    <a:pt x="16801" y="61275"/>
                  </a:lnTo>
                  <a:lnTo>
                    <a:pt x="14537" y="66133"/>
                  </a:lnTo>
                  <a:lnTo>
                    <a:pt x="12429" y="71061"/>
                  </a:lnTo>
                  <a:lnTo>
                    <a:pt x="10481" y="76054"/>
                  </a:lnTo>
                  <a:lnTo>
                    <a:pt x="8694" y="81106"/>
                  </a:lnTo>
                  <a:lnTo>
                    <a:pt x="7069" y="86214"/>
                  </a:lnTo>
                  <a:lnTo>
                    <a:pt x="5609" y="91371"/>
                  </a:lnTo>
                  <a:lnTo>
                    <a:pt x="4316" y="96572"/>
                  </a:lnTo>
                  <a:lnTo>
                    <a:pt x="3189" y="101812"/>
                  </a:lnTo>
                  <a:lnTo>
                    <a:pt x="2232" y="107085"/>
                  </a:lnTo>
                  <a:lnTo>
                    <a:pt x="1443" y="112387"/>
                  </a:lnTo>
                  <a:lnTo>
                    <a:pt x="826" y="117711"/>
                  </a:lnTo>
                  <a:lnTo>
                    <a:pt x="379" y="123052"/>
                  </a:lnTo>
                  <a:lnTo>
                    <a:pt x="103" y="128404"/>
                  </a:lnTo>
                  <a:lnTo>
                    <a:pt x="0" y="133763"/>
                  </a:lnTo>
                  <a:lnTo>
                    <a:pt x="68" y="139122"/>
                  </a:lnTo>
                  <a:lnTo>
                    <a:pt x="308" y="144476"/>
                  </a:lnTo>
                  <a:lnTo>
                    <a:pt x="719" y="149820"/>
                  </a:lnTo>
                  <a:lnTo>
                    <a:pt x="1301" y="155148"/>
                  </a:lnTo>
                  <a:lnTo>
                    <a:pt x="2054" y="160455"/>
                  </a:lnTo>
                  <a:lnTo>
                    <a:pt x="2977" y="165734"/>
                  </a:lnTo>
                  <a:lnTo>
                    <a:pt x="4069" y="170982"/>
                  </a:lnTo>
                  <a:lnTo>
                    <a:pt x="5328" y="176191"/>
                  </a:lnTo>
                  <a:lnTo>
                    <a:pt x="6753" y="181358"/>
                  </a:lnTo>
                  <a:lnTo>
                    <a:pt x="8344" y="186476"/>
                  </a:lnTo>
                  <a:lnTo>
                    <a:pt x="10098" y="191541"/>
                  </a:lnTo>
                  <a:lnTo>
                    <a:pt x="12013" y="196547"/>
                  </a:lnTo>
                  <a:lnTo>
                    <a:pt x="14087" y="201488"/>
                  </a:lnTo>
                  <a:lnTo>
                    <a:pt x="16319" y="206361"/>
                  </a:lnTo>
                  <a:lnTo>
                    <a:pt x="18706" y="211160"/>
                  </a:lnTo>
                  <a:lnTo>
                    <a:pt x="21246" y="215880"/>
                  </a:lnTo>
                  <a:lnTo>
                    <a:pt x="23936" y="220516"/>
                  </a:lnTo>
                  <a:lnTo>
                    <a:pt x="26773" y="225063"/>
                  </a:lnTo>
                  <a:lnTo>
                    <a:pt x="29754" y="229517"/>
                  </a:lnTo>
                  <a:lnTo>
                    <a:pt x="32876" y="233873"/>
                  </a:lnTo>
                  <a:lnTo>
                    <a:pt x="36137" y="238127"/>
                  </a:lnTo>
                  <a:lnTo>
                    <a:pt x="39532" y="242274"/>
                  </a:lnTo>
                  <a:lnTo>
                    <a:pt x="43058" y="246310"/>
                  </a:lnTo>
                  <a:lnTo>
                    <a:pt x="46712" y="250231"/>
                  </a:lnTo>
                  <a:lnTo>
                    <a:pt x="50490" y="254033"/>
                  </a:lnTo>
                  <a:lnTo>
                    <a:pt x="54388" y="257712"/>
                  </a:lnTo>
                  <a:lnTo>
                    <a:pt x="58402" y="261264"/>
                  </a:lnTo>
                  <a:lnTo>
                    <a:pt x="62527" y="264685"/>
                  </a:lnTo>
                  <a:lnTo>
                    <a:pt x="66760" y="267973"/>
                  </a:lnTo>
                  <a:lnTo>
                    <a:pt x="71096" y="271123"/>
                  </a:lnTo>
                  <a:lnTo>
                    <a:pt x="75531" y="274132"/>
                  </a:lnTo>
                  <a:lnTo>
                    <a:pt x="80060" y="276998"/>
                  </a:lnTo>
                  <a:lnTo>
                    <a:pt x="84679" y="279717"/>
                  </a:lnTo>
                  <a:lnTo>
                    <a:pt x="89383" y="282286"/>
                  </a:lnTo>
                  <a:lnTo>
                    <a:pt x="94166" y="284704"/>
                  </a:lnTo>
                  <a:lnTo>
                    <a:pt x="99025" y="286967"/>
                  </a:lnTo>
                  <a:lnTo>
                    <a:pt x="103953" y="289073"/>
                  </a:lnTo>
                  <a:lnTo>
                    <a:pt x="108947" y="291020"/>
                  </a:lnTo>
                  <a:lnTo>
                    <a:pt x="114000" y="292806"/>
                  </a:lnTo>
                  <a:lnTo>
                    <a:pt x="119108" y="294428"/>
                  </a:lnTo>
                  <a:lnTo>
                    <a:pt x="124266" y="295887"/>
                  </a:lnTo>
                  <a:lnTo>
                    <a:pt x="129467" y="297179"/>
                  </a:lnTo>
                  <a:lnTo>
                    <a:pt x="134707" y="298304"/>
                  </a:lnTo>
                  <a:lnTo>
                    <a:pt x="139981" y="299260"/>
                  </a:lnTo>
                  <a:lnTo>
                    <a:pt x="145283" y="300047"/>
                  </a:lnTo>
                  <a:lnTo>
                    <a:pt x="150607" y="300663"/>
                  </a:lnTo>
                  <a:lnTo>
                    <a:pt x="155948" y="301108"/>
                  </a:lnTo>
                  <a:lnTo>
                    <a:pt x="161301" y="301382"/>
                  </a:lnTo>
                  <a:lnTo>
                    <a:pt x="166659" y="301485"/>
                  </a:lnTo>
                  <a:lnTo>
                    <a:pt x="172018" y="301415"/>
                  </a:lnTo>
                  <a:lnTo>
                    <a:pt x="177373" y="301173"/>
                  </a:lnTo>
                  <a:lnTo>
                    <a:pt x="182716" y="300760"/>
                  </a:lnTo>
                  <a:lnTo>
                    <a:pt x="188044" y="300176"/>
                  </a:lnTo>
                  <a:lnTo>
                    <a:pt x="193350" y="299422"/>
                  </a:lnTo>
                  <a:lnTo>
                    <a:pt x="198630" y="298498"/>
                  </a:lnTo>
                  <a:lnTo>
                    <a:pt x="203877" y="297405"/>
                  </a:lnTo>
                  <a:lnTo>
                    <a:pt x="209086" y="296144"/>
                  </a:lnTo>
                  <a:lnTo>
                    <a:pt x="214252" y="294717"/>
                  </a:lnTo>
                  <a:lnTo>
                    <a:pt x="219370" y="293125"/>
                  </a:lnTo>
                  <a:lnTo>
                    <a:pt x="224434" y="291370"/>
                  </a:lnTo>
                  <a:lnTo>
                    <a:pt x="229439" y="289453"/>
                  </a:lnTo>
                  <a:lnTo>
                    <a:pt x="234381" y="287377"/>
                  </a:lnTo>
                  <a:lnTo>
                    <a:pt x="239253" y="285144"/>
                  </a:lnTo>
                  <a:lnTo>
                    <a:pt x="244051" y="282755"/>
                  </a:lnTo>
                  <a:lnTo>
                    <a:pt x="248770" y="280214"/>
                  </a:lnTo>
                  <a:lnTo>
                    <a:pt x="253405" y="277523"/>
                  </a:lnTo>
                  <a:lnTo>
                    <a:pt x="257951" y="274685"/>
                  </a:lnTo>
                  <a:lnTo>
                    <a:pt x="167166" y="1343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423235" y="4659281"/>
              <a:ext cx="167167" cy="307534"/>
            </a:xfrm>
            <a:custGeom>
              <a:avLst/>
              <a:pathLst>
                <a:path w="167167" h="307534">
                  <a:moveTo>
                    <a:pt x="90785" y="307534"/>
                  </a:moveTo>
                  <a:lnTo>
                    <a:pt x="95242" y="304549"/>
                  </a:lnTo>
                  <a:lnTo>
                    <a:pt x="99602" y="301422"/>
                  </a:lnTo>
                  <a:lnTo>
                    <a:pt x="103858" y="298157"/>
                  </a:lnTo>
                  <a:lnTo>
                    <a:pt x="108008" y="294757"/>
                  </a:lnTo>
                  <a:lnTo>
                    <a:pt x="112046" y="291225"/>
                  </a:lnTo>
                  <a:lnTo>
                    <a:pt x="115970" y="287566"/>
                  </a:lnTo>
                  <a:lnTo>
                    <a:pt x="119773" y="283783"/>
                  </a:lnTo>
                  <a:lnTo>
                    <a:pt x="123453" y="279879"/>
                  </a:lnTo>
                  <a:lnTo>
                    <a:pt x="127007" y="275860"/>
                  </a:lnTo>
                  <a:lnTo>
                    <a:pt x="130429" y="271728"/>
                  </a:lnTo>
                  <a:lnTo>
                    <a:pt x="133717" y="267489"/>
                  </a:lnTo>
                  <a:lnTo>
                    <a:pt x="136867" y="263147"/>
                  </a:lnTo>
                  <a:lnTo>
                    <a:pt x="139877" y="258706"/>
                  </a:lnTo>
                  <a:lnTo>
                    <a:pt x="142742" y="254170"/>
                  </a:lnTo>
                  <a:lnTo>
                    <a:pt x="145460" y="249545"/>
                  </a:lnTo>
                  <a:lnTo>
                    <a:pt x="148029" y="244835"/>
                  </a:lnTo>
                  <a:lnTo>
                    <a:pt x="150445" y="240045"/>
                  </a:lnTo>
                  <a:lnTo>
                    <a:pt x="152706" y="235180"/>
                  </a:lnTo>
                  <a:lnTo>
                    <a:pt x="154809" y="230245"/>
                  </a:lnTo>
                  <a:lnTo>
                    <a:pt x="156754" y="225245"/>
                  </a:lnTo>
                  <a:lnTo>
                    <a:pt x="158537" y="220185"/>
                  </a:lnTo>
                  <a:lnTo>
                    <a:pt x="160156" y="215071"/>
                  </a:lnTo>
                  <a:lnTo>
                    <a:pt x="161611" y="209907"/>
                  </a:lnTo>
                  <a:lnTo>
                    <a:pt x="162899" y="204699"/>
                  </a:lnTo>
                  <a:lnTo>
                    <a:pt x="164020" y="199452"/>
                  </a:lnTo>
                  <a:lnTo>
                    <a:pt x="164971" y="194173"/>
                  </a:lnTo>
                  <a:lnTo>
                    <a:pt x="165753" y="188865"/>
                  </a:lnTo>
                  <a:lnTo>
                    <a:pt x="166364" y="183535"/>
                  </a:lnTo>
                  <a:lnTo>
                    <a:pt x="166803" y="178189"/>
                  </a:lnTo>
                  <a:lnTo>
                    <a:pt x="167071" y="172830"/>
                  </a:lnTo>
                  <a:lnTo>
                    <a:pt x="167167" y="167467"/>
                  </a:lnTo>
                  <a:lnTo>
                    <a:pt x="167090" y="162102"/>
                  </a:lnTo>
                  <a:lnTo>
                    <a:pt x="166842" y="156743"/>
                  </a:lnTo>
                  <a:lnTo>
                    <a:pt x="166421" y="151395"/>
                  </a:lnTo>
                  <a:lnTo>
                    <a:pt x="165829" y="146063"/>
                  </a:lnTo>
                  <a:lnTo>
                    <a:pt x="165067" y="140753"/>
                  </a:lnTo>
                  <a:lnTo>
                    <a:pt x="164134" y="135470"/>
                  </a:lnTo>
                  <a:lnTo>
                    <a:pt x="163033" y="130219"/>
                  </a:lnTo>
                  <a:lnTo>
                    <a:pt x="161763" y="125007"/>
                  </a:lnTo>
                  <a:lnTo>
                    <a:pt x="160327" y="119838"/>
                  </a:lnTo>
                  <a:lnTo>
                    <a:pt x="158726" y="114717"/>
                  </a:lnTo>
                  <a:lnTo>
                    <a:pt x="156961" y="109651"/>
                  </a:lnTo>
                  <a:lnTo>
                    <a:pt x="155035" y="104644"/>
                  </a:lnTo>
                  <a:lnTo>
                    <a:pt x="152948" y="99702"/>
                  </a:lnTo>
                  <a:lnTo>
                    <a:pt x="150705" y="94829"/>
                  </a:lnTo>
                  <a:lnTo>
                    <a:pt x="148306" y="90030"/>
                  </a:lnTo>
                  <a:lnTo>
                    <a:pt x="145755" y="85311"/>
                  </a:lnTo>
                  <a:lnTo>
                    <a:pt x="143053" y="80676"/>
                  </a:lnTo>
                  <a:lnTo>
                    <a:pt x="140204" y="76130"/>
                  </a:lnTo>
                  <a:lnTo>
                    <a:pt x="137210" y="71678"/>
                  </a:lnTo>
                  <a:lnTo>
                    <a:pt x="134076" y="67324"/>
                  </a:lnTo>
                  <a:lnTo>
                    <a:pt x="130803" y="63074"/>
                  </a:lnTo>
                  <a:lnTo>
                    <a:pt x="127395" y="58930"/>
                  </a:lnTo>
                  <a:lnTo>
                    <a:pt x="123857" y="54898"/>
                  </a:lnTo>
                  <a:lnTo>
                    <a:pt x="120190" y="50981"/>
                  </a:lnTo>
                  <a:lnTo>
                    <a:pt x="116400" y="47184"/>
                  </a:lnTo>
                  <a:lnTo>
                    <a:pt x="112490" y="43511"/>
                  </a:lnTo>
                  <a:lnTo>
                    <a:pt x="108465" y="39965"/>
                  </a:lnTo>
                  <a:lnTo>
                    <a:pt x="104327" y="36550"/>
                  </a:lnTo>
                  <a:lnTo>
                    <a:pt x="100082" y="33270"/>
                  </a:lnTo>
                  <a:lnTo>
                    <a:pt x="95734" y="30127"/>
                  </a:lnTo>
                  <a:lnTo>
                    <a:pt x="91287" y="27126"/>
                  </a:lnTo>
                  <a:lnTo>
                    <a:pt x="86747" y="24269"/>
                  </a:lnTo>
                  <a:lnTo>
                    <a:pt x="82117" y="21559"/>
                  </a:lnTo>
                  <a:lnTo>
                    <a:pt x="77402" y="18999"/>
                  </a:lnTo>
                  <a:lnTo>
                    <a:pt x="72608" y="16591"/>
                  </a:lnTo>
                  <a:lnTo>
                    <a:pt x="67739" y="14339"/>
                  </a:lnTo>
                  <a:lnTo>
                    <a:pt x="62800" y="12244"/>
                  </a:lnTo>
                  <a:lnTo>
                    <a:pt x="57796" y="10309"/>
                  </a:lnTo>
                  <a:lnTo>
                    <a:pt x="52733" y="8535"/>
                  </a:lnTo>
                  <a:lnTo>
                    <a:pt x="47616" y="6925"/>
                  </a:lnTo>
                  <a:lnTo>
                    <a:pt x="42450" y="5479"/>
                  </a:lnTo>
                  <a:lnTo>
                    <a:pt x="37239" y="4200"/>
                  </a:lnTo>
                  <a:lnTo>
                    <a:pt x="31991" y="3089"/>
                  </a:lnTo>
                  <a:lnTo>
                    <a:pt x="26710" y="2147"/>
                  </a:lnTo>
                  <a:lnTo>
                    <a:pt x="21401" y="1375"/>
                  </a:lnTo>
                  <a:lnTo>
                    <a:pt x="16070" y="774"/>
                  </a:lnTo>
                  <a:lnTo>
                    <a:pt x="10722" y="344"/>
                  </a:lnTo>
                  <a:lnTo>
                    <a:pt x="5364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598279" y="4213821"/>
              <a:ext cx="130192" cy="167167"/>
            </a:xfrm>
            <a:custGeom>
              <a:avLst/>
              <a:pathLst>
                <a:path w="130192" h="167167">
                  <a:moveTo>
                    <a:pt x="130192" y="0"/>
                  </a:moveTo>
                  <a:lnTo>
                    <a:pt x="124665" y="91"/>
                  </a:lnTo>
                  <a:lnTo>
                    <a:pt x="119145" y="365"/>
                  </a:lnTo>
                  <a:lnTo>
                    <a:pt x="113637" y="821"/>
                  </a:lnTo>
                  <a:lnTo>
                    <a:pt x="108146" y="1460"/>
                  </a:lnTo>
                  <a:lnTo>
                    <a:pt x="102680" y="2279"/>
                  </a:lnTo>
                  <a:lnTo>
                    <a:pt x="97244" y="3279"/>
                  </a:lnTo>
                  <a:lnTo>
                    <a:pt x="91844" y="4457"/>
                  </a:lnTo>
                  <a:lnTo>
                    <a:pt x="86486" y="5814"/>
                  </a:lnTo>
                  <a:lnTo>
                    <a:pt x="81175" y="7347"/>
                  </a:lnTo>
                  <a:lnTo>
                    <a:pt x="75919" y="9055"/>
                  </a:lnTo>
                  <a:lnTo>
                    <a:pt x="70721" y="10936"/>
                  </a:lnTo>
                  <a:lnTo>
                    <a:pt x="65589" y="12987"/>
                  </a:lnTo>
                  <a:lnTo>
                    <a:pt x="60527" y="15207"/>
                  </a:lnTo>
                  <a:lnTo>
                    <a:pt x="55541" y="17593"/>
                  </a:lnTo>
                  <a:lnTo>
                    <a:pt x="50637" y="20143"/>
                  </a:lnTo>
                  <a:lnTo>
                    <a:pt x="45820" y="22854"/>
                  </a:lnTo>
                  <a:lnTo>
                    <a:pt x="41095" y="25722"/>
                  </a:lnTo>
                  <a:lnTo>
                    <a:pt x="36468" y="28745"/>
                  </a:lnTo>
                  <a:lnTo>
                    <a:pt x="31943" y="31919"/>
                  </a:lnTo>
                  <a:lnTo>
                    <a:pt x="27525" y="35241"/>
                  </a:lnTo>
                  <a:lnTo>
                    <a:pt x="23220" y="38707"/>
                  </a:lnTo>
                  <a:lnTo>
                    <a:pt x="19032" y="42314"/>
                  </a:lnTo>
                  <a:lnTo>
                    <a:pt x="14965" y="46057"/>
                  </a:lnTo>
                  <a:lnTo>
                    <a:pt x="11024" y="49932"/>
                  </a:lnTo>
                  <a:lnTo>
                    <a:pt x="7213" y="53936"/>
                  </a:lnTo>
                  <a:lnTo>
                    <a:pt x="3537" y="58064"/>
                  </a:lnTo>
                  <a:lnTo>
                    <a:pt x="0" y="62310"/>
                  </a:lnTo>
                  <a:lnTo>
                    <a:pt x="130192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598279" y="4276132"/>
              <a:ext cx="130192" cy="104856"/>
            </a:xfrm>
            <a:custGeom>
              <a:avLst/>
              <a:pathLst>
                <a:path w="130192" h="104856">
                  <a:moveTo>
                    <a:pt x="0" y="0"/>
                  </a:moveTo>
                  <a:lnTo>
                    <a:pt x="130192" y="10485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561311" y="4276132"/>
              <a:ext cx="334326" cy="272008"/>
            </a:xfrm>
            <a:custGeom>
              <a:avLst/>
              <a:pathLst>
                <a:path w="334326" h="272008">
                  <a:moveTo>
                    <a:pt x="36968" y="0"/>
                  </a:moveTo>
                  <a:lnTo>
                    <a:pt x="33693" y="4201"/>
                  </a:lnTo>
                  <a:lnTo>
                    <a:pt x="30554" y="8504"/>
                  </a:lnTo>
                  <a:lnTo>
                    <a:pt x="27554" y="12905"/>
                  </a:lnTo>
                  <a:lnTo>
                    <a:pt x="24695" y="17399"/>
                  </a:lnTo>
                  <a:lnTo>
                    <a:pt x="21981" y="21983"/>
                  </a:lnTo>
                  <a:lnTo>
                    <a:pt x="19415" y="26650"/>
                  </a:lnTo>
                  <a:lnTo>
                    <a:pt x="16998" y="31397"/>
                  </a:lnTo>
                  <a:lnTo>
                    <a:pt x="14734" y="36218"/>
                  </a:lnTo>
                  <a:lnTo>
                    <a:pt x="12625" y="41109"/>
                  </a:lnTo>
                  <a:lnTo>
                    <a:pt x="10672" y="46065"/>
                  </a:lnTo>
                  <a:lnTo>
                    <a:pt x="8879" y="51080"/>
                  </a:lnTo>
                  <a:lnTo>
                    <a:pt x="7246" y="56151"/>
                  </a:lnTo>
                  <a:lnTo>
                    <a:pt x="5775" y="61270"/>
                  </a:lnTo>
                  <a:lnTo>
                    <a:pt x="4468" y="66434"/>
                  </a:lnTo>
                  <a:lnTo>
                    <a:pt x="3327" y="71637"/>
                  </a:lnTo>
                  <a:lnTo>
                    <a:pt x="2352" y="76873"/>
                  </a:lnTo>
                  <a:lnTo>
                    <a:pt x="1544" y="82138"/>
                  </a:lnTo>
                  <a:lnTo>
                    <a:pt x="904" y="87426"/>
                  </a:lnTo>
                  <a:lnTo>
                    <a:pt x="433" y="92732"/>
                  </a:lnTo>
                  <a:lnTo>
                    <a:pt x="132" y="98050"/>
                  </a:lnTo>
                  <a:lnTo>
                    <a:pt x="0" y="103374"/>
                  </a:lnTo>
                  <a:lnTo>
                    <a:pt x="37" y="108701"/>
                  </a:lnTo>
                  <a:lnTo>
                    <a:pt x="244" y="114023"/>
                  </a:lnTo>
                  <a:lnTo>
                    <a:pt x="621" y="119337"/>
                  </a:lnTo>
                  <a:lnTo>
                    <a:pt x="1167" y="124635"/>
                  </a:lnTo>
                  <a:lnTo>
                    <a:pt x="1882" y="129913"/>
                  </a:lnTo>
                  <a:lnTo>
                    <a:pt x="2764" y="135166"/>
                  </a:lnTo>
                  <a:lnTo>
                    <a:pt x="3813" y="140389"/>
                  </a:lnTo>
                  <a:lnTo>
                    <a:pt x="5028" y="145575"/>
                  </a:lnTo>
                  <a:lnTo>
                    <a:pt x="6407" y="150719"/>
                  </a:lnTo>
                  <a:lnTo>
                    <a:pt x="7950" y="155818"/>
                  </a:lnTo>
                  <a:lnTo>
                    <a:pt x="9655" y="160864"/>
                  </a:lnTo>
                  <a:lnTo>
                    <a:pt x="11519" y="165854"/>
                  </a:lnTo>
                  <a:lnTo>
                    <a:pt x="13541" y="170781"/>
                  </a:lnTo>
                  <a:lnTo>
                    <a:pt x="15720" y="175642"/>
                  </a:lnTo>
                  <a:lnTo>
                    <a:pt x="18052" y="180431"/>
                  </a:lnTo>
                  <a:lnTo>
                    <a:pt x="20535" y="185143"/>
                  </a:lnTo>
                  <a:lnTo>
                    <a:pt x="23168" y="189774"/>
                  </a:lnTo>
                  <a:lnTo>
                    <a:pt x="25946" y="194318"/>
                  </a:lnTo>
                  <a:lnTo>
                    <a:pt x="28868" y="198772"/>
                  </a:lnTo>
                  <a:lnTo>
                    <a:pt x="31930" y="203130"/>
                  </a:lnTo>
                  <a:lnTo>
                    <a:pt x="35130" y="207388"/>
                  </a:lnTo>
                  <a:lnTo>
                    <a:pt x="38464" y="211543"/>
                  </a:lnTo>
                  <a:lnTo>
                    <a:pt x="41928" y="215589"/>
                  </a:lnTo>
                  <a:lnTo>
                    <a:pt x="45519" y="219522"/>
                  </a:lnTo>
                  <a:lnTo>
                    <a:pt x="49234" y="223340"/>
                  </a:lnTo>
                  <a:lnTo>
                    <a:pt x="53069" y="227037"/>
                  </a:lnTo>
                  <a:lnTo>
                    <a:pt x="57019" y="230609"/>
                  </a:lnTo>
                  <a:lnTo>
                    <a:pt x="61082" y="234055"/>
                  </a:lnTo>
                  <a:lnTo>
                    <a:pt x="65252" y="237369"/>
                  </a:lnTo>
                  <a:lnTo>
                    <a:pt x="69525" y="240548"/>
                  </a:lnTo>
                  <a:lnTo>
                    <a:pt x="73898" y="243590"/>
                  </a:lnTo>
                  <a:lnTo>
                    <a:pt x="78365" y="246491"/>
                  </a:lnTo>
                  <a:lnTo>
                    <a:pt x="82923" y="249248"/>
                  </a:lnTo>
                  <a:lnTo>
                    <a:pt x="87566" y="251858"/>
                  </a:lnTo>
                  <a:lnTo>
                    <a:pt x="92290" y="254319"/>
                  </a:lnTo>
                  <a:lnTo>
                    <a:pt x="97089" y="256629"/>
                  </a:lnTo>
                  <a:lnTo>
                    <a:pt x="101960" y="258784"/>
                  </a:lnTo>
                  <a:lnTo>
                    <a:pt x="106897" y="260783"/>
                  </a:lnTo>
                  <a:lnTo>
                    <a:pt x="111896" y="262624"/>
                  </a:lnTo>
                  <a:lnTo>
                    <a:pt x="116950" y="264305"/>
                  </a:lnTo>
                  <a:lnTo>
                    <a:pt x="122056" y="265823"/>
                  </a:lnTo>
                  <a:lnTo>
                    <a:pt x="127207" y="267179"/>
                  </a:lnTo>
                  <a:lnTo>
                    <a:pt x="132399" y="268369"/>
                  </a:lnTo>
                  <a:lnTo>
                    <a:pt x="137626" y="269394"/>
                  </a:lnTo>
                  <a:lnTo>
                    <a:pt x="142883" y="270251"/>
                  </a:lnTo>
                  <a:lnTo>
                    <a:pt x="148165" y="270941"/>
                  </a:lnTo>
                  <a:lnTo>
                    <a:pt x="153466" y="271462"/>
                  </a:lnTo>
                  <a:lnTo>
                    <a:pt x="158780" y="271813"/>
                  </a:lnTo>
                  <a:lnTo>
                    <a:pt x="164104" y="271996"/>
                  </a:lnTo>
                  <a:lnTo>
                    <a:pt x="169430" y="272008"/>
                  </a:lnTo>
                  <a:lnTo>
                    <a:pt x="174755" y="271851"/>
                  </a:lnTo>
                  <a:lnTo>
                    <a:pt x="180071" y="271524"/>
                  </a:lnTo>
                  <a:lnTo>
                    <a:pt x="185374" y="271028"/>
                  </a:lnTo>
                  <a:lnTo>
                    <a:pt x="190659" y="270364"/>
                  </a:lnTo>
                  <a:lnTo>
                    <a:pt x="195920" y="269531"/>
                  </a:lnTo>
                  <a:lnTo>
                    <a:pt x="201152" y="268531"/>
                  </a:lnTo>
                  <a:lnTo>
                    <a:pt x="206350" y="267365"/>
                  </a:lnTo>
                  <a:lnTo>
                    <a:pt x="211507" y="266034"/>
                  </a:lnTo>
                  <a:lnTo>
                    <a:pt x="216620" y="264539"/>
                  </a:lnTo>
                  <a:lnTo>
                    <a:pt x="221682" y="262882"/>
                  </a:lnTo>
                  <a:lnTo>
                    <a:pt x="226689" y="261065"/>
                  </a:lnTo>
                  <a:lnTo>
                    <a:pt x="231635" y="259089"/>
                  </a:lnTo>
                  <a:lnTo>
                    <a:pt x="236516" y="256957"/>
                  </a:lnTo>
                  <a:lnTo>
                    <a:pt x="241327" y="254670"/>
                  </a:lnTo>
                  <a:lnTo>
                    <a:pt x="246062" y="252231"/>
                  </a:lnTo>
                  <a:lnTo>
                    <a:pt x="250718" y="249643"/>
                  </a:lnTo>
                  <a:lnTo>
                    <a:pt x="255288" y="246907"/>
                  </a:lnTo>
                  <a:lnTo>
                    <a:pt x="259769" y="244027"/>
                  </a:lnTo>
                  <a:lnTo>
                    <a:pt x="264156" y="241006"/>
                  </a:lnTo>
                  <a:lnTo>
                    <a:pt x="268444" y="237847"/>
                  </a:lnTo>
                  <a:lnTo>
                    <a:pt x="272630" y="234552"/>
                  </a:lnTo>
                  <a:lnTo>
                    <a:pt x="276708" y="231126"/>
                  </a:lnTo>
                  <a:lnTo>
                    <a:pt x="280676" y="227572"/>
                  </a:lnTo>
                  <a:lnTo>
                    <a:pt x="284528" y="223893"/>
                  </a:lnTo>
                  <a:lnTo>
                    <a:pt x="288261" y="220094"/>
                  </a:lnTo>
                  <a:lnTo>
                    <a:pt x="291870" y="216177"/>
                  </a:lnTo>
                  <a:lnTo>
                    <a:pt x="295354" y="212147"/>
                  </a:lnTo>
                  <a:lnTo>
                    <a:pt x="298707" y="208009"/>
                  </a:lnTo>
                  <a:lnTo>
                    <a:pt x="301927" y="203765"/>
                  </a:lnTo>
                  <a:lnTo>
                    <a:pt x="305009" y="199422"/>
                  </a:lnTo>
                  <a:lnTo>
                    <a:pt x="307952" y="194982"/>
                  </a:lnTo>
                  <a:lnTo>
                    <a:pt x="310752" y="190450"/>
                  </a:lnTo>
                  <a:lnTo>
                    <a:pt x="313406" y="185832"/>
                  </a:lnTo>
                  <a:lnTo>
                    <a:pt x="315912" y="181132"/>
                  </a:lnTo>
                  <a:lnTo>
                    <a:pt x="318266" y="176354"/>
                  </a:lnTo>
                  <a:lnTo>
                    <a:pt x="320467" y="171504"/>
                  </a:lnTo>
                  <a:lnTo>
                    <a:pt x="322513" y="166585"/>
                  </a:lnTo>
                  <a:lnTo>
                    <a:pt x="324401" y="161605"/>
                  </a:lnTo>
                  <a:lnTo>
                    <a:pt x="326129" y="156566"/>
                  </a:lnTo>
                  <a:lnTo>
                    <a:pt x="327696" y="151475"/>
                  </a:lnTo>
                  <a:lnTo>
                    <a:pt x="329099" y="146337"/>
                  </a:lnTo>
                  <a:lnTo>
                    <a:pt x="330339" y="141157"/>
                  </a:lnTo>
                  <a:lnTo>
                    <a:pt x="331412" y="135940"/>
                  </a:lnTo>
                  <a:lnTo>
                    <a:pt x="332319" y="130691"/>
                  </a:lnTo>
                  <a:lnTo>
                    <a:pt x="333059" y="125416"/>
                  </a:lnTo>
                  <a:lnTo>
                    <a:pt x="333629" y="120120"/>
                  </a:lnTo>
                  <a:lnTo>
                    <a:pt x="334031" y="114809"/>
                  </a:lnTo>
                  <a:lnTo>
                    <a:pt x="334264" y="109487"/>
                  </a:lnTo>
                  <a:lnTo>
                    <a:pt x="334326" y="104161"/>
                  </a:lnTo>
                  <a:lnTo>
                    <a:pt x="334219" y="98836"/>
                  </a:lnTo>
                  <a:lnTo>
                    <a:pt x="333943" y="93516"/>
                  </a:lnTo>
                  <a:lnTo>
                    <a:pt x="333497" y="88209"/>
                  </a:lnTo>
                  <a:lnTo>
                    <a:pt x="332882" y="82918"/>
                  </a:lnTo>
                  <a:lnTo>
                    <a:pt x="332099" y="77649"/>
                  </a:lnTo>
                  <a:lnTo>
                    <a:pt x="167160" y="1048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728472" y="4213821"/>
              <a:ext cx="164938" cy="167167"/>
            </a:xfrm>
            <a:custGeom>
              <a:avLst/>
              <a:pathLst>
                <a:path w="164938" h="167167">
                  <a:moveTo>
                    <a:pt x="164938" y="139960"/>
                  </a:moveTo>
                  <a:lnTo>
                    <a:pt x="163959" y="134577"/>
                  </a:lnTo>
                  <a:lnTo>
                    <a:pt x="162805" y="129230"/>
                  </a:lnTo>
                  <a:lnTo>
                    <a:pt x="161477" y="123922"/>
                  </a:lnTo>
                  <a:lnTo>
                    <a:pt x="159975" y="118662"/>
                  </a:lnTo>
                  <a:lnTo>
                    <a:pt x="158302" y="113453"/>
                  </a:lnTo>
                  <a:lnTo>
                    <a:pt x="156460" y="108302"/>
                  </a:lnTo>
                  <a:lnTo>
                    <a:pt x="154450" y="103213"/>
                  </a:lnTo>
                  <a:lnTo>
                    <a:pt x="152274" y="98194"/>
                  </a:lnTo>
                  <a:lnTo>
                    <a:pt x="149936" y="93248"/>
                  </a:lnTo>
                  <a:lnTo>
                    <a:pt x="147437" y="88381"/>
                  </a:lnTo>
                  <a:lnTo>
                    <a:pt x="144780" y="83599"/>
                  </a:lnTo>
                  <a:lnTo>
                    <a:pt x="141968" y="78906"/>
                  </a:lnTo>
                  <a:lnTo>
                    <a:pt x="139003" y="74308"/>
                  </a:lnTo>
                  <a:lnTo>
                    <a:pt x="135890" y="69809"/>
                  </a:lnTo>
                  <a:lnTo>
                    <a:pt x="132632" y="65414"/>
                  </a:lnTo>
                  <a:lnTo>
                    <a:pt x="129231" y="61129"/>
                  </a:lnTo>
                  <a:lnTo>
                    <a:pt x="125692" y="56957"/>
                  </a:lnTo>
                  <a:lnTo>
                    <a:pt x="122019" y="52903"/>
                  </a:lnTo>
                  <a:lnTo>
                    <a:pt x="118214" y="48971"/>
                  </a:lnTo>
                  <a:lnTo>
                    <a:pt x="114283" y="45166"/>
                  </a:lnTo>
                  <a:lnTo>
                    <a:pt x="110230" y="41492"/>
                  </a:lnTo>
                  <a:lnTo>
                    <a:pt x="106058" y="37952"/>
                  </a:lnTo>
                  <a:lnTo>
                    <a:pt x="101773" y="34551"/>
                  </a:lnTo>
                  <a:lnTo>
                    <a:pt x="97379" y="31292"/>
                  </a:lnTo>
                  <a:lnTo>
                    <a:pt x="92881" y="28178"/>
                  </a:lnTo>
                  <a:lnTo>
                    <a:pt x="88283" y="25213"/>
                  </a:lnTo>
                  <a:lnTo>
                    <a:pt x="83591" y="22400"/>
                  </a:lnTo>
                  <a:lnTo>
                    <a:pt x="78809" y="19742"/>
                  </a:lnTo>
                  <a:lnTo>
                    <a:pt x="73943" y="17242"/>
                  </a:lnTo>
                  <a:lnTo>
                    <a:pt x="68997" y="14903"/>
                  </a:lnTo>
                  <a:lnTo>
                    <a:pt x="63978" y="12727"/>
                  </a:lnTo>
                  <a:lnTo>
                    <a:pt x="58890" y="10716"/>
                  </a:lnTo>
                  <a:lnTo>
                    <a:pt x="53739" y="8873"/>
                  </a:lnTo>
                  <a:lnTo>
                    <a:pt x="48530" y="7199"/>
                  </a:lnTo>
                  <a:lnTo>
                    <a:pt x="43270" y="5697"/>
                  </a:lnTo>
                  <a:lnTo>
                    <a:pt x="37963" y="4367"/>
                  </a:lnTo>
                  <a:lnTo>
                    <a:pt x="32616" y="3212"/>
                  </a:lnTo>
                  <a:lnTo>
                    <a:pt x="27233" y="2233"/>
                  </a:lnTo>
                  <a:lnTo>
                    <a:pt x="21821" y="1430"/>
                  </a:lnTo>
                  <a:lnTo>
                    <a:pt x="16386" y="805"/>
                  </a:lnTo>
                  <a:lnTo>
                    <a:pt x="10934" y="357"/>
                  </a:lnTo>
                  <a:lnTo>
                    <a:pt x="5470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53195" y="3707720"/>
              <a:ext cx="165815" cy="167167"/>
            </a:xfrm>
            <a:custGeom>
              <a:avLst/>
              <a:pathLst>
                <a:path w="165815" h="167167">
                  <a:moveTo>
                    <a:pt x="165815" y="0"/>
                  </a:moveTo>
                  <a:lnTo>
                    <a:pt x="160332" y="89"/>
                  </a:lnTo>
                  <a:lnTo>
                    <a:pt x="154854" y="359"/>
                  </a:lnTo>
                  <a:lnTo>
                    <a:pt x="149389" y="809"/>
                  </a:lnTo>
                  <a:lnTo>
                    <a:pt x="143941" y="1437"/>
                  </a:lnTo>
                  <a:lnTo>
                    <a:pt x="138516" y="2244"/>
                  </a:lnTo>
                  <a:lnTo>
                    <a:pt x="133121" y="3228"/>
                  </a:lnTo>
                  <a:lnTo>
                    <a:pt x="127761" y="4388"/>
                  </a:lnTo>
                  <a:lnTo>
                    <a:pt x="122442" y="5724"/>
                  </a:lnTo>
                  <a:lnTo>
                    <a:pt x="117170" y="7234"/>
                  </a:lnTo>
                  <a:lnTo>
                    <a:pt x="111950" y="8916"/>
                  </a:lnTo>
                  <a:lnTo>
                    <a:pt x="106788" y="10768"/>
                  </a:lnTo>
                  <a:lnTo>
                    <a:pt x="101690" y="12788"/>
                  </a:lnTo>
                  <a:lnTo>
                    <a:pt x="96660" y="14975"/>
                  </a:lnTo>
                  <a:lnTo>
                    <a:pt x="91705" y="17325"/>
                  </a:lnTo>
                  <a:lnTo>
                    <a:pt x="86830" y="19836"/>
                  </a:lnTo>
                  <a:lnTo>
                    <a:pt x="82040" y="22507"/>
                  </a:lnTo>
                  <a:lnTo>
                    <a:pt x="77340" y="25332"/>
                  </a:lnTo>
                  <a:lnTo>
                    <a:pt x="72735" y="28311"/>
                  </a:lnTo>
                  <a:lnTo>
                    <a:pt x="68230" y="31439"/>
                  </a:lnTo>
                  <a:lnTo>
                    <a:pt x="63831" y="34713"/>
                  </a:lnTo>
                  <a:lnTo>
                    <a:pt x="59541" y="38129"/>
                  </a:lnTo>
                  <a:lnTo>
                    <a:pt x="55365" y="41685"/>
                  </a:lnTo>
                  <a:lnTo>
                    <a:pt x="51309" y="45375"/>
                  </a:lnTo>
                  <a:lnTo>
                    <a:pt x="47375" y="49197"/>
                  </a:lnTo>
                  <a:lnTo>
                    <a:pt x="43569" y="53146"/>
                  </a:lnTo>
                  <a:lnTo>
                    <a:pt x="39895" y="57217"/>
                  </a:lnTo>
                  <a:lnTo>
                    <a:pt x="36356" y="61406"/>
                  </a:lnTo>
                  <a:lnTo>
                    <a:pt x="32957" y="65710"/>
                  </a:lnTo>
                  <a:lnTo>
                    <a:pt x="29700" y="70122"/>
                  </a:lnTo>
                  <a:lnTo>
                    <a:pt x="26590" y="74639"/>
                  </a:lnTo>
                  <a:lnTo>
                    <a:pt x="23630" y="79256"/>
                  </a:lnTo>
                  <a:lnTo>
                    <a:pt x="20823" y="83967"/>
                  </a:lnTo>
                  <a:lnTo>
                    <a:pt x="18172" y="88768"/>
                  </a:lnTo>
                  <a:lnTo>
                    <a:pt x="15680" y="93653"/>
                  </a:lnTo>
                  <a:lnTo>
                    <a:pt x="13349" y="98618"/>
                  </a:lnTo>
                  <a:lnTo>
                    <a:pt x="11183" y="103656"/>
                  </a:lnTo>
                  <a:lnTo>
                    <a:pt x="9182" y="108762"/>
                  </a:lnTo>
                  <a:lnTo>
                    <a:pt x="7351" y="113931"/>
                  </a:lnTo>
                  <a:lnTo>
                    <a:pt x="5690" y="119158"/>
                  </a:lnTo>
                  <a:lnTo>
                    <a:pt x="4201" y="124436"/>
                  </a:lnTo>
                  <a:lnTo>
                    <a:pt x="2887" y="129760"/>
                  </a:lnTo>
                  <a:lnTo>
                    <a:pt x="1747" y="135125"/>
                  </a:lnTo>
                  <a:lnTo>
                    <a:pt x="785" y="140524"/>
                  </a:lnTo>
                  <a:lnTo>
                    <a:pt x="0" y="145952"/>
                  </a:lnTo>
                  <a:lnTo>
                    <a:pt x="165815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51844" y="3708718"/>
              <a:ext cx="334334" cy="333317"/>
            </a:xfrm>
            <a:custGeom>
              <a:avLst/>
              <a:pathLst>
                <a:path w="334334" h="333317">
                  <a:moveTo>
                    <a:pt x="1351" y="144954"/>
                  </a:moveTo>
                  <a:lnTo>
                    <a:pt x="761" y="150228"/>
                  </a:lnTo>
                  <a:lnTo>
                    <a:pt x="339" y="155518"/>
                  </a:lnTo>
                  <a:lnTo>
                    <a:pt x="85" y="160819"/>
                  </a:lnTo>
                  <a:lnTo>
                    <a:pt x="0" y="166125"/>
                  </a:lnTo>
                  <a:lnTo>
                    <a:pt x="82" y="171431"/>
                  </a:lnTo>
                  <a:lnTo>
                    <a:pt x="334" y="176732"/>
                  </a:lnTo>
                  <a:lnTo>
                    <a:pt x="753" y="182023"/>
                  </a:lnTo>
                  <a:lnTo>
                    <a:pt x="1340" y="187297"/>
                  </a:lnTo>
                  <a:lnTo>
                    <a:pt x="2094" y="192550"/>
                  </a:lnTo>
                  <a:lnTo>
                    <a:pt x="3015" y="197777"/>
                  </a:lnTo>
                  <a:lnTo>
                    <a:pt x="4101" y="202971"/>
                  </a:lnTo>
                  <a:lnTo>
                    <a:pt x="5351" y="208129"/>
                  </a:lnTo>
                  <a:lnTo>
                    <a:pt x="6764" y="213244"/>
                  </a:lnTo>
                  <a:lnTo>
                    <a:pt x="8339" y="218312"/>
                  </a:lnTo>
                  <a:lnTo>
                    <a:pt x="10075" y="223327"/>
                  </a:lnTo>
                  <a:lnTo>
                    <a:pt x="11968" y="228284"/>
                  </a:lnTo>
                  <a:lnTo>
                    <a:pt x="14018" y="233179"/>
                  </a:lnTo>
                  <a:lnTo>
                    <a:pt x="16222" y="238007"/>
                  </a:lnTo>
                  <a:lnTo>
                    <a:pt x="18578" y="242762"/>
                  </a:lnTo>
                  <a:lnTo>
                    <a:pt x="21085" y="247440"/>
                  </a:lnTo>
                  <a:lnTo>
                    <a:pt x="23738" y="252036"/>
                  </a:lnTo>
                  <a:lnTo>
                    <a:pt x="26536" y="256545"/>
                  </a:lnTo>
                  <a:lnTo>
                    <a:pt x="29475" y="260964"/>
                  </a:lnTo>
                  <a:lnTo>
                    <a:pt x="32554" y="265287"/>
                  </a:lnTo>
                  <a:lnTo>
                    <a:pt x="35768" y="269510"/>
                  </a:lnTo>
                  <a:lnTo>
                    <a:pt x="39114" y="273628"/>
                  </a:lnTo>
                  <a:lnTo>
                    <a:pt x="42589" y="277639"/>
                  </a:lnTo>
                  <a:lnTo>
                    <a:pt x="46191" y="281537"/>
                  </a:lnTo>
                  <a:lnTo>
                    <a:pt x="49913" y="285319"/>
                  </a:lnTo>
                  <a:lnTo>
                    <a:pt x="53755" y="288981"/>
                  </a:lnTo>
                  <a:lnTo>
                    <a:pt x="57710" y="292519"/>
                  </a:lnTo>
                  <a:lnTo>
                    <a:pt x="61776" y="295929"/>
                  </a:lnTo>
                  <a:lnTo>
                    <a:pt x="65948" y="299209"/>
                  </a:lnTo>
                  <a:lnTo>
                    <a:pt x="70222" y="302355"/>
                  </a:lnTo>
                  <a:lnTo>
                    <a:pt x="74593" y="305364"/>
                  </a:lnTo>
                  <a:lnTo>
                    <a:pt x="79058" y="308232"/>
                  </a:lnTo>
                  <a:lnTo>
                    <a:pt x="83612" y="310957"/>
                  </a:lnTo>
                  <a:lnTo>
                    <a:pt x="88250" y="313537"/>
                  </a:lnTo>
                  <a:lnTo>
                    <a:pt x="92967" y="315967"/>
                  </a:lnTo>
                  <a:lnTo>
                    <a:pt x="97760" y="318247"/>
                  </a:lnTo>
                  <a:lnTo>
                    <a:pt x="102622" y="320374"/>
                  </a:lnTo>
                  <a:lnTo>
                    <a:pt x="107549" y="322345"/>
                  </a:lnTo>
                  <a:lnTo>
                    <a:pt x="112537" y="324158"/>
                  </a:lnTo>
                  <a:lnTo>
                    <a:pt x="117579" y="325813"/>
                  </a:lnTo>
                  <a:lnTo>
                    <a:pt x="122671" y="327306"/>
                  </a:lnTo>
                  <a:lnTo>
                    <a:pt x="127809" y="328638"/>
                  </a:lnTo>
                  <a:lnTo>
                    <a:pt x="132985" y="329805"/>
                  </a:lnTo>
                  <a:lnTo>
                    <a:pt x="138197" y="330808"/>
                  </a:lnTo>
                  <a:lnTo>
                    <a:pt x="143437" y="331644"/>
                  </a:lnTo>
                  <a:lnTo>
                    <a:pt x="148702" y="332314"/>
                  </a:lnTo>
                  <a:lnTo>
                    <a:pt x="153985" y="332816"/>
                  </a:lnTo>
                  <a:lnTo>
                    <a:pt x="159281" y="333151"/>
                  </a:lnTo>
                  <a:lnTo>
                    <a:pt x="164585" y="333317"/>
                  </a:lnTo>
                  <a:lnTo>
                    <a:pt x="169892" y="333315"/>
                  </a:lnTo>
                  <a:lnTo>
                    <a:pt x="175197" y="333144"/>
                  </a:lnTo>
                  <a:lnTo>
                    <a:pt x="180493" y="332805"/>
                  </a:lnTo>
                  <a:lnTo>
                    <a:pt x="185775" y="332298"/>
                  </a:lnTo>
                  <a:lnTo>
                    <a:pt x="191039" y="331624"/>
                  </a:lnTo>
                  <a:lnTo>
                    <a:pt x="196279" y="330783"/>
                  </a:lnTo>
                  <a:lnTo>
                    <a:pt x="201489" y="329776"/>
                  </a:lnTo>
                  <a:lnTo>
                    <a:pt x="206665" y="328604"/>
                  </a:lnTo>
                  <a:lnTo>
                    <a:pt x="211801" y="327268"/>
                  </a:lnTo>
                  <a:lnTo>
                    <a:pt x="216892" y="325770"/>
                  </a:lnTo>
                  <a:lnTo>
                    <a:pt x="221933" y="324111"/>
                  </a:lnTo>
                  <a:lnTo>
                    <a:pt x="226919" y="322293"/>
                  </a:lnTo>
                  <a:lnTo>
                    <a:pt x="231845" y="320318"/>
                  </a:lnTo>
                  <a:lnTo>
                    <a:pt x="236705" y="318187"/>
                  </a:lnTo>
                  <a:lnTo>
                    <a:pt x="241495" y="315903"/>
                  </a:lnTo>
                  <a:lnTo>
                    <a:pt x="246211" y="313469"/>
                  </a:lnTo>
                  <a:lnTo>
                    <a:pt x="250847" y="310885"/>
                  </a:lnTo>
                  <a:lnTo>
                    <a:pt x="255398" y="308156"/>
                  </a:lnTo>
                  <a:lnTo>
                    <a:pt x="259860" y="305284"/>
                  </a:lnTo>
                  <a:lnTo>
                    <a:pt x="264229" y="302272"/>
                  </a:lnTo>
                  <a:lnTo>
                    <a:pt x="268501" y="299122"/>
                  </a:lnTo>
                  <a:lnTo>
                    <a:pt x="272670" y="295839"/>
                  </a:lnTo>
                  <a:lnTo>
                    <a:pt x="276733" y="292424"/>
                  </a:lnTo>
                  <a:lnTo>
                    <a:pt x="280685" y="288883"/>
                  </a:lnTo>
                  <a:lnTo>
                    <a:pt x="284523" y="285218"/>
                  </a:lnTo>
                  <a:lnTo>
                    <a:pt x="288243" y="281433"/>
                  </a:lnTo>
                  <a:lnTo>
                    <a:pt x="291840" y="277532"/>
                  </a:lnTo>
                  <a:lnTo>
                    <a:pt x="295312" y="273518"/>
                  </a:lnTo>
                  <a:lnTo>
                    <a:pt x="298655" y="269396"/>
                  </a:lnTo>
                  <a:lnTo>
                    <a:pt x="301866" y="265171"/>
                  </a:lnTo>
                  <a:lnTo>
                    <a:pt x="304940" y="260845"/>
                  </a:lnTo>
                  <a:lnTo>
                    <a:pt x="307876" y="256424"/>
                  </a:lnTo>
                  <a:lnTo>
                    <a:pt x="310670" y="251912"/>
                  </a:lnTo>
                  <a:lnTo>
                    <a:pt x="313319" y="247314"/>
                  </a:lnTo>
                  <a:lnTo>
                    <a:pt x="315821" y="242634"/>
                  </a:lnTo>
                  <a:lnTo>
                    <a:pt x="318174" y="237877"/>
                  </a:lnTo>
                  <a:lnTo>
                    <a:pt x="320374" y="233048"/>
                  </a:lnTo>
                  <a:lnTo>
                    <a:pt x="322419" y="228151"/>
                  </a:lnTo>
                  <a:lnTo>
                    <a:pt x="324308" y="223192"/>
                  </a:lnTo>
                  <a:lnTo>
                    <a:pt x="326039" y="218175"/>
                  </a:lnTo>
                  <a:lnTo>
                    <a:pt x="327610" y="213106"/>
                  </a:lnTo>
                  <a:lnTo>
                    <a:pt x="329019" y="207989"/>
                  </a:lnTo>
                  <a:lnTo>
                    <a:pt x="330265" y="202831"/>
                  </a:lnTo>
                  <a:lnTo>
                    <a:pt x="331346" y="197635"/>
                  </a:lnTo>
                  <a:lnTo>
                    <a:pt x="332262" y="192408"/>
                  </a:lnTo>
                  <a:lnTo>
                    <a:pt x="333012" y="187154"/>
                  </a:lnTo>
                  <a:lnTo>
                    <a:pt x="333595" y="181879"/>
                  </a:lnTo>
                  <a:lnTo>
                    <a:pt x="334009" y="176589"/>
                  </a:lnTo>
                  <a:lnTo>
                    <a:pt x="334256" y="171288"/>
                  </a:lnTo>
                  <a:lnTo>
                    <a:pt x="334334" y="165981"/>
                  </a:lnTo>
                  <a:lnTo>
                    <a:pt x="334244" y="160675"/>
                  </a:lnTo>
                  <a:lnTo>
                    <a:pt x="333985" y="155375"/>
                  </a:lnTo>
                  <a:lnTo>
                    <a:pt x="333559" y="150085"/>
                  </a:lnTo>
                  <a:lnTo>
                    <a:pt x="332964" y="144811"/>
                  </a:lnTo>
                  <a:lnTo>
                    <a:pt x="332203" y="139559"/>
                  </a:lnTo>
                  <a:lnTo>
                    <a:pt x="331275" y="134334"/>
                  </a:lnTo>
                  <a:lnTo>
                    <a:pt x="330182" y="129141"/>
                  </a:lnTo>
                  <a:lnTo>
                    <a:pt x="328924" y="123985"/>
                  </a:lnTo>
                  <a:lnTo>
                    <a:pt x="327504" y="118872"/>
                  </a:lnTo>
                  <a:lnTo>
                    <a:pt x="325922" y="113807"/>
                  </a:lnTo>
                  <a:lnTo>
                    <a:pt x="324180" y="108794"/>
                  </a:lnTo>
                  <a:lnTo>
                    <a:pt x="322279" y="103839"/>
                  </a:lnTo>
                  <a:lnTo>
                    <a:pt x="320223" y="98947"/>
                  </a:lnTo>
                  <a:lnTo>
                    <a:pt x="318012" y="94122"/>
                  </a:lnTo>
                  <a:lnTo>
                    <a:pt x="315649" y="89370"/>
                  </a:lnTo>
                  <a:lnTo>
                    <a:pt x="313136" y="84696"/>
                  </a:lnTo>
                  <a:lnTo>
                    <a:pt x="310476" y="80104"/>
                  </a:lnTo>
                  <a:lnTo>
                    <a:pt x="307672" y="75598"/>
                  </a:lnTo>
                  <a:lnTo>
                    <a:pt x="304727" y="71184"/>
                  </a:lnTo>
                  <a:lnTo>
                    <a:pt x="301642" y="66865"/>
                  </a:lnTo>
                  <a:lnTo>
                    <a:pt x="298422" y="62647"/>
                  </a:lnTo>
                  <a:lnTo>
                    <a:pt x="295070" y="58533"/>
                  </a:lnTo>
                  <a:lnTo>
                    <a:pt x="291589" y="54527"/>
                  </a:lnTo>
                  <a:lnTo>
                    <a:pt x="287983" y="50634"/>
                  </a:lnTo>
                  <a:lnTo>
                    <a:pt x="284255" y="46857"/>
                  </a:lnTo>
                  <a:lnTo>
                    <a:pt x="280408" y="43201"/>
                  </a:lnTo>
                  <a:lnTo>
                    <a:pt x="276448" y="39668"/>
                  </a:lnTo>
                  <a:lnTo>
                    <a:pt x="272378" y="36263"/>
                  </a:lnTo>
                  <a:lnTo>
                    <a:pt x="268201" y="32989"/>
                  </a:lnTo>
                  <a:lnTo>
                    <a:pt x="263923" y="29849"/>
                  </a:lnTo>
                  <a:lnTo>
                    <a:pt x="259547" y="26847"/>
                  </a:lnTo>
                  <a:lnTo>
                    <a:pt x="255078" y="23984"/>
                  </a:lnTo>
                  <a:lnTo>
                    <a:pt x="250520" y="21266"/>
                  </a:lnTo>
                  <a:lnTo>
                    <a:pt x="245879" y="18693"/>
                  </a:lnTo>
                  <a:lnTo>
                    <a:pt x="241158" y="16269"/>
                  </a:lnTo>
                  <a:lnTo>
                    <a:pt x="236363" y="13996"/>
                  </a:lnTo>
                  <a:lnTo>
                    <a:pt x="231497" y="11876"/>
                  </a:lnTo>
                  <a:lnTo>
                    <a:pt x="226567" y="9912"/>
                  </a:lnTo>
                  <a:lnTo>
                    <a:pt x="221578" y="8105"/>
                  </a:lnTo>
                  <a:lnTo>
                    <a:pt x="216533" y="6457"/>
                  </a:lnTo>
                  <a:lnTo>
                    <a:pt x="211438" y="4971"/>
                  </a:lnTo>
                  <a:lnTo>
                    <a:pt x="206299" y="3647"/>
                  </a:lnTo>
                  <a:lnTo>
                    <a:pt x="201121" y="2487"/>
                  </a:lnTo>
                  <a:lnTo>
                    <a:pt x="195908" y="1491"/>
                  </a:lnTo>
                  <a:lnTo>
                    <a:pt x="190666" y="662"/>
                  </a:lnTo>
                  <a:lnTo>
                    <a:pt x="185401" y="0"/>
                  </a:lnTo>
                  <a:lnTo>
                    <a:pt x="167167" y="16617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919011" y="3707720"/>
              <a:ext cx="18234" cy="167167"/>
            </a:xfrm>
            <a:custGeom>
              <a:avLst/>
              <a:pathLst>
                <a:path w="18234" h="167167">
                  <a:moveTo>
                    <a:pt x="18234" y="997"/>
                  </a:moveTo>
                  <a:lnTo>
                    <a:pt x="9130" y="24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tx769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87" name="tx787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8" name="tx788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9" name="tx789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90" name="tx790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91" name="tx791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92" name="tx792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93" name="tx793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94" name="tx794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2025-06-05T15:15:34Z</dcterms:modified>
  <cp:category/>
</cp:coreProperties>
</file>