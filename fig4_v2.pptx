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599988" cy="8640763"/>
  <p:notesSz cx="6858000" cy="9144000"/>
  <p:custDataLst>
    <p:tags r:id="rId4"/>
  </p:custDataLst>
  <p:defaultTextStyle>
    <a:defPPr>
      <a:defRPr lang="en-US"/>
    </a:defPPr>
    <a:lvl1pPr marL="0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1pPr>
    <a:lvl2pPr marL="583248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2pPr>
    <a:lvl3pPr marL="1166494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3pPr>
    <a:lvl4pPr marL="1749742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4pPr>
    <a:lvl5pPr marL="2332989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5pPr>
    <a:lvl6pPr marL="2916237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6pPr>
    <a:lvl7pPr marL="3499484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7pPr>
    <a:lvl8pPr marL="4082731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8pPr>
    <a:lvl9pPr marL="4665979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2" userDrawn="1">
          <p15:clr>
            <a:srgbClr val="A4A3A4"/>
          </p15:clr>
        </p15:guide>
        <p15:guide id="2" pos="3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13" autoAdjust="0"/>
  </p:normalViewPr>
  <p:slideViewPr>
    <p:cSldViewPr>
      <p:cViewPr varScale="1">
        <p:scale>
          <a:sx n="64" d="100"/>
          <a:sy n="64" d="100"/>
        </p:scale>
        <p:origin x="1315" y="72"/>
      </p:cViewPr>
      <p:guideLst>
        <p:guide orient="horz" pos="2722"/>
        <p:guide pos="39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AE48D-D7D9-46F8-80AC-255986AD24D4}" type="datetimeFigureOut">
              <a:rPr lang="fr-FR" smtClean="0"/>
              <a:t>08/07/2025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1143000"/>
            <a:ext cx="4498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E9922-CB52-49F7-BA04-8363A23E0C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38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5000" y="2684241"/>
            <a:ext cx="10709990" cy="18521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0001" y="4896436"/>
            <a:ext cx="8819991" cy="22081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67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33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00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66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33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00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66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33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316" y="5552494"/>
            <a:ext cx="10709990" cy="1716152"/>
          </a:xfrm>
        </p:spPr>
        <p:txBody>
          <a:bodyPr anchor="t"/>
          <a:lstStyle>
            <a:lvl1pPr algn="l">
              <a:defRPr sz="2333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16" y="3662328"/>
            <a:ext cx="10709990" cy="1890166"/>
          </a:xfrm>
        </p:spPr>
        <p:txBody>
          <a:bodyPr anchor="b"/>
          <a:lstStyle>
            <a:lvl1pPr marL="0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1pPr>
            <a:lvl2pPr marL="26670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5334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3pPr>
            <a:lvl4pPr marL="800110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4pPr>
            <a:lvl5pPr marL="1066813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5pPr>
            <a:lvl6pPr marL="1333517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6pPr>
            <a:lvl7pPr marL="1600220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7pPr>
            <a:lvl8pPr marL="1866924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8pPr>
            <a:lvl9pPr marL="2133627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0000" y="2016180"/>
            <a:ext cx="5564994" cy="5702504"/>
          </a:xfrm>
        </p:spPr>
        <p:txBody>
          <a:bodyPr/>
          <a:lstStyle>
            <a:lvl1pPr>
              <a:defRPr sz="1634"/>
            </a:lvl1pPr>
            <a:lvl2pPr>
              <a:defRPr sz="1400"/>
            </a:lvl2pPr>
            <a:lvl3pPr>
              <a:defRPr sz="1167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997" y="2016180"/>
            <a:ext cx="5564994" cy="5702504"/>
          </a:xfrm>
        </p:spPr>
        <p:txBody>
          <a:bodyPr/>
          <a:lstStyle>
            <a:lvl1pPr>
              <a:defRPr sz="1634"/>
            </a:lvl1pPr>
            <a:lvl2pPr>
              <a:defRPr sz="1400"/>
            </a:lvl2pPr>
            <a:lvl3pPr>
              <a:defRPr sz="1167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2" y="1934175"/>
            <a:ext cx="5567183" cy="806070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6704" indent="0">
              <a:buNone/>
              <a:defRPr sz="1167" b="1"/>
            </a:lvl2pPr>
            <a:lvl3pPr marL="533407" indent="0">
              <a:buNone/>
              <a:defRPr sz="1050" b="1"/>
            </a:lvl3pPr>
            <a:lvl4pPr marL="800110" indent="0">
              <a:buNone/>
              <a:defRPr sz="933" b="1"/>
            </a:lvl4pPr>
            <a:lvl5pPr marL="1066813" indent="0">
              <a:buNone/>
              <a:defRPr sz="933" b="1"/>
            </a:lvl5pPr>
            <a:lvl6pPr marL="1333517" indent="0">
              <a:buNone/>
              <a:defRPr sz="933" b="1"/>
            </a:lvl6pPr>
            <a:lvl7pPr marL="1600220" indent="0">
              <a:buNone/>
              <a:defRPr sz="933" b="1"/>
            </a:lvl7pPr>
            <a:lvl8pPr marL="1866924" indent="0">
              <a:buNone/>
              <a:defRPr sz="933" b="1"/>
            </a:lvl8pPr>
            <a:lvl9pPr marL="213362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002" y="2740242"/>
            <a:ext cx="5567183" cy="4978440"/>
          </a:xfrm>
        </p:spPr>
        <p:txBody>
          <a:bodyPr/>
          <a:lstStyle>
            <a:lvl1pPr>
              <a:defRPr sz="1400"/>
            </a:lvl1pPr>
            <a:lvl2pPr>
              <a:defRPr sz="1167"/>
            </a:lvl2pPr>
            <a:lvl3pPr>
              <a:defRPr sz="105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627" y="1934175"/>
            <a:ext cx="5569369" cy="806070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6704" indent="0">
              <a:buNone/>
              <a:defRPr sz="1167" b="1"/>
            </a:lvl2pPr>
            <a:lvl3pPr marL="533407" indent="0">
              <a:buNone/>
              <a:defRPr sz="1050" b="1"/>
            </a:lvl3pPr>
            <a:lvl4pPr marL="800110" indent="0">
              <a:buNone/>
              <a:defRPr sz="933" b="1"/>
            </a:lvl4pPr>
            <a:lvl5pPr marL="1066813" indent="0">
              <a:buNone/>
              <a:defRPr sz="933" b="1"/>
            </a:lvl5pPr>
            <a:lvl6pPr marL="1333517" indent="0">
              <a:buNone/>
              <a:defRPr sz="933" b="1"/>
            </a:lvl6pPr>
            <a:lvl7pPr marL="1600220" indent="0">
              <a:buNone/>
              <a:defRPr sz="933" b="1"/>
            </a:lvl7pPr>
            <a:lvl8pPr marL="1866924" indent="0">
              <a:buNone/>
              <a:defRPr sz="933" b="1"/>
            </a:lvl8pPr>
            <a:lvl9pPr marL="213362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627" y="2740242"/>
            <a:ext cx="5569369" cy="4978440"/>
          </a:xfrm>
        </p:spPr>
        <p:txBody>
          <a:bodyPr/>
          <a:lstStyle>
            <a:lvl1pPr>
              <a:defRPr sz="1400"/>
            </a:lvl1pPr>
            <a:lvl2pPr>
              <a:defRPr sz="1167"/>
            </a:lvl2pPr>
            <a:lvl3pPr>
              <a:defRPr sz="105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1" y="346034"/>
            <a:ext cx="11339990" cy="1440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1" y="2016180"/>
            <a:ext cx="11339990" cy="5702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004" y="8008708"/>
            <a:ext cx="2939997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08/07/2025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4999" y="8008708"/>
            <a:ext cx="3989997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9996" y="8008708"/>
            <a:ext cx="2939997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533407" rtl="0" eaLnBrk="1" latinLnBrk="0" hangingPunct="1">
        <a:spcBef>
          <a:spcPct val="0"/>
        </a:spcBef>
        <a:buNone/>
        <a:defRPr sz="2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027" indent="-200027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33393" indent="-166690" algn="l" defTabSz="53340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34" kern="1200">
          <a:solidFill>
            <a:schemeClr val="tx1"/>
          </a:solidFill>
          <a:latin typeface="+mn-lt"/>
          <a:ea typeface="+mn-ea"/>
          <a:cs typeface="+mn-cs"/>
        </a:defRPr>
      </a:lvl2pPr>
      <a:lvl3pPr marL="666759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3461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–"/>
        <a:defRPr sz="1167" kern="1200">
          <a:solidFill>
            <a:schemeClr val="tx1"/>
          </a:solidFill>
          <a:latin typeface="+mn-lt"/>
          <a:ea typeface="+mn-ea"/>
          <a:cs typeface="+mn-cs"/>
        </a:defRPr>
      </a:lvl4pPr>
      <a:lvl5pPr marL="1200165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»"/>
        <a:defRPr sz="1167" kern="1200">
          <a:solidFill>
            <a:schemeClr val="tx1"/>
          </a:solidFill>
          <a:latin typeface="+mn-lt"/>
          <a:ea typeface="+mn-ea"/>
          <a:cs typeface="+mn-cs"/>
        </a:defRPr>
      </a:lvl5pPr>
      <a:lvl6pPr marL="1466868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6pPr>
      <a:lvl7pPr marL="1733572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7pPr>
      <a:lvl8pPr marL="2000275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8pPr>
      <a:lvl9pPr marL="2266979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4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7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00110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66813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33517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20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66924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33627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7B11B5A-944A-44E6-AB21-2EE440C4C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74" y="-1"/>
            <a:ext cx="11910840" cy="864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957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2468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Elise HODBERT</dc:creator>
  <cp:keywords/>
  <dc:description/>
  <cp:lastModifiedBy>HODBERT Elise</cp:lastModifiedBy>
  <cp:revision>21</cp:revision>
  <dcterms:created xsi:type="dcterms:W3CDTF">2017-02-13T16:18:36Z</dcterms:created>
  <dcterms:modified xsi:type="dcterms:W3CDTF">2025-07-08T14:15:31Z</dcterms:modified>
  <cp:category/>
</cp:coreProperties>
</file>