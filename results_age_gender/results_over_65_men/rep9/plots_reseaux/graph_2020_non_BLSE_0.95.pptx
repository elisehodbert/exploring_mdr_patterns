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431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5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5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63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61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82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041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895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95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38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27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38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80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34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16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89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61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14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816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555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04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668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365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69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8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974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37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383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272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0944" y="3170392"/>
              <a:ext cx="2834" cy="167167"/>
            </a:xfrm>
            <a:custGeom>
              <a:avLst/>
              <a:pathLst>
                <a:path w="2834" h="167167">
                  <a:moveTo>
                    <a:pt x="2834" y="0"/>
                  </a:moveTo>
                  <a:lnTo>
                    <a:pt x="0" y="24"/>
                  </a:lnTo>
                  <a:lnTo>
                    <a:pt x="283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944" y="3170416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1" y="3170416"/>
              <a:ext cx="334334" cy="334291"/>
            </a:xfrm>
            <a:custGeom>
              <a:avLst/>
              <a:pathLst>
                <a:path w="334334" h="334291">
                  <a:moveTo>
                    <a:pt x="164332" y="0"/>
                  </a:moveTo>
                  <a:lnTo>
                    <a:pt x="159031" y="174"/>
                  </a:lnTo>
                  <a:lnTo>
                    <a:pt x="153738" y="516"/>
                  </a:lnTo>
                  <a:lnTo>
                    <a:pt x="148459" y="1026"/>
                  </a:lnTo>
                  <a:lnTo>
                    <a:pt x="143198" y="1703"/>
                  </a:lnTo>
                  <a:lnTo>
                    <a:pt x="137962" y="2546"/>
                  </a:lnTo>
                  <a:lnTo>
                    <a:pt x="132755" y="3556"/>
                  </a:lnTo>
                  <a:lnTo>
                    <a:pt x="127583" y="4730"/>
                  </a:lnTo>
                  <a:lnTo>
                    <a:pt x="122450" y="6067"/>
                  </a:lnTo>
                  <a:lnTo>
                    <a:pt x="117363" y="7567"/>
                  </a:lnTo>
                  <a:lnTo>
                    <a:pt x="112325" y="9227"/>
                  </a:lnTo>
                  <a:lnTo>
                    <a:pt x="107343" y="11047"/>
                  </a:lnTo>
                  <a:lnTo>
                    <a:pt x="102421" y="13023"/>
                  </a:lnTo>
                  <a:lnTo>
                    <a:pt x="97564" y="15155"/>
                  </a:lnTo>
                  <a:lnTo>
                    <a:pt x="92778" y="17439"/>
                  </a:lnTo>
                  <a:lnTo>
                    <a:pt x="88066" y="19874"/>
                  </a:lnTo>
                  <a:lnTo>
                    <a:pt x="83434" y="22458"/>
                  </a:lnTo>
                  <a:lnTo>
                    <a:pt x="78886" y="25187"/>
                  </a:lnTo>
                  <a:lnTo>
                    <a:pt x="74427" y="28059"/>
                  </a:lnTo>
                  <a:lnTo>
                    <a:pt x="70061" y="31071"/>
                  </a:lnTo>
                  <a:lnTo>
                    <a:pt x="65793" y="34220"/>
                  </a:lnTo>
                  <a:lnTo>
                    <a:pt x="61628" y="37503"/>
                  </a:lnTo>
                  <a:lnTo>
                    <a:pt x="57568" y="40917"/>
                  </a:lnTo>
                  <a:lnTo>
                    <a:pt x="53619" y="44457"/>
                  </a:lnTo>
                  <a:lnTo>
                    <a:pt x="49784" y="48121"/>
                  </a:lnTo>
                  <a:lnTo>
                    <a:pt x="46067" y="51905"/>
                  </a:lnTo>
                  <a:lnTo>
                    <a:pt x="42472" y="55805"/>
                  </a:lnTo>
                  <a:lnTo>
                    <a:pt x="39003" y="59817"/>
                  </a:lnTo>
                  <a:lnTo>
                    <a:pt x="35662" y="63937"/>
                  </a:lnTo>
                  <a:lnTo>
                    <a:pt x="32454" y="68160"/>
                  </a:lnTo>
                  <a:lnTo>
                    <a:pt x="29382" y="72484"/>
                  </a:lnTo>
                  <a:lnTo>
                    <a:pt x="26449" y="76903"/>
                  </a:lnTo>
                  <a:lnTo>
                    <a:pt x="23657" y="81412"/>
                  </a:lnTo>
                  <a:lnTo>
                    <a:pt x="21009" y="86008"/>
                  </a:lnTo>
                  <a:lnTo>
                    <a:pt x="18509" y="90686"/>
                  </a:lnTo>
                  <a:lnTo>
                    <a:pt x="16158" y="95440"/>
                  </a:lnTo>
                  <a:lnTo>
                    <a:pt x="13959" y="100267"/>
                  </a:lnTo>
                  <a:lnTo>
                    <a:pt x="11915" y="105161"/>
                  </a:lnTo>
                  <a:lnTo>
                    <a:pt x="10027" y="110117"/>
                  </a:lnTo>
                  <a:lnTo>
                    <a:pt x="8297" y="115131"/>
                  </a:lnTo>
                  <a:lnTo>
                    <a:pt x="6727" y="120198"/>
                  </a:lnTo>
                  <a:lnTo>
                    <a:pt x="5318" y="125311"/>
                  </a:lnTo>
                  <a:lnTo>
                    <a:pt x="4072" y="130467"/>
                  </a:lnTo>
                  <a:lnTo>
                    <a:pt x="2991" y="135659"/>
                  </a:lnTo>
                  <a:lnTo>
                    <a:pt x="2075" y="140883"/>
                  </a:lnTo>
                  <a:lnTo>
                    <a:pt x="1325" y="146134"/>
                  </a:lnTo>
                  <a:lnTo>
                    <a:pt x="742" y="151406"/>
                  </a:lnTo>
                  <a:lnTo>
                    <a:pt x="326" y="156693"/>
                  </a:lnTo>
                  <a:lnTo>
                    <a:pt x="79" y="161991"/>
                  </a:lnTo>
                  <a:lnTo>
                    <a:pt x="0" y="167295"/>
                  </a:lnTo>
                  <a:lnTo>
                    <a:pt x="88" y="172598"/>
                  </a:lnTo>
                  <a:lnTo>
                    <a:pt x="346" y="177896"/>
                  </a:lnTo>
                  <a:lnTo>
                    <a:pt x="771" y="183182"/>
                  </a:lnTo>
                  <a:lnTo>
                    <a:pt x="1363" y="188453"/>
                  </a:lnTo>
                  <a:lnTo>
                    <a:pt x="2123" y="193702"/>
                  </a:lnTo>
                  <a:lnTo>
                    <a:pt x="3048" y="198925"/>
                  </a:lnTo>
                  <a:lnTo>
                    <a:pt x="4139" y="204116"/>
                  </a:lnTo>
                  <a:lnTo>
                    <a:pt x="5394" y="209269"/>
                  </a:lnTo>
                  <a:lnTo>
                    <a:pt x="6812" y="214380"/>
                  </a:lnTo>
                  <a:lnTo>
                    <a:pt x="8391" y="219443"/>
                  </a:lnTo>
                  <a:lnTo>
                    <a:pt x="10131" y="224454"/>
                  </a:lnTo>
                  <a:lnTo>
                    <a:pt x="12028" y="229407"/>
                  </a:lnTo>
                  <a:lnTo>
                    <a:pt x="14081" y="234297"/>
                  </a:lnTo>
                  <a:lnTo>
                    <a:pt x="16289" y="239120"/>
                  </a:lnTo>
                  <a:lnTo>
                    <a:pt x="18648" y="243870"/>
                  </a:lnTo>
                  <a:lnTo>
                    <a:pt x="21157" y="248543"/>
                  </a:lnTo>
                  <a:lnTo>
                    <a:pt x="23813" y="253134"/>
                  </a:lnTo>
                  <a:lnTo>
                    <a:pt x="26613" y="257639"/>
                  </a:lnTo>
                  <a:lnTo>
                    <a:pt x="29554" y="262052"/>
                  </a:lnTo>
                  <a:lnTo>
                    <a:pt x="32635" y="266370"/>
                  </a:lnTo>
                  <a:lnTo>
                    <a:pt x="35850" y="270588"/>
                  </a:lnTo>
                  <a:lnTo>
                    <a:pt x="39198" y="274702"/>
                  </a:lnTo>
                  <a:lnTo>
                    <a:pt x="42675" y="278707"/>
                  </a:lnTo>
                  <a:lnTo>
                    <a:pt x="46277" y="282601"/>
                  </a:lnTo>
                  <a:lnTo>
                    <a:pt x="50000" y="286378"/>
                  </a:lnTo>
                  <a:lnTo>
                    <a:pt x="53842" y="290035"/>
                  </a:lnTo>
                  <a:lnTo>
                    <a:pt x="57798" y="293568"/>
                  </a:lnTo>
                  <a:lnTo>
                    <a:pt x="61863" y="296974"/>
                  </a:lnTo>
                  <a:lnTo>
                    <a:pt x="66035" y="300249"/>
                  </a:lnTo>
                  <a:lnTo>
                    <a:pt x="70309" y="303391"/>
                  </a:lnTo>
                  <a:lnTo>
                    <a:pt x="74680" y="306395"/>
                  </a:lnTo>
                  <a:lnTo>
                    <a:pt x="79144" y="309259"/>
                  </a:lnTo>
                  <a:lnTo>
                    <a:pt x="83697" y="311980"/>
                  </a:lnTo>
                  <a:lnTo>
                    <a:pt x="88334" y="314555"/>
                  </a:lnTo>
                  <a:lnTo>
                    <a:pt x="93050" y="316982"/>
                  </a:lnTo>
                  <a:lnTo>
                    <a:pt x="97841" y="319257"/>
                  </a:lnTo>
                  <a:lnTo>
                    <a:pt x="102701" y="321380"/>
                  </a:lnTo>
                  <a:lnTo>
                    <a:pt x="107627" y="323348"/>
                  </a:lnTo>
                  <a:lnTo>
                    <a:pt x="112612" y="325158"/>
                  </a:lnTo>
                  <a:lnTo>
                    <a:pt x="117653" y="326809"/>
                  </a:lnTo>
                  <a:lnTo>
                    <a:pt x="122743" y="328300"/>
                  </a:lnTo>
                  <a:lnTo>
                    <a:pt x="127878" y="329628"/>
                  </a:lnTo>
                  <a:lnTo>
                    <a:pt x="133052" y="330792"/>
                  </a:lnTo>
                  <a:lnTo>
                    <a:pt x="138261" y="331792"/>
                  </a:lnTo>
                  <a:lnTo>
                    <a:pt x="143499" y="332626"/>
                  </a:lnTo>
                  <a:lnTo>
                    <a:pt x="148761" y="333294"/>
                  </a:lnTo>
                  <a:lnTo>
                    <a:pt x="154041" y="333794"/>
                  </a:lnTo>
                  <a:lnTo>
                    <a:pt x="159334" y="334127"/>
                  </a:lnTo>
                  <a:lnTo>
                    <a:pt x="164636" y="334291"/>
                  </a:lnTo>
                  <a:lnTo>
                    <a:pt x="169940" y="334287"/>
                  </a:lnTo>
                  <a:lnTo>
                    <a:pt x="175241" y="334115"/>
                  </a:lnTo>
                  <a:lnTo>
                    <a:pt x="180534" y="333775"/>
                  </a:lnTo>
                  <a:lnTo>
                    <a:pt x="185813" y="333267"/>
                  </a:lnTo>
                  <a:lnTo>
                    <a:pt x="191074" y="332592"/>
                  </a:lnTo>
                  <a:lnTo>
                    <a:pt x="196311" y="331750"/>
                  </a:lnTo>
                  <a:lnTo>
                    <a:pt x="201518" y="330743"/>
                  </a:lnTo>
                  <a:lnTo>
                    <a:pt x="206691" y="329571"/>
                  </a:lnTo>
                  <a:lnTo>
                    <a:pt x="211824" y="328235"/>
                  </a:lnTo>
                  <a:lnTo>
                    <a:pt x="216912" y="326737"/>
                  </a:lnTo>
                  <a:lnTo>
                    <a:pt x="221950" y="325079"/>
                  </a:lnTo>
                  <a:lnTo>
                    <a:pt x="226933" y="323261"/>
                  </a:lnTo>
                  <a:lnTo>
                    <a:pt x="231855" y="321287"/>
                  </a:lnTo>
                  <a:lnTo>
                    <a:pt x="236713" y="319157"/>
                  </a:lnTo>
                  <a:lnTo>
                    <a:pt x="241501" y="316874"/>
                  </a:lnTo>
                  <a:lnTo>
                    <a:pt x="246213" y="314441"/>
                  </a:lnTo>
                  <a:lnTo>
                    <a:pt x="250846" y="311859"/>
                  </a:lnTo>
                  <a:lnTo>
                    <a:pt x="255395" y="309131"/>
                  </a:lnTo>
                  <a:lnTo>
                    <a:pt x="259855" y="306261"/>
                  </a:lnTo>
                  <a:lnTo>
                    <a:pt x="264222" y="303250"/>
                  </a:lnTo>
                  <a:lnTo>
                    <a:pt x="268491" y="300103"/>
                  </a:lnTo>
                  <a:lnTo>
                    <a:pt x="272658" y="296822"/>
                  </a:lnTo>
                  <a:lnTo>
                    <a:pt x="276719" y="293410"/>
                  </a:lnTo>
                  <a:lnTo>
                    <a:pt x="280670" y="289871"/>
                  </a:lnTo>
                  <a:lnTo>
                    <a:pt x="284506" y="286208"/>
                  </a:lnTo>
                  <a:lnTo>
                    <a:pt x="288224" y="282426"/>
                  </a:lnTo>
                  <a:lnTo>
                    <a:pt x="291820" y="278527"/>
                  </a:lnTo>
                  <a:lnTo>
                    <a:pt x="295291" y="274517"/>
                  </a:lnTo>
                  <a:lnTo>
                    <a:pt x="298633" y="270398"/>
                  </a:lnTo>
                  <a:lnTo>
                    <a:pt x="301843" y="266175"/>
                  </a:lnTo>
                  <a:lnTo>
                    <a:pt x="304916" y="261853"/>
                  </a:lnTo>
                  <a:lnTo>
                    <a:pt x="307852" y="257435"/>
                  </a:lnTo>
                  <a:lnTo>
                    <a:pt x="310645" y="252927"/>
                  </a:lnTo>
                  <a:lnTo>
                    <a:pt x="313295" y="248332"/>
                  </a:lnTo>
                  <a:lnTo>
                    <a:pt x="315797" y="243655"/>
                  </a:lnTo>
                  <a:lnTo>
                    <a:pt x="318149" y="238902"/>
                  </a:lnTo>
                  <a:lnTo>
                    <a:pt x="320350" y="234076"/>
                  </a:lnTo>
                  <a:lnTo>
                    <a:pt x="322396" y="229182"/>
                  </a:lnTo>
                  <a:lnTo>
                    <a:pt x="324286" y="224227"/>
                  </a:lnTo>
                  <a:lnTo>
                    <a:pt x="326018" y="219213"/>
                  </a:lnTo>
                  <a:lnTo>
                    <a:pt x="327590" y="214148"/>
                  </a:lnTo>
                  <a:lnTo>
                    <a:pt x="329000" y="209035"/>
                  </a:lnTo>
                  <a:lnTo>
                    <a:pt x="330248" y="203880"/>
                  </a:lnTo>
                  <a:lnTo>
                    <a:pt x="331331" y="198688"/>
                  </a:lnTo>
                  <a:lnTo>
                    <a:pt x="332249" y="193464"/>
                  </a:lnTo>
                  <a:lnTo>
                    <a:pt x="333001" y="188213"/>
                  </a:lnTo>
                  <a:lnTo>
                    <a:pt x="333586" y="182942"/>
                  </a:lnTo>
                  <a:lnTo>
                    <a:pt x="334004" y="177654"/>
                  </a:lnTo>
                  <a:lnTo>
                    <a:pt x="334253" y="172356"/>
                  </a:lnTo>
                  <a:lnTo>
                    <a:pt x="334334" y="167053"/>
                  </a:lnTo>
                  <a:lnTo>
                    <a:pt x="334247" y="161750"/>
                  </a:lnTo>
                  <a:lnTo>
                    <a:pt x="333992" y="156452"/>
                  </a:lnTo>
                  <a:lnTo>
                    <a:pt x="333569" y="151165"/>
                  </a:lnTo>
                  <a:lnTo>
                    <a:pt x="332978" y="145894"/>
                  </a:lnTo>
                  <a:lnTo>
                    <a:pt x="332221" y="140645"/>
                  </a:lnTo>
                  <a:lnTo>
                    <a:pt x="331297" y="135422"/>
                  </a:lnTo>
                  <a:lnTo>
                    <a:pt x="330208" y="130231"/>
                  </a:lnTo>
                  <a:lnTo>
                    <a:pt x="328955" y="125077"/>
                  </a:lnTo>
                  <a:lnTo>
                    <a:pt x="327539" y="119966"/>
                  </a:lnTo>
                  <a:lnTo>
                    <a:pt x="325962" y="114902"/>
                  </a:lnTo>
                  <a:lnTo>
                    <a:pt x="324224" y="109890"/>
                  </a:lnTo>
                  <a:lnTo>
                    <a:pt x="322329" y="104937"/>
                  </a:lnTo>
                  <a:lnTo>
                    <a:pt x="320278" y="100045"/>
                  </a:lnTo>
                  <a:lnTo>
                    <a:pt x="318072" y="95222"/>
                  </a:lnTo>
                  <a:lnTo>
                    <a:pt x="315714" y="90471"/>
                  </a:lnTo>
                  <a:lnTo>
                    <a:pt x="313207" y="85797"/>
                  </a:lnTo>
                  <a:lnTo>
                    <a:pt x="310553" y="81205"/>
                  </a:lnTo>
                  <a:lnTo>
                    <a:pt x="307755" y="76699"/>
                  </a:lnTo>
                  <a:lnTo>
                    <a:pt x="304815" y="72285"/>
                  </a:lnTo>
                  <a:lnTo>
                    <a:pt x="301736" y="67966"/>
                  </a:lnTo>
                  <a:lnTo>
                    <a:pt x="298522" y="63747"/>
                  </a:lnTo>
                  <a:lnTo>
                    <a:pt x="295176" y="59631"/>
                  </a:lnTo>
                  <a:lnTo>
                    <a:pt x="291700" y="55625"/>
                  </a:lnTo>
                  <a:lnTo>
                    <a:pt x="288100" y="51730"/>
                  </a:lnTo>
                  <a:lnTo>
                    <a:pt x="284378" y="47952"/>
                  </a:lnTo>
                  <a:lnTo>
                    <a:pt x="280537" y="44293"/>
                  </a:lnTo>
                  <a:lnTo>
                    <a:pt x="276583" y="40758"/>
                  </a:lnTo>
                  <a:lnTo>
                    <a:pt x="272519" y="37351"/>
                  </a:lnTo>
                  <a:lnTo>
                    <a:pt x="268348" y="34074"/>
                  </a:lnTo>
                  <a:lnTo>
                    <a:pt x="264076" y="30931"/>
                  </a:lnTo>
                  <a:lnTo>
                    <a:pt x="259706" y="27925"/>
                  </a:lnTo>
                  <a:lnTo>
                    <a:pt x="255242" y="25060"/>
                  </a:lnTo>
                  <a:lnTo>
                    <a:pt x="250691" y="22337"/>
                  </a:lnTo>
                  <a:lnTo>
                    <a:pt x="246055" y="19760"/>
                  </a:lnTo>
                  <a:lnTo>
                    <a:pt x="241339" y="17332"/>
                  </a:lnTo>
                  <a:lnTo>
                    <a:pt x="236549" y="15054"/>
                  </a:lnTo>
                  <a:lnTo>
                    <a:pt x="231690" y="12930"/>
                  </a:lnTo>
                  <a:lnTo>
                    <a:pt x="226765" y="10960"/>
                  </a:lnTo>
                  <a:lnTo>
                    <a:pt x="221780" y="9148"/>
                  </a:lnTo>
                  <a:lnTo>
                    <a:pt x="216740" y="7495"/>
                  </a:lnTo>
                  <a:lnTo>
                    <a:pt x="211651" y="6003"/>
                  </a:lnTo>
                  <a:lnTo>
                    <a:pt x="206516" y="4673"/>
                  </a:lnTo>
                  <a:lnTo>
                    <a:pt x="201342" y="3506"/>
                  </a:lnTo>
                  <a:lnTo>
                    <a:pt x="196134" y="2504"/>
                  </a:lnTo>
                  <a:lnTo>
                    <a:pt x="190896" y="1668"/>
                  </a:lnTo>
                  <a:lnTo>
                    <a:pt x="185635" y="999"/>
                  </a:lnTo>
                  <a:lnTo>
                    <a:pt x="180355" y="496"/>
                  </a:lnTo>
                  <a:lnTo>
                    <a:pt x="175061" y="162"/>
                  </a:lnTo>
                  <a:lnTo>
                    <a:pt x="167167" y="1671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7894" cy="167167"/>
            </a:xfrm>
            <a:custGeom>
              <a:avLst/>
              <a:pathLst>
                <a:path w="7894" h="167167">
                  <a:moveTo>
                    <a:pt x="7894" y="18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4869" y="2633064"/>
              <a:ext cx="34141" cy="167167"/>
            </a:xfrm>
            <a:custGeom>
              <a:avLst/>
              <a:pathLst>
                <a:path w="34141" h="167167">
                  <a:moveTo>
                    <a:pt x="34141" y="0"/>
                  </a:moveTo>
                  <a:lnTo>
                    <a:pt x="27266" y="141"/>
                  </a:lnTo>
                  <a:lnTo>
                    <a:pt x="20403" y="565"/>
                  </a:lnTo>
                  <a:lnTo>
                    <a:pt x="13563" y="1271"/>
                  </a:lnTo>
                  <a:lnTo>
                    <a:pt x="6758" y="2258"/>
                  </a:lnTo>
                  <a:lnTo>
                    <a:pt x="0" y="3523"/>
                  </a:lnTo>
                  <a:lnTo>
                    <a:pt x="3414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4869" y="2636587"/>
              <a:ext cx="34141" cy="163643"/>
            </a:xfrm>
            <a:custGeom>
              <a:avLst/>
              <a:pathLst>
                <a:path w="34141" h="163643">
                  <a:moveTo>
                    <a:pt x="0" y="0"/>
                  </a:moveTo>
                  <a:lnTo>
                    <a:pt x="34141" y="1636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44" y="2636587"/>
              <a:ext cx="334326" cy="330804"/>
            </a:xfrm>
            <a:custGeom>
              <a:avLst/>
              <a:pathLst>
                <a:path w="334326" h="330804">
                  <a:moveTo>
                    <a:pt x="133024" y="0"/>
                  </a:moveTo>
                  <a:lnTo>
                    <a:pt x="127860" y="1163"/>
                  </a:lnTo>
                  <a:lnTo>
                    <a:pt x="122735" y="2489"/>
                  </a:lnTo>
                  <a:lnTo>
                    <a:pt x="117654" y="3976"/>
                  </a:lnTo>
                  <a:lnTo>
                    <a:pt x="112623" y="5624"/>
                  </a:lnTo>
                  <a:lnTo>
                    <a:pt x="107647" y="7430"/>
                  </a:lnTo>
                  <a:lnTo>
                    <a:pt x="102731" y="9393"/>
                  </a:lnTo>
                  <a:lnTo>
                    <a:pt x="97879" y="11511"/>
                  </a:lnTo>
                  <a:lnTo>
                    <a:pt x="93097" y="13781"/>
                  </a:lnTo>
                  <a:lnTo>
                    <a:pt x="88389" y="16201"/>
                  </a:lnTo>
                  <a:lnTo>
                    <a:pt x="83760" y="18770"/>
                  </a:lnTo>
                  <a:lnTo>
                    <a:pt x="79214" y="21483"/>
                  </a:lnTo>
                  <a:lnTo>
                    <a:pt x="74757" y="24339"/>
                  </a:lnTo>
                  <a:lnTo>
                    <a:pt x="70393" y="27335"/>
                  </a:lnTo>
                  <a:lnTo>
                    <a:pt x="66125" y="30468"/>
                  </a:lnTo>
                  <a:lnTo>
                    <a:pt x="61959" y="33734"/>
                  </a:lnTo>
                  <a:lnTo>
                    <a:pt x="57898" y="37130"/>
                  </a:lnTo>
                  <a:lnTo>
                    <a:pt x="53947" y="40654"/>
                  </a:lnTo>
                  <a:lnTo>
                    <a:pt x="50110" y="44300"/>
                  </a:lnTo>
                  <a:lnTo>
                    <a:pt x="46390" y="48066"/>
                  </a:lnTo>
                  <a:lnTo>
                    <a:pt x="42791" y="51949"/>
                  </a:lnTo>
                  <a:lnTo>
                    <a:pt x="39316" y="55943"/>
                  </a:lnTo>
                  <a:lnTo>
                    <a:pt x="35970" y="60045"/>
                  </a:lnTo>
                  <a:lnTo>
                    <a:pt x="32756" y="64251"/>
                  </a:lnTo>
                  <a:lnTo>
                    <a:pt x="29676" y="68557"/>
                  </a:lnTo>
                  <a:lnTo>
                    <a:pt x="26734" y="72958"/>
                  </a:lnTo>
                  <a:lnTo>
                    <a:pt x="23933" y="77450"/>
                  </a:lnTo>
                  <a:lnTo>
                    <a:pt x="21276" y="82029"/>
                  </a:lnTo>
                  <a:lnTo>
                    <a:pt x="18765" y="86689"/>
                  </a:lnTo>
                  <a:lnTo>
                    <a:pt x="16402" y="91426"/>
                  </a:lnTo>
                  <a:lnTo>
                    <a:pt x="14191" y="96236"/>
                  </a:lnTo>
                  <a:lnTo>
                    <a:pt x="12134" y="101114"/>
                  </a:lnTo>
                  <a:lnTo>
                    <a:pt x="10232" y="106054"/>
                  </a:lnTo>
                  <a:lnTo>
                    <a:pt x="8487" y="111052"/>
                  </a:lnTo>
                  <a:lnTo>
                    <a:pt x="6901" y="116103"/>
                  </a:lnTo>
                  <a:lnTo>
                    <a:pt x="5476" y="121201"/>
                  </a:lnTo>
                  <a:lnTo>
                    <a:pt x="4213" y="126342"/>
                  </a:lnTo>
                  <a:lnTo>
                    <a:pt x="3114" y="131521"/>
                  </a:lnTo>
                  <a:lnTo>
                    <a:pt x="2179" y="136731"/>
                  </a:lnTo>
                  <a:lnTo>
                    <a:pt x="1410" y="141969"/>
                  </a:lnTo>
                  <a:lnTo>
                    <a:pt x="806" y="147228"/>
                  </a:lnTo>
                  <a:lnTo>
                    <a:pt x="370" y="152504"/>
                  </a:lnTo>
                  <a:lnTo>
                    <a:pt x="101" y="157791"/>
                  </a:lnTo>
                  <a:lnTo>
                    <a:pt x="0" y="163084"/>
                  </a:lnTo>
                  <a:lnTo>
                    <a:pt x="66" y="168377"/>
                  </a:lnTo>
                  <a:lnTo>
                    <a:pt x="299" y="173666"/>
                  </a:lnTo>
                  <a:lnTo>
                    <a:pt x="700" y="178944"/>
                  </a:lnTo>
                  <a:lnTo>
                    <a:pt x="1268" y="184207"/>
                  </a:lnTo>
                  <a:lnTo>
                    <a:pt x="2003" y="189450"/>
                  </a:lnTo>
                  <a:lnTo>
                    <a:pt x="2903" y="194667"/>
                  </a:lnTo>
                  <a:lnTo>
                    <a:pt x="3967" y="199852"/>
                  </a:lnTo>
                  <a:lnTo>
                    <a:pt x="5196" y="205002"/>
                  </a:lnTo>
                  <a:lnTo>
                    <a:pt x="6586" y="210110"/>
                  </a:lnTo>
                  <a:lnTo>
                    <a:pt x="8138" y="215171"/>
                  </a:lnTo>
                  <a:lnTo>
                    <a:pt x="9849" y="220180"/>
                  </a:lnTo>
                  <a:lnTo>
                    <a:pt x="11718" y="225133"/>
                  </a:lnTo>
                  <a:lnTo>
                    <a:pt x="13743" y="230024"/>
                  </a:lnTo>
                  <a:lnTo>
                    <a:pt x="15922" y="234849"/>
                  </a:lnTo>
                  <a:lnTo>
                    <a:pt x="18253" y="239602"/>
                  </a:lnTo>
                  <a:lnTo>
                    <a:pt x="20732" y="244279"/>
                  </a:lnTo>
                  <a:lnTo>
                    <a:pt x="23359" y="248876"/>
                  </a:lnTo>
                  <a:lnTo>
                    <a:pt x="26130" y="253386"/>
                  </a:lnTo>
                  <a:lnTo>
                    <a:pt x="29042" y="257807"/>
                  </a:lnTo>
                  <a:lnTo>
                    <a:pt x="32093" y="262133"/>
                  </a:lnTo>
                  <a:lnTo>
                    <a:pt x="35279" y="266361"/>
                  </a:lnTo>
                  <a:lnTo>
                    <a:pt x="38598" y="270485"/>
                  </a:lnTo>
                  <a:lnTo>
                    <a:pt x="42045" y="274503"/>
                  </a:lnTo>
                  <a:lnTo>
                    <a:pt x="45618" y="278409"/>
                  </a:lnTo>
                  <a:lnTo>
                    <a:pt x="49313" y="282200"/>
                  </a:lnTo>
                  <a:lnTo>
                    <a:pt x="53126" y="285872"/>
                  </a:lnTo>
                  <a:lnTo>
                    <a:pt x="57054" y="289422"/>
                  </a:lnTo>
                  <a:lnTo>
                    <a:pt x="61091" y="292845"/>
                  </a:lnTo>
                  <a:lnTo>
                    <a:pt x="65236" y="296139"/>
                  </a:lnTo>
                  <a:lnTo>
                    <a:pt x="69482" y="299300"/>
                  </a:lnTo>
                  <a:lnTo>
                    <a:pt x="73826" y="302325"/>
                  </a:lnTo>
                  <a:lnTo>
                    <a:pt x="78264" y="305211"/>
                  </a:lnTo>
                  <a:lnTo>
                    <a:pt x="82791" y="307955"/>
                  </a:lnTo>
                  <a:lnTo>
                    <a:pt x="87403" y="310554"/>
                  </a:lnTo>
                  <a:lnTo>
                    <a:pt x="92095" y="313006"/>
                  </a:lnTo>
                  <a:lnTo>
                    <a:pt x="96862" y="315308"/>
                  </a:lnTo>
                  <a:lnTo>
                    <a:pt x="101699" y="317458"/>
                  </a:lnTo>
                  <a:lnTo>
                    <a:pt x="106603" y="319454"/>
                  </a:lnTo>
                  <a:lnTo>
                    <a:pt x="111567" y="321294"/>
                  </a:lnTo>
                  <a:lnTo>
                    <a:pt x="116586" y="322975"/>
                  </a:lnTo>
                  <a:lnTo>
                    <a:pt x="121657" y="324497"/>
                  </a:lnTo>
                  <a:lnTo>
                    <a:pt x="126773" y="325857"/>
                  </a:lnTo>
                  <a:lnTo>
                    <a:pt x="131929" y="327055"/>
                  </a:lnTo>
                  <a:lnTo>
                    <a:pt x="137121" y="328089"/>
                  </a:lnTo>
                  <a:lnTo>
                    <a:pt x="142343" y="328957"/>
                  </a:lnTo>
                  <a:lnTo>
                    <a:pt x="147590" y="329661"/>
                  </a:lnTo>
                  <a:lnTo>
                    <a:pt x="152856" y="330197"/>
                  </a:lnTo>
                  <a:lnTo>
                    <a:pt x="158137" y="330567"/>
                  </a:lnTo>
                  <a:lnTo>
                    <a:pt x="163427" y="330769"/>
                  </a:lnTo>
                  <a:lnTo>
                    <a:pt x="168721" y="330804"/>
                  </a:lnTo>
                  <a:lnTo>
                    <a:pt x="174013" y="330670"/>
                  </a:lnTo>
                  <a:lnTo>
                    <a:pt x="179298" y="330370"/>
                  </a:lnTo>
                  <a:lnTo>
                    <a:pt x="184571" y="329902"/>
                  </a:lnTo>
                  <a:lnTo>
                    <a:pt x="189827" y="329268"/>
                  </a:lnTo>
                  <a:lnTo>
                    <a:pt x="195060" y="328467"/>
                  </a:lnTo>
                  <a:lnTo>
                    <a:pt x="200265" y="327501"/>
                  </a:lnTo>
                  <a:lnTo>
                    <a:pt x="205437" y="326371"/>
                  </a:lnTo>
                  <a:lnTo>
                    <a:pt x="210570" y="325078"/>
                  </a:lnTo>
                  <a:lnTo>
                    <a:pt x="215660" y="323622"/>
                  </a:lnTo>
                  <a:lnTo>
                    <a:pt x="220701" y="322007"/>
                  </a:lnTo>
                  <a:lnTo>
                    <a:pt x="225689" y="320232"/>
                  </a:lnTo>
                  <a:lnTo>
                    <a:pt x="230617" y="318301"/>
                  </a:lnTo>
                  <a:lnTo>
                    <a:pt x="235483" y="316214"/>
                  </a:lnTo>
                  <a:lnTo>
                    <a:pt x="240279" y="313974"/>
                  </a:lnTo>
                  <a:lnTo>
                    <a:pt x="245003" y="311584"/>
                  </a:lnTo>
                  <a:lnTo>
                    <a:pt x="249648" y="309045"/>
                  </a:lnTo>
                  <a:lnTo>
                    <a:pt x="254210" y="306361"/>
                  </a:lnTo>
                  <a:lnTo>
                    <a:pt x="258686" y="303533"/>
                  </a:lnTo>
                  <a:lnTo>
                    <a:pt x="263069" y="300565"/>
                  </a:lnTo>
                  <a:lnTo>
                    <a:pt x="267357" y="297460"/>
                  </a:lnTo>
                  <a:lnTo>
                    <a:pt x="271544" y="294220"/>
                  </a:lnTo>
                  <a:lnTo>
                    <a:pt x="275626" y="290850"/>
                  </a:lnTo>
                  <a:lnTo>
                    <a:pt x="279599" y="287352"/>
                  </a:lnTo>
                  <a:lnTo>
                    <a:pt x="283460" y="283730"/>
                  </a:lnTo>
                  <a:lnTo>
                    <a:pt x="287204" y="279987"/>
                  </a:lnTo>
                  <a:lnTo>
                    <a:pt x="290828" y="276128"/>
                  </a:lnTo>
                  <a:lnTo>
                    <a:pt x="294327" y="272156"/>
                  </a:lnTo>
                  <a:lnTo>
                    <a:pt x="297699" y="268075"/>
                  </a:lnTo>
                  <a:lnTo>
                    <a:pt x="300941" y="263890"/>
                  </a:lnTo>
                  <a:lnTo>
                    <a:pt x="304048" y="259603"/>
                  </a:lnTo>
                  <a:lnTo>
                    <a:pt x="307018" y="255221"/>
                  </a:lnTo>
                  <a:lnTo>
                    <a:pt x="309847" y="250747"/>
                  </a:lnTo>
                  <a:lnTo>
                    <a:pt x="312534" y="246186"/>
                  </a:lnTo>
                  <a:lnTo>
                    <a:pt x="315074" y="241541"/>
                  </a:lnTo>
                  <a:lnTo>
                    <a:pt x="317467" y="236819"/>
                  </a:lnTo>
                  <a:lnTo>
                    <a:pt x="319708" y="232023"/>
                  </a:lnTo>
                  <a:lnTo>
                    <a:pt x="321797" y="227159"/>
                  </a:lnTo>
                  <a:lnTo>
                    <a:pt x="323731" y="222231"/>
                  </a:lnTo>
                  <a:lnTo>
                    <a:pt x="325507" y="217244"/>
                  </a:lnTo>
                  <a:lnTo>
                    <a:pt x="327125" y="212204"/>
                  </a:lnTo>
                  <a:lnTo>
                    <a:pt x="328582" y="207114"/>
                  </a:lnTo>
                  <a:lnTo>
                    <a:pt x="329878" y="201981"/>
                  </a:lnTo>
                  <a:lnTo>
                    <a:pt x="331010" y="196810"/>
                  </a:lnTo>
                  <a:lnTo>
                    <a:pt x="331978" y="191606"/>
                  </a:lnTo>
                  <a:lnTo>
                    <a:pt x="332781" y="186373"/>
                  </a:lnTo>
                  <a:lnTo>
                    <a:pt x="333418" y="181118"/>
                  </a:lnTo>
                  <a:lnTo>
                    <a:pt x="333888" y="175845"/>
                  </a:lnTo>
                  <a:lnTo>
                    <a:pt x="334190" y="170560"/>
                  </a:lnTo>
                  <a:lnTo>
                    <a:pt x="334326" y="165268"/>
                  </a:lnTo>
                  <a:lnTo>
                    <a:pt x="334293" y="159974"/>
                  </a:lnTo>
                  <a:lnTo>
                    <a:pt x="334093" y="154684"/>
                  </a:lnTo>
                  <a:lnTo>
                    <a:pt x="333726" y="149403"/>
                  </a:lnTo>
                  <a:lnTo>
                    <a:pt x="333191" y="144136"/>
                  </a:lnTo>
                  <a:lnTo>
                    <a:pt x="332490" y="138889"/>
                  </a:lnTo>
                  <a:lnTo>
                    <a:pt x="331624" y="133667"/>
                  </a:lnTo>
                  <a:lnTo>
                    <a:pt x="330592" y="128474"/>
                  </a:lnTo>
                  <a:lnTo>
                    <a:pt x="329397" y="123317"/>
                  </a:lnTo>
                  <a:lnTo>
                    <a:pt x="328038" y="118201"/>
                  </a:lnTo>
                  <a:lnTo>
                    <a:pt x="326519" y="113130"/>
                  </a:lnTo>
                  <a:lnTo>
                    <a:pt x="324840" y="108109"/>
                  </a:lnTo>
                  <a:lnTo>
                    <a:pt x="323002" y="103145"/>
                  </a:lnTo>
                  <a:lnTo>
                    <a:pt x="321008" y="98241"/>
                  </a:lnTo>
                  <a:lnTo>
                    <a:pt x="318860" y="93402"/>
                  </a:lnTo>
                  <a:lnTo>
                    <a:pt x="316560" y="88634"/>
                  </a:lnTo>
                  <a:lnTo>
                    <a:pt x="314110" y="83942"/>
                  </a:lnTo>
                  <a:lnTo>
                    <a:pt x="311513" y="79329"/>
                  </a:lnTo>
                  <a:lnTo>
                    <a:pt x="308771" y="74800"/>
                  </a:lnTo>
                  <a:lnTo>
                    <a:pt x="305887" y="70361"/>
                  </a:lnTo>
                  <a:lnTo>
                    <a:pt x="302863" y="66016"/>
                  </a:lnTo>
                  <a:lnTo>
                    <a:pt x="299704" y="61768"/>
                  </a:lnTo>
                  <a:lnTo>
                    <a:pt x="296412" y="57622"/>
                  </a:lnTo>
                  <a:lnTo>
                    <a:pt x="292990" y="53583"/>
                  </a:lnTo>
                  <a:lnTo>
                    <a:pt x="289442" y="49654"/>
                  </a:lnTo>
                  <a:lnTo>
                    <a:pt x="285772" y="45840"/>
                  </a:lnTo>
                  <a:lnTo>
                    <a:pt x="281982" y="42143"/>
                  </a:lnTo>
                  <a:lnTo>
                    <a:pt x="278077" y="38569"/>
                  </a:lnTo>
                  <a:lnTo>
                    <a:pt x="274061" y="35120"/>
                  </a:lnTo>
                  <a:lnTo>
                    <a:pt x="269938" y="31799"/>
                  </a:lnTo>
                  <a:lnTo>
                    <a:pt x="167166" y="1636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102772" cy="167167"/>
            </a:xfrm>
            <a:custGeom>
              <a:avLst/>
              <a:pathLst>
                <a:path w="102772" h="167167">
                  <a:moveTo>
                    <a:pt x="102772" y="35323"/>
                  </a:moveTo>
                  <a:lnTo>
                    <a:pt x="98351" y="31994"/>
                  </a:lnTo>
                  <a:lnTo>
                    <a:pt x="93823" y="28812"/>
                  </a:lnTo>
                  <a:lnTo>
                    <a:pt x="89192" y="25782"/>
                  </a:lnTo>
                  <a:lnTo>
                    <a:pt x="84464" y="22908"/>
                  </a:lnTo>
                  <a:lnTo>
                    <a:pt x="79643" y="20191"/>
                  </a:lnTo>
                  <a:lnTo>
                    <a:pt x="74734" y="17635"/>
                  </a:lnTo>
                  <a:lnTo>
                    <a:pt x="69744" y="15244"/>
                  </a:lnTo>
                  <a:lnTo>
                    <a:pt x="64677" y="13018"/>
                  </a:lnTo>
                  <a:lnTo>
                    <a:pt x="59539" y="10962"/>
                  </a:lnTo>
                  <a:lnTo>
                    <a:pt x="54336" y="9077"/>
                  </a:lnTo>
                  <a:lnTo>
                    <a:pt x="49074" y="7365"/>
                  </a:lnTo>
                  <a:lnTo>
                    <a:pt x="43757" y="5828"/>
                  </a:lnTo>
                  <a:lnTo>
                    <a:pt x="38393" y="4468"/>
                  </a:lnTo>
                  <a:lnTo>
                    <a:pt x="32987" y="3287"/>
                  </a:lnTo>
                  <a:lnTo>
                    <a:pt x="27544" y="2284"/>
                  </a:lnTo>
                  <a:lnTo>
                    <a:pt x="22072" y="1463"/>
                  </a:lnTo>
                  <a:lnTo>
                    <a:pt x="16575" y="823"/>
                  </a:lnTo>
                  <a:lnTo>
                    <a:pt x="11060" y="366"/>
                  </a:lnTo>
                  <a:lnTo>
                    <a:pt x="5533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861" y="2126963"/>
              <a:ext cx="7611" cy="167167"/>
            </a:xfrm>
            <a:custGeom>
              <a:avLst/>
              <a:pathLst>
                <a:path w="7611" h="167167">
                  <a:moveTo>
                    <a:pt x="7611" y="0"/>
                  </a:moveTo>
                  <a:lnTo>
                    <a:pt x="0" y="173"/>
                  </a:lnTo>
                  <a:lnTo>
                    <a:pt x="761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05" y="2127137"/>
              <a:ext cx="311265" cy="334152"/>
            </a:xfrm>
            <a:custGeom>
              <a:avLst/>
              <a:pathLst>
                <a:path w="311265" h="334152">
                  <a:moveTo>
                    <a:pt x="159556" y="0"/>
                  </a:moveTo>
                  <a:lnTo>
                    <a:pt x="154248" y="326"/>
                  </a:lnTo>
                  <a:lnTo>
                    <a:pt x="148954" y="821"/>
                  </a:lnTo>
                  <a:lnTo>
                    <a:pt x="143678" y="1485"/>
                  </a:lnTo>
                  <a:lnTo>
                    <a:pt x="138426" y="2315"/>
                  </a:lnTo>
                  <a:lnTo>
                    <a:pt x="133203" y="3313"/>
                  </a:lnTo>
                  <a:lnTo>
                    <a:pt x="128015" y="4476"/>
                  </a:lnTo>
                  <a:lnTo>
                    <a:pt x="122866" y="5803"/>
                  </a:lnTo>
                  <a:lnTo>
                    <a:pt x="117762" y="7294"/>
                  </a:lnTo>
                  <a:lnTo>
                    <a:pt x="112708" y="8946"/>
                  </a:lnTo>
                  <a:lnTo>
                    <a:pt x="107709" y="10758"/>
                  </a:lnTo>
                  <a:lnTo>
                    <a:pt x="102770" y="12728"/>
                  </a:lnTo>
                  <a:lnTo>
                    <a:pt x="97896" y="14854"/>
                  </a:lnTo>
                  <a:lnTo>
                    <a:pt x="93092" y="17134"/>
                  </a:lnTo>
                  <a:lnTo>
                    <a:pt x="88364" y="19566"/>
                  </a:lnTo>
                  <a:lnTo>
                    <a:pt x="83715" y="22146"/>
                  </a:lnTo>
                  <a:lnTo>
                    <a:pt x="79150" y="24874"/>
                  </a:lnTo>
                  <a:lnTo>
                    <a:pt x="74675" y="27745"/>
                  </a:lnTo>
                  <a:lnTo>
                    <a:pt x="70293" y="30757"/>
                  </a:lnTo>
                  <a:lnTo>
                    <a:pt x="66009" y="33907"/>
                  </a:lnTo>
                  <a:lnTo>
                    <a:pt x="61827" y="37192"/>
                  </a:lnTo>
                  <a:lnTo>
                    <a:pt x="57752" y="40608"/>
                  </a:lnTo>
                  <a:lnTo>
                    <a:pt x="53788" y="44151"/>
                  </a:lnTo>
                  <a:lnTo>
                    <a:pt x="49938" y="47819"/>
                  </a:lnTo>
                  <a:lnTo>
                    <a:pt x="46207" y="51608"/>
                  </a:lnTo>
                  <a:lnTo>
                    <a:pt x="42599" y="55513"/>
                  </a:lnTo>
                  <a:lnTo>
                    <a:pt x="39116" y="59532"/>
                  </a:lnTo>
                  <a:lnTo>
                    <a:pt x="35763" y="63659"/>
                  </a:lnTo>
                  <a:lnTo>
                    <a:pt x="32543" y="67890"/>
                  </a:lnTo>
                  <a:lnTo>
                    <a:pt x="29460" y="72222"/>
                  </a:lnTo>
                  <a:lnTo>
                    <a:pt x="26515" y="76649"/>
                  </a:lnTo>
                  <a:lnTo>
                    <a:pt x="23713" y="81168"/>
                  </a:lnTo>
                  <a:lnTo>
                    <a:pt x="21056" y="85774"/>
                  </a:lnTo>
                  <a:lnTo>
                    <a:pt x="18547" y="90462"/>
                  </a:lnTo>
                  <a:lnTo>
                    <a:pt x="16188" y="95228"/>
                  </a:lnTo>
                  <a:lnTo>
                    <a:pt x="13982" y="100066"/>
                  </a:lnTo>
                  <a:lnTo>
                    <a:pt x="11931" y="104972"/>
                  </a:lnTo>
                  <a:lnTo>
                    <a:pt x="10037" y="109940"/>
                  </a:lnTo>
                  <a:lnTo>
                    <a:pt x="8302" y="114966"/>
                  </a:lnTo>
                  <a:lnTo>
                    <a:pt x="6727" y="120045"/>
                  </a:lnTo>
                  <a:lnTo>
                    <a:pt x="5315" y="125172"/>
                  </a:lnTo>
                  <a:lnTo>
                    <a:pt x="4067" y="130340"/>
                  </a:lnTo>
                  <a:lnTo>
                    <a:pt x="2984" y="135546"/>
                  </a:lnTo>
                  <a:lnTo>
                    <a:pt x="2067" y="140784"/>
                  </a:lnTo>
                  <a:lnTo>
                    <a:pt x="1317" y="146048"/>
                  </a:lnTo>
                  <a:lnTo>
                    <a:pt x="734" y="151333"/>
                  </a:lnTo>
                  <a:lnTo>
                    <a:pt x="321" y="156634"/>
                  </a:lnTo>
                  <a:lnTo>
                    <a:pt x="76" y="161946"/>
                  </a:lnTo>
                  <a:lnTo>
                    <a:pt x="0" y="167263"/>
                  </a:lnTo>
                  <a:lnTo>
                    <a:pt x="93" y="172579"/>
                  </a:lnTo>
                  <a:lnTo>
                    <a:pt x="355" y="177890"/>
                  </a:lnTo>
                  <a:lnTo>
                    <a:pt x="786" y="183190"/>
                  </a:lnTo>
                  <a:lnTo>
                    <a:pt x="1385" y="188473"/>
                  </a:lnTo>
                  <a:lnTo>
                    <a:pt x="2152" y="193735"/>
                  </a:lnTo>
                  <a:lnTo>
                    <a:pt x="3086" y="198970"/>
                  </a:lnTo>
                  <a:lnTo>
                    <a:pt x="4186" y="204172"/>
                  </a:lnTo>
                  <a:lnTo>
                    <a:pt x="5451" y="209337"/>
                  </a:lnTo>
                  <a:lnTo>
                    <a:pt x="6879" y="214459"/>
                  </a:lnTo>
                  <a:lnTo>
                    <a:pt x="8470" y="219532"/>
                  </a:lnTo>
                  <a:lnTo>
                    <a:pt x="10221" y="224553"/>
                  </a:lnTo>
                  <a:lnTo>
                    <a:pt x="12131" y="229515"/>
                  </a:lnTo>
                  <a:lnTo>
                    <a:pt x="14198" y="234415"/>
                  </a:lnTo>
                  <a:lnTo>
                    <a:pt x="16420" y="239246"/>
                  </a:lnTo>
                  <a:lnTo>
                    <a:pt x="18794" y="244003"/>
                  </a:lnTo>
                  <a:lnTo>
                    <a:pt x="21318" y="248683"/>
                  </a:lnTo>
                  <a:lnTo>
                    <a:pt x="23990" y="253281"/>
                  </a:lnTo>
                  <a:lnTo>
                    <a:pt x="26807" y="257791"/>
                  </a:lnTo>
                  <a:lnTo>
                    <a:pt x="29766" y="262209"/>
                  </a:lnTo>
                  <a:lnTo>
                    <a:pt x="32863" y="266530"/>
                  </a:lnTo>
                  <a:lnTo>
                    <a:pt x="36097" y="270751"/>
                  </a:lnTo>
                  <a:lnTo>
                    <a:pt x="39463" y="274868"/>
                  </a:lnTo>
                  <a:lnTo>
                    <a:pt x="42959" y="278875"/>
                  </a:lnTo>
                  <a:lnTo>
                    <a:pt x="46580" y="282768"/>
                  </a:lnTo>
                  <a:lnTo>
                    <a:pt x="50323" y="286545"/>
                  </a:lnTo>
                  <a:lnTo>
                    <a:pt x="54184" y="290201"/>
                  </a:lnTo>
                  <a:lnTo>
                    <a:pt x="58160" y="293731"/>
                  </a:lnTo>
                  <a:lnTo>
                    <a:pt x="62246" y="297134"/>
                  </a:lnTo>
                  <a:lnTo>
                    <a:pt x="66438" y="300405"/>
                  </a:lnTo>
                  <a:lnTo>
                    <a:pt x="70732" y="303541"/>
                  </a:lnTo>
                  <a:lnTo>
                    <a:pt x="75124" y="306539"/>
                  </a:lnTo>
                  <a:lnTo>
                    <a:pt x="79608" y="309396"/>
                  </a:lnTo>
                  <a:lnTo>
                    <a:pt x="84182" y="312109"/>
                  </a:lnTo>
                  <a:lnTo>
                    <a:pt x="88839" y="314675"/>
                  </a:lnTo>
                  <a:lnTo>
                    <a:pt x="93575" y="317091"/>
                  </a:lnTo>
                  <a:lnTo>
                    <a:pt x="98386" y="319356"/>
                  </a:lnTo>
                  <a:lnTo>
                    <a:pt x="103267" y="321466"/>
                  </a:lnTo>
                  <a:lnTo>
                    <a:pt x="108212" y="323420"/>
                  </a:lnTo>
                  <a:lnTo>
                    <a:pt x="113217" y="325216"/>
                  </a:lnTo>
                  <a:lnTo>
                    <a:pt x="118277" y="326852"/>
                  </a:lnTo>
                  <a:lnTo>
                    <a:pt x="123385" y="328326"/>
                  </a:lnTo>
                  <a:lnTo>
                    <a:pt x="128539" y="329637"/>
                  </a:lnTo>
                  <a:lnTo>
                    <a:pt x="133731" y="330783"/>
                  </a:lnTo>
                  <a:lnTo>
                    <a:pt x="138957" y="331764"/>
                  </a:lnTo>
                  <a:lnTo>
                    <a:pt x="144212" y="332577"/>
                  </a:lnTo>
                  <a:lnTo>
                    <a:pt x="149490" y="333224"/>
                  </a:lnTo>
                  <a:lnTo>
                    <a:pt x="154785" y="333702"/>
                  </a:lnTo>
                  <a:lnTo>
                    <a:pt x="160094" y="334011"/>
                  </a:lnTo>
                  <a:lnTo>
                    <a:pt x="165409" y="334152"/>
                  </a:lnTo>
                  <a:lnTo>
                    <a:pt x="170726" y="334123"/>
                  </a:lnTo>
                  <a:lnTo>
                    <a:pt x="176040" y="333925"/>
                  </a:lnTo>
                  <a:lnTo>
                    <a:pt x="181345" y="333559"/>
                  </a:lnTo>
                  <a:lnTo>
                    <a:pt x="186635" y="333024"/>
                  </a:lnTo>
                  <a:lnTo>
                    <a:pt x="191906" y="332320"/>
                  </a:lnTo>
                  <a:lnTo>
                    <a:pt x="197151" y="331450"/>
                  </a:lnTo>
                  <a:lnTo>
                    <a:pt x="202366" y="330413"/>
                  </a:lnTo>
                  <a:lnTo>
                    <a:pt x="207546" y="329211"/>
                  </a:lnTo>
                  <a:lnTo>
                    <a:pt x="212685" y="327845"/>
                  </a:lnTo>
                  <a:lnTo>
                    <a:pt x="217777" y="326316"/>
                  </a:lnTo>
                  <a:lnTo>
                    <a:pt x="222819" y="324625"/>
                  </a:lnTo>
                  <a:lnTo>
                    <a:pt x="227804" y="322776"/>
                  </a:lnTo>
                  <a:lnTo>
                    <a:pt x="232728" y="320768"/>
                  </a:lnTo>
                  <a:lnTo>
                    <a:pt x="237586" y="318605"/>
                  </a:lnTo>
                  <a:lnTo>
                    <a:pt x="242372" y="316289"/>
                  </a:lnTo>
                  <a:lnTo>
                    <a:pt x="247082" y="313822"/>
                  </a:lnTo>
                  <a:lnTo>
                    <a:pt x="251711" y="311206"/>
                  </a:lnTo>
                  <a:lnTo>
                    <a:pt x="256255" y="308444"/>
                  </a:lnTo>
                  <a:lnTo>
                    <a:pt x="260709" y="305539"/>
                  </a:lnTo>
                  <a:lnTo>
                    <a:pt x="265068" y="302494"/>
                  </a:lnTo>
                  <a:lnTo>
                    <a:pt x="269328" y="299312"/>
                  </a:lnTo>
                  <a:lnTo>
                    <a:pt x="273484" y="295996"/>
                  </a:lnTo>
                  <a:lnTo>
                    <a:pt x="277533" y="292549"/>
                  </a:lnTo>
                  <a:lnTo>
                    <a:pt x="281471" y="288975"/>
                  </a:lnTo>
                  <a:lnTo>
                    <a:pt x="285292" y="285278"/>
                  </a:lnTo>
                  <a:lnTo>
                    <a:pt x="288995" y="281462"/>
                  </a:lnTo>
                  <a:lnTo>
                    <a:pt x="292574" y="277529"/>
                  </a:lnTo>
                  <a:lnTo>
                    <a:pt x="296026" y="273485"/>
                  </a:lnTo>
                  <a:lnTo>
                    <a:pt x="299347" y="269332"/>
                  </a:lnTo>
                  <a:lnTo>
                    <a:pt x="302535" y="265077"/>
                  </a:lnTo>
                  <a:lnTo>
                    <a:pt x="305586" y="260722"/>
                  </a:lnTo>
                  <a:lnTo>
                    <a:pt x="308497" y="256272"/>
                  </a:lnTo>
                  <a:lnTo>
                    <a:pt x="311265" y="251732"/>
                  </a:lnTo>
                  <a:lnTo>
                    <a:pt x="167167" y="1669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50" cy="251905"/>
            </a:xfrm>
            <a:custGeom>
              <a:avLst/>
              <a:pathLst>
                <a:path w="167150" h="251905">
                  <a:moveTo>
                    <a:pt x="144098" y="251905"/>
                  </a:moveTo>
                  <a:lnTo>
                    <a:pt x="146763" y="247201"/>
                  </a:lnTo>
                  <a:lnTo>
                    <a:pt x="149274" y="242413"/>
                  </a:lnTo>
                  <a:lnTo>
                    <a:pt x="151630" y="237546"/>
                  </a:lnTo>
                  <a:lnTo>
                    <a:pt x="153826" y="232606"/>
                  </a:lnTo>
                  <a:lnTo>
                    <a:pt x="155862" y="227597"/>
                  </a:lnTo>
                  <a:lnTo>
                    <a:pt x="157735" y="222525"/>
                  </a:lnTo>
                  <a:lnTo>
                    <a:pt x="159442" y="217395"/>
                  </a:lnTo>
                  <a:lnTo>
                    <a:pt x="160983" y="212213"/>
                  </a:lnTo>
                  <a:lnTo>
                    <a:pt x="162356" y="206983"/>
                  </a:lnTo>
                  <a:lnTo>
                    <a:pt x="163559" y="201712"/>
                  </a:lnTo>
                  <a:lnTo>
                    <a:pt x="164590" y="196405"/>
                  </a:lnTo>
                  <a:lnTo>
                    <a:pt x="165450" y="191067"/>
                  </a:lnTo>
                  <a:lnTo>
                    <a:pt x="166136" y="185704"/>
                  </a:lnTo>
                  <a:lnTo>
                    <a:pt x="166649" y="180321"/>
                  </a:lnTo>
                  <a:lnTo>
                    <a:pt x="166987" y="174925"/>
                  </a:lnTo>
                  <a:lnTo>
                    <a:pt x="167150" y="169521"/>
                  </a:lnTo>
                  <a:lnTo>
                    <a:pt x="167139" y="164114"/>
                  </a:lnTo>
                  <a:lnTo>
                    <a:pt x="166953" y="158711"/>
                  </a:lnTo>
                  <a:lnTo>
                    <a:pt x="166592" y="153316"/>
                  </a:lnTo>
                  <a:lnTo>
                    <a:pt x="166057" y="147936"/>
                  </a:lnTo>
                  <a:lnTo>
                    <a:pt x="165348" y="142576"/>
                  </a:lnTo>
                  <a:lnTo>
                    <a:pt x="164467" y="137242"/>
                  </a:lnTo>
                  <a:lnTo>
                    <a:pt x="163413" y="131939"/>
                  </a:lnTo>
                  <a:lnTo>
                    <a:pt x="162188" y="126672"/>
                  </a:lnTo>
                  <a:lnTo>
                    <a:pt x="160794" y="121449"/>
                  </a:lnTo>
                  <a:lnTo>
                    <a:pt x="159231" y="116273"/>
                  </a:lnTo>
                  <a:lnTo>
                    <a:pt x="157502" y="111150"/>
                  </a:lnTo>
                  <a:lnTo>
                    <a:pt x="155608" y="106086"/>
                  </a:lnTo>
                  <a:lnTo>
                    <a:pt x="153551" y="101085"/>
                  </a:lnTo>
                  <a:lnTo>
                    <a:pt x="151334" y="96154"/>
                  </a:lnTo>
                  <a:lnTo>
                    <a:pt x="148958" y="91297"/>
                  </a:lnTo>
                  <a:lnTo>
                    <a:pt x="146427" y="86520"/>
                  </a:lnTo>
                  <a:lnTo>
                    <a:pt x="143742" y="81827"/>
                  </a:lnTo>
                  <a:lnTo>
                    <a:pt x="140907" y="77223"/>
                  </a:lnTo>
                  <a:lnTo>
                    <a:pt x="137925" y="72713"/>
                  </a:lnTo>
                  <a:lnTo>
                    <a:pt x="134798" y="68302"/>
                  </a:lnTo>
                  <a:lnTo>
                    <a:pt x="131531" y="63995"/>
                  </a:lnTo>
                  <a:lnTo>
                    <a:pt x="128125" y="59795"/>
                  </a:lnTo>
                  <a:lnTo>
                    <a:pt x="124586" y="55708"/>
                  </a:lnTo>
                  <a:lnTo>
                    <a:pt x="120917" y="51737"/>
                  </a:lnTo>
                  <a:lnTo>
                    <a:pt x="117120" y="47887"/>
                  </a:lnTo>
                  <a:lnTo>
                    <a:pt x="113202" y="44162"/>
                  </a:lnTo>
                  <a:lnTo>
                    <a:pt x="109165" y="40566"/>
                  </a:lnTo>
                  <a:lnTo>
                    <a:pt x="105014" y="37102"/>
                  </a:lnTo>
                  <a:lnTo>
                    <a:pt x="100752" y="33774"/>
                  </a:lnTo>
                  <a:lnTo>
                    <a:pt x="96386" y="30585"/>
                  </a:lnTo>
                  <a:lnTo>
                    <a:pt x="91919" y="27540"/>
                  </a:lnTo>
                  <a:lnTo>
                    <a:pt x="87355" y="24640"/>
                  </a:lnTo>
                  <a:lnTo>
                    <a:pt x="82700" y="21890"/>
                  </a:lnTo>
                  <a:lnTo>
                    <a:pt x="77959" y="19291"/>
                  </a:lnTo>
                  <a:lnTo>
                    <a:pt x="73136" y="16847"/>
                  </a:lnTo>
                  <a:lnTo>
                    <a:pt x="68237" y="14561"/>
                  </a:lnTo>
                  <a:lnTo>
                    <a:pt x="63266" y="12434"/>
                  </a:lnTo>
                  <a:lnTo>
                    <a:pt x="58229" y="10469"/>
                  </a:lnTo>
                  <a:lnTo>
                    <a:pt x="53131" y="8668"/>
                  </a:lnTo>
                  <a:lnTo>
                    <a:pt x="47978" y="7032"/>
                  </a:lnTo>
                  <a:lnTo>
                    <a:pt x="42774" y="5565"/>
                  </a:lnTo>
                  <a:lnTo>
                    <a:pt x="37526" y="4266"/>
                  </a:lnTo>
                  <a:lnTo>
                    <a:pt x="32238" y="3138"/>
                  </a:lnTo>
                  <a:lnTo>
                    <a:pt x="26917" y="2181"/>
                  </a:lnTo>
                  <a:lnTo>
                    <a:pt x="21567" y="1397"/>
                  </a:lnTo>
                  <a:lnTo>
                    <a:pt x="16195" y="786"/>
                  </a:lnTo>
                  <a:lnTo>
                    <a:pt x="10806" y="349"/>
                  </a:lnTo>
                  <a:lnTo>
                    <a:pt x="5405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9117" y="1681503"/>
              <a:ext cx="14117" cy="167167"/>
            </a:xfrm>
            <a:custGeom>
              <a:avLst/>
              <a:pathLst>
                <a:path w="14117" h="167167">
                  <a:moveTo>
                    <a:pt x="14117" y="0"/>
                  </a:moveTo>
                  <a:lnTo>
                    <a:pt x="0" y="597"/>
                  </a:lnTo>
                  <a:lnTo>
                    <a:pt x="1411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9117" y="1682100"/>
              <a:ext cx="14117" cy="166570"/>
            </a:xfrm>
            <a:custGeom>
              <a:avLst/>
              <a:pathLst>
                <a:path w="14117" h="166570">
                  <a:moveTo>
                    <a:pt x="0" y="0"/>
                  </a:moveTo>
                  <a:lnTo>
                    <a:pt x="14117" y="1665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70" y="1682100"/>
              <a:ext cx="334328" cy="333730"/>
            </a:xfrm>
            <a:custGeom>
              <a:avLst/>
              <a:pathLst>
                <a:path w="334328" h="333730">
                  <a:moveTo>
                    <a:pt x="153047" y="0"/>
                  </a:moveTo>
                  <a:lnTo>
                    <a:pt x="147767" y="531"/>
                  </a:lnTo>
                  <a:lnTo>
                    <a:pt x="142507" y="1231"/>
                  </a:lnTo>
                  <a:lnTo>
                    <a:pt x="137272" y="2097"/>
                  </a:lnTo>
                  <a:lnTo>
                    <a:pt x="132066" y="3128"/>
                  </a:lnTo>
                  <a:lnTo>
                    <a:pt x="126897" y="4325"/>
                  </a:lnTo>
                  <a:lnTo>
                    <a:pt x="121767" y="5684"/>
                  </a:lnTo>
                  <a:lnTo>
                    <a:pt x="116684" y="7206"/>
                  </a:lnTo>
                  <a:lnTo>
                    <a:pt x="111651" y="8889"/>
                  </a:lnTo>
                  <a:lnTo>
                    <a:pt x="106675" y="10730"/>
                  </a:lnTo>
                  <a:lnTo>
                    <a:pt x="101759" y="12729"/>
                  </a:lnTo>
                  <a:lnTo>
                    <a:pt x="96909" y="14882"/>
                  </a:lnTo>
                  <a:lnTo>
                    <a:pt x="92130" y="17188"/>
                  </a:lnTo>
                  <a:lnTo>
                    <a:pt x="87426" y="19645"/>
                  </a:lnTo>
                  <a:lnTo>
                    <a:pt x="82803" y="22250"/>
                  </a:lnTo>
                  <a:lnTo>
                    <a:pt x="78265" y="25000"/>
                  </a:lnTo>
                  <a:lnTo>
                    <a:pt x="73817" y="27893"/>
                  </a:lnTo>
                  <a:lnTo>
                    <a:pt x="69462" y="30926"/>
                  </a:lnTo>
                  <a:lnTo>
                    <a:pt x="65206" y="34095"/>
                  </a:lnTo>
                  <a:lnTo>
                    <a:pt x="61053" y="37398"/>
                  </a:lnTo>
                  <a:lnTo>
                    <a:pt x="57007" y="40831"/>
                  </a:lnTo>
                  <a:lnTo>
                    <a:pt x="53071" y="44391"/>
                  </a:lnTo>
                  <a:lnTo>
                    <a:pt x="49251" y="48073"/>
                  </a:lnTo>
                  <a:lnTo>
                    <a:pt x="45549" y="51876"/>
                  </a:lnTo>
                  <a:lnTo>
                    <a:pt x="41970" y="55793"/>
                  </a:lnTo>
                  <a:lnTo>
                    <a:pt x="38517" y="59823"/>
                  </a:lnTo>
                  <a:lnTo>
                    <a:pt x="35194" y="63960"/>
                  </a:lnTo>
                  <a:lnTo>
                    <a:pt x="32004" y="68200"/>
                  </a:lnTo>
                  <a:lnTo>
                    <a:pt x="28950" y="72539"/>
                  </a:lnTo>
                  <a:lnTo>
                    <a:pt x="26035" y="76974"/>
                  </a:lnTo>
                  <a:lnTo>
                    <a:pt x="23262" y="81498"/>
                  </a:lnTo>
                  <a:lnTo>
                    <a:pt x="20635" y="86108"/>
                  </a:lnTo>
                  <a:lnTo>
                    <a:pt x="18155" y="90800"/>
                  </a:lnTo>
                  <a:lnTo>
                    <a:pt x="15825" y="95567"/>
                  </a:lnTo>
                  <a:lnTo>
                    <a:pt x="13648" y="100406"/>
                  </a:lnTo>
                  <a:lnTo>
                    <a:pt x="11625" y="105312"/>
                  </a:lnTo>
                  <a:lnTo>
                    <a:pt x="9759" y="110280"/>
                  </a:lnTo>
                  <a:lnTo>
                    <a:pt x="8052" y="115304"/>
                  </a:lnTo>
                  <a:lnTo>
                    <a:pt x="6505" y="120380"/>
                  </a:lnTo>
                  <a:lnTo>
                    <a:pt x="5120" y="125502"/>
                  </a:lnTo>
                  <a:lnTo>
                    <a:pt x="3898" y="130666"/>
                  </a:lnTo>
                  <a:lnTo>
                    <a:pt x="2841" y="135866"/>
                  </a:lnTo>
                  <a:lnTo>
                    <a:pt x="1949" y="141097"/>
                  </a:lnTo>
                  <a:lnTo>
                    <a:pt x="1224" y="146354"/>
                  </a:lnTo>
                  <a:lnTo>
                    <a:pt x="666" y="151631"/>
                  </a:lnTo>
                  <a:lnTo>
                    <a:pt x="275" y="156923"/>
                  </a:lnTo>
                  <a:lnTo>
                    <a:pt x="53" y="162225"/>
                  </a:lnTo>
                  <a:lnTo>
                    <a:pt x="0" y="167531"/>
                  </a:lnTo>
                  <a:lnTo>
                    <a:pt x="114" y="172836"/>
                  </a:lnTo>
                  <a:lnTo>
                    <a:pt x="397" y="178135"/>
                  </a:lnTo>
                  <a:lnTo>
                    <a:pt x="848" y="183422"/>
                  </a:lnTo>
                  <a:lnTo>
                    <a:pt x="1467" y="188693"/>
                  </a:lnTo>
                  <a:lnTo>
                    <a:pt x="2253" y="193940"/>
                  </a:lnTo>
                  <a:lnTo>
                    <a:pt x="3205" y="199161"/>
                  </a:lnTo>
                  <a:lnTo>
                    <a:pt x="4322" y="204348"/>
                  </a:lnTo>
                  <a:lnTo>
                    <a:pt x="5603" y="209498"/>
                  </a:lnTo>
                  <a:lnTo>
                    <a:pt x="7047" y="214604"/>
                  </a:lnTo>
                  <a:lnTo>
                    <a:pt x="8652" y="219662"/>
                  </a:lnTo>
                  <a:lnTo>
                    <a:pt x="10417" y="224666"/>
                  </a:lnTo>
                  <a:lnTo>
                    <a:pt x="12340" y="229612"/>
                  </a:lnTo>
                  <a:lnTo>
                    <a:pt x="14419" y="234494"/>
                  </a:lnTo>
                  <a:lnTo>
                    <a:pt x="16651" y="239308"/>
                  </a:lnTo>
                  <a:lnTo>
                    <a:pt x="19036" y="244049"/>
                  </a:lnTo>
                  <a:lnTo>
                    <a:pt x="21570" y="248711"/>
                  </a:lnTo>
                  <a:lnTo>
                    <a:pt x="24250" y="253291"/>
                  </a:lnTo>
                  <a:lnTo>
                    <a:pt x="27075" y="257783"/>
                  </a:lnTo>
                  <a:lnTo>
                    <a:pt x="30040" y="262183"/>
                  </a:lnTo>
                  <a:lnTo>
                    <a:pt x="33144" y="266487"/>
                  </a:lnTo>
                  <a:lnTo>
                    <a:pt x="36383" y="270691"/>
                  </a:lnTo>
                  <a:lnTo>
                    <a:pt x="39753" y="274789"/>
                  </a:lnTo>
                  <a:lnTo>
                    <a:pt x="43252" y="278779"/>
                  </a:lnTo>
                  <a:lnTo>
                    <a:pt x="46876" y="282655"/>
                  </a:lnTo>
                  <a:lnTo>
                    <a:pt x="50621" y="286414"/>
                  </a:lnTo>
                  <a:lnTo>
                    <a:pt x="54484" y="290053"/>
                  </a:lnTo>
                  <a:lnTo>
                    <a:pt x="58460" y="293567"/>
                  </a:lnTo>
                  <a:lnTo>
                    <a:pt x="62545" y="296953"/>
                  </a:lnTo>
                  <a:lnTo>
                    <a:pt x="66736" y="300208"/>
                  </a:lnTo>
                  <a:lnTo>
                    <a:pt x="71029" y="303328"/>
                  </a:lnTo>
                  <a:lnTo>
                    <a:pt x="75418" y="306311"/>
                  </a:lnTo>
                  <a:lnTo>
                    <a:pt x="79899" y="309152"/>
                  </a:lnTo>
                  <a:lnTo>
                    <a:pt x="84469" y="311850"/>
                  </a:lnTo>
                  <a:lnTo>
                    <a:pt x="89121" y="314402"/>
                  </a:lnTo>
                  <a:lnTo>
                    <a:pt x="93853" y="316804"/>
                  </a:lnTo>
                  <a:lnTo>
                    <a:pt x="98658" y="319055"/>
                  </a:lnTo>
                  <a:lnTo>
                    <a:pt x="103532" y="321153"/>
                  </a:lnTo>
                  <a:lnTo>
                    <a:pt x="108471" y="323095"/>
                  </a:lnTo>
                  <a:lnTo>
                    <a:pt x="113468" y="324879"/>
                  </a:lnTo>
                  <a:lnTo>
                    <a:pt x="118520" y="326503"/>
                  </a:lnTo>
                  <a:lnTo>
                    <a:pt x="123621" y="327966"/>
                  </a:lnTo>
                  <a:lnTo>
                    <a:pt x="128765" y="329267"/>
                  </a:lnTo>
                  <a:lnTo>
                    <a:pt x="133948" y="330404"/>
                  </a:lnTo>
                  <a:lnTo>
                    <a:pt x="139165" y="331376"/>
                  </a:lnTo>
                  <a:lnTo>
                    <a:pt x="144410" y="332181"/>
                  </a:lnTo>
                  <a:lnTo>
                    <a:pt x="149678" y="332820"/>
                  </a:lnTo>
                  <a:lnTo>
                    <a:pt x="154963" y="333291"/>
                  </a:lnTo>
                  <a:lnTo>
                    <a:pt x="160261" y="333595"/>
                  </a:lnTo>
                  <a:lnTo>
                    <a:pt x="165566" y="333730"/>
                  </a:lnTo>
                  <a:lnTo>
                    <a:pt x="170872" y="333696"/>
                  </a:lnTo>
                  <a:lnTo>
                    <a:pt x="176175" y="333494"/>
                  </a:lnTo>
                  <a:lnTo>
                    <a:pt x="181468" y="333124"/>
                  </a:lnTo>
                  <a:lnTo>
                    <a:pt x="186747" y="332586"/>
                  </a:lnTo>
                  <a:lnTo>
                    <a:pt x="192007" y="331881"/>
                  </a:lnTo>
                  <a:lnTo>
                    <a:pt x="197241" y="331009"/>
                  </a:lnTo>
                  <a:lnTo>
                    <a:pt x="202445" y="329972"/>
                  </a:lnTo>
                  <a:lnTo>
                    <a:pt x="207614" y="328770"/>
                  </a:lnTo>
                  <a:lnTo>
                    <a:pt x="212741" y="327404"/>
                  </a:lnTo>
                  <a:lnTo>
                    <a:pt x="217823" y="325876"/>
                  </a:lnTo>
                  <a:lnTo>
                    <a:pt x="222854" y="324188"/>
                  </a:lnTo>
                  <a:lnTo>
                    <a:pt x="227828" y="322341"/>
                  </a:lnTo>
                  <a:lnTo>
                    <a:pt x="232742" y="320337"/>
                  </a:lnTo>
                  <a:lnTo>
                    <a:pt x="237589" y="318179"/>
                  </a:lnTo>
                  <a:lnTo>
                    <a:pt x="242366" y="315867"/>
                  </a:lnTo>
                  <a:lnTo>
                    <a:pt x="247067" y="313405"/>
                  </a:lnTo>
                  <a:lnTo>
                    <a:pt x="251687" y="310795"/>
                  </a:lnTo>
                  <a:lnTo>
                    <a:pt x="256222" y="308040"/>
                  </a:lnTo>
                  <a:lnTo>
                    <a:pt x="260667" y="305142"/>
                  </a:lnTo>
                  <a:lnTo>
                    <a:pt x="265018" y="302104"/>
                  </a:lnTo>
                  <a:lnTo>
                    <a:pt x="269271" y="298930"/>
                  </a:lnTo>
                  <a:lnTo>
                    <a:pt x="273420" y="295623"/>
                  </a:lnTo>
                  <a:lnTo>
                    <a:pt x="277463" y="292185"/>
                  </a:lnTo>
                  <a:lnTo>
                    <a:pt x="281394" y="288621"/>
                  </a:lnTo>
                  <a:lnTo>
                    <a:pt x="285210" y="284934"/>
                  </a:lnTo>
                  <a:lnTo>
                    <a:pt x="288908" y="281128"/>
                  </a:lnTo>
                  <a:lnTo>
                    <a:pt x="292482" y="277206"/>
                  </a:lnTo>
                  <a:lnTo>
                    <a:pt x="295931" y="273173"/>
                  </a:lnTo>
                  <a:lnTo>
                    <a:pt x="299249" y="269032"/>
                  </a:lnTo>
                  <a:lnTo>
                    <a:pt x="302435" y="264788"/>
                  </a:lnTo>
                  <a:lnTo>
                    <a:pt x="305484" y="260445"/>
                  </a:lnTo>
                  <a:lnTo>
                    <a:pt x="308394" y="256008"/>
                  </a:lnTo>
                  <a:lnTo>
                    <a:pt x="311161" y="251480"/>
                  </a:lnTo>
                  <a:lnTo>
                    <a:pt x="313784" y="246867"/>
                  </a:lnTo>
                  <a:lnTo>
                    <a:pt x="316258" y="242173"/>
                  </a:lnTo>
                  <a:lnTo>
                    <a:pt x="318583" y="237403"/>
                  </a:lnTo>
                  <a:lnTo>
                    <a:pt x="320755" y="232561"/>
                  </a:lnTo>
                  <a:lnTo>
                    <a:pt x="322772" y="227653"/>
                  </a:lnTo>
                  <a:lnTo>
                    <a:pt x="324632" y="222683"/>
                  </a:lnTo>
                  <a:lnTo>
                    <a:pt x="326334" y="217657"/>
                  </a:lnTo>
                  <a:lnTo>
                    <a:pt x="327875" y="212580"/>
                  </a:lnTo>
                  <a:lnTo>
                    <a:pt x="329255" y="207455"/>
                  </a:lnTo>
                  <a:lnTo>
                    <a:pt x="330471" y="202290"/>
                  </a:lnTo>
                  <a:lnTo>
                    <a:pt x="331522" y="197089"/>
                  </a:lnTo>
                  <a:lnTo>
                    <a:pt x="332408" y="191857"/>
                  </a:lnTo>
                  <a:lnTo>
                    <a:pt x="333127" y="186600"/>
                  </a:lnTo>
                  <a:lnTo>
                    <a:pt x="333679" y="181322"/>
                  </a:lnTo>
                  <a:lnTo>
                    <a:pt x="334064" y="176029"/>
                  </a:lnTo>
                  <a:lnTo>
                    <a:pt x="334280" y="170727"/>
                  </a:lnTo>
                  <a:lnTo>
                    <a:pt x="334328" y="165421"/>
                  </a:lnTo>
                  <a:lnTo>
                    <a:pt x="334207" y="160116"/>
                  </a:lnTo>
                  <a:lnTo>
                    <a:pt x="333918" y="154818"/>
                  </a:lnTo>
                  <a:lnTo>
                    <a:pt x="333461" y="149531"/>
                  </a:lnTo>
                  <a:lnTo>
                    <a:pt x="332836" y="144261"/>
                  </a:lnTo>
                  <a:lnTo>
                    <a:pt x="332045" y="139014"/>
                  </a:lnTo>
                  <a:lnTo>
                    <a:pt x="331087" y="133795"/>
                  </a:lnTo>
                  <a:lnTo>
                    <a:pt x="329964" y="128609"/>
                  </a:lnTo>
                  <a:lnTo>
                    <a:pt x="328678" y="123461"/>
                  </a:lnTo>
                  <a:lnTo>
                    <a:pt x="327228" y="118356"/>
                  </a:lnTo>
                  <a:lnTo>
                    <a:pt x="325617" y="113300"/>
                  </a:lnTo>
                  <a:lnTo>
                    <a:pt x="323846" y="108298"/>
                  </a:lnTo>
                  <a:lnTo>
                    <a:pt x="321918" y="103354"/>
                  </a:lnTo>
                  <a:lnTo>
                    <a:pt x="319834" y="98474"/>
                  </a:lnTo>
                  <a:lnTo>
                    <a:pt x="317595" y="93663"/>
                  </a:lnTo>
                  <a:lnTo>
                    <a:pt x="315206" y="88925"/>
                  </a:lnTo>
                  <a:lnTo>
                    <a:pt x="312667" y="84265"/>
                  </a:lnTo>
                  <a:lnTo>
                    <a:pt x="309981" y="79689"/>
                  </a:lnTo>
                  <a:lnTo>
                    <a:pt x="307151" y="75200"/>
                  </a:lnTo>
                  <a:lnTo>
                    <a:pt x="304181" y="70803"/>
                  </a:lnTo>
                  <a:lnTo>
                    <a:pt x="301072" y="66502"/>
                  </a:lnTo>
                  <a:lnTo>
                    <a:pt x="297829" y="62302"/>
                  </a:lnTo>
                  <a:lnTo>
                    <a:pt x="294454" y="58208"/>
                  </a:lnTo>
                  <a:lnTo>
                    <a:pt x="290950" y="54222"/>
                  </a:lnTo>
                  <a:lnTo>
                    <a:pt x="287322" y="50350"/>
                  </a:lnTo>
                  <a:lnTo>
                    <a:pt x="283573" y="46595"/>
                  </a:lnTo>
                  <a:lnTo>
                    <a:pt x="279706" y="42960"/>
                  </a:lnTo>
                  <a:lnTo>
                    <a:pt x="275726" y="39451"/>
                  </a:lnTo>
                  <a:lnTo>
                    <a:pt x="271637" y="36069"/>
                  </a:lnTo>
                  <a:lnTo>
                    <a:pt x="267442" y="32819"/>
                  </a:lnTo>
                  <a:lnTo>
                    <a:pt x="263146" y="29704"/>
                  </a:lnTo>
                  <a:lnTo>
                    <a:pt x="258754" y="26726"/>
                  </a:lnTo>
                  <a:lnTo>
                    <a:pt x="254269" y="23890"/>
                  </a:lnTo>
                  <a:lnTo>
                    <a:pt x="249697" y="21197"/>
                  </a:lnTo>
                  <a:lnTo>
                    <a:pt x="245041" y="18651"/>
                  </a:lnTo>
                  <a:lnTo>
                    <a:pt x="240307" y="16253"/>
                  </a:lnTo>
                  <a:lnTo>
                    <a:pt x="235499" y="14008"/>
                  </a:lnTo>
                  <a:lnTo>
                    <a:pt x="230623" y="11915"/>
                  </a:lnTo>
                  <a:lnTo>
                    <a:pt x="225682" y="9979"/>
                  </a:lnTo>
                  <a:lnTo>
                    <a:pt x="220683" y="8201"/>
                  </a:lnTo>
                  <a:lnTo>
                    <a:pt x="215629" y="6582"/>
                  </a:lnTo>
                  <a:lnTo>
                    <a:pt x="210527" y="5124"/>
                  </a:lnTo>
                  <a:lnTo>
                    <a:pt x="205381" y="3829"/>
                  </a:lnTo>
                  <a:lnTo>
                    <a:pt x="200196" y="2698"/>
                  </a:lnTo>
                  <a:lnTo>
                    <a:pt x="194979" y="1733"/>
                  </a:lnTo>
                  <a:lnTo>
                    <a:pt x="167164" y="1665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27814" cy="167167"/>
            </a:xfrm>
            <a:custGeom>
              <a:avLst/>
              <a:pathLst>
                <a:path w="27814" h="167167">
                  <a:moveTo>
                    <a:pt x="27814" y="2330"/>
                  </a:moveTo>
                  <a:lnTo>
                    <a:pt x="20903" y="1312"/>
                  </a:lnTo>
                  <a:lnTo>
                    <a:pt x="13955" y="583"/>
                  </a:lnTo>
                  <a:lnTo>
                    <a:pt x="6984" y="14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2" y="1322571"/>
              <a:ext cx="167166" cy="325583"/>
            </a:xfrm>
            <a:custGeom>
              <a:avLst/>
              <a:pathLst>
                <a:path w="167166" h="325583">
                  <a:moveTo>
                    <a:pt x="167166" y="0"/>
                  </a:moveTo>
                  <a:lnTo>
                    <a:pt x="161817" y="85"/>
                  </a:lnTo>
                  <a:lnTo>
                    <a:pt x="156473" y="342"/>
                  </a:lnTo>
                  <a:lnTo>
                    <a:pt x="151140" y="770"/>
                  </a:lnTo>
                  <a:lnTo>
                    <a:pt x="145823" y="1368"/>
                  </a:lnTo>
                  <a:lnTo>
                    <a:pt x="140528" y="2136"/>
                  </a:lnTo>
                  <a:lnTo>
                    <a:pt x="135260" y="3073"/>
                  </a:lnTo>
                  <a:lnTo>
                    <a:pt x="130026" y="4178"/>
                  </a:lnTo>
                  <a:lnTo>
                    <a:pt x="124829" y="5450"/>
                  </a:lnTo>
                  <a:lnTo>
                    <a:pt x="119675" y="6887"/>
                  </a:lnTo>
                  <a:lnTo>
                    <a:pt x="114570" y="8489"/>
                  </a:lnTo>
                  <a:lnTo>
                    <a:pt x="109520" y="10254"/>
                  </a:lnTo>
                  <a:lnTo>
                    <a:pt x="104528" y="12179"/>
                  </a:lnTo>
                  <a:lnTo>
                    <a:pt x="99600" y="14263"/>
                  </a:lnTo>
                  <a:lnTo>
                    <a:pt x="94741" y="16503"/>
                  </a:lnTo>
                  <a:lnTo>
                    <a:pt x="89957" y="18898"/>
                  </a:lnTo>
                  <a:lnTo>
                    <a:pt x="85252" y="21445"/>
                  </a:lnTo>
                  <a:lnTo>
                    <a:pt x="80630" y="24141"/>
                  </a:lnTo>
                  <a:lnTo>
                    <a:pt x="76098" y="26983"/>
                  </a:lnTo>
                  <a:lnTo>
                    <a:pt x="71658" y="29969"/>
                  </a:lnTo>
                  <a:lnTo>
                    <a:pt x="67317" y="33096"/>
                  </a:lnTo>
                  <a:lnTo>
                    <a:pt x="63077" y="36360"/>
                  </a:lnTo>
                  <a:lnTo>
                    <a:pt x="58945" y="39758"/>
                  </a:lnTo>
                  <a:lnTo>
                    <a:pt x="54923" y="43287"/>
                  </a:lnTo>
                  <a:lnTo>
                    <a:pt x="51016" y="46942"/>
                  </a:lnTo>
                  <a:lnTo>
                    <a:pt x="47228" y="50720"/>
                  </a:lnTo>
                  <a:lnTo>
                    <a:pt x="43563" y="54618"/>
                  </a:lnTo>
                  <a:lnTo>
                    <a:pt x="40025" y="58631"/>
                  </a:lnTo>
                  <a:lnTo>
                    <a:pt x="36617" y="62756"/>
                  </a:lnTo>
                  <a:lnTo>
                    <a:pt x="33342" y="66987"/>
                  </a:lnTo>
                  <a:lnTo>
                    <a:pt x="30205" y="71321"/>
                  </a:lnTo>
                  <a:lnTo>
                    <a:pt x="27208" y="75753"/>
                  </a:lnTo>
                  <a:lnTo>
                    <a:pt x="24354" y="80278"/>
                  </a:lnTo>
                  <a:lnTo>
                    <a:pt x="21647" y="84893"/>
                  </a:lnTo>
                  <a:lnTo>
                    <a:pt x="19088" y="89592"/>
                  </a:lnTo>
                  <a:lnTo>
                    <a:pt x="16682" y="94370"/>
                  </a:lnTo>
                  <a:lnTo>
                    <a:pt x="14429" y="99223"/>
                  </a:lnTo>
                  <a:lnTo>
                    <a:pt x="12333" y="104146"/>
                  </a:lnTo>
                  <a:lnTo>
                    <a:pt x="10396" y="109133"/>
                  </a:lnTo>
                  <a:lnTo>
                    <a:pt x="8619" y="114180"/>
                  </a:lnTo>
                  <a:lnTo>
                    <a:pt x="7004" y="119281"/>
                  </a:lnTo>
                  <a:lnTo>
                    <a:pt x="5554" y="124430"/>
                  </a:lnTo>
                  <a:lnTo>
                    <a:pt x="4269" y="129624"/>
                  </a:lnTo>
                  <a:lnTo>
                    <a:pt x="3151" y="134856"/>
                  </a:lnTo>
                  <a:lnTo>
                    <a:pt x="2201" y="140122"/>
                  </a:lnTo>
                  <a:lnTo>
                    <a:pt x="1420" y="145415"/>
                  </a:lnTo>
                  <a:lnTo>
                    <a:pt x="809" y="150730"/>
                  </a:lnTo>
                  <a:lnTo>
                    <a:pt x="368" y="156062"/>
                  </a:lnTo>
                  <a:lnTo>
                    <a:pt x="98" y="161405"/>
                  </a:lnTo>
                  <a:lnTo>
                    <a:pt x="0" y="166755"/>
                  </a:lnTo>
                  <a:lnTo>
                    <a:pt x="72" y="172104"/>
                  </a:lnTo>
                  <a:lnTo>
                    <a:pt x="316" y="177449"/>
                  </a:lnTo>
                  <a:lnTo>
                    <a:pt x="730" y="182783"/>
                  </a:lnTo>
                  <a:lnTo>
                    <a:pt x="1315" y="188101"/>
                  </a:lnTo>
                  <a:lnTo>
                    <a:pt x="2070" y="193398"/>
                  </a:lnTo>
                  <a:lnTo>
                    <a:pt x="2994" y="198668"/>
                  </a:lnTo>
                  <a:lnTo>
                    <a:pt x="4086" y="203906"/>
                  </a:lnTo>
                  <a:lnTo>
                    <a:pt x="5345" y="209106"/>
                  </a:lnTo>
                  <a:lnTo>
                    <a:pt x="6770" y="214263"/>
                  </a:lnTo>
                  <a:lnTo>
                    <a:pt x="8359" y="219371"/>
                  </a:lnTo>
                  <a:lnTo>
                    <a:pt x="10111" y="224427"/>
                  </a:lnTo>
                  <a:lnTo>
                    <a:pt x="12024" y="229423"/>
                  </a:lnTo>
                  <a:lnTo>
                    <a:pt x="14096" y="234356"/>
                  </a:lnTo>
                  <a:lnTo>
                    <a:pt x="16324" y="239220"/>
                  </a:lnTo>
                  <a:lnTo>
                    <a:pt x="18708" y="244010"/>
                  </a:lnTo>
                  <a:lnTo>
                    <a:pt x="21243" y="248722"/>
                  </a:lnTo>
                  <a:lnTo>
                    <a:pt x="23927" y="253350"/>
                  </a:lnTo>
                  <a:lnTo>
                    <a:pt x="26759" y="257890"/>
                  </a:lnTo>
                  <a:lnTo>
                    <a:pt x="29734" y="262336"/>
                  </a:lnTo>
                  <a:lnTo>
                    <a:pt x="32850" y="266686"/>
                  </a:lnTo>
                  <a:lnTo>
                    <a:pt x="36103" y="270933"/>
                  </a:lnTo>
                  <a:lnTo>
                    <a:pt x="39491" y="275074"/>
                  </a:lnTo>
                  <a:lnTo>
                    <a:pt x="43010" y="279104"/>
                  </a:lnTo>
                  <a:lnTo>
                    <a:pt x="46655" y="283020"/>
                  </a:lnTo>
                  <a:lnTo>
                    <a:pt x="50424" y="286818"/>
                  </a:lnTo>
                  <a:lnTo>
                    <a:pt x="54313" y="290492"/>
                  </a:lnTo>
                  <a:lnTo>
                    <a:pt x="58318" y="294040"/>
                  </a:lnTo>
                  <a:lnTo>
                    <a:pt x="62433" y="297459"/>
                  </a:lnTo>
                  <a:lnTo>
                    <a:pt x="66657" y="300744"/>
                  </a:lnTo>
                  <a:lnTo>
                    <a:pt x="70983" y="303892"/>
                  </a:lnTo>
                  <a:lnTo>
                    <a:pt x="75407" y="306900"/>
                  </a:lnTo>
                  <a:lnTo>
                    <a:pt x="79926" y="309764"/>
                  </a:lnTo>
                  <a:lnTo>
                    <a:pt x="84534" y="312483"/>
                  </a:lnTo>
                  <a:lnTo>
                    <a:pt x="89226" y="315053"/>
                  </a:lnTo>
                  <a:lnTo>
                    <a:pt x="93999" y="317472"/>
                  </a:lnTo>
                  <a:lnTo>
                    <a:pt x="98846" y="319736"/>
                  </a:lnTo>
                  <a:lnTo>
                    <a:pt x="103764" y="321844"/>
                  </a:lnTo>
                  <a:lnTo>
                    <a:pt x="108746" y="323794"/>
                  </a:lnTo>
                  <a:lnTo>
                    <a:pt x="113788" y="325583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67660" y="1489739"/>
              <a:ext cx="53378" cy="158416"/>
            </a:xfrm>
            <a:custGeom>
              <a:avLst/>
              <a:pathLst>
                <a:path w="53378" h="158416">
                  <a:moveTo>
                    <a:pt x="0" y="158416"/>
                  </a:moveTo>
                  <a:lnTo>
                    <a:pt x="5337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67660" y="1326538"/>
              <a:ext cx="220526" cy="330364"/>
            </a:xfrm>
            <a:custGeom>
              <a:avLst/>
              <a:pathLst>
                <a:path w="220526" h="330364">
                  <a:moveTo>
                    <a:pt x="0" y="321617"/>
                  </a:moveTo>
                  <a:lnTo>
                    <a:pt x="5071" y="323236"/>
                  </a:lnTo>
                  <a:lnTo>
                    <a:pt x="10191" y="324693"/>
                  </a:lnTo>
                  <a:lnTo>
                    <a:pt x="15355" y="325986"/>
                  </a:lnTo>
                  <a:lnTo>
                    <a:pt x="20557" y="327114"/>
                  </a:lnTo>
                  <a:lnTo>
                    <a:pt x="25793" y="328076"/>
                  </a:lnTo>
                  <a:lnTo>
                    <a:pt x="31057" y="328871"/>
                  </a:lnTo>
                  <a:lnTo>
                    <a:pt x="36343" y="329497"/>
                  </a:lnTo>
                  <a:lnTo>
                    <a:pt x="41647" y="329956"/>
                  </a:lnTo>
                  <a:lnTo>
                    <a:pt x="46962" y="330245"/>
                  </a:lnTo>
                  <a:lnTo>
                    <a:pt x="52285" y="330364"/>
                  </a:lnTo>
                  <a:lnTo>
                    <a:pt x="57608" y="330314"/>
                  </a:lnTo>
                  <a:lnTo>
                    <a:pt x="62927" y="330095"/>
                  </a:lnTo>
                  <a:lnTo>
                    <a:pt x="68236" y="329706"/>
                  </a:lnTo>
                  <a:lnTo>
                    <a:pt x="73530" y="329148"/>
                  </a:lnTo>
                  <a:lnTo>
                    <a:pt x="78804" y="328423"/>
                  </a:lnTo>
                  <a:lnTo>
                    <a:pt x="84052" y="327529"/>
                  </a:lnTo>
                  <a:lnTo>
                    <a:pt x="89268" y="326469"/>
                  </a:lnTo>
                  <a:lnTo>
                    <a:pt x="94449" y="325244"/>
                  </a:lnTo>
                  <a:lnTo>
                    <a:pt x="99588" y="323854"/>
                  </a:lnTo>
                  <a:lnTo>
                    <a:pt x="104680" y="322301"/>
                  </a:lnTo>
                  <a:lnTo>
                    <a:pt x="109719" y="320587"/>
                  </a:lnTo>
                  <a:lnTo>
                    <a:pt x="114702" y="318713"/>
                  </a:lnTo>
                  <a:lnTo>
                    <a:pt x="119623" y="316682"/>
                  </a:lnTo>
                  <a:lnTo>
                    <a:pt x="124476" y="314494"/>
                  </a:lnTo>
                  <a:lnTo>
                    <a:pt x="129257" y="312154"/>
                  </a:lnTo>
                  <a:lnTo>
                    <a:pt x="133962" y="309662"/>
                  </a:lnTo>
                  <a:lnTo>
                    <a:pt x="138584" y="307022"/>
                  </a:lnTo>
                  <a:lnTo>
                    <a:pt x="143121" y="304236"/>
                  </a:lnTo>
                  <a:lnTo>
                    <a:pt x="147566" y="301307"/>
                  </a:lnTo>
                  <a:lnTo>
                    <a:pt x="151915" y="298238"/>
                  </a:lnTo>
                  <a:lnTo>
                    <a:pt x="156165" y="295032"/>
                  </a:lnTo>
                  <a:lnTo>
                    <a:pt x="160311" y="291692"/>
                  </a:lnTo>
                  <a:lnTo>
                    <a:pt x="164348" y="288223"/>
                  </a:lnTo>
                  <a:lnTo>
                    <a:pt x="168272" y="284626"/>
                  </a:lnTo>
                  <a:lnTo>
                    <a:pt x="172080" y="280906"/>
                  </a:lnTo>
                  <a:lnTo>
                    <a:pt x="175768" y="277067"/>
                  </a:lnTo>
                  <a:lnTo>
                    <a:pt x="179332" y="273112"/>
                  </a:lnTo>
                  <a:lnTo>
                    <a:pt x="182767" y="269046"/>
                  </a:lnTo>
                  <a:lnTo>
                    <a:pt x="186072" y="264872"/>
                  </a:lnTo>
                  <a:lnTo>
                    <a:pt x="189242" y="260595"/>
                  </a:lnTo>
                  <a:lnTo>
                    <a:pt x="192274" y="256220"/>
                  </a:lnTo>
                  <a:lnTo>
                    <a:pt x="195166" y="251750"/>
                  </a:lnTo>
                  <a:lnTo>
                    <a:pt x="197913" y="247191"/>
                  </a:lnTo>
                  <a:lnTo>
                    <a:pt x="200514" y="242546"/>
                  </a:lnTo>
                  <a:lnTo>
                    <a:pt x="202966" y="237821"/>
                  </a:lnTo>
                  <a:lnTo>
                    <a:pt x="205266" y="233020"/>
                  </a:lnTo>
                  <a:lnTo>
                    <a:pt x="207412" y="228148"/>
                  </a:lnTo>
                  <a:lnTo>
                    <a:pt x="209402" y="223211"/>
                  </a:lnTo>
                  <a:lnTo>
                    <a:pt x="211234" y="218212"/>
                  </a:lnTo>
                  <a:lnTo>
                    <a:pt x="212906" y="213158"/>
                  </a:lnTo>
                  <a:lnTo>
                    <a:pt x="214415" y="208053"/>
                  </a:lnTo>
                  <a:lnTo>
                    <a:pt x="215762" y="202903"/>
                  </a:lnTo>
                  <a:lnTo>
                    <a:pt x="216944" y="197713"/>
                  </a:lnTo>
                  <a:lnTo>
                    <a:pt x="217960" y="192487"/>
                  </a:lnTo>
                  <a:lnTo>
                    <a:pt x="218809" y="187232"/>
                  </a:lnTo>
                  <a:lnTo>
                    <a:pt x="219490" y="181952"/>
                  </a:lnTo>
                  <a:lnTo>
                    <a:pt x="220003" y="176653"/>
                  </a:lnTo>
                  <a:lnTo>
                    <a:pt x="220347" y="171341"/>
                  </a:lnTo>
                  <a:lnTo>
                    <a:pt x="220521" y="166021"/>
                  </a:lnTo>
                  <a:lnTo>
                    <a:pt x="220526" y="160697"/>
                  </a:lnTo>
                  <a:lnTo>
                    <a:pt x="220362" y="155376"/>
                  </a:lnTo>
                  <a:lnTo>
                    <a:pt x="220028" y="150063"/>
                  </a:lnTo>
                  <a:lnTo>
                    <a:pt x="219525" y="144764"/>
                  </a:lnTo>
                  <a:lnTo>
                    <a:pt x="218854" y="139483"/>
                  </a:lnTo>
                  <a:lnTo>
                    <a:pt x="218015" y="134226"/>
                  </a:lnTo>
                  <a:lnTo>
                    <a:pt x="217009" y="128998"/>
                  </a:lnTo>
                  <a:lnTo>
                    <a:pt x="215837" y="123806"/>
                  </a:lnTo>
                  <a:lnTo>
                    <a:pt x="214500" y="118653"/>
                  </a:lnTo>
                  <a:lnTo>
                    <a:pt x="213000" y="113545"/>
                  </a:lnTo>
                  <a:lnTo>
                    <a:pt x="211338" y="108488"/>
                  </a:lnTo>
                  <a:lnTo>
                    <a:pt x="209516" y="103486"/>
                  </a:lnTo>
                  <a:lnTo>
                    <a:pt x="207535" y="98545"/>
                  </a:lnTo>
                  <a:lnTo>
                    <a:pt x="205398" y="93669"/>
                  </a:lnTo>
                  <a:lnTo>
                    <a:pt x="203107" y="88864"/>
                  </a:lnTo>
                  <a:lnTo>
                    <a:pt x="200665" y="84134"/>
                  </a:lnTo>
                  <a:lnTo>
                    <a:pt x="198072" y="79484"/>
                  </a:lnTo>
                  <a:lnTo>
                    <a:pt x="195333" y="74919"/>
                  </a:lnTo>
                  <a:lnTo>
                    <a:pt x="192451" y="70444"/>
                  </a:lnTo>
                  <a:lnTo>
                    <a:pt x="189427" y="66063"/>
                  </a:lnTo>
                  <a:lnTo>
                    <a:pt x="186265" y="61780"/>
                  </a:lnTo>
                  <a:lnTo>
                    <a:pt x="182968" y="57601"/>
                  </a:lnTo>
                  <a:lnTo>
                    <a:pt x="179540" y="53528"/>
                  </a:lnTo>
                  <a:lnTo>
                    <a:pt x="175984" y="49566"/>
                  </a:lnTo>
                  <a:lnTo>
                    <a:pt x="172304" y="45720"/>
                  </a:lnTo>
                  <a:lnTo>
                    <a:pt x="168503" y="41993"/>
                  </a:lnTo>
                  <a:lnTo>
                    <a:pt x="164585" y="38389"/>
                  </a:lnTo>
                  <a:lnTo>
                    <a:pt x="160554" y="34911"/>
                  </a:lnTo>
                  <a:lnTo>
                    <a:pt x="156415" y="31564"/>
                  </a:lnTo>
                  <a:lnTo>
                    <a:pt x="152172" y="28349"/>
                  </a:lnTo>
                  <a:lnTo>
                    <a:pt x="147828" y="25272"/>
                  </a:lnTo>
                  <a:lnTo>
                    <a:pt x="143388" y="22335"/>
                  </a:lnTo>
                  <a:lnTo>
                    <a:pt x="138857" y="19540"/>
                  </a:lnTo>
                  <a:lnTo>
                    <a:pt x="134240" y="16891"/>
                  </a:lnTo>
                  <a:lnTo>
                    <a:pt x="129540" y="14391"/>
                  </a:lnTo>
                  <a:lnTo>
                    <a:pt x="124763" y="12041"/>
                  </a:lnTo>
                  <a:lnTo>
                    <a:pt x="119914" y="9845"/>
                  </a:lnTo>
                  <a:lnTo>
                    <a:pt x="114997" y="7804"/>
                  </a:lnTo>
                  <a:lnTo>
                    <a:pt x="110018" y="5921"/>
                  </a:lnTo>
                  <a:lnTo>
                    <a:pt x="104981" y="4197"/>
                  </a:lnTo>
                  <a:lnTo>
                    <a:pt x="99892" y="2635"/>
                  </a:lnTo>
                  <a:lnTo>
                    <a:pt x="94756" y="1235"/>
                  </a:lnTo>
                  <a:lnTo>
                    <a:pt x="89578" y="0"/>
                  </a:lnTo>
                  <a:lnTo>
                    <a:pt x="53378" y="1632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36200" cy="167167"/>
            </a:xfrm>
            <a:custGeom>
              <a:avLst/>
              <a:pathLst>
                <a:path w="36200" h="167167">
                  <a:moveTo>
                    <a:pt x="36200" y="3966"/>
                  </a:moveTo>
                  <a:lnTo>
                    <a:pt x="29043" y="2542"/>
                  </a:lnTo>
                  <a:lnTo>
                    <a:pt x="21831" y="1431"/>
                  </a:lnTo>
                  <a:lnTo>
                    <a:pt x="14577" y="636"/>
                  </a:lnTo>
                  <a:lnTo>
                    <a:pt x="7295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2" y="1071028"/>
              <a:ext cx="167166" cy="284145"/>
            </a:xfrm>
            <a:custGeom>
              <a:avLst/>
              <a:pathLst>
                <a:path w="167166" h="284145">
                  <a:moveTo>
                    <a:pt x="167166" y="0"/>
                  </a:moveTo>
                  <a:lnTo>
                    <a:pt x="161795" y="86"/>
                  </a:lnTo>
                  <a:lnTo>
                    <a:pt x="156429" y="345"/>
                  </a:lnTo>
                  <a:lnTo>
                    <a:pt x="151075" y="776"/>
                  </a:lnTo>
                  <a:lnTo>
                    <a:pt x="145737" y="1379"/>
                  </a:lnTo>
                  <a:lnTo>
                    <a:pt x="140421" y="2153"/>
                  </a:lnTo>
                  <a:lnTo>
                    <a:pt x="135133" y="3097"/>
                  </a:lnTo>
                  <a:lnTo>
                    <a:pt x="129878" y="4211"/>
                  </a:lnTo>
                  <a:lnTo>
                    <a:pt x="124662" y="5493"/>
                  </a:lnTo>
                  <a:lnTo>
                    <a:pt x="119489" y="6942"/>
                  </a:lnTo>
                  <a:lnTo>
                    <a:pt x="114366" y="8557"/>
                  </a:lnTo>
                  <a:lnTo>
                    <a:pt x="109297" y="10335"/>
                  </a:lnTo>
                  <a:lnTo>
                    <a:pt x="104288" y="12276"/>
                  </a:lnTo>
                  <a:lnTo>
                    <a:pt x="99344" y="14376"/>
                  </a:lnTo>
                  <a:lnTo>
                    <a:pt x="94470" y="16634"/>
                  </a:lnTo>
                  <a:lnTo>
                    <a:pt x="89671" y="19047"/>
                  </a:lnTo>
                  <a:lnTo>
                    <a:pt x="84952" y="21613"/>
                  </a:lnTo>
                  <a:lnTo>
                    <a:pt x="80318" y="24330"/>
                  </a:lnTo>
                  <a:lnTo>
                    <a:pt x="75773" y="27194"/>
                  </a:lnTo>
                  <a:lnTo>
                    <a:pt x="71323" y="30203"/>
                  </a:lnTo>
                  <a:lnTo>
                    <a:pt x="66972" y="33353"/>
                  </a:lnTo>
                  <a:lnTo>
                    <a:pt x="62724" y="36641"/>
                  </a:lnTo>
                  <a:lnTo>
                    <a:pt x="58584" y="40064"/>
                  </a:lnTo>
                  <a:lnTo>
                    <a:pt x="54557" y="43619"/>
                  </a:lnTo>
                  <a:lnTo>
                    <a:pt x="50645" y="47301"/>
                  </a:lnTo>
                  <a:lnTo>
                    <a:pt x="46854" y="51106"/>
                  </a:lnTo>
                  <a:lnTo>
                    <a:pt x="43187" y="55032"/>
                  </a:lnTo>
                  <a:lnTo>
                    <a:pt x="39648" y="59073"/>
                  </a:lnTo>
                  <a:lnTo>
                    <a:pt x="36241" y="63226"/>
                  </a:lnTo>
                  <a:lnTo>
                    <a:pt x="32969" y="67486"/>
                  </a:lnTo>
                  <a:lnTo>
                    <a:pt x="29836" y="71849"/>
                  </a:lnTo>
                  <a:lnTo>
                    <a:pt x="26844" y="76311"/>
                  </a:lnTo>
                  <a:lnTo>
                    <a:pt x="23998" y="80866"/>
                  </a:lnTo>
                  <a:lnTo>
                    <a:pt x="21299" y="85511"/>
                  </a:lnTo>
                  <a:lnTo>
                    <a:pt x="18750" y="90239"/>
                  </a:lnTo>
                  <a:lnTo>
                    <a:pt x="16355" y="95048"/>
                  </a:lnTo>
                  <a:lnTo>
                    <a:pt x="14116" y="99930"/>
                  </a:lnTo>
                  <a:lnTo>
                    <a:pt x="12035" y="104883"/>
                  </a:lnTo>
                  <a:lnTo>
                    <a:pt x="10114" y="109899"/>
                  </a:lnTo>
                  <a:lnTo>
                    <a:pt x="8355" y="114975"/>
                  </a:lnTo>
                  <a:lnTo>
                    <a:pt x="6760" y="120104"/>
                  </a:lnTo>
                  <a:lnTo>
                    <a:pt x="5331" y="125282"/>
                  </a:lnTo>
                  <a:lnTo>
                    <a:pt x="4068" y="130504"/>
                  </a:lnTo>
                  <a:lnTo>
                    <a:pt x="2975" y="135763"/>
                  </a:lnTo>
                  <a:lnTo>
                    <a:pt x="2050" y="141054"/>
                  </a:lnTo>
                  <a:lnTo>
                    <a:pt x="1297" y="146373"/>
                  </a:lnTo>
                  <a:lnTo>
                    <a:pt x="714" y="151713"/>
                  </a:lnTo>
                  <a:lnTo>
                    <a:pt x="304" y="157069"/>
                  </a:lnTo>
                  <a:lnTo>
                    <a:pt x="65" y="162435"/>
                  </a:lnTo>
                  <a:lnTo>
                    <a:pt x="0" y="167807"/>
                  </a:lnTo>
                  <a:lnTo>
                    <a:pt x="106" y="173177"/>
                  </a:lnTo>
                  <a:lnTo>
                    <a:pt x="386" y="178542"/>
                  </a:lnTo>
                  <a:lnTo>
                    <a:pt x="837" y="183895"/>
                  </a:lnTo>
                  <a:lnTo>
                    <a:pt x="1461" y="189230"/>
                  </a:lnTo>
                  <a:lnTo>
                    <a:pt x="2255" y="194543"/>
                  </a:lnTo>
                  <a:lnTo>
                    <a:pt x="3220" y="199827"/>
                  </a:lnTo>
                  <a:lnTo>
                    <a:pt x="4354" y="205078"/>
                  </a:lnTo>
                  <a:lnTo>
                    <a:pt x="5656" y="210289"/>
                  </a:lnTo>
                  <a:lnTo>
                    <a:pt x="7125" y="215456"/>
                  </a:lnTo>
                  <a:lnTo>
                    <a:pt x="8759" y="220573"/>
                  </a:lnTo>
                  <a:lnTo>
                    <a:pt x="10557" y="225635"/>
                  </a:lnTo>
                  <a:lnTo>
                    <a:pt x="12516" y="230637"/>
                  </a:lnTo>
                  <a:lnTo>
                    <a:pt x="14635" y="235573"/>
                  </a:lnTo>
                  <a:lnTo>
                    <a:pt x="16912" y="240438"/>
                  </a:lnTo>
                  <a:lnTo>
                    <a:pt x="19344" y="245228"/>
                  </a:lnTo>
                  <a:lnTo>
                    <a:pt x="21928" y="249937"/>
                  </a:lnTo>
                  <a:lnTo>
                    <a:pt x="24662" y="254561"/>
                  </a:lnTo>
                  <a:lnTo>
                    <a:pt x="27544" y="259095"/>
                  </a:lnTo>
                  <a:lnTo>
                    <a:pt x="30570" y="263533"/>
                  </a:lnTo>
                  <a:lnTo>
                    <a:pt x="33736" y="267872"/>
                  </a:lnTo>
                  <a:lnTo>
                    <a:pt x="37041" y="272107"/>
                  </a:lnTo>
                  <a:lnTo>
                    <a:pt x="40480" y="276234"/>
                  </a:lnTo>
                  <a:lnTo>
                    <a:pt x="44049" y="280248"/>
                  </a:lnTo>
                  <a:lnTo>
                    <a:pt x="47746" y="28414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25838" y="1238196"/>
              <a:ext cx="119419" cy="116978"/>
            </a:xfrm>
            <a:custGeom>
              <a:avLst/>
              <a:pathLst>
                <a:path w="119419" h="116978">
                  <a:moveTo>
                    <a:pt x="0" y="116978"/>
                  </a:moveTo>
                  <a:lnTo>
                    <a:pt x="11941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25838" y="1138949"/>
              <a:ext cx="286586" cy="266413"/>
            </a:xfrm>
            <a:custGeom>
              <a:avLst/>
              <a:pathLst>
                <a:path w="286586" h="266413">
                  <a:moveTo>
                    <a:pt x="0" y="216225"/>
                  </a:moveTo>
                  <a:lnTo>
                    <a:pt x="3796" y="219979"/>
                  </a:lnTo>
                  <a:lnTo>
                    <a:pt x="7710" y="223609"/>
                  </a:lnTo>
                  <a:lnTo>
                    <a:pt x="11738" y="227113"/>
                  </a:lnTo>
                  <a:lnTo>
                    <a:pt x="15876" y="230486"/>
                  </a:lnTo>
                  <a:lnTo>
                    <a:pt x="20120" y="233726"/>
                  </a:lnTo>
                  <a:lnTo>
                    <a:pt x="24465" y="236828"/>
                  </a:lnTo>
                  <a:lnTo>
                    <a:pt x="28907" y="239790"/>
                  </a:lnTo>
                  <a:lnTo>
                    <a:pt x="33441" y="242608"/>
                  </a:lnTo>
                  <a:lnTo>
                    <a:pt x="38062" y="245281"/>
                  </a:lnTo>
                  <a:lnTo>
                    <a:pt x="42767" y="247804"/>
                  </a:lnTo>
                  <a:lnTo>
                    <a:pt x="47550" y="250176"/>
                  </a:lnTo>
                  <a:lnTo>
                    <a:pt x="52406" y="252394"/>
                  </a:lnTo>
                  <a:lnTo>
                    <a:pt x="57331" y="254456"/>
                  </a:lnTo>
                  <a:lnTo>
                    <a:pt x="62319" y="256360"/>
                  </a:lnTo>
                  <a:lnTo>
                    <a:pt x="67365" y="258103"/>
                  </a:lnTo>
                  <a:lnTo>
                    <a:pt x="72464" y="259684"/>
                  </a:lnTo>
                  <a:lnTo>
                    <a:pt x="77611" y="261102"/>
                  </a:lnTo>
                  <a:lnTo>
                    <a:pt x="82801" y="262354"/>
                  </a:lnTo>
                  <a:lnTo>
                    <a:pt x="88028" y="263440"/>
                  </a:lnTo>
                  <a:lnTo>
                    <a:pt x="93287" y="264359"/>
                  </a:lnTo>
                  <a:lnTo>
                    <a:pt x="98573" y="265109"/>
                  </a:lnTo>
                  <a:lnTo>
                    <a:pt x="103880" y="265690"/>
                  </a:lnTo>
                  <a:lnTo>
                    <a:pt x="109203" y="266102"/>
                  </a:lnTo>
                  <a:lnTo>
                    <a:pt x="114536" y="266343"/>
                  </a:lnTo>
                  <a:lnTo>
                    <a:pt x="119874" y="266413"/>
                  </a:lnTo>
                  <a:lnTo>
                    <a:pt x="125212" y="266314"/>
                  </a:lnTo>
                  <a:lnTo>
                    <a:pt x="130544" y="266043"/>
                  </a:lnTo>
                  <a:lnTo>
                    <a:pt x="135865" y="265603"/>
                  </a:lnTo>
                  <a:lnTo>
                    <a:pt x="141169" y="264993"/>
                  </a:lnTo>
                  <a:lnTo>
                    <a:pt x="146450" y="264214"/>
                  </a:lnTo>
                  <a:lnTo>
                    <a:pt x="151704" y="263267"/>
                  </a:lnTo>
                  <a:lnTo>
                    <a:pt x="156925" y="262152"/>
                  </a:lnTo>
                  <a:lnTo>
                    <a:pt x="162108" y="260871"/>
                  </a:lnTo>
                  <a:lnTo>
                    <a:pt x="167248" y="259426"/>
                  </a:lnTo>
                  <a:lnTo>
                    <a:pt x="172338" y="257817"/>
                  </a:lnTo>
                  <a:lnTo>
                    <a:pt x="177375" y="256046"/>
                  </a:lnTo>
                  <a:lnTo>
                    <a:pt x="182352" y="254115"/>
                  </a:lnTo>
                  <a:lnTo>
                    <a:pt x="187265" y="252027"/>
                  </a:lnTo>
                  <a:lnTo>
                    <a:pt x="192109" y="249782"/>
                  </a:lnTo>
                  <a:lnTo>
                    <a:pt x="196879" y="247385"/>
                  </a:lnTo>
                  <a:lnTo>
                    <a:pt x="201570" y="244835"/>
                  </a:lnTo>
                  <a:lnTo>
                    <a:pt x="206177" y="242138"/>
                  </a:lnTo>
                  <a:lnTo>
                    <a:pt x="210696" y="239295"/>
                  </a:lnTo>
                  <a:lnTo>
                    <a:pt x="215122" y="236309"/>
                  </a:lnTo>
                  <a:lnTo>
                    <a:pt x="219449" y="233183"/>
                  </a:lnTo>
                  <a:lnTo>
                    <a:pt x="223675" y="229920"/>
                  </a:lnTo>
                  <a:lnTo>
                    <a:pt x="227795" y="226524"/>
                  </a:lnTo>
                  <a:lnTo>
                    <a:pt x="231804" y="222999"/>
                  </a:lnTo>
                  <a:lnTo>
                    <a:pt x="235698" y="219347"/>
                  </a:lnTo>
                  <a:lnTo>
                    <a:pt x="239474" y="215572"/>
                  </a:lnTo>
                  <a:lnTo>
                    <a:pt x="243128" y="211679"/>
                  </a:lnTo>
                  <a:lnTo>
                    <a:pt x="246655" y="207672"/>
                  </a:lnTo>
                  <a:lnTo>
                    <a:pt x="250052" y="203554"/>
                  </a:lnTo>
                  <a:lnTo>
                    <a:pt x="253316" y="199329"/>
                  </a:lnTo>
                  <a:lnTo>
                    <a:pt x="256444" y="195002"/>
                  </a:lnTo>
                  <a:lnTo>
                    <a:pt x="259432" y="190578"/>
                  </a:lnTo>
                  <a:lnTo>
                    <a:pt x="262277" y="186060"/>
                  </a:lnTo>
                  <a:lnTo>
                    <a:pt x="264976" y="181454"/>
                  </a:lnTo>
                  <a:lnTo>
                    <a:pt x="267527" y="176764"/>
                  </a:lnTo>
                  <a:lnTo>
                    <a:pt x="269927" y="171995"/>
                  </a:lnTo>
                  <a:lnTo>
                    <a:pt x="272173" y="167152"/>
                  </a:lnTo>
                  <a:lnTo>
                    <a:pt x="274264" y="162240"/>
                  </a:lnTo>
                  <a:lnTo>
                    <a:pt x="276196" y="157263"/>
                  </a:lnTo>
                  <a:lnTo>
                    <a:pt x="277969" y="152227"/>
                  </a:lnTo>
                  <a:lnTo>
                    <a:pt x="279580" y="147137"/>
                  </a:lnTo>
                  <a:lnTo>
                    <a:pt x="281027" y="141998"/>
                  </a:lnTo>
                  <a:lnTo>
                    <a:pt x="282310" y="136816"/>
                  </a:lnTo>
                  <a:lnTo>
                    <a:pt x="283427" y="131595"/>
                  </a:lnTo>
                  <a:lnTo>
                    <a:pt x="284376" y="126342"/>
                  </a:lnTo>
                  <a:lnTo>
                    <a:pt x="285157" y="121060"/>
                  </a:lnTo>
                  <a:lnTo>
                    <a:pt x="285769" y="115757"/>
                  </a:lnTo>
                  <a:lnTo>
                    <a:pt x="286212" y="110436"/>
                  </a:lnTo>
                  <a:lnTo>
                    <a:pt x="286484" y="105105"/>
                  </a:lnTo>
                  <a:lnTo>
                    <a:pt x="286586" y="99767"/>
                  </a:lnTo>
                  <a:lnTo>
                    <a:pt x="286517" y="94428"/>
                  </a:lnTo>
                  <a:lnTo>
                    <a:pt x="286278" y="89095"/>
                  </a:lnTo>
                  <a:lnTo>
                    <a:pt x="285869" y="83772"/>
                  </a:lnTo>
                  <a:lnTo>
                    <a:pt x="285290" y="78465"/>
                  </a:lnTo>
                  <a:lnTo>
                    <a:pt x="284542" y="73179"/>
                  </a:lnTo>
                  <a:lnTo>
                    <a:pt x="283625" y="67919"/>
                  </a:lnTo>
                  <a:lnTo>
                    <a:pt x="282541" y="62692"/>
                  </a:lnTo>
                  <a:lnTo>
                    <a:pt x="281290" y="57501"/>
                  </a:lnTo>
                  <a:lnTo>
                    <a:pt x="279875" y="52354"/>
                  </a:lnTo>
                  <a:lnTo>
                    <a:pt x="278295" y="47254"/>
                  </a:lnTo>
                  <a:lnTo>
                    <a:pt x="276554" y="42207"/>
                  </a:lnTo>
                  <a:lnTo>
                    <a:pt x="274653" y="37218"/>
                  </a:lnTo>
                  <a:lnTo>
                    <a:pt x="272593" y="32293"/>
                  </a:lnTo>
                  <a:lnTo>
                    <a:pt x="270377" y="27436"/>
                  </a:lnTo>
                  <a:lnTo>
                    <a:pt x="268007" y="22652"/>
                  </a:lnTo>
                  <a:lnTo>
                    <a:pt x="265485" y="17946"/>
                  </a:lnTo>
                  <a:lnTo>
                    <a:pt x="262814" y="13324"/>
                  </a:lnTo>
                  <a:lnTo>
                    <a:pt x="259998" y="8788"/>
                  </a:lnTo>
                  <a:lnTo>
                    <a:pt x="257037" y="4346"/>
                  </a:lnTo>
                  <a:lnTo>
                    <a:pt x="253937" y="0"/>
                  </a:lnTo>
                  <a:lnTo>
                    <a:pt x="119419" y="992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34517" cy="167167"/>
            </a:xfrm>
            <a:custGeom>
              <a:avLst/>
              <a:pathLst>
                <a:path w="134517" h="167167">
                  <a:moveTo>
                    <a:pt x="134517" y="67920"/>
                  </a:moveTo>
                  <a:lnTo>
                    <a:pt x="131128" y="63483"/>
                  </a:lnTo>
                  <a:lnTo>
                    <a:pt x="127593" y="59163"/>
                  </a:lnTo>
                  <a:lnTo>
                    <a:pt x="123915" y="54962"/>
                  </a:lnTo>
                  <a:lnTo>
                    <a:pt x="120099" y="50887"/>
                  </a:lnTo>
                  <a:lnTo>
                    <a:pt x="116149" y="46942"/>
                  </a:lnTo>
                  <a:lnTo>
                    <a:pt x="112070" y="43130"/>
                  </a:lnTo>
                  <a:lnTo>
                    <a:pt x="107866" y="39457"/>
                  </a:lnTo>
                  <a:lnTo>
                    <a:pt x="103541" y="35926"/>
                  </a:lnTo>
                  <a:lnTo>
                    <a:pt x="99101" y="32542"/>
                  </a:lnTo>
                  <a:lnTo>
                    <a:pt x="94550" y="29308"/>
                  </a:lnTo>
                  <a:lnTo>
                    <a:pt x="89894" y="26228"/>
                  </a:lnTo>
                  <a:lnTo>
                    <a:pt x="85138" y="23304"/>
                  </a:lnTo>
                  <a:lnTo>
                    <a:pt x="80287" y="20542"/>
                  </a:lnTo>
                  <a:lnTo>
                    <a:pt x="75346" y="17943"/>
                  </a:lnTo>
                  <a:lnTo>
                    <a:pt x="70321" y="15510"/>
                  </a:lnTo>
                  <a:lnTo>
                    <a:pt x="65217" y="13246"/>
                  </a:lnTo>
                  <a:lnTo>
                    <a:pt x="60041" y="11154"/>
                  </a:lnTo>
                  <a:lnTo>
                    <a:pt x="54798" y="9236"/>
                  </a:lnTo>
                  <a:lnTo>
                    <a:pt x="49494" y="7495"/>
                  </a:lnTo>
                  <a:lnTo>
                    <a:pt x="44135" y="5931"/>
                  </a:lnTo>
                  <a:lnTo>
                    <a:pt x="38726" y="4547"/>
                  </a:lnTo>
                  <a:lnTo>
                    <a:pt x="33274" y="3345"/>
                  </a:lnTo>
                  <a:lnTo>
                    <a:pt x="27785" y="2325"/>
                  </a:lnTo>
                  <a:lnTo>
                    <a:pt x="22265" y="1489"/>
                  </a:lnTo>
                  <a:lnTo>
                    <a:pt x="16721" y="838"/>
                  </a:lnTo>
                  <a:lnTo>
                    <a:pt x="11157" y="372"/>
                  </a:lnTo>
                  <a:lnTo>
                    <a:pt x="5582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7317" y="941493"/>
              <a:ext cx="86226" cy="167167"/>
            </a:xfrm>
            <a:custGeom>
              <a:avLst/>
              <a:pathLst>
                <a:path w="86226" h="167167">
                  <a:moveTo>
                    <a:pt x="86226" y="0"/>
                  </a:moveTo>
                  <a:lnTo>
                    <a:pt x="80565" y="95"/>
                  </a:lnTo>
                  <a:lnTo>
                    <a:pt x="74910" y="383"/>
                  </a:lnTo>
                  <a:lnTo>
                    <a:pt x="69268" y="862"/>
                  </a:lnTo>
                  <a:lnTo>
                    <a:pt x="63646" y="1531"/>
                  </a:lnTo>
                  <a:lnTo>
                    <a:pt x="58050" y="2391"/>
                  </a:lnTo>
                  <a:lnTo>
                    <a:pt x="52486" y="3440"/>
                  </a:lnTo>
                  <a:lnTo>
                    <a:pt x="46960" y="4676"/>
                  </a:lnTo>
                  <a:lnTo>
                    <a:pt x="41480" y="6099"/>
                  </a:lnTo>
                  <a:lnTo>
                    <a:pt x="36051" y="7707"/>
                  </a:lnTo>
                  <a:lnTo>
                    <a:pt x="30680" y="9498"/>
                  </a:lnTo>
                  <a:lnTo>
                    <a:pt x="25372" y="11469"/>
                  </a:lnTo>
                  <a:lnTo>
                    <a:pt x="20134" y="13619"/>
                  </a:lnTo>
                  <a:lnTo>
                    <a:pt x="14972" y="15946"/>
                  </a:lnTo>
                  <a:lnTo>
                    <a:pt x="9892" y="18446"/>
                  </a:lnTo>
                  <a:lnTo>
                    <a:pt x="4899" y="21116"/>
                  </a:lnTo>
                  <a:lnTo>
                    <a:pt x="0" y="23954"/>
                  </a:lnTo>
                  <a:lnTo>
                    <a:pt x="8622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7317" y="965447"/>
              <a:ext cx="86226" cy="143213"/>
            </a:xfrm>
            <a:custGeom>
              <a:avLst/>
              <a:pathLst>
                <a:path w="86226" h="143213">
                  <a:moveTo>
                    <a:pt x="0" y="0"/>
                  </a:moveTo>
                  <a:lnTo>
                    <a:pt x="86226" y="1432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90" y="947972"/>
              <a:ext cx="334312" cy="327853"/>
            </a:xfrm>
            <a:custGeom>
              <a:avLst/>
              <a:pathLst>
                <a:path w="334312" h="327853">
                  <a:moveTo>
                    <a:pt x="80927" y="17474"/>
                  </a:moveTo>
                  <a:lnTo>
                    <a:pt x="76424" y="20284"/>
                  </a:lnTo>
                  <a:lnTo>
                    <a:pt x="72012" y="23236"/>
                  </a:lnTo>
                  <a:lnTo>
                    <a:pt x="67696" y="26326"/>
                  </a:lnTo>
                  <a:lnTo>
                    <a:pt x="63480" y="29551"/>
                  </a:lnTo>
                  <a:lnTo>
                    <a:pt x="59368" y="32909"/>
                  </a:lnTo>
                  <a:lnTo>
                    <a:pt x="55366" y="36396"/>
                  </a:lnTo>
                  <a:lnTo>
                    <a:pt x="51476" y="40008"/>
                  </a:lnTo>
                  <a:lnTo>
                    <a:pt x="47703" y="43741"/>
                  </a:lnTo>
                  <a:lnTo>
                    <a:pt x="44050" y="47593"/>
                  </a:lnTo>
                  <a:lnTo>
                    <a:pt x="40521" y="51558"/>
                  </a:lnTo>
                  <a:lnTo>
                    <a:pt x="37120" y="55634"/>
                  </a:lnTo>
                  <a:lnTo>
                    <a:pt x="33850" y="59815"/>
                  </a:lnTo>
                  <a:lnTo>
                    <a:pt x="30715" y="64098"/>
                  </a:lnTo>
                  <a:lnTo>
                    <a:pt x="27717" y="68479"/>
                  </a:lnTo>
                  <a:lnTo>
                    <a:pt x="24860" y="72953"/>
                  </a:lnTo>
                  <a:lnTo>
                    <a:pt x="22146" y="77515"/>
                  </a:lnTo>
                  <a:lnTo>
                    <a:pt x="19578" y="82161"/>
                  </a:lnTo>
                  <a:lnTo>
                    <a:pt x="17159" y="86886"/>
                  </a:lnTo>
                  <a:lnTo>
                    <a:pt x="14892" y="91685"/>
                  </a:lnTo>
                  <a:lnTo>
                    <a:pt x="12778" y="96554"/>
                  </a:lnTo>
                  <a:lnTo>
                    <a:pt x="10819" y="101488"/>
                  </a:lnTo>
                  <a:lnTo>
                    <a:pt x="9019" y="106482"/>
                  </a:lnTo>
                  <a:lnTo>
                    <a:pt x="7377" y="111530"/>
                  </a:lnTo>
                  <a:lnTo>
                    <a:pt x="5897" y="116627"/>
                  </a:lnTo>
                  <a:lnTo>
                    <a:pt x="4579" y="121769"/>
                  </a:lnTo>
                  <a:lnTo>
                    <a:pt x="3426" y="126951"/>
                  </a:lnTo>
                  <a:lnTo>
                    <a:pt x="2437" y="132166"/>
                  </a:lnTo>
                  <a:lnTo>
                    <a:pt x="1615" y="137410"/>
                  </a:lnTo>
                  <a:lnTo>
                    <a:pt x="959" y="142678"/>
                  </a:lnTo>
                  <a:lnTo>
                    <a:pt x="471" y="147963"/>
                  </a:lnTo>
                  <a:lnTo>
                    <a:pt x="151" y="153262"/>
                  </a:lnTo>
                  <a:lnTo>
                    <a:pt x="0" y="158568"/>
                  </a:lnTo>
                  <a:lnTo>
                    <a:pt x="16" y="163876"/>
                  </a:lnTo>
                  <a:lnTo>
                    <a:pt x="202" y="169181"/>
                  </a:lnTo>
                  <a:lnTo>
                    <a:pt x="556" y="174478"/>
                  </a:lnTo>
                  <a:lnTo>
                    <a:pt x="1078" y="179760"/>
                  </a:lnTo>
                  <a:lnTo>
                    <a:pt x="1767" y="185023"/>
                  </a:lnTo>
                  <a:lnTo>
                    <a:pt x="2623" y="190262"/>
                  </a:lnTo>
                  <a:lnTo>
                    <a:pt x="3645" y="195471"/>
                  </a:lnTo>
                  <a:lnTo>
                    <a:pt x="4832" y="200645"/>
                  </a:lnTo>
                  <a:lnTo>
                    <a:pt x="6182" y="205779"/>
                  </a:lnTo>
                  <a:lnTo>
                    <a:pt x="7695" y="210867"/>
                  </a:lnTo>
                  <a:lnTo>
                    <a:pt x="9369" y="215904"/>
                  </a:lnTo>
                  <a:lnTo>
                    <a:pt x="11201" y="220886"/>
                  </a:lnTo>
                  <a:lnTo>
                    <a:pt x="13191" y="225807"/>
                  </a:lnTo>
                  <a:lnTo>
                    <a:pt x="15336" y="230663"/>
                  </a:lnTo>
                  <a:lnTo>
                    <a:pt x="17635" y="235447"/>
                  </a:lnTo>
                  <a:lnTo>
                    <a:pt x="20084" y="240157"/>
                  </a:lnTo>
                  <a:lnTo>
                    <a:pt x="22681" y="244786"/>
                  </a:lnTo>
                  <a:lnTo>
                    <a:pt x="25424" y="249331"/>
                  </a:lnTo>
                  <a:lnTo>
                    <a:pt x="28310" y="253786"/>
                  </a:lnTo>
                  <a:lnTo>
                    <a:pt x="31336" y="258147"/>
                  </a:lnTo>
                  <a:lnTo>
                    <a:pt x="34498" y="262411"/>
                  </a:lnTo>
                  <a:lnTo>
                    <a:pt x="37795" y="266571"/>
                  </a:lnTo>
                  <a:lnTo>
                    <a:pt x="41222" y="270625"/>
                  </a:lnTo>
                  <a:lnTo>
                    <a:pt x="44776" y="274568"/>
                  </a:lnTo>
                  <a:lnTo>
                    <a:pt x="48453" y="278396"/>
                  </a:lnTo>
                  <a:lnTo>
                    <a:pt x="52250" y="282105"/>
                  </a:lnTo>
                  <a:lnTo>
                    <a:pt x="56163" y="285692"/>
                  </a:lnTo>
                  <a:lnTo>
                    <a:pt x="60188" y="289153"/>
                  </a:lnTo>
                  <a:lnTo>
                    <a:pt x="64321" y="292484"/>
                  </a:lnTo>
                  <a:lnTo>
                    <a:pt x="68557" y="295683"/>
                  </a:lnTo>
                  <a:lnTo>
                    <a:pt x="72893" y="298745"/>
                  </a:lnTo>
                  <a:lnTo>
                    <a:pt x="77324" y="301668"/>
                  </a:lnTo>
                  <a:lnTo>
                    <a:pt x="81845" y="304449"/>
                  </a:lnTo>
                  <a:lnTo>
                    <a:pt x="86453" y="307085"/>
                  </a:lnTo>
                  <a:lnTo>
                    <a:pt x="91142" y="309574"/>
                  </a:lnTo>
                  <a:lnTo>
                    <a:pt x="95907" y="311912"/>
                  </a:lnTo>
                  <a:lnTo>
                    <a:pt x="100744" y="314098"/>
                  </a:lnTo>
                  <a:lnTo>
                    <a:pt x="105649" y="316129"/>
                  </a:lnTo>
                  <a:lnTo>
                    <a:pt x="110615" y="318003"/>
                  </a:lnTo>
                  <a:lnTo>
                    <a:pt x="115638" y="319719"/>
                  </a:lnTo>
                  <a:lnTo>
                    <a:pt x="120713" y="321275"/>
                  </a:lnTo>
                  <a:lnTo>
                    <a:pt x="125835" y="322668"/>
                  </a:lnTo>
                  <a:lnTo>
                    <a:pt x="130999" y="323898"/>
                  </a:lnTo>
                  <a:lnTo>
                    <a:pt x="136199" y="324964"/>
                  </a:lnTo>
                  <a:lnTo>
                    <a:pt x="141431" y="325864"/>
                  </a:lnTo>
                  <a:lnTo>
                    <a:pt x="146688" y="326597"/>
                  </a:lnTo>
                  <a:lnTo>
                    <a:pt x="151966" y="327164"/>
                  </a:lnTo>
                  <a:lnTo>
                    <a:pt x="157259" y="327562"/>
                  </a:lnTo>
                  <a:lnTo>
                    <a:pt x="162562" y="327792"/>
                  </a:lnTo>
                  <a:lnTo>
                    <a:pt x="167870" y="327853"/>
                  </a:lnTo>
                  <a:lnTo>
                    <a:pt x="173177" y="327746"/>
                  </a:lnTo>
                  <a:lnTo>
                    <a:pt x="178478" y="327471"/>
                  </a:lnTo>
                  <a:lnTo>
                    <a:pt x="183768" y="327027"/>
                  </a:lnTo>
                  <a:lnTo>
                    <a:pt x="189041" y="326416"/>
                  </a:lnTo>
                  <a:lnTo>
                    <a:pt x="194292" y="325637"/>
                  </a:lnTo>
                  <a:lnTo>
                    <a:pt x="199515" y="324693"/>
                  </a:lnTo>
                  <a:lnTo>
                    <a:pt x="204706" y="323582"/>
                  </a:lnTo>
                  <a:lnTo>
                    <a:pt x="209859" y="322308"/>
                  </a:lnTo>
                  <a:lnTo>
                    <a:pt x="214969" y="320871"/>
                  </a:lnTo>
                  <a:lnTo>
                    <a:pt x="220031" y="319272"/>
                  </a:lnTo>
                  <a:lnTo>
                    <a:pt x="225039" y="317513"/>
                  </a:lnTo>
                  <a:lnTo>
                    <a:pt x="229989" y="315596"/>
                  </a:lnTo>
                  <a:lnTo>
                    <a:pt x="234876" y="313523"/>
                  </a:lnTo>
                  <a:lnTo>
                    <a:pt x="239694" y="311296"/>
                  </a:lnTo>
                  <a:lnTo>
                    <a:pt x="244439" y="308917"/>
                  </a:lnTo>
                  <a:lnTo>
                    <a:pt x="249107" y="306388"/>
                  </a:lnTo>
                  <a:lnTo>
                    <a:pt x="253691" y="303713"/>
                  </a:lnTo>
                  <a:lnTo>
                    <a:pt x="258189" y="300893"/>
                  </a:lnTo>
                  <a:lnTo>
                    <a:pt x="262594" y="297932"/>
                  </a:lnTo>
                  <a:lnTo>
                    <a:pt x="266904" y="294832"/>
                  </a:lnTo>
                  <a:lnTo>
                    <a:pt x="271112" y="291598"/>
                  </a:lnTo>
                  <a:lnTo>
                    <a:pt x="275216" y="288231"/>
                  </a:lnTo>
                  <a:lnTo>
                    <a:pt x="279211" y="284736"/>
                  </a:lnTo>
                  <a:lnTo>
                    <a:pt x="283093" y="281115"/>
                  </a:lnTo>
                  <a:lnTo>
                    <a:pt x="286859" y="277374"/>
                  </a:lnTo>
                  <a:lnTo>
                    <a:pt x="290503" y="273514"/>
                  </a:lnTo>
                  <a:lnTo>
                    <a:pt x="294023" y="269541"/>
                  </a:lnTo>
                  <a:lnTo>
                    <a:pt x="297415" y="265458"/>
                  </a:lnTo>
                  <a:lnTo>
                    <a:pt x="300676" y="261269"/>
                  </a:lnTo>
                  <a:lnTo>
                    <a:pt x="303802" y="256979"/>
                  </a:lnTo>
                  <a:lnTo>
                    <a:pt x="306790" y="252592"/>
                  </a:lnTo>
                  <a:lnTo>
                    <a:pt x="309638" y="248112"/>
                  </a:lnTo>
                  <a:lnTo>
                    <a:pt x="312342" y="243544"/>
                  </a:lnTo>
                  <a:lnTo>
                    <a:pt x="314899" y="238893"/>
                  </a:lnTo>
                  <a:lnTo>
                    <a:pt x="317308" y="234163"/>
                  </a:lnTo>
                  <a:lnTo>
                    <a:pt x="319565" y="229358"/>
                  </a:lnTo>
                  <a:lnTo>
                    <a:pt x="321669" y="224484"/>
                  </a:lnTo>
                  <a:lnTo>
                    <a:pt x="323616" y="219546"/>
                  </a:lnTo>
                  <a:lnTo>
                    <a:pt x="325406" y="214549"/>
                  </a:lnTo>
                  <a:lnTo>
                    <a:pt x="327036" y="209497"/>
                  </a:lnTo>
                  <a:lnTo>
                    <a:pt x="328506" y="204397"/>
                  </a:lnTo>
                  <a:lnTo>
                    <a:pt x="329812" y="199252"/>
                  </a:lnTo>
                  <a:lnTo>
                    <a:pt x="330954" y="194068"/>
                  </a:lnTo>
                  <a:lnTo>
                    <a:pt x="331932" y="188850"/>
                  </a:lnTo>
                  <a:lnTo>
                    <a:pt x="332743" y="183604"/>
                  </a:lnTo>
                  <a:lnTo>
                    <a:pt x="333387" y="178335"/>
                  </a:lnTo>
                  <a:lnTo>
                    <a:pt x="333863" y="173049"/>
                  </a:lnTo>
                  <a:lnTo>
                    <a:pt x="334172" y="167749"/>
                  </a:lnTo>
                  <a:lnTo>
                    <a:pt x="334312" y="162443"/>
                  </a:lnTo>
                  <a:lnTo>
                    <a:pt x="334283" y="157135"/>
                  </a:lnTo>
                  <a:lnTo>
                    <a:pt x="334086" y="151830"/>
                  </a:lnTo>
                  <a:lnTo>
                    <a:pt x="333721" y="146535"/>
                  </a:lnTo>
                  <a:lnTo>
                    <a:pt x="333187" y="141253"/>
                  </a:lnTo>
                  <a:lnTo>
                    <a:pt x="332487" y="135992"/>
                  </a:lnTo>
                  <a:lnTo>
                    <a:pt x="331619" y="130755"/>
                  </a:lnTo>
                  <a:lnTo>
                    <a:pt x="330586" y="125548"/>
                  </a:lnTo>
                  <a:lnTo>
                    <a:pt x="329388" y="120377"/>
                  </a:lnTo>
                  <a:lnTo>
                    <a:pt x="328026" y="115246"/>
                  </a:lnTo>
                  <a:lnTo>
                    <a:pt x="326502" y="110161"/>
                  </a:lnTo>
                  <a:lnTo>
                    <a:pt x="324818" y="105128"/>
                  </a:lnTo>
                  <a:lnTo>
                    <a:pt x="322974" y="100150"/>
                  </a:lnTo>
                  <a:lnTo>
                    <a:pt x="320974" y="95233"/>
                  </a:lnTo>
                  <a:lnTo>
                    <a:pt x="318818" y="90382"/>
                  </a:lnTo>
                  <a:lnTo>
                    <a:pt x="316509" y="85602"/>
                  </a:lnTo>
                  <a:lnTo>
                    <a:pt x="314050" y="80898"/>
                  </a:lnTo>
                  <a:lnTo>
                    <a:pt x="311443" y="76274"/>
                  </a:lnTo>
                  <a:lnTo>
                    <a:pt x="308690" y="71736"/>
                  </a:lnTo>
                  <a:lnTo>
                    <a:pt x="305794" y="67287"/>
                  </a:lnTo>
                  <a:lnTo>
                    <a:pt x="302759" y="62932"/>
                  </a:lnTo>
                  <a:lnTo>
                    <a:pt x="299587" y="58676"/>
                  </a:lnTo>
                  <a:lnTo>
                    <a:pt x="296281" y="54523"/>
                  </a:lnTo>
                  <a:lnTo>
                    <a:pt x="292845" y="50476"/>
                  </a:lnTo>
                  <a:lnTo>
                    <a:pt x="289283" y="46541"/>
                  </a:lnTo>
                  <a:lnTo>
                    <a:pt x="285597" y="42721"/>
                  </a:lnTo>
                  <a:lnTo>
                    <a:pt x="281792" y="39020"/>
                  </a:lnTo>
                  <a:lnTo>
                    <a:pt x="277871" y="35442"/>
                  </a:lnTo>
                  <a:lnTo>
                    <a:pt x="273839" y="31989"/>
                  </a:lnTo>
                  <a:lnTo>
                    <a:pt x="269699" y="28667"/>
                  </a:lnTo>
                  <a:lnTo>
                    <a:pt x="265456" y="25478"/>
                  </a:lnTo>
                  <a:lnTo>
                    <a:pt x="261113" y="22425"/>
                  </a:lnTo>
                  <a:lnTo>
                    <a:pt x="256676" y="19511"/>
                  </a:lnTo>
                  <a:lnTo>
                    <a:pt x="252149" y="16740"/>
                  </a:lnTo>
                  <a:lnTo>
                    <a:pt x="247535" y="14114"/>
                  </a:lnTo>
                  <a:lnTo>
                    <a:pt x="242841" y="11636"/>
                  </a:lnTo>
                  <a:lnTo>
                    <a:pt x="238071" y="9308"/>
                  </a:lnTo>
                  <a:lnTo>
                    <a:pt x="233229" y="7133"/>
                  </a:lnTo>
                  <a:lnTo>
                    <a:pt x="228320" y="5112"/>
                  </a:lnTo>
                  <a:lnTo>
                    <a:pt x="223350" y="3249"/>
                  </a:lnTo>
                  <a:lnTo>
                    <a:pt x="218323" y="1544"/>
                  </a:lnTo>
                  <a:lnTo>
                    <a:pt x="213244" y="0"/>
                  </a:lnTo>
                  <a:lnTo>
                    <a:pt x="167154" y="1606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6090" cy="167167"/>
            </a:xfrm>
            <a:custGeom>
              <a:avLst/>
              <a:pathLst>
                <a:path w="46090" h="167167">
                  <a:moveTo>
                    <a:pt x="46090" y="6479"/>
                  </a:moveTo>
                  <a:lnTo>
                    <a:pt x="39643" y="4768"/>
                  </a:lnTo>
                  <a:lnTo>
                    <a:pt x="33133" y="3316"/>
                  </a:lnTo>
                  <a:lnTo>
                    <a:pt x="26569" y="2125"/>
                  </a:lnTo>
                  <a:lnTo>
                    <a:pt x="19964" y="1196"/>
                  </a:lnTo>
                  <a:lnTo>
                    <a:pt x="13327" y="532"/>
                  </a:lnTo>
                  <a:lnTo>
                    <a:pt x="6669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3279" y="941493"/>
              <a:ext cx="52936" cy="167167"/>
            </a:xfrm>
            <a:custGeom>
              <a:avLst/>
              <a:pathLst>
                <a:path w="52936" h="167167">
                  <a:moveTo>
                    <a:pt x="52936" y="0"/>
                  </a:moveTo>
                  <a:lnTo>
                    <a:pt x="46952" y="107"/>
                  </a:lnTo>
                  <a:lnTo>
                    <a:pt x="40977" y="428"/>
                  </a:lnTo>
                  <a:lnTo>
                    <a:pt x="35016" y="963"/>
                  </a:lnTo>
                  <a:lnTo>
                    <a:pt x="29078" y="1711"/>
                  </a:lnTo>
                  <a:lnTo>
                    <a:pt x="23171" y="2671"/>
                  </a:lnTo>
                  <a:lnTo>
                    <a:pt x="17302" y="3842"/>
                  </a:lnTo>
                  <a:lnTo>
                    <a:pt x="11479" y="5222"/>
                  </a:lnTo>
                  <a:lnTo>
                    <a:pt x="5709" y="6809"/>
                  </a:lnTo>
                  <a:lnTo>
                    <a:pt x="0" y="8603"/>
                  </a:lnTo>
                  <a:lnTo>
                    <a:pt x="5293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49" y="950096"/>
              <a:ext cx="167166" cy="325277"/>
            </a:xfrm>
            <a:custGeom>
              <a:avLst/>
              <a:pathLst>
                <a:path w="167166" h="325277">
                  <a:moveTo>
                    <a:pt x="114229" y="0"/>
                  </a:moveTo>
                  <a:lnTo>
                    <a:pt x="109195" y="1770"/>
                  </a:lnTo>
                  <a:lnTo>
                    <a:pt x="104220" y="3700"/>
                  </a:lnTo>
                  <a:lnTo>
                    <a:pt x="99308" y="5789"/>
                  </a:lnTo>
                  <a:lnTo>
                    <a:pt x="94466" y="8032"/>
                  </a:lnTo>
                  <a:lnTo>
                    <a:pt x="89698" y="10430"/>
                  </a:lnTo>
                  <a:lnTo>
                    <a:pt x="85009" y="12978"/>
                  </a:lnTo>
                  <a:lnTo>
                    <a:pt x="80404" y="15675"/>
                  </a:lnTo>
                  <a:lnTo>
                    <a:pt x="75887" y="18517"/>
                  </a:lnTo>
                  <a:lnTo>
                    <a:pt x="71463" y="21502"/>
                  </a:lnTo>
                  <a:lnTo>
                    <a:pt x="67137" y="24627"/>
                  </a:lnTo>
                  <a:lnTo>
                    <a:pt x="62913" y="27888"/>
                  </a:lnTo>
                  <a:lnTo>
                    <a:pt x="58795" y="31282"/>
                  </a:lnTo>
                  <a:lnTo>
                    <a:pt x="54787" y="34806"/>
                  </a:lnTo>
                  <a:lnTo>
                    <a:pt x="50894" y="38457"/>
                  </a:lnTo>
                  <a:lnTo>
                    <a:pt x="47119" y="42229"/>
                  </a:lnTo>
                  <a:lnTo>
                    <a:pt x="43467" y="46120"/>
                  </a:lnTo>
                  <a:lnTo>
                    <a:pt x="39941" y="50126"/>
                  </a:lnTo>
                  <a:lnTo>
                    <a:pt x="36544" y="54242"/>
                  </a:lnTo>
                  <a:lnTo>
                    <a:pt x="33281" y="58465"/>
                  </a:lnTo>
                  <a:lnTo>
                    <a:pt x="30154" y="62790"/>
                  </a:lnTo>
                  <a:lnTo>
                    <a:pt x="27167" y="67212"/>
                  </a:lnTo>
                  <a:lnTo>
                    <a:pt x="24322" y="71727"/>
                  </a:lnTo>
                  <a:lnTo>
                    <a:pt x="21623" y="76331"/>
                  </a:lnTo>
                  <a:lnTo>
                    <a:pt x="19072" y="81019"/>
                  </a:lnTo>
                  <a:lnTo>
                    <a:pt x="16672" y="85786"/>
                  </a:lnTo>
                  <a:lnTo>
                    <a:pt x="14426" y="90627"/>
                  </a:lnTo>
                  <a:lnTo>
                    <a:pt x="12335" y="95537"/>
                  </a:lnTo>
                  <a:lnTo>
                    <a:pt x="10402" y="100511"/>
                  </a:lnTo>
                  <a:lnTo>
                    <a:pt x="8629" y="105544"/>
                  </a:lnTo>
                  <a:lnTo>
                    <a:pt x="7018" y="110632"/>
                  </a:lnTo>
                  <a:lnTo>
                    <a:pt x="5569" y="115768"/>
                  </a:lnTo>
                  <a:lnTo>
                    <a:pt x="4286" y="120948"/>
                  </a:lnTo>
                  <a:lnTo>
                    <a:pt x="3168" y="126167"/>
                  </a:lnTo>
                  <a:lnTo>
                    <a:pt x="2217" y="131418"/>
                  </a:lnTo>
                  <a:lnTo>
                    <a:pt x="1435" y="136697"/>
                  </a:lnTo>
                  <a:lnTo>
                    <a:pt x="821" y="141999"/>
                  </a:lnTo>
                  <a:lnTo>
                    <a:pt x="377" y="147317"/>
                  </a:lnTo>
                  <a:lnTo>
                    <a:pt x="103" y="152646"/>
                  </a:lnTo>
                  <a:lnTo>
                    <a:pt x="0" y="157982"/>
                  </a:lnTo>
                  <a:lnTo>
                    <a:pt x="66" y="163318"/>
                  </a:lnTo>
                  <a:lnTo>
                    <a:pt x="303" y="168650"/>
                  </a:lnTo>
                  <a:lnTo>
                    <a:pt x="710" y="173971"/>
                  </a:lnTo>
                  <a:lnTo>
                    <a:pt x="1287" y="179276"/>
                  </a:lnTo>
                  <a:lnTo>
                    <a:pt x="2032" y="184561"/>
                  </a:lnTo>
                  <a:lnTo>
                    <a:pt x="2946" y="189819"/>
                  </a:lnTo>
                  <a:lnTo>
                    <a:pt x="4028" y="195045"/>
                  </a:lnTo>
                  <a:lnTo>
                    <a:pt x="5275" y="200233"/>
                  </a:lnTo>
                  <a:lnTo>
                    <a:pt x="6688" y="205380"/>
                  </a:lnTo>
                  <a:lnTo>
                    <a:pt x="8264" y="210479"/>
                  </a:lnTo>
                  <a:lnTo>
                    <a:pt x="10002" y="215524"/>
                  </a:lnTo>
                  <a:lnTo>
                    <a:pt x="11900" y="220512"/>
                  </a:lnTo>
                  <a:lnTo>
                    <a:pt x="13957" y="225436"/>
                  </a:lnTo>
                  <a:lnTo>
                    <a:pt x="16170" y="230293"/>
                  </a:lnTo>
                  <a:lnTo>
                    <a:pt x="18536" y="235076"/>
                  </a:lnTo>
                  <a:lnTo>
                    <a:pt x="21054" y="239781"/>
                  </a:lnTo>
                  <a:lnTo>
                    <a:pt x="23721" y="244404"/>
                  </a:lnTo>
                  <a:lnTo>
                    <a:pt x="26534" y="248939"/>
                  </a:lnTo>
                  <a:lnTo>
                    <a:pt x="29491" y="253382"/>
                  </a:lnTo>
                  <a:lnTo>
                    <a:pt x="32587" y="257728"/>
                  </a:lnTo>
                  <a:lnTo>
                    <a:pt x="35821" y="261974"/>
                  </a:lnTo>
                  <a:lnTo>
                    <a:pt x="39189" y="266113"/>
                  </a:lnTo>
                  <a:lnTo>
                    <a:pt x="42687" y="270144"/>
                  </a:lnTo>
                  <a:lnTo>
                    <a:pt x="46312" y="274060"/>
                  </a:lnTo>
                  <a:lnTo>
                    <a:pt x="50061" y="277859"/>
                  </a:lnTo>
                  <a:lnTo>
                    <a:pt x="53928" y="281536"/>
                  </a:lnTo>
                  <a:lnTo>
                    <a:pt x="57911" y="285088"/>
                  </a:lnTo>
                  <a:lnTo>
                    <a:pt x="62006" y="288511"/>
                  </a:lnTo>
                  <a:lnTo>
                    <a:pt x="66207" y="291802"/>
                  </a:lnTo>
                  <a:lnTo>
                    <a:pt x="70512" y="294956"/>
                  </a:lnTo>
                  <a:lnTo>
                    <a:pt x="74915" y="297972"/>
                  </a:lnTo>
                  <a:lnTo>
                    <a:pt x="79412" y="300846"/>
                  </a:lnTo>
                  <a:lnTo>
                    <a:pt x="83998" y="303574"/>
                  </a:lnTo>
                  <a:lnTo>
                    <a:pt x="88669" y="306155"/>
                  </a:lnTo>
                  <a:lnTo>
                    <a:pt x="93420" y="308586"/>
                  </a:lnTo>
                  <a:lnTo>
                    <a:pt x="98247" y="310863"/>
                  </a:lnTo>
                  <a:lnTo>
                    <a:pt x="103143" y="312986"/>
                  </a:lnTo>
                  <a:lnTo>
                    <a:pt x="108105" y="314950"/>
                  </a:lnTo>
                  <a:lnTo>
                    <a:pt x="113127" y="316756"/>
                  </a:lnTo>
                  <a:lnTo>
                    <a:pt x="118204" y="318400"/>
                  </a:lnTo>
                  <a:lnTo>
                    <a:pt x="123331" y="319882"/>
                  </a:lnTo>
                  <a:lnTo>
                    <a:pt x="128503" y="321199"/>
                  </a:lnTo>
                  <a:lnTo>
                    <a:pt x="133714" y="322350"/>
                  </a:lnTo>
                  <a:lnTo>
                    <a:pt x="138959" y="323334"/>
                  </a:lnTo>
                  <a:lnTo>
                    <a:pt x="144233" y="324151"/>
                  </a:lnTo>
                  <a:lnTo>
                    <a:pt x="149530" y="324798"/>
                  </a:lnTo>
                  <a:lnTo>
                    <a:pt x="154845" y="325277"/>
                  </a:lnTo>
                  <a:lnTo>
                    <a:pt x="167166" y="1585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73895" y="941493"/>
              <a:ext cx="179478" cy="334326"/>
            </a:xfrm>
            <a:custGeom>
              <a:avLst/>
              <a:pathLst>
                <a:path w="179478" h="334326">
                  <a:moveTo>
                    <a:pt x="0" y="333880"/>
                  </a:moveTo>
                  <a:lnTo>
                    <a:pt x="5312" y="334187"/>
                  </a:lnTo>
                  <a:lnTo>
                    <a:pt x="10632" y="334326"/>
                  </a:lnTo>
                  <a:lnTo>
                    <a:pt x="15953" y="334295"/>
                  </a:lnTo>
                  <a:lnTo>
                    <a:pt x="21271" y="334095"/>
                  </a:lnTo>
                  <a:lnTo>
                    <a:pt x="26580" y="333725"/>
                  </a:lnTo>
                  <a:lnTo>
                    <a:pt x="31874" y="333187"/>
                  </a:lnTo>
                  <a:lnTo>
                    <a:pt x="37149" y="332480"/>
                  </a:lnTo>
                  <a:lnTo>
                    <a:pt x="42398" y="331606"/>
                  </a:lnTo>
                  <a:lnTo>
                    <a:pt x="47617" y="330566"/>
                  </a:lnTo>
                  <a:lnTo>
                    <a:pt x="52800" y="329359"/>
                  </a:lnTo>
                  <a:lnTo>
                    <a:pt x="57942" y="327989"/>
                  </a:lnTo>
                  <a:lnTo>
                    <a:pt x="63038" y="326455"/>
                  </a:lnTo>
                  <a:lnTo>
                    <a:pt x="68082" y="324760"/>
                  </a:lnTo>
                  <a:lnTo>
                    <a:pt x="73070" y="322905"/>
                  </a:lnTo>
                  <a:lnTo>
                    <a:pt x="77997" y="320893"/>
                  </a:lnTo>
                  <a:lnTo>
                    <a:pt x="82856" y="318724"/>
                  </a:lnTo>
                  <a:lnTo>
                    <a:pt x="87645" y="316402"/>
                  </a:lnTo>
                  <a:lnTo>
                    <a:pt x="92357" y="313929"/>
                  </a:lnTo>
                  <a:lnTo>
                    <a:pt x="96988" y="311307"/>
                  </a:lnTo>
                  <a:lnTo>
                    <a:pt x="101533" y="308539"/>
                  </a:lnTo>
                  <a:lnTo>
                    <a:pt x="105987" y="305628"/>
                  </a:lnTo>
                  <a:lnTo>
                    <a:pt x="110347" y="302576"/>
                  </a:lnTo>
                  <a:lnTo>
                    <a:pt x="114607" y="299388"/>
                  </a:lnTo>
                  <a:lnTo>
                    <a:pt x="118764" y="296065"/>
                  </a:lnTo>
                  <a:lnTo>
                    <a:pt x="122813" y="292611"/>
                  </a:lnTo>
                  <a:lnTo>
                    <a:pt x="126750" y="289031"/>
                  </a:lnTo>
                  <a:lnTo>
                    <a:pt x="130571" y="285327"/>
                  </a:lnTo>
                  <a:lnTo>
                    <a:pt x="134272" y="281503"/>
                  </a:lnTo>
                  <a:lnTo>
                    <a:pt x="137850" y="277563"/>
                  </a:lnTo>
                  <a:lnTo>
                    <a:pt x="141300" y="273512"/>
                  </a:lnTo>
                  <a:lnTo>
                    <a:pt x="144619" y="269353"/>
                  </a:lnTo>
                  <a:lnTo>
                    <a:pt x="147805" y="265090"/>
                  </a:lnTo>
                  <a:lnTo>
                    <a:pt x="150853" y="260728"/>
                  </a:lnTo>
                  <a:lnTo>
                    <a:pt x="153761" y="256271"/>
                  </a:lnTo>
                  <a:lnTo>
                    <a:pt x="156525" y="251724"/>
                  </a:lnTo>
                  <a:lnTo>
                    <a:pt x="159144" y="247091"/>
                  </a:lnTo>
                  <a:lnTo>
                    <a:pt x="161613" y="242377"/>
                  </a:lnTo>
                  <a:lnTo>
                    <a:pt x="163932" y="237587"/>
                  </a:lnTo>
                  <a:lnTo>
                    <a:pt x="166096" y="232725"/>
                  </a:lnTo>
                  <a:lnTo>
                    <a:pt x="168105" y="227797"/>
                  </a:lnTo>
                  <a:lnTo>
                    <a:pt x="169956" y="222808"/>
                  </a:lnTo>
                  <a:lnTo>
                    <a:pt x="171647" y="217762"/>
                  </a:lnTo>
                  <a:lnTo>
                    <a:pt x="173177" y="212665"/>
                  </a:lnTo>
                  <a:lnTo>
                    <a:pt x="174544" y="207522"/>
                  </a:lnTo>
                  <a:lnTo>
                    <a:pt x="175746" y="202338"/>
                  </a:lnTo>
                  <a:lnTo>
                    <a:pt x="176783" y="197119"/>
                  </a:lnTo>
                  <a:lnTo>
                    <a:pt x="177653" y="191869"/>
                  </a:lnTo>
                  <a:lnTo>
                    <a:pt x="178355" y="186593"/>
                  </a:lnTo>
                  <a:lnTo>
                    <a:pt x="178889" y="181299"/>
                  </a:lnTo>
                  <a:lnTo>
                    <a:pt x="179255" y="175990"/>
                  </a:lnTo>
                  <a:lnTo>
                    <a:pt x="179451" y="170672"/>
                  </a:lnTo>
                  <a:lnTo>
                    <a:pt x="179478" y="165350"/>
                  </a:lnTo>
                  <a:lnTo>
                    <a:pt x="179335" y="160031"/>
                  </a:lnTo>
                  <a:lnTo>
                    <a:pt x="179024" y="154718"/>
                  </a:lnTo>
                  <a:lnTo>
                    <a:pt x="178543" y="149418"/>
                  </a:lnTo>
                  <a:lnTo>
                    <a:pt x="177894" y="144136"/>
                  </a:lnTo>
                  <a:lnTo>
                    <a:pt x="177077" y="138878"/>
                  </a:lnTo>
                  <a:lnTo>
                    <a:pt x="176093" y="133648"/>
                  </a:lnTo>
                  <a:lnTo>
                    <a:pt x="174943" y="128452"/>
                  </a:lnTo>
                  <a:lnTo>
                    <a:pt x="173628" y="123296"/>
                  </a:lnTo>
                  <a:lnTo>
                    <a:pt x="172150" y="118183"/>
                  </a:lnTo>
                  <a:lnTo>
                    <a:pt x="170510" y="113121"/>
                  </a:lnTo>
                  <a:lnTo>
                    <a:pt x="168710" y="108113"/>
                  </a:lnTo>
                  <a:lnTo>
                    <a:pt x="166751" y="103165"/>
                  </a:lnTo>
                  <a:lnTo>
                    <a:pt x="164635" y="98282"/>
                  </a:lnTo>
                  <a:lnTo>
                    <a:pt x="162365" y="93469"/>
                  </a:lnTo>
                  <a:lnTo>
                    <a:pt x="159944" y="88730"/>
                  </a:lnTo>
                  <a:lnTo>
                    <a:pt x="157372" y="84071"/>
                  </a:lnTo>
                  <a:lnTo>
                    <a:pt x="154654" y="79496"/>
                  </a:lnTo>
                  <a:lnTo>
                    <a:pt x="151791" y="75010"/>
                  </a:lnTo>
                  <a:lnTo>
                    <a:pt x="148787" y="70618"/>
                  </a:lnTo>
                  <a:lnTo>
                    <a:pt x="145645" y="66323"/>
                  </a:lnTo>
                  <a:lnTo>
                    <a:pt x="142367" y="62130"/>
                  </a:lnTo>
                  <a:lnTo>
                    <a:pt x="138958" y="58044"/>
                  </a:lnTo>
                  <a:lnTo>
                    <a:pt x="135421" y="54068"/>
                  </a:lnTo>
                  <a:lnTo>
                    <a:pt x="131758" y="50207"/>
                  </a:lnTo>
                  <a:lnTo>
                    <a:pt x="127975" y="46465"/>
                  </a:lnTo>
                  <a:lnTo>
                    <a:pt x="124074" y="42845"/>
                  </a:lnTo>
                  <a:lnTo>
                    <a:pt x="120061" y="39351"/>
                  </a:lnTo>
                  <a:lnTo>
                    <a:pt x="115938" y="35986"/>
                  </a:lnTo>
                  <a:lnTo>
                    <a:pt x="111710" y="32754"/>
                  </a:lnTo>
                  <a:lnTo>
                    <a:pt x="107381" y="29659"/>
                  </a:lnTo>
                  <a:lnTo>
                    <a:pt x="102956" y="26703"/>
                  </a:lnTo>
                  <a:lnTo>
                    <a:pt x="98439" y="23889"/>
                  </a:lnTo>
                  <a:lnTo>
                    <a:pt x="93835" y="21221"/>
                  </a:lnTo>
                  <a:lnTo>
                    <a:pt x="89148" y="18700"/>
                  </a:lnTo>
                  <a:lnTo>
                    <a:pt x="84384" y="16330"/>
                  </a:lnTo>
                  <a:lnTo>
                    <a:pt x="79546" y="14112"/>
                  </a:lnTo>
                  <a:lnTo>
                    <a:pt x="74640" y="12050"/>
                  </a:lnTo>
                  <a:lnTo>
                    <a:pt x="69671" y="10145"/>
                  </a:lnTo>
                  <a:lnTo>
                    <a:pt x="64644" y="8399"/>
                  </a:lnTo>
                  <a:lnTo>
                    <a:pt x="59564" y="6814"/>
                  </a:lnTo>
                  <a:lnTo>
                    <a:pt x="54436" y="5392"/>
                  </a:lnTo>
                  <a:lnTo>
                    <a:pt x="49265" y="4133"/>
                  </a:lnTo>
                  <a:lnTo>
                    <a:pt x="44057" y="3040"/>
                  </a:lnTo>
                  <a:lnTo>
                    <a:pt x="38817" y="2113"/>
                  </a:lnTo>
                  <a:lnTo>
                    <a:pt x="33550" y="1353"/>
                  </a:lnTo>
                  <a:lnTo>
                    <a:pt x="28261" y="761"/>
                  </a:lnTo>
                  <a:lnTo>
                    <a:pt x="22957" y="338"/>
                  </a:lnTo>
                  <a:lnTo>
                    <a:pt x="17641" y="84"/>
                  </a:lnTo>
                  <a:lnTo>
                    <a:pt x="12320" y="0"/>
                  </a:lnTo>
                  <a:lnTo>
                    <a:pt x="1232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9037" y="1071028"/>
              <a:ext cx="165464" cy="167167"/>
            </a:xfrm>
            <a:custGeom>
              <a:avLst/>
              <a:pathLst>
                <a:path w="165464" h="167167">
                  <a:moveTo>
                    <a:pt x="165464" y="0"/>
                  </a:moveTo>
                  <a:lnTo>
                    <a:pt x="160039" y="88"/>
                  </a:lnTo>
                  <a:lnTo>
                    <a:pt x="154621" y="351"/>
                  </a:lnTo>
                  <a:lnTo>
                    <a:pt x="149214" y="791"/>
                  </a:lnTo>
                  <a:lnTo>
                    <a:pt x="143824" y="1406"/>
                  </a:lnTo>
                  <a:lnTo>
                    <a:pt x="138457" y="2195"/>
                  </a:lnTo>
                  <a:lnTo>
                    <a:pt x="133119" y="3159"/>
                  </a:lnTo>
                  <a:lnTo>
                    <a:pt x="127814" y="4294"/>
                  </a:lnTo>
                  <a:lnTo>
                    <a:pt x="122549" y="5602"/>
                  </a:lnTo>
                  <a:lnTo>
                    <a:pt x="117329" y="7079"/>
                  </a:lnTo>
                  <a:lnTo>
                    <a:pt x="112160" y="8725"/>
                  </a:lnTo>
                  <a:lnTo>
                    <a:pt x="107048" y="10538"/>
                  </a:lnTo>
                  <a:lnTo>
                    <a:pt x="101996" y="12516"/>
                  </a:lnTo>
                  <a:lnTo>
                    <a:pt x="97012" y="14657"/>
                  </a:lnTo>
                  <a:lnTo>
                    <a:pt x="92099" y="16958"/>
                  </a:lnTo>
                  <a:lnTo>
                    <a:pt x="87264" y="19418"/>
                  </a:lnTo>
                  <a:lnTo>
                    <a:pt x="82511" y="22033"/>
                  </a:lnTo>
                  <a:lnTo>
                    <a:pt x="77846" y="24801"/>
                  </a:lnTo>
                  <a:lnTo>
                    <a:pt x="73272" y="27719"/>
                  </a:lnTo>
                  <a:lnTo>
                    <a:pt x="68796" y="30784"/>
                  </a:lnTo>
                  <a:lnTo>
                    <a:pt x="64422" y="33992"/>
                  </a:lnTo>
                  <a:lnTo>
                    <a:pt x="60154" y="37341"/>
                  </a:lnTo>
                  <a:lnTo>
                    <a:pt x="55997" y="40826"/>
                  </a:lnTo>
                  <a:lnTo>
                    <a:pt x="51955" y="44444"/>
                  </a:lnTo>
                  <a:lnTo>
                    <a:pt x="48033" y="48192"/>
                  </a:lnTo>
                  <a:lnTo>
                    <a:pt x="44235" y="52065"/>
                  </a:lnTo>
                  <a:lnTo>
                    <a:pt x="40564" y="56059"/>
                  </a:lnTo>
                  <a:lnTo>
                    <a:pt x="37024" y="60170"/>
                  </a:lnTo>
                  <a:lnTo>
                    <a:pt x="33620" y="64394"/>
                  </a:lnTo>
                  <a:lnTo>
                    <a:pt x="30355" y="68726"/>
                  </a:lnTo>
                  <a:lnTo>
                    <a:pt x="27232" y="73162"/>
                  </a:lnTo>
                  <a:lnTo>
                    <a:pt x="24255" y="77696"/>
                  </a:lnTo>
                  <a:lnTo>
                    <a:pt x="21426" y="82325"/>
                  </a:lnTo>
                  <a:lnTo>
                    <a:pt x="18749" y="87044"/>
                  </a:lnTo>
                  <a:lnTo>
                    <a:pt x="16226" y="91846"/>
                  </a:lnTo>
                  <a:lnTo>
                    <a:pt x="13861" y="96728"/>
                  </a:lnTo>
                  <a:lnTo>
                    <a:pt x="11655" y="101684"/>
                  </a:lnTo>
                  <a:lnTo>
                    <a:pt x="9612" y="106709"/>
                  </a:lnTo>
                  <a:lnTo>
                    <a:pt x="7732" y="111798"/>
                  </a:lnTo>
                  <a:lnTo>
                    <a:pt x="6018" y="116945"/>
                  </a:lnTo>
                  <a:lnTo>
                    <a:pt x="4473" y="122145"/>
                  </a:lnTo>
                  <a:lnTo>
                    <a:pt x="3097" y="127393"/>
                  </a:lnTo>
                  <a:lnTo>
                    <a:pt x="1892" y="132682"/>
                  </a:lnTo>
                  <a:lnTo>
                    <a:pt x="859" y="138007"/>
                  </a:lnTo>
                  <a:lnTo>
                    <a:pt x="0" y="143364"/>
                  </a:lnTo>
                  <a:lnTo>
                    <a:pt x="16546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9037" y="1214393"/>
              <a:ext cx="165464" cy="23803"/>
            </a:xfrm>
            <a:custGeom>
              <a:avLst/>
              <a:pathLst>
                <a:path w="165464" h="23803">
                  <a:moveTo>
                    <a:pt x="0" y="0"/>
                  </a:moveTo>
                  <a:lnTo>
                    <a:pt x="165464" y="238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53" y="1074511"/>
              <a:ext cx="334312" cy="330850"/>
            </a:xfrm>
            <a:custGeom>
              <a:avLst/>
              <a:pathLst>
                <a:path w="334312" h="330850">
                  <a:moveTo>
                    <a:pt x="1683" y="139881"/>
                  </a:moveTo>
                  <a:lnTo>
                    <a:pt x="1013" y="145127"/>
                  </a:lnTo>
                  <a:lnTo>
                    <a:pt x="509" y="150392"/>
                  </a:lnTo>
                  <a:lnTo>
                    <a:pt x="172" y="155670"/>
                  </a:lnTo>
                  <a:lnTo>
                    <a:pt x="2" y="160956"/>
                  </a:lnTo>
                  <a:lnTo>
                    <a:pt x="0" y="166244"/>
                  </a:lnTo>
                  <a:lnTo>
                    <a:pt x="164" y="171530"/>
                  </a:lnTo>
                  <a:lnTo>
                    <a:pt x="496" y="176809"/>
                  </a:lnTo>
                  <a:lnTo>
                    <a:pt x="994" y="182074"/>
                  </a:lnTo>
                  <a:lnTo>
                    <a:pt x="1659" y="187320"/>
                  </a:lnTo>
                  <a:lnTo>
                    <a:pt x="2490" y="192543"/>
                  </a:lnTo>
                  <a:lnTo>
                    <a:pt x="3485" y="197738"/>
                  </a:lnTo>
                  <a:lnTo>
                    <a:pt x="4644" y="202898"/>
                  </a:lnTo>
                  <a:lnTo>
                    <a:pt x="5966" y="208018"/>
                  </a:lnTo>
                  <a:lnTo>
                    <a:pt x="7449" y="213095"/>
                  </a:lnTo>
                  <a:lnTo>
                    <a:pt x="9092" y="218122"/>
                  </a:lnTo>
                  <a:lnTo>
                    <a:pt x="10893" y="223094"/>
                  </a:lnTo>
                  <a:lnTo>
                    <a:pt x="12850" y="228007"/>
                  </a:lnTo>
                  <a:lnTo>
                    <a:pt x="14962" y="232856"/>
                  </a:lnTo>
                  <a:lnTo>
                    <a:pt x="17227" y="237635"/>
                  </a:lnTo>
                  <a:lnTo>
                    <a:pt x="19641" y="242341"/>
                  </a:lnTo>
                  <a:lnTo>
                    <a:pt x="22203" y="246967"/>
                  </a:lnTo>
                  <a:lnTo>
                    <a:pt x="24910" y="251511"/>
                  </a:lnTo>
                  <a:lnTo>
                    <a:pt x="27759" y="255966"/>
                  </a:lnTo>
                  <a:lnTo>
                    <a:pt x="30748" y="260329"/>
                  </a:lnTo>
                  <a:lnTo>
                    <a:pt x="33873" y="264596"/>
                  </a:lnTo>
                  <a:lnTo>
                    <a:pt x="37132" y="268761"/>
                  </a:lnTo>
                  <a:lnTo>
                    <a:pt x="40521" y="272821"/>
                  </a:lnTo>
                  <a:lnTo>
                    <a:pt x="44037" y="276772"/>
                  </a:lnTo>
                  <a:lnTo>
                    <a:pt x="47676" y="280610"/>
                  </a:lnTo>
                  <a:lnTo>
                    <a:pt x="51434" y="284330"/>
                  </a:lnTo>
                  <a:lnTo>
                    <a:pt x="55308" y="287930"/>
                  </a:lnTo>
                  <a:lnTo>
                    <a:pt x="59295" y="291406"/>
                  </a:lnTo>
                  <a:lnTo>
                    <a:pt x="63389" y="294754"/>
                  </a:lnTo>
                  <a:lnTo>
                    <a:pt x="67587" y="297970"/>
                  </a:lnTo>
                  <a:lnTo>
                    <a:pt x="71884" y="301052"/>
                  </a:lnTo>
                  <a:lnTo>
                    <a:pt x="76277" y="303997"/>
                  </a:lnTo>
                  <a:lnTo>
                    <a:pt x="80761" y="306801"/>
                  </a:lnTo>
                  <a:lnTo>
                    <a:pt x="85332" y="309462"/>
                  </a:lnTo>
                  <a:lnTo>
                    <a:pt x="89984" y="311977"/>
                  </a:lnTo>
                  <a:lnTo>
                    <a:pt x="94714" y="314344"/>
                  </a:lnTo>
                  <a:lnTo>
                    <a:pt x="99516" y="316560"/>
                  </a:lnTo>
                  <a:lnTo>
                    <a:pt x="104385" y="318623"/>
                  </a:lnTo>
                  <a:lnTo>
                    <a:pt x="109318" y="320531"/>
                  </a:lnTo>
                  <a:lnTo>
                    <a:pt x="114308" y="322281"/>
                  </a:lnTo>
                  <a:lnTo>
                    <a:pt x="119352" y="323874"/>
                  </a:lnTo>
                  <a:lnTo>
                    <a:pt x="124443" y="325305"/>
                  </a:lnTo>
                  <a:lnTo>
                    <a:pt x="129577" y="326575"/>
                  </a:lnTo>
                  <a:lnTo>
                    <a:pt x="134748" y="327682"/>
                  </a:lnTo>
                  <a:lnTo>
                    <a:pt x="139952" y="328625"/>
                  </a:lnTo>
                  <a:lnTo>
                    <a:pt x="145183" y="329403"/>
                  </a:lnTo>
                  <a:lnTo>
                    <a:pt x="150436" y="330015"/>
                  </a:lnTo>
                  <a:lnTo>
                    <a:pt x="155706" y="330460"/>
                  </a:lnTo>
                  <a:lnTo>
                    <a:pt x="160988" y="330738"/>
                  </a:lnTo>
                  <a:lnTo>
                    <a:pt x="166275" y="330850"/>
                  </a:lnTo>
                  <a:lnTo>
                    <a:pt x="171563" y="330794"/>
                  </a:lnTo>
                  <a:lnTo>
                    <a:pt x="176847" y="330570"/>
                  </a:lnTo>
                  <a:lnTo>
                    <a:pt x="182121" y="330180"/>
                  </a:lnTo>
                  <a:lnTo>
                    <a:pt x="187381" y="329623"/>
                  </a:lnTo>
                  <a:lnTo>
                    <a:pt x="192620" y="328900"/>
                  </a:lnTo>
                  <a:lnTo>
                    <a:pt x="197833" y="328011"/>
                  </a:lnTo>
                  <a:lnTo>
                    <a:pt x="203016" y="326959"/>
                  </a:lnTo>
                  <a:lnTo>
                    <a:pt x="208163" y="325742"/>
                  </a:lnTo>
                  <a:lnTo>
                    <a:pt x="213268" y="324364"/>
                  </a:lnTo>
                  <a:lnTo>
                    <a:pt x="218328" y="322824"/>
                  </a:lnTo>
                  <a:lnTo>
                    <a:pt x="223337" y="321126"/>
                  </a:lnTo>
                  <a:lnTo>
                    <a:pt x="228289" y="319269"/>
                  </a:lnTo>
                  <a:lnTo>
                    <a:pt x="233180" y="317258"/>
                  </a:lnTo>
                  <a:lnTo>
                    <a:pt x="238005" y="315092"/>
                  </a:lnTo>
                  <a:lnTo>
                    <a:pt x="242759" y="312775"/>
                  </a:lnTo>
                  <a:lnTo>
                    <a:pt x="247437" y="310308"/>
                  </a:lnTo>
                  <a:lnTo>
                    <a:pt x="252035" y="307695"/>
                  </a:lnTo>
                  <a:lnTo>
                    <a:pt x="256548" y="304938"/>
                  </a:lnTo>
                  <a:lnTo>
                    <a:pt x="260971" y="302039"/>
                  </a:lnTo>
                  <a:lnTo>
                    <a:pt x="265301" y="299002"/>
                  </a:lnTo>
                  <a:lnTo>
                    <a:pt x="269532" y="295829"/>
                  </a:lnTo>
                  <a:lnTo>
                    <a:pt x="273661" y="292525"/>
                  </a:lnTo>
                  <a:lnTo>
                    <a:pt x="277683" y="289091"/>
                  </a:lnTo>
                  <a:lnTo>
                    <a:pt x="281595" y="285532"/>
                  </a:lnTo>
                  <a:lnTo>
                    <a:pt x="285392" y="281850"/>
                  </a:lnTo>
                  <a:lnTo>
                    <a:pt x="289071" y="278051"/>
                  </a:lnTo>
                  <a:lnTo>
                    <a:pt x="292628" y="274137"/>
                  </a:lnTo>
                  <a:lnTo>
                    <a:pt x="296059" y="270112"/>
                  </a:lnTo>
                  <a:lnTo>
                    <a:pt x="299361" y="265981"/>
                  </a:lnTo>
                  <a:lnTo>
                    <a:pt x="302530" y="261748"/>
                  </a:lnTo>
                  <a:lnTo>
                    <a:pt x="305565" y="257416"/>
                  </a:lnTo>
                  <a:lnTo>
                    <a:pt x="308460" y="252991"/>
                  </a:lnTo>
                  <a:lnTo>
                    <a:pt x="311215" y="248476"/>
                  </a:lnTo>
                  <a:lnTo>
                    <a:pt x="313825" y="243876"/>
                  </a:lnTo>
                  <a:lnTo>
                    <a:pt x="316288" y="239196"/>
                  </a:lnTo>
                  <a:lnTo>
                    <a:pt x="318602" y="234441"/>
                  </a:lnTo>
                  <a:lnTo>
                    <a:pt x="320765" y="229614"/>
                  </a:lnTo>
                  <a:lnTo>
                    <a:pt x="322773" y="224722"/>
                  </a:lnTo>
                  <a:lnTo>
                    <a:pt x="324626" y="219768"/>
                  </a:lnTo>
                  <a:lnTo>
                    <a:pt x="326321" y="214759"/>
                  </a:lnTo>
                  <a:lnTo>
                    <a:pt x="327857" y="209698"/>
                  </a:lnTo>
                  <a:lnTo>
                    <a:pt x="329232" y="204591"/>
                  </a:lnTo>
                  <a:lnTo>
                    <a:pt x="330445" y="199444"/>
                  </a:lnTo>
                  <a:lnTo>
                    <a:pt x="331495" y="194260"/>
                  </a:lnTo>
                  <a:lnTo>
                    <a:pt x="332380" y="189046"/>
                  </a:lnTo>
                  <a:lnTo>
                    <a:pt x="333099" y="183807"/>
                  </a:lnTo>
                  <a:lnTo>
                    <a:pt x="333653" y="178547"/>
                  </a:lnTo>
                  <a:lnTo>
                    <a:pt x="334040" y="173273"/>
                  </a:lnTo>
                  <a:lnTo>
                    <a:pt x="334259" y="167989"/>
                  </a:lnTo>
                  <a:lnTo>
                    <a:pt x="334312" y="162700"/>
                  </a:lnTo>
                  <a:lnTo>
                    <a:pt x="334197" y="157413"/>
                  </a:lnTo>
                  <a:lnTo>
                    <a:pt x="333915" y="152132"/>
                  </a:lnTo>
                  <a:lnTo>
                    <a:pt x="333466" y="146862"/>
                  </a:lnTo>
                  <a:lnTo>
                    <a:pt x="332851" y="141610"/>
                  </a:lnTo>
                  <a:lnTo>
                    <a:pt x="332070" y="136379"/>
                  </a:lnTo>
                  <a:lnTo>
                    <a:pt x="331123" y="131176"/>
                  </a:lnTo>
                  <a:lnTo>
                    <a:pt x="330013" y="126005"/>
                  </a:lnTo>
                  <a:lnTo>
                    <a:pt x="328740" y="120872"/>
                  </a:lnTo>
                  <a:lnTo>
                    <a:pt x="327304" y="115782"/>
                  </a:lnTo>
                  <a:lnTo>
                    <a:pt x="325709" y="110740"/>
                  </a:lnTo>
                  <a:lnTo>
                    <a:pt x="323955" y="105750"/>
                  </a:lnTo>
                  <a:lnTo>
                    <a:pt x="322044" y="100819"/>
                  </a:lnTo>
                  <a:lnTo>
                    <a:pt x="319978" y="95951"/>
                  </a:lnTo>
                  <a:lnTo>
                    <a:pt x="317758" y="91150"/>
                  </a:lnTo>
                  <a:lnTo>
                    <a:pt x="315389" y="86422"/>
                  </a:lnTo>
                  <a:lnTo>
                    <a:pt x="312870" y="81772"/>
                  </a:lnTo>
                  <a:lnTo>
                    <a:pt x="310206" y="77203"/>
                  </a:lnTo>
                  <a:lnTo>
                    <a:pt x="307399" y="72721"/>
                  </a:lnTo>
                  <a:lnTo>
                    <a:pt x="304452" y="68330"/>
                  </a:lnTo>
                  <a:lnTo>
                    <a:pt x="301366" y="64034"/>
                  </a:lnTo>
                  <a:lnTo>
                    <a:pt x="298147" y="59838"/>
                  </a:lnTo>
                  <a:lnTo>
                    <a:pt x="294797" y="55746"/>
                  </a:lnTo>
                  <a:lnTo>
                    <a:pt x="291318" y="51763"/>
                  </a:lnTo>
                  <a:lnTo>
                    <a:pt x="287716" y="47891"/>
                  </a:lnTo>
                  <a:lnTo>
                    <a:pt x="283993" y="44135"/>
                  </a:lnTo>
                  <a:lnTo>
                    <a:pt x="280152" y="40498"/>
                  </a:lnTo>
                  <a:lnTo>
                    <a:pt x="276199" y="36985"/>
                  </a:lnTo>
                  <a:lnTo>
                    <a:pt x="272137" y="33599"/>
                  </a:lnTo>
                  <a:lnTo>
                    <a:pt x="267969" y="30343"/>
                  </a:lnTo>
                  <a:lnTo>
                    <a:pt x="263701" y="27221"/>
                  </a:lnTo>
                  <a:lnTo>
                    <a:pt x="259336" y="24235"/>
                  </a:lnTo>
                  <a:lnTo>
                    <a:pt x="254878" y="21388"/>
                  </a:lnTo>
                  <a:lnTo>
                    <a:pt x="250333" y="18684"/>
                  </a:lnTo>
                  <a:lnTo>
                    <a:pt x="245705" y="16126"/>
                  </a:lnTo>
                  <a:lnTo>
                    <a:pt x="240998" y="13714"/>
                  </a:lnTo>
                  <a:lnTo>
                    <a:pt x="236217" y="11453"/>
                  </a:lnTo>
                  <a:lnTo>
                    <a:pt x="231367" y="9345"/>
                  </a:lnTo>
                  <a:lnTo>
                    <a:pt x="226453" y="7390"/>
                  </a:lnTo>
                  <a:lnTo>
                    <a:pt x="221479" y="5593"/>
                  </a:lnTo>
                  <a:lnTo>
                    <a:pt x="216451" y="3953"/>
                  </a:lnTo>
                  <a:lnTo>
                    <a:pt x="211373" y="2473"/>
                  </a:lnTo>
                  <a:lnTo>
                    <a:pt x="206252" y="1155"/>
                  </a:lnTo>
                  <a:lnTo>
                    <a:pt x="201091" y="0"/>
                  </a:lnTo>
                  <a:lnTo>
                    <a:pt x="167147" y="1636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33943" cy="167167"/>
            </a:xfrm>
            <a:custGeom>
              <a:avLst/>
              <a:pathLst>
                <a:path w="33943" h="167167">
                  <a:moveTo>
                    <a:pt x="33943" y="3482"/>
                  </a:moveTo>
                  <a:lnTo>
                    <a:pt x="27223" y="2231"/>
                  </a:lnTo>
                  <a:lnTo>
                    <a:pt x="20457" y="1256"/>
                  </a:lnTo>
                  <a:lnTo>
                    <a:pt x="13657" y="558"/>
                  </a:lnTo>
                  <a:lnTo>
                    <a:pt x="6834" y="13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3737" y="1322571"/>
              <a:ext cx="64983" cy="167167"/>
            </a:xfrm>
            <a:custGeom>
              <a:avLst/>
              <a:pathLst>
                <a:path w="64983" h="167167">
                  <a:moveTo>
                    <a:pt x="64983" y="0"/>
                  </a:moveTo>
                  <a:lnTo>
                    <a:pt x="58917" y="110"/>
                  </a:lnTo>
                  <a:lnTo>
                    <a:pt x="52859" y="440"/>
                  </a:lnTo>
                  <a:lnTo>
                    <a:pt x="46816" y="990"/>
                  </a:lnTo>
                  <a:lnTo>
                    <a:pt x="40798" y="1758"/>
                  </a:lnTo>
                  <a:lnTo>
                    <a:pt x="34812" y="2745"/>
                  </a:lnTo>
                  <a:lnTo>
                    <a:pt x="28865" y="3948"/>
                  </a:lnTo>
                  <a:lnTo>
                    <a:pt x="22966" y="5366"/>
                  </a:lnTo>
                  <a:lnTo>
                    <a:pt x="17122" y="6997"/>
                  </a:lnTo>
                  <a:lnTo>
                    <a:pt x="11341" y="8840"/>
                  </a:lnTo>
                  <a:lnTo>
                    <a:pt x="5631" y="10890"/>
                  </a:lnTo>
                  <a:lnTo>
                    <a:pt x="0" y="13147"/>
                  </a:lnTo>
                  <a:lnTo>
                    <a:pt x="6498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3737" y="1335719"/>
              <a:ext cx="64983" cy="154019"/>
            </a:xfrm>
            <a:custGeom>
              <a:avLst/>
              <a:pathLst>
                <a:path w="64983" h="154019">
                  <a:moveTo>
                    <a:pt x="0" y="0"/>
                  </a:moveTo>
                  <a:lnTo>
                    <a:pt x="64983" y="1540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3737" y="1335719"/>
              <a:ext cx="64983" cy="154019"/>
            </a:xfrm>
            <a:custGeom>
              <a:avLst/>
              <a:pathLst>
                <a:path w="64983" h="154019">
                  <a:moveTo>
                    <a:pt x="0" y="0"/>
                  </a:moveTo>
                  <a:lnTo>
                    <a:pt x="64983" y="1540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3737" y="1335719"/>
              <a:ext cx="64983" cy="154019"/>
            </a:xfrm>
            <a:custGeom>
              <a:avLst/>
              <a:pathLst>
                <a:path w="64983" h="154019">
                  <a:moveTo>
                    <a:pt x="0" y="0"/>
                  </a:moveTo>
                  <a:lnTo>
                    <a:pt x="64983" y="154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3737" y="1335719"/>
              <a:ext cx="64983" cy="154019"/>
            </a:xfrm>
            <a:custGeom>
              <a:avLst/>
              <a:pathLst>
                <a:path w="64983" h="154019">
                  <a:moveTo>
                    <a:pt x="0" y="0"/>
                  </a:moveTo>
                  <a:lnTo>
                    <a:pt x="64983" y="154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3737" y="1335719"/>
              <a:ext cx="64983" cy="154019"/>
            </a:xfrm>
            <a:custGeom>
              <a:avLst/>
              <a:pathLst>
                <a:path w="64983" h="154019">
                  <a:moveTo>
                    <a:pt x="0" y="0"/>
                  </a:moveTo>
                  <a:lnTo>
                    <a:pt x="64983" y="154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3737" y="1335719"/>
              <a:ext cx="64983" cy="154019"/>
            </a:xfrm>
            <a:custGeom>
              <a:avLst/>
              <a:pathLst>
                <a:path w="64983" h="154019">
                  <a:moveTo>
                    <a:pt x="0" y="0"/>
                  </a:moveTo>
                  <a:lnTo>
                    <a:pt x="64983" y="154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3737" y="1335719"/>
              <a:ext cx="64983" cy="154019"/>
            </a:xfrm>
            <a:custGeom>
              <a:avLst/>
              <a:pathLst>
                <a:path w="64983" h="154019">
                  <a:moveTo>
                    <a:pt x="0" y="0"/>
                  </a:moveTo>
                  <a:lnTo>
                    <a:pt x="64983" y="1540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3737" y="1335719"/>
              <a:ext cx="64983" cy="154019"/>
            </a:xfrm>
            <a:custGeom>
              <a:avLst/>
              <a:pathLst>
                <a:path w="64983" h="154019">
                  <a:moveTo>
                    <a:pt x="0" y="0"/>
                  </a:moveTo>
                  <a:lnTo>
                    <a:pt x="64983" y="1540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3737" y="1335719"/>
              <a:ext cx="64983" cy="154019"/>
            </a:xfrm>
            <a:custGeom>
              <a:avLst/>
              <a:pathLst>
                <a:path w="64983" h="154019">
                  <a:moveTo>
                    <a:pt x="0" y="0"/>
                  </a:moveTo>
                  <a:lnTo>
                    <a:pt x="64983" y="1540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3737" y="1335719"/>
              <a:ext cx="64983" cy="154019"/>
            </a:xfrm>
            <a:custGeom>
              <a:avLst/>
              <a:pathLst>
                <a:path w="64983" h="154019">
                  <a:moveTo>
                    <a:pt x="0" y="0"/>
                  </a:moveTo>
                  <a:lnTo>
                    <a:pt x="64983" y="1540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3737" y="1335719"/>
              <a:ext cx="64983" cy="154019"/>
            </a:xfrm>
            <a:custGeom>
              <a:avLst/>
              <a:pathLst>
                <a:path w="64983" h="154019">
                  <a:moveTo>
                    <a:pt x="0" y="0"/>
                  </a:moveTo>
                  <a:lnTo>
                    <a:pt x="64983" y="154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3737" y="1335719"/>
              <a:ext cx="64983" cy="154019"/>
            </a:xfrm>
            <a:custGeom>
              <a:avLst/>
              <a:pathLst>
                <a:path w="64983" h="154019">
                  <a:moveTo>
                    <a:pt x="0" y="0"/>
                  </a:moveTo>
                  <a:lnTo>
                    <a:pt x="64983" y="154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3737" y="1335719"/>
              <a:ext cx="64983" cy="154019"/>
            </a:xfrm>
            <a:custGeom>
              <a:avLst/>
              <a:pathLst>
                <a:path w="64983" h="154019">
                  <a:moveTo>
                    <a:pt x="0" y="0"/>
                  </a:moveTo>
                  <a:lnTo>
                    <a:pt x="64983" y="154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3737" y="1335719"/>
              <a:ext cx="64983" cy="154019"/>
            </a:xfrm>
            <a:custGeom>
              <a:avLst/>
              <a:pathLst>
                <a:path w="64983" h="154019">
                  <a:moveTo>
                    <a:pt x="0" y="0"/>
                  </a:moveTo>
                  <a:lnTo>
                    <a:pt x="64983" y="154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3737" y="1335719"/>
              <a:ext cx="64983" cy="154019"/>
            </a:xfrm>
            <a:custGeom>
              <a:avLst/>
              <a:pathLst>
                <a:path w="64983" h="154019">
                  <a:moveTo>
                    <a:pt x="0" y="0"/>
                  </a:moveTo>
                  <a:lnTo>
                    <a:pt x="64983" y="1540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23737" y="1335719"/>
              <a:ext cx="64983" cy="154019"/>
            </a:xfrm>
            <a:custGeom>
              <a:avLst/>
              <a:pathLst>
                <a:path w="64983" h="154019">
                  <a:moveTo>
                    <a:pt x="0" y="0"/>
                  </a:moveTo>
                  <a:lnTo>
                    <a:pt x="64983" y="1540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53" y="1335719"/>
              <a:ext cx="334328" cy="321176"/>
            </a:xfrm>
            <a:custGeom>
              <a:avLst/>
              <a:pathLst>
                <a:path w="334328" h="321176">
                  <a:moveTo>
                    <a:pt x="102184" y="0"/>
                  </a:moveTo>
                  <a:lnTo>
                    <a:pt x="97342" y="2133"/>
                  </a:lnTo>
                  <a:lnTo>
                    <a:pt x="92571" y="4419"/>
                  </a:lnTo>
                  <a:lnTo>
                    <a:pt x="87874" y="6854"/>
                  </a:lnTo>
                  <a:lnTo>
                    <a:pt x="83257" y="9437"/>
                  </a:lnTo>
                  <a:lnTo>
                    <a:pt x="78723" y="12165"/>
                  </a:lnTo>
                  <a:lnTo>
                    <a:pt x="74279" y="15035"/>
                  </a:lnTo>
                  <a:lnTo>
                    <a:pt x="69927" y="18044"/>
                  </a:lnTo>
                  <a:lnTo>
                    <a:pt x="65673" y="21189"/>
                  </a:lnTo>
                  <a:lnTo>
                    <a:pt x="61520" y="24467"/>
                  </a:lnTo>
                  <a:lnTo>
                    <a:pt x="57474" y="27875"/>
                  </a:lnTo>
                  <a:lnTo>
                    <a:pt x="53537" y="31410"/>
                  </a:lnTo>
                  <a:lnTo>
                    <a:pt x="49714" y="35067"/>
                  </a:lnTo>
                  <a:lnTo>
                    <a:pt x="46008" y="38843"/>
                  </a:lnTo>
                  <a:lnTo>
                    <a:pt x="42424" y="42735"/>
                  </a:lnTo>
                  <a:lnTo>
                    <a:pt x="38965" y="46738"/>
                  </a:lnTo>
                  <a:lnTo>
                    <a:pt x="35634" y="50849"/>
                  </a:lnTo>
                  <a:lnTo>
                    <a:pt x="32435" y="55063"/>
                  </a:lnTo>
                  <a:lnTo>
                    <a:pt x="29371" y="59376"/>
                  </a:lnTo>
                  <a:lnTo>
                    <a:pt x="26446" y="63784"/>
                  </a:lnTo>
                  <a:lnTo>
                    <a:pt x="23661" y="68282"/>
                  </a:lnTo>
                  <a:lnTo>
                    <a:pt x="21019" y="72866"/>
                  </a:lnTo>
                  <a:lnTo>
                    <a:pt x="18524" y="77532"/>
                  </a:lnTo>
                  <a:lnTo>
                    <a:pt x="16178" y="82274"/>
                  </a:lnTo>
                  <a:lnTo>
                    <a:pt x="13984" y="87088"/>
                  </a:lnTo>
                  <a:lnTo>
                    <a:pt x="11942" y="91969"/>
                  </a:lnTo>
                  <a:lnTo>
                    <a:pt x="10056" y="96912"/>
                  </a:lnTo>
                  <a:lnTo>
                    <a:pt x="8328" y="101912"/>
                  </a:lnTo>
                  <a:lnTo>
                    <a:pt x="6759" y="106965"/>
                  </a:lnTo>
                  <a:lnTo>
                    <a:pt x="5350" y="112064"/>
                  </a:lnTo>
                  <a:lnTo>
                    <a:pt x="4103" y="117206"/>
                  </a:lnTo>
                  <a:lnTo>
                    <a:pt x="3020" y="122385"/>
                  </a:lnTo>
                  <a:lnTo>
                    <a:pt x="2101" y="127595"/>
                  </a:lnTo>
                  <a:lnTo>
                    <a:pt x="1348" y="132832"/>
                  </a:lnTo>
                  <a:lnTo>
                    <a:pt x="760" y="138090"/>
                  </a:lnTo>
                  <a:lnTo>
                    <a:pt x="339" y="143363"/>
                  </a:lnTo>
                  <a:lnTo>
                    <a:pt x="86" y="148648"/>
                  </a:lnTo>
                  <a:lnTo>
                    <a:pt x="0" y="153938"/>
                  </a:lnTo>
                  <a:lnTo>
                    <a:pt x="81" y="159228"/>
                  </a:lnTo>
                  <a:lnTo>
                    <a:pt x="329" y="164513"/>
                  </a:lnTo>
                  <a:lnTo>
                    <a:pt x="745" y="169787"/>
                  </a:lnTo>
                  <a:lnTo>
                    <a:pt x="1327" y="175046"/>
                  </a:lnTo>
                  <a:lnTo>
                    <a:pt x="2076" y="180283"/>
                  </a:lnTo>
                  <a:lnTo>
                    <a:pt x="2989" y="185494"/>
                  </a:lnTo>
                  <a:lnTo>
                    <a:pt x="4068" y="190674"/>
                  </a:lnTo>
                  <a:lnTo>
                    <a:pt x="5309" y="195817"/>
                  </a:lnTo>
                  <a:lnTo>
                    <a:pt x="6713" y="200918"/>
                  </a:lnTo>
                  <a:lnTo>
                    <a:pt x="8277" y="205972"/>
                  </a:lnTo>
                  <a:lnTo>
                    <a:pt x="10001" y="210974"/>
                  </a:lnTo>
                  <a:lnTo>
                    <a:pt x="11882" y="215919"/>
                  </a:lnTo>
                  <a:lnTo>
                    <a:pt x="13919" y="220802"/>
                  </a:lnTo>
                  <a:lnTo>
                    <a:pt x="16109" y="225618"/>
                  </a:lnTo>
                  <a:lnTo>
                    <a:pt x="18450" y="230362"/>
                  </a:lnTo>
                  <a:lnTo>
                    <a:pt x="20940" y="235030"/>
                  </a:lnTo>
                  <a:lnTo>
                    <a:pt x="23577" y="239617"/>
                  </a:lnTo>
                  <a:lnTo>
                    <a:pt x="26358" y="244118"/>
                  </a:lnTo>
                  <a:lnTo>
                    <a:pt x="29279" y="248528"/>
                  </a:lnTo>
                  <a:lnTo>
                    <a:pt x="32339" y="252845"/>
                  </a:lnTo>
                  <a:lnTo>
                    <a:pt x="35534" y="257062"/>
                  </a:lnTo>
                  <a:lnTo>
                    <a:pt x="38861" y="261176"/>
                  </a:lnTo>
                  <a:lnTo>
                    <a:pt x="42316" y="265182"/>
                  </a:lnTo>
                  <a:lnTo>
                    <a:pt x="45896" y="269077"/>
                  </a:lnTo>
                  <a:lnTo>
                    <a:pt x="49598" y="272857"/>
                  </a:lnTo>
                  <a:lnTo>
                    <a:pt x="53417" y="276518"/>
                  </a:lnTo>
                  <a:lnTo>
                    <a:pt x="57351" y="280057"/>
                  </a:lnTo>
                  <a:lnTo>
                    <a:pt x="61394" y="283468"/>
                  </a:lnTo>
                  <a:lnTo>
                    <a:pt x="65544" y="286751"/>
                  </a:lnTo>
                  <a:lnTo>
                    <a:pt x="69795" y="289900"/>
                  </a:lnTo>
                  <a:lnTo>
                    <a:pt x="74143" y="292913"/>
                  </a:lnTo>
                  <a:lnTo>
                    <a:pt x="78585" y="295788"/>
                  </a:lnTo>
                  <a:lnTo>
                    <a:pt x="83116" y="298520"/>
                  </a:lnTo>
                  <a:lnTo>
                    <a:pt x="87731" y="301107"/>
                  </a:lnTo>
                  <a:lnTo>
                    <a:pt x="92425" y="303547"/>
                  </a:lnTo>
                  <a:lnTo>
                    <a:pt x="97194" y="305838"/>
                  </a:lnTo>
                  <a:lnTo>
                    <a:pt x="102034" y="307976"/>
                  </a:lnTo>
                  <a:lnTo>
                    <a:pt x="106938" y="309960"/>
                  </a:lnTo>
                  <a:lnTo>
                    <a:pt x="111903" y="311788"/>
                  </a:lnTo>
                  <a:lnTo>
                    <a:pt x="116923" y="313457"/>
                  </a:lnTo>
                  <a:lnTo>
                    <a:pt x="121994" y="314968"/>
                  </a:lnTo>
                  <a:lnTo>
                    <a:pt x="127110" y="316316"/>
                  </a:lnTo>
                  <a:lnTo>
                    <a:pt x="132265" y="317503"/>
                  </a:lnTo>
                  <a:lnTo>
                    <a:pt x="137456" y="318525"/>
                  </a:lnTo>
                  <a:lnTo>
                    <a:pt x="142677" y="319383"/>
                  </a:lnTo>
                  <a:lnTo>
                    <a:pt x="147922" y="320075"/>
                  </a:lnTo>
                  <a:lnTo>
                    <a:pt x="153187" y="320601"/>
                  </a:lnTo>
                  <a:lnTo>
                    <a:pt x="158465" y="320960"/>
                  </a:lnTo>
                  <a:lnTo>
                    <a:pt x="163752" y="321152"/>
                  </a:lnTo>
                  <a:lnTo>
                    <a:pt x="169043" y="321176"/>
                  </a:lnTo>
                  <a:lnTo>
                    <a:pt x="174332" y="321033"/>
                  </a:lnTo>
                  <a:lnTo>
                    <a:pt x="179613" y="320723"/>
                  </a:lnTo>
                  <a:lnTo>
                    <a:pt x="184882" y="320245"/>
                  </a:lnTo>
                  <a:lnTo>
                    <a:pt x="190133" y="319602"/>
                  </a:lnTo>
                  <a:lnTo>
                    <a:pt x="195362" y="318792"/>
                  </a:lnTo>
                  <a:lnTo>
                    <a:pt x="200562" y="317817"/>
                  </a:lnTo>
                  <a:lnTo>
                    <a:pt x="205728" y="316678"/>
                  </a:lnTo>
                  <a:lnTo>
                    <a:pt x="210857" y="315377"/>
                  </a:lnTo>
                  <a:lnTo>
                    <a:pt x="215941" y="313913"/>
                  </a:lnTo>
                  <a:lnTo>
                    <a:pt x="220976" y="312290"/>
                  </a:lnTo>
                  <a:lnTo>
                    <a:pt x="225958" y="310508"/>
                  </a:lnTo>
                  <a:lnTo>
                    <a:pt x="230880" y="308569"/>
                  </a:lnTo>
                  <a:lnTo>
                    <a:pt x="235739" y="306475"/>
                  </a:lnTo>
                  <a:lnTo>
                    <a:pt x="240529" y="304229"/>
                  </a:lnTo>
                  <a:lnTo>
                    <a:pt x="245246" y="301832"/>
                  </a:lnTo>
                  <a:lnTo>
                    <a:pt x="249884" y="299287"/>
                  </a:lnTo>
                  <a:lnTo>
                    <a:pt x="254440" y="296597"/>
                  </a:lnTo>
                  <a:lnTo>
                    <a:pt x="258908" y="293764"/>
                  </a:lnTo>
                  <a:lnTo>
                    <a:pt x="263284" y="290791"/>
                  </a:lnTo>
                  <a:lnTo>
                    <a:pt x="267564" y="287681"/>
                  </a:lnTo>
                  <a:lnTo>
                    <a:pt x="271743" y="284437"/>
                  </a:lnTo>
                  <a:lnTo>
                    <a:pt x="275818" y="281062"/>
                  </a:lnTo>
                  <a:lnTo>
                    <a:pt x="279784" y="277560"/>
                  </a:lnTo>
                  <a:lnTo>
                    <a:pt x="283637" y="273935"/>
                  </a:lnTo>
                  <a:lnTo>
                    <a:pt x="287373" y="270189"/>
                  </a:lnTo>
                  <a:lnTo>
                    <a:pt x="290989" y="266327"/>
                  </a:lnTo>
                  <a:lnTo>
                    <a:pt x="294481" y="262352"/>
                  </a:lnTo>
                  <a:lnTo>
                    <a:pt x="297846" y="258269"/>
                  </a:lnTo>
                  <a:lnTo>
                    <a:pt x="301079" y="254082"/>
                  </a:lnTo>
                  <a:lnTo>
                    <a:pt x="304179" y="249794"/>
                  </a:lnTo>
                  <a:lnTo>
                    <a:pt x="307141" y="245410"/>
                  </a:lnTo>
                  <a:lnTo>
                    <a:pt x="309963" y="240935"/>
                  </a:lnTo>
                  <a:lnTo>
                    <a:pt x="312642" y="236373"/>
                  </a:lnTo>
                  <a:lnTo>
                    <a:pt x="315175" y="231728"/>
                  </a:lnTo>
                  <a:lnTo>
                    <a:pt x="317560" y="227005"/>
                  </a:lnTo>
                  <a:lnTo>
                    <a:pt x="319794" y="222210"/>
                  </a:lnTo>
                  <a:lnTo>
                    <a:pt x="321875" y="217346"/>
                  </a:lnTo>
                  <a:lnTo>
                    <a:pt x="323802" y="212418"/>
                  </a:lnTo>
                  <a:lnTo>
                    <a:pt x="325572" y="207432"/>
                  </a:lnTo>
                  <a:lnTo>
                    <a:pt x="327182" y="202393"/>
                  </a:lnTo>
                  <a:lnTo>
                    <a:pt x="328633" y="197305"/>
                  </a:lnTo>
                  <a:lnTo>
                    <a:pt x="329922" y="192174"/>
                  </a:lnTo>
                  <a:lnTo>
                    <a:pt x="331048" y="187004"/>
                  </a:lnTo>
                  <a:lnTo>
                    <a:pt x="332010" y="181802"/>
                  </a:lnTo>
                  <a:lnTo>
                    <a:pt x="332806" y="176571"/>
                  </a:lnTo>
                  <a:lnTo>
                    <a:pt x="333437" y="171318"/>
                  </a:lnTo>
                  <a:lnTo>
                    <a:pt x="333901" y="166048"/>
                  </a:lnTo>
                  <a:lnTo>
                    <a:pt x="334198" y="160766"/>
                  </a:lnTo>
                  <a:lnTo>
                    <a:pt x="334328" y="155477"/>
                  </a:lnTo>
                  <a:lnTo>
                    <a:pt x="334290" y="150186"/>
                  </a:lnTo>
                  <a:lnTo>
                    <a:pt x="334085" y="144900"/>
                  </a:lnTo>
                  <a:lnTo>
                    <a:pt x="333713" y="139622"/>
                  </a:lnTo>
                  <a:lnTo>
                    <a:pt x="333174" y="134359"/>
                  </a:lnTo>
                  <a:lnTo>
                    <a:pt x="332469" y="129116"/>
                  </a:lnTo>
                  <a:lnTo>
                    <a:pt x="331598" y="123897"/>
                  </a:lnTo>
                  <a:lnTo>
                    <a:pt x="330563" y="118709"/>
                  </a:lnTo>
                  <a:lnTo>
                    <a:pt x="329363" y="113556"/>
                  </a:lnTo>
                  <a:lnTo>
                    <a:pt x="328002" y="108443"/>
                  </a:lnTo>
                  <a:lnTo>
                    <a:pt x="326479" y="103377"/>
                  </a:lnTo>
                  <a:lnTo>
                    <a:pt x="324796" y="98361"/>
                  </a:lnTo>
                  <a:lnTo>
                    <a:pt x="322956" y="93400"/>
                  </a:lnTo>
                  <a:lnTo>
                    <a:pt x="320960" y="88501"/>
                  </a:lnTo>
                  <a:lnTo>
                    <a:pt x="318810" y="83667"/>
                  </a:lnTo>
                  <a:lnTo>
                    <a:pt x="316507" y="78903"/>
                  </a:lnTo>
                  <a:lnTo>
                    <a:pt x="314055" y="74215"/>
                  </a:lnTo>
                  <a:lnTo>
                    <a:pt x="311457" y="69607"/>
                  </a:lnTo>
                  <a:lnTo>
                    <a:pt x="308713" y="65083"/>
                  </a:lnTo>
                  <a:lnTo>
                    <a:pt x="305828" y="60648"/>
                  </a:lnTo>
                  <a:lnTo>
                    <a:pt x="302804" y="56307"/>
                  </a:lnTo>
                  <a:lnTo>
                    <a:pt x="299644" y="52064"/>
                  </a:lnTo>
                  <a:lnTo>
                    <a:pt x="296351" y="47923"/>
                  </a:lnTo>
                  <a:lnTo>
                    <a:pt x="292929" y="43888"/>
                  </a:lnTo>
                  <a:lnTo>
                    <a:pt x="289381" y="39964"/>
                  </a:lnTo>
                  <a:lnTo>
                    <a:pt x="285710" y="36153"/>
                  </a:lnTo>
                  <a:lnTo>
                    <a:pt x="281921" y="32461"/>
                  </a:lnTo>
                  <a:lnTo>
                    <a:pt x="278017" y="28890"/>
                  </a:lnTo>
                  <a:lnTo>
                    <a:pt x="274002" y="25445"/>
                  </a:lnTo>
                  <a:lnTo>
                    <a:pt x="269879" y="22129"/>
                  </a:lnTo>
                  <a:lnTo>
                    <a:pt x="265654" y="18945"/>
                  </a:lnTo>
                  <a:lnTo>
                    <a:pt x="261331" y="15896"/>
                  </a:lnTo>
                  <a:lnTo>
                    <a:pt x="256913" y="12985"/>
                  </a:lnTo>
                  <a:lnTo>
                    <a:pt x="252405" y="10216"/>
                  </a:lnTo>
                  <a:lnTo>
                    <a:pt x="247811" y="7590"/>
                  </a:lnTo>
                  <a:lnTo>
                    <a:pt x="243137" y="5112"/>
                  </a:lnTo>
                  <a:lnTo>
                    <a:pt x="238387" y="2782"/>
                  </a:lnTo>
                  <a:lnTo>
                    <a:pt x="233565" y="604"/>
                  </a:lnTo>
                  <a:lnTo>
                    <a:pt x="167167" y="154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66398" cy="167167"/>
            </a:xfrm>
            <a:custGeom>
              <a:avLst/>
              <a:pathLst>
                <a:path w="66398" h="167167">
                  <a:moveTo>
                    <a:pt x="66398" y="13752"/>
                  </a:moveTo>
                  <a:lnTo>
                    <a:pt x="61139" y="11581"/>
                  </a:lnTo>
                  <a:lnTo>
                    <a:pt x="55808" y="9591"/>
                  </a:lnTo>
                  <a:lnTo>
                    <a:pt x="50413" y="7783"/>
                  </a:lnTo>
                  <a:lnTo>
                    <a:pt x="44960" y="6159"/>
                  </a:lnTo>
                  <a:lnTo>
                    <a:pt x="39455" y="4722"/>
                  </a:lnTo>
                  <a:lnTo>
                    <a:pt x="33903" y="3474"/>
                  </a:lnTo>
                  <a:lnTo>
                    <a:pt x="28313" y="2415"/>
                  </a:lnTo>
                  <a:lnTo>
                    <a:pt x="22690" y="1547"/>
                  </a:lnTo>
                  <a:lnTo>
                    <a:pt x="17040" y="870"/>
                  </a:lnTo>
                  <a:lnTo>
                    <a:pt x="11371" y="387"/>
                  </a:lnTo>
                  <a:lnTo>
                    <a:pt x="5689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5638" y="1681503"/>
              <a:ext cx="10886" cy="167167"/>
            </a:xfrm>
            <a:custGeom>
              <a:avLst/>
              <a:pathLst>
                <a:path w="10886" h="167167">
                  <a:moveTo>
                    <a:pt x="10886" y="0"/>
                  </a:moveTo>
                  <a:lnTo>
                    <a:pt x="0" y="354"/>
                  </a:lnTo>
                  <a:lnTo>
                    <a:pt x="1088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75638" y="1681858"/>
              <a:ext cx="10886" cy="166812"/>
            </a:xfrm>
            <a:custGeom>
              <a:avLst/>
              <a:pathLst>
                <a:path w="10886" h="166812">
                  <a:moveTo>
                    <a:pt x="0" y="0"/>
                  </a:moveTo>
                  <a:lnTo>
                    <a:pt x="10886" y="1668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45026" y="1681858"/>
              <a:ext cx="141498" cy="166812"/>
            </a:xfrm>
            <a:custGeom>
              <a:avLst/>
              <a:pathLst>
                <a:path w="141498" h="166812">
                  <a:moveTo>
                    <a:pt x="130612" y="0"/>
                  </a:moveTo>
                  <a:lnTo>
                    <a:pt x="125188" y="442"/>
                  </a:lnTo>
                  <a:lnTo>
                    <a:pt x="119781" y="1061"/>
                  </a:lnTo>
                  <a:lnTo>
                    <a:pt x="114398" y="1856"/>
                  </a:lnTo>
                  <a:lnTo>
                    <a:pt x="109043" y="2826"/>
                  </a:lnTo>
                  <a:lnTo>
                    <a:pt x="103722" y="3969"/>
                  </a:lnTo>
                  <a:lnTo>
                    <a:pt x="98442" y="5285"/>
                  </a:lnTo>
                  <a:lnTo>
                    <a:pt x="93207" y="6772"/>
                  </a:lnTo>
                  <a:lnTo>
                    <a:pt x="88023" y="8429"/>
                  </a:lnTo>
                  <a:lnTo>
                    <a:pt x="82896" y="10253"/>
                  </a:lnTo>
                  <a:lnTo>
                    <a:pt x="77831" y="12244"/>
                  </a:lnTo>
                  <a:lnTo>
                    <a:pt x="72834" y="14398"/>
                  </a:lnTo>
                  <a:lnTo>
                    <a:pt x="67909" y="16714"/>
                  </a:lnTo>
                  <a:lnTo>
                    <a:pt x="63062" y="19189"/>
                  </a:lnTo>
                  <a:lnTo>
                    <a:pt x="58299" y="21820"/>
                  </a:lnTo>
                  <a:lnTo>
                    <a:pt x="53623" y="24605"/>
                  </a:lnTo>
                  <a:lnTo>
                    <a:pt x="49041" y="27540"/>
                  </a:lnTo>
                  <a:lnTo>
                    <a:pt x="44557" y="30624"/>
                  </a:lnTo>
                  <a:lnTo>
                    <a:pt x="40175" y="33851"/>
                  </a:lnTo>
                  <a:lnTo>
                    <a:pt x="35901" y="37220"/>
                  </a:lnTo>
                  <a:lnTo>
                    <a:pt x="31739" y="40726"/>
                  </a:lnTo>
                  <a:lnTo>
                    <a:pt x="27693" y="44365"/>
                  </a:lnTo>
                  <a:lnTo>
                    <a:pt x="23768" y="48134"/>
                  </a:lnTo>
                  <a:lnTo>
                    <a:pt x="19967" y="52029"/>
                  </a:lnTo>
                  <a:lnTo>
                    <a:pt x="16295" y="56046"/>
                  </a:lnTo>
                  <a:lnTo>
                    <a:pt x="12756" y="60180"/>
                  </a:lnTo>
                  <a:lnTo>
                    <a:pt x="9353" y="64427"/>
                  </a:lnTo>
                  <a:lnTo>
                    <a:pt x="6091" y="68783"/>
                  </a:lnTo>
                  <a:lnTo>
                    <a:pt x="2972" y="73242"/>
                  </a:lnTo>
                  <a:lnTo>
                    <a:pt x="0" y="77801"/>
                  </a:lnTo>
                  <a:lnTo>
                    <a:pt x="141498" y="1668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66" y="1681503"/>
              <a:ext cx="334309" cy="334333"/>
            </a:xfrm>
            <a:custGeom>
              <a:avLst/>
              <a:pathLst>
                <a:path w="334309" h="334333">
                  <a:moveTo>
                    <a:pt x="25659" y="78156"/>
                  </a:moveTo>
                  <a:lnTo>
                    <a:pt x="22903" y="82695"/>
                  </a:lnTo>
                  <a:lnTo>
                    <a:pt x="20293" y="87320"/>
                  </a:lnTo>
                  <a:lnTo>
                    <a:pt x="17830" y="92026"/>
                  </a:lnTo>
                  <a:lnTo>
                    <a:pt x="15519" y="96807"/>
                  </a:lnTo>
                  <a:lnTo>
                    <a:pt x="13360" y="101659"/>
                  </a:lnTo>
                  <a:lnTo>
                    <a:pt x="11357" y="106578"/>
                  </a:lnTo>
                  <a:lnTo>
                    <a:pt x="9511" y="111557"/>
                  </a:lnTo>
                  <a:lnTo>
                    <a:pt x="7824" y="116593"/>
                  </a:lnTo>
                  <a:lnTo>
                    <a:pt x="6298" y="121680"/>
                  </a:lnTo>
                  <a:lnTo>
                    <a:pt x="4934" y="126813"/>
                  </a:lnTo>
                  <a:lnTo>
                    <a:pt x="3734" y="131986"/>
                  </a:lnTo>
                  <a:lnTo>
                    <a:pt x="2699" y="137195"/>
                  </a:lnTo>
                  <a:lnTo>
                    <a:pt x="1830" y="142434"/>
                  </a:lnTo>
                  <a:lnTo>
                    <a:pt x="1128" y="147698"/>
                  </a:lnTo>
                  <a:lnTo>
                    <a:pt x="593" y="152982"/>
                  </a:lnTo>
                  <a:lnTo>
                    <a:pt x="227" y="158280"/>
                  </a:lnTo>
                  <a:lnTo>
                    <a:pt x="29" y="163587"/>
                  </a:lnTo>
                  <a:lnTo>
                    <a:pt x="0" y="168898"/>
                  </a:lnTo>
                  <a:lnTo>
                    <a:pt x="139" y="174207"/>
                  </a:lnTo>
                  <a:lnTo>
                    <a:pt x="447" y="179509"/>
                  </a:lnTo>
                  <a:lnTo>
                    <a:pt x="923" y="184798"/>
                  </a:lnTo>
                  <a:lnTo>
                    <a:pt x="1567" y="190070"/>
                  </a:lnTo>
                  <a:lnTo>
                    <a:pt x="2378" y="195318"/>
                  </a:lnTo>
                  <a:lnTo>
                    <a:pt x="3355" y="200538"/>
                  </a:lnTo>
                  <a:lnTo>
                    <a:pt x="4498" y="205725"/>
                  </a:lnTo>
                  <a:lnTo>
                    <a:pt x="5805" y="210872"/>
                  </a:lnTo>
                  <a:lnTo>
                    <a:pt x="7275" y="215975"/>
                  </a:lnTo>
                  <a:lnTo>
                    <a:pt x="8906" y="221030"/>
                  </a:lnTo>
                  <a:lnTo>
                    <a:pt x="10697" y="226029"/>
                  </a:lnTo>
                  <a:lnTo>
                    <a:pt x="12645" y="230970"/>
                  </a:lnTo>
                  <a:lnTo>
                    <a:pt x="14750" y="235846"/>
                  </a:lnTo>
                  <a:lnTo>
                    <a:pt x="17008" y="240652"/>
                  </a:lnTo>
                  <a:lnTo>
                    <a:pt x="19418" y="245385"/>
                  </a:lnTo>
                  <a:lnTo>
                    <a:pt x="21978" y="250038"/>
                  </a:lnTo>
                  <a:lnTo>
                    <a:pt x="24683" y="254608"/>
                  </a:lnTo>
                  <a:lnTo>
                    <a:pt x="27533" y="259090"/>
                  </a:lnTo>
                  <a:lnTo>
                    <a:pt x="30523" y="263478"/>
                  </a:lnTo>
                  <a:lnTo>
                    <a:pt x="33651" y="267770"/>
                  </a:lnTo>
                  <a:lnTo>
                    <a:pt x="36915" y="271960"/>
                  </a:lnTo>
                  <a:lnTo>
                    <a:pt x="40309" y="276044"/>
                  </a:lnTo>
                  <a:lnTo>
                    <a:pt x="43832" y="280019"/>
                  </a:lnTo>
                  <a:lnTo>
                    <a:pt x="47479" y="283879"/>
                  </a:lnTo>
                  <a:lnTo>
                    <a:pt x="51246" y="287622"/>
                  </a:lnTo>
                  <a:lnTo>
                    <a:pt x="55131" y="291243"/>
                  </a:lnTo>
                  <a:lnTo>
                    <a:pt x="59129" y="294739"/>
                  </a:lnTo>
                  <a:lnTo>
                    <a:pt x="63236" y="298106"/>
                  </a:lnTo>
                  <a:lnTo>
                    <a:pt x="67448" y="301341"/>
                  </a:lnTo>
                  <a:lnTo>
                    <a:pt x="71760" y="304441"/>
                  </a:lnTo>
                  <a:lnTo>
                    <a:pt x="76169" y="307402"/>
                  </a:lnTo>
                  <a:lnTo>
                    <a:pt x="80669" y="310222"/>
                  </a:lnTo>
                  <a:lnTo>
                    <a:pt x="85257" y="312897"/>
                  </a:lnTo>
                  <a:lnTo>
                    <a:pt x="89927" y="315425"/>
                  </a:lnTo>
                  <a:lnTo>
                    <a:pt x="94676" y="317803"/>
                  </a:lnTo>
                  <a:lnTo>
                    <a:pt x="99497" y="320030"/>
                  </a:lnTo>
                  <a:lnTo>
                    <a:pt x="104387" y="322102"/>
                  </a:lnTo>
                  <a:lnTo>
                    <a:pt x="109340" y="324017"/>
                  </a:lnTo>
                  <a:lnTo>
                    <a:pt x="114352" y="325775"/>
                  </a:lnTo>
                  <a:lnTo>
                    <a:pt x="119417" y="327372"/>
                  </a:lnTo>
                  <a:lnTo>
                    <a:pt x="124530" y="328808"/>
                  </a:lnTo>
                  <a:lnTo>
                    <a:pt x="129686" y="330080"/>
                  </a:lnTo>
                  <a:lnTo>
                    <a:pt x="134880" y="331188"/>
                  </a:lnTo>
                  <a:lnTo>
                    <a:pt x="140106" y="332131"/>
                  </a:lnTo>
                  <a:lnTo>
                    <a:pt x="145360" y="332907"/>
                  </a:lnTo>
                  <a:lnTo>
                    <a:pt x="150636" y="333516"/>
                  </a:lnTo>
                  <a:lnTo>
                    <a:pt x="155928" y="333957"/>
                  </a:lnTo>
                  <a:lnTo>
                    <a:pt x="161232" y="334229"/>
                  </a:lnTo>
                  <a:lnTo>
                    <a:pt x="166542" y="334333"/>
                  </a:lnTo>
                  <a:lnTo>
                    <a:pt x="171852" y="334268"/>
                  </a:lnTo>
                  <a:lnTo>
                    <a:pt x="177158" y="334035"/>
                  </a:lnTo>
                  <a:lnTo>
                    <a:pt x="182453" y="333633"/>
                  </a:lnTo>
                  <a:lnTo>
                    <a:pt x="187733" y="333063"/>
                  </a:lnTo>
                  <a:lnTo>
                    <a:pt x="192993" y="332326"/>
                  </a:lnTo>
                  <a:lnTo>
                    <a:pt x="198226" y="331422"/>
                  </a:lnTo>
                  <a:lnTo>
                    <a:pt x="203428" y="330352"/>
                  </a:lnTo>
                  <a:lnTo>
                    <a:pt x="208593" y="329118"/>
                  </a:lnTo>
                  <a:lnTo>
                    <a:pt x="213717" y="327720"/>
                  </a:lnTo>
                  <a:lnTo>
                    <a:pt x="218793" y="326160"/>
                  </a:lnTo>
                  <a:lnTo>
                    <a:pt x="223818" y="324439"/>
                  </a:lnTo>
                  <a:lnTo>
                    <a:pt x="228785" y="322560"/>
                  </a:lnTo>
                  <a:lnTo>
                    <a:pt x="233690" y="320524"/>
                  </a:lnTo>
                  <a:lnTo>
                    <a:pt x="238528" y="318334"/>
                  </a:lnTo>
                  <a:lnTo>
                    <a:pt x="243293" y="315990"/>
                  </a:lnTo>
                  <a:lnTo>
                    <a:pt x="247982" y="313497"/>
                  </a:lnTo>
                  <a:lnTo>
                    <a:pt x="252590" y="310855"/>
                  </a:lnTo>
                  <a:lnTo>
                    <a:pt x="257111" y="308069"/>
                  </a:lnTo>
                  <a:lnTo>
                    <a:pt x="261541" y="305141"/>
                  </a:lnTo>
                  <a:lnTo>
                    <a:pt x="265876" y="302073"/>
                  </a:lnTo>
                  <a:lnTo>
                    <a:pt x="270112" y="298869"/>
                  </a:lnTo>
                  <a:lnTo>
                    <a:pt x="274244" y="295532"/>
                  </a:lnTo>
                  <a:lnTo>
                    <a:pt x="278267" y="292066"/>
                  </a:lnTo>
                  <a:lnTo>
                    <a:pt x="282178" y="288473"/>
                  </a:lnTo>
                  <a:lnTo>
                    <a:pt x="285974" y="284759"/>
                  </a:lnTo>
                  <a:lnTo>
                    <a:pt x="289649" y="280925"/>
                  </a:lnTo>
                  <a:lnTo>
                    <a:pt x="293201" y="276977"/>
                  </a:lnTo>
                  <a:lnTo>
                    <a:pt x="296625" y="272917"/>
                  </a:lnTo>
                  <a:lnTo>
                    <a:pt x="299919" y="268752"/>
                  </a:lnTo>
                  <a:lnTo>
                    <a:pt x="303079" y="264483"/>
                  </a:lnTo>
                  <a:lnTo>
                    <a:pt x="306102" y="260116"/>
                  </a:lnTo>
                  <a:lnTo>
                    <a:pt x="308984" y="255656"/>
                  </a:lnTo>
                  <a:lnTo>
                    <a:pt x="311723" y="251106"/>
                  </a:lnTo>
                  <a:lnTo>
                    <a:pt x="314317" y="246472"/>
                  </a:lnTo>
                  <a:lnTo>
                    <a:pt x="316762" y="241757"/>
                  </a:lnTo>
                  <a:lnTo>
                    <a:pt x="319056" y="236967"/>
                  </a:lnTo>
                  <a:lnTo>
                    <a:pt x="321196" y="232107"/>
                  </a:lnTo>
                  <a:lnTo>
                    <a:pt x="323181" y="227181"/>
                  </a:lnTo>
                  <a:lnTo>
                    <a:pt x="325009" y="222195"/>
                  </a:lnTo>
                  <a:lnTo>
                    <a:pt x="326677" y="217153"/>
                  </a:lnTo>
                  <a:lnTo>
                    <a:pt x="328184" y="212061"/>
                  </a:lnTo>
                  <a:lnTo>
                    <a:pt x="329529" y="206923"/>
                  </a:lnTo>
                  <a:lnTo>
                    <a:pt x="330710" y="201745"/>
                  </a:lnTo>
                  <a:lnTo>
                    <a:pt x="331726" y="196532"/>
                  </a:lnTo>
                  <a:lnTo>
                    <a:pt x="332576" y="191290"/>
                  </a:lnTo>
                  <a:lnTo>
                    <a:pt x="333259" y="186023"/>
                  </a:lnTo>
                  <a:lnTo>
                    <a:pt x="333774" y="180738"/>
                  </a:lnTo>
                  <a:lnTo>
                    <a:pt x="334121" y="175438"/>
                  </a:lnTo>
                  <a:lnTo>
                    <a:pt x="334299" y="170130"/>
                  </a:lnTo>
                  <a:lnTo>
                    <a:pt x="334309" y="164820"/>
                  </a:lnTo>
                  <a:lnTo>
                    <a:pt x="334150" y="159511"/>
                  </a:lnTo>
                  <a:lnTo>
                    <a:pt x="333823" y="154211"/>
                  </a:lnTo>
                  <a:lnTo>
                    <a:pt x="333327" y="148923"/>
                  </a:lnTo>
                  <a:lnTo>
                    <a:pt x="332664" y="143654"/>
                  </a:lnTo>
                  <a:lnTo>
                    <a:pt x="331833" y="138408"/>
                  </a:lnTo>
                  <a:lnTo>
                    <a:pt x="330836" y="133192"/>
                  </a:lnTo>
                  <a:lnTo>
                    <a:pt x="329675" y="128010"/>
                  </a:lnTo>
                  <a:lnTo>
                    <a:pt x="328349" y="122867"/>
                  </a:lnTo>
                  <a:lnTo>
                    <a:pt x="326860" y="117769"/>
                  </a:lnTo>
                  <a:lnTo>
                    <a:pt x="325211" y="112721"/>
                  </a:lnTo>
                  <a:lnTo>
                    <a:pt x="323401" y="107728"/>
                  </a:lnTo>
                  <a:lnTo>
                    <a:pt x="321434" y="102795"/>
                  </a:lnTo>
                  <a:lnTo>
                    <a:pt x="319312" y="97927"/>
                  </a:lnTo>
                  <a:lnTo>
                    <a:pt x="317036" y="93129"/>
                  </a:lnTo>
                  <a:lnTo>
                    <a:pt x="314608" y="88405"/>
                  </a:lnTo>
                  <a:lnTo>
                    <a:pt x="312032" y="83761"/>
                  </a:lnTo>
                  <a:lnTo>
                    <a:pt x="309309" y="79201"/>
                  </a:lnTo>
                  <a:lnTo>
                    <a:pt x="306443" y="74730"/>
                  </a:lnTo>
                  <a:lnTo>
                    <a:pt x="303437" y="70352"/>
                  </a:lnTo>
                  <a:lnTo>
                    <a:pt x="300293" y="66072"/>
                  </a:lnTo>
                  <a:lnTo>
                    <a:pt x="297014" y="61894"/>
                  </a:lnTo>
                  <a:lnTo>
                    <a:pt x="293605" y="57823"/>
                  </a:lnTo>
                  <a:lnTo>
                    <a:pt x="290068" y="53861"/>
                  </a:lnTo>
                  <a:lnTo>
                    <a:pt x="286406" y="50014"/>
                  </a:lnTo>
                  <a:lnTo>
                    <a:pt x="282625" y="46285"/>
                  </a:lnTo>
                  <a:lnTo>
                    <a:pt x="278727" y="42678"/>
                  </a:lnTo>
                  <a:lnTo>
                    <a:pt x="274716" y="39197"/>
                  </a:lnTo>
                  <a:lnTo>
                    <a:pt x="270597" y="35845"/>
                  </a:lnTo>
                  <a:lnTo>
                    <a:pt x="266373" y="32626"/>
                  </a:lnTo>
                  <a:lnTo>
                    <a:pt x="262049" y="29542"/>
                  </a:lnTo>
                  <a:lnTo>
                    <a:pt x="257630" y="26597"/>
                  </a:lnTo>
                  <a:lnTo>
                    <a:pt x="253119" y="23794"/>
                  </a:lnTo>
                  <a:lnTo>
                    <a:pt x="248521" y="21136"/>
                  </a:lnTo>
                  <a:lnTo>
                    <a:pt x="243842" y="18625"/>
                  </a:lnTo>
                  <a:lnTo>
                    <a:pt x="239084" y="16264"/>
                  </a:lnTo>
                  <a:lnTo>
                    <a:pt x="234255" y="14056"/>
                  </a:lnTo>
                  <a:lnTo>
                    <a:pt x="229357" y="12002"/>
                  </a:lnTo>
                  <a:lnTo>
                    <a:pt x="224397" y="10104"/>
                  </a:lnTo>
                  <a:lnTo>
                    <a:pt x="219379" y="8365"/>
                  </a:lnTo>
                  <a:lnTo>
                    <a:pt x="214308" y="6787"/>
                  </a:lnTo>
                  <a:lnTo>
                    <a:pt x="209190" y="5370"/>
                  </a:lnTo>
                  <a:lnTo>
                    <a:pt x="204029" y="4116"/>
                  </a:lnTo>
                  <a:lnTo>
                    <a:pt x="198831" y="3028"/>
                  </a:lnTo>
                  <a:lnTo>
                    <a:pt x="193601" y="2104"/>
                  </a:lnTo>
                  <a:lnTo>
                    <a:pt x="188345" y="1348"/>
                  </a:lnTo>
                  <a:lnTo>
                    <a:pt x="183067" y="758"/>
                  </a:lnTo>
                  <a:lnTo>
                    <a:pt x="177773" y="337"/>
                  </a:lnTo>
                  <a:lnTo>
                    <a:pt x="172468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9448" y="2126963"/>
              <a:ext cx="31839" cy="167167"/>
            </a:xfrm>
            <a:custGeom>
              <a:avLst/>
              <a:pathLst>
                <a:path w="31839" h="167167">
                  <a:moveTo>
                    <a:pt x="31839" y="0"/>
                  </a:moveTo>
                  <a:lnTo>
                    <a:pt x="25433" y="122"/>
                  </a:lnTo>
                  <a:lnTo>
                    <a:pt x="19037" y="490"/>
                  </a:lnTo>
                  <a:lnTo>
                    <a:pt x="12660" y="1103"/>
                  </a:lnTo>
                  <a:lnTo>
                    <a:pt x="6311" y="1960"/>
                  </a:lnTo>
                  <a:lnTo>
                    <a:pt x="0" y="3060"/>
                  </a:lnTo>
                  <a:lnTo>
                    <a:pt x="3183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9448" y="2130023"/>
              <a:ext cx="31839" cy="164107"/>
            </a:xfrm>
            <a:custGeom>
              <a:avLst/>
              <a:pathLst>
                <a:path w="31839" h="164107">
                  <a:moveTo>
                    <a:pt x="0" y="0"/>
                  </a:moveTo>
                  <a:lnTo>
                    <a:pt x="31839" y="164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9448" y="2130023"/>
              <a:ext cx="31839" cy="164107"/>
            </a:xfrm>
            <a:custGeom>
              <a:avLst/>
              <a:pathLst>
                <a:path w="31839" h="164107">
                  <a:moveTo>
                    <a:pt x="0" y="0"/>
                  </a:moveTo>
                  <a:lnTo>
                    <a:pt x="31839" y="164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9448" y="2130023"/>
              <a:ext cx="31839" cy="164107"/>
            </a:xfrm>
            <a:custGeom>
              <a:avLst/>
              <a:pathLst>
                <a:path w="31839" h="164107">
                  <a:moveTo>
                    <a:pt x="0" y="0"/>
                  </a:moveTo>
                  <a:lnTo>
                    <a:pt x="31839" y="164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9448" y="2130023"/>
              <a:ext cx="31839" cy="164107"/>
            </a:xfrm>
            <a:custGeom>
              <a:avLst/>
              <a:pathLst>
                <a:path w="31839" h="164107">
                  <a:moveTo>
                    <a:pt x="0" y="0"/>
                  </a:moveTo>
                  <a:lnTo>
                    <a:pt x="31839" y="164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9448" y="2130023"/>
              <a:ext cx="31839" cy="164107"/>
            </a:xfrm>
            <a:custGeom>
              <a:avLst/>
              <a:pathLst>
                <a:path w="31839" h="164107">
                  <a:moveTo>
                    <a:pt x="0" y="0"/>
                  </a:moveTo>
                  <a:lnTo>
                    <a:pt x="31839" y="1641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9448" y="2130023"/>
              <a:ext cx="31839" cy="164107"/>
            </a:xfrm>
            <a:custGeom>
              <a:avLst/>
              <a:pathLst>
                <a:path w="31839" h="164107">
                  <a:moveTo>
                    <a:pt x="0" y="0"/>
                  </a:moveTo>
                  <a:lnTo>
                    <a:pt x="31839" y="164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9448" y="2130023"/>
              <a:ext cx="31839" cy="164107"/>
            </a:xfrm>
            <a:custGeom>
              <a:avLst/>
              <a:pathLst>
                <a:path w="31839" h="164107">
                  <a:moveTo>
                    <a:pt x="0" y="0"/>
                  </a:moveTo>
                  <a:lnTo>
                    <a:pt x="31839" y="164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9448" y="2130023"/>
              <a:ext cx="31839" cy="164107"/>
            </a:xfrm>
            <a:custGeom>
              <a:avLst/>
              <a:pathLst>
                <a:path w="31839" h="164107">
                  <a:moveTo>
                    <a:pt x="0" y="0"/>
                  </a:moveTo>
                  <a:lnTo>
                    <a:pt x="31839" y="164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9448" y="2130023"/>
              <a:ext cx="31839" cy="164107"/>
            </a:xfrm>
            <a:custGeom>
              <a:avLst/>
              <a:pathLst>
                <a:path w="31839" h="164107">
                  <a:moveTo>
                    <a:pt x="0" y="0"/>
                  </a:moveTo>
                  <a:lnTo>
                    <a:pt x="31839" y="164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9448" y="2130023"/>
              <a:ext cx="31839" cy="164107"/>
            </a:xfrm>
            <a:custGeom>
              <a:avLst/>
              <a:pathLst>
                <a:path w="31839" h="164107">
                  <a:moveTo>
                    <a:pt x="0" y="0"/>
                  </a:moveTo>
                  <a:lnTo>
                    <a:pt x="31839" y="164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9448" y="2130023"/>
              <a:ext cx="31839" cy="164107"/>
            </a:xfrm>
            <a:custGeom>
              <a:avLst/>
              <a:pathLst>
                <a:path w="31839" h="164107">
                  <a:moveTo>
                    <a:pt x="0" y="0"/>
                  </a:moveTo>
                  <a:lnTo>
                    <a:pt x="31839" y="164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9448" y="2130023"/>
              <a:ext cx="31839" cy="164107"/>
            </a:xfrm>
            <a:custGeom>
              <a:avLst/>
              <a:pathLst>
                <a:path w="31839" h="164107">
                  <a:moveTo>
                    <a:pt x="0" y="0"/>
                  </a:moveTo>
                  <a:lnTo>
                    <a:pt x="31839" y="164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9448" y="2130023"/>
              <a:ext cx="31839" cy="164107"/>
            </a:xfrm>
            <a:custGeom>
              <a:avLst/>
              <a:pathLst>
                <a:path w="31839" h="164107">
                  <a:moveTo>
                    <a:pt x="0" y="0"/>
                  </a:moveTo>
                  <a:lnTo>
                    <a:pt x="31839" y="164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9448" y="2130023"/>
              <a:ext cx="31839" cy="164107"/>
            </a:xfrm>
            <a:custGeom>
              <a:avLst/>
              <a:pathLst>
                <a:path w="31839" h="164107">
                  <a:moveTo>
                    <a:pt x="0" y="0"/>
                  </a:moveTo>
                  <a:lnTo>
                    <a:pt x="31839" y="164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38" y="2127705"/>
              <a:ext cx="334298" cy="333592"/>
            </a:xfrm>
            <a:custGeom>
              <a:avLst/>
              <a:pathLst>
                <a:path w="334298" h="333592">
                  <a:moveTo>
                    <a:pt x="135310" y="2318"/>
                  </a:moveTo>
                  <a:lnTo>
                    <a:pt x="130119" y="3411"/>
                  </a:lnTo>
                  <a:lnTo>
                    <a:pt x="124966" y="4667"/>
                  </a:lnTo>
                  <a:lnTo>
                    <a:pt x="119855" y="6087"/>
                  </a:lnTo>
                  <a:lnTo>
                    <a:pt x="114792" y="7668"/>
                  </a:lnTo>
                  <a:lnTo>
                    <a:pt x="109782" y="9409"/>
                  </a:lnTo>
                  <a:lnTo>
                    <a:pt x="104829" y="11308"/>
                  </a:lnTo>
                  <a:lnTo>
                    <a:pt x="99939" y="13364"/>
                  </a:lnTo>
                  <a:lnTo>
                    <a:pt x="95117" y="15573"/>
                  </a:lnTo>
                  <a:lnTo>
                    <a:pt x="90367" y="17934"/>
                  </a:lnTo>
                  <a:lnTo>
                    <a:pt x="85695" y="20445"/>
                  </a:lnTo>
                  <a:lnTo>
                    <a:pt x="81104" y="23103"/>
                  </a:lnTo>
                  <a:lnTo>
                    <a:pt x="76600" y="25905"/>
                  </a:lnTo>
                  <a:lnTo>
                    <a:pt x="72188" y="28848"/>
                  </a:lnTo>
                  <a:lnTo>
                    <a:pt x="67871" y="31930"/>
                  </a:lnTo>
                  <a:lnTo>
                    <a:pt x="63654" y="35148"/>
                  </a:lnTo>
                  <a:lnTo>
                    <a:pt x="59541" y="38498"/>
                  </a:lnTo>
                  <a:lnTo>
                    <a:pt x="55536" y="41976"/>
                  </a:lnTo>
                  <a:lnTo>
                    <a:pt x="51644" y="45580"/>
                  </a:lnTo>
                  <a:lnTo>
                    <a:pt x="47868" y="49305"/>
                  </a:lnTo>
                  <a:lnTo>
                    <a:pt x="44213" y="53148"/>
                  </a:lnTo>
                  <a:lnTo>
                    <a:pt x="40681" y="57106"/>
                  </a:lnTo>
                  <a:lnTo>
                    <a:pt x="37276" y="61173"/>
                  </a:lnTo>
                  <a:lnTo>
                    <a:pt x="34002" y="65347"/>
                  </a:lnTo>
                  <a:lnTo>
                    <a:pt x="30862" y="69622"/>
                  </a:lnTo>
                  <a:lnTo>
                    <a:pt x="27860" y="73994"/>
                  </a:lnTo>
                  <a:lnTo>
                    <a:pt x="24997" y="78460"/>
                  </a:lnTo>
                  <a:lnTo>
                    <a:pt x="22278" y="83014"/>
                  </a:lnTo>
                  <a:lnTo>
                    <a:pt x="19705" y="87653"/>
                  </a:lnTo>
                  <a:lnTo>
                    <a:pt x="17280" y="92370"/>
                  </a:lnTo>
                  <a:lnTo>
                    <a:pt x="15006" y="97162"/>
                  </a:lnTo>
                  <a:lnTo>
                    <a:pt x="12885" y="102024"/>
                  </a:lnTo>
                  <a:lnTo>
                    <a:pt x="10919" y="106951"/>
                  </a:lnTo>
                  <a:lnTo>
                    <a:pt x="9111" y="111937"/>
                  </a:lnTo>
                  <a:lnTo>
                    <a:pt x="7462" y="116979"/>
                  </a:lnTo>
                  <a:lnTo>
                    <a:pt x="5973" y="122070"/>
                  </a:lnTo>
                  <a:lnTo>
                    <a:pt x="4647" y="127206"/>
                  </a:lnTo>
                  <a:lnTo>
                    <a:pt x="3485" y="132381"/>
                  </a:lnTo>
                  <a:lnTo>
                    <a:pt x="2487" y="137591"/>
                  </a:lnTo>
                  <a:lnTo>
                    <a:pt x="1655" y="142829"/>
                  </a:lnTo>
                  <a:lnTo>
                    <a:pt x="990" y="148092"/>
                  </a:lnTo>
                  <a:lnTo>
                    <a:pt x="492" y="153373"/>
                  </a:lnTo>
                  <a:lnTo>
                    <a:pt x="162" y="158667"/>
                  </a:lnTo>
                  <a:lnTo>
                    <a:pt x="0" y="163969"/>
                  </a:lnTo>
                  <a:lnTo>
                    <a:pt x="6" y="169273"/>
                  </a:lnTo>
                  <a:lnTo>
                    <a:pt x="180" y="174574"/>
                  </a:lnTo>
                  <a:lnTo>
                    <a:pt x="523" y="179868"/>
                  </a:lnTo>
                  <a:lnTo>
                    <a:pt x="1033" y="185147"/>
                  </a:lnTo>
                  <a:lnTo>
                    <a:pt x="1711" y="190408"/>
                  </a:lnTo>
                  <a:lnTo>
                    <a:pt x="2555" y="195645"/>
                  </a:lnTo>
                  <a:lnTo>
                    <a:pt x="3565" y="200852"/>
                  </a:lnTo>
                  <a:lnTo>
                    <a:pt x="4739" y="206025"/>
                  </a:lnTo>
                  <a:lnTo>
                    <a:pt x="6078" y="211157"/>
                  </a:lnTo>
                  <a:lnTo>
                    <a:pt x="7578" y="216245"/>
                  </a:lnTo>
                  <a:lnTo>
                    <a:pt x="9239" y="221283"/>
                  </a:lnTo>
                  <a:lnTo>
                    <a:pt x="11059" y="226265"/>
                  </a:lnTo>
                  <a:lnTo>
                    <a:pt x="13036" y="231187"/>
                  </a:lnTo>
                  <a:lnTo>
                    <a:pt x="15168" y="236044"/>
                  </a:lnTo>
                  <a:lnTo>
                    <a:pt x="17453" y="240831"/>
                  </a:lnTo>
                  <a:lnTo>
                    <a:pt x="19889" y="245543"/>
                  </a:lnTo>
                  <a:lnTo>
                    <a:pt x="22474" y="250175"/>
                  </a:lnTo>
                  <a:lnTo>
                    <a:pt x="25203" y="254723"/>
                  </a:lnTo>
                  <a:lnTo>
                    <a:pt x="28076" y="259182"/>
                  </a:lnTo>
                  <a:lnTo>
                    <a:pt x="31089" y="263547"/>
                  </a:lnTo>
                  <a:lnTo>
                    <a:pt x="34239" y="267815"/>
                  </a:lnTo>
                  <a:lnTo>
                    <a:pt x="37523" y="271981"/>
                  </a:lnTo>
                  <a:lnTo>
                    <a:pt x="40937" y="276040"/>
                  </a:lnTo>
                  <a:lnTo>
                    <a:pt x="44478" y="279989"/>
                  </a:lnTo>
                  <a:lnTo>
                    <a:pt x="48143" y="283824"/>
                  </a:lnTo>
                  <a:lnTo>
                    <a:pt x="51927" y="287541"/>
                  </a:lnTo>
                  <a:lnTo>
                    <a:pt x="55828" y="291135"/>
                  </a:lnTo>
                  <a:lnTo>
                    <a:pt x="59840" y="294604"/>
                  </a:lnTo>
                  <a:lnTo>
                    <a:pt x="63961" y="297944"/>
                  </a:lnTo>
                  <a:lnTo>
                    <a:pt x="68186" y="301152"/>
                  </a:lnTo>
                  <a:lnTo>
                    <a:pt x="72510" y="304224"/>
                  </a:lnTo>
                  <a:lnTo>
                    <a:pt x="76929" y="307157"/>
                  </a:lnTo>
                  <a:lnTo>
                    <a:pt x="81440" y="309948"/>
                  </a:lnTo>
                  <a:lnTo>
                    <a:pt x="86036" y="312595"/>
                  </a:lnTo>
                  <a:lnTo>
                    <a:pt x="90715" y="315095"/>
                  </a:lnTo>
                  <a:lnTo>
                    <a:pt x="95470" y="317445"/>
                  </a:lnTo>
                  <a:lnTo>
                    <a:pt x="100297" y="319643"/>
                  </a:lnTo>
                  <a:lnTo>
                    <a:pt x="105192" y="321687"/>
                  </a:lnTo>
                  <a:lnTo>
                    <a:pt x="110149" y="323575"/>
                  </a:lnTo>
                  <a:lnTo>
                    <a:pt x="115164" y="325304"/>
                  </a:lnTo>
                  <a:lnTo>
                    <a:pt x="120231" y="326873"/>
                  </a:lnTo>
                  <a:lnTo>
                    <a:pt x="125345" y="328281"/>
                  </a:lnTo>
                  <a:lnTo>
                    <a:pt x="130501" y="329526"/>
                  </a:lnTo>
                  <a:lnTo>
                    <a:pt x="135694" y="330607"/>
                  </a:lnTo>
                  <a:lnTo>
                    <a:pt x="140919" y="331522"/>
                  </a:lnTo>
                  <a:lnTo>
                    <a:pt x="146170" y="332271"/>
                  </a:lnTo>
                  <a:lnTo>
                    <a:pt x="151442" y="332853"/>
                  </a:lnTo>
                  <a:lnTo>
                    <a:pt x="156730" y="333268"/>
                  </a:lnTo>
                  <a:lnTo>
                    <a:pt x="162029" y="333514"/>
                  </a:lnTo>
                  <a:lnTo>
                    <a:pt x="167332" y="333592"/>
                  </a:lnTo>
                  <a:lnTo>
                    <a:pt x="172636" y="333503"/>
                  </a:lnTo>
                  <a:lnTo>
                    <a:pt x="177934" y="333244"/>
                  </a:lnTo>
                  <a:lnTo>
                    <a:pt x="183221" y="332818"/>
                  </a:lnTo>
                  <a:lnTo>
                    <a:pt x="188492" y="332224"/>
                  </a:lnTo>
                  <a:lnTo>
                    <a:pt x="193742" y="331464"/>
                  </a:lnTo>
                  <a:lnTo>
                    <a:pt x="198964" y="330537"/>
                  </a:lnTo>
                  <a:lnTo>
                    <a:pt x="204155" y="329445"/>
                  </a:lnTo>
                  <a:lnTo>
                    <a:pt x="209308" y="328189"/>
                  </a:lnTo>
                  <a:lnTo>
                    <a:pt x="214419" y="326770"/>
                  </a:lnTo>
                  <a:lnTo>
                    <a:pt x="219483" y="325189"/>
                  </a:lnTo>
                  <a:lnTo>
                    <a:pt x="224493" y="323449"/>
                  </a:lnTo>
                  <a:lnTo>
                    <a:pt x="229446" y="321551"/>
                  </a:lnTo>
                  <a:lnTo>
                    <a:pt x="234337" y="319496"/>
                  </a:lnTo>
                  <a:lnTo>
                    <a:pt x="239159" y="317288"/>
                  </a:lnTo>
                  <a:lnTo>
                    <a:pt x="243909" y="314927"/>
                  </a:lnTo>
                  <a:lnTo>
                    <a:pt x="248582" y="312417"/>
                  </a:lnTo>
                  <a:lnTo>
                    <a:pt x="253173" y="309760"/>
                  </a:lnTo>
                  <a:lnTo>
                    <a:pt x="257677" y="306958"/>
                  </a:lnTo>
                  <a:lnTo>
                    <a:pt x="262090" y="304016"/>
                  </a:lnTo>
                  <a:lnTo>
                    <a:pt x="266408" y="300934"/>
                  </a:lnTo>
                  <a:lnTo>
                    <a:pt x="270625" y="297717"/>
                  </a:lnTo>
                  <a:lnTo>
                    <a:pt x="274738" y="294368"/>
                  </a:lnTo>
                  <a:lnTo>
                    <a:pt x="278744" y="290890"/>
                  </a:lnTo>
                  <a:lnTo>
                    <a:pt x="282636" y="287287"/>
                  </a:lnTo>
                  <a:lnTo>
                    <a:pt x="286413" y="283562"/>
                  </a:lnTo>
                  <a:lnTo>
                    <a:pt x="290069" y="279720"/>
                  </a:lnTo>
                  <a:lnTo>
                    <a:pt x="293601" y="275763"/>
                  </a:lnTo>
                  <a:lnTo>
                    <a:pt x="297007" y="271696"/>
                  </a:lnTo>
                  <a:lnTo>
                    <a:pt x="300281" y="267523"/>
                  </a:lnTo>
                  <a:lnTo>
                    <a:pt x="303422" y="263248"/>
                  </a:lnTo>
                  <a:lnTo>
                    <a:pt x="306425" y="258876"/>
                  </a:lnTo>
                  <a:lnTo>
                    <a:pt x="309288" y="254411"/>
                  </a:lnTo>
                  <a:lnTo>
                    <a:pt x="312008" y="249857"/>
                  </a:lnTo>
                  <a:lnTo>
                    <a:pt x="314582" y="245219"/>
                  </a:lnTo>
                  <a:lnTo>
                    <a:pt x="317008" y="240502"/>
                  </a:lnTo>
                  <a:lnTo>
                    <a:pt x="319282" y="235710"/>
                  </a:lnTo>
                  <a:lnTo>
                    <a:pt x="321404" y="230848"/>
                  </a:lnTo>
                  <a:lnTo>
                    <a:pt x="323370" y="225922"/>
                  </a:lnTo>
                  <a:lnTo>
                    <a:pt x="325179" y="220936"/>
                  </a:lnTo>
                  <a:lnTo>
                    <a:pt x="326829" y="215895"/>
                  </a:lnTo>
                  <a:lnTo>
                    <a:pt x="328318" y="210804"/>
                  </a:lnTo>
                  <a:lnTo>
                    <a:pt x="329645" y="205668"/>
                  </a:lnTo>
                  <a:lnTo>
                    <a:pt x="330808" y="200493"/>
                  </a:lnTo>
                  <a:lnTo>
                    <a:pt x="331807" y="195283"/>
                  </a:lnTo>
                  <a:lnTo>
                    <a:pt x="332639" y="190045"/>
                  </a:lnTo>
                  <a:lnTo>
                    <a:pt x="333305" y="184782"/>
                  </a:lnTo>
                  <a:lnTo>
                    <a:pt x="333804" y="179502"/>
                  </a:lnTo>
                  <a:lnTo>
                    <a:pt x="334135" y="174208"/>
                  </a:lnTo>
                  <a:lnTo>
                    <a:pt x="334298" y="168906"/>
                  </a:lnTo>
                  <a:lnTo>
                    <a:pt x="334292" y="163602"/>
                  </a:lnTo>
                  <a:lnTo>
                    <a:pt x="334119" y="158300"/>
                  </a:lnTo>
                  <a:lnTo>
                    <a:pt x="333777" y="153007"/>
                  </a:lnTo>
                  <a:lnTo>
                    <a:pt x="333267" y="147727"/>
                  </a:lnTo>
                  <a:lnTo>
                    <a:pt x="332590" y="142466"/>
                  </a:lnTo>
                  <a:lnTo>
                    <a:pt x="331747" y="137229"/>
                  </a:lnTo>
                  <a:lnTo>
                    <a:pt x="330738" y="132022"/>
                  </a:lnTo>
                  <a:lnTo>
                    <a:pt x="329564" y="126849"/>
                  </a:lnTo>
                  <a:lnTo>
                    <a:pt x="328227" y="121716"/>
                  </a:lnTo>
                  <a:lnTo>
                    <a:pt x="326727" y="116628"/>
                  </a:lnTo>
                  <a:lnTo>
                    <a:pt x="325067" y="111590"/>
                  </a:lnTo>
                  <a:lnTo>
                    <a:pt x="323248" y="106608"/>
                  </a:lnTo>
                  <a:lnTo>
                    <a:pt x="321271" y="101685"/>
                  </a:lnTo>
                  <a:lnTo>
                    <a:pt x="319140" y="96828"/>
                  </a:lnTo>
                  <a:lnTo>
                    <a:pt x="316855" y="92041"/>
                  </a:lnTo>
                  <a:lnTo>
                    <a:pt x="314420" y="87329"/>
                  </a:lnTo>
                  <a:lnTo>
                    <a:pt x="311836" y="82696"/>
                  </a:lnTo>
                  <a:lnTo>
                    <a:pt x="309107" y="78148"/>
                  </a:lnTo>
                  <a:lnTo>
                    <a:pt x="306235" y="73689"/>
                  </a:lnTo>
                  <a:lnTo>
                    <a:pt x="303223" y="69323"/>
                  </a:lnTo>
                  <a:lnTo>
                    <a:pt x="300073" y="65054"/>
                  </a:lnTo>
                  <a:lnTo>
                    <a:pt x="296790" y="60888"/>
                  </a:lnTo>
                  <a:lnTo>
                    <a:pt x="293377" y="56828"/>
                  </a:lnTo>
                  <a:lnTo>
                    <a:pt x="289836" y="52879"/>
                  </a:lnTo>
                  <a:lnTo>
                    <a:pt x="286172" y="49043"/>
                  </a:lnTo>
                  <a:lnTo>
                    <a:pt x="282388" y="45326"/>
                  </a:lnTo>
                  <a:lnTo>
                    <a:pt x="278488" y="41731"/>
                  </a:lnTo>
                  <a:lnTo>
                    <a:pt x="274476" y="38262"/>
                  </a:lnTo>
                  <a:lnTo>
                    <a:pt x="270356" y="34921"/>
                  </a:lnTo>
                  <a:lnTo>
                    <a:pt x="266131" y="31713"/>
                  </a:lnTo>
                  <a:lnTo>
                    <a:pt x="261808" y="28640"/>
                  </a:lnTo>
                  <a:lnTo>
                    <a:pt x="257389" y="25706"/>
                  </a:lnTo>
                  <a:lnTo>
                    <a:pt x="252879" y="22914"/>
                  </a:lnTo>
                  <a:lnTo>
                    <a:pt x="248282" y="20267"/>
                  </a:lnTo>
                  <a:lnTo>
                    <a:pt x="243604" y="17766"/>
                  </a:lnTo>
                  <a:lnTo>
                    <a:pt x="238850" y="15415"/>
                  </a:lnTo>
                  <a:lnTo>
                    <a:pt x="234022" y="13217"/>
                  </a:lnTo>
                  <a:lnTo>
                    <a:pt x="229128" y="11172"/>
                  </a:lnTo>
                  <a:lnTo>
                    <a:pt x="224171" y="9284"/>
                  </a:lnTo>
                  <a:lnTo>
                    <a:pt x="219157" y="7554"/>
                  </a:lnTo>
                  <a:lnTo>
                    <a:pt x="214090" y="5984"/>
                  </a:lnTo>
                  <a:lnTo>
                    <a:pt x="208976" y="4575"/>
                  </a:lnTo>
                  <a:lnTo>
                    <a:pt x="203820" y="3330"/>
                  </a:lnTo>
                  <a:lnTo>
                    <a:pt x="198628" y="2248"/>
                  </a:lnTo>
                  <a:lnTo>
                    <a:pt x="193403" y="1332"/>
                  </a:lnTo>
                  <a:lnTo>
                    <a:pt x="188152" y="582"/>
                  </a:lnTo>
                  <a:lnTo>
                    <a:pt x="182880" y="0"/>
                  </a:lnTo>
                  <a:lnTo>
                    <a:pt x="167149" y="1664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15730" cy="167167"/>
            </a:xfrm>
            <a:custGeom>
              <a:avLst/>
              <a:pathLst>
                <a:path w="15730" h="167167">
                  <a:moveTo>
                    <a:pt x="15730" y="74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715" y="2633064"/>
              <a:ext cx="6033" cy="167167"/>
            </a:xfrm>
            <a:custGeom>
              <a:avLst/>
              <a:pathLst>
                <a:path w="6033" h="167167">
                  <a:moveTo>
                    <a:pt x="6033" y="0"/>
                  </a:moveTo>
                  <a:lnTo>
                    <a:pt x="0" y="108"/>
                  </a:lnTo>
                  <a:lnTo>
                    <a:pt x="603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715" y="2633173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715" y="2633173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715" y="2633173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715" y="2633173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715" y="2633173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715" y="2633173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715" y="2633173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715" y="2633173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715" y="2633173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715" y="2633173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715" y="2633173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715" y="2633173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715" y="2633173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93" y="2633173"/>
              <a:ext cx="334309" cy="334224"/>
            </a:xfrm>
            <a:custGeom>
              <a:avLst/>
              <a:pathLst>
                <a:path w="334309" h="334224">
                  <a:moveTo>
                    <a:pt x="161122" y="0"/>
                  </a:moveTo>
                  <a:lnTo>
                    <a:pt x="155826" y="275"/>
                  </a:lnTo>
                  <a:lnTo>
                    <a:pt x="150542" y="718"/>
                  </a:lnTo>
                  <a:lnTo>
                    <a:pt x="145274" y="1329"/>
                  </a:lnTo>
                  <a:lnTo>
                    <a:pt x="140028" y="2106"/>
                  </a:lnTo>
                  <a:lnTo>
                    <a:pt x="134810" y="3050"/>
                  </a:lnTo>
                  <a:lnTo>
                    <a:pt x="129624" y="4158"/>
                  </a:lnTo>
                  <a:lnTo>
                    <a:pt x="124476" y="5431"/>
                  </a:lnTo>
                  <a:lnTo>
                    <a:pt x="119371" y="6866"/>
                  </a:lnTo>
                  <a:lnTo>
                    <a:pt x="114314" y="8462"/>
                  </a:lnTo>
                  <a:lnTo>
                    <a:pt x="109310" y="10218"/>
                  </a:lnTo>
                  <a:lnTo>
                    <a:pt x="104364" y="12131"/>
                  </a:lnTo>
                  <a:lnTo>
                    <a:pt x="99482" y="14201"/>
                  </a:lnTo>
                  <a:lnTo>
                    <a:pt x="94668" y="16424"/>
                  </a:lnTo>
                  <a:lnTo>
                    <a:pt x="89926" y="18799"/>
                  </a:lnTo>
                  <a:lnTo>
                    <a:pt x="85262" y="21324"/>
                  </a:lnTo>
                  <a:lnTo>
                    <a:pt x="80681" y="23994"/>
                  </a:lnTo>
                  <a:lnTo>
                    <a:pt x="76187" y="26809"/>
                  </a:lnTo>
                  <a:lnTo>
                    <a:pt x="71784" y="29765"/>
                  </a:lnTo>
                  <a:lnTo>
                    <a:pt x="67477" y="32859"/>
                  </a:lnTo>
                  <a:lnTo>
                    <a:pt x="63271" y="36088"/>
                  </a:lnTo>
                  <a:lnTo>
                    <a:pt x="59169" y="39449"/>
                  </a:lnTo>
                  <a:lnTo>
                    <a:pt x="55176" y="42939"/>
                  </a:lnTo>
                  <a:lnTo>
                    <a:pt x="51295" y="46553"/>
                  </a:lnTo>
                  <a:lnTo>
                    <a:pt x="47531" y="50289"/>
                  </a:lnTo>
                  <a:lnTo>
                    <a:pt x="43888" y="54142"/>
                  </a:lnTo>
                  <a:lnTo>
                    <a:pt x="40368" y="58108"/>
                  </a:lnTo>
                  <a:lnTo>
                    <a:pt x="36976" y="62185"/>
                  </a:lnTo>
                  <a:lnTo>
                    <a:pt x="33715" y="66366"/>
                  </a:lnTo>
                  <a:lnTo>
                    <a:pt x="30589" y="70650"/>
                  </a:lnTo>
                  <a:lnTo>
                    <a:pt x="27599" y="75030"/>
                  </a:lnTo>
                  <a:lnTo>
                    <a:pt x="24751" y="79503"/>
                  </a:lnTo>
                  <a:lnTo>
                    <a:pt x="22045" y="84064"/>
                  </a:lnTo>
                  <a:lnTo>
                    <a:pt x="19486" y="88708"/>
                  </a:lnTo>
                  <a:lnTo>
                    <a:pt x="17075" y="93431"/>
                  </a:lnTo>
                  <a:lnTo>
                    <a:pt x="14815" y="98229"/>
                  </a:lnTo>
                  <a:lnTo>
                    <a:pt x="12709" y="103095"/>
                  </a:lnTo>
                  <a:lnTo>
                    <a:pt x="10757" y="108026"/>
                  </a:lnTo>
                  <a:lnTo>
                    <a:pt x="8964" y="113017"/>
                  </a:lnTo>
                  <a:lnTo>
                    <a:pt x="7329" y="118061"/>
                  </a:lnTo>
                  <a:lnTo>
                    <a:pt x="5856" y="123156"/>
                  </a:lnTo>
                  <a:lnTo>
                    <a:pt x="4544" y="128294"/>
                  </a:lnTo>
                  <a:lnTo>
                    <a:pt x="3396" y="133471"/>
                  </a:lnTo>
                  <a:lnTo>
                    <a:pt x="2413" y="138682"/>
                  </a:lnTo>
                  <a:lnTo>
                    <a:pt x="1596" y="143922"/>
                  </a:lnTo>
                  <a:lnTo>
                    <a:pt x="946" y="149185"/>
                  </a:lnTo>
                  <a:lnTo>
                    <a:pt x="463" y="154466"/>
                  </a:lnTo>
                  <a:lnTo>
                    <a:pt x="147" y="159759"/>
                  </a:lnTo>
                  <a:lnTo>
                    <a:pt x="0" y="165060"/>
                  </a:lnTo>
                  <a:lnTo>
                    <a:pt x="20" y="170363"/>
                  </a:lnTo>
                  <a:lnTo>
                    <a:pt x="209" y="175663"/>
                  </a:lnTo>
                  <a:lnTo>
                    <a:pt x="566" y="180954"/>
                  </a:lnTo>
                  <a:lnTo>
                    <a:pt x="1091" y="186231"/>
                  </a:lnTo>
                  <a:lnTo>
                    <a:pt x="1782" y="191488"/>
                  </a:lnTo>
                  <a:lnTo>
                    <a:pt x="2640" y="196721"/>
                  </a:lnTo>
                  <a:lnTo>
                    <a:pt x="3664" y="201925"/>
                  </a:lnTo>
                  <a:lnTo>
                    <a:pt x="4852" y="207093"/>
                  </a:lnTo>
                  <a:lnTo>
                    <a:pt x="6204" y="212221"/>
                  </a:lnTo>
                  <a:lnTo>
                    <a:pt x="7717" y="217303"/>
                  </a:lnTo>
                  <a:lnTo>
                    <a:pt x="9391" y="222335"/>
                  </a:lnTo>
                  <a:lnTo>
                    <a:pt x="11224" y="227311"/>
                  </a:lnTo>
                  <a:lnTo>
                    <a:pt x="13214" y="232227"/>
                  </a:lnTo>
                  <a:lnTo>
                    <a:pt x="15358" y="237077"/>
                  </a:lnTo>
                  <a:lnTo>
                    <a:pt x="17655" y="241856"/>
                  </a:lnTo>
                  <a:lnTo>
                    <a:pt x="20103" y="246561"/>
                  </a:lnTo>
                  <a:lnTo>
                    <a:pt x="22699" y="251185"/>
                  </a:lnTo>
                  <a:lnTo>
                    <a:pt x="25440" y="255725"/>
                  </a:lnTo>
                  <a:lnTo>
                    <a:pt x="28324" y="260175"/>
                  </a:lnTo>
                  <a:lnTo>
                    <a:pt x="31347" y="264532"/>
                  </a:lnTo>
                  <a:lnTo>
                    <a:pt x="34507" y="268790"/>
                  </a:lnTo>
                  <a:lnTo>
                    <a:pt x="37801" y="272947"/>
                  </a:lnTo>
                  <a:lnTo>
                    <a:pt x="41224" y="276996"/>
                  </a:lnTo>
                  <a:lnTo>
                    <a:pt x="44775" y="280935"/>
                  </a:lnTo>
                  <a:lnTo>
                    <a:pt x="48448" y="284760"/>
                  </a:lnTo>
                  <a:lnTo>
                    <a:pt x="52241" y="288466"/>
                  </a:lnTo>
                  <a:lnTo>
                    <a:pt x="56150" y="292049"/>
                  </a:lnTo>
                  <a:lnTo>
                    <a:pt x="60170" y="295507"/>
                  </a:lnTo>
                  <a:lnTo>
                    <a:pt x="64298" y="298836"/>
                  </a:lnTo>
                  <a:lnTo>
                    <a:pt x="68530" y="302032"/>
                  </a:lnTo>
                  <a:lnTo>
                    <a:pt x="72861" y="305093"/>
                  </a:lnTo>
                  <a:lnTo>
                    <a:pt x="77287" y="308014"/>
                  </a:lnTo>
                  <a:lnTo>
                    <a:pt x="81803" y="310794"/>
                  </a:lnTo>
                  <a:lnTo>
                    <a:pt x="86405" y="313429"/>
                  </a:lnTo>
                  <a:lnTo>
                    <a:pt x="91088" y="315916"/>
                  </a:lnTo>
                  <a:lnTo>
                    <a:pt x="95848" y="318254"/>
                  </a:lnTo>
                  <a:lnTo>
                    <a:pt x="100680" y="320440"/>
                  </a:lnTo>
                  <a:lnTo>
                    <a:pt x="105578" y="322471"/>
                  </a:lnTo>
                  <a:lnTo>
                    <a:pt x="110538" y="324346"/>
                  </a:lnTo>
                  <a:lnTo>
                    <a:pt x="115556" y="326063"/>
                  </a:lnTo>
                  <a:lnTo>
                    <a:pt x="120625" y="327619"/>
                  </a:lnTo>
                  <a:lnTo>
                    <a:pt x="125741" y="329014"/>
                  </a:lnTo>
                  <a:lnTo>
                    <a:pt x="130899" y="330247"/>
                  </a:lnTo>
                  <a:lnTo>
                    <a:pt x="136094" y="331314"/>
                  </a:lnTo>
                  <a:lnTo>
                    <a:pt x="141319" y="332217"/>
                  </a:lnTo>
                  <a:lnTo>
                    <a:pt x="146571" y="332953"/>
                  </a:lnTo>
                  <a:lnTo>
                    <a:pt x="151843" y="333523"/>
                  </a:lnTo>
                  <a:lnTo>
                    <a:pt x="157131" y="333925"/>
                  </a:lnTo>
                  <a:lnTo>
                    <a:pt x="162429" y="334159"/>
                  </a:lnTo>
                  <a:lnTo>
                    <a:pt x="167731" y="334224"/>
                  </a:lnTo>
                  <a:lnTo>
                    <a:pt x="173033" y="334122"/>
                  </a:lnTo>
                  <a:lnTo>
                    <a:pt x="178329" y="333852"/>
                  </a:lnTo>
                  <a:lnTo>
                    <a:pt x="183614" y="333413"/>
                  </a:lnTo>
                  <a:lnTo>
                    <a:pt x="188883" y="332807"/>
                  </a:lnTo>
                  <a:lnTo>
                    <a:pt x="194129" y="332035"/>
                  </a:lnTo>
                  <a:lnTo>
                    <a:pt x="199348" y="331096"/>
                  </a:lnTo>
                  <a:lnTo>
                    <a:pt x="204535" y="329993"/>
                  </a:lnTo>
                  <a:lnTo>
                    <a:pt x="209684" y="328725"/>
                  </a:lnTo>
                  <a:lnTo>
                    <a:pt x="214791" y="327295"/>
                  </a:lnTo>
                  <a:lnTo>
                    <a:pt x="219849" y="325703"/>
                  </a:lnTo>
                  <a:lnTo>
                    <a:pt x="224855" y="323952"/>
                  </a:lnTo>
                  <a:lnTo>
                    <a:pt x="229802" y="322043"/>
                  </a:lnTo>
                  <a:lnTo>
                    <a:pt x="234687" y="319978"/>
                  </a:lnTo>
                  <a:lnTo>
                    <a:pt x="239503" y="317759"/>
                  </a:lnTo>
                  <a:lnTo>
                    <a:pt x="244247" y="315388"/>
                  </a:lnTo>
                  <a:lnTo>
                    <a:pt x="248913" y="312868"/>
                  </a:lnTo>
                  <a:lnTo>
                    <a:pt x="253496" y="310202"/>
                  </a:lnTo>
                  <a:lnTo>
                    <a:pt x="257993" y="307391"/>
                  </a:lnTo>
                  <a:lnTo>
                    <a:pt x="262399" y="304439"/>
                  </a:lnTo>
                  <a:lnTo>
                    <a:pt x="266708" y="301349"/>
                  </a:lnTo>
                  <a:lnTo>
                    <a:pt x="270918" y="298124"/>
                  </a:lnTo>
                  <a:lnTo>
                    <a:pt x="275023" y="294767"/>
                  </a:lnTo>
                  <a:lnTo>
                    <a:pt x="279019" y="291281"/>
                  </a:lnTo>
                  <a:lnTo>
                    <a:pt x="282903" y="287670"/>
                  </a:lnTo>
                  <a:lnTo>
                    <a:pt x="286671" y="283938"/>
                  </a:lnTo>
                  <a:lnTo>
                    <a:pt x="290318" y="280089"/>
                  </a:lnTo>
                  <a:lnTo>
                    <a:pt x="293841" y="276125"/>
                  </a:lnTo>
                  <a:lnTo>
                    <a:pt x="297237" y="272052"/>
                  </a:lnTo>
                  <a:lnTo>
                    <a:pt x="300501" y="267873"/>
                  </a:lnTo>
                  <a:lnTo>
                    <a:pt x="303632" y="263593"/>
                  </a:lnTo>
                  <a:lnTo>
                    <a:pt x="306625" y="259215"/>
                  </a:lnTo>
                  <a:lnTo>
                    <a:pt x="309478" y="254745"/>
                  </a:lnTo>
                  <a:lnTo>
                    <a:pt x="312188" y="250187"/>
                  </a:lnTo>
                  <a:lnTo>
                    <a:pt x="314752" y="245545"/>
                  </a:lnTo>
                  <a:lnTo>
                    <a:pt x="317167" y="240824"/>
                  </a:lnTo>
                  <a:lnTo>
                    <a:pt x="319431" y="236029"/>
                  </a:lnTo>
                  <a:lnTo>
                    <a:pt x="321542" y="231164"/>
                  </a:lnTo>
                  <a:lnTo>
                    <a:pt x="323498" y="226235"/>
                  </a:lnTo>
                  <a:lnTo>
                    <a:pt x="325296" y="221246"/>
                  </a:lnTo>
                  <a:lnTo>
                    <a:pt x="326935" y="216203"/>
                  </a:lnTo>
                  <a:lnTo>
                    <a:pt x="328414" y="211110"/>
                  </a:lnTo>
                  <a:lnTo>
                    <a:pt x="329730" y="205973"/>
                  </a:lnTo>
                  <a:lnTo>
                    <a:pt x="330882" y="200797"/>
                  </a:lnTo>
                  <a:lnTo>
                    <a:pt x="331870" y="195586"/>
                  </a:lnTo>
                  <a:lnTo>
                    <a:pt x="332692" y="190348"/>
                  </a:lnTo>
                  <a:lnTo>
                    <a:pt x="333348" y="185085"/>
                  </a:lnTo>
                  <a:lnTo>
                    <a:pt x="333836" y="179805"/>
                  </a:lnTo>
                  <a:lnTo>
                    <a:pt x="334156" y="174511"/>
                  </a:lnTo>
                  <a:lnTo>
                    <a:pt x="334309" y="169211"/>
                  </a:lnTo>
                  <a:lnTo>
                    <a:pt x="334293" y="163908"/>
                  </a:lnTo>
                  <a:lnTo>
                    <a:pt x="334109" y="158608"/>
                  </a:lnTo>
                  <a:lnTo>
                    <a:pt x="333757" y="153317"/>
                  </a:lnTo>
                  <a:lnTo>
                    <a:pt x="333237" y="148039"/>
                  </a:lnTo>
                  <a:lnTo>
                    <a:pt x="332550" y="142781"/>
                  </a:lnTo>
                  <a:lnTo>
                    <a:pt x="331697" y="137547"/>
                  </a:lnTo>
                  <a:lnTo>
                    <a:pt x="330678" y="132343"/>
                  </a:lnTo>
                  <a:lnTo>
                    <a:pt x="329495" y="127174"/>
                  </a:lnTo>
                  <a:lnTo>
                    <a:pt x="328148" y="122044"/>
                  </a:lnTo>
                  <a:lnTo>
                    <a:pt x="326639" y="116961"/>
                  </a:lnTo>
                  <a:lnTo>
                    <a:pt x="324970" y="111927"/>
                  </a:lnTo>
                  <a:lnTo>
                    <a:pt x="323142" y="106949"/>
                  </a:lnTo>
                  <a:lnTo>
                    <a:pt x="321157" y="102032"/>
                  </a:lnTo>
                  <a:lnTo>
                    <a:pt x="319017" y="97180"/>
                  </a:lnTo>
                  <a:lnTo>
                    <a:pt x="316724" y="92398"/>
                  </a:lnTo>
                  <a:lnTo>
                    <a:pt x="314281" y="87692"/>
                  </a:lnTo>
                  <a:lnTo>
                    <a:pt x="311689" y="83065"/>
                  </a:lnTo>
                  <a:lnTo>
                    <a:pt x="308952" y="78523"/>
                  </a:lnTo>
                  <a:lnTo>
                    <a:pt x="306073" y="74070"/>
                  </a:lnTo>
                  <a:lnTo>
                    <a:pt x="303053" y="69710"/>
                  </a:lnTo>
                  <a:lnTo>
                    <a:pt x="299897" y="65449"/>
                  </a:lnTo>
                  <a:lnTo>
                    <a:pt x="296608" y="61289"/>
                  </a:lnTo>
                  <a:lnTo>
                    <a:pt x="293188" y="57237"/>
                  </a:lnTo>
                  <a:lnTo>
                    <a:pt x="289641" y="53294"/>
                  </a:lnTo>
                  <a:lnTo>
                    <a:pt x="285971" y="49466"/>
                  </a:lnTo>
                  <a:lnTo>
                    <a:pt x="282181" y="45757"/>
                  </a:lnTo>
                  <a:lnTo>
                    <a:pt x="278276" y="42170"/>
                  </a:lnTo>
                  <a:lnTo>
                    <a:pt x="274258" y="38708"/>
                  </a:lnTo>
                  <a:lnTo>
                    <a:pt x="270134" y="35375"/>
                  </a:lnTo>
                  <a:lnTo>
                    <a:pt x="265905" y="32175"/>
                  </a:lnTo>
                  <a:lnTo>
                    <a:pt x="261577" y="29111"/>
                  </a:lnTo>
                  <a:lnTo>
                    <a:pt x="257154" y="26185"/>
                  </a:lnTo>
                  <a:lnTo>
                    <a:pt x="252640" y="23401"/>
                  </a:lnTo>
                  <a:lnTo>
                    <a:pt x="248041" y="20762"/>
                  </a:lnTo>
                  <a:lnTo>
                    <a:pt x="243360" y="18270"/>
                  </a:lnTo>
                  <a:lnTo>
                    <a:pt x="238602" y="15928"/>
                  </a:lnTo>
                  <a:lnTo>
                    <a:pt x="233773" y="13738"/>
                  </a:lnTo>
                  <a:lnTo>
                    <a:pt x="228876" y="11702"/>
                  </a:lnTo>
                  <a:lnTo>
                    <a:pt x="223917" y="9823"/>
                  </a:lnTo>
                  <a:lnTo>
                    <a:pt x="167155" y="1670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56762" cy="167167"/>
            </a:xfrm>
            <a:custGeom>
              <a:avLst/>
              <a:pathLst>
                <a:path w="56762" h="167167">
                  <a:moveTo>
                    <a:pt x="56762" y="9931"/>
                  </a:moveTo>
                  <a:lnTo>
                    <a:pt x="51281" y="8060"/>
                  </a:lnTo>
                  <a:lnTo>
                    <a:pt x="45740" y="6379"/>
                  </a:lnTo>
                  <a:lnTo>
                    <a:pt x="40143" y="4891"/>
                  </a:lnTo>
                  <a:lnTo>
                    <a:pt x="34498" y="3598"/>
                  </a:lnTo>
                  <a:lnTo>
                    <a:pt x="28812" y="2501"/>
                  </a:lnTo>
                  <a:lnTo>
                    <a:pt x="23091" y="1602"/>
                  </a:lnTo>
                  <a:lnTo>
                    <a:pt x="17342" y="902"/>
                  </a:lnTo>
                  <a:lnTo>
                    <a:pt x="11573" y="401"/>
                  </a:lnTo>
                  <a:lnTo>
                    <a:pt x="5790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2448" y="3170392"/>
              <a:ext cx="23532" cy="167167"/>
            </a:xfrm>
            <a:custGeom>
              <a:avLst/>
              <a:pathLst>
                <a:path w="23532" h="167167">
                  <a:moveTo>
                    <a:pt x="23532" y="0"/>
                  </a:moveTo>
                  <a:lnTo>
                    <a:pt x="15665" y="185"/>
                  </a:lnTo>
                  <a:lnTo>
                    <a:pt x="7815" y="740"/>
                  </a:lnTo>
                  <a:lnTo>
                    <a:pt x="0" y="1664"/>
                  </a:lnTo>
                  <a:lnTo>
                    <a:pt x="2353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2448" y="3172057"/>
              <a:ext cx="23532" cy="165502"/>
            </a:xfrm>
            <a:custGeom>
              <a:avLst/>
              <a:pathLst>
                <a:path w="23532" h="165502">
                  <a:moveTo>
                    <a:pt x="0" y="0"/>
                  </a:moveTo>
                  <a:lnTo>
                    <a:pt x="23532" y="1655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3" y="3172057"/>
              <a:ext cx="334334" cy="332650"/>
            </a:xfrm>
            <a:custGeom>
              <a:avLst/>
              <a:pathLst>
                <a:path w="334334" h="332650">
                  <a:moveTo>
                    <a:pt x="143634" y="0"/>
                  </a:moveTo>
                  <a:lnTo>
                    <a:pt x="138394" y="830"/>
                  </a:lnTo>
                  <a:lnTo>
                    <a:pt x="133182" y="1826"/>
                  </a:lnTo>
                  <a:lnTo>
                    <a:pt x="128004" y="2987"/>
                  </a:lnTo>
                  <a:lnTo>
                    <a:pt x="122866" y="4312"/>
                  </a:lnTo>
                  <a:lnTo>
                    <a:pt x="117773" y="5799"/>
                  </a:lnTo>
                  <a:lnTo>
                    <a:pt x="112729" y="7447"/>
                  </a:lnTo>
                  <a:lnTo>
                    <a:pt x="107740" y="9254"/>
                  </a:lnTo>
                  <a:lnTo>
                    <a:pt x="102811" y="11219"/>
                  </a:lnTo>
                  <a:lnTo>
                    <a:pt x="97947" y="13339"/>
                  </a:lnTo>
                  <a:lnTo>
                    <a:pt x="93153" y="15613"/>
                  </a:lnTo>
                  <a:lnTo>
                    <a:pt x="88433" y="18037"/>
                  </a:lnTo>
                  <a:lnTo>
                    <a:pt x="83793" y="20610"/>
                  </a:lnTo>
                  <a:lnTo>
                    <a:pt x="79236" y="23329"/>
                  </a:lnTo>
                  <a:lnTo>
                    <a:pt x="74768" y="26192"/>
                  </a:lnTo>
                  <a:lnTo>
                    <a:pt x="70394" y="29194"/>
                  </a:lnTo>
                  <a:lnTo>
                    <a:pt x="66116" y="32334"/>
                  </a:lnTo>
                  <a:lnTo>
                    <a:pt x="61941" y="35608"/>
                  </a:lnTo>
                  <a:lnTo>
                    <a:pt x="57871" y="39013"/>
                  </a:lnTo>
                  <a:lnTo>
                    <a:pt x="53912" y="42546"/>
                  </a:lnTo>
                  <a:lnTo>
                    <a:pt x="50067" y="46202"/>
                  </a:lnTo>
                  <a:lnTo>
                    <a:pt x="46340" y="49979"/>
                  </a:lnTo>
                  <a:lnTo>
                    <a:pt x="42734" y="53872"/>
                  </a:lnTo>
                  <a:lnTo>
                    <a:pt x="39254" y="57877"/>
                  </a:lnTo>
                  <a:lnTo>
                    <a:pt x="35903" y="61991"/>
                  </a:lnTo>
                  <a:lnTo>
                    <a:pt x="32684" y="66209"/>
                  </a:lnTo>
                  <a:lnTo>
                    <a:pt x="29600" y="70527"/>
                  </a:lnTo>
                  <a:lnTo>
                    <a:pt x="26655" y="74941"/>
                  </a:lnTo>
                  <a:lnTo>
                    <a:pt x="23852" y="79446"/>
                  </a:lnTo>
                  <a:lnTo>
                    <a:pt x="21193" y="84038"/>
                  </a:lnTo>
                  <a:lnTo>
                    <a:pt x="18681" y="88711"/>
                  </a:lnTo>
                  <a:lnTo>
                    <a:pt x="16318" y="93463"/>
                  </a:lnTo>
                  <a:lnTo>
                    <a:pt x="14108" y="98286"/>
                  </a:lnTo>
                  <a:lnTo>
                    <a:pt x="12052" y="103178"/>
                  </a:lnTo>
                  <a:lnTo>
                    <a:pt x="10152" y="108132"/>
                  </a:lnTo>
                  <a:lnTo>
                    <a:pt x="8410" y="113144"/>
                  </a:lnTo>
                  <a:lnTo>
                    <a:pt x="6829" y="118209"/>
                  </a:lnTo>
                  <a:lnTo>
                    <a:pt x="5409" y="123322"/>
                  </a:lnTo>
                  <a:lnTo>
                    <a:pt x="4151" y="128477"/>
                  </a:lnTo>
                  <a:lnTo>
                    <a:pt x="3058" y="133669"/>
                  </a:lnTo>
                  <a:lnTo>
                    <a:pt x="2131" y="138893"/>
                  </a:lnTo>
                  <a:lnTo>
                    <a:pt x="1369" y="144145"/>
                  </a:lnTo>
                  <a:lnTo>
                    <a:pt x="775" y="149417"/>
                  </a:lnTo>
                  <a:lnTo>
                    <a:pt x="348" y="154706"/>
                  </a:lnTo>
                  <a:lnTo>
                    <a:pt x="90" y="160006"/>
                  </a:lnTo>
                  <a:lnTo>
                    <a:pt x="0" y="165311"/>
                  </a:lnTo>
                  <a:lnTo>
                    <a:pt x="78" y="170617"/>
                  </a:lnTo>
                  <a:lnTo>
                    <a:pt x="324" y="175917"/>
                  </a:lnTo>
                  <a:lnTo>
                    <a:pt x="739" y="181207"/>
                  </a:lnTo>
                  <a:lnTo>
                    <a:pt x="1321" y="186481"/>
                  </a:lnTo>
                  <a:lnTo>
                    <a:pt x="2070" y="191734"/>
                  </a:lnTo>
                  <a:lnTo>
                    <a:pt x="2986" y="196960"/>
                  </a:lnTo>
                  <a:lnTo>
                    <a:pt x="4067" y="202155"/>
                  </a:lnTo>
                  <a:lnTo>
                    <a:pt x="5313" y="207313"/>
                  </a:lnTo>
                  <a:lnTo>
                    <a:pt x="6721" y="212429"/>
                  </a:lnTo>
                  <a:lnTo>
                    <a:pt x="8291" y="217497"/>
                  </a:lnTo>
                  <a:lnTo>
                    <a:pt x="10021" y="222513"/>
                  </a:lnTo>
                  <a:lnTo>
                    <a:pt x="11910" y="227472"/>
                  </a:lnTo>
                  <a:lnTo>
                    <a:pt x="13955" y="232368"/>
                  </a:lnTo>
                  <a:lnTo>
                    <a:pt x="16154" y="237197"/>
                  </a:lnTo>
                  <a:lnTo>
                    <a:pt x="18506" y="241954"/>
                  </a:lnTo>
                  <a:lnTo>
                    <a:pt x="21007" y="246633"/>
                  </a:lnTo>
                  <a:lnTo>
                    <a:pt x="23655" y="251231"/>
                  </a:lnTo>
                  <a:lnTo>
                    <a:pt x="26448" y="255743"/>
                  </a:lnTo>
                  <a:lnTo>
                    <a:pt x="29383" y="260163"/>
                  </a:lnTo>
                  <a:lnTo>
                    <a:pt x="32457" y="264488"/>
                  </a:lnTo>
                  <a:lnTo>
                    <a:pt x="35666" y="268714"/>
                  </a:lnTo>
                  <a:lnTo>
                    <a:pt x="39008" y="272835"/>
                  </a:lnTo>
                  <a:lnTo>
                    <a:pt x="42479" y="276848"/>
                  </a:lnTo>
                  <a:lnTo>
                    <a:pt x="46076" y="280750"/>
                  </a:lnTo>
                  <a:lnTo>
                    <a:pt x="49795" y="284535"/>
                  </a:lnTo>
                  <a:lnTo>
                    <a:pt x="53631" y="288200"/>
                  </a:lnTo>
                  <a:lnTo>
                    <a:pt x="57583" y="291741"/>
                  </a:lnTo>
                  <a:lnTo>
                    <a:pt x="61644" y="295156"/>
                  </a:lnTo>
                  <a:lnTo>
                    <a:pt x="65812" y="298439"/>
                  </a:lnTo>
                  <a:lnTo>
                    <a:pt x="70082" y="301589"/>
                  </a:lnTo>
                  <a:lnTo>
                    <a:pt x="74450" y="304602"/>
                  </a:lnTo>
                  <a:lnTo>
                    <a:pt x="78912" y="307474"/>
                  </a:lnTo>
                  <a:lnTo>
                    <a:pt x="83462" y="310203"/>
                  </a:lnTo>
                  <a:lnTo>
                    <a:pt x="88096" y="312787"/>
                  </a:lnTo>
                  <a:lnTo>
                    <a:pt x="92811" y="315222"/>
                  </a:lnTo>
                  <a:lnTo>
                    <a:pt x="97600" y="317507"/>
                  </a:lnTo>
                  <a:lnTo>
                    <a:pt x="102459" y="319638"/>
                  </a:lnTo>
                  <a:lnTo>
                    <a:pt x="107384" y="321614"/>
                  </a:lnTo>
                  <a:lnTo>
                    <a:pt x="112368" y="323433"/>
                  </a:lnTo>
                  <a:lnTo>
                    <a:pt x="117408" y="325092"/>
                  </a:lnTo>
                  <a:lnTo>
                    <a:pt x="122498" y="326591"/>
                  </a:lnTo>
                  <a:lnTo>
                    <a:pt x="127633" y="327928"/>
                  </a:lnTo>
                  <a:lnTo>
                    <a:pt x="132808" y="329101"/>
                  </a:lnTo>
                  <a:lnTo>
                    <a:pt x="138017" y="330109"/>
                  </a:lnTo>
                  <a:lnTo>
                    <a:pt x="143256" y="330951"/>
                  </a:lnTo>
                  <a:lnTo>
                    <a:pt x="148519" y="331626"/>
                  </a:lnTo>
                  <a:lnTo>
                    <a:pt x="153801" y="332135"/>
                  </a:lnTo>
                  <a:lnTo>
                    <a:pt x="159096" y="332475"/>
                  </a:lnTo>
                  <a:lnTo>
                    <a:pt x="164399" y="332647"/>
                  </a:lnTo>
                  <a:lnTo>
                    <a:pt x="169705" y="332650"/>
                  </a:lnTo>
                  <a:lnTo>
                    <a:pt x="175009" y="332486"/>
                  </a:lnTo>
                  <a:lnTo>
                    <a:pt x="180305" y="332153"/>
                  </a:lnTo>
                  <a:lnTo>
                    <a:pt x="185587" y="331652"/>
                  </a:lnTo>
                  <a:lnTo>
                    <a:pt x="190851" y="330983"/>
                  </a:lnTo>
                  <a:lnTo>
                    <a:pt x="196091" y="330148"/>
                  </a:lnTo>
                  <a:lnTo>
                    <a:pt x="201302" y="329148"/>
                  </a:lnTo>
                  <a:lnTo>
                    <a:pt x="206478" y="327982"/>
                  </a:lnTo>
                  <a:lnTo>
                    <a:pt x="211615" y="326652"/>
                  </a:lnTo>
                  <a:lnTo>
                    <a:pt x="216707" y="325160"/>
                  </a:lnTo>
                  <a:lnTo>
                    <a:pt x="221749" y="323508"/>
                  </a:lnTo>
                  <a:lnTo>
                    <a:pt x="226736" y="321696"/>
                  </a:lnTo>
                  <a:lnTo>
                    <a:pt x="231663" y="319727"/>
                  </a:lnTo>
                  <a:lnTo>
                    <a:pt x="236525" y="317602"/>
                  </a:lnTo>
                  <a:lnTo>
                    <a:pt x="241318" y="315324"/>
                  </a:lnTo>
                  <a:lnTo>
                    <a:pt x="246035" y="312895"/>
                  </a:lnTo>
                  <a:lnTo>
                    <a:pt x="250673" y="310318"/>
                  </a:lnTo>
                  <a:lnTo>
                    <a:pt x="255227" y="307595"/>
                  </a:lnTo>
                  <a:lnTo>
                    <a:pt x="259693" y="304728"/>
                  </a:lnTo>
                  <a:lnTo>
                    <a:pt x="264065" y="301722"/>
                  </a:lnTo>
                  <a:lnTo>
                    <a:pt x="268339" y="298578"/>
                  </a:lnTo>
                  <a:lnTo>
                    <a:pt x="272512" y="295300"/>
                  </a:lnTo>
                  <a:lnTo>
                    <a:pt x="276578" y="291891"/>
                  </a:lnTo>
                  <a:lnTo>
                    <a:pt x="280534" y="288355"/>
                  </a:lnTo>
                  <a:lnTo>
                    <a:pt x="284376" y="284695"/>
                  </a:lnTo>
                  <a:lnTo>
                    <a:pt x="288100" y="280915"/>
                  </a:lnTo>
                  <a:lnTo>
                    <a:pt x="291702" y="277019"/>
                  </a:lnTo>
                  <a:lnTo>
                    <a:pt x="295178" y="273011"/>
                  </a:lnTo>
                  <a:lnTo>
                    <a:pt x="298526" y="268894"/>
                  </a:lnTo>
                  <a:lnTo>
                    <a:pt x="301741" y="264673"/>
                  </a:lnTo>
                  <a:lnTo>
                    <a:pt x="304821" y="260352"/>
                  </a:lnTo>
                  <a:lnTo>
                    <a:pt x="307761" y="255935"/>
                  </a:lnTo>
                  <a:lnTo>
                    <a:pt x="310561" y="251428"/>
                  </a:lnTo>
                  <a:lnTo>
                    <a:pt x="313215" y="246833"/>
                  </a:lnTo>
                  <a:lnTo>
                    <a:pt x="315723" y="242157"/>
                  </a:lnTo>
                  <a:lnTo>
                    <a:pt x="318081" y="237404"/>
                  </a:lnTo>
                  <a:lnTo>
                    <a:pt x="320287" y="232578"/>
                  </a:lnTo>
                  <a:lnTo>
                    <a:pt x="322339" y="227685"/>
                  </a:lnTo>
                  <a:lnTo>
                    <a:pt x="324234" y="222729"/>
                  </a:lnTo>
                  <a:lnTo>
                    <a:pt x="325971" y="217715"/>
                  </a:lnTo>
                  <a:lnTo>
                    <a:pt x="327548" y="212649"/>
                  </a:lnTo>
                  <a:lnTo>
                    <a:pt x="328964" y="207535"/>
                  </a:lnTo>
                  <a:lnTo>
                    <a:pt x="330216" y="202379"/>
                  </a:lnTo>
                  <a:lnTo>
                    <a:pt x="331304" y="197185"/>
                  </a:lnTo>
                  <a:lnTo>
                    <a:pt x="332227" y="191960"/>
                  </a:lnTo>
                  <a:lnTo>
                    <a:pt x="332984" y="186708"/>
                  </a:lnTo>
                  <a:lnTo>
                    <a:pt x="333573" y="181435"/>
                  </a:lnTo>
                  <a:lnTo>
                    <a:pt x="333995" y="176146"/>
                  </a:lnTo>
                  <a:lnTo>
                    <a:pt x="334249" y="170846"/>
                  </a:lnTo>
                  <a:lnTo>
                    <a:pt x="334334" y="165540"/>
                  </a:lnTo>
                  <a:lnTo>
                    <a:pt x="334251" y="160235"/>
                  </a:lnTo>
                  <a:lnTo>
                    <a:pt x="334000" y="154935"/>
                  </a:lnTo>
                  <a:lnTo>
                    <a:pt x="333581" y="149645"/>
                  </a:lnTo>
                  <a:lnTo>
                    <a:pt x="332993" y="144372"/>
                  </a:lnTo>
                  <a:lnTo>
                    <a:pt x="332239" y="139120"/>
                  </a:lnTo>
                  <a:lnTo>
                    <a:pt x="331319" y="133894"/>
                  </a:lnTo>
                  <a:lnTo>
                    <a:pt x="330233" y="128700"/>
                  </a:lnTo>
                  <a:lnTo>
                    <a:pt x="328983" y="123543"/>
                  </a:lnTo>
                  <a:lnTo>
                    <a:pt x="327570" y="118429"/>
                  </a:lnTo>
                  <a:lnTo>
                    <a:pt x="325995" y="113362"/>
                  </a:lnTo>
                  <a:lnTo>
                    <a:pt x="324260" y="108347"/>
                  </a:lnTo>
                  <a:lnTo>
                    <a:pt x="322367" y="103391"/>
                  </a:lnTo>
                  <a:lnTo>
                    <a:pt x="320318" y="98496"/>
                  </a:lnTo>
                  <a:lnTo>
                    <a:pt x="318114" y="93669"/>
                  </a:lnTo>
                  <a:lnTo>
                    <a:pt x="315758" y="88915"/>
                  </a:lnTo>
                  <a:lnTo>
                    <a:pt x="313252" y="84238"/>
                  </a:lnTo>
                  <a:lnTo>
                    <a:pt x="310600" y="79642"/>
                  </a:lnTo>
                  <a:lnTo>
                    <a:pt x="307803" y="75133"/>
                  </a:lnTo>
                  <a:lnTo>
                    <a:pt x="304864" y="70716"/>
                  </a:lnTo>
                  <a:lnTo>
                    <a:pt x="301786" y="66393"/>
                  </a:lnTo>
                  <a:lnTo>
                    <a:pt x="298573" y="62171"/>
                  </a:lnTo>
                  <a:lnTo>
                    <a:pt x="295227" y="58052"/>
                  </a:lnTo>
                  <a:lnTo>
                    <a:pt x="291752" y="54042"/>
                  </a:lnTo>
                  <a:lnTo>
                    <a:pt x="288152" y="50144"/>
                  </a:lnTo>
                  <a:lnTo>
                    <a:pt x="284430" y="46363"/>
                  </a:lnTo>
                  <a:lnTo>
                    <a:pt x="280590" y="42701"/>
                  </a:lnTo>
                  <a:lnTo>
                    <a:pt x="276635" y="39163"/>
                  </a:lnTo>
                  <a:lnTo>
                    <a:pt x="272571" y="35753"/>
                  </a:lnTo>
                  <a:lnTo>
                    <a:pt x="268400" y="32473"/>
                  </a:lnTo>
                  <a:lnTo>
                    <a:pt x="264127" y="29327"/>
                  </a:lnTo>
                  <a:lnTo>
                    <a:pt x="167167" y="1655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96959" cy="167167"/>
            </a:xfrm>
            <a:custGeom>
              <a:avLst/>
              <a:pathLst>
                <a:path w="96959" h="167167">
                  <a:moveTo>
                    <a:pt x="96959" y="30992"/>
                  </a:moveTo>
                  <a:lnTo>
                    <a:pt x="92222" y="27740"/>
                  </a:lnTo>
                  <a:lnTo>
                    <a:pt x="87376" y="24653"/>
                  </a:lnTo>
                  <a:lnTo>
                    <a:pt x="82426" y="21734"/>
                  </a:lnTo>
                  <a:lnTo>
                    <a:pt x="77379" y="18987"/>
                  </a:lnTo>
                  <a:lnTo>
                    <a:pt x="72241" y="16415"/>
                  </a:lnTo>
                  <a:lnTo>
                    <a:pt x="67017" y="14021"/>
                  </a:lnTo>
                  <a:lnTo>
                    <a:pt x="61714" y="11808"/>
                  </a:lnTo>
                  <a:lnTo>
                    <a:pt x="56338" y="9779"/>
                  </a:lnTo>
                  <a:lnTo>
                    <a:pt x="50896" y="7936"/>
                  </a:lnTo>
                  <a:lnTo>
                    <a:pt x="45393" y="6281"/>
                  </a:lnTo>
                  <a:lnTo>
                    <a:pt x="39837" y="4816"/>
                  </a:lnTo>
                  <a:lnTo>
                    <a:pt x="34234" y="3542"/>
                  </a:lnTo>
                  <a:lnTo>
                    <a:pt x="28590" y="2463"/>
                  </a:lnTo>
                  <a:lnTo>
                    <a:pt x="22913" y="1577"/>
                  </a:lnTo>
                  <a:lnTo>
                    <a:pt x="17208" y="888"/>
                  </a:lnTo>
                  <a:lnTo>
                    <a:pt x="11483" y="394"/>
                  </a:lnTo>
                  <a:lnTo>
                    <a:pt x="5745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4229" y="3707720"/>
              <a:ext cx="6518" cy="167167"/>
            </a:xfrm>
            <a:custGeom>
              <a:avLst/>
              <a:pathLst>
                <a:path w="6518" h="167167">
                  <a:moveTo>
                    <a:pt x="6518" y="0"/>
                  </a:moveTo>
                  <a:lnTo>
                    <a:pt x="0" y="127"/>
                  </a:lnTo>
                  <a:lnTo>
                    <a:pt x="651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229" y="3707847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229" y="3707847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229" y="3707847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229" y="3707847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229" y="3707847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229" y="3707847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229" y="3707847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229" y="3707847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229" y="3707847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229" y="3707847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4229" y="3707847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95" y="3707847"/>
              <a:ext cx="334313" cy="334207"/>
            </a:xfrm>
            <a:custGeom>
              <a:avLst/>
              <a:pathLst>
                <a:path w="334313" h="334207">
                  <a:moveTo>
                    <a:pt x="160633" y="0"/>
                  </a:moveTo>
                  <a:lnTo>
                    <a:pt x="155353" y="289"/>
                  </a:lnTo>
                  <a:lnTo>
                    <a:pt x="150085" y="746"/>
                  </a:lnTo>
                  <a:lnTo>
                    <a:pt x="144834" y="1369"/>
                  </a:lnTo>
                  <a:lnTo>
                    <a:pt x="139605" y="2158"/>
                  </a:lnTo>
                  <a:lnTo>
                    <a:pt x="134403" y="3112"/>
                  </a:lnTo>
                  <a:lnTo>
                    <a:pt x="129235" y="4229"/>
                  </a:lnTo>
                  <a:lnTo>
                    <a:pt x="124104" y="5510"/>
                  </a:lnTo>
                  <a:lnTo>
                    <a:pt x="119016" y="6953"/>
                  </a:lnTo>
                  <a:lnTo>
                    <a:pt x="113977" y="8555"/>
                  </a:lnTo>
                  <a:lnTo>
                    <a:pt x="108991" y="10316"/>
                  </a:lnTo>
                  <a:lnTo>
                    <a:pt x="104063" y="12235"/>
                  </a:lnTo>
                  <a:lnTo>
                    <a:pt x="99198" y="14308"/>
                  </a:lnTo>
                  <a:lnTo>
                    <a:pt x="94401" y="16533"/>
                  </a:lnTo>
                  <a:lnTo>
                    <a:pt x="89677" y="18910"/>
                  </a:lnTo>
                  <a:lnTo>
                    <a:pt x="85030" y="21434"/>
                  </a:lnTo>
                  <a:lnTo>
                    <a:pt x="80466" y="24105"/>
                  </a:lnTo>
                  <a:lnTo>
                    <a:pt x="75988" y="26918"/>
                  </a:lnTo>
                  <a:lnTo>
                    <a:pt x="71602" y="29872"/>
                  </a:lnTo>
                  <a:lnTo>
                    <a:pt x="67311" y="32963"/>
                  </a:lnTo>
                  <a:lnTo>
                    <a:pt x="63120" y="36188"/>
                  </a:lnTo>
                  <a:lnTo>
                    <a:pt x="59033" y="39544"/>
                  </a:lnTo>
                  <a:lnTo>
                    <a:pt x="55055" y="43027"/>
                  </a:lnTo>
                  <a:lnTo>
                    <a:pt x="51188" y="46635"/>
                  </a:lnTo>
                  <a:lnTo>
                    <a:pt x="47438" y="50363"/>
                  </a:lnTo>
                  <a:lnTo>
                    <a:pt x="43807" y="54208"/>
                  </a:lnTo>
                  <a:lnTo>
                    <a:pt x="40300" y="58166"/>
                  </a:lnTo>
                  <a:lnTo>
                    <a:pt x="36920" y="62232"/>
                  </a:lnTo>
                  <a:lnTo>
                    <a:pt x="33670" y="66404"/>
                  </a:lnTo>
                  <a:lnTo>
                    <a:pt x="30554" y="70676"/>
                  </a:lnTo>
                  <a:lnTo>
                    <a:pt x="27574" y="75045"/>
                  </a:lnTo>
                  <a:lnTo>
                    <a:pt x="24734" y="79506"/>
                  </a:lnTo>
                  <a:lnTo>
                    <a:pt x="22037" y="84055"/>
                  </a:lnTo>
                  <a:lnTo>
                    <a:pt x="19485" y="88686"/>
                  </a:lnTo>
                  <a:lnTo>
                    <a:pt x="17080" y="93396"/>
                  </a:lnTo>
                  <a:lnTo>
                    <a:pt x="14826" y="98180"/>
                  </a:lnTo>
                  <a:lnTo>
                    <a:pt x="12724" y="103032"/>
                  </a:lnTo>
                  <a:lnTo>
                    <a:pt x="10777" y="107949"/>
                  </a:lnTo>
                  <a:lnTo>
                    <a:pt x="8986" y="112924"/>
                  </a:lnTo>
                  <a:lnTo>
                    <a:pt x="7354" y="117954"/>
                  </a:lnTo>
                  <a:lnTo>
                    <a:pt x="5881" y="123033"/>
                  </a:lnTo>
                  <a:lnTo>
                    <a:pt x="4570" y="128156"/>
                  </a:lnTo>
                  <a:lnTo>
                    <a:pt x="3421" y="133318"/>
                  </a:lnTo>
                  <a:lnTo>
                    <a:pt x="2437" y="138514"/>
                  </a:lnTo>
                  <a:lnTo>
                    <a:pt x="1617" y="143738"/>
                  </a:lnTo>
                  <a:lnTo>
                    <a:pt x="963" y="148985"/>
                  </a:lnTo>
                  <a:lnTo>
                    <a:pt x="475" y="154251"/>
                  </a:lnTo>
                  <a:lnTo>
                    <a:pt x="154" y="159529"/>
                  </a:lnTo>
                  <a:lnTo>
                    <a:pt x="0" y="164815"/>
                  </a:lnTo>
                  <a:lnTo>
                    <a:pt x="13" y="170103"/>
                  </a:lnTo>
                  <a:lnTo>
                    <a:pt x="193" y="175388"/>
                  </a:lnTo>
                  <a:lnTo>
                    <a:pt x="541" y="180665"/>
                  </a:lnTo>
                  <a:lnTo>
                    <a:pt x="1055" y="185928"/>
                  </a:lnTo>
                  <a:lnTo>
                    <a:pt x="1736" y="191172"/>
                  </a:lnTo>
                  <a:lnTo>
                    <a:pt x="2582" y="196392"/>
                  </a:lnTo>
                  <a:lnTo>
                    <a:pt x="3593" y="201583"/>
                  </a:lnTo>
                  <a:lnTo>
                    <a:pt x="4767" y="206739"/>
                  </a:lnTo>
                  <a:lnTo>
                    <a:pt x="6104" y="211855"/>
                  </a:lnTo>
                  <a:lnTo>
                    <a:pt x="7602" y="216927"/>
                  </a:lnTo>
                  <a:lnTo>
                    <a:pt x="9260" y="221948"/>
                  </a:lnTo>
                  <a:lnTo>
                    <a:pt x="11075" y="226915"/>
                  </a:lnTo>
                  <a:lnTo>
                    <a:pt x="13047" y="231822"/>
                  </a:lnTo>
                  <a:lnTo>
                    <a:pt x="15174" y="236663"/>
                  </a:lnTo>
                  <a:lnTo>
                    <a:pt x="17452" y="241436"/>
                  </a:lnTo>
                  <a:lnTo>
                    <a:pt x="19880" y="246133"/>
                  </a:lnTo>
                  <a:lnTo>
                    <a:pt x="22455" y="250752"/>
                  </a:lnTo>
                  <a:lnTo>
                    <a:pt x="25175" y="255287"/>
                  </a:lnTo>
                  <a:lnTo>
                    <a:pt x="28038" y="259733"/>
                  </a:lnTo>
                  <a:lnTo>
                    <a:pt x="31039" y="264087"/>
                  </a:lnTo>
                  <a:lnTo>
                    <a:pt x="34177" y="268344"/>
                  </a:lnTo>
                  <a:lnTo>
                    <a:pt x="37448" y="272499"/>
                  </a:lnTo>
                  <a:lnTo>
                    <a:pt x="40848" y="276549"/>
                  </a:lnTo>
                  <a:lnTo>
                    <a:pt x="44375" y="280489"/>
                  </a:lnTo>
                  <a:lnTo>
                    <a:pt x="48025" y="284316"/>
                  </a:lnTo>
                  <a:lnTo>
                    <a:pt x="51794" y="288025"/>
                  </a:lnTo>
                  <a:lnTo>
                    <a:pt x="55678" y="291613"/>
                  </a:lnTo>
                  <a:lnTo>
                    <a:pt x="59674" y="295077"/>
                  </a:lnTo>
                  <a:lnTo>
                    <a:pt x="63778" y="298412"/>
                  </a:lnTo>
                  <a:lnTo>
                    <a:pt x="67985" y="301616"/>
                  </a:lnTo>
                  <a:lnTo>
                    <a:pt x="72291" y="304686"/>
                  </a:lnTo>
                  <a:lnTo>
                    <a:pt x="76692" y="307617"/>
                  </a:lnTo>
                  <a:lnTo>
                    <a:pt x="81184" y="310408"/>
                  </a:lnTo>
                  <a:lnTo>
                    <a:pt x="85762" y="313055"/>
                  </a:lnTo>
                  <a:lnTo>
                    <a:pt x="90421" y="315557"/>
                  </a:lnTo>
                  <a:lnTo>
                    <a:pt x="95157" y="317909"/>
                  </a:lnTo>
                  <a:lnTo>
                    <a:pt x="99965" y="320111"/>
                  </a:lnTo>
                  <a:lnTo>
                    <a:pt x="104840" y="322160"/>
                  </a:lnTo>
                  <a:lnTo>
                    <a:pt x="109778" y="324053"/>
                  </a:lnTo>
                  <a:lnTo>
                    <a:pt x="114773" y="325789"/>
                  </a:lnTo>
                  <a:lnTo>
                    <a:pt x="119820" y="327366"/>
                  </a:lnTo>
                  <a:lnTo>
                    <a:pt x="124915" y="328783"/>
                  </a:lnTo>
                  <a:lnTo>
                    <a:pt x="130052" y="330038"/>
                  </a:lnTo>
                  <a:lnTo>
                    <a:pt x="135226" y="331130"/>
                  </a:lnTo>
                  <a:lnTo>
                    <a:pt x="140432" y="332058"/>
                  </a:lnTo>
                  <a:lnTo>
                    <a:pt x="145665" y="332821"/>
                  </a:lnTo>
                  <a:lnTo>
                    <a:pt x="150919" y="333417"/>
                  </a:lnTo>
                  <a:lnTo>
                    <a:pt x="156190" y="333847"/>
                  </a:lnTo>
                  <a:lnTo>
                    <a:pt x="161472" y="334111"/>
                  </a:lnTo>
                  <a:lnTo>
                    <a:pt x="166759" y="334207"/>
                  </a:lnTo>
                  <a:lnTo>
                    <a:pt x="172047" y="334136"/>
                  </a:lnTo>
                  <a:lnTo>
                    <a:pt x="177329" y="333897"/>
                  </a:lnTo>
                  <a:lnTo>
                    <a:pt x="182602" y="333492"/>
                  </a:lnTo>
                  <a:lnTo>
                    <a:pt x="187859" y="332920"/>
                  </a:lnTo>
                  <a:lnTo>
                    <a:pt x="193095" y="332182"/>
                  </a:lnTo>
                  <a:lnTo>
                    <a:pt x="198306" y="331279"/>
                  </a:lnTo>
                  <a:lnTo>
                    <a:pt x="203485" y="330211"/>
                  </a:lnTo>
                  <a:lnTo>
                    <a:pt x="208628" y="328980"/>
                  </a:lnTo>
                  <a:lnTo>
                    <a:pt x="213729" y="327587"/>
                  </a:lnTo>
                  <a:lnTo>
                    <a:pt x="218784" y="326034"/>
                  </a:lnTo>
                  <a:lnTo>
                    <a:pt x="223787" y="324321"/>
                  </a:lnTo>
                  <a:lnTo>
                    <a:pt x="228734" y="322451"/>
                  </a:lnTo>
                  <a:lnTo>
                    <a:pt x="233618" y="320426"/>
                  </a:lnTo>
                  <a:lnTo>
                    <a:pt x="238437" y="318246"/>
                  </a:lnTo>
                  <a:lnTo>
                    <a:pt x="243184" y="315916"/>
                  </a:lnTo>
                  <a:lnTo>
                    <a:pt x="247855" y="313437"/>
                  </a:lnTo>
                  <a:lnTo>
                    <a:pt x="252445" y="310811"/>
                  </a:lnTo>
                  <a:lnTo>
                    <a:pt x="256949" y="308041"/>
                  </a:lnTo>
                  <a:lnTo>
                    <a:pt x="261364" y="305130"/>
                  </a:lnTo>
                  <a:lnTo>
                    <a:pt x="265685" y="302081"/>
                  </a:lnTo>
                  <a:lnTo>
                    <a:pt x="269907" y="298897"/>
                  </a:lnTo>
                  <a:lnTo>
                    <a:pt x="274026" y="295581"/>
                  </a:lnTo>
                  <a:lnTo>
                    <a:pt x="278039" y="292136"/>
                  </a:lnTo>
                  <a:lnTo>
                    <a:pt x="281940" y="288566"/>
                  </a:lnTo>
                  <a:lnTo>
                    <a:pt x="285726" y="284875"/>
                  </a:lnTo>
                  <a:lnTo>
                    <a:pt x="289394" y="281066"/>
                  </a:lnTo>
                  <a:lnTo>
                    <a:pt x="292939" y="277142"/>
                  </a:lnTo>
                  <a:lnTo>
                    <a:pt x="296359" y="273108"/>
                  </a:lnTo>
                  <a:lnTo>
                    <a:pt x="299649" y="268968"/>
                  </a:lnTo>
                  <a:lnTo>
                    <a:pt x="302807" y="264727"/>
                  </a:lnTo>
                  <a:lnTo>
                    <a:pt x="305829" y="260387"/>
                  </a:lnTo>
                  <a:lnTo>
                    <a:pt x="308712" y="255954"/>
                  </a:lnTo>
                  <a:lnTo>
                    <a:pt x="311454" y="251432"/>
                  </a:lnTo>
                  <a:lnTo>
                    <a:pt x="314051" y="246825"/>
                  </a:lnTo>
                  <a:lnTo>
                    <a:pt x="316501" y="242139"/>
                  </a:lnTo>
                  <a:lnTo>
                    <a:pt x="318801" y="237378"/>
                  </a:lnTo>
                  <a:lnTo>
                    <a:pt x="320950" y="232546"/>
                  </a:lnTo>
                  <a:lnTo>
                    <a:pt x="322945" y="227649"/>
                  </a:lnTo>
                  <a:lnTo>
                    <a:pt x="324784" y="222691"/>
                  </a:lnTo>
                  <a:lnTo>
                    <a:pt x="326466" y="217677"/>
                  </a:lnTo>
                  <a:lnTo>
                    <a:pt x="327988" y="212612"/>
                  </a:lnTo>
                  <a:lnTo>
                    <a:pt x="329349" y="207502"/>
                  </a:lnTo>
                  <a:lnTo>
                    <a:pt x="330547" y="202352"/>
                  </a:lnTo>
                  <a:lnTo>
                    <a:pt x="331583" y="197166"/>
                  </a:lnTo>
                  <a:lnTo>
                    <a:pt x="332453" y="191950"/>
                  </a:lnTo>
                  <a:lnTo>
                    <a:pt x="333158" y="186709"/>
                  </a:lnTo>
                  <a:lnTo>
                    <a:pt x="333697" y="181449"/>
                  </a:lnTo>
                  <a:lnTo>
                    <a:pt x="334070" y="176174"/>
                  </a:lnTo>
                  <a:lnTo>
                    <a:pt x="334275" y="170890"/>
                  </a:lnTo>
                  <a:lnTo>
                    <a:pt x="334313" y="165602"/>
                  </a:lnTo>
                  <a:lnTo>
                    <a:pt x="334184" y="160315"/>
                  </a:lnTo>
                  <a:lnTo>
                    <a:pt x="333888" y="155035"/>
                  </a:lnTo>
                  <a:lnTo>
                    <a:pt x="333425" y="149767"/>
                  </a:lnTo>
                  <a:lnTo>
                    <a:pt x="332795" y="144517"/>
                  </a:lnTo>
                  <a:lnTo>
                    <a:pt x="332000" y="139289"/>
                  </a:lnTo>
                  <a:lnTo>
                    <a:pt x="331040" y="134089"/>
                  </a:lnTo>
                  <a:lnTo>
                    <a:pt x="329916" y="128921"/>
                  </a:lnTo>
                  <a:lnTo>
                    <a:pt x="328628" y="123792"/>
                  </a:lnTo>
                  <a:lnTo>
                    <a:pt x="327180" y="118706"/>
                  </a:lnTo>
                  <a:lnTo>
                    <a:pt x="325571" y="113669"/>
                  </a:lnTo>
                  <a:lnTo>
                    <a:pt x="323804" y="108685"/>
                  </a:lnTo>
                  <a:lnTo>
                    <a:pt x="321879" y="103759"/>
                  </a:lnTo>
                  <a:lnTo>
                    <a:pt x="319800" y="98897"/>
                  </a:lnTo>
                  <a:lnTo>
                    <a:pt x="317569" y="94103"/>
                  </a:lnTo>
                  <a:lnTo>
                    <a:pt x="315186" y="89382"/>
                  </a:lnTo>
                  <a:lnTo>
                    <a:pt x="312656" y="84738"/>
                  </a:lnTo>
                  <a:lnTo>
                    <a:pt x="309980" y="80177"/>
                  </a:lnTo>
                  <a:lnTo>
                    <a:pt x="307161" y="75703"/>
                  </a:lnTo>
                  <a:lnTo>
                    <a:pt x="304202" y="71320"/>
                  </a:lnTo>
                  <a:lnTo>
                    <a:pt x="301106" y="67033"/>
                  </a:lnTo>
                  <a:lnTo>
                    <a:pt x="297876" y="62846"/>
                  </a:lnTo>
                  <a:lnTo>
                    <a:pt x="294515" y="58764"/>
                  </a:lnTo>
                  <a:lnTo>
                    <a:pt x="291026" y="54789"/>
                  </a:lnTo>
                  <a:lnTo>
                    <a:pt x="287414" y="50928"/>
                  </a:lnTo>
                  <a:lnTo>
                    <a:pt x="283681" y="47182"/>
                  </a:lnTo>
                  <a:lnTo>
                    <a:pt x="279832" y="43556"/>
                  </a:lnTo>
                  <a:lnTo>
                    <a:pt x="275870" y="40054"/>
                  </a:lnTo>
                  <a:lnTo>
                    <a:pt x="271799" y="36679"/>
                  </a:lnTo>
                  <a:lnTo>
                    <a:pt x="267623" y="33434"/>
                  </a:lnTo>
                  <a:lnTo>
                    <a:pt x="263347" y="30323"/>
                  </a:lnTo>
                  <a:lnTo>
                    <a:pt x="258974" y="27349"/>
                  </a:lnTo>
                  <a:lnTo>
                    <a:pt x="254510" y="24514"/>
                  </a:lnTo>
                  <a:lnTo>
                    <a:pt x="249958" y="21822"/>
                  </a:lnTo>
                  <a:lnTo>
                    <a:pt x="245324" y="19276"/>
                  </a:lnTo>
                  <a:lnTo>
                    <a:pt x="240611" y="16877"/>
                  </a:lnTo>
                  <a:lnTo>
                    <a:pt x="235824" y="14629"/>
                  </a:lnTo>
                  <a:lnTo>
                    <a:pt x="230969" y="12533"/>
                  </a:lnTo>
                  <a:lnTo>
                    <a:pt x="226050" y="10592"/>
                  </a:lnTo>
                  <a:lnTo>
                    <a:pt x="221072" y="8807"/>
                  </a:lnTo>
                  <a:lnTo>
                    <a:pt x="216041" y="7181"/>
                  </a:lnTo>
                  <a:lnTo>
                    <a:pt x="210960" y="5715"/>
                  </a:lnTo>
                  <a:lnTo>
                    <a:pt x="205835" y="4410"/>
                  </a:lnTo>
                  <a:lnTo>
                    <a:pt x="200672" y="3267"/>
                  </a:lnTo>
                  <a:lnTo>
                    <a:pt x="195475" y="2289"/>
                  </a:lnTo>
                  <a:lnTo>
                    <a:pt x="190250" y="1476"/>
                  </a:lnTo>
                  <a:lnTo>
                    <a:pt x="185002" y="828"/>
                  </a:lnTo>
                  <a:lnTo>
                    <a:pt x="179735" y="347"/>
                  </a:lnTo>
                  <a:lnTo>
                    <a:pt x="167152" y="167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12583" cy="167167"/>
            </a:xfrm>
            <a:custGeom>
              <a:avLst/>
              <a:pathLst>
                <a:path w="12583" h="167167">
                  <a:moveTo>
                    <a:pt x="12583" y="47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769" y="4213821"/>
              <a:ext cx="6518" cy="167167"/>
            </a:xfrm>
            <a:custGeom>
              <a:avLst/>
              <a:pathLst>
                <a:path w="6518" h="167167">
                  <a:moveTo>
                    <a:pt x="6518" y="0"/>
                  </a:moveTo>
                  <a:lnTo>
                    <a:pt x="0" y="127"/>
                  </a:lnTo>
                  <a:lnTo>
                    <a:pt x="651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769" y="4213948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769" y="4213948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769" y="4213948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769" y="4213948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769" y="4213948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769" y="4213948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769" y="4213948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769" y="4213948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4769" y="4213948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4769" y="4213948"/>
              <a:ext cx="6518" cy="167040"/>
            </a:xfrm>
            <a:custGeom>
              <a:avLst/>
              <a:pathLst>
                <a:path w="6518" h="167040">
                  <a:moveTo>
                    <a:pt x="0" y="0"/>
                  </a:moveTo>
                  <a:lnTo>
                    <a:pt x="6518" y="167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35" y="4213948"/>
              <a:ext cx="334313" cy="334207"/>
            </a:xfrm>
            <a:custGeom>
              <a:avLst/>
              <a:pathLst>
                <a:path w="334313" h="334207">
                  <a:moveTo>
                    <a:pt x="160633" y="0"/>
                  </a:moveTo>
                  <a:lnTo>
                    <a:pt x="155353" y="289"/>
                  </a:lnTo>
                  <a:lnTo>
                    <a:pt x="150085" y="746"/>
                  </a:lnTo>
                  <a:lnTo>
                    <a:pt x="144834" y="1369"/>
                  </a:lnTo>
                  <a:lnTo>
                    <a:pt x="139605" y="2158"/>
                  </a:lnTo>
                  <a:lnTo>
                    <a:pt x="134403" y="3112"/>
                  </a:lnTo>
                  <a:lnTo>
                    <a:pt x="129235" y="4229"/>
                  </a:lnTo>
                  <a:lnTo>
                    <a:pt x="124104" y="5510"/>
                  </a:lnTo>
                  <a:lnTo>
                    <a:pt x="119016" y="6953"/>
                  </a:lnTo>
                  <a:lnTo>
                    <a:pt x="113977" y="8555"/>
                  </a:lnTo>
                  <a:lnTo>
                    <a:pt x="108991" y="10316"/>
                  </a:lnTo>
                  <a:lnTo>
                    <a:pt x="104063" y="12235"/>
                  </a:lnTo>
                  <a:lnTo>
                    <a:pt x="99198" y="14308"/>
                  </a:lnTo>
                  <a:lnTo>
                    <a:pt x="94401" y="16533"/>
                  </a:lnTo>
                  <a:lnTo>
                    <a:pt x="89677" y="18910"/>
                  </a:lnTo>
                  <a:lnTo>
                    <a:pt x="85030" y="21434"/>
                  </a:lnTo>
                  <a:lnTo>
                    <a:pt x="80466" y="24105"/>
                  </a:lnTo>
                  <a:lnTo>
                    <a:pt x="75988" y="26918"/>
                  </a:lnTo>
                  <a:lnTo>
                    <a:pt x="71602" y="29872"/>
                  </a:lnTo>
                  <a:lnTo>
                    <a:pt x="67311" y="32963"/>
                  </a:lnTo>
                  <a:lnTo>
                    <a:pt x="63120" y="36188"/>
                  </a:lnTo>
                  <a:lnTo>
                    <a:pt x="59033" y="39544"/>
                  </a:lnTo>
                  <a:lnTo>
                    <a:pt x="55055" y="43027"/>
                  </a:lnTo>
                  <a:lnTo>
                    <a:pt x="51188" y="46635"/>
                  </a:lnTo>
                  <a:lnTo>
                    <a:pt x="47438" y="50363"/>
                  </a:lnTo>
                  <a:lnTo>
                    <a:pt x="43807" y="54208"/>
                  </a:lnTo>
                  <a:lnTo>
                    <a:pt x="40300" y="58166"/>
                  </a:lnTo>
                  <a:lnTo>
                    <a:pt x="36920" y="62232"/>
                  </a:lnTo>
                  <a:lnTo>
                    <a:pt x="33670" y="66404"/>
                  </a:lnTo>
                  <a:lnTo>
                    <a:pt x="30554" y="70676"/>
                  </a:lnTo>
                  <a:lnTo>
                    <a:pt x="27574" y="75045"/>
                  </a:lnTo>
                  <a:lnTo>
                    <a:pt x="24734" y="79506"/>
                  </a:lnTo>
                  <a:lnTo>
                    <a:pt x="22037" y="84055"/>
                  </a:lnTo>
                  <a:lnTo>
                    <a:pt x="19485" y="88686"/>
                  </a:lnTo>
                  <a:lnTo>
                    <a:pt x="17080" y="93396"/>
                  </a:lnTo>
                  <a:lnTo>
                    <a:pt x="14826" y="98180"/>
                  </a:lnTo>
                  <a:lnTo>
                    <a:pt x="12724" y="103032"/>
                  </a:lnTo>
                  <a:lnTo>
                    <a:pt x="10777" y="107949"/>
                  </a:lnTo>
                  <a:lnTo>
                    <a:pt x="8986" y="112924"/>
                  </a:lnTo>
                  <a:lnTo>
                    <a:pt x="7354" y="117954"/>
                  </a:lnTo>
                  <a:lnTo>
                    <a:pt x="5881" y="123033"/>
                  </a:lnTo>
                  <a:lnTo>
                    <a:pt x="4570" y="128156"/>
                  </a:lnTo>
                  <a:lnTo>
                    <a:pt x="3421" y="133318"/>
                  </a:lnTo>
                  <a:lnTo>
                    <a:pt x="2437" y="138514"/>
                  </a:lnTo>
                  <a:lnTo>
                    <a:pt x="1617" y="143738"/>
                  </a:lnTo>
                  <a:lnTo>
                    <a:pt x="963" y="148985"/>
                  </a:lnTo>
                  <a:lnTo>
                    <a:pt x="475" y="154251"/>
                  </a:lnTo>
                  <a:lnTo>
                    <a:pt x="154" y="159529"/>
                  </a:lnTo>
                  <a:lnTo>
                    <a:pt x="0" y="164815"/>
                  </a:lnTo>
                  <a:lnTo>
                    <a:pt x="13" y="170103"/>
                  </a:lnTo>
                  <a:lnTo>
                    <a:pt x="193" y="175388"/>
                  </a:lnTo>
                  <a:lnTo>
                    <a:pt x="541" y="180665"/>
                  </a:lnTo>
                  <a:lnTo>
                    <a:pt x="1055" y="185928"/>
                  </a:lnTo>
                  <a:lnTo>
                    <a:pt x="1736" y="191172"/>
                  </a:lnTo>
                  <a:lnTo>
                    <a:pt x="2582" y="196392"/>
                  </a:lnTo>
                  <a:lnTo>
                    <a:pt x="3593" y="201583"/>
                  </a:lnTo>
                  <a:lnTo>
                    <a:pt x="4767" y="206739"/>
                  </a:lnTo>
                  <a:lnTo>
                    <a:pt x="6104" y="211855"/>
                  </a:lnTo>
                  <a:lnTo>
                    <a:pt x="7602" y="216927"/>
                  </a:lnTo>
                  <a:lnTo>
                    <a:pt x="9260" y="221948"/>
                  </a:lnTo>
                  <a:lnTo>
                    <a:pt x="11075" y="226915"/>
                  </a:lnTo>
                  <a:lnTo>
                    <a:pt x="13047" y="231822"/>
                  </a:lnTo>
                  <a:lnTo>
                    <a:pt x="15174" y="236663"/>
                  </a:lnTo>
                  <a:lnTo>
                    <a:pt x="17452" y="241436"/>
                  </a:lnTo>
                  <a:lnTo>
                    <a:pt x="19880" y="246133"/>
                  </a:lnTo>
                  <a:lnTo>
                    <a:pt x="22455" y="250752"/>
                  </a:lnTo>
                  <a:lnTo>
                    <a:pt x="25175" y="255287"/>
                  </a:lnTo>
                  <a:lnTo>
                    <a:pt x="28038" y="259733"/>
                  </a:lnTo>
                  <a:lnTo>
                    <a:pt x="31039" y="264087"/>
                  </a:lnTo>
                  <a:lnTo>
                    <a:pt x="34177" y="268344"/>
                  </a:lnTo>
                  <a:lnTo>
                    <a:pt x="37448" y="272499"/>
                  </a:lnTo>
                  <a:lnTo>
                    <a:pt x="40848" y="276549"/>
                  </a:lnTo>
                  <a:lnTo>
                    <a:pt x="44375" y="280489"/>
                  </a:lnTo>
                  <a:lnTo>
                    <a:pt x="48025" y="284316"/>
                  </a:lnTo>
                  <a:lnTo>
                    <a:pt x="51794" y="288025"/>
                  </a:lnTo>
                  <a:lnTo>
                    <a:pt x="55678" y="291613"/>
                  </a:lnTo>
                  <a:lnTo>
                    <a:pt x="59674" y="295077"/>
                  </a:lnTo>
                  <a:lnTo>
                    <a:pt x="63778" y="298412"/>
                  </a:lnTo>
                  <a:lnTo>
                    <a:pt x="67985" y="301616"/>
                  </a:lnTo>
                  <a:lnTo>
                    <a:pt x="72291" y="304686"/>
                  </a:lnTo>
                  <a:lnTo>
                    <a:pt x="76692" y="307617"/>
                  </a:lnTo>
                  <a:lnTo>
                    <a:pt x="81184" y="310408"/>
                  </a:lnTo>
                  <a:lnTo>
                    <a:pt x="85762" y="313055"/>
                  </a:lnTo>
                  <a:lnTo>
                    <a:pt x="90421" y="315557"/>
                  </a:lnTo>
                  <a:lnTo>
                    <a:pt x="95157" y="317909"/>
                  </a:lnTo>
                  <a:lnTo>
                    <a:pt x="99965" y="320111"/>
                  </a:lnTo>
                  <a:lnTo>
                    <a:pt x="104840" y="322160"/>
                  </a:lnTo>
                  <a:lnTo>
                    <a:pt x="109778" y="324053"/>
                  </a:lnTo>
                  <a:lnTo>
                    <a:pt x="114773" y="325789"/>
                  </a:lnTo>
                  <a:lnTo>
                    <a:pt x="119820" y="327366"/>
                  </a:lnTo>
                  <a:lnTo>
                    <a:pt x="124915" y="328783"/>
                  </a:lnTo>
                  <a:lnTo>
                    <a:pt x="130052" y="330038"/>
                  </a:lnTo>
                  <a:lnTo>
                    <a:pt x="135226" y="331130"/>
                  </a:lnTo>
                  <a:lnTo>
                    <a:pt x="140432" y="332058"/>
                  </a:lnTo>
                  <a:lnTo>
                    <a:pt x="145665" y="332821"/>
                  </a:lnTo>
                  <a:lnTo>
                    <a:pt x="150919" y="333417"/>
                  </a:lnTo>
                  <a:lnTo>
                    <a:pt x="156190" y="333847"/>
                  </a:lnTo>
                  <a:lnTo>
                    <a:pt x="161472" y="334111"/>
                  </a:lnTo>
                  <a:lnTo>
                    <a:pt x="166759" y="334207"/>
                  </a:lnTo>
                  <a:lnTo>
                    <a:pt x="172047" y="334136"/>
                  </a:lnTo>
                  <a:lnTo>
                    <a:pt x="177329" y="333897"/>
                  </a:lnTo>
                  <a:lnTo>
                    <a:pt x="182602" y="333492"/>
                  </a:lnTo>
                  <a:lnTo>
                    <a:pt x="187859" y="332920"/>
                  </a:lnTo>
                  <a:lnTo>
                    <a:pt x="193095" y="332182"/>
                  </a:lnTo>
                  <a:lnTo>
                    <a:pt x="198306" y="331279"/>
                  </a:lnTo>
                  <a:lnTo>
                    <a:pt x="203485" y="330211"/>
                  </a:lnTo>
                  <a:lnTo>
                    <a:pt x="208628" y="328980"/>
                  </a:lnTo>
                  <a:lnTo>
                    <a:pt x="213729" y="327587"/>
                  </a:lnTo>
                  <a:lnTo>
                    <a:pt x="218784" y="326034"/>
                  </a:lnTo>
                  <a:lnTo>
                    <a:pt x="223787" y="324321"/>
                  </a:lnTo>
                  <a:lnTo>
                    <a:pt x="228734" y="322451"/>
                  </a:lnTo>
                  <a:lnTo>
                    <a:pt x="233618" y="320426"/>
                  </a:lnTo>
                  <a:lnTo>
                    <a:pt x="238437" y="318246"/>
                  </a:lnTo>
                  <a:lnTo>
                    <a:pt x="243184" y="315916"/>
                  </a:lnTo>
                  <a:lnTo>
                    <a:pt x="247855" y="313437"/>
                  </a:lnTo>
                  <a:lnTo>
                    <a:pt x="252445" y="310811"/>
                  </a:lnTo>
                  <a:lnTo>
                    <a:pt x="256949" y="308041"/>
                  </a:lnTo>
                  <a:lnTo>
                    <a:pt x="261364" y="305130"/>
                  </a:lnTo>
                  <a:lnTo>
                    <a:pt x="265685" y="302081"/>
                  </a:lnTo>
                  <a:lnTo>
                    <a:pt x="269907" y="298897"/>
                  </a:lnTo>
                  <a:lnTo>
                    <a:pt x="274026" y="295581"/>
                  </a:lnTo>
                  <a:lnTo>
                    <a:pt x="278039" y="292136"/>
                  </a:lnTo>
                  <a:lnTo>
                    <a:pt x="281940" y="288566"/>
                  </a:lnTo>
                  <a:lnTo>
                    <a:pt x="285726" y="284875"/>
                  </a:lnTo>
                  <a:lnTo>
                    <a:pt x="289394" y="281066"/>
                  </a:lnTo>
                  <a:lnTo>
                    <a:pt x="292939" y="277142"/>
                  </a:lnTo>
                  <a:lnTo>
                    <a:pt x="296359" y="273108"/>
                  </a:lnTo>
                  <a:lnTo>
                    <a:pt x="299649" y="268968"/>
                  </a:lnTo>
                  <a:lnTo>
                    <a:pt x="302807" y="264727"/>
                  </a:lnTo>
                  <a:lnTo>
                    <a:pt x="305829" y="260387"/>
                  </a:lnTo>
                  <a:lnTo>
                    <a:pt x="308712" y="255954"/>
                  </a:lnTo>
                  <a:lnTo>
                    <a:pt x="311454" y="251432"/>
                  </a:lnTo>
                  <a:lnTo>
                    <a:pt x="314051" y="246825"/>
                  </a:lnTo>
                  <a:lnTo>
                    <a:pt x="316501" y="242139"/>
                  </a:lnTo>
                  <a:lnTo>
                    <a:pt x="318801" y="237378"/>
                  </a:lnTo>
                  <a:lnTo>
                    <a:pt x="320950" y="232546"/>
                  </a:lnTo>
                  <a:lnTo>
                    <a:pt x="322945" y="227649"/>
                  </a:lnTo>
                  <a:lnTo>
                    <a:pt x="324784" y="222691"/>
                  </a:lnTo>
                  <a:lnTo>
                    <a:pt x="326466" y="217677"/>
                  </a:lnTo>
                  <a:lnTo>
                    <a:pt x="327988" y="212612"/>
                  </a:lnTo>
                  <a:lnTo>
                    <a:pt x="329349" y="207502"/>
                  </a:lnTo>
                  <a:lnTo>
                    <a:pt x="330547" y="202352"/>
                  </a:lnTo>
                  <a:lnTo>
                    <a:pt x="331583" y="197166"/>
                  </a:lnTo>
                  <a:lnTo>
                    <a:pt x="332453" y="191950"/>
                  </a:lnTo>
                  <a:lnTo>
                    <a:pt x="333158" y="186709"/>
                  </a:lnTo>
                  <a:lnTo>
                    <a:pt x="333697" y="181449"/>
                  </a:lnTo>
                  <a:lnTo>
                    <a:pt x="334070" y="176174"/>
                  </a:lnTo>
                  <a:lnTo>
                    <a:pt x="334275" y="170890"/>
                  </a:lnTo>
                  <a:lnTo>
                    <a:pt x="334313" y="165602"/>
                  </a:lnTo>
                  <a:lnTo>
                    <a:pt x="334184" y="160315"/>
                  </a:lnTo>
                  <a:lnTo>
                    <a:pt x="333888" y="155035"/>
                  </a:lnTo>
                  <a:lnTo>
                    <a:pt x="333425" y="149767"/>
                  </a:lnTo>
                  <a:lnTo>
                    <a:pt x="332795" y="144517"/>
                  </a:lnTo>
                  <a:lnTo>
                    <a:pt x="332000" y="139289"/>
                  </a:lnTo>
                  <a:lnTo>
                    <a:pt x="331040" y="134089"/>
                  </a:lnTo>
                  <a:lnTo>
                    <a:pt x="329916" y="128921"/>
                  </a:lnTo>
                  <a:lnTo>
                    <a:pt x="328628" y="123792"/>
                  </a:lnTo>
                  <a:lnTo>
                    <a:pt x="327180" y="118706"/>
                  </a:lnTo>
                  <a:lnTo>
                    <a:pt x="325571" y="113669"/>
                  </a:lnTo>
                  <a:lnTo>
                    <a:pt x="323804" y="108685"/>
                  </a:lnTo>
                  <a:lnTo>
                    <a:pt x="321879" y="103759"/>
                  </a:lnTo>
                  <a:lnTo>
                    <a:pt x="319800" y="98897"/>
                  </a:lnTo>
                  <a:lnTo>
                    <a:pt x="317569" y="94103"/>
                  </a:lnTo>
                  <a:lnTo>
                    <a:pt x="315186" y="89382"/>
                  </a:lnTo>
                  <a:lnTo>
                    <a:pt x="312656" y="84738"/>
                  </a:lnTo>
                  <a:lnTo>
                    <a:pt x="309980" y="80177"/>
                  </a:lnTo>
                  <a:lnTo>
                    <a:pt x="307161" y="75703"/>
                  </a:lnTo>
                  <a:lnTo>
                    <a:pt x="304202" y="71320"/>
                  </a:lnTo>
                  <a:lnTo>
                    <a:pt x="301106" y="67033"/>
                  </a:lnTo>
                  <a:lnTo>
                    <a:pt x="297876" y="62846"/>
                  </a:lnTo>
                  <a:lnTo>
                    <a:pt x="294515" y="58764"/>
                  </a:lnTo>
                  <a:lnTo>
                    <a:pt x="291026" y="54789"/>
                  </a:lnTo>
                  <a:lnTo>
                    <a:pt x="287414" y="50928"/>
                  </a:lnTo>
                  <a:lnTo>
                    <a:pt x="283681" y="47182"/>
                  </a:lnTo>
                  <a:lnTo>
                    <a:pt x="279832" y="43556"/>
                  </a:lnTo>
                  <a:lnTo>
                    <a:pt x="275870" y="40054"/>
                  </a:lnTo>
                  <a:lnTo>
                    <a:pt x="271799" y="36679"/>
                  </a:lnTo>
                  <a:lnTo>
                    <a:pt x="267623" y="33434"/>
                  </a:lnTo>
                  <a:lnTo>
                    <a:pt x="263347" y="30323"/>
                  </a:lnTo>
                  <a:lnTo>
                    <a:pt x="258974" y="27349"/>
                  </a:lnTo>
                  <a:lnTo>
                    <a:pt x="254510" y="24514"/>
                  </a:lnTo>
                  <a:lnTo>
                    <a:pt x="249958" y="21822"/>
                  </a:lnTo>
                  <a:lnTo>
                    <a:pt x="245324" y="19276"/>
                  </a:lnTo>
                  <a:lnTo>
                    <a:pt x="240611" y="16877"/>
                  </a:lnTo>
                  <a:lnTo>
                    <a:pt x="235824" y="14629"/>
                  </a:lnTo>
                  <a:lnTo>
                    <a:pt x="230969" y="12533"/>
                  </a:lnTo>
                  <a:lnTo>
                    <a:pt x="226050" y="10592"/>
                  </a:lnTo>
                  <a:lnTo>
                    <a:pt x="221072" y="8807"/>
                  </a:lnTo>
                  <a:lnTo>
                    <a:pt x="216041" y="7181"/>
                  </a:lnTo>
                  <a:lnTo>
                    <a:pt x="210960" y="5715"/>
                  </a:lnTo>
                  <a:lnTo>
                    <a:pt x="205835" y="4410"/>
                  </a:lnTo>
                  <a:lnTo>
                    <a:pt x="200672" y="3267"/>
                  </a:lnTo>
                  <a:lnTo>
                    <a:pt x="195475" y="2289"/>
                  </a:lnTo>
                  <a:lnTo>
                    <a:pt x="190250" y="1476"/>
                  </a:lnTo>
                  <a:lnTo>
                    <a:pt x="185002" y="828"/>
                  </a:lnTo>
                  <a:lnTo>
                    <a:pt x="179735" y="347"/>
                  </a:lnTo>
                  <a:lnTo>
                    <a:pt x="167152" y="167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12583" cy="167167"/>
            </a:xfrm>
            <a:custGeom>
              <a:avLst/>
              <a:pathLst>
                <a:path w="12583" h="167167">
                  <a:moveTo>
                    <a:pt x="12583" y="47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269" y="4659281"/>
              <a:ext cx="1255" cy="167167"/>
            </a:xfrm>
            <a:custGeom>
              <a:avLst/>
              <a:pathLst>
                <a:path w="1255" h="167167">
                  <a:moveTo>
                    <a:pt x="1255" y="0"/>
                  </a:moveTo>
                  <a:lnTo>
                    <a:pt x="0" y="4"/>
                  </a:lnTo>
                  <a:lnTo>
                    <a:pt x="125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21970" y="4659286"/>
              <a:ext cx="164554" cy="167162"/>
            </a:xfrm>
            <a:custGeom>
              <a:avLst/>
              <a:pathLst>
                <a:path w="164554" h="167162">
                  <a:moveTo>
                    <a:pt x="163299" y="0"/>
                  </a:moveTo>
                  <a:lnTo>
                    <a:pt x="157911" y="127"/>
                  </a:lnTo>
                  <a:lnTo>
                    <a:pt x="152531" y="428"/>
                  </a:lnTo>
                  <a:lnTo>
                    <a:pt x="147163" y="902"/>
                  </a:lnTo>
                  <a:lnTo>
                    <a:pt x="141813" y="1549"/>
                  </a:lnTo>
                  <a:lnTo>
                    <a:pt x="136486" y="2368"/>
                  </a:lnTo>
                  <a:lnTo>
                    <a:pt x="131189" y="3358"/>
                  </a:lnTo>
                  <a:lnTo>
                    <a:pt x="125926" y="4519"/>
                  </a:lnTo>
                  <a:lnTo>
                    <a:pt x="120704" y="5848"/>
                  </a:lnTo>
                  <a:lnTo>
                    <a:pt x="115527" y="7346"/>
                  </a:lnTo>
                  <a:lnTo>
                    <a:pt x="110401" y="9009"/>
                  </a:lnTo>
                  <a:lnTo>
                    <a:pt x="105332" y="10837"/>
                  </a:lnTo>
                  <a:lnTo>
                    <a:pt x="100324" y="12827"/>
                  </a:lnTo>
                  <a:lnTo>
                    <a:pt x="95383" y="14977"/>
                  </a:lnTo>
                  <a:lnTo>
                    <a:pt x="90513" y="17286"/>
                  </a:lnTo>
                  <a:lnTo>
                    <a:pt x="85721" y="19750"/>
                  </a:lnTo>
                  <a:lnTo>
                    <a:pt x="81010" y="22368"/>
                  </a:lnTo>
                  <a:lnTo>
                    <a:pt x="76386" y="25136"/>
                  </a:lnTo>
                  <a:lnTo>
                    <a:pt x="71854" y="28052"/>
                  </a:lnTo>
                  <a:lnTo>
                    <a:pt x="67419" y="31112"/>
                  </a:lnTo>
                  <a:lnTo>
                    <a:pt x="63084" y="34314"/>
                  </a:lnTo>
                  <a:lnTo>
                    <a:pt x="58854" y="37653"/>
                  </a:lnTo>
                  <a:lnTo>
                    <a:pt x="54735" y="41128"/>
                  </a:lnTo>
                  <a:lnTo>
                    <a:pt x="50730" y="44733"/>
                  </a:lnTo>
                  <a:lnTo>
                    <a:pt x="46842" y="48465"/>
                  </a:lnTo>
                  <a:lnTo>
                    <a:pt x="43078" y="52321"/>
                  </a:lnTo>
                  <a:lnTo>
                    <a:pt x="39439" y="56296"/>
                  </a:lnTo>
                  <a:lnTo>
                    <a:pt x="35931" y="60387"/>
                  </a:lnTo>
                  <a:lnTo>
                    <a:pt x="32556" y="64588"/>
                  </a:lnTo>
                  <a:lnTo>
                    <a:pt x="29318" y="68896"/>
                  </a:lnTo>
                  <a:lnTo>
                    <a:pt x="26221" y="73306"/>
                  </a:lnTo>
                  <a:lnTo>
                    <a:pt x="23268" y="77814"/>
                  </a:lnTo>
                  <a:lnTo>
                    <a:pt x="20461" y="82414"/>
                  </a:lnTo>
                  <a:lnTo>
                    <a:pt x="17804" y="87103"/>
                  </a:lnTo>
                  <a:lnTo>
                    <a:pt x="15300" y="91875"/>
                  </a:lnTo>
                  <a:lnTo>
                    <a:pt x="12951" y="96725"/>
                  </a:lnTo>
                  <a:lnTo>
                    <a:pt x="10759" y="101648"/>
                  </a:lnTo>
                  <a:lnTo>
                    <a:pt x="8728" y="106639"/>
                  </a:lnTo>
                  <a:lnTo>
                    <a:pt x="6858" y="111693"/>
                  </a:lnTo>
                  <a:lnTo>
                    <a:pt x="5152" y="116805"/>
                  </a:lnTo>
                  <a:lnTo>
                    <a:pt x="3611" y="121969"/>
                  </a:lnTo>
                  <a:lnTo>
                    <a:pt x="2238" y="127180"/>
                  </a:lnTo>
                  <a:lnTo>
                    <a:pt x="1034" y="132433"/>
                  </a:lnTo>
                  <a:lnTo>
                    <a:pt x="0" y="137722"/>
                  </a:lnTo>
                  <a:lnTo>
                    <a:pt x="164554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72" y="4659281"/>
              <a:ext cx="334300" cy="334334"/>
            </a:xfrm>
            <a:custGeom>
              <a:avLst/>
              <a:pathLst>
                <a:path w="334300" h="334334">
                  <a:moveTo>
                    <a:pt x="2597" y="137727"/>
                  </a:moveTo>
                  <a:lnTo>
                    <a:pt x="1746" y="142965"/>
                  </a:lnTo>
                  <a:lnTo>
                    <a:pt x="1061" y="148228"/>
                  </a:lnTo>
                  <a:lnTo>
                    <a:pt x="543" y="153510"/>
                  </a:lnTo>
                  <a:lnTo>
                    <a:pt x="194" y="158806"/>
                  </a:lnTo>
                  <a:lnTo>
                    <a:pt x="12" y="164110"/>
                  </a:lnTo>
                  <a:lnTo>
                    <a:pt x="0" y="169417"/>
                  </a:lnTo>
                  <a:lnTo>
                    <a:pt x="155" y="174722"/>
                  </a:lnTo>
                  <a:lnTo>
                    <a:pt x="479" y="180019"/>
                  </a:lnTo>
                  <a:lnTo>
                    <a:pt x="971" y="185304"/>
                  </a:lnTo>
                  <a:lnTo>
                    <a:pt x="1631" y="190570"/>
                  </a:lnTo>
                  <a:lnTo>
                    <a:pt x="2457" y="195812"/>
                  </a:lnTo>
                  <a:lnTo>
                    <a:pt x="3449" y="201026"/>
                  </a:lnTo>
                  <a:lnTo>
                    <a:pt x="4607" y="206206"/>
                  </a:lnTo>
                  <a:lnTo>
                    <a:pt x="5928" y="211346"/>
                  </a:lnTo>
                  <a:lnTo>
                    <a:pt x="7411" y="216442"/>
                  </a:lnTo>
                  <a:lnTo>
                    <a:pt x="9056" y="221488"/>
                  </a:lnTo>
                  <a:lnTo>
                    <a:pt x="10860" y="226479"/>
                  </a:lnTo>
                  <a:lnTo>
                    <a:pt x="12822" y="231410"/>
                  </a:lnTo>
                  <a:lnTo>
                    <a:pt x="14939" y="236277"/>
                  </a:lnTo>
                  <a:lnTo>
                    <a:pt x="17209" y="241074"/>
                  </a:lnTo>
                  <a:lnTo>
                    <a:pt x="19631" y="245797"/>
                  </a:lnTo>
                  <a:lnTo>
                    <a:pt x="22202" y="250440"/>
                  </a:lnTo>
                  <a:lnTo>
                    <a:pt x="24918" y="254999"/>
                  </a:lnTo>
                  <a:lnTo>
                    <a:pt x="27778" y="259470"/>
                  </a:lnTo>
                  <a:lnTo>
                    <a:pt x="30778" y="263848"/>
                  </a:lnTo>
                  <a:lnTo>
                    <a:pt x="33916" y="268128"/>
                  </a:lnTo>
                  <a:lnTo>
                    <a:pt x="37188" y="272307"/>
                  </a:lnTo>
                  <a:lnTo>
                    <a:pt x="40591" y="276379"/>
                  </a:lnTo>
                  <a:lnTo>
                    <a:pt x="44122" y="280342"/>
                  </a:lnTo>
                  <a:lnTo>
                    <a:pt x="47776" y="284190"/>
                  </a:lnTo>
                  <a:lnTo>
                    <a:pt x="51551" y="287921"/>
                  </a:lnTo>
                  <a:lnTo>
                    <a:pt x="55443" y="291530"/>
                  </a:lnTo>
                  <a:lnTo>
                    <a:pt x="59447" y="295013"/>
                  </a:lnTo>
                  <a:lnTo>
                    <a:pt x="63560" y="298368"/>
                  </a:lnTo>
                  <a:lnTo>
                    <a:pt x="67777" y="301590"/>
                  </a:lnTo>
                  <a:lnTo>
                    <a:pt x="72094" y="304677"/>
                  </a:lnTo>
                  <a:lnTo>
                    <a:pt x="76507" y="307625"/>
                  </a:lnTo>
                  <a:lnTo>
                    <a:pt x="81011" y="310432"/>
                  </a:lnTo>
                  <a:lnTo>
                    <a:pt x="85603" y="313094"/>
                  </a:lnTo>
                  <a:lnTo>
                    <a:pt x="90276" y="315609"/>
                  </a:lnTo>
                  <a:lnTo>
                    <a:pt x="95027" y="317975"/>
                  </a:lnTo>
                  <a:lnTo>
                    <a:pt x="99851" y="320188"/>
                  </a:lnTo>
                  <a:lnTo>
                    <a:pt x="104742" y="322247"/>
                  </a:lnTo>
                  <a:lnTo>
                    <a:pt x="109696" y="324150"/>
                  </a:lnTo>
                  <a:lnTo>
                    <a:pt x="114709" y="325895"/>
                  </a:lnTo>
                  <a:lnTo>
                    <a:pt x="119774" y="327480"/>
                  </a:lnTo>
                  <a:lnTo>
                    <a:pt x="124887" y="328903"/>
                  </a:lnTo>
                  <a:lnTo>
                    <a:pt x="130042" y="330163"/>
                  </a:lnTo>
                  <a:lnTo>
                    <a:pt x="135235" y="331259"/>
                  </a:lnTo>
                  <a:lnTo>
                    <a:pt x="140460" y="332190"/>
                  </a:lnTo>
                  <a:lnTo>
                    <a:pt x="145712" y="332954"/>
                  </a:lnTo>
                  <a:lnTo>
                    <a:pt x="150986" y="333551"/>
                  </a:lnTo>
                  <a:lnTo>
                    <a:pt x="156275" y="333980"/>
                  </a:lnTo>
                  <a:lnTo>
                    <a:pt x="161576" y="334241"/>
                  </a:lnTo>
                  <a:lnTo>
                    <a:pt x="166883" y="334334"/>
                  </a:lnTo>
                  <a:lnTo>
                    <a:pt x="172189" y="334258"/>
                  </a:lnTo>
                  <a:lnTo>
                    <a:pt x="177491" y="334014"/>
                  </a:lnTo>
                  <a:lnTo>
                    <a:pt x="182782" y="333602"/>
                  </a:lnTo>
                  <a:lnTo>
                    <a:pt x="188058" y="333022"/>
                  </a:lnTo>
                  <a:lnTo>
                    <a:pt x="193312" y="332275"/>
                  </a:lnTo>
                  <a:lnTo>
                    <a:pt x="198540" y="331361"/>
                  </a:lnTo>
                  <a:lnTo>
                    <a:pt x="203737" y="330282"/>
                  </a:lnTo>
                  <a:lnTo>
                    <a:pt x="208896" y="329038"/>
                  </a:lnTo>
                  <a:lnTo>
                    <a:pt x="214014" y="327632"/>
                  </a:lnTo>
                  <a:lnTo>
                    <a:pt x="219084" y="326063"/>
                  </a:lnTo>
                  <a:lnTo>
                    <a:pt x="224102" y="324335"/>
                  </a:lnTo>
                  <a:lnTo>
                    <a:pt x="229062" y="322448"/>
                  </a:lnTo>
                  <a:lnTo>
                    <a:pt x="233960" y="320404"/>
                  </a:lnTo>
                  <a:lnTo>
                    <a:pt x="238791" y="318206"/>
                  </a:lnTo>
                  <a:lnTo>
                    <a:pt x="243549" y="315856"/>
                  </a:lnTo>
                  <a:lnTo>
                    <a:pt x="248231" y="313356"/>
                  </a:lnTo>
                  <a:lnTo>
                    <a:pt x="252831" y="310708"/>
                  </a:lnTo>
                  <a:lnTo>
                    <a:pt x="257344" y="307916"/>
                  </a:lnTo>
                  <a:lnTo>
                    <a:pt x="261767" y="304982"/>
                  </a:lnTo>
                  <a:lnTo>
                    <a:pt x="266094" y="301909"/>
                  </a:lnTo>
                  <a:lnTo>
                    <a:pt x="270321" y="298700"/>
                  </a:lnTo>
                  <a:lnTo>
                    <a:pt x="274445" y="295359"/>
                  </a:lnTo>
                  <a:lnTo>
                    <a:pt x="278460" y="291889"/>
                  </a:lnTo>
                  <a:lnTo>
                    <a:pt x="282363" y="288292"/>
                  </a:lnTo>
                  <a:lnTo>
                    <a:pt x="286150" y="284574"/>
                  </a:lnTo>
                  <a:lnTo>
                    <a:pt x="289817" y="280737"/>
                  </a:lnTo>
                  <a:lnTo>
                    <a:pt x="293360" y="276786"/>
                  </a:lnTo>
                  <a:lnTo>
                    <a:pt x="296776" y="272724"/>
                  </a:lnTo>
                  <a:lnTo>
                    <a:pt x="300062" y="268556"/>
                  </a:lnTo>
                  <a:lnTo>
                    <a:pt x="303214" y="264286"/>
                  </a:lnTo>
                  <a:lnTo>
                    <a:pt x="306228" y="259918"/>
                  </a:lnTo>
                  <a:lnTo>
                    <a:pt x="309102" y="255457"/>
                  </a:lnTo>
                  <a:lnTo>
                    <a:pt x="311833" y="250906"/>
                  </a:lnTo>
                  <a:lnTo>
                    <a:pt x="314419" y="246271"/>
                  </a:lnTo>
                  <a:lnTo>
                    <a:pt x="316855" y="241556"/>
                  </a:lnTo>
                  <a:lnTo>
                    <a:pt x="319141" y="236767"/>
                  </a:lnTo>
                  <a:lnTo>
                    <a:pt x="321274" y="231907"/>
                  </a:lnTo>
                  <a:lnTo>
                    <a:pt x="323252" y="226982"/>
                  </a:lnTo>
                  <a:lnTo>
                    <a:pt x="325072" y="221996"/>
                  </a:lnTo>
                  <a:lnTo>
                    <a:pt x="326733" y="216955"/>
                  </a:lnTo>
                  <a:lnTo>
                    <a:pt x="328233" y="211865"/>
                  </a:lnTo>
                  <a:lnTo>
                    <a:pt x="329570" y="206729"/>
                  </a:lnTo>
                  <a:lnTo>
                    <a:pt x="330744" y="201553"/>
                  </a:lnTo>
                  <a:lnTo>
                    <a:pt x="331754" y="196342"/>
                  </a:lnTo>
                  <a:lnTo>
                    <a:pt x="332597" y="191103"/>
                  </a:lnTo>
                  <a:lnTo>
                    <a:pt x="333273" y="185839"/>
                  </a:lnTo>
                  <a:lnTo>
                    <a:pt x="333782" y="180556"/>
                  </a:lnTo>
                  <a:lnTo>
                    <a:pt x="334123" y="175260"/>
                  </a:lnTo>
                  <a:lnTo>
                    <a:pt x="334296" y="169955"/>
                  </a:lnTo>
                  <a:lnTo>
                    <a:pt x="334300" y="164648"/>
                  </a:lnTo>
                  <a:lnTo>
                    <a:pt x="334136" y="159343"/>
                  </a:lnTo>
                  <a:lnTo>
                    <a:pt x="333804" y="154046"/>
                  </a:lnTo>
                  <a:lnTo>
                    <a:pt x="333303" y="148763"/>
                  </a:lnTo>
                  <a:lnTo>
                    <a:pt x="332635" y="143498"/>
                  </a:lnTo>
                  <a:lnTo>
                    <a:pt x="331800" y="138256"/>
                  </a:lnTo>
                  <a:lnTo>
                    <a:pt x="330800" y="133044"/>
                  </a:lnTo>
                  <a:lnTo>
                    <a:pt x="329634" y="127867"/>
                  </a:lnTo>
                  <a:lnTo>
                    <a:pt x="328304" y="122729"/>
                  </a:lnTo>
                  <a:lnTo>
                    <a:pt x="326813" y="117635"/>
                  </a:lnTo>
                  <a:lnTo>
                    <a:pt x="325160" y="112592"/>
                  </a:lnTo>
                  <a:lnTo>
                    <a:pt x="323348" y="107604"/>
                  </a:lnTo>
                  <a:lnTo>
                    <a:pt x="321378" y="102675"/>
                  </a:lnTo>
                  <a:lnTo>
                    <a:pt x="319253" y="97812"/>
                  </a:lnTo>
                  <a:lnTo>
                    <a:pt x="316975" y="93019"/>
                  </a:lnTo>
                  <a:lnTo>
                    <a:pt x="314546" y="88300"/>
                  </a:lnTo>
                  <a:lnTo>
                    <a:pt x="311968" y="83661"/>
                  </a:lnTo>
                  <a:lnTo>
                    <a:pt x="309244" y="79106"/>
                  </a:lnTo>
                  <a:lnTo>
                    <a:pt x="306377" y="74640"/>
                  </a:lnTo>
                  <a:lnTo>
                    <a:pt x="303370" y="70267"/>
                  </a:lnTo>
                  <a:lnTo>
                    <a:pt x="300225" y="65991"/>
                  </a:lnTo>
                  <a:lnTo>
                    <a:pt x="296946" y="61818"/>
                  </a:lnTo>
                  <a:lnTo>
                    <a:pt x="293537" y="57751"/>
                  </a:lnTo>
                  <a:lnTo>
                    <a:pt x="290000" y="53794"/>
                  </a:lnTo>
                  <a:lnTo>
                    <a:pt x="286339" y="49952"/>
                  </a:lnTo>
                  <a:lnTo>
                    <a:pt x="282558" y="46227"/>
                  </a:lnTo>
                  <a:lnTo>
                    <a:pt x="278660" y="42625"/>
                  </a:lnTo>
                  <a:lnTo>
                    <a:pt x="274651" y="39148"/>
                  </a:lnTo>
                  <a:lnTo>
                    <a:pt x="270533" y="35800"/>
                  </a:lnTo>
                  <a:lnTo>
                    <a:pt x="266310" y="32584"/>
                  </a:lnTo>
                  <a:lnTo>
                    <a:pt x="261988" y="29504"/>
                  </a:lnTo>
                  <a:lnTo>
                    <a:pt x="257570" y="26563"/>
                  </a:lnTo>
                  <a:lnTo>
                    <a:pt x="253062" y="23764"/>
                  </a:lnTo>
                  <a:lnTo>
                    <a:pt x="248466" y="21109"/>
                  </a:lnTo>
                  <a:lnTo>
                    <a:pt x="243789" y="18601"/>
                  </a:lnTo>
                  <a:lnTo>
                    <a:pt x="239034" y="16243"/>
                  </a:lnTo>
                  <a:lnTo>
                    <a:pt x="234207" y="14038"/>
                  </a:lnTo>
                  <a:lnTo>
                    <a:pt x="229312" y="11986"/>
                  </a:lnTo>
                  <a:lnTo>
                    <a:pt x="224355" y="10091"/>
                  </a:lnTo>
                  <a:lnTo>
                    <a:pt x="219339" y="8354"/>
                  </a:lnTo>
                  <a:lnTo>
                    <a:pt x="214272" y="6778"/>
                  </a:lnTo>
                  <a:lnTo>
                    <a:pt x="209157" y="5363"/>
                  </a:lnTo>
                  <a:lnTo>
                    <a:pt x="203999" y="4111"/>
                  </a:lnTo>
                  <a:lnTo>
                    <a:pt x="198804" y="3024"/>
                  </a:lnTo>
                  <a:lnTo>
                    <a:pt x="193578" y="2101"/>
                  </a:lnTo>
                  <a:lnTo>
                    <a:pt x="188325" y="1346"/>
                  </a:lnTo>
                  <a:lnTo>
                    <a:pt x="183050" y="757"/>
                  </a:lnTo>
                  <a:lnTo>
                    <a:pt x="177760" y="336"/>
                  </a:lnTo>
                  <a:lnTo>
                    <a:pt x="172458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3" y="5018213"/>
              <a:ext cx="334324" cy="334325"/>
            </a:xfrm>
            <a:custGeom>
              <a:avLst/>
              <a:pathLst>
                <a:path w="334324" h="334325">
                  <a:moveTo>
                    <a:pt x="167035" y="0"/>
                  </a:moveTo>
                  <a:lnTo>
                    <a:pt x="161751" y="87"/>
                  </a:lnTo>
                  <a:lnTo>
                    <a:pt x="156471" y="341"/>
                  </a:lnTo>
                  <a:lnTo>
                    <a:pt x="151202" y="763"/>
                  </a:lnTo>
                  <a:lnTo>
                    <a:pt x="145949" y="1350"/>
                  </a:lnTo>
                  <a:lnTo>
                    <a:pt x="140718" y="2104"/>
                  </a:lnTo>
                  <a:lnTo>
                    <a:pt x="135512" y="3022"/>
                  </a:lnTo>
                  <a:lnTo>
                    <a:pt x="130339" y="4104"/>
                  </a:lnTo>
                  <a:lnTo>
                    <a:pt x="125202" y="5350"/>
                  </a:lnTo>
                  <a:lnTo>
                    <a:pt x="120107" y="6757"/>
                  </a:lnTo>
                  <a:lnTo>
                    <a:pt x="115059" y="8325"/>
                  </a:lnTo>
                  <a:lnTo>
                    <a:pt x="110064" y="10051"/>
                  </a:lnTo>
                  <a:lnTo>
                    <a:pt x="105125" y="11935"/>
                  </a:lnTo>
                  <a:lnTo>
                    <a:pt x="100248" y="13974"/>
                  </a:lnTo>
                  <a:lnTo>
                    <a:pt x="95439" y="16165"/>
                  </a:lnTo>
                  <a:lnTo>
                    <a:pt x="90701" y="18508"/>
                  </a:lnTo>
                  <a:lnTo>
                    <a:pt x="86039" y="21000"/>
                  </a:lnTo>
                  <a:lnTo>
                    <a:pt x="81458" y="23637"/>
                  </a:lnTo>
                  <a:lnTo>
                    <a:pt x="76964" y="26418"/>
                  </a:lnTo>
                  <a:lnTo>
                    <a:pt x="72559" y="29340"/>
                  </a:lnTo>
                  <a:lnTo>
                    <a:pt x="68249" y="32400"/>
                  </a:lnTo>
                  <a:lnTo>
                    <a:pt x="64038" y="35594"/>
                  </a:lnTo>
                  <a:lnTo>
                    <a:pt x="59930" y="38920"/>
                  </a:lnTo>
                  <a:lnTo>
                    <a:pt x="55929" y="42374"/>
                  </a:lnTo>
                  <a:lnTo>
                    <a:pt x="52039" y="45953"/>
                  </a:lnTo>
                  <a:lnTo>
                    <a:pt x="48264" y="49653"/>
                  </a:lnTo>
                  <a:lnTo>
                    <a:pt x="44609" y="53471"/>
                  </a:lnTo>
                  <a:lnTo>
                    <a:pt x="41075" y="57402"/>
                  </a:lnTo>
                  <a:lnTo>
                    <a:pt x="37668" y="61443"/>
                  </a:lnTo>
                  <a:lnTo>
                    <a:pt x="34390" y="65589"/>
                  </a:lnTo>
                  <a:lnTo>
                    <a:pt x="31245" y="69837"/>
                  </a:lnTo>
                  <a:lnTo>
                    <a:pt x="28236" y="74183"/>
                  </a:lnTo>
                  <a:lnTo>
                    <a:pt x="25366" y="78621"/>
                  </a:lnTo>
                  <a:lnTo>
                    <a:pt x="22638" y="83148"/>
                  </a:lnTo>
                  <a:lnTo>
                    <a:pt x="20054" y="87759"/>
                  </a:lnTo>
                  <a:lnTo>
                    <a:pt x="17617" y="92450"/>
                  </a:lnTo>
                  <a:lnTo>
                    <a:pt x="15329" y="97215"/>
                  </a:lnTo>
                  <a:lnTo>
                    <a:pt x="13194" y="102050"/>
                  </a:lnTo>
                  <a:lnTo>
                    <a:pt x="11212" y="106950"/>
                  </a:lnTo>
                  <a:lnTo>
                    <a:pt x="9386" y="111910"/>
                  </a:lnTo>
                  <a:lnTo>
                    <a:pt x="7718" y="116926"/>
                  </a:lnTo>
                  <a:lnTo>
                    <a:pt x="6209" y="121991"/>
                  </a:lnTo>
                  <a:lnTo>
                    <a:pt x="4862" y="127102"/>
                  </a:lnTo>
                  <a:lnTo>
                    <a:pt x="3676" y="132253"/>
                  </a:lnTo>
                  <a:lnTo>
                    <a:pt x="2654" y="137439"/>
                  </a:lnTo>
                  <a:lnTo>
                    <a:pt x="1796" y="142655"/>
                  </a:lnTo>
                  <a:lnTo>
                    <a:pt x="1104" y="147895"/>
                  </a:lnTo>
                  <a:lnTo>
                    <a:pt x="578" y="153154"/>
                  </a:lnTo>
                  <a:lnTo>
                    <a:pt x="218" y="158428"/>
                  </a:lnTo>
                  <a:lnTo>
                    <a:pt x="25" y="163710"/>
                  </a:lnTo>
                  <a:lnTo>
                    <a:pt x="0" y="168995"/>
                  </a:lnTo>
                  <a:lnTo>
                    <a:pt x="141" y="174279"/>
                  </a:lnTo>
                  <a:lnTo>
                    <a:pt x="449" y="179556"/>
                  </a:lnTo>
                  <a:lnTo>
                    <a:pt x="924" y="184820"/>
                  </a:lnTo>
                  <a:lnTo>
                    <a:pt x="1565" y="190067"/>
                  </a:lnTo>
                  <a:lnTo>
                    <a:pt x="2372" y="195290"/>
                  </a:lnTo>
                  <a:lnTo>
                    <a:pt x="3344" y="200486"/>
                  </a:lnTo>
                  <a:lnTo>
                    <a:pt x="4479" y="205648"/>
                  </a:lnTo>
                  <a:lnTo>
                    <a:pt x="5777" y="210772"/>
                  </a:lnTo>
                  <a:lnTo>
                    <a:pt x="7236" y="215852"/>
                  </a:lnTo>
                  <a:lnTo>
                    <a:pt x="8855" y="220884"/>
                  </a:lnTo>
                  <a:lnTo>
                    <a:pt x="10633" y="225862"/>
                  </a:lnTo>
                  <a:lnTo>
                    <a:pt x="12566" y="230781"/>
                  </a:lnTo>
                  <a:lnTo>
                    <a:pt x="14655" y="235636"/>
                  </a:lnTo>
                  <a:lnTo>
                    <a:pt x="16896" y="240423"/>
                  </a:lnTo>
                  <a:lnTo>
                    <a:pt x="19287" y="245137"/>
                  </a:lnTo>
                  <a:lnTo>
                    <a:pt x="21826" y="249773"/>
                  </a:lnTo>
                  <a:lnTo>
                    <a:pt x="24510" y="254326"/>
                  </a:lnTo>
                  <a:lnTo>
                    <a:pt x="27337" y="258793"/>
                  </a:lnTo>
                  <a:lnTo>
                    <a:pt x="30303" y="263167"/>
                  </a:lnTo>
                  <a:lnTo>
                    <a:pt x="33407" y="267446"/>
                  </a:lnTo>
                  <a:lnTo>
                    <a:pt x="36644" y="271624"/>
                  </a:lnTo>
                  <a:lnTo>
                    <a:pt x="40012" y="275698"/>
                  </a:lnTo>
                  <a:lnTo>
                    <a:pt x="43506" y="279664"/>
                  </a:lnTo>
                  <a:lnTo>
                    <a:pt x="47125" y="283517"/>
                  </a:lnTo>
                  <a:lnTo>
                    <a:pt x="50863" y="287253"/>
                  </a:lnTo>
                  <a:lnTo>
                    <a:pt x="54718" y="290870"/>
                  </a:lnTo>
                  <a:lnTo>
                    <a:pt x="58685" y="294363"/>
                  </a:lnTo>
                  <a:lnTo>
                    <a:pt x="62760" y="297728"/>
                  </a:lnTo>
                  <a:lnTo>
                    <a:pt x="66940" y="300964"/>
                  </a:lnTo>
                  <a:lnTo>
                    <a:pt x="71220" y="304065"/>
                  </a:lnTo>
                  <a:lnTo>
                    <a:pt x="75596" y="307030"/>
                  </a:lnTo>
                  <a:lnTo>
                    <a:pt x="80064" y="309854"/>
                  </a:lnTo>
                  <a:lnTo>
                    <a:pt x="84618" y="312537"/>
                  </a:lnTo>
                  <a:lnTo>
                    <a:pt x="89256" y="315073"/>
                  </a:lnTo>
                  <a:lnTo>
                    <a:pt x="93971" y="317462"/>
                  </a:lnTo>
                  <a:lnTo>
                    <a:pt x="98759" y="319701"/>
                  </a:lnTo>
                  <a:lnTo>
                    <a:pt x="103615" y="321787"/>
                  </a:lnTo>
                  <a:lnTo>
                    <a:pt x="108535" y="323719"/>
                  </a:lnTo>
                  <a:lnTo>
                    <a:pt x="113514" y="325494"/>
                  </a:lnTo>
                  <a:lnTo>
                    <a:pt x="118546" y="327110"/>
                  </a:lnTo>
                  <a:lnTo>
                    <a:pt x="123627" y="328567"/>
                  </a:lnTo>
                  <a:lnTo>
                    <a:pt x="128752" y="329863"/>
                  </a:lnTo>
                  <a:lnTo>
                    <a:pt x="133914" y="330996"/>
                  </a:lnTo>
                  <a:lnTo>
                    <a:pt x="139110" y="331965"/>
                  </a:lnTo>
                  <a:lnTo>
                    <a:pt x="144335" y="332769"/>
                  </a:lnTo>
                  <a:lnTo>
                    <a:pt x="149581" y="333408"/>
                  </a:lnTo>
                  <a:lnTo>
                    <a:pt x="154846" y="333880"/>
                  </a:lnTo>
                  <a:lnTo>
                    <a:pt x="160123" y="334186"/>
                  </a:lnTo>
                  <a:lnTo>
                    <a:pt x="165406" y="334325"/>
                  </a:lnTo>
                  <a:lnTo>
                    <a:pt x="170692" y="334297"/>
                  </a:lnTo>
                  <a:lnTo>
                    <a:pt x="175974" y="334102"/>
                  </a:lnTo>
                  <a:lnTo>
                    <a:pt x="181247" y="333739"/>
                  </a:lnTo>
                  <a:lnTo>
                    <a:pt x="186506" y="333211"/>
                  </a:lnTo>
                  <a:lnTo>
                    <a:pt x="191746" y="332516"/>
                  </a:lnTo>
                  <a:lnTo>
                    <a:pt x="196961" y="331656"/>
                  </a:lnTo>
                  <a:lnTo>
                    <a:pt x="202147" y="330631"/>
                  </a:lnTo>
                  <a:lnTo>
                    <a:pt x="207297" y="329444"/>
                  </a:lnTo>
                  <a:lnTo>
                    <a:pt x="212408" y="328093"/>
                  </a:lnTo>
                  <a:lnTo>
                    <a:pt x="217473" y="326582"/>
                  </a:lnTo>
                  <a:lnTo>
                    <a:pt x="222487" y="324912"/>
                  </a:lnTo>
                  <a:lnTo>
                    <a:pt x="227447" y="323084"/>
                  </a:lnTo>
                  <a:lnTo>
                    <a:pt x="232346" y="321100"/>
                  </a:lnTo>
                  <a:lnTo>
                    <a:pt x="237180" y="318962"/>
                  </a:lnTo>
                  <a:lnTo>
                    <a:pt x="241944" y="316672"/>
                  </a:lnTo>
                  <a:lnTo>
                    <a:pt x="246633" y="314233"/>
                  </a:lnTo>
                  <a:lnTo>
                    <a:pt x="251243" y="311647"/>
                  </a:lnTo>
                  <a:lnTo>
                    <a:pt x="255769" y="308916"/>
                  </a:lnTo>
                  <a:lnTo>
                    <a:pt x="260206" y="306044"/>
                  </a:lnTo>
                  <a:lnTo>
                    <a:pt x="264550" y="303033"/>
                  </a:lnTo>
                  <a:lnTo>
                    <a:pt x="268796" y="299886"/>
                  </a:lnTo>
                  <a:lnTo>
                    <a:pt x="272941" y="296606"/>
                  </a:lnTo>
                  <a:lnTo>
                    <a:pt x="276981" y="293197"/>
                  </a:lnTo>
                  <a:lnTo>
                    <a:pt x="280910" y="289662"/>
                  </a:lnTo>
                  <a:lnTo>
                    <a:pt x="284726" y="286005"/>
                  </a:lnTo>
                  <a:lnTo>
                    <a:pt x="288424" y="282228"/>
                  </a:lnTo>
                  <a:lnTo>
                    <a:pt x="292001" y="278337"/>
                  </a:lnTo>
                  <a:lnTo>
                    <a:pt x="295454" y="274334"/>
                  </a:lnTo>
                  <a:lnTo>
                    <a:pt x="298778" y="270225"/>
                  </a:lnTo>
                  <a:lnTo>
                    <a:pt x="301970" y="266012"/>
                  </a:lnTo>
                  <a:lnTo>
                    <a:pt x="305028" y="261701"/>
                  </a:lnTo>
                  <a:lnTo>
                    <a:pt x="307947" y="257295"/>
                  </a:lnTo>
                  <a:lnTo>
                    <a:pt x="310726" y="252798"/>
                  </a:lnTo>
                  <a:lnTo>
                    <a:pt x="313362" y="248217"/>
                  </a:lnTo>
                  <a:lnTo>
                    <a:pt x="315851" y="243554"/>
                  </a:lnTo>
                  <a:lnTo>
                    <a:pt x="318192" y="238815"/>
                  </a:lnTo>
                  <a:lnTo>
                    <a:pt x="320381" y="234004"/>
                  </a:lnTo>
                  <a:lnTo>
                    <a:pt x="322418" y="229127"/>
                  </a:lnTo>
                  <a:lnTo>
                    <a:pt x="324299" y="224187"/>
                  </a:lnTo>
                  <a:lnTo>
                    <a:pt x="326023" y="219190"/>
                  </a:lnTo>
                  <a:lnTo>
                    <a:pt x="327589" y="214142"/>
                  </a:lnTo>
                  <a:lnTo>
                    <a:pt x="328993" y="209046"/>
                  </a:lnTo>
                  <a:lnTo>
                    <a:pt x="330237" y="203909"/>
                  </a:lnTo>
                  <a:lnTo>
                    <a:pt x="331317" y="198735"/>
                  </a:lnTo>
                  <a:lnTo>
                    <a:pt x="332233" y="193529"/>
                  </a:lnTo>
                  <a:lnTo>
                    <a:pt x="332984" y="188297"/>
                  </a:lnTo>
                  <a:lnTo>
                    <a:pt x="333569" y="183044"/>
                  </a:lnTo>
                  <a:lnTo>
                    <a:pt x="333987" y="177775"/>
                  </a:lnTo>
                  <a:lnTo>
                    <a:pt x="334239" y="172495"/>
                  </a:lnTo>
                  <a:lnTo>
                    <a:pt x="334324" y="167210"/>
                  </a:lnTo>
                  <a:lnTo>
                    <a:pt x="334242" y="161925"/>
                  </a:lnTo>
                  <a:lnTo>
                    <a:pt x="333993" y="156646"/>
                  </a:lnTo>
                  <a:lnTo>
                    <a:pt x="333577" y="151376"/>
                  </a:lnTo>
                  <a:lnTo>
                    <a:pt x="332995" y="146123"/>
                  </a:lnTo>
                  <a:lnTo>
                    <a:pt x="332246" y="140891"/>
                  </a:lnTo>
                  <a:lnTo>
                    <a:pt x="331333" y="135684"/>
                  </a:lnTo>
                  <a:lnTo>
                    <a:pt x="330256" y="130510"/>
                  </a:lnTo>
                  <a:lnTo>
                    <a:pt x="329015" y="125372"/>
                  </a:lnTo>
                  <a:lnTo>
                    <a:pt x="327613" y="120276"/>
                  </a:lnTo>
                  <a:lnTo>
                    <a:pt x="326050" y="115226"/>
                  </a:lnTo>
                  <a:lnTo>
                    <a:pt x="324329" y="110229"/>
                  </a:lnTo>
                  <a:lnTo>
                    <a:pt x="322450" y="105288"/>
                  </a:lnTo>
                  <a:lnTo>
                    <a:pt x="320416" y="100410"/>
                  </a:lnTo>
                  <a:lnTo>
                    <a:pt x="318229" y="95598"/>
                  </a:lnTo>
                  <a:lnTo>
                    <a:pt x="315891" y="90857"/>
                  </a:lnTo>
                  <a:lnTo>
                    <a:pt x="313404" y="86193"/>
                  </a:lnTo>
                  <a:lnTo>
                    <a:pt x="310771" y="81610"/>
                  </a:lnTo>
                  <a:lnTo>
                    <a:pt x="307994" y="77113"/>
                  </a:lnTo>
                  <a:lnTo>
                    <a:pt x="305077" y="72705"/>
                  </a:lnTo>
                  <a:lnTo>
                    <a:pt x="302022" y="68392"/>
                  </a:lnTo>
                  <a:lnTo>
                    <a:pt x="298831" y="64178"/>
                  </a:lnTo>
                  <a:lnTo>
                    <a:pt x="295510" y="60066"/>
                  </a:lnTo>
                  <a:lnTo>
                    <a:pt x="292059" y="56062"/>
                  </a:lnTo>
                  <a:lnTo>
                    <a:pt x="288484" y="52169"/>
                  </a:lnTo>
                  <a:lnTo>
                    <a:pt x="284788" y="48390"/>
                  </a:lnTo>
                  <a:lnTo>
                    <a:pt x="280974" y="44731"/>
                  </a:lnTo>
                  <a:lnTo>
                    <a:pt x="277046" y="41194"/>
                  </a:lnTo>
                  <a:lnTo>
                    <a:pt x="273009" y="37783"/>
                  </a:lnTo>
                  <a:lnTo>
                    <a:pt x="268866" y="34501"/>
                  </a:lnTo>
                  <a:lnTo>
                    <a:pt x="264620" y="31352"/>
                  </a:lnTo>
                  <a:lnTo>
                    <a:pt x="260278" y="28338"/>
                  </a:lnTo>
                  <a:lnTo>
                    <a:pt x="255842" y="25464"/>
                  </a:lnTo>
                  <a:lnTo>
                    <a:pt x="251318" y="22731"/>
                  </a:lnTo>
                  <a:lnTo>
                    <a:pt x="246710" y="20142"/>
                  </a:lnTo>
                  <a:lnTo>
                    <a:pt x="242022" y="17700"/>
                  </a:lnTo>
                  <a:lnTo>
                    <a:pt x="237259" y="15408"/>
                  </a:lnTo>
                  <a:lnTo>
                    <a:pt x="232426" y="13268"/>
                  </a:lnTo>
                  <a:lnTo>
                    <a:pt x="227528" y="11281"/>
                  </a:lnTo>
                  <a:lnTo>
                    <a:pt x="222570" y="9451"/>
                  </a:lnTo>
                  <a:lnTo>
                    <a:pt x="217556" y="7778"/>
                  </a:lnTo>
                  <a:lnTo>
                    <a:pt x="212491" y="6264"/>
                  </a:lnTo>
                  <a:lnTo>
                    <a:pt x="207382" y="4911"/>
                  </a:lnTo>
                  <a:lnTo>
                    <a:pt x="202232" y="3721"/>
                  </a:lnTo>
                  <a:lnTo>
                    <a:pt x="197047" y="2693"/>
                  </a:lnTo>
                  <a:lnTo>
                    <a:pt x="191832" y="1831"/>
                  </a:lnTo>
                  <a:lnTo>
                    <a:pt x="186593" y="1133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19436" cy="167167"/>
            </a:xfrm>
            <a:custGeom>
              <a:avLst/>
              <a:pathLst>
                <a:path w="19436" h="167167">
                  <a:moveTo>
                    <a:pt x="19436" y="1133"/>
                  </a:moveTo>
                  <a:lnTo>
                    <a:pt x="9734" y="28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9190" y="5269756"/>
              <a:ext cx="165310" cy="167167"/>
            </a:xfrm>
            <a:custGeom>
              <a:avLst/>
              <a:pathLst>
                <a:path w="165310" h="167167">
                  <a:moveTo>
                    <a:pt x="165310" y="0"/>
                  </a:moveTo>
                  <a:lnTo>
                    <a:pt x="159910" y="87"/>
                  </a:lnTo>
                  <a:lnTo>
                    <a:pt x="154516" y="348"/>
                  </a:lnTo>
                  <a:lnTo>
                    <a:pt x="149132" y="784"/>
                  </a:lnTo>
                  <a:lnTo>
                    <a:pt x="143766" y="1394"/>
                  </a:lnTo>
                  <a:lnTo>
                    <a:pt x="138422" y="2176"/>
                  </a:lnTo>
                  <a:lnTo>
                    <a:pt x="133106" y="3131"/>
                  </a:lnTo>
                  <a:lnTo>
                    <a:pt x="127824" y="4257"/>
                  </a:lnTo>
                  <a:lnTo>
                    <a:pt x="122581" y="5553"/>
                  </a:lnTo>
                  <a:lnTo>
                    <a:pt x="117383" y="7017"/>
                  </a:lnTo>
                  <a:lnTo>
                    <a:pt x="112234" y="8649"/>
                  </a:lnTo>
                  <a:lnTo>
                    <a:pt x="107141" y="10447"/>
                  </a:lnTo>
                  <a:lnTo>
                    <a:pt x="102109" y="12407"/>
                  </a:lnTo>
                  <a:lnTo>
                    <a:pt x="97142" y="14530"/>
                  </a:lnTo>
                  <a:lnTo>
                    <a:pt x="92247" y="16812"/>
                  </a:lnTo>
                  <a:lnTo>
                    <a:pt x="87428" y="19250"/>
                  </a:lnTo>
                  <a:lnTo>
                    <a:pt x="82691" y="21843"/>
                  </a:lnTo>
                  <a:lnTo>
                    <a:pt x="78039" y="24588"/>
                  </a:lnTo>
                  <a:lnTo>
                    <a:pt x="73479" y="27482"/>
                  </a:lnTo>
                  <a:lnTo>
                    <a:pt x="69014" y="30521"/>
                  </a:lnTo>
                  <a:lnTo>
                    <a:pt x="64651" y="33703"/>
                  </a:lnTo>
                  <a:lnTo>
                    <a:pt x="60392" y="37025"/>
                  </a:lnTo>
                  <a:lnTo>
                    <a:pt x="56242" y="40482"/>
                  </a:lnTo>
                  <a:lnTo>
                    <a:pt x="52207" y="44071"/>
                  </a:lnTo>
                  <a:lnTo>
                    <a:pt x="48289" y="47789"/>
                  </a:lnTo>
                  <a:lnTo>
                    <a:pt x="44494" y="51632"/>
                  </a:lnTo>
                  <a:lnTo>
                    <a:pt x="40825" y="55595"/>
                  </a:lnTo>
                  <a:lnTo>
                    <a:pt x="37286" y="59675"/>
                  </a:lnTo>
                  <a:lnTo>
                    <a:pt x="33880" y="63866"/>
                  </a:lnTo>
                  <a:lnTo>
                    <a:pt x="30612" y="68166"/>
                  </a:lnTo>
                  <a:lnTo>
                    <a:pt x="27484" y="72569"/>
                  </a:lnTo>
                  <a:lnTo>
                    <a:pt x="24500" y="77071"/>
                  </a:lnTo>
                  <a:lnTo>
                    <a:pt x="21663" y="81666"/>
                  </a:lnTo>
                  <a:lnTo>
                    <a:pt x="18976" y="86351"/>
                  </a:lnTo>
                  <a:lnTo>
                    <a:pt x="16442" y="91121"/>
                  </a:lnTo>
                  <a:lnTo>
                    <a:pt x="14063" y="95970"/>
                  </a:lnTo>
                  <a:lnTo>
                    <a:pt x="11842" y="100893"/>
                  </a:lnTo>
                  <a:lnTo>
                    <a:pt x="9781" y="105885"/>
                  </a:lnTo>
                  <a:lnTo>
                    <a:pt x="7882" y="110941"/>
                  </a:lnTo>
                  <a:lnTo>
                    <a:pt x="6148" y="116056"/>
                  </a:lnTo>
                  <a:lnTo>
                    <a:pt x="4580" y="121224"/>
                  </a:lnTo>
                  <a:lnTo>
                    <a:pt x="3180" y="126440"/>
                  </a:lnTo>
                  <a:lnTo>
                    <a:pt x="1949" y="131699"/>
                  </a:lnTo>
                  <a:lnTo>
                    <a:pt x="888" y="136995"/>
                  </a:lnTo>
                  <a:lnTo>
                    <a:pt x="0" y="142322"/>
                  </a:lnTo>
                  <a:lnTo>
                    <a:pt x="16531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41" y="5269756"/>
              <a:ext cx="334311" cy="334333"/>
            </a:xfrm>
            <a:custGeom>
              <a:avLst/>
              <a:pathLst>
                <a:path w="334311" h="334333">
                  <a:moveTo>
                    <a:pt x="1848" y="142322"/>
                  </a:moveTo>
                  <a:lnTo>
                    <a:pt x="1142" y="147586"/>
                  </a:lnTo>
                  <a:lnTo>
                    <a:pt x="604" y="152871"/>
                  </a:lnTo>
                  <a:lnTo>
                    <a:pt x="234" y="158169"/>
                  </a:lnTo>
                  <a:lnTo>
                    <a:pt x="32" y="163477"/>
                  </a:lnTo>
                  <a:lnTo>
                    <a:pt x="0" y="168788"/>
                  </a:lnTo>
                  <a:lnTo>
                    <a:pt x="135" y="174098"/>
                  </a:lnTo>
                  <a:lnTo>
                    <a:pt x="440" y="179401"/>
                  </a:lnTo>
                  <a:lnTo>
                    <a:pt x="913" y="184691"/>
                  </a:lnTo>
                  <a:lnTo>
                    <a:pt x="1553" y="189964"/>
                  </a:lnTo>
                  <a:lnTo>
                    <a:pt x="2361" y="195214"/>
                  </a:lnTo>
                  <a:lnTo>
                    <a:pt x="3335" y="200435"/>
                  </a:lnTo>
                  <a:lnTo>
                    <a:pt x="4475" y="205623"/>
                  </a:lnTo>
                  <a:lnTo>
                    <a:pt x="5779" y="210772"/>
                  </a:lnTo>
                  <a:lnTo>
                    <a:pt x="7246" y="215877"/>
                  </a:lnTo>
                  <a:lnTo>
                    <a:pt x="8874" y="220933"/>
                  </a:lnTo>
                  <a:lnTo>
                    <a:pt x="10662" y="225934"/>
                  </a:lnTo>
                  <a:lnTo>
                    <a:pt x="12608" y="230876"/>
                  </a:lnTo>
                  <a:lnTo>
                    <a:pt x="14710" y="235754"/>
                  </a:lnTo>
                  <a:lnTo>
                    <a:pt x="16966" y="240563"/>
                  </a:lnTo>
                  <a:lnTo>
                    <a:pt x="19373" y="245297"/>
                  </a:lnTo>
                  <a:lnTo>
                    <a:pt x="21930" y="249953"/>
                  </a:lnTo>
                  <a:lnTo>
                    <a:pt x="24634" y="254525"/>
                  </a:lnTo>
                  <a:lnTo>
                    <a:pt x="27481" y="259009"/>
                  </a:lnTo>
                  <a:lnTo>
                    <a:pt x="30469" y="263400"/>
                  </a:lnTo>
                  <a:lnTo>
                    <a:pt x="33595" y="267694"/>
                  </a:lnTo>
                  <a:lnTo>
                    <a:pt x="36857" y="271887"/>
                  </a:lnTo>
                  <a:lnTo>
                    <a:pt x="40249" y="275973"/>
                  </a:lnTo>
                  <a:lnTo>
                    <a:pt x="43770" y="279950"/>
                  </a:lnTo>
                  <a:lnTo>
                    <a:pt x="47415" y="283813"/>
                  </a:lnTo>
                  <a:lnTo>
                    <a:pt x="51182" y="287559"/>
                  </a:lnTo>
                  <a:lnTo>
                    <a:pt x="55065" y="291183"/>
                  </a:lnTo>
                  <a:lnTo>
                    <a:pt x="59062" y="294681"/>
                  </a:lnTo>
                  <a:lnTo>
                    <a:pt x="63167" y="298051"/>
                  </a:lnTo>
                  <a:lnTo>
                    <a:pt x="67378" y="301289"/>
                  </a:lnTo>
                  <a:lnTo>
                    <a:pt x="71689" y="304391"/>
                  </a:lnTo>
                  <a:lnTo>
                    <a:pt x="76097" y="307355"/>
                  </a:lnTo>
                  <a:lnTo>
                    <a:pt x="80597" y="310177"/>
                  </a:lnTo>
                  <a:lnTo>
                    <a:pt x="85184" y="312855"/>
                  </a:lnTo>
                  <a:lnTo>
                    <a:pt x="89854" y="315386"/>
                  </a:lnTo>
                  <a:lnTo>
                    <a:pt x="94601" y="317767"/>
                  </a:lnTo>
                  <a:lnTo>
                    <a:pt x="99422" y="319996"/>
                  </a:lnTo>
                  <a:lnTo>
                    <a:pt x="104312" y="322071"/>
                  </a:lnTo>
                  <a:lnTo>
                    <a:pt x="109265" y="323989"/>
                  </a:lnTo>
                  <a:lnTo>
                    <a:pt x="114276" y="325749"/>
                  </a:lnTo>
                  <a:lnTo>
                    <a:pt x="119341" y="327349"/>
                  </a:lnTo>
                  <a:lnTo>
                    <a:pt x="124454" y="328788"/>
                  </a:lnTo>
                  <a:lnTo>
                    <a:pt x="129610" y="330063"/>
                  </a:lnTo>
                  <a:lnTo>
                    <a:pt x="134804" y="331173"/>
                  </a:lnTo>
                  <a:lnTo>
                    <a:pt x="140031" y="332119"/>
                  </a:lnTo>
                  <a:lnTo>
                    <a:pt x="145285" y="332897"/>
                  </a:lnTo>
                  <a:lnTo>
                    <a:pt x="150562" y="333508"/>
                  </a:lnTo>
                  <a:lnTo>
                    <a:pt x="155855" y="333952"/>
                  </a:lnTo>
                  <a:lnTo>
                    <a:pt x="161159" y="334227"/>
                  </a:lnTo>
                  <a:lnTo>
                    <a:pt x="166469" y="334333"/>
                  </a:lnTo>
                  <a:lnTo>
                    <a:pt x="171781" y="334270"/>
                  </a:lnTo>
                  <a:lnTo>
                    <a:pt x="177087" y="334039"/>
                  </a:lnTo>
                  <a:lnTo>
                    <a:pt x="182383" y="333640"/>
                  </a:lnTo>
                  <a:lnTo>
                    <a:pt x="187665" y="333072"/>
                  </a:lnTo>
                  <a:lnTo>
                    <a:pt x="192925" y="332337"/>
                  </a:lnTo>
                  <a:lnTo>
                    <a:pt x="198159" y="331435"/>
                  </a:lnTo>
                  <a:lnTo>
                    <a:pt x="203362" y="330367"/>
                  </a:lnTo>
                  <a:lnTo>
                    <a:pt x="208529" y="329135"/>
                  </a:lnTo>
                  <a:lnTo>
                    <a:pt x="213654" y="327738"/>
                  </a:lnTo>
                  <a:lnTo>
                    <a:pt x="218731" y="326180"/>
                  </a:lnTo>
                  <a:lnTo>
                    <a:pt x="223757" y="324462"/>
                  </a:lnTo>
                  <a:lnTo>
                    <a:pt x="228726" y="322584"/>
                  </a:lnTo>
                  <a:lnTo>
                    <a:pt x="233632" y="320550"/>
                  </a:lnTo>
                  <a:lnTo>
                    <a:pt x="238472" y="318360"/>
                  </a:lnTo>
                  <a:lnTo>
                    <a:pt x="243239" y="316019"/>
                  </a:lnTo>
                  <a:lnTo>
                    <a:pt x="247930" y="313526"/>
                  </a:lnTo>
                  <a:lnTo>
                    <a:pt x="252539" y="310886"/>
                  </a:lnTo>
                  <a:lnTo>
                    <a:pt x="257061" y="308101"/>
                  </a:lnTo>
                  <a:lnTo>
                    <a:pt x="261493" y="305174"/>
                  </a:lnTo>
                  <a:lnTo>
                    <a:pt x="265830" y="302107"/>
                  </a:lnTo>
                  <a:lnTo>
                    <a:pt x="270067" y="298905"/>
                  </a:lnTo>
                  <a:lnTo>
                    <a:pt x="274201" y="295569"/>
                  </a:lnTo>
                  <a:lnTo>
                    <a:pt x="278226" y="292103"/>
                  </a:lnTo>
                  <a:lnTo>
                    <a:pt x="282139" y="288512"/>
                  </a:lnTo>
                  <a:lnTo>
                    <a:pt x="285936" y="284798"/>
                  </a:lnTo>
                  <a:lnTo>
                    <a:pt x="289613" y="280965"/>
                  </a:lnTo>
                  <a:lnTo>
                    <a:pt x="293167" y="277017"/>
                  </a:lnTo>
                  <a:lnTo>
                    <a:pt x="296593" y="272958"/>
                  </a:lnTo>
                  <a:lnTo>
                    <a:pt x="299889" y="268793"/>
                  </a:lnTo>
                  <a:lnTo>
                    <a:pt x="303050" y="264525"/>
                  </a:lnTo>
                  <a:lnTo>
                    <a:pt x="306075" y="260158"/>
                  </a:lnTo>
                  <a:lnTo>
                    <a:pt x="308959" y="255698"/>
                  </a:lnTo>
                  <a:lnTo>
                    <a:pt x="311700" y="251149"/>
                  </a:lnTo>
                  <a:lnTo>
                    <a:pt x="314295" y="246514"/>
                  </a:lnTo>
                  <a:lnTo>
                    <a:pt x="316742" y="241800"/>
                  </a:lnTo>
                  <a:lnTo>
                    <a:pt x="319037" y="237010"/>
                  </a:lnTo>
                  <a:lnTo>
                    <a:pt x="321179" y="232149"/>
                  </a:lnTo>
                  <a:lnTo>
                    <a:pt x="323166" y="227223"/>
                  </a:lnTo>
                  <a:lnTo>
                    <a:pt x="324995" y="222237"/>
                  </a:lnTo>
                  <a:lnTo>
                    <a:pt x="326665" y="217195"/>
                  </a:lnTo>
                  <a:lnTo>
                    <a:pt x="328174" y="212102"/>
                  </a:lnTo>
                  <a:lnTo>
                    <a:pt x="329520" y="206964"/>
                  </a:lnTo>
                  <a:lnTo>
                    <a:pt x="330703" y="201786"/>
                  </a:lnTo>
                  <a:lnTo>
                    <a:pt x="331720" y="196573"/>
                  </a:lnTo>
                  <a:lnTo>
                    <a:pt x="332571" y="191330"/>
                  </a:lnTo>
                  <a:lnTo>
                    <a:pt x="333255" y="186062"/>
                  </a:lnTo>
                  <a:lnTo>
                    <a:pt x="333772" y="180776"/>
                  </a:lnTo>
                  <a:lnTo>
                    <a:pt x="334120" y="175476"/>
                  </a:lnTo>
                  <a:lnTo>
                    <a:pt x="334300" y="170167"/>
                  </a:lnTo>
                  <a:lnTo>
                    <a:pt x="334311" y="164856"/>
                  </a:lnTo>
                  <a:lnTo>
                    <a:pt x="334153" y="159547"/>
                  </a:lnTo>
                  <a:lnTo>
                    <a:pt x="333826" y="154245"/>
                  </a:lnTo>
                  <a:lnTo>
                    <a:pt x="333332" y="148957"/>
                  </a:lnTo>
                  <a:lnTo>
                    <a:pt x="332669" y="143687"/>
                  </a:lnTo>
                  <a:lnTo>
                    <a:pt x="331840" y="138441"/>
                  </a:lnTo>
                  <a:lnTo>
                    <a:pt x="330844" y="133223"/>
                  </a:lnTo>
                  <a:lnTo>
                    <a:pt x="329683" y="128040"/>
                  </a:lnTo>
                  <a:lnTo>
                    <a:pt x="328358" y="122897"/>
                  </a:lnTo>
                  <a:lnTo>
                    <a:pt x="326870" y="117798"/>
                  </a:lnTo>
                  <a:lnTo>
                    <a:pt x="325221" y="112749"/>
                  </a:lnTo>
                  <a:lnTo>
                    <a:pt x="323412" y="107755"/>
                  </a:lnTo>
                  <a:lnTo>
                    <a:pt x="321446" y="102820"/>
                  </a:lnTo>
                  <a:lnTo>
                    <a:pt x="319324" y="97951"/>
                  </a:lnTo>
                  <a:lnTo>
                    <a:pt x="317048" y="93152"/>
                  </a:lnTo>
                  <a:lnTo>
                    <a:pt x="314621" y="88427"/>
                  </a:lnTo>
                  <a:lnTo>
                    <a:pt x="312045" y="83782"/>
                  </a:lnTo>
                  <a:lnTo>
                    <a:pt x="309323" y="79222"/>
                  </a:lnTo>
                  <a:lnTo>
                    <a:pt x="306457" y="74749"/>
                  </a:lnTo>
                  <a:lnTo>
                    <a:pt x="303451" y="70371"/>
                  </a:lnTo>
                  <a:lnTo>
                    <a:pt x="300307" y="66090"/>
                  </a:lnTo>
                  <a:lnTo>
                    <a:pt x="297028" y="61911"/>
                  </a:lnTo>
                  <a:lnTo>
                    <a:pt x="293619" y="57838"/>
                  </a:lnTo>
                  <a:lnTo>
                    <a:pt x="290082" y="53875"/>
                  </a:lnTo>
                  <a:lnTo>
                    <a:pt x="286420" y="50027"/>
                  </a:lnTo>
                  <a:lnTo>
                    <a:pt x="282639" y="46298"/>
                  </a:lnTo>
                  <a:lnTo>
                    <a:pt x="278741" y="42690"/>
                  </a:lnTo>
                  <a:lnTo>
                    <a:pt x="274730" y="39208"/>
                  </a:lnTo>
                  <a:lnTo>
                    <a:pt x="270610" y="35855"/>
                  </a:lnTo>
                  <a:lnTo>
                    <a:pt x="266386" y="32635"/>
                  </a:lnTo>
                  <a:lnTo>
                    <a:pt x="262062" y="29550"/>
                  </a:lnTo>
                  <a:lnTo>
                    <a:pt x="257642" y="26605"/>
                  </a:lnTo>
                  <a:lnTo>
                    <a:pt x="253131" y="23801"/>
                  </a:lnTo>
                  <a:lnTo>
                    <a:pt x="248533" y="21142"/>
                  </a:lnTo>
                  <a:lnTo>
                    <a:pt x="243852" y="18631"/>
                  </a:lnTo>
                  <a:lnTo>
                    <a:pt x="239095" y="16269"/>
                  </a:lnTo>
                  <a:lnTo>
                    <a:pt x="234265" y="14060"/>
                  </a:lnTo>
                  <a:lnTo>
                    <a:pt x="229367" y="12005"/>
                  </a:lnTo>
                  <a:lnTo>
                    <a:pt x="224406" y="10107"/>
                  </a:lnTo>
                  <a:lnTo>
                    <a:pt x="219387" y="8368"/>
                  </a:lnTo>
                  <a:lnTo>
                    <a:pt x="214316" y="6789"/>
                  </a:lnTo>
                  <a:lnTo>
                    <a:pt x="209197" y="5371"/>
                  </a:lnTo>
                  <a:lnTo>
                    <a:pt x="204035" y="4118"/>
                  </a:lnTo>
                  <a:lnTo>
                    <a:pt x="198837" y="3028"/>
                  </a:lnTo>
                  <a:lnTo>
                    <a:pt x="193606" y="2105"/>
                  </a:lnTo>
                  <a:lnTo>
                    <a:pt x="188349" y="1348"/>
                  </a:lnTo>
                  <a:lnTo>
                    <a:pt x="183070" y="758"/>
                  </a:lnTo>
                  <a:lnTo>
                    <a:pt x="177775" y="337"/>
                  </a:lnTo>
                  <a:lnTo>
                    <a:pt x="172470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8806" y="5399291"/>
              <a:ext cx="7408" cy="167167"/>
            </a:xfrm>
            <a:custGeom>
              <a:avLst/>
              <a:pathLst>
                <a:path w="7408" h="167167">
                  <a:moveTo>
                    <a:pt x="7408" y="0"/>
                  </a:moveTo>
                  <a:lnTo>
                    <a:pt x="0" y="164"/>
                  </a:lnTo>
                  <a:lnTo>
                    <a:pt x="740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8806" y="5399456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8806" y="5399456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8806" y="5399456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8806" y="5399456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8806" y="5399456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8806" y="5399456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57" y="5399456"/>
              <a:ext cx="334322" cy="334170"/>
            </a:xfrm>
            <a:custGeom>
              <a:avLst/>
              <a:pathLst>
                <a:path w="334322" h="334170">
                  <a:moveTo>
                    <a:pt x="159749" y="0"/>
                  </a:moveTo>
                  <a:lnTo>
                    <a:pt x="154479" y="317"/>
                  </a:lnTo>
                  <a:lnTo>
                    <a:pt x="149221" y="800"/>
                  </a:lnTo>
                  <a:lnTo>
                    <a:pt x="143982" y="1450"/>
                  </a:lnTo>
                  <a:lnTo>
                    <a:pt x="138765" y="2264"/>
                  </a:lnTo>
                  <a:lnTo>
                    <a:pt x="133577" y="3243"/>
                  </a:lnTo>
                  <a:lnTo>
                    <a:pt x="128422" y="4385"/>
                  </a:lnTo>
                  <a:lnTo>
                    <a:pt x="123306" y="5689"/>
                  </a:lnTo>
                  <a:lnTo>
                    <a:pt x="118233" y="7155"/>
                  </a:lnTo>
                  <a:lnTo>
                    <a:pt x="113210" y="8780"/>
                  </a:lnTo>
                  <a:lnTo>
                    <a:pt x="108240" y="10562"/>
                  </a:lnTo>
                  <a:lnTo>
                    <a:pt x="103329" y="12501"/>
                  </a:lnTo>
                  <a:lnTo>
                    <a:pt x="98482" y="14594"/>
                  </a:lnTo>
                  <a:lnTo>
                    <a:pt x="93703" y="16838"/>
                  </a:lnTo>
                  <a:lnTo>
                    <a:pt x="88998" y="19233"/>
                  </a:lnTo>
                  <a:lnTo>
                    <a:pt x="84370" y="21775"/>
                  </a:lnTo>
                  <a:lnTo>
                    <a:pt x="79825" y="24462"/>
                  </a:lnTo>
                  <a:lnTo>
                    <a:pt x="75367" y="27291"/>
                  </a:lnTo>
                  <a:lnTo>
                    <a:pt x="71001" y="30259"/>
                  </a:lnTo>
                  <a:lnTo>
                    <a:pt x="66731" y="33364"/>
                  </a:lnTo>
                  <a:lnTo>
                    <a:pt x="62560" y="36602"/>
                  </a:lnTo>
                  <a:lnTo>
                    <a:pt x="58494" y="39970"/>
                  </a:lnTo>
                  <a:lnTo>
                    <a:pt x="54537" y="43465"/>
                  </a:lnTo>
                  <a:lnTo>
                    <a:pt x="50692" y="47083"/>
                  </a:lnTo>
                  <a:lnTo>
                    <a:pt x="46963" y="50821"/>
                  </a:lnTo>
                  <a:lnTo>
                    <a:pt x="43354" y="54675"/>
                  </a:lnTo>
                  <a:lnTo>
                    <a:pt x="39868" y="58641"/>
                  </a:lnTo>
                  <a:lnTo>
                    <a:pt x="36510" y="62714"/>
                  </a:lnTo>
                  <a:lnTo>
                    <a:pt x="33282" y="66892"/>
                  </a:lnTo>
                  <a:lnTo>
                    <a:pt x="30187" y="71170"/>
                  </a:lnTo>
                  <a:lnTo>
                    <a:pt x="27229" y="75543"/>
                  </a:lnTo>
                  <a:lnTo>
                    <a:pt x="24410" y="80008"/>
                  </a:lnTo>
                  <a:lnTo>
                    <a:pt x="21734" y="84559"/>
                  </a:lnTo>
                  <a:lnTo>
                    <a:pt x="19203" y="89193"/>
                  </a:lnTo>
                  <a:lnTo>
                    <a:pt x="16820" y="93904"/>
                  </a:lnTo>
                  <a:lnTo>
                    <a:pt x="14586" y="98688"/>
                  </a:lnTo>
                  <a:lnTo>
                    <a:pt x="12505" y="103540"/>
                  </a:lnTo>
                  <a:lnTo>
                    <a:pt x="10578" y="108456"/>
                  </a:lnTo>
                  <a:lnTo>
                    <a:pt x="8807" y="113430"/>
                  </a:lnTo>
                  <a:lnTo>
                    <a:pt x="7195" y="118457"/>
                  </a:lnTo>
                  <a:lnTo>
                    <a:pt x="5741" y="123533"/>
                  </a:lnTo>
                  <a:lnTo>
                    <a:pt x="4449" y="128652"/>
                  </a:lnTo>
                  <a:lnTo>
                    <a:pt x="3319" y="133810"/>
                  </a:lnTo>
                  <a:lnTo>
                    <a:pt x="2353" y="139000"/>
                  </a:lnTo>
                  <a:lnTo>
                    <a:pt x="1550" y="144219"/>
                  </a:lnTo>
                  <a:lnTo>
                    <a:pt x="914" y="149460"/>
                  </a:lnTo>
                  <a:lnTo>
                    <a:pt x="442" y="154719"/>
                  </a:lnTo>
                  <a:lnTo>
                    <a:pt x="138" y="159990"/>
                  </a:lnTo>
                  <a:lnTo>
                    <a:pt x="0" y="165268"/>
                  </a:lnTo>
                  <a:lnTo>
                    <a:pt x="28" y="170547"/>
                  </a:lnTo>
                  <a:lnTo>
                    <a:pt x="223" y="175823"/>
                  </a:lnTo>
                  <a:lnTo>
                    <a:pt x="585" y="181091"/>
                  </a:lnTo>
                  <a:lnTo>
                    <a:pt x="1113" y="186344"/>
                  </a:lnTo>
                  <a:lnTo>
                    <a:pt x="1807" y="191578"/>
                  </a:lnTo>
                  <a:lnTo>
                    <a:pt x="2665" y="196788"/>
                  </a:lnTo>
                  <a:lnTo>
                    <a:pt x="3688" y="201967"/>
                  </a:lnTo>
                  <a:lnTo>
                    <a:pt x="4874" y="207112"/>
                  </a:lnTo>
                  <a:lnTo>
                    <a:pt x="6221" y="212217"/>
                  </a:lnTo>
                  <a:lnTo>
                    <a:pt x="7729" y="217277"/>
                  </a:lnTo>
                  <a:lnTo>
                    <a:pt x="9397" y="222287"/>
                  </a:lnTo>
                  <a:lnTo>
                    <a:pt x="11221" y="227241"/>
                  </a:lnTo>
                  <a:lnTo>
                    <a:pt x="13201" y="232136"/>
                  </a:lnTo>
                  <a:lnTo>
                    <a:pt x="15335" y="236965"/>
                  </a:lnTo>
                  <a:lnTo>
                    <a:pt x="17620" y="241725"/>
                  </a:lnTo>
                  <a:lnTo>
                    <a:pt x="20054" y="246410"/>
                  </a:lnTo>
                  <a:lnTo>
                    <a:pt x="22635" y="251016"/>
                  </a:lnTo>
                  <a:lnTo>
                    <a:pt x="25361" y="255538"/>
                  </a:lnTo>
                  <a:lnTo>
                    <a:pt x="28227" y="259971"/>
                  </a:lnTo>
                  <a:lnTo>
                    <a:pt x="31232" y="264313"/>
                  </a:lnTo>
                  <a:lnTo>
                    <a:pt x="34373" y="268556"/>
                  </a:lnTo>
                  <a:lnTo>
                    <a:pt x="37647" y="272699"/>
                  </a:lnTo>
                  <a:lnTo>
                    <a:pt x="41049" y="276736"/>
                  </a:lnTo>
                  <a:lnTo>
                    <a:pt x="44577" y="280664"/>
                  </a:lnTo>
                  <a:lnTo>
                    <a:pt x="48228" y="284479"/>
                  </a:lnTo>
                  <a:lnTo>
                    <a:pt x="51997" y="288176"/>
                  </a:lnTo>
                  <a:lnTo>
                    <a:pt x="55881" y="291752"/>
                  </a:lnTo>
                  <a:lnTo>
                    <a:pt x="59876" y="295204"/>
                  </a:lnTo>
                  <a:lnTo>
                    <a:pt x="63978" y="298528"/>
                  </a:lnTo>
                  <a:lnTo>
                    <a:pt x="68183" y="301721"/>
                  </a:lnTo>
                  <a:lnTo>
                    <a:pt x="72487" y="304779"/>
                  </a:lnTo>
                  <a:lnTo>
                    <a:pt x="76885" y="307700"/>
                  </a:lnTo>
                  <a:lnTo>
                    <a:pt x="81373" y="310481"/>
                  </a:lnTo>
                  <a:lnTo>
                    <a:pt x="85947" y="313118"/>
                  </a:lnTo>
                  <a:lnTo>
                    <a:pt x="90602" y="315610"/>
                  </a:lnTo>
                  <a:lnTo>
                    <a:pt x="95333" y="317953"/>
                  </a:lnTo>
                  <a:lnTo>
                    <a:pt x="100136" y="320146"/>
                  </a:lnTo>
                  <a:lnTo>
                    <a:pt x="105006" y="322187"/>
                  </a:lnTo>
                  <a:lnTo>
                    <a:pt x="109937" y="324072"/>
                  </a:lnTo>
                  <a:lnTo>
                    <a:pt x="114926" y="325801"/>
                  </a:lnTo>
                  <a:lnTo>
                    <a:pt x="119967" y="327371"/>
                  </a:lnTo>
                  <a:lnTo>
                    <a:pt x="125055" y="328781"/>
                  </a:lnTo>
                  <a:lnTo>
                    <a:pt x="130185" y="330030"/>
                  </a:lnTo>
                  <a:lnTo>
                    <a:pt x="135352" y="331116"/>
                  </a:lnTo>
                  <a:lnTo>
                    <a:pt x="140550" y="332039"/>
                  </a:lnTo>
                  <a:lnTo>
                    <a:pt x="145775" y="332797"/>
                  </a:lnTo>
                  <a:lnTo>
                    <a:pt x="151022" y="333389"/>
                  </a:lnTo>
                  <a:lnTo>
                    <a:pt x="156284" y="333816"/>
                  </a:lnTo>
                  <a:lnTo>
                    <a:pt x="161557" y="334076"/>
                  </a:lnTo>
                  <a:lnTo>
                    <a:pt x="166836" y="334170"/>
                  </a:lnTo>
                  <a:lnTo>
                    <a:pt x="172116" y="334097"/>
                  </a:lnTo>
                  <a:lnTo>
                    <a:pt x="177390" y="333857"/>
                  </a:lnTo>
                  <a:lnTo>
                    <a:pt x="182654" y="333450"/>
                  </a:lnTo>
                  <a:lnTo>
                    <a:pt x="187903" y="332878"/>
                  </a:lnTo>
                  <a:lnTo>
                    <a:pt x="193131" y="332140"/>
                  </a:lnTo>
                  <a:lnTo>
                    <a:pt x="198333" y="331238"/>
                  </a:lnTo>
                  <a:lnTo>
                    <a:pt x="203504" y="330171"/>
                  </a:lnTo>
                  <a:lnTo>
                    <a:pt x="208638" y="328942"/>
                  </a:lnTo>
                  <a:lnTo>
                    <a:pt x="213732" y="327551"/>
                  </a:lnTo>
                  <a:lnTo>
                    <a:pt x="218779" y="326000"/>
                  </a:lnTo>
                  <a:lnTo>
                    <a:pt x="223774" y="324291"/>
                  </a:lnTo>
                  <a:lnTo>
                    <a:pt x="228713" y="322425"/>
                  </a:lnTo>
                  <a:lnTo>
                    <a:pt x="233590" y="320403"/>
                  </a:lnTo>
                  <a:lnTo>
                    <a:pt x="238402" y="318229"/>
                  </a:lnTo>
                  <a:lnTo>
                    <a:pt x="243142" y="315903"/>
                  </a:lnTo>
                  <a:lnTo>
                    <a:pt x="247806" y="313430"/>
                  </a:lnTo>
                  <a:lnTo>
                    <a:pt x="252390" y="310810"/>
                  </a:lnTo>
                  <a:lnTo>
                    <a:pt x="256889" y="308046"/>
                  </a:lnTo>
                  <a:lnTo>
                    <a:pt x="261298" y="305142"/>
                  </a:lnTo>
                  <a:lnTo>
                    <a:pt x="265614" y="302101"/>
                  </a:lnTo>
                  <a:lnTo>
                    <a:pt x="269831" y="298924"/>
                  </a:lnTo>
                  <a:lnTo>
                    <a:pt x="273946" y="295616"/>
                  </a:lnTo>
                  <a:lnTo>
                    <a:pt x="277954" y="292179"/>
                  </a:lnTo>
                  <a:lnTo>
                    <a:pt x="281852" y="288618"/>
                  </a:lnTo>
                  <a:lnTo>
                    <a:pt x="285635" y="284935"/>
                  </a:lnTo>
                  <a:lnTo>
                    <a:pt x="289300" y="281135"/>
                  </a:lnTo>
                  <a:lnTo>
                    <a:pt x="292844" y="277221"/>
                  </a:lnTo>
                  <a:lnTo>
                    <a:pt x="296262" y="273197"/>
                  </a:lnTo>
                  <a:lnTo>
                    <a:pt x="299551" y="269067"/>
                  </a:lnTo>
                  <a:lnTo>
                    <a:pt x="302708" y="264835"/>
                  </a:lnTo>
                  <a:lnTo>
                    <a:pt x="305730" y="260505"/>
                  </a:lnTo>
                  <a:lnTo>
                    <a:pt x="308614" y="256083"/>
                  </a:lnTo>
                  <a:lnTo>
                    <a:pt x="311356" y="251571"/>
                  </a:lnTo>
                  <a:lnTo>
                    <a:pt x="313955" y="246975"/>
                  </a:lnTo>
                  <a:lnTo>
                    <a:pt x="316407" y="242299"/>
                  </a:lnTo>
                  <a:lnTo>
                    <a:pt x="318711" y="237549"/>
                  </a:lnTo>
                  <a:lnTo>
                    <a:pt x="320863" y="232727"/>
                  </a:lnTo>
                  <a:lnTo>
                    <a:pt x="322862" y="227841"/>
                  </a:lnTo>
                  <a:lnTo>
                    <a:pt x="324705" y="222893"/>
                  </a:lnTo>
                  <a:lnTo>
                    <a:pt x="326392" y="217890"/>
                  </a:lnTo>
                  <a:lnTo>
                    <a:pt x="327919" y="212836"/>
                  </a:lnTo>
                  <a:lnTo>
                    <a:pt x="329287" y="207736"/>
                  </a:lnTo>
                  <a:lnTo>
                    <a:pt x="330492" y="202596"/>
                  </a:lnTo>
                  <a:lnTo>
                    <a:pt x="331535" y="197420"/>
                  </a:lnTo>
                  <a:lnTo>
                    <a:pt x="332413" y="192214"/>
                  </a:lnTo>
                  <a:lnTo>
                    <a:pt x="333127" y="186983"/>
                  </a:lnTo>
                  <a:lnTo>
                    <a:pt x="333675" y="181732"/>
                  </a:lnTo>
                  <a:lnTo>
                    <a:pt x="334057" y="176466"/>
                  </a:lnTo>
                  <a:lnTo>
                    <a:pt x="334273" y="171190"/>
                  </a:lnTo>
                  <a:lnTo>
                    <a:pt x="334322" y="165911"/>
                  </a:lnTo>
                  <a:lnTo>
                    <a:pt x="334204" y="160632"/>
                  </a:lnTo>
                  <a:lnTo>
                    <a:pt x="333919" y="155360"/>
                  </a:lnTo>
                  <a:lnTo>
                    <a:pt x="333469" y="150100"/>
                  </a:lnTo>
                  <a:lnTo>
                    <a:pt x="332852" y="144856"/>
                  </a:lnTo>
                  <a:lnTo>
                    <a:pt x="332070" y="139635"/>
                  </a:lnTo>
                  <a:lnTo>
                    <a:pt x="331123" y="134440"/>
                  </a:lnTo>
                  <a:lnTo>
                    <a:pt x="330013" y="129279"/>
                  </a:lnTo>
                  <a:lnTo>
                    <a:pt x="328741" y="124154"/>
                  </a:lnTo>
                  <a:lnTo>
                    <a:pt x="327307" y="119073"/>
                  </a:lnTo>
                  <a:lnTo>
                    <a:pt x="325713" y="114039"/>
                  </a:lnTo>
                  <a:lnTo>
                    <a:pt x="323962" y="109059"/>
                  </a:lnTo>
                  <a:lnTo>
                    <a:pt x="322054" y="104136"/>
                  </a:lnTo>
                  <a:lnTo>
                    <a:pt x="319991" y="99276"/>
                  </a:lnTo>
                  <a:lnTo>
                    <a:pt x="317776" y="94483"/>
                  </a:lnTo>
                  <a:lnTo>
                    <a:pt x="315411" y="89763"/>
                  </a:lnTo>
                  <a:lnTo>
                    <a:pt x="312898" y="85119"/>
                  </a:lnTo>
                  <a:lnTo>
                    <a:pt x="310239" y="80558"/>
                  </a:lnTo>
                  <a:lnTo>
                    <a:pt x="307438" y="76082"/>
                  </a:lnTo>
                  <a:lnTo>
                    <a:pt x="304497" y="71698"/>
                  </a:lnTo>
                  <a:lnTo>
                    <a:pt x="301418" y="67408"/>
                  </a:lnTo>
                  <a:lnTo>
                    <a:pt x="298206" y="63218"/>
                  </a:lnTo>
                  <a:lnTo>
                    <a:pt x="294863" y="59131"/>
                  </a:lnTo>
                  <a:lnTo>
                    <a:pt x="291393" y="55152"/>
                  </a:lnTo>
                  <a:lnTo>
                    <a:pt x="287799" y="51285"/>
                  </a:lnTo>
                  <a:lnTo>
                    <a:pt x="284084" y="47532"/>
                  </a:lnTo>
                  <a:lnTo>
                    <a:pt x="280253" y="43899"/>
                  </a:lnTo>
                  <a:lnTo>
                    <a:pt x="276309" y="40389"/>
                  </a:lnTo>
                  <a:lnTo>
                    <a:pt x="272256" y="37006"/>
                  </a:lnTo>
                  <a:lnTo>
                    <a:pt x="268099" y="33751"/>
                  </a:lnTo>
                  <a:lnTo>
                    <a:pt x="263840" y="30630"/>
                  </a:lnTo>
                  <a:lnTo>
                    <a:pt x="259486" y="27645"/>
                  </a:lnTo>
                  <a:lnTo>
                    <a:pt x="255039" y="24799"/>
                  </a:lnTo>
                  <a:lnTo>
                    <a:pt x="250504" y="22094"/>
                  </a:lnTo>
                  <a:lnTo>
                    <a:pt x="245886" y="19535"/>
                  </a:lnTo>
                  <a:lnTo>
                    <a:pt x="241190" y="17122"/>
                  </a:lnTo>
                  <a:lnTo>
                    <a:pt x="236420" y="14859"/>
                  </a:lnTo>
                  <a:lnTo>
                    <a:pt x="231581" y="12747"/>
                  </a:lnTo>
                  <a:lnTo>
                    <a:pt x="226677" y="10790"/>
                  </a:lnTo>
                  <a:lnTo>
                    <a:pt x="221714" y="8988"/>
                  </a:lnTo>
                  <a:lnTo>
                    <a:pt x="216697" y="7344"/>
                  </a:lnTo>
                  <a:lnTo>
                    <a:pt x="211630" y="5859"/>
                  </a:lnTo>
                  <a:lnTo>
                    <a:pt x="206519" y="4535"/>
                  </a:lnTo>
                  <a:lnTo>
                    <a:pt x="201369" y="3373"/>
                  </a:lnTo>
                  <a:lnTo>
                    <a:pt x="196185" y="2375"/>
                  </a:lnTo>
                  <a:lnTo>
                    <a:pt x="190971" y="1540"/>
                  </a:lnTo>
                  <a:lnTo>
                    <a:pt x="167158" y="1670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23813" cy="167167"/>
            </a:xfrm>
            <a:custGeom>
              <a:avLst/>
              <a:pathLst>
                <a:path w="23813" h="167167">
                  <a:moveTo>
                    <a:pt x="23813" y="1704"/>
                  </a:moveTo>
                  <a:lnTo>
                    <a:pt x="15905" y="758"/>
                  </a:lnTo>
                  <a:lnTo>
                    <a:pt x="7961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6694" y="5399291"/>
              <a:ext cx="86849" cy="167167"/>
            </a:xfrm>
            <a:custGeom>
              <a:avLst/>
              <a:pathLst>
                <a:path w="86849" h="167167">
                  <a:moveTo>
                    <a:pt x="86849" y="0"/>
                  </a:moveTo>
                  <a:lnTo>
                    <a:pt x="81143" y="97"/>
                  </a:lnTo>
                  <a:lnTo>
                    <a:pt x="75443" y="389"/>
                  </a:lnTo>
                  <a:lnTo>
                    <a:pt x="69756" y="876"/>
                  </a:lnTo>
                  <a:lnTo>
                    <a:pt x="64089" y="1556"/>
                  </a:lnTo>
                  <a:lnTo>
                    <a:pt x="58449" y="2430"/>
                  </a:lnTo>
                  <a:lnTo>
                    <a:pt x="52842" y="3495"/>
                  </a:lnTo>
                  <a:lnTo>
                    <a:pt x="47274" y="4752"/>
                  </a:lnTo>
                  <a:lnTo>
                    <a:pt x="41752" y="6197"/>
                  </a:lnTo>
                  <a:lnTo>
                    <a:pt x="36284" y="7831"/>
                  </a:lnTo>
                  <a:lnTo>
                    <a:pt x="30874" y="9650"/>
                  </a:lnTo>
                  <a:lnTo>
                    <a:pt x="25529" y="11652"/>
                  </a:lnTo>
                  <a:lnTo>
                    <a:pt x="20256" y="13836"/>
                  </a:lnTo>
                  <a:lnTo>
                    <a:pt x="15060" y="16199"/>
                  </a:lnTo>
                  <a:lnTo>
                    <a:pt x="9948" y="18738"/>
                  </a:lnTo>
                  <a:lnTo>
                    <a:pt x="4926" y="21450"/>
                  </a:lnTo>
                  <a:lnTo>
                    <a:pt x="0" y="24331"/>
                  </a:lnTo>
                  <a:lnTo>
                    <a:pt x="868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6694" y="5423623"/>
              <a:ext cx="86849" cy="142835"/>
            </a:xfrm>
            <a:custGeom>
              <a:avLst/>
              <a:pathLst>
                <a:path w="86849" h="142835">
                  <a:moveTo>
                    <a:pt x="0" y="0"/>
                  </a:moveTo>
                  <a:lnTo>
                    <a:pt x="86849" y="1428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6694" y="5423623"/>
              <a:ext cx="86849" cy="142835"/>
            </a:xfrm>
            <a:custGeom>
              <a:avLst/>
              <a:pathLst>
                <a:path w="86849" h="142835">
                  <a:moveTo>
                    <a:pt x="0" y="0"/>
                  </a:moveTo>
                  <a:lnTo>
                    <a:pt x="86849" y="1428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6694" y="5423623"/>
              <a:ext cx="86849" cy="142835"/>
            </a:xfrm>
            <a:custGeom>
              <a:avLst/>
              <a:pathLst>
                <a:path w="86849" h="142835">
                  <a:moveTo>
                    <a:pt x="0" y="0"/>
                  </a:moveTo>
                  <a:lnTo>
                    <a:pt x="86849" y="1428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6694" y="5423623"/>
              <a:ext cx="86849" cy="142835"/>
            </a:xfrm>
            <a:custGeom>
              <a:avLst/>
              <a:pathLst>
                <a:path w="86849" h="142835">
                  <a:moveTo>
                    <a:pt x="0" y="0"/>
                  </a:moveTo>
                  <a:lnTo>
                    <a:pt x="86849" y="1428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36694" y="5423623"/>
              <a:ext cx="86849" cy="142835"/>
            </a:xfrm>
            <a:custGeom>
              <a:avLst/>
              <a:pathLst>
                <a:path w="86849" h="142835">
                  <a:moveTo>
                    <a:pt x="0" y="0"/>
                  </a:moveTo>
                  <a:lnTo>
                    <a:pt x="86849" y="1428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77" y="5423623"/>
              <a:ext cx="218043" cy="309994"/>
            </a:xfrm>
            <a:custGeom>
              <a:avLst/>
              <a:pathLst>
                <a:path w="218043" h="309994">
                  <a:moveTo>
                    <a:pt x="80316" y="0"/>
                  </a:moveTo>
                  <a:lnTo>
                    <a:pt x="75802" y="2844"/>
                  </a:lnTo>
                  <a:lnTo>
                    <a:pt x="71381" y="5831"/>
                  </a:lnTo>
                  <a:lnTo>
                    <a:pt x="67058" y="8957"/>
                  </a:lnTo>
                  <a:lnTo>
                    <a:pt x="62836" y="12220"/>
                  </a:lnTo>
                  <a:lnTo>
                    <a:pt x="58721" y="15616"/>
                  </a:lnTo>
                  <a:lnTo>
                    <a:pt x="54717" y="19142"/>
                  </a:lnTo>
                  <a:lnTo>
                    <a:pt x="50827" y="22793"/>
                  </a:lnTo>
                  <a:lnTo>
                    <a:pt x="47055" y="26567"/>
                  </a:lnTo>
                  <a:lnTo>
                    <a:pt x="43406" y="30459"/>
                  </a:lnTo>
                  <a:lnTo>
                    <a:pt x="39883" y="34466"/>
                  </a:lnTo>
                  <a:lnTo>
                    <a:pt x="36489" y="38583"/>
                  </a:lnTo>
                  <a:lnTo>
                    <a:pt x="33229" y="42807"/>
                  </a:lnTo>
                  <a:lnTo>
                    <a:pt x="30105" y="47132"/>
                  </a:lnTo>
                  <a:lnTo>
                    <a:pt x="27120" y="51555"/>
                  </a:lnTo>
                  <a:lnTo>
                    <a:pt x="24279" y="56070"/>
                  </a:lnTo>
                  <a:lnTo>
                    <a:pt x="21583" y="60674"/>
                  </a:lnTo>
                  <a:lnTo>
                    <a:pt x="19035" y="65362"/>
                  </a:lnTo>
                  <a:lnTo>
                    <a:pt x="16638" y="70129"/>
                  </a:lnTo>
                  <a:lnTo>
                    <a:pt x="14394" y="74970"/>
                  </a:lnTo>
                  <a:lnTo>
                    <a:pt x="12306" y="79880"/>
                  </a:lnTo>
                  <a:lnTo>
                    <a:pt x="10376" y="84854"/>
                  </a:lnTo>
                  <a:lnTo>
                    <a:pt x="8606" y="89887"/>
                  </a:lnTo>
                  <a:lnTo>
                    <a:pt x="6997" y="94974"/>
                  </a:lnTo>
                  <a:lnTo>
                    <a:pt x="5551" y="100110"/>
                  </a:lnTo>
                  <a:lnTo>
                    <a:pt x="4270" y="105289"/>
                  </a:lnTo>
                  <a:lnTo>
                    <a:pt x="3155" y="110506"/>
                  </a:lnTo>
                  <a:lnTo>
                    <a:pt x="2206" y="115757"/>
                  </a:lnTo>
                  <a:lnTo>
                    <a:pt x="1426" y="121035"/>
                  </a:lnTo>
                  <a:lnTo>
                    <a:pt x="815" y="126335"/>
                  </a:lnTo>
                  <a:lnTo>
                    <a:pt x="373" y="131652"/>
                  </a:lnTo>
                  <a:lnTo>
                    <a:pt x="101" y="136981"/>
                  </a:lnTo>
                  <a:lnTo>
                    <a:pt x="0" y="142315"/>
                  </a:lnTo>
                  <a:lnTo>
                    <a:pt x="68" y="147650"/>
                  </a:lnTo>
                  <a:lnTo>
                    <a:pt x="307" y="152980"/>
                  </a:lnTo>
                  <a:lnTo>
                    <a:pt x="716" y="158300"/>
                  </a:lnTo>
                  <a:lnTo>
                    <a:pt x="1294" y="163604"/>
                  </a:lnTo>
                  <a:lnTo>
                    <a:pt x="2041" y="168887"/>
                  </a:lnTo>
                  <a:lnTo>
                    <a:pt x="2957" y="174143"/>
                  </a:lnTo>
                  <a:lnTo>
                    <a:pt x="4039" y="179368"/>
                  </a:lnTo>
                  <a:lnTo>
                    <a:pt x="5288" y="184555"/>
                  </a:lnTo>
                  <a:lnTo>
                    <a:pt x="6702" y="189699"/>
                  </a:lnTo>
                  <a:lnTo>
                    <a:pt x="8279" y="194796"/>
                  </a:lnTo>
                  <a:lnTo>
                    <a:pt x="10019" y="199840"/>
                  </a:lnTo>
                  <a:lnTo>
                    <a:pt x="11918" y="204826"/>
                  </a:lnTo>
                  <a:lnTo>
                    <a:pt x="13975" y="209749"/>
                  </a:lnTo>
                  <a:lnTo>
                    <a:pt x="16189" y="214604"/>
                  </a:lnTo>
                  <a:lnTo>
                    <a:pt x="18556" y="219385"/>
                  </a:lnTo>
                  <a:lnTo>
                    <a:pt x="21074" y="224089"/>
                  </a:lnTo>
                  <a:lnTo>
                    <a:pt x="23742" y="228710"/>
                  </a:lnTo>
                  <a:lnTo>
                    <a:pt x="26555" y="233243"/>
                  </a:lnTo>
                  <a:lnTo>
                    <a:pt x="29512" y="237684"/>
                  </a:lnTo>
                  <a:lnTo>
                    <a:pt x="32609" y="242029"/>
                  </a:lnTo>
                  <a:lnTo>
                    <a:pt x="35843" y="246272"/>
                  </a:lnTo>
                  <a:lnTo>
                    <a:pt x="39211" y="250410"/>
                  </a:lnTo>
                  <a:lnTo>
                    <a:pt x="42709" y="254439"/>
                  </a:lnTo>
                  <a:lnTo>
                    <a:pt x="46334" y="258354"/>
                  </a:lnTo>
                  <a:lnTo>
                    <a:pt x="50082" y="262151"/>
                  </a:lnTo>
                  <a:lnTo>
                    <a:pt x="53949" y="265827"/>
                  </a:lnTo>
                  <a:lnTo>
                    <a:pt x="57932" y="269377"/>
                  </a:lnTo>
                  <a:lnTo>
                    <a:pt x="62026" y="272799"/>
                  </a:lnTo>
                  <a:lnTo>
                    <a:pt x="66227" y="276088"/>
                  </a:lnTo>
                  <a:lnTo>
                    <a:pt x="70531" y="279241"/>
                  </a:lnTo>
                  <a:lnTo>
                    <a:pt x="74933" y="282255"/>
                  </a:lnTo>
                  <a:lnTo>
                    <a:pt x="79429" y="285128"/>
                  </a:lnTo>
                  <a:lnTo>
                    <a:pt x="84015" y="287855"/>
                  </a:lnTo>
                  <a:lnTo>
                    <a:pt x="88685" y="290435"/>
                  </a:lnTo>
                  <a:lnTo>
                    <a:pt x="93436" y="292864"/>
                  </a:lnTo>
                  <a:lnTo>
                    <a:pt x="98261" y="295141"/>
                  </a:lnTo>
                  <a:lnTo>
                    <a:pt x="103156" y="297262"/>
                  </a:lnTo>
                  <a:lnTo>
                    <a:pt x="108117" y="299226"/>
                  </a:lnTo>
                  <a:lnTo>
                    <a:pt x="113138" y="301031"/>
                  </a:lnTo>
                  <a:lnTo>
                    <a:pt x="118214" y="302675"/>
                  </a:lnTo>
                  <a:lnTo>
                    <a:pt x="123340" y="304155"/>
                  </a:lnTo>
                  <a:lnTo>
                    <a:pt x="128510" y="305472"/>
                  </a:lnTo>
                  <a:lnTo>
                    <a:pt x="133720" y="306623"/>
                  </a:lnTo>
                  <a:lnTo>
                    <a:pt x="138964" y="307607"/>
                  </a:lnTo>
                  <a:lnTo>
                    <a:pt x="144237" y="308423"/>
                  </a:lnTo>
                  <a:lnTo>
                    <a:pt x="149533" y="309070"/>
                  </a:lnTo>
                  <a:lnTo>
                    <a:pt x="154847" y="309548"/>
                  </a:lnTo>
                  <a:lnTo>
                    <a:pt x="160173" y="309856"/>
                  </a:lnTo>
                  <a:lnTo>
                    <a:pt x="165507" y="309994"/>
                  </a:lnTo>
                  <a:lnTo>
                    <a:pt x="170842" y="309962"/>
                  </a:lnTo>
                  <a:lnTo>
                    <a:pt x="176174" y="309760"/>
                  </a:lnTo>
                  <a:lnTo>
                    <a:pt x="181496" y="309387"/>
                  </a:lnTo>
                  <a:lnTo>
                    <a:pt x="186804" y="308845"/>
                  </a:lnTo>
                  <a:lnTo>
                    <a:pt x="192092" y="308134"/>
                  </a:lnTo>
                  <a:lnTo>
                    <a:pt x="197354" y="307254"/>
                  </a:lnTo>
                  <a:lnTo>
                    <a:pt x="202586" y="306207"/>
                  </a:lnTo>
                  <a:lnTo>
                    <a:pt x="207781" y="304994"/>
                  </a:lnTo>
                  <a:lnTo>
                    <a:pt x="212936" y="303615"/>
                  </a:lnTo>
                  <a:lnTo>
                    <a:pt x="218043" y="302072"/>
                  </a:lnTo>
                  <a:lnTo>
                    <a:pt x="167166" y="1428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23544" y="5399291"/>
              <a:ext cx="167156" cy="326404"/>
            </a:xfrm>
            <a:custGeom>
              <a:avLst/>
              <a:pathLst>
                <a:path w="167156" h="326404">
                  <a:moveTo>
                    <a:pt x="50876" y="326404"/>
                  </a:moveTo>
                  <a:lnTo>
                    <a:pt x="55917" y="324705"/>
                  </a:lnTo>
                  <a:lnTo>
                    <a:pt x="60902" y="322846"/>
                  </a:lnTo>
                  <a:lnTo>
                    <a:pt x="65824" y="320829"/>
                  </a:lnTo>
                  <a:lnTo>
                    <a:pt x="70680" y="318657"/>
                  </a:lnTo>
                  <a:lnTo>
                    <a:pt x="75465" y="316331"/>
                  </a:lnTo>
                  <a:lnTo>
                    <a:pt x="80173" y="313854"/>
                  </a:lnTo>
                  <a:lnTo>
                    <a:pt x="84800" y="311229"/>
                  </a:lnTo>
                  <a:lnTo>
                    <a:pt x="89341" y="308458"/>
                  </a:lnTo>
                  <a:lnTo>
                    <a:pt x="93791" y="305544"/>
                  </a:lnTo>
                  <a:lnTo>
                    <a:pt x="98146" y="302489"/>
                  </a:lnTo>
                  <a:lnTo>
                    <a:pt x="102403" y="299298"/>
                  </a:lnTo>
                  <a:lnTo>
                    <a:pt x="106555" y="295973"/>
                  </a:lnTo>
                  <a:lnTo>
                    <a:pt x="110599" y="292517"/>
                  </a:lnTo>
                  <a:lnTo>
                    <a:pt x="114532" y="288934"/>
                  </a:lnTo>
                  <a:lnTo>
                    <a:pt x="118348" y="285228"/>
                  </a:lnTo>
                  <a:lnTo>
                    <a:pt x="122045" y="281403"/>
                  </a:lnTo>
                  <a:lnTo>
                    <a:pt x="125618" y="277462"/>
                  </a:lnTo>
                  <a:lnTo>
                    <a:pt x="129064" y="273409"/>
                  </a:lnTo>
                  <a:lnTo>
                    <a:pt x="132379" y="269248"/>
                  </a:lnTo>
                  <a:lnTo>
                    <a:pt x="135560" y="264985"/>
                  </a:lnTo>
                  <a:lnTo>
                    <a:pt x="138604" y="260622"/>
                  </a:lnTo>
                  <a:lnTo>
                    <a:pt x="141507" y="256164"/>
                  </a:lnTo>
                  <a:lnTo>
                    <a:pt x="144267" y="251617"/>
                  </a:lnTo>
                  <a:lnTo>
                    <a:pt x="146881" y="246983"/>
                  </a:lnTo>
                  <a:lnTo>
                    <a:pt x="149347" y="242269"/>
                  </a:lnTo>
                  <a:lnTo>
                    <a:pt x="151661" y="237479"/>
                  </a:lnTo>
                  <a:lnTo>
                    <a:pt x="153821" y="232618"/>
                  </a:lnTo>
                  <a:lnTo>
                    <a:pt x="155826" y="227691"/>
                  </a:lnTo>
                  <a:lnTo>
                    <a:pt x="157673" y="222702"/>
                  </a:lnTo>
                  <a:lnTo>
                    <a:pt x="159360" y="217657"/>
                  </a:lnTo>
                  <a:lnTo>
                    <a:pt x="160886" y="212560"/>
                  </a:lnTo>
                  <a:lnTo>
                    <a:pt x="162249" y="207418"/>
                  </a:lnTo>
                  <a:lnTo>
                    <a:pt x="163447" y="202235"/>
                  </a:lnTo>
                  <a:lnTo>
                    <a:pt x="164480" y="197017"/>
                  </a:lnTo>
                  <a:lnTo>
                    <a:pt x="165347" y="191768"/>
                  </a:lnTo>
                  <a:lnTo>
                    <a:pt x="166046" y="186495"/>
                  </a:lnTo>
                  <a:lnTo>
                    <a:pt x="166577" y="181201"/>
                  </a:lnTo>
                  <a:lnTo>
                    <a:pt x="166939" y="175894"/>
                  </a:lnTo>
                  <a:lnTo>
                    <a:pt x="167132" y="170578"/>
                  </a:lnTo>
                  <a:lnTo>
                    <a:pt x="167156" y="165258"/>
                  </a:lnTo>
                  <a:lnTo>
                    <a:pt x="167011" y="159940"/>
                  </a:lnTo>
                  <a:lnTo>
                    <a:pt x="166696" y="154630"/>
                  </a:lnTo>
                  <a:lnTo>
                    <a:pt x="166213" y="149332"/>
                  </a:lnTo>
                  <a:lnTo>
                    <a:pt x="165561" y="144053"/>
                  </a:lnTo>
                  <a:lnTo>
                    <a:pt x="164742" y="138796"/>
                  </a:lnTo>
                  <a:lnTo>
                    <a:pt x="163756" y="133569"/>
                  </a:lnTo>
                  <a:lnTo>
                    <a:pt x="162604" y="128375"/>
                  </a:lnTo>
                  <a:lnTo>
                    <a:pt x="161287" y="123221"/>
                  </a:lnTo>
                  <a:lnTo>
                    <a:pt x="159807" y="118111"/>
                  </a:lnTo>
                  <a:lnTo>
                    <a:pt x="158165" y="113051"/>
                  </a:lnTo>
                  <a:lnTo>
                    <a:pt x="156363" y="108046"/>
                  </a:lnTo>
                  <a:lnTo>
                    <a:pt x="154403" y="103101"/>
                  </a:lnTo>
                  <a:lnTo>
                    <a:pt x="152286" y="98220"/>
                  </a:lnTo>
                  <a:lnTo>
                    <a:pt x="150016" y="93410"/>
                  </a:lnTo>
                  <a:lnTo>
                    <a:pt x="147593" y="88674"/>
                  </a:lnTo>
                  <a:lnTo>
                    <a:pt x="145020" y="84017"/>
                  </a:lnTo>
                  <a:lnTo>
                    <a:pt x="142301" y="79445"/>
                  </a:lnTo>
                  <a:lnTo>
                    <a:pt x="139438" y="74962"/>
                  </a:lnTo>
                  <a:lnTo>
                    <a:pt x="136434" y="70572"/>
                  </a:lnTo>
                  <a:lnTo>
                    <a:pt x="133291" y="66279"/>
                  </a:lnTo>
                  <a:lnTo>
                    <a:pt x="130013" y="62089"/>
                  </a:lnTo>
                  <a:lnTo>
                    <a:pt x="126604" y="58006"/>
                  </a:lnTo>
                  <a:lnTo>
                    <a:pt x="123067" y="54032"/>
                  </a:lnTo>
                  <a:lnTo>
                    <a:pt x="119405" y="50174"/>
                  </a:lnTo>
                  <a:lnTo>
                    <a:pt x="115622" y="46434"/>
                  </a:lnTo>
                  <a:lnTo>
                    <a:pt x="111721" y="42816"/>
                  </a:lnTo>
                  <a:lnTo>
                    <a:pt x="107708" y="39324"/>
                  </a:lnTo>
                  <a:lnTo>
                    <a:pt x="103586" y="35962"/>
                  </a:lnTo>
                  <a:lnTo>
                    <a:pt x="99359" y="32732"/>
                  </a:lnTo>
                  <a:lnTo>
                    <a:pt x="95031" y="29639"/>
                  </a:lnTo>
                  <a:lnTo>
                    <a:pt x="90607" y="26685"/>
                  </a:lnTo>
                  <a:lnTo>
                    <a:pt x="86091" y="23873"/>
                  </a:lnTo>
                  <a:lnTo>
                    <a:pt x="81488" y="21206"/>
                  </a:lnTo>
                  <a:lnTo>
                    <a:pt x="76802" y="18687"/>
                  </a:lnTo>
                  <a:lnTo>
                    <a:pt x="72039" y="16318"/>
                  </a:lnTo>
                  <a:lnTo>
                    <a:pt x="67203" y="14103"/>
                  </a:lnTo>
                  <a:lnTo>
                    <a:pt x="62298" y="12042"/>
                  </a:lnTo>
                  <a:lnTo>
                    <a:pt x="57331" y="10138"/>
                  </a:lnTo>
                  <a:lnTo>
                    <a:pt x="52305" y="8393"/>
                  </a:lnTo>
                  <a:lnTo>
                    <a:pt x="47227" y="6809"/>
                  </a:lnTo>
                  <a:lnTo>
                    <a:pt x="42101" y="5388"/>
                  </a:lnTo>
                  <a:lnTo>
                    <a:pt x="36932" y="4130"/>
                  </a:lnTo>
                  <a:lnTo>
                    <a:pt x="31726" y="3038"/>
                  </a:lnTo>
                  <a:lnTo>
                    <a:pt x="26487" y="2111"/>
                  </a:lnTo>
                  <a:lnTo>
                    <a:pt x="21222" y="1352"/>
                  </a:lnTo>
                  <a:lnTo>
                    <a:pt x="15935" y="761"/>
                  </a:lnTo>
                  <a:lnTo>
                    <a:pt x="10632" y="338"/>
                  </a:lnTo>
                  <a:lnTo>
                    <a:pt x="531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2505" y="5269756"/>
              <a:ext cx="32753" cy="167167"/>
            </a:xfrm>
            <a:custGeom>
              <a:avLst/>
              <a:pathLst>
                <a:path w="32753" h="167167">
                  <a:moveTo>
                    <a:pt x="32753" y="0"/>
                  </a:moveTo>
                  <a:lnTo>
                    <a:pt x="26161" y="130"/>
                  </a:lnTo>
                  <a:lnTo>
                    <a:pt x="19580" y="519"/>
                  </a:lnTo>
                  <a:lnTo>
                    <a:pt x="13019" y="1168"/>
                  </a:lnTo>
                  <a:lnTo>
                    <a:pt x="6489" y="2076"/>
                  </a:lnTo>
                  <a:lnTo>
                    <a:pt x="0" y="3240"/>
                  </a:lnTo>
                  <a:lnTo>
                    <a:pt x="327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2505" y="5272996"/>
              <a:ext cx="32753" cy="163927"/>
            </a:xfrm>
            <a:custGeom>
              <a:avLst/>
              <a:pathLst>
                <a:path w="32753" h="163927">
                  <a:moveTo>
                    <a:pt x="0" y="0"/>
                  </a:moveTo>
                  <a:lnTo>
                    <a:pt x="32753" y="1639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2505" y="5272996"/>
              <a:ext cx="32753" cy="163927"/>
            </a:xfrm>
            <a:custGeom>
              <a:avLst/>
              <a:pathLst>
                <a:path w="32753" h="163927">
                  <a:moveTo>
                    <a:pt x="0" y="0"/>
                  </a:moveTo>
                  <a:lnTo>
                    <a:pt x="32753" y="1639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2505" y="5272996"/>
              <a:ext cx="32753" cy="163927"/>
            </a:xfrm>
            <a:custGeom>
              <a:avLst/>
              <a:pathLst>
                <a:path w="32753" h="163927">
                  <a:moveTo>
                    <a:pt x="0" y="0"/>
                  </a:moveTo>
                  <a:lnTo>
                    <a:pt x="32753" y="1639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2505" y="5272996"/>
              <a:ext cx="32753" cy="163927"/>
            </a:xfrm>
            <a:custGeom>
              <a:avLst/>
              <a:pathLst>
                <a:path w="32753" h="163927">
                  <a:moveTo>
                    <a:pt x="0" y="0"/>
                  </a:moveTo>
                  <a:lnTo>
                    <a:pt x="32753" y="1639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81587" y="5272996"/>
              <a:ext cx="163670" cy="163927"/>
            </a:xfrm>
            <a:custGeom>
              <a:avLst/>
              <a:pathLst>
                <a:path w="163670" h="163927">
                  <a:moveTo>
                    <a:pt x="130917" y="0"/>
                  </a:moveTo>
                  <a:lnTo>
                    <a:pt x="125614" y="1149"/>
                  </a:lnTo>
                  <a:lnTo>
                    <a:pt x="120350" y="2470"/>
                  </a:lnTo>
                  <a:lnTo>
                    <a:pt x="115132" y="3961"/>
                  </a:lnTo>
                  <a:lnTo>
                    <a:pt x="109966" y="5621"/>
                  </a:lnTo>
                  <a:lnTo>
                    <a:pt x="104856" y="7447"/>
                  </a:lnTo>
                  <a:lnTo>
                    <a:pt x="99808" y="9439"/>
                  </a:lnTo>
                  <a:lnTo>
                    <a:pt x="94827" y="11593"/>
                  </a:lnTo>
                  <a:lnTo>
                    <a:pt x="89919" y="13908"/>
                  </a:lnTo>
                  <a:lnTo>
                    <a:pt x="85088" y="16381"/>
                  </a:lnTo>
                  <a:lnTo>
                    <a:pt x="80341" y="19009"/>
                  </a:lnTo>
                  <a:lnTo>
                    <a:pt x="75681" y="21790"/>
                  </a:lnTo>
                  <a:lnTo>
                    <a:pt x="71114" y="24721"/>
                  </a:lnTo>
                  <a:lnTo>
                    <a:pt x="66644" y="27799"/>
                  </a:lnTo>
                  <a:lnTo>
                    <a:pt x="62277" y="31020"/>
                  </a:lnTo>
                  <a:lnTo>
                    <a:pt x="58016" y="34381"/>
                  </a:lnTo>
                  <a:lnTo>
                    <a:pt x="53867" y="37878"/>
                  </a:lnTo>
                  <a:lnTo>
                    <a:pt x="49834" y="41509"/>
                  </a:lnTo>
                  <a:lnTo>
                    <a:pt x="45920" y="45268"/>
                  </a:lnTo>
                  <a:lnTo>
                    <a:pt x="42131" y="49152"/>
                  </a:lnTo>
                  <a:lnTo>
                    <a:pt x="38470" y="53158"/>
                  </a:lnTo>
                  <a:lnTo>
                    <a:pt x="34940" y="57280"/>
                  </a:lnTo>
                  <a:lnTo>
                    <a:pt x="31547" y="61514"/>
                  </a:lnTo>
                  <a:lnTo>
                    <a:pt x="28292" y="65857"/>
                  </a:lnTo>
                  <a:lnTo>
                    <a:pt x="25180" y="70303"/>
                  </a:lnTo>
                  <a:lnTo>
                    <a:pt x="22214" y="74847"/>
                  </a:lnTo>
                  <a:lnTo>
                    <a:pt x="19398" y="79485"/>
                  </a:lnTo>
                  <a:lnTo>
                    <a:pt x="16733" y="84213"/>
                  </a:lnTo>
                  <a:lnTo>
                    <a:pt x="14223" y="89024"/>
                  </a:lnTo>
                  <a:lnTo>
                    <a:pt x="11870" y="93914"/>
                  </a:lnTo>
                  <a:lnTo>
                    <a:pt x="9678" y="98878"/>
                  </a:lnTo>
                  <a:lnTo>
                    <a:pt x="7648" y="103911"/>
                  </a:lnTo>
                  <a:lnTo>
                    <a:pt x="5782" y="109007"/>
                  </a:lnTo>
                  <a:lnTo>
                    <a:pt x="4082" y="114160"/>
                  </a:lnTo>
                  <a:lnTo>
                    <a:pt x="2551" y="119366"/>
                  </a:lnTo>
                  <a:lnTo>
                    <a:pt x="1190" y="124619"/>
                  </a:lnTo>
                  <a:lnTo>
                    <a:pt x="0" y="129914"/>
                  </a:lnTo>
                  <a:lnTo>
                    <a:pt x="163670" y="1639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108" y="5269756"/>
              <a:ext cx="334297" cy="334334"/>
            </a:xfrm>
            <a:custGeom>
              <a:avLst/>
              <a:pathLst>
                <a:path w="334297" h="334334">
                  <a:moveTo>
                    <a:pt x="3479" y="133154"/>
                  </a:moveTo>
                  <a:lnTo>
                    <a:pt x="2482" y="138363"/>
                  </a:lnTo>
                  <a:lnTo>
                    <a:pt x="1651" y="143600"/>
                  </a:lnTo>
                  <a:lnTo>
                    <a:pt x="987" y="148861"/>
                  </a:lnTo>
                  <a:lnTo>
                    <a:pt x="490" y="154141"/>
                  </a:lnTo>
                  <a:lnTo>
                    <a:pt x="161" y="159434"/>
                  </a:lnTo>
                  <a:lnTo>
                    <a:pt x="0" y="164735"/>
                  </a:lnTo>
                  <a:lnTo>
                    <a:pt x="6" y="170038"/>
                  </a:lnTo>
                  <a:lnTo>
                    <a:pt x="182" y="175338"/>
                  </a:lnTo>
                  <a:lnTo>
                    <a:pt x="525" y="180630"/>
                  </a:lnTo>
                  <a:lnTo>
                    <a:pt x="1036" y="185908"/>
                  </a:lnTo>
                  <a:lnTo>
                    <a:pt x="1714" y="191168"/>
                  </a:lnTo>
                  <a:lnTo>
                    <a:pt x="2558" y="196403"/>
                  </a:lnTo>
                  <a:lnTo>
                    <a:pt x="3568" y="201609"/>
                  </a:lnTo>
                  <a:lnTo>
                    <a:pt x="4743" y="206780"/>
                  </a:lnTo>
                  <a:lnTo>
                    <a:pt x="6081" y="211912"/>
                  </a:lnTo>
                  <a:lnTo>
                    <a:pt x="7582" y="216998"/>
                  </a:lnTo>
                  <a:lnTo>
                    <a:pt x="9243" y="222035"/>
                  </a:lnTo>
                  <a:lnTo>
                    <a:pt x="11062" y="227016"/>
                  </a:lnTo>
                  <a:lnTo>
                    <a:pt x="13039" y="231936"/>
                  </a:lnTo>
                  <a:lnTo>
                    <a:pt x="15171" y="236792"/>
                  </a:lnTo>
                  <a:lnTo>
                    <a:pt x="17456" y="241578"/>
                  </a:lnTo>
                  <a:lnTo>
                    <a:pt x="19892" y="246288"/>
                  </a:lnTo>
                  <a:lnTo>
                    <a:pt x="22476" y="250919"/>
                  </a:lnTo>
                  <a:lnTo>
                    <a:pt x="25205" y="255466"/>
                  </a:lnTo>
                  <a:lnTo>
                    <a:pt x="28077" y="259924"/>
                  </a:lnTo>
                  <a:lnTo>
                    <a:pt x="31089" y="264289"/>
                  </a:lnTo>
                  <a:lnTo>
                    <a:pt x="34238" y="268556"/>
                  </a:lnTo>
                  <a:lnTo>
                    <a:pt x="37521" y="272720"/>
                  </a:lnTo>
                  <a:lnTo>
                    <a:pt x="40934" y="276779"/>
                  </a:lnTo>
                  <a:lnTo>
                    <a:pt x="44475" y="280727"/>
                  </a:lnTo>
                  <a:lnTo>
                    <a:pt x="48138" y="284561"/>
                  </a:lnTo>
                  <a:lnTo>
                    <a:pt x="51922" y="288277"/>
                  </a:lnTo>
                  <a:lnTo>
                    <a:pt x="55822" y="291871"/>
                  </a:lnTo>
                  <a:lnTo>
                    <a:pt x="59833" y="295339"/>
                  </a:lnTo>
                  <a:lnTo>
                    <a:pt x="63953" y="298679"/>
                  </a:lnTo>
                  <a:lnTo>
                    <a:pt x="68176" y="301886"/>
                  </a:lnTo>
                  <a:lnTo>
                    <a:pt x="72499" y="304958"/>
                  </a:lnTo>
                  <a:lnTo>
                    <a:pt x="76917" y="307890"/>
                  </a:lnTo>
                  <a:lnTo>
                    <a:pt x="81426" y="310682"/>
                  </a:lnTo>
                  <a:lnTo>
                    <a:pt x="86021" y="313329"/>
                  </a:lnTo>
                  <a:lnTo>
                    <a:pt x="90698" y="315828"/>
                  </a:lnTo>
                  <a:lnTo>
                    <a:pt x="95452" y="318179"/>
                  </a:lnTo>
                  <a:lnTo>
                    <a:pt x="100278" y="320377"/>
                  </a:lnTo>
                  <a:lnTo>
                    <a:pt x="105172" y="322421"/>
                  </a:lnTo>
                  <a:lnTo>
                    <a:pt x="110127" y="324308"/>
                  </a:lnTo>
                  <a:lnTo>
                    <a:pt x="115140" y="326038"/>
                  </a:lnTo>
                  <a:lnTo>
                    <a:pt x="120206" y="327608"/>
                  </a:lnTo>
                  <a:lnTo>
                    <a:pt x="125318" y="329016"/>
                  </a:lnTo>
                  <a:lnTo>
                    <a:pt x="130473" y="330261"/>
                  </a:lnTo>
                  <a:lnTo>
                    <a:pt x="135665" y="331343"/>
                  </a:lnTo>
                  <a:lnTo>
                    <a:pt x="140888" y="332259"/>
                  </a:lnTo>
                  <a:lnTo>
                    <a:pt x="146138" y="333009"/>
                  </a:lnTo>
                  <a:lnTo>
                    <a:pt x="151409" y="333592"/>
                  </a:lnTo>
                  <a:lnTo>
                    <a:pt x="156696" y="334007"/>
                  </a:lnTo>
                  <a:lnTo>
                    <a:pt x="161993" y="334255"/>
                  </a:lnTo>
                  <a:lnTo>
                    <a:pt x="167295" y="334334"/>
                  </a:lnTo>
                  <a:lnTo>
                    <a:pt x="172598" y="334246"/>
                  </a:lnTo>
                  <a:lnTo>
                    <a:pt x="177895" y="333989"/>
                  </a:lnTo>
                  <a:lnTo>
                    <a:pt x="183181" y="333564"/>
                  </a:lnTo>
                  <a:lnTo>
                    <a:pt x="188451" y="332972"/>
                  </a:lnTo>
                  <a:lnTo>
                    <a:pt x="193699" y="332213"/>
                  </a:lnTo>
                  <a:lnTo>
                    <a:pt x="198921" y="331287"/>
                  </a:lnTo>
                  <a:lnTo>
                    <a:pt x="204110" y="330197"/>
                  </a:lnTo>
                  <a:lnTo>
                    <a:pt x="209263" y="328943"/>
                  </a:lnTo>
                  <a:lnTo>
                    <a:pt x="214373" y="327525"/>
                  </a:lnTo>
                  <a:lnTo>
                    <a:pt x="219436" y="325947"/>
                  </a:lnTo>
                  <a:lnTo>
                    <a:pt x="224446" y="324208"/>
                  </a:lnTo>
                  <a:lnTo>
                    <a:pt x="229398" y="322312"/>
                  </a:lnTo>
                  <a:lnTo>
                    <a:pt x="234288" y="320259"/>
                  </a:lnTo>
                  <a:lnTo>
                    <a:pt x="239110" y="318053"/>
                  </a:lnTo>
                  <a:lnTo>
                    <a:pt x="243860" y="315694"/>
                  </a:lnTo>
                  <a:lnTo>
                    <a:pt x="248533" y="313186"/>
                  </a:lnTo>
                  <a:lnTo>
                    <a:pt x="253123" y="310532"/>
                  </a:lnTo>
                  <a:lnTo>
                    <a:pt x="257627" y="307732"/>
                  </a:lnTo>
                  <a:lnTo>
                    <a:pt x="262040" y="304792"/>
                  </a:lnTo>
                  <a:lnTo>
                    <a:pt x="266358" y="301713"/>
                  </a:lnTo>
                  <a:lnTo>
                    <a:pt x="270576" y="298498"/>
                  </a:lnTo>
                  <a:lnTo>
                    <a:pt x="274689" y="295152"/>
                  </a:lnTo>
                  <a:lnTo>
                    <a:pt x="278695" y="291676"/>
                  </a:lnTo>
                  <a:lnTo>
                    <a:pt x="282588" y="288075"/>
                  </a:lnTo>
                  <a:lnTo>
                    <a:pt x="286365" y="284353"/>
                  </a:lnTo>
                  <a:lnTo>
                    <a:pt x="290022" y="280512"/>
                  </a:lnTo>
                  <a:lnTo>
                    <a:pt x="293556" y="276558"/>
                  </a:lnTo>
                  <a:lnTo>
                    <a:pt x="296962" y="272493"/>
                  </a:lnTo>
                  <a:lnTo>
                    <a:pt x="300237" y="268323"/>
                  </a:lnTo>
                  <a:lnTo>
                    <a:pt x="303379" y="264051"/>
                  </a:lnTo>
                  <a:lnTo>
                    <a:pt x="306383" y="259681"/>
                  </a:lnTo>
                  <a:lnTo>
                    <a:pt x="309248" y="255218"/>
                  </a:lnTo>
                  <a:lnTo>
                    <a:pt x="311969" y="250666"/>
                  </a:lnTo>
                  <a:lnTo>
                    <a:pt x="314545" y="246031"/>
                  </a:lnTo>
                  <a:lnTo>
                    <a:pt x="316972" y="241316"/>
                  </a:lnTo>
                  <a:lnTo>
                    <a:pt x="319249" y="236526"/>
                  </a:lnTo>
                  <a:lnTo>
                    <a:pt x="321372" y="231667"/>
                  </a:lnTo>
                  <a:lnTo>
                    <a:pt x="323340" y="226743"/>
                  </a:lnTo>
                  <a:lnTo>
                    <a:pt x="325152" y="221758"/>
                  </a:lnTo>
                  <a:lnTo>
                    <a:pt x="326804" y="216719"/>
                  </a:lnTo>
                  <a:lnTo>
                    <a:pt x="328295" y="211630"/>
                  </a:lnTo>
                  <a:lnTo>
                    <a:pt x="329624" y="206496"/>
                  </a:lnTo>
                  <a:lnTo>
                    <a:pt x="330790" y="201323"/>
                  </a:lnTo>
                  <a:lnTo>
                    <a:pt x="331791" y="196115"/>
                  </a:lnTo>
                  <a:lnTo>
                    <a:pt x="332626" y="190878"/>
                  </a:lnTo>
                  <a:lnTo>
                    <a:pt x="333295" y="185618"/>
                  </a:lnTo>
                  <a:lnTo>
                    <a:pt x="333797" y="180338"/>
                  </a:lnTo>
                  <a:lnTo>
                    <a:pt x="334131" y="175046"/>
                  </a:lnTo>
                  <a:lnTo>
                    <a:pt x="334297" y="169745"/>
                  </a:lnTo>
                  <a:lnTo>
                    <a:pt x="334294" y="164442"/>
                  </a:lnTo>
                  <a:lnTo>
                    <a:pt x="334124" y="159142"/>
                  </a:lnTo>
                  <a:lnTo>
                    <a:pt x="333785" y="153850"/>
                  </a:lnTo>
                  <a:lnTo>
                    <a:pt x="333279" y="148571"/>
                  </a:lnTo>
                  <a:lnTo>
                    <a:pt x="332606" y="143311"/>
                  </a:lnTo>
                  <a:lnTo>
                    <a:pt x="331766" y="138075"/>
                  </a:lnTo>
                  <a:lnTo>
                    <a:pt x="330760" y="132868"/>
                  </a:lnTo>
                  <a:lnTo>
                    <a:pt x="329590" y="127695"/>
                  </a:lnTo>
                  <a:lnTo>
                    <a:pt x="328256" y="122563"/>
                  </a:lnTo>
                  <a:lnTo>
                    <a:pt x="326760" y="117475"/>
                  </a:lnTo>
                  <a:lnTo>
                    <a:pt x="325104" y="112437"/>
                  </a:lnTo>
                  <a:lnTo>
                    <a:pt x="323288" y="107455"/>
                  </a:lnTo>
                  <a:lnTo>
                    <a:pt x="321316" y="102532"/>
                  </a:lnTo>
                  <a:lnTo>
                    <a:pt x="319188" y="97675"/>
                  </a:lnTo>
                  <a:lnTo>
                    <a:pt x="316907" y="92887"/>
                  </a:lnTo>
                  <a:lnTo>
                    <a:pt x="314476" y="88174"/>
                  </a:lnTo>
                  <a:lnTo>
                    <a:pt x="311896" y="83541"/>
                  </a:lnTo>
                  <a:lnTo>
                    <a:pt x="309171" y="78992"/>
                  </a:lnTo>
                  <a:lnTo>
                    <a:pt x="306302" y="74531"/>
                  </a:lnTo>
                  <a:lnTo>
                    <a:pt x="303294" y="70164"/>
                  </a:lnTo>
                  <a:lnTo>
                    <a:pt x="300149" y="65895"/>
                  </a:lnTo>
                  <a:lnTo>
                    <a:pt x="296870" y="61727"/>
                  </a:lnTo>
                  <a:lnTo>
                    <a:pt x="293460" y="57665"/>
                  </a:lnTo>
                  <a:lnTo>
                    <a:pt x="289923" y="53714"/>
                  </a:lnTo>
                  <a:lnTo>
                    <a:pt x="286263" y="49877"/>
                  </a:lnTo>
                  <a:lnTo>
                    <a:pt x="282482" y="46158"/>
                  </a:lnTo>
                  <a:lnTo>
                    <a:pt x="278586" y="42560"/>
                  </a:lnTo>
                  <a:lnTo>
                    <a:pt x="274578" y="39088"/>
                  </a:lnTo>
                  <a:lnTo>
                    <a:pt x="270461" y="35745"/>
                  </a:lnTo>
                  <a:lnTo>
                    <a:pt x="266240" y="32534"/>
                  </a:lnTo>
                  <a:lnTo>
                    <a:pt x="261920" y="29459"/>
                  </a:lnTo>
                  <a:lnTo>
                    <a:pt x="257504" y="26522"/>
                  </a:lnTo>
                  <a:lnTo>
                    <a:pt x="252998" y="23727"/>
                  </a:lnTo>
                  <a:lnTo>
                    <a:pt x="248405" y="21076"/>
                  </a:lnTo>
                  <a:lnTo>
                    <a:pt x="243730" y="18572"/>
                  </a:lnTo>
                  <a:lnTo>
                    <a:pt x="238978" y="16218"/>
                  </a:lnTo>
                  <a:lnTo>
                    <a:pt x="234154" y="14016"/>
                  </a:lnTo>
                  <a:lnTo>
                    <a:pt x="229263" y="11967"/>
                  </a:lnTo>
                  <a:lnTo>
                    <a:pt x="224309" y="10075"/>
                  </a:lnTo>
                  <a:lnTo>
                    <a:pt x="219297" y="8341"/>
                  </a:lnTo>
                  <a:lnTo>
                    <a:pt x="214233" y="6767"/>
                  </a:lnTo>
                  <a:lnTo>
                    <a:pt x="209122" y="5354"/>
                  </a:lnTo>
                  <a:lnTo>
                    <a:pt x="203968" y="4105"/>
                  </a:lnTo>
                  <a:lnTo>
                    <a:pt x="198777" y="3019"/>
                  </a:lnTo>
                  <a:lnTo>
                    <a:pt x="193555" y="2098"/>
                  </a:lnTo>
                  <a:lnTo>
                    <a:pt x="188306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5844" y="5018213"/>
              <a:ext cx="45194" cy="167167"/>
            </a:xfrm>
            <a:custGeom>
              <a:avLst/>
              <a:pathLst>
                <a:path w="45194" h="167167">
                  <a:moveTo>
                    <a:pt x="45194" y="0"/>
                  </a:moveTo>
                  <a:lnTo>
                    <a:pt x="38658" y="127"/>
                  </a:lnTo>
                  <a:lnTo>
                    <a:pt x="32132" y="511"/>
                  </a:lnTo>
                  <a:lnTo>
                    <a:pt x="25626" y="1149"/>
                  </a:lnTo>
                  <a:lnTo>
                    <a:pt x="19150" y="2041"/>
                  </a:lnTo>
                  <a:lnTo>
                    <a:pt x="12713" y="3185"/>
                  </a:lnTo>
                  <a:lnTo>
                    <a:pt x="6327" y="4581"/>
                  </a:lnTo>
                  <a:lnTo>
                    <a:pt x="0" y="6225"/>
                  </a:lnTo>
                  <a:lnTo>
                    <a:pt x="4519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5844" y="5024438"/>
              <a:ext cx="45194" cy="160942"/>
            </a:xfrm>
            <a:custGeom>
              <a:avLst/>
              <a:pathLst>
                <a:path w="45194" h="160942">
                  <a:moveTo>
                    <a:pt x="0" y="0"/>
                  </a:moveTo>
                  <a:lnTo>
                    <a:pt x="45194" y="160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5844" y="5024438"/>
              <a:ext cx="45194" cy="160942"/>
            </a:xfrm>
            <a:custGeom>
              <a:avLst/>
              <a:pathLst>
                <a:path w="45194" h="160942">
                  <a:moveTo>
                    <a:pt x="0" y="0"/>
                  </a:moveTo>
                  <a:lnTo>
                    <a:pt x="45194" y="160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5844" y="5024438"/>
              <a:ext cx="45194" cy="160942"/>
            </a:xfrm>
            <a:custGeom>
              <a:avLst/>
              <a:pathLst>
                <a:path w="45194" h="160942">
                  <a:moveTo>
                    <a:pt x="0" y="0"/>
                  </a:moveTo>
                  <a:lnTo>
                    <a:pt x="45194" y="160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72" y="5024438"/>
              <a:ext cx="167166" cy="213696"/>
            </a:xfrm>
            <a:custGeom>
              <a:avLst/>
              <a:pathLst>
                <a:path w="167166" h="213696">
                  <a:moveTo>
                    <a:pt x="121972" y="0"/>
                  </a:moveTo>
                  <a:lnTo>
                    <a:pt x="116788" y="1546"/>
                  </a:lnTo>
                  <a:lnTo>
                    <a:pt x="111657" y="3260"/>
                  </a:lnTo>
                  <a:lnTo>
                    <a:pt x="106584" y="5138"/>
                  </a:lnTo>
                  <a:lnTo>
                    <a:pt x="101575" y="7180"/>
                  </a:lnTo>
                  <a:lnTo>
                    <a:pt x="96634" y="9383"/>
                  </a:lnTo>
                  <a:lnTo>
                    <a:pt x="91767" y="11744"/>
                  </a:lnTo>
                  <a:lnTo>
                    <a:pt x="86979" y="14262"/>
                  </a:lnTo>
                  <a:lnTo>
                    <a:pt x="82275" y="16934"/>
                  </a:lnTo>
                  <a:lnTo>
                    <a:pt x="77660" y="19756"/>
                  </a:lnTo>
                  <a:lnTo>
                    <a:pt x="73138" y="22726"/>
                  </a:lnTo>
                  <a:lnTo>
                    <a:pt x="68715" y="25841"/>
                  </a:lnTo>
                  <a:lnTo>
                    <a:pt x="64395" y="29097"/>
                  </a:lnTo>
                  <a:lnTo>
                    <a:pt x="60183" y="32491"/>
                  </a:lnTo>
                  <a:lnTo>
                    <a:pt x="56083" y="36020"/>
                  </a:lnTo>
                  <a:lnTo>
                    <a:pt x="52099" y="39680"/>
                  </a:lnTo>
                  <a:lnTo>
                    <a:pt x="48236" y="43466"/>
                  </a:lnTo>
                  <a:lnTo>
                    <a:pt x="44497" y="47376"/>
                  </a:lnTo>
                  <a:lnTo>
                    <a:pt x="40887" y="51405"/>
                  </a:lnTo>
                  <a:lnTo>
                    <a:pt x="37409" y="55548"/>
                  </a:lnTo>
                  <a:lnTo>
                    <a:pt x="34066" y="59802"/>
                  </a:lnTo>
                  <a:lnTo>
                    <a:pt x="30864" y="64161"/>
                  </a:lnTo>
                  <a:lnTo>
                    <a:pt x="27803" y="68622"/>
                  </a:lnTo>
                  <a:lnTo>
                    <a:pt x="24889" y="73180"/>
                  </a:lnTo>
                  <a:lnTo>
                    <a:pt x="22124" y="77829"/>
                  </a:lnTo>
                  <a:lnTo>
                    <a:pt x="19511" y="82566"/>
                  </a:lnTo>
                  <a:lnTo>
                    <a:pt x="17052" y="87384"/>
                  </a:lnTo>
                  <a:lnTo>
                    <a:pt x="14751" y="92280"/>
                  </a:lnTo>
                  <a:lnTo>
                    <a:pt x="12609" y="97248"/>
                  </a:lnTo>
                  <a:lnTo>
                    <a:pt x="10629" y="102282"/>
                  </a:lnTo>
                  <a:lnTo>
                    <a:pt x="8813" y="107378"/>
                  </a:lnTo>
                  <a:lnTo>
                    <a:pt x="7163" y="112529"/>
                  </a:lnTo>
                  <a:lnTo>
                    <a:pt x="5680" y="117732"/>
                  </a:lnTo>
                  <a:lnTo>
                    <a:pt x="4366" y="122980"/>
                  </a:lnTo>
                  <a:lnTo>
                    <a:pt x="3223" y="128267"/>
                  </a:lnTo>
                  <a:lnTo>
                    <a:pt x="2252" y="133589"/>
                  </a:lnTo>
                  <a:lnTo>
                    <a:pt x="1453" y="138939"/>
                  </a:lnTo>
                  <a:lnTo>
                    <a:pt x="828" y="144312"/>
                  </a:lnTo>
                  <a:lnTo>
                    <a:pt x="377" y="149703"/>
                  </a:lnTo>
                  <a:lnTo>
                    <a:pt x="101" y="155106"/>
                  </a:lnTo>
                  <a:lnTo>
                    <a:pt x="0" y="160514"/>
                  </a:lnTo>
                  <a:lnTo>
                    <a:pt x="73" y="165924"/>
                  </a:lnTo>
                  <a:lnTo>
                    <a:pt x="322" y="171328"/>
                  </a:lnTo>
                  <a:lnTo>
                    <a:pt x="745" y="176721"/>
                  </a:lnTo>
                  <a:lnTo>
                    <a:pt x="1343" y="182097"/>
                  </a:lnTo>
                  <a:lnTo>
                    <a:pt x="2114" y="187451"/>
                  </a:lnTo>
                  <a:lnTo>
                    <a:pt x="3058" y="192778"/>
                  </a:lnTo>
                  <a:lnTo>
                    <a:pt x="4175" y="198071"/>
                  </a:lnTo>
                  <a:lnTo>
                    <a:pt x="5461" y="203326"/>
                  </a:lnTo>
                  <a:lnTo>
                    <a:pt x="6917" y="208536"/>
                  </a:lnTo>
                  <a:lnTo>
                    <a:pt x="8541" y="213696"/>
                  </a:lnTo>
                  <a:lnTo>
                    <a:pt x="167166" y="1609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62413" y="5018213"/>
              <a:ext cx="325781" cy="334328"/>
            </a:xfrm>
            <a:custGeom>
              <a:avLst/>
              <a:pathLst>
                <a:path w="325781" h="334328">
                  <a:moveTo>
                    <a:pt x="0" y="219921"/>
                  </a:moveTo>
                  <a:lnTo>
                    <a:pt x="1758" y="224941"/>
                  </a:lnTo>
                  <a:lnTo>
                    <a:pt x="3676" y="229903"/>
                  </a:lnTo>
                  <a:lnTo>
                    <a:pt x="5750" y="234801"/>
                  </a:lnTo>
                  <a:lnTo>
                    <a:pt x="7979" y="239630"/>
                  </a:lnTo>
                  <a:lnTo>
                    <a:pt x="10361" y="244387"/>
                  </a:lnTo>
                  <a:lnTo>
                    <a:pt x="12893" y="249065"/>
                  </a:lnTo>
                  <a:lnTo>
                    <a:pt x="15572" y="253660"/>
                  </a:lnTo>
                  <a:lnTo>
                    <a:pt x="18397" y="258167"/>
                  </a:lnTo>
                  <a:lnTo>
                    <a:pt x="21363" y="262583"/>
                  </a:lnTo>
                  <a:lnTo>
                    <a:pt x="24468" y="266901"/>
                  </a:lnTo>
                  <a:lnTo>
                    <a:pt x="27709" y="271119"/>
                  </a:lnTo>
                  <a:lnTo>
                    <a:pt x="31083" y="275232"/>
                  </a:lnTo>
                  <a:lnTo>
                    <a:pt x="34586" y="279235"/>
                  </a:lnTo>
                  <a:lnTo>
                    <a:pt x="38214" y="283125"/>
                  </a:lnTo>
                  <a:lnTo>
                    <a:pt x="41964" y="286897"/>
                  </a:lnTo>
                  <a:lnTo>
                    <a:pt x="45833" y="290548"/>
                  </a:lnTo>
                  <a:lnTo>
                    <a:pt x="49815" y="294074"/>
                  </a:lnTo>
                  <a:lnTo>
                    <a:pt x="53908" y="297472"/>
                  </a:lnTo>
                  <a:lnTo>
                    <a:pt x="58107" y="300737"/>
                  </a:lnTo>
                  <a:lnTo>
                    <a:pt x="62407" y="303868"/>
                  </a:lnTo>
                  <a:lnTo>
                    <a:pt x="66805" y="306860"/>
                  </a:lnTo>
                  <a:lnTo>
                    <a:pt x="71296" y="309710"/>
                  </a:lnTo>
                  <a:lnTo>
                    <a:pt x="75875" y="312417"/>
                  </a:lnTo>
                  <a:lnTo>
                    <a:pt x="80539" y="314976"/>
                  </a:lnTo>
                  <a:lnTo>
                    <a:pt x="85281" y="317385"/>
                  </a:lnTo>
                  <a:lnTo>
                    <a:pt x="90097" y="319643"/>
                  </a:lnTo>
                  <a:lnTo>
                    <a:pt x="94983" y="321746"/>
                  </a:lnTo>
                  <a:lnTo>
                    <a:pt x="99933" y="323693"/>
                  </a:lnTo>
                  <a:lnTo>
                    <a:pt x="104943" y="325481"/>
                  </a:lnTo>
                  <a:lnTo>
                    <a:pt x="110007" y="327108"/>
                  </a:lnTo>
                  <a:lnTo>
                    <a:pt x="115120" y="328574"/>
                  </a:lnTo>
                  <a:lnTo>
                    <a:pt x="120278" y="329877"/>
                  </a:lnTo>
                  <a:lnTo>
                    <a:pt x="125474" y="331014"/>
                  </a:lnTo>
                  <a:lnTo>
                    <a:pt x="130704" y="331986"/>
                  </a:lnTo>
                  <a:lnTo>
                    <a:pt x="135962" y="332791"/>
                  </a:lnTo>
                  <a:lnTo>
                    <a:pt x="141242" y="333428"/>
                  </a:lnTo>
                  <a:lnTo>
                    <a:pt x="146541" y="333897"/>
                  </a:lnTo>
                  <a:lnTo>
                    <a:pt x="151852" y="334197"/>
                  </a:lnTo>
                  <a:lnTo>
                    <a:pt x="157169" y="334328"/>
                  </a:lnTo>
                  <a:lnTo>
                    <a:pt x="162489" y="334290"/>
                  </a:lnTo>
                  <a:lnTo>
                    <a:pt x="167804" y="334082"/>
                  </a:lnTo>
                  <a:lnTo>
                    <a:pt x="173110" y="333706"/>
                  </a:lnTo>
                  <a:lnTo>
                    <a:pt x="178401" y="333160"/>
                  </a:lnTo>
                  <a:lnTo>
                    <a:pt x="183672" y="332447"/>
                  </a:lnTo>
                  <a:lnTo>
                    <a:pt x="188918" y="331567"/>
                  </a:lnTo>
                  <a:lnTo>
                    <a:pt x="194133" y="330520"/>
                  </a:lnTo>
                  <a:lnTo>
                    <a:pt x="199312" y="329307"/>
                  </a:lnTo>
                  <a:lnTo>
                    <a:pt x="204450" y="327931"/>
                  </a:lnTo>
                  <a:lnTo>
                    <a:pt x="209542" y="326391"/>
                  </a:lnTo>
                  <a:lnTo>
                    <a:pt x="214582" y="324691"/>
                  </a:lnTo>
                  <a:lnTo>
                    <a:pt x="219565" y="322831"/>
                  </a:lnTo>
                  <a:lnTo>
                    <a:pt x="224487" y="320813"/>
                  </a:lnTo>
                  <a:lnTo>
                    <a:pt x="229342" y="318640"/>
                  </a:lnTo>
                  <a:lnTo>
                    <a:pt x="234126" y="316313"/>
                  </a:lnTo>
                  <a:lnTo>
                    <a:pt x="238833" y="313835"/>
                  </a:lnTo>
                  <a:lnTo>
                    <a:pt x="243458" y="311209"/>
                  </a:lnTo>
                  <a:lnTo>
                    <a:pt x="247998" y="308437"/>
                  </a:lnTo>
                  <a:lnTo>
                    <a:pt x="252448" y="305522"/>
                  </a:lnTo>
                  <a:lnTo>
                    <a:pt x="256802" y="302467"/>
                  </a:lnTo>
                  <a:lnTo>
                    <a:pt x="261057" y="299275"/>
                  </a:lnTo>
                  <a:lnTo>
                    <a:pt x="265208" y="295949"/>
                  </a:lnTo>
                  <a:lnTo>
                    <a:pt x="269252" y="292493"/>
                  </a:lnTo>
                  <a:lnTo>
                    <a:pt x="273183" y="288910"/>
                  </a:lnTo>
                  <a:lnTo>
                    <a:pt x="276998" y="285203"/>
                  </a:lnTo>
                  <a:lnTo>
                    <a:pt x="280694" y="281378"/>
                  </a:lnTo>
                  <a:lnTo>
                    <a:pt x="284266" y="277436"/>
                  </a:lnTo>
                  <a:lnTo>
                    <a:pt x="287710" y="273383"/>
                  </a:lnTo>
                  <a:lnTo>
                    <a:pt x="291024" y="269222"/>
                  </a:lnTo>
                  <a:lnTo>
                    <a:pt x="294204" y="264958"/>
                  </a:lnTo>
                  <a:lnTo>
                    <a:pt x="297247" y="260595"/>
                  </a:lnTo>
                  <a:lnTo>
                    <a:pt x="300149" y="256137"/>
                  </a:lnTo>
                  <a:lnTo>
                    <a:pt x="302908" y="251589"/>
                  </a:lnTo>
                  <a:lnTo>
                    <a:pt x="305521" y="246956"/>
                  </a:lnTo>
                  <a:lnTo>
                    <a:pt x="307986" y="242242"/>
                  </a:lnTo>
                  <a:lnTo>
                    <a:pt x="310299" y="237452"/>
                  </a:lnTo>
                  <a:lnTo>
                    <a:pt x="312458" y="232591"/>
                  </a:lnTo>
                  <a:lnTo>
                    <a:pt x="314462" y="227664"/>
                  </a:lnTo>
                  <a:lnTo>
                    <a:pt x="316307" y="222675"/>
                  </a:lnTo>
                  <a:lnTo>
                    <a:pt x="317994" y="217630"/>
                  </a:lnTo>
                  <a:lnTo>
                    <a:pt x="319518" y="212534"/>
                  </a:lnTo>
                  <a:lnTo>
                    <a:pt x="320880" y="207392"/>
                  </a:lnTo>
                  <a:lnTo>
                    <a:pt x="322078" y="202209"/>
                  </a:lnTo>
                  <a:lnTo>
                    <a:pt x="323110" y="196991"/>
                  </a:lnTo>
                  <a:lnTo>
                    <a:pt x="323976" y="191743"/>
                  </a:lnTo>
                  <a:lnTo>
                    <a:pt x="324674" y="186470"/>
                  </a:lnTo>
                  <a:lnTo>
                    <a:pt x="325204" y="181177"/>
                  </a:lnTo>
                  <a:lnTo>
                    <a:pt x="325565" y="175870"/>
                  </a:lnTo>
                  <a:lnTo>
                    <a:pt x="325758" y="170554"/>
                  </a:lnTo>
                  <a:lnTo>
                    <a:pt x="325781" y="165235"/>
                  </a:lnTo>
                  <a:lnTo>
                    <a:pt x="325635" y="159918"/>
                  </a:lnTo>
                  <a:lnTo>
                    <a:pt x="325320" y="154608"/>
                  </a:lnTo>
                  <a:lnTo>
                    <a:pt x="324836" y="149311"/>
                  </a:lnTo>
                  <a:lnTo>
                    <a:pt x="324183" y="144031"/>
                  </a:lnTo>
                  <a:lnTo>
                    <a:pt x="323364" y="138776"/>
                  </a:lnTo>
                  <a:lnTo>
                    <a:pt x="322377" y="133549"/>
                  </a:lnTo>
                  <a:lnTo>
                    <a:pt x="321224" y="128356"/>
                  </a:lnTo>
                  <a:lnTo>
                    <a:pt x="319907" y="123202"/>
                  </a:lnTo>
                  <a:lnTo>
                    <a:pt x="318427" y="118093"/>
                  </a:lnTo>
                  <a:lnTo>
                    <a:pt x="316785" y="113034"/>
                  </a:lnTo>
                  <a:lnTo>
                    <a:pt x="314982" y="108029"/>
                  </a:lnTo>
                  <a:lnTo>
                    <a:pt x="313022" y="103085"/>
                  </a:lnTo>
                  <a:lnTo>
                    <a:pt x="310905" y="98205"/>
                  </a:lnTo>
                  <a:lnTo>
                    <a:pt x="308633" y="93395"/>
                  </a:lnTo>
                  <a:lnTo>
                    <a:pt x="306210" y="88660"/>
                  </a:lnTo>
                  <a:lnTo>
                    <a:pt x="303638" y="84004"/>
                  </a:lnTo>
                  <a:lnTo>
                    <a:pt x="300919" y="79432"/>
                  </a:lnTo>
                  <a:lnTo>
                    <a:pt x="298055" y="74949"/>
                  </a:lnTo>
                  <a:lnTo>
                    <a:pt x="295051" y="70560"/>
                  </a:lnTo>
                  <a:lnTo>
                    <a:pt x="291908" y="66268"/>
                  </a:lnTo>
                  <a:lnTo>
                    <a:pt x="288630" y="62079"/>
                  </a:lnTo>
                  <a:lnTo>
                    <a:pt x="285221" y="57996"/>
                  </a:lnTo>
                  <a:lnTo>
                    <a:pt x="281684" y="54023"/>
                  </a:lnTo>
                  <a:lnTo>
                    <a:pt x="278021" y="50165"/>
                  </a:lnTo>
                  <a:lnTo>
                    <a:pt x="274239" y="46426"/>
                  </a:lnTo>
                  <a:lnTo>
                    <a:pt x="270339" y="42809"/>
                  </a:lnTo>
                  <a:lnTo>
                    <a:pt x="266325" y="39317"/>
                  </a:lnTo>
                  <a:lnTo>
                    <a:pt x="262203" y="35956"/>
                  </a:lnTo>
                  <a:lnTo>
                    <a:pt x="257976" y="32726"/>
                  </a:lnTo>
                  <a:lnTo>
                    <a:pt x="253649" y="29634"/>
                  </a:lnTo>
                  <a:lnTo>
                    <a:pt x="249225" y="26680"/>
                  </a:lnTo>
                  <a:lnTo>
                    <a:pt x="244709" y="23869"/>
                  </a:lnTo>
                  <a:lnTo>
                    <a:pt x="240106" y="21202"/>
                  </a:lnTo>
                  <a:lnTo>
                    <a:pt x="235421" y="18684"/>
                  </a:lnTo>
                  <a:lnTo>
                    <a:pt x="230658" y="16316"/>
                  </a:lnTo>
                  <a:lnTo>
                    <a:pt x="225822" y="14100"/>
                  </a:lnTo>
                  <a:lnTo>
                    <a:pt x="220918" y="12040"/>
                  </a:lnTo>
                  <a:lnTo>
                    <a:pt x="215951" y="10136"/>
                  </a:lnTo>
                  <a:lnTo>
                    <a:pt x="210926" y="8392"/>
                  </a:lnTo>
                  <a:lnTo>
                    <a:pt x="205848" y="6808"/>
                  </a:lnTo>
                  <a:lnTo>
                    <a:pt x="200722" y="5387"/>
                  </a:lnTo>
                  <a:lnTo>
                    <a:pt x="195554" y="4130"/>
                  </a:lnTo>
                  <a:lnTo>
                    <a:pt x="190348" y="3037"/>
                  </a:lnTo>
                  <a:lnTo>
                    <a:pt x="185110" y="2111"/>
                  </a:lnTo>
                  <a:lnTo>
                    <a:pt x="179845" y="1352"/>
                  </a:lnTo>
                  <a:lnTo>
                    <a:pt x="174559" y="761"/>
                  </a:lnTo>
                  <a:lnTo>
                    <a:pt x="169256" y="338"/>
                  </a:lnTo>
                  <a:lnTo>
                    <a:pt x="163943" y="84"/>
                  </a:lnTo>
                  <a:lnTo>
                    <a:pt x="158625" y="0"/>
                  </a:lnTo>
                  <a:lnTo>
                    <a:pt x="15862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7958" y="4659281"/>
              <a:ext cx="105276" cy="167167"/>
            </a:xfrm>
            <a:custGeom>
              <a:avLst/>
              <a:pathLst>
                <a:path w="105276" h="167167">
                  <a:moveTo>
                    <a:pt x="105276" y="0"/>
                  </a:moveTo>
                  <a:lnTo>
                    <a:pt x="99583" y="96"/>
                  </a:lnTo>
                  <a:lnTo>
                    <a:pt x="93897" y="387"/>
                  </a:lnTo>
                  <a:lnTo>
                    <a:pt x="88223" y="872"/>
                  </a:lnTo>
                  <a:lnTo>
                    <a:pt x="82570" y="1549"/>
                  </a:lnTo>
                  <a:lnTo>
                    <a:pt x="76943" y="2418"/>
                  </a:lnTo>
                  <a:lnTo>
                    <a:pt x="71348" y="3479"/>
                  </a:lnTo>
                  <a:lnTo>
                    <a:pt x="65794" y="4729"/>
                  </a:lnTo>
                  <a:lnTo>
                    <a:pt x="60284" y="6168"/>
                  </a:lnTo>
                  <a:lnTo>
                    <a:pt x="54828" y="7794"/>
                  </a:lnTo>
                  <a:lnTo>
                    <a:pt x="49429" y="9604"/>
                  </a:lnTo>
                  <a:lnTo>
                    <a:pt x="44096" y="11597"/>
                  </a:lnTo>
                  <a:lnTo>
                    <a:pt x="38833" y="13771"/>
                  </a:lnTo>
                  <a:lnTo>
                    <a:pt x="33647" y="16123"/>
                  </a:lnTo>
                  <a:lnTo>
                    <a:pt x="28545" y="18650"/>
                  </a:lnTo>
                  <a:lnTo>
                    <a:pt x="23532" y="21349"/>
                  </a:lnTo>
                  <a:lnTo>
                    <a:pt x="18613" y="24218"/>
                  </a:lnTo>
                  <a:lnTo>
                    <a:pt x="13795" y="27252"/>
                  </a:lnTo>
                  <a:lnTo>
                    <a:pt x="9083" y="30449"/>
                  </a:lnTo>
                  <a:lnTo>
                    <a:pt x="4483" y="33804"/>
                  </a:lnTo>
                  <a:lnTo>
                    <a:pt x="0" y="37314"/>
                  </a:lnTo>
                  <a:lnTo>
                    <a:pt x="10527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7958" y="4696596"/>
              <a:ext cx="105276" cy="129852"/>
            </a:xfrm>
            <a:custGeom>
              <a:avLst/>
              <a:pathLst>
                <a:path w="105276" h="129852">
                  <a:moveTo>
                    <a:pt x="0" y="0"/>
                  </a:moveTo>
                  <a:lnTo>
                    <a:pt x="105276" y="1298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17958" y="4696596"/>
              <a:ext cx="105276" cy="129852"/>
            </a:xfrm>
            <a:custGeom>
              <a:avLst/>
              <a:pathLst>
                <a:path w="105276" h="129852">
                  <a:moveTo>
                    <a:pt x="0" y="0"/>
                  </a:moveTo>
                  <a:lnTo>
                    <a:pt x="105276" y="1298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71" y="4696596"/>
              <a:ext cx="279942" cy="297018"/>
            </a:xfrm>
            <a:custGeom>
              <a:avLst/>
              <a:pathLst>
                <a:path w="279942" h="297018">
                  <a:moveTo>
                    <a:pt x="61887" y="0"/>
                  </a:moveTo>
                  <a:lnTo>
                    <a:pt x="57785" y="3435"/>
                  </a:lnTo>
                  <a:lnTo>
                    <a:pt x="53795" y="7000"/>
                  </a:lnTo>
                  <a:lnTo>
                    <a:pt x="49922" y="10691"/>
                  </a:lnTo>
                  <a:lnTo>
                    <a:pt x="46168" y="14504"/>
                  </a:lnTo>
                  <a:lnTo>
                    <a:pt x="42539" y="18436"/>
                  </a:lnTo>
                  <a:lnTo>
                    <a:pt x="39037" y="22481"/>
                  </a:lnTo>
                  <a:lnTo>
                    <a:pt x="35666" y="26637"/>
                  </a:lnTo>
                  <a:lnTo>
                    <a:pt x="32431" y="30898"/>
                  </a:lnTo>
                  <a:lnTo>
                    <a:pt x="29333" y="35260"/>
                  </a:lnTo>
                  <a:lnTo>
                    <a:pt x="26376" y="39720"/>
                  </a:lnTo>
                  <a:lnTo>
                    <a:pt x="23564" y="44271"/>
                  </a:lnTo>
                  <a:lnTo>
                    <a:pt x="20898" y="48911"/>
                  </a:lnTo>
                  <a:lnTo>
                    <a:pt x="18383" y="53633"/>
                  </a:lnTo>
                  <a:lnTo>
                    <a:pt x="16020" y="58434"/>
                  </a:lnTo>
                  <a:lnTo>
                    <a:pt x="13812" y="63307"/>
                  </a:lnTo>
                  <a:lnTo>
                    <a:pt x="11761" y="68249"/>
                  </a:lnTo>
                  <a:lnTo>
                    <a:pt x="9869" y="73254"/>
                  </a:lnTo>
                  <a:lnTo>
                    <a:pt x="8138" y="78317"/>
                  </a:lnTo>
                  <a:lnTo>
                    <a:pt x="6570" y="83432"/>
                  </a:lnTo>
                  <a:lnTo>
                    <a:pt x="5167" y="88595"/>
                  </a:lnTo>
                  <a:lnTo>
                    <a:pt x="3930" y="93801"/>
                  </a:lnTo>
                  <a:lnTo>
                    <a:pt x="2859" y="99043"/>
                  </a:lnTo>
                  <a:lnTo>
                    <a:pt x="1958" y="104317"/>
                  </a:lnTo>
                  <a:lnTo>
                    <a:pt x="1225" y="109617"/>
                  </a:lnTo>
                  <a:lnTo>
                    <a:pt x="662" y="114938"/>
                  </a:lnTo>
                  <a:lnTo>
                    <a:pt x="270" y="120274"/>
                  </a:lnTo>
                  <a:lnTo>
                    <a:pt x="49" y="125620"/>
                  </a:lnTo>
                  <a:lnTo>
                    <a:pt x="0" y="130971"/>
                  </a:lnTo>
                  <a:lnTo>
                    <a:pt x="121" y="136320"/>
                  </a:lnTo>
                  <a:lnTo>
                    <a:pt x="413" y="141662"/>
                  </a:lnTo>
                  <a:lnTo>
                    <a:pt x="877" y="146993"/>
                  </a:lnTo>
                  <a:lnTo>
                    <a:pt x="1511" y="152306"/>
                  </a:lnTo>
                  <a:lnTo>
                    <a:pt x="2314" y="157595"/>
                  </a:lnTo>
                  <a:lnTo>
                    <a:pt x="3286" y="162857"/>
                  </a:lnTo>
                  <a:lnTo>
                    <a:pt x="4426" y="168084"/>
                  </a:lnTo>
                  <a:lnTo>
                    <a:pt x="5733" y="173273"/>
                  </a:lnTo>
                  <a:lnTo>
                    <a:pt x="7206" y="178417"/>
                  </a:lnTo>
                  <a:lnTo>
                    <a:pt x="8842" y="183511"/>
                  </a:lnTo>
                  <a:lnTo>
                    <a:pt x="10640" y="188550"/>
                  </a:lnTo>
                  <a:lnTo>
                    <a:pt x="12599" y="193529"/>
                  </a:lnTo>
                  <a:lnTo>
                    <a:pt x="14716" y="198443"/>
                  </a:lnTo>
                  <a:lnTo>
                    <a:pt x="16989" y="203287"/>
                  </a:lnTo>
                  <a:lnTo>
                    <a:pt x="19416" y="208055"/>
                  </a:lnTo>
                  <a:lnTo>
                    <a:pt x="21994" y="212744"/>
                  </a:lnTo>
                  <a:lnTo>
                    <a:pt x="24721" y="217347"/>
                  </a:lnTo>
                  <a:lnTo>
                    <a:pt x="27594" y="221861"/>
                  </a:lnTo>
                  <a:lnTo>
                    <a:pt x="30610" y="226280"/>
                  </a:lnTo>
                  <a:lnTo>
                    <a:pt x="33766" y="230601"/>
                  </a:lnTo>
                  <a:lnTo>
                    <a:pt x="37059" y="234818"/>
                  </a:lnTo>
                  <a:lnTo>
                    <a:pt x="40485" y="238928"/>
                  </a:lnTo>
                  <a:lnTo>
                    <a:pt x="44040" y="242926"/>
                  </a:lnTo>
                  <a:lnTo>
                    <a:pt x="47722" y="246809"/>
                  </a:lnTo>
                  <a:lnTo>
                    <a:pt x="51526" y="250571"/>
                  </a:lnTo>
                  <a:lnTo>
                    <a:pt x="55449" y="254210"/>
                  </a:lnTo>
                  <a:lnTo>
                    <a:pt x="59486" y="257722"/>
                  </a:lnTo>
                  <a:lnTo>
                    <a:pt x="63633" y="261102"/>
                  </a:lnTo>
                  <a:lnTo>
                    <a:pt x="67887" y="264348"/>
                  </a:lnTo>
                  <a:lnTo>
                    <a:pt x="72242" y="267456"/>
                  </a:lnTo>
                  <a:lnTo>
                    <a:pt x="76694" y="270424"/>
                  </a:lnTo>
                  <a:lnTo>
                    <a:pt x="81239" y="273247"/>
                  </a:lnTo>
                  <a:lnTo>
                    <a:pt x="85872" y="275923"/>
                  </a:lnTo>
                  <a:lnTo>
                    <a:pt x="90588" y="278450"/>
                  </a:lnTo>
                  <a:lnTo>
                    <a:pt x="95383" y="280825"/>
                  </a:lnTo>
                  <a:lnTo>
                    <a:pt x="100251" y="283044"/>
                  </a:lnTo>
                  <a:lnTo>
                    <a:pt x="105188" y="285107"/>
                  </a:lnTo>
                  <a:lnTo>
                    <a:pt x="110189" y="287011"/>
                  </a:lnTo>
                  <a:lnTo>
                    <a:pt x="115247" y="288754"/>
                  </a:lnTo>
                  <a:lnTo>
                    <a:pt x="120359" y="290334"/>
                  </a:lnTo>
                  <a:lnTo>
                    <a:pt x="125519" y="291750"/>
                  </a:lnTo>
                  <a:lnTo>
                    <a:pt x="130721" y="292999"/>
                  </a:lnTo>
                  <a:lnTo>
                    <a:pt x="135961" y="294082"/>
                  </a:lnTo>
                  <a:lnTo>
                    <a:pt x="141233" y="294997"/>
                  </a:lnTo>
                  <a:lnTo>
                    <a:pt x="146531" y="295742"/>
                  </a:lnTo>
                  <a:lnTo>
                    <a:pt x="151851" y="296317"/>
                  </a:lnTo>
                  <a:lnTo>
                    <a:pt x="157186" y="296722"/>
                  </a:lnTo>
                  <a:lnTo>
                    <a:pt x="162532" y="296956"/>
                  </a:lnTo>
                  <a:lnTo>
                    <a:pt x="167882" y="297018"/>
                  </a:lnTo>
                  <a:lnTo>
                    <a:pt x="173231" y="296910"/>
                  </a:lnTo>
                  <a:lnTo>
                    <a:pt x="178574" y="296630"/>
                  </a:lnTo>
                  <a:lnTo>
                    <a:pt x="183906" y="296179"/>
                  </a:lnTo>
                  <a:lnTo>
                    <a:pt x="189220" y="295558"/>
                  </a:lnTo>
                  <a:lnTo>
                    <a:pt x="194512" y="294768"/>
                  </a:lnTo>
                  <a:lnTo>
                    <a:pt x="199776" y="293808"/>
                  </a:lnTo>
                  <a:lnTo>
                    <a:pt x="205006" y="292680"/>
                  </a:lnTo>
                  <a:lnTo>
                    <a:pt x="210197" y="291386"/>
                  </a:lnTo>
                  <a:lnTo>
                    <a:pt x="215345" y="289926"/>
                  </a:lnTo>
                  <a:lnTo>
                    <a:pt x="220443" y="288302"/>
                  </a:lnTo>
                  <a:lnTo>
                    <a:pt x="225487" y="286516"/>
                  </a:lnTo>
                  <a:lnTo>
                    <a:pt x="230470" y="284569"/>
                  </a:lnTo>
                  <a:lnTo>
                    <a:pt x="235389" y="282464"/>
                  </a:lnTo>
                  <a:lnTo>
                    <a:pt x="240238" y="280202"/>
                  </a:lnTo>
                  <a:lnTo>
                    <a:pt x="245013" y="277786"/>
                  </a:lnTo>
                  <a:lnTo>
                    <a:pt x="249707" y="275219"/>
                  </a:lnTo>
                  <a:lnTo>
                    <a:pt x="254317" y="272503"/>
                  </a:lnTo>
                  <a:lnTo>
                    <a:pt x="258837" y="269641"/>
                  </a:lnTo>
                  <a:lnTo>
                    <a:pt x="263264" y="266635"/>
                  </a:lnTo>
                  <a:lnTo>
                    <a:pt x="267592" y="263490"/>
                  </a:lnTo>
                  <a:lnTo>
                    <a:pt x="271818" y="260207"/>
                  </a:lnTo>
                  <a:lnTo>
                    <a:pt x="275936" y="256791"/>
                  </a:lnTo>
                  <a:lnTo>
                    <a:pt x="279942" y="253245"/>
                  </a:lnTo>
                  <a:lnTo>
                    <a:pt x="167163" y="1298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67167" cy="290560"/>
            </a:xfrm>
            <a:custGeom>
              <a:avLst/>
              <a:pathLst>
                <a:path w="167167" h="290560">
                  <a:moveTo>
                    <a:pt x="112779" y="290560"/>
                  </a:moveTo>
                  <a:lnTo>
                    <a:pt x="116671" y="286887"/>
                  </a:lnTo>
                  <a:lnTo>
                    <a:pt x="120443" y="283091"/>
                  </a:lnTo>
                  <a:lnTo>
                    <a:pt x="124092" y="279176"/>
                  </a:lnTo>
                  <a:lnTo>
                    <a:pt x="127614" y="275146"/>
                  </a:lnTo>
                  <a:lnTo>
                    <a:pt x="131005" y="271006"/>
                  </a:lnTo>
                  <a:lnTo>
                    <a:pt x="134261" y="266760"/>
                  </a:lnTo>
                  <a:lnTo>
                    <a:pt x="137380" y="262411"/>
                  </a:lnTo>
                  <a:lnTo>
                    <a:pt x="140359" y="257965"/>
                  </a:lnTo>
                  <a:lnTo>
                    <a:pt x="143193" y="253426"/>
                  </a:lnTo>
                  <a:lnTo>
                    <a:pt x="145881" y="248798"/>
                  </a:lnTo>
                  <a:lnTo>
                    <a:pt x="148419" y="244086"/>
                  </a:lnTo>
                  <a:lnTo>
                    <a:pt x="150805" y="239296"/>
                  </a:lnTo>
                  <a:lnTo>
                    <a:pt x="153037" y="234432"/>
                  </a:lnTo>
                  <a:lnTo>
                    <a:pt x="155111" y="229499"/>
                  </a:lnTo>
                  <a:lnTo>
                    <a:pt x="157027" y="224502"/>
                  </a:lnTo>
                  <a:lnTo>
                    <a:pt x="158782" y="219446"/>
                  </a:lnTo>
                  <a:lnTo>
                    <a:pt x="160374" y="214337"/>
                  </a:lnTo>
                  <a:lnTo>
                    <a:pt x="161802" y="209179"/>
                  </a:lnTo>
                  <a:lnTo>
                    <a:pt x="163063" y="203979"/>
                  </a:lnTo>
                  <a:lnTo>
                    <a:pt x="164158" y="198740"/>
                  </a:lnTo>
                  <a:lnTo>
                    <a:pt x="165085" y="193469"/>
                  </a:lnTo>
                  <a:lnTo>
                    <a:pt x="165842" y="188172"/>
                  </a:lnTo>
                  <a:lnTo>
                    <a:pt x="166429" y="182852"/>
                  </a:lnTo>
                  <a:lnTo>
                    <a:pt x="166846" y="177517"/>
                  </a:lnTo>
                  <a:lnTo>
                    <a:pt x="167092" y="172171"/>
                  </a:lnTo>
                  <a:lnTo>
                    <a:pt x="167167" y="166820"/>
                  </a:lnTo>
                  <a:lnTo>
                    <a:pt x="167070" y="161469"/>
                  </a:lnTo>
                  <a:lnTo>
                    <a:pt x="166802" y="156125"/>
                  </a:lnTo>
                  <a:lnTo>
                    <a:pt x="166363" y="150791"/>
                  </a:lnTo>
                  <a:lnTo>
                    <a:pt x="165753" y="145474"/>
                  </a:lnTo>
                  <a:lnTo>
                    <a:pt x="164974" y="140180"/>
                  </a:lnTo>
                  <a:lnTo>
                    <a:pt x="164026" y="134913"/>
                  </a:lnTo>
                  <a:lnTo>
                    <a:pt x="162909" y="129679"/>
                  </a:lnTo>
                  <a:lnTo>
                    <a:pt x="161626" y="124484"/>
                  </a:lnTo>
                  <a:lnTo>
                    <a:pt x="160177" y="119332"/>
                  </a:lnTo>
                  <a:lnTo>
                    <a:pt x="158564" y="114229"/>
                  </a:lnTo>
                  <a:lnTo>
                    <a:pt x="156788" y="109181"/>
                  </a:lnTo>
                  <a:lnTo>
                    <a:pt x="154851" y="104192"/>
                  </a:lnTo>
                  <a:lnTo>
                    <a:pt x="152756" y="99267"/>
                  </a:lnTo>
                  <a:lnTo>
                    <a:pt x="150505" y="94413"/>
                  </a:lnTo>
                  <a:lnTo>
                    <a:pt x="148099" y="89632"/>
                  </a:lnTo>
                  <a:lnTo>
                    <a:pt x="145541" y="84932"/>
                  </a:lnTo>
                  <a:lnTo>
                    <a:pt x="142834" y="80315"/>
                  </a:lnTo>
                  <a:lnTo>
                    <a:pt x="139981" y="75787"/>
                  </a:lnTo>
                  <a:lnTo>
                    <a:pt x="136984" y="71354"/>
                  </a:lnTo>
                  <a:lnTo>
                    <a:pt x="133847" y="67018"/>
                  </a:lnTo>
                  <a:lnTo>
                    <a:pt x="130573" y="62785"/>
                  </a:lnTo>
                  <a:lnTo>
                    <a:pt x="127165" y="58659"/>
                  </a:lnTo>
                  <a:lnTo>
                    <a:pt x="123626" y="54644"/>
                  </a:lnTo>
                  <a:lnTo>
                    <a:pt x="119961" y="50744"/>
                  </a:lnTo>
                  <a:lnTo>
                    <a:pt x="116173" y="46964"/>
                  </a:lnTo>
                  <a:lnTo>
                    <a:pt x="112266" y="43307"/>
                  </a:lnTo>
                  <a:lnTo>
                    <a:pt x="108244" y="39777"/>
                  </a:lnTo>
                  <a:lnTo>
                    <a:pt x="104110" y="36378"/>
                  </a:lnTo>
                  <a:lnTo>
                    <a:pt x="99871" y="33112"/>
                  </a:lnTo>
                  <a:lnTo>
                    <a:pt x="95528" y="29984"/>
                  </a:lnTo>
                  <a:lnTo>
                    <a:pt x="91088" y="26996"/>
                  </a:lnTo>
                  <a:lnTo>
                    <a:pt x="86555" y="24153"/>
                  </a:lnTo>
                  <a:lnTo>
                    <a:pt x="81933" y="21455"/>
                  </a:lnTo>
                  <a:lnTo>
                    <a:pt x="77227" y="18907"/>
                  </a:lnTo>
                  <a:lnTo>
                    <a:pt x="72441" y="16511"/>
                  </a:lnTo>
                  <a:lnTo>
                    <a:pt x="67582" y="14270"/>
                  </a:lnTo>
                  <a:lnTo>
                    <a:pt x="62653" y="12185"/>
                  </a:lnTo>
                  <a:lnTo>
                    <a:pt x="57660" y="10259"/>
                  </a:lnTo>
                  <a:lnTo>
                    <a:pt x="52608" y="8493"/>
                  </a:lnTo>
                  <a:lnTo>
                    <a:pt x="47502" y="6891"/>
                  </a:lnTo>
                  <a:lnTo>
                    <a:pt x="42348" y="5452"/>
                  </a:lnTo>
                  <a:lnTo>
                    <a:pt x="37149" y="4180"/>
                  </a:lnTo>
                  <a:lnTo>
                    <a:pt x="31913" y="3074"/>
                  </a:lnTo>
                  <a:lnTo>
                    <a:pt x="26644" y="2137"/>
                  </a:lnTo>
                  <a:lnTo>
                    <a:pt x="21348" y="1368"/>
                  </a:lnTo>
                  <a:lnTo>
                    <a:pt x="16030" y="770"/>
                  </a:lnTo>
                  <a:lnTo>
                    <a:pt x="10696" y="342"/>
                  </a:lnTo>
                  <a:lnTo>
                    <a:pt x="535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99639" y="4213821"/>
              <a:ext cx="128833" cy="167167"/>
            </a:xfrm>
            <a:custGeom>
              <a:avLst/>
              <a:pathLst>
                <a:path w="128833" h="167167">
                  <a:moveTo>
                    <a:pt x="128833" y="0"/>
                  </a:moveTo>
                  <a:lnTo>
                    <a:pt x="123386" y="88"/>
                  </a:lnTo>
                  <a:lnTo>
                    <a:pt x="117945" y="354"/>
                  </a:lnTo>
                  <a:lnTo>
                    <a:pt x="112515" y="798"/>
                  </a:lnTo>
                  <a:lnTo>
                    <a:pt x="107103" y="1418"/>
                  </a:lnTo>
                  <a:lnTo>
                    <a:pt x="101714" y="2214"/>
                  </a:lnTo>
                  <a:lnTo>
                    <a:pt x="96353" y="3185"/>
                  </a:lnTo>
                  <a:lnTo>
                    <a:pt x="91027" y="4330"/>
                  </a:lnTo>
                  <a:lnTo>
                    <a:pt x="85742" y="5649"/>
                  </a:lnTo>
                  <a:lnTo>
                    <a:pt x="80502" y="7139"/>
                  </a:lnTo>
                  <a:lnTo>
                    <a:pt x="75313" y="8798"/>
                  </a:lnTo>
                  <a:lnTo>
                    <a:pt x="70181" y="10626"/>
                  </a:lnTo>
                  <a:lnTo>
                    <a:pt x="65112" y="12620"/>
                  </a:lnTo>
                  <a:lnTo>
                    <a:pt x="60110" y="14779"/>
                  </a:lnTo>
                  <a:lnTo>
                    <a:pt x="55181" y="17099"/>
                  </a:lnTo>
                  <a:lnTo>
                    <a:pt x="50330" y="19578"/>
                  </a:lnTo>
                  <a:lnTo>
                    <a:pt x="45563" y="22215"/>
                  </a:lnTo>
                  <a:lnTo>
                    <a:pt x="40884" y="25005"/>
                  </a:lnTo>
                  <a:lnTo>
                    <a:pt x="36299" y="27946"/>
                  </a:lnTo>
                  <a:lnTo>
                    <a:pt x="31812" y="31035"/>
                  </a:lnTo>
                  <a:lnTo>
                    <a:pt x="27428" y="34269"/>
                  </a:lnTo>
                  <a:lnTo>
                    <a:pt x="23151" y="37643"/>
                  </a:lnTo>
                  <a:lnTo>
                    <a:pt x="18987" y="41156"/>
                  </a:lnTo>
                  <a:lnTo>
                    <a:pt x="14939" y="44802"/>
                  </a:lnTo>
                  <a:lnTo>
                    <a:pt x="11013" y="48578"/>
                  </a:lnTo>
                  <a:lnTo>
                    <a:pt x="7211" y="52480"/>
                  </a:lnTo>
                  <a:lnTo>
                    <a:pt x="3539" y="56503"/>
                  </a:lnTo>
                  <a:lnTo>
                    <a:pt x="0" y="60645"/>
                  </a:lnTo>
                  <a:lnTo>
                    <a:pt x="12883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9639" y="4274466"/>
              <a:ext cx="128833" cy="106522"/>
            </a:xfrm>
            <a:custGeom>
              <a:avLst/>
              <a:pathLst>
                <a:path w="128833" h="106522">
                  <a:moveTo>
                    <a:pt x="0" y="0"/>
                  </a:moveTo>
                  <a:lnTo>
                    <a:pt x="128833" y="1065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8" y="4274466"/>
              <a:ext cx="334260" cy="273678"/>
            </a:xfrm>
            <a:custGeom>
              <a:avLst/>
              <a:pathLst>
                <a:path w="334260" h="273678">
                  <a:moveTo>
                    <a:pt x="38330" y="0"/>
                  </a:moveTo>
                  <a:lnTo>
                    <a:pt x="35020" y="4136"/>
                  </a:lnTo>
                  <a:lnTo>
                    <a:pt x="31841" y="8375"/>
                  </a:lnTo>
                  <a:lnTo>
                    <a:pt x="28799" y="12712"/>
                  </a:lnTo>
                  <a:lnTo>
                    <a:pt x="25896" y="17144"/>
                  </a:lnTo>
                  <a:lnTo>
                    <a:pt x="23134" y="21665"/>
                  </a:lnTo>
                  <a:lnTo>
                    <a:pt x="20518" y="26272"/>
                  </a:lnTo>
                  <a:lnTo>
                    <a:pt x="18048" y="30960"/>
                  </a:lnTo>
                  <a:lnTo>
                    <a:pt x="15729" y="35723"/>
                  </a:lnTo>
                  <a:lnTo>
                    <a:pt x="13561" y="40557"/>
                  </a:lnTo>
                  <a:lnTo>
                    <a:pt x="11548" y="45458"/>
                  </a:lnTo>
                  <a:lnTo>
                    <a:pt x="9691" y="50420"/>
                  </a:lnTo>
                  <a:lnTo>
                    <a:pt x="7992" y="55438"/>
                  </a:lnTo>
                  <a:lnTo>
                    <a:pt x="6454" y="60508"/>
                  </a:lnTo>
                  <a:lnTo>
                    <a:pt x="5076" y="65624"/>
                  </a:lnTo>
                  <a:lnTo>
                    <a:pt x="3862" y="70781"/>
                  </a:lnTo>
                  <a:lnTo>
                    <a:pt x="2811" y="75974"/>
                  </a:lnTo>
                  <a:lnTo>
                    <a:pt x="1925" y="81197"/>
                  </a:lnTo>
                  <a:lnTo>
                    <a:pt x="1206" y="86446"/>
                  </a:lnTo>
                  <a:lnTo>
                    <a:pt x="653" y="91715"/>
                  </a:lnTo>
                  <a:lnTo>
                    <a:pt x="268" y="96999"/>
                  </a:lnTo>
                  <a:lnTo>
                    <a:pt x="50" y="102293"/>
                  </a:lnTo>
                  <a:lnTo>
                    <a:pt x="0" y="107591"/>
                  </a:lnTo>
                  <a:lnTo>
                    <a:pt x="117" y="112888"/>
                  </a:lnTo>
                  <a:lnTo>
                    <a:pt x="403" y="118178"/>
                  </a:lnTo>
                  <a:lnTo>
                    <a:pt x="856" y="123457"/>
                  </a:lnTo>
                  <a:lnTo>
                    <a:pt x="1476" y="128718"/>
                  </a:lnTo>
                  <a:lnTo>
                    <a:pt x="2263" y="133958"/>
                  </a:lnTo>
                  <a:lnTo>
                    <a:pt x="3215" y="139169"/>
                  </a:lnTo>
                  <a:lnTo>
                    <a:pt x="4332" y="144348"/>
                  </a:lnTo>
                  <a:lnTo>
                    <a:pt x="5613" y="149489"/>
                  </a:lnTo>
                  <a:lnTo>
                    <a:pt x="7055" y="154587"/>
                  </a:lnTo>
                  <a:lnTo>
                    <a:pt x="8659" y="159637"/>
                  </a:lnTo>
                  <a:lnTo>
                    <a:pt x="10422" y="164633"/>
                  </a:lnTo>
                  <a:lnTo>
                    <a:pt x="12342" y="169571"/>
                  </a:lnTo>
                  <a:lnTo>
                    <a:pt x="14418" y="174445"/>
                  </a:lnTo>
                  <a:lnTo>
                    <a:pt x="16647" y="179252"/>
                  </a:lnTo>
                  <a:lnTo>
                    <a:pt x="19027" y="183985"/>
                  </a:lnTo>
                  <a:lnTo>
                    <a:pt x="21556" y="188640"/>
                  </a:lnTo>
                  <a:lnTo>
                    <a:pt x="24232" y="193213"/>
                  </a:lnTo>
                  <a:lnTo>
                    <a:pt x="27051" y="197699"/>
                  </a:lnTo>
                  <a:lnTo>
                    <a:pt x="30010" y="202093"/>
                  </a:lnTo>
                  <a:lnTo>
                    <a:pt x="33108" y="206392"/>
                  </a:lnTo>
                  <a:lnTo>
                    <a:pt x="36340" y="210590"/>
                  </a:lnTo>
                  <a:lnTo>
                    <a:pt x="39704" y="214683"/>
                  </a:lnTo>
                  <a:lnTo>
                    <a:pt x="43195" y="218668"/>
                  </a:lnTo>
                  <a:lnTo>
                    <a:pt x="46811" y="222540"/>
                  </a:lnTo>
                  <a:lnTo>
                    <a:pt x="50548" y="226296"/>
                  </a:lnTo>
                  <a:lnTo>
                    <a:pt x="54402" y="229931"/>
                  </a:lnTo>
                  <a:lnTo>
                    <a:pt x="58370" y="233442"/>
                  </a:lnTo>
                  <a:lnTo>
                    <a:pt x="62446" y="236826"/>
                  </a:lnTo>
                  <a:lnTo>
                    <a:pt x="66628" y="240079"/>
                  </a:lnTo>
                  <a:lnTo>
                    <a:pt x="70911" y="243198"/>
                  </a:lnTo>
                  <a:lnTo>
                    <a:pt x="75290" y="246179"/>
                  </a:lnTo>
                  <a:lnTo>
                    <a:pt x="79762" y="249021"/>
                  </a:lnTo>
                  <a:lnTo>
                    <a:pt x="84322" y="251719"/>
                  </a:lnTo>
                  <a:lnTo>
                    <a:pt x="88965" y="254271"/>
                  </a:lnTo>
                  <a:lnTo>
                    <a:pt x="93686" y="256675"/>
                  </a:lnTo>
                  <a:lnTo>
                    <a:pt x="98481" y="258928"/>
                  </a:lnTo>
                  <a:lnTo>
                    <a:pt x="103345" y="261028"/>
                  </a:lnTo>
                  <a:lnTo>
                    <a:pt x="108273" y="262973"/>
                  </a:lnTo>
                  <a:lnTo>
                    <a:pt x="113261" y="264760"/>
                  </a:lnTo>
                  <a:lnTo>
                    <a:pt x="118302" y="266389"/>
                  </a:lnTo>
                  <a:lnTo>
                    <a:pt x="123393" y="267857"/>
                  </a:lnTo>
                  <a:lnTo>
                    <a:pt x="128528" y="269163"/>
                  </a:lnTo>
                  <a:lnTo>
                    <a:pt x="133701" y="270306"/>
                  </a:lnTo>
                  <a:lnTo>
                    <a:pt x="138908" y="271284"/>
                  </a:lnTo>
                  <a:lnTo>
                    <a:pt x="144143" y="272097"/>
                  </a:lnTo>
                  <a:lnTo>
                    <a:pt x="149402" y="272743"/>
                  </a:lnTo>
                  <a:lnTo>
                    <a:pt x="154678" y="273222"/>
                  </a:lnTo>
                  <a:lnTo>
                    <a:pt x="159967" y="273534"/>
                  </a:lnTo>
                  <a:lnTo>
                    <a:pt x="165263" y="273678"/>
                  </a:lnTo>
                  <a:lnTo>
                    <a:pt x="170561" y="273655"/>
                  </a:lnTo>
                  <a:lnTo>
                    <a:pt x="175856" y="273463"/>
                  </a:lnTo>
                  <a:lnTo>
                    <a:pt x="181142" y="273104"/>
                  </a:lnTo>
                  <a:lnTo>
                    <a:pt x="186413" y="272577"/>
                  </a:lnTo>
                  <a:lnTo>
                    <a:pt x="191666" y="271884"/>
                  </a:lnTo>
                  <a:lnTo>
                    <a:pt x="196894" y="271024"/>
                  </a:lnTo>
                  <a:lnTo>
                    <a:pt x="202092" y="269999"/>
                  </a:lnTo>
                  <a:lnTo>
                    <a:pt x="207255" y="268810"/>
                  </a:lnTo>
                  <a:lnTo>
                    <a:pt x="212378" y="267458"/>
                  </a:lnTo>
                  <a:lnTo>
                    <a:pt x="217455" y="265945"/>
                  </a:lnTo>
                  <a:lnTo>
                    <a:pt x="222481" y="264271"/>
                  </a:lnTo>
                  <a:lnTo>
                    <a:pt x="227453" y="262439"/>
                  </a:lnTo>
                  <a:lnTo>
                    <a:pt x="232363" y="260450"/>
                  </a:lnTo>
                  <a:lnTo>
                    <a:pt x="237208" y="258307"/>
                  </a:lnTo>
                  <a:lnTo>
                    <a:pt x="241983" y="256011"/>
                  </a:lnTo>
                  <a:lnTo>
                    <a:pt x="246683" y="253565"/>
                  </a:lnTo>
                  <a:lnTo>
                    <a:pt x="251303" y="250971"/>
                  </a:lnTo>
                  <a:lnTo>
                    <a:pt x="255838" y="248232"/>
                  </a:lnTo>
                  <a:lnTo>
                    <a:pt x="260284" y="245351"/>
                  </a:lnTo>
                  <a:lnTo>
                    <a:pt x="264637" y="242330"/>
                  </a:lnTo>
                  <a:lnTo>
                    <a:pt x="268891" y="239173"/>
                  </a:lnTo>
                  <a:lnTo>
                    <a:pt x="273044" y="235883"/>
                  </a:lnTo>
                  <a:lnTo>
                    <a:pt x="277090" y="232463"/>
                  </a:lnTo>
                  <a:lnTo>
                    <a:pt x="281026" y="228916"/>
                  </a:lnTo>
                  <a:lnTo>
                    <a:pt x="284847" y="225246"/>
                  </a:lnTo>
                  <a:lnTo>
                    <a:pt x="288550" y="221457"/>
                  </a:lnTo>
                  <a:lnTo>
                    <a:pt x="292132" y="217553"/>
                  </a:lnTo>
                  <a:lnTo>
                    <a:pt x="295587" y="213537"/>
                  </a:lnTo>
                  <a:lnTo>
                    <a:pt x="298914" y="209414"/>
                  </a:lnTo>
                  <a:lnTo>
                    <a:pt x="302108" y="205187"/>
                  </a:lnTo>
                  <a:lnTo>
                    <a:pt x="305167" y="200861"/>
                  </a:lnTo>
                  <a:lnTo>
                    <a:pt x="308088" y="196440"/>
                  </a:lnTo>
                  <a:lnTo>
                    <a:pt x="310866" y="191930"/>
                  </a:lnTo>
                  <a:lnTo>
                    <a:pt x="313501" y="187333"/>
                  </a:lnTo>
                  <a:lnTo>
                    <a:pt x="315988" y="182655"/>
                  </a:lnTo>
                  <a:lnTo>
                    <a:pt x="318326" y="177901"/>
                  </a:lnTo>
                  <a:lnTo>
                    <a:pt x="320512" y="173074"/>
                  </a:lnTo>
                  <a:lnTo>
                    <a:pt x="322544" y="168182"/>
                  </a:lnTo>
                  <a:lnTo>
                    <a:pt x="324420" y="163227"/>
                  </a:lnTo>
                  <a:lnTo>
                    <a:pt x="326138" y="158215"/>
                  </a:lnTo>
                  <a:lnTo>
                    <a:pt x="327696" y="153151"/>
                  </a:lnTo>
                  <a:lnTo>
                    <a:pt x="329093" y="148041"/>
                  </a:lnTo>
                  <a:lnTo>
                    <a:pt x="330327" y="142888"/>
                  </a:lnTo>
                  <a:lnTo>
                    <a:pt x="331398" y="137700"/>
                  </a:lnTo>
                  <a:lnTo>
                    <a:pt x="332303" y="132479"/>
                  </a:lnTo>
                  <a:lnTo>
                    <a:pt x="333043" y="127233"/>
                  </a:lnTo>
                  <a:lnTo>
                    <a:pt x="333616" y="121966"/>
                  </a:lnTo>
                  <a:lnTo>
                    <a:pt x="334022" y="116684"/>
                  </a:lnTo>
                  <a:lnTo>
                    <a:pt x="334260" y="111391"/>
                  </a:lnTo>
                  <a:lnTo>
                    <a:pt x="167164" y="1065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67166" cy="172036"/>
            </a:xfrm>
            <a:custGeom>
              <a:avLst/>
              <a:pathLst>
                <a:path w="167166" h="172036">
                  <a:moveTo>
                    <a:pt x="167096" y="172036"/>
                  </a:moveTo>
                  <a:lnTo>
                    <a:pt x="167166" y="166579"/>
                  </a:lnTo>
                  <a:lnTo>
                    <a:pt x="167058" y="161122"/>
                  </a:lnTo>
                  <a:lnTo>
                    <a:pt x="166771" y="155671"/>
                  </a:lnTo>
                  <a:lnTo>
                    <a:pt x="166307" y="150233"/>
                  </a:lnTo>
                  <a:lnTo>
                    <a:pt x="165666" y="144813"/>
                  </a:lnTo>
                  <a:lnTo>
                    <a:pt x="164847" y="139416"/>
                  </a:lnTo>
                  <a:lnTo>
                    <a:pt x="163854" y="134050"/>
                  </a:lnTo>
                  <a:lnTo>
                    <a:pt x="162685" y="128718"/>
                  </a:lnTo>
                  <a:lnTo>
                    <a:pt x="161343" y="123427"/>
                  </a:lnTo>
                  <a:lnTo>
                    <a:pt x="159829" y="118184"/>
                  </a:lnTo>
                  <a:lnTo>
                    <a:pt x="158145" y="112992"/>
                  </a:lnTo>
                  <a:lnTo>
                    <a:pt x="156292" y="107858"/>
                  </a:lnTo>
                  <a:lnTo>
                    <a:pt x="154273" y="102787"/>
                  </a:lnTo>
                  <a:lnTo>
                    <a:pt x="152089" y="97785"/>
                  </a:lnTo>
                  <a:lnTo>
                    <a:pt x="149743" y="92857"/>
                  </a:lnTo>
                  <a:lnTo>
                    <a:pt x="147237" y="88008"/>
                  </a:lnTo>
                  <a:lnTo>
                    <a:pt x="144574" y="83244"/>
                  </a:lnTo>
                  <a:lnTo>
                    <a:pt x="141757" y="78569"/>
                  </a:lnTo>
                  <a:lnTo>
                    <a:pt x="138790" y="73988"/>
                  </a:lnTo>
                  <a:lnTo>
                    <a:pt x="135674" y="69507"/>
                  </a:lnTo>
                  <a:lnTo>
                    <a:pt x="132413" y="65130"/>
                  </a:lnTo>
                  <a:lnTo>
                    <a:pt x="129012" y="60861"/>
                  </a:lnTo>
                  <a:lnTo>
                    <a:pt x="125472" y="56706"/>
                  </a:lnTo>
                  <a:lnTo>
                    <a:pt x="121799" y="52669"/>
                  </a:lnTo>
                  <a:lnTo>
                    <a:pt x="117997" y="48754"/>
                  </a:lnTo>
                  <a:lnTo>
                    <a:pt x="114068" y="44965"/>
                  </a:lnTo>
                  <a:lnTo>
                    <a:pt x="110018" y="41306"/>
                  </a:lnTo>
                  <a:lnTo>
                    <a:pt x="105850" y="37782"/>
                  </a:lnTo>
                  <a:lnTo>
                    <a:pt x="101570" y="34395"/>
                  </a:lnTo>
                  <a:lnTo>
                    <a:pt x="97181" y="31150"/>
                  </a:lnTo>
                  <a:lnTo>
                    <a:pt x="92689" y="28050"/>
                  </a:lnTo>
                  <a:lnTo>
                    <a:pt x="88098" y="25098"/>
                  </a:lnTo>
                  <a:lnTo>
                    <a:pt x="83413" y="22298"/>
                  </a:lnTo>
                  <a:lnTo>
                    <a:pt x="78640" y="19652"/>
                  </a:lnTo>
                  <a:lnTo>
                    <a:pt x="73782" y="17163"/>
                  </a:lnTo>
                  <a:lnTo>
                    <a:pt x="68846" y="14834"/>
                  </a:lnTo>
                  <a:lnTo>
                    <a:pt x="63836" y="12668"/>
                  </a:lnTo>
                  <a:lnTo>
                    <a:pt x="58758" y="10667"/>
                  </a:lnTo>
                  <a:lnTo>
                    <a:pt x="53618" y="8832"/>
                  </a:lnTo>
                  <a:lnTo>
                    <a:pt x="48420" y="7166"/>
                  </a:lnTo>
                  <a:lnTo>
                    <a:pt x="43171" y="5670"/>
                  </a:lnTo>
                  <a:lnTo>
                    <a:pt x="37876" y="4347"/>
                  </a:lnTo>
                  <a:lnTo>
                    <a:pt x="32540" y="3197"/>
                  </a:lnTo>
                  <a:lnTo>
                    <a:pt x="27170" y="2222"/>
                  </a:lnTo>
                  <a:lnTo>
                    <a:pt x="21771" y="1423"/>
                  </a:lnTo>
                  <a:lnTo>
                    <a:pt x="16348" y="801"/>
                  </a:lnTo>
                  <a:lnTo>
                    <a:pt x="10908" y="356"/>
                  </a:lnTo>
                  <a:lnTo>
                    <a:pt x="5457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864" y="3707720"/>
              <a:ext cx="167146" cy="167167"/>
            </a:xfrm>
            <a:custGeom>
              <a:avLst/>
              <a:pathLst>
                <a:path w="167146" h="167167">
                  <a:moveTo>
                    <a:pt x="167146" y="0"/>
                  </a:moveTo>
                  <a:lnTo>
                    <a:pt x="161731" y="87"/>
                  </a:lnTo>
                  <a:lnTo>
                    <a:pt x="156322" y="350"/>
                  </a:lnTo>
                  <a:lnTo>
                    <a:pt x="150924" y="788"/>
                  </a:lnTo>
                  <a:lnTo>
                    <a:pt x="145543" y="1401"/>
                  </a:lnTo>
                  <a:lnTo>
                    <a:pt x="140185" y="2188"/>
                  </a:lnTo>
                  <a:lnTo>
                    <a:pt x="134855" y="3148"/>
                  </a:lnTo>
                  <a:lnTo>
                    <a:pt x="129559" y="4280"/>
                  </a:lnTo>
                  <a:lnTo>
                    <a:pt x="124303" y="5583"/>
                  </a:lnTo>
                  <a:lnTo>
                    <a:pt x="119091" y="7056"/>
                  </a:lnTo>
                  <a:lnTo>
                    <a:pt x="113930" y="8696"/>
                  </a:lnTo>
                  <a:lnTo>
                    <a:pt x="108824" y="10503"/>
                  </a:lnTo>
                  <a:lnTo>
                    <a:pt x="103780" y="12475"/>
                  </a:lnTo>
                  <a:lnTo>
                    <a:pt x="98803" y="14608"/>
                  </a:lnTo>
                  <a:lnTo>
                    <a:pt x="93897" y="16902"/>
                  </a:lnTo>
                  <a:lnTo>
                    <a:pt x="89068" y="19354"/>
                  </a:lnTo>
                  <a:lnTo>
                    <a:pt x="84321" y="21961"/>
                  </a:lnTo>
                  <a:lnTo>
                    <a:pt x="79661" y="24720"/>
                  </a:lnTo>
                  <a:lnTo>
                    <a:pt x="75092" y="27628"/>
                  </a:lnTo>
                  <a:lnTo>
                    <a:pt x="70621" y="30683"/>
                  </a:lnTo>
                  <a:lnTo>
                    <a:pt x="66250" y="33882"/>
                  </a:lnTo>
                  <a:lnTo>
                    <a:pt x="61986" y="37220"/>
                  </a:lnTo>
                  <a:lnTo>
                    <a:pt x="57832" y="40695"/>
                  </a:lnTo>
                  <a:lnTo>
                    <a:pt x="53792" y="44302"/>
                  </a:lnTo>
                  <a:lnTo>
                    <a:pt x="49872" y="48038"/>
                  </a:lnTo>
                  <a:lnTo>
                    <a:pt x="46075" y="51900"/>
                  </a:lnTo>
                  <a:lnTo>
                    <a:pt x="42404" y="55882"/>
                  </a:lnTo>
                  <a:lnTo>
                    <a:pt x="38865" y="59981"/>
                  </a:lnTo>
                  <a:lnTo>
                    <a:pt x="35460" y="64193"/>
                  </a:lnTo>
                  <a:lnTo>
                    <a:pt x="32194" y="68512"/>
                  </a:lnTo>
                  <a:lnTo>
                    <a:pt x="29069" y="72935"/>
                  </a:lnTo>
                  <a:lnTo>
                    <a:pt x="26089" y="77458"/>
                  </a:lnTo>
                  <a:lnTo>
                    <a:pt x="23257" y="82074"/>
                  </a:lnTo>
                  <a:lnTo>
                    <a:pt x="20576" y="86779"/>
                  </a:lnTo>
                  <a:lnTo>
                    <a:pt x="18049" y="91569"/>
                  </a:lnTo>
                  <a:lnTo>
                    <a:pt x="15679" y="96439"/>
                  </a:lnTo>
                  <a:lnTo>
                    <a:pt x="13467" y="101382"/>
                  </a:lnTo>
                  <a:lnTo>
                    <a:pt x="11417" y="106395"/>
                  </a:lnTo>
                  <a:lnTo>
                    <a:pt x="9530" y="111471"/>
                  </a:lnTo>
                  <a:lnTo>
                    <a:pt x="7809" y="116606"/>
                  </a:lnTo>
                  <a:lnTo>
                    <a:pt x="6254" y="121794"/>
                  </a:lnTo>
                  <a:lnTo>
                    <a:pt x="4869" y="127029"/>
                  </a:lnTo>
                  <a:lnTo>
                    <a:pt x="3654" y="132307"/>
                  </a:lnTo>
                  <a:lnTo>
                    <a:pt x="2611" y="137621"/>
                  </a:lnTo>
                  <a:lnTo>
                    <a:pt x="1740" y="142966"/>
                  </a:lnTo>
                  <a:lnTo>
                    <a:pt x="1043" y="148337"/>
                  </a:lnTo>
                  <a:lnTo>
                    <a:pt x="520" y="153727"/>
                  </a:lnTo>
                  <a:lnTo>
                    <a:pt x="172" y="159132"/>
                  </a:lnTo>
                  <a:lnTo>
                    <a:pt x="0" y="164545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64" y="3713059"/>
              <a:ext cx="334294" cy="328996"/>
            </a:xfrm>
            <a:custGeom>
              <a:avLst/>
              <a:pathLst>
                <a:path w="334294" h="328996">
                  <a:moveTo>
                    <a:pt x="0" y="159206"/>
                  </a:moveTo>
                  <a:lnTo>
                    <a:pt x="0" y="164511"/>
                  </a:lnTo>
                  <a:lnTo>
                    <a:pt x="170" y="169813"/>
                  </a:lnTo>
                  <a:lnTo>
                    <a:pt x="507" y="175107"/>
                  </a:lnTo>
                  <a:lnTo>
                    <a:pt x="1012" y="180388"/>
                  </a:lnTo>
                  <a:lnTo>
                    <a:pt x="1685" y="185650"/>
                  </a:lnTo>
                  <a:lnTo>
                    <a:pt x="2524" y="190888"/>
                  </a:lnTo>
                  <a:lnTo>
                    <a:pt x="3529" y="196097"/>
                  </a:lnTo>
                  <a:lnTo>
                    <a:pt x="4699" y="201271"/>
                  </a:lnTo>
                  <a:lnTo>
                    <a:pt x="6032" y="206406"/>
                  </a:lnTo>
                  <a:lnTo>
                    <a:pt x="7528" y="211495"/>
                  </a:lnTo>
                  <a:lnTo>
                    <a:pt x="9184" y="216535"/>
                  </a:lnTo>
                  <a:lnTo>
                    <a:pt x="10999" y="221520"/>
                  </a:lnTo>
                  <a:lnTo>
                    <a:pt x="12972" y="226444"/>
                  </a:lnTo>
                  <a:lnTo>
                    <a:pt x="15100" y="231303"/>
                  </a:lnTo>
                  <a:lnTo>
                    <a:pt x="17381" y="236093"/>
                  </a:lnTo>
                  <a:lnTo>
                    <a:pt x="19813" y="240808"/>
                  </a:lnTo>
                  <a:lnTo>
                    <a:pt x="22393" y="245443"/>
                  </a:lnTo>
                  <a:lnTo>
                    <a:pt x="25119" y="249994"/>
                  </a:lnTo>
                  <a:lnTo>
                    <a:pt x="27988" y="254456"/>
                  </a:lnTo>
                  <a:lnTo>
                    <a:pt x="30997" y="258825"/>
                  </a:lnTo>
                  <a:lnTo>
                    <a:pt x="34143" y="263096"/>
                  </a:lnTo>
                  <a:lnTo>
                    <a:pt x="37423" y="267265"/>
                  </a:lnTo>
                  <a:lnTo>
                    <a:pt x="40834" y="271328"/>
                  </a:lnTo>
                  <a:lnTo>
                    <a:pt x="44372" y="275281"/>
                  </a:lnTo>
                  <a:lnTo>
                    <a:pt x="48034" y="279119"/>
                  </a:lnTo>
                  <a:lnTo>
                    <a:pt x="51816" y="282839"/>
                  </a:lnTo>
                  <a:lnTo>
                    <a:pt x="55713" y="286438"/>
                  </a:lnTo>
                  <a:lnTo>
                    <a:pt x="59723" y="289911"/>
                  </a:lnTo>
                  <a:lnTo>
                    <a:pt x="63841" y="293255"/>
                  </a:lnTo>
                  <a:lnTo>
                    <a:pt x="68064" y="296467"/>
                  </a:lnTo>
                  <a:lnTo>
                    <a:pt x="72386" y="299543"/>
                  </a:lnTo>
                  <a:lnTo>
                    <a:pt x="76803" y="302480"/>
                  </a:lnTo>
                  <a:lnTo>
                    <a:pt x="81311" y="305276"/>
                  </a:lnTo>
                  <a:lnTo>
                    <a:pt x="85906" y="307927"/>
                  </a:lnTo>
                  <a:lnTo>
                    <a:pt x="90583" y="310431"/>
                  </a:lnTo>
                  <a:lnTo>
                    <a:pt x="95336" y="312786"/>
                  </a:lnTo>
                  <a:lnTo>
                    <a:pt x="100162" y="314989"/>
                  </a:lnTo>
                  <a:lnTo>
                    <a:pt x="105056" y="317037"/>
                  </a:lnTo>
                  <a:lnTo>
                    <a:pt x="110012" y="318929"/>
                  </a:lnTo>
                  <a:lnTo>
                    <a:pt x="115026" y="320663"/>
                  </a:lnTo>
                  <a:lnTo>
                    <a:pt x="120092" y="322236"/>
                  </a:lnTo>
                  <a:lnTo>
                    <a:pt x="125205" y="323649"/>
                  </a:lnTo>
                  <a:lnTo>
                    <a:pt x="130361" y="324898"/>
                  </a:lnTo>
                  <a:lnTo>
                    <a:pt x="135553" y="325983"/>
                  </a:lnTo>
                  <a:lnTo>
                    <a:pt x="140778" y="326903"/>
                  </a:lnTo>
                  <a:lnTo>
                    <a:pt x="146029" y="327656"/>
                  </a:lnTo>
                  <a:lnTo>
                    <a:pt x="151301" y="328243"/>
                  </a:lnTo>
                  <a:lnTo>
                    <a:pt x="156590" y="328662"/>
                  </a:lnTo>
                  <a:lnTo>
                    <a:pt x="161889" y="328913"/>
                  </a:lnTo>
                  <a:lnTo>
                    <a:pt x="167193" y="328996"/>
                  </a:lnTo>
                  <a:lnTo>
                    <a:pt x="172497" y="328910"/>
                  </a:lnTo>
                  <a:lnTo>
                    <a:pt x="177796" y="328656"/>
                  </a:lnTo>
                  <a:lnTo>
                    <a:pt x="183084" y="328234"/>
                  </a:lnTo>
                  <a:lnTo>
                    <a:pt x="188356" y="327645"/>
                  </a:lnTo>
                  <a:lnTo>
                    <a:pt x="193606" y="326888"/>
                  </a:lnTo>
                  <a:lnTo>
                    <a:pt x="198830" y="325965"/>
                  </a:lnTo>
                  <a:lnTo>
                    <a:pt x="204023" y="324877"/>
                  </a:lnTo>
                  <a:lnTo>
                    <a:pt x="209178" y="323625"/>
                  </a:lnTo>
                  <a:lnTo>
                    <a:pt x="214290" y="322210"/>
                  </a:lnTo>
                  <a:lnTo>
                    <a:pt x="219355" y="320634"/>
                  </a:lnTo>
                  <a:lnTo>
                    <a:pt x="224368" y="318897"/>
                  </a:lnTo>
                  <a:lnTo>
                    <a:pt x="229323" y="317002"/>
                  </a:lnTo>
                  <a:lnTo>
                    <a:pt x="234215" y="314951"/>
                  </a:lnTo>
                  <a:lnTo>
                    <a:pt x="239040" y="312746"/>
                  </a:lnTo>
                  <a:lnTo>
                    <a:pt x="243793" y="310389"/>
                  </a:lnTo>
                  <a:lnTo>
                    <a:pt x="248468" y="307882"/>
                  </a:lnTo>
                  <a:lnTo>
                    <a:pt x="253061" y="305228"/>
                  </a:lnTo>
                  <a:lnTo>
                    <a:pt x="257568" y="302430"/>
                  </a:lnTo>
                  <a:lnTo>
                    <a:pt x="261984" y="299490"/>
                  </a:lnTo>
                  <a:lnTo>
                    <a:pt x="266304" y="296412"/>
                  </a:lnTo>
                  <a:lnTo>
                    <a:pt x="270524" y="293198"/>
                  </a:lnTo>
                  <a:lnTo>
                    <a:pt x="274641" y="289851"/>
                  </a:lnTo>
                  <a:lnTo>
                    <a:pt x="278649" y="286376"/>
                  </a:lnTo>
                  <a:lnTo>
                    <a:pt x="282544" y="282775"/>
                  </a:lnTo>
                  <a:lnTo>
                    <a:pt x="286324" y="279053"/>
                  </a:lnTo>
                  <a:lnTo>
                    <a:pt x="289983" y="275212"/>
                  </a:lnTo>
                  <a:lnTo>
                    <a:pt x="293519" y="271258"/>
                  </a:lnTo>
                  <a:lnTo>
                    <a:pt x="296928" y="267193"/>
                  </a:lnTo>
                  <a:lnTo>
                    <a:pt x="300206" y="263022"/>
                  </a:lnTo>
                  <a:lnTo>
                    <a:pt x="303350" y="258749"/>
                  </a:lnTo>
                  <a:lnTo>
                    <a:pt x="306356" y="254378"/>
                  </a:lnTo>
                  <a:lnTo>
                    <a:pt x="309223" y="249915"/>
                  </a:lnTo>
                  <a:lnTo>
                    <a:pt x="311946" y="245362"/>
                  </a:lnTo>
                  <a:lnTo>
                    <a:pt x="314524" y="240726"/>
                  </a:lnTo>
                  <a:lnTo>
                    <a:pt x="316953" y="236010"/>
                  </a:lnTo>
                  <a:lnTo>
                    <a:pt x="319231" y="231219"/>
                  </a:lnTo>
                  <a:lnTo>
                    <a:pt x="321357" y="226358"/>
                  </a:lnTo>
                  <a:lnTo>
                    <a:pt x="323326" y="221433"/>
                  </a:lnTo>
                  <a:lnTo>
                    <a:pt x="325139" y="216447"/>
                  </a:lnTo>
                  <a:lnTo>
                    <a:pt x="326793" y="211407"/>
                  </a:lnTo>
                  <a:lnTo>
                    <a:pt x="328285" y="206316"/>
                  </a:lnTo>
                  <a:lnTo>
                    <a:pt x="329616" y="201181"/>
                  </a:lnTo>
                  <a:lnTo>
                    <a:pt x="330783" y="196006"/>
                  </a:lnTo>
                  <a:lnTo>
                    <a:pt x="331785" y="190797"/>
                  </a:lnTo>
                  <a:lnTo>
                    <a:pt x="332621" y="185558"/>
                  </a:lnTo>
                  <a:lnTo>
                    <a:pt x="333291" y="180296"/>
                  </a:lnTo>
                  <a:lnTo>
                    <a:pt x="333793" y="175015"/>
                  </a:lnTo>
                  <a:lnTo>
                    <a:pt x="334127" y="169720"/>
                  </a:lnTo>
                  <a:lnTo>
                    <a:pt x="334294" y="164418"/>
                  </a:lnTo>
                  <a:lnTo>
                    <a:pt x="334292" y="159113"/>
                  </a:lnTo>
                  <a:lnTo>
                    <a:pt x="334121" y="153811"/>
                  </a:lnTo>
                  <a:lnTo>
                    <a:pt x="333783" y="148517"/>
                  </a:lnTo>
                  <a:lnTo>
                    <a:pt x="333277" y="143236"/>
                  </a:lnTo>
                  <a:lnTo>
                    <a:pt x="332603" y="137974"/>
                  </a:lnTo>
                  <a:lnTo>
                    <a:pt x="331763" y="132736"/>
                  </a:lnTo>
                  <a:lnTo>
                    <a:pt x="330757" y="127528"/>
                  </a:lnTo>
                  <a:lnTo>
                    <a:pt x="329586" y="122354"/>
                  </a:lnTo>
                  <a:lnTo>
                    <a:pt x="328252" y="117219"/>
                  </a:lnTo>
                  <a:lnTo>
                    <a:pt x="326755" y="112130"/>
                  </a:lnTo>
                  <a:lnTo>
                    <a:pt x="325098" y="107091"/>
                  </a:lnTo>
                  <a:lnTo>
                    <a:pt x="323282" y="102106"/>
                  </a:lnTo>
                  <a:lnTo>
                    <a:pt x="321308" y="97182"/>
                  </a:lnTo>
                  <a:lnTo>
                    <a:pt x="319179" y="92323"/>
                  </a:lnTo>
                  <a:lnTo>
                    <a:pt x="316897" y="87534"/>
                  </a:lnTo>
                  <a:lnTo>
                    <a:pt x="314465" y="82820"/>
                  </a:lnTo>
                  <a:lnTo>
                    <a:pt x="311884" y="78186"/>
                  </a:lnTo>
                  <a:lnTo>
                    <a:pt x="309157" y="73635"/>
                  </a:lnTo>
                  <a:lnTo>
                    <a:pt x="306287" y="69174"/>
                  </a:lnTo>
                  <a:lnTo>
                    <a:pt x="303277" y="64805"/>
                  </a:lnTo>
                  <a:lnTo>
                    <a:pt x="300130" y="60535"/>
                  </a:lnTo>
                  <a:lnTo>
                    <a:pt x="296849" y="56366"/>
                  </a:lnTo>
                  <a:lnTo>
                    <a:pt x="293437" y="52304"/>
                  </a:lnTo>
                  <a:lnTo>
                    <a:pt x="289899" y="48352"/>
                  </a:lnTo>
                  <a:lnTo>
                    <a:pt x="286236" y="44514"/>
                  </a:lnTo>
                  <a:lnTo>
                    <a:pt x="282454" y="40794"/>
                  </a:lnTo>
                  <a:lnTo>
                    <a:pt x="278555" y="37197"/>
                  </a:lnTo>
                  <a:lnTo>
                    <a:pt x="274545" y="33724"/>
                  </a:lnTo>
                  <a:lnTo>
                    <a:pt x="270426" y="30381"/>
                  </a:lnTo>
                  <a:lnTo>
                    <a:pt x="266203" y="27170"/>
                  </a:lnTo>
                  <a:lnTo>
                    <a:pt x="261881" y="24095"/>
                  </a:lnTo>
                  <a:lnTo>
                    <a:pt x="257463" y="21159"/>
                  </a:lnTo>
                  <a:lnTo>
                    <a:pt x="252954" y="18364"/>
                  </a:lnTo>
                  <a:lnTo>
                    <a:pt x="248358" y="15713"/>
                  </a:lnTo>
                  <a:lnTo>
                    <a:pt x="243681" y="13210"/>
                  </a:lnTo>
                  <a:lnTo>
                    <a:pt x="238927" y="10856"/>
                  </a:lnTo>
                  <a:lnTo>
                    <a:pt x="234101" y="8655"/>
                  </a:lnTo>
                  <a:lnTo>
                    <a:pt x="229207" y="6607"/>
                  </a:lnTo>
                  <a:lnTo>
                    <a:pt x="224250" y="4716"/>
                  </a:lnTo>
                  <a:lnTo>
                    <a:pt x="219237" y="2984"/>
                  </a:lnTo>
                  <a:lnTo>
                    <a:pt x="214170" y="1411"/>
                  </a:lnTo>
                  <a:lnTo>
                    <a:pt x="209056" y="0"/>
                  </a:lnTo>
                  <a:lnTo>
                    <a:pt x="167146" y="161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41910" cy="167167"/>
            </a:xfrm>
            <a:custGeom>
              <a:avLst/>
              <a:pathLst>
                <a:path w="41910" h="167167">
                  <a:moveTo>
                    <a:pt x="41910" y="5338"/>
                  </a:moveTo>
                  <a:lnTo>
                    <a:pt x="36025" y="3927"/>
                  </a:lnTo>
                  <a:lnTo>
                    <a:pt x="30093" y="2731"/>
                  </a:lnTo>
                  <a:lnTo>
                    <a:pt x="24122" y="1749"/>
                  </a:lnTo>
                  <a:lnTo>
                    <a:pt x="18119" y="984"/>
                  </a:lnTo>
                  <a:lnTo>
                    <a:pt x="12092" y="437"/>
                  </a:lnTo>
                  <a:lnTo>
                    <a:pt x="6050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2025-06-05T20:46:47Z</dcterms:modified>
  <cp:category/>
</cp:coreProperties>
</file>