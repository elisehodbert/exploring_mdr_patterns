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189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70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425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59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8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40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97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18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44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25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471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8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8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97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642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42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6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41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77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6982240" y="3170392"/>
              <a:ext cx="1538" cy="167167"/>
            </a:xfrm>
            <a:custGeom>
              <a:avLst/>
              <a:pathLst>
                <a:path w="1538" h="167167">
                  <a:moveTo>
                    <a:pt x="1538" y="0"/>
                  </a:moveTo>
                  <a:lnTo>
                    <a:pt x="0" y="7"/>
                  </a:lnTo>
                  <a:lnTo>
                    <a:pt x="153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240" y="3170399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816628" y="3170399"/>
              <a:ext cx="334317" cy="334325"/>
            </a:xfrm>
            <a:custGeom>
              <a:avLst/>
              <a:pathLst>
                <a:path w="334317" h="334325">
                  <a:moveTo>
                    <a:pt x="165612" y="0"/>
                  </a:moveTo>
                  <a:lnTo>
                    <a:pt x="160334" y="131"/>
                  </a:lnTo>
                  <a:lnTo>
                    <a:pt x="155063" y="430"/>
                  </a:lnTo>
                  <a:lnTo>
                    <a:pt x="149804" y="895"/>
                  </a:lnTo>
                  <a:lnTo>
                    <a:pt x="144562" y="1526"/>
                  </a:lnTo>
                  <a:lnTo>
                    <a:pt x="139343" y="2321"/>
                  </a:lnTo>
                  <a:lnTo>
                    <a:pt x="134152" y="3282"/>
                  </a:lnTo>
                  <a:lnTo>
                    <a:pt x="128993" y="4406"/>
                  </a:lnTo>
                  <a:lnTo>
                    <a:pt x="123873" y="5692"/>
                  </a:lnTo>
                  <a:lnTo>
                    <a:pt x="118795" y="7139"/>
                  </a:lnTo>
                  <a:lnTo>
                    <a:pt x="113766" y="8746"/>
                  </a:lnTo>
                  <a:lnTo>
                    <a:pt x="108791" y="10510"/>
                  </a:lnTo>
                  <a:lnTo>
                    <a:pt x="103873" y="12431"/>
                  </a:lnTo>
                  <a:lnTo>
                    <a:pt x="99019" y="14507"/>
                  </a:lnTo>
                  <a:lnTo>
                    <a:pt x="94232" y="16734"/>
                  </a:lnTo>
                  <a:lnTo>
                    <a:pt x="89518" y="19112"/>
                  </a:lnTo>
                  <a:lnTo>
                    <a:pt x="84882" y="21637"/>
                  </a:lnTo>
                  <a:lnTo>
                    <a:pt x="80328" y="24308"/>
                  </a:lnTo>
                  <a:lnTo>
                    <a:pt x="75860" y="27121"/>
                  </a:lnTo>
                  <a:lnTo>
                    <a:pt x="71483" y="30073"/>
                  </a:lnTo>
                  <a:lnTo>
                    <a:pt x="67202" y="33162"/>
                  </a:lnTo>
                  <a:lnTo>
                    <a:pt x="63021" y="36385"/>
                  </a:lnTo>
                  <a:lnTo>
                    <a:pt x="58943" y="39739"/>
                  </a:lnTo>
                  <a:lnTo>
                    <a:pt x="54973" y="43219"/>
                  </a:lnTo>
                  <a:lnTo>
                    <a:pt x="51115" y="46824"/>
                  </a:lnTo>
                  <a:lnTo>
                    <a:pt x="47373" y="50548"/>
                  </a:lnTo>
                  <a:lnTo>
                    <a:pt x="43751" y="54388"/>
                  </a:lnTo>
                  <a:lnTo>
                    <a:pt x="40251" y="58341"/>
                  </a:lnTo>
                  <a:lnTo>
                    <a:pt x="36878" y="62403"/>
                  </a:lnTo>
                  <a:lnTo>
                    <a:pt x="33635" y="66569"/>
                  </a:lnTo>
                  <a:lnTo>
                    <a:pt x="30525" y="70835"/>
                  </a:lnTo>
                  <a:lnTo>
                    <a:pt x="27552" y="75197"/>
                  </a:lnTo>
                  <a:lnTo>
                    <a:pt x="24717" y="79651"/>
                  </a:lnTo>
                  <a:lnTo>
                    <a:pt x="22025" y="84193"/>
                  </a:lnTo>
                  <a:lnTo>
                    <a:pt x="19477" y="88817"/>
                  </a:lnTo>
                  <a:lnTo>
                    <a:pt x="17077" y="93519"/>
                  </a:lnTo>
                  <a:lnTo>
                    <a:pt x="14827" y="98295"/>
                  </a:lnTo>
                  <a:lnTo>
                    <a:pt x="12728" y="103139"/>
                  </a:lnTo>
                  <a:lnTo>
                    <a:pt x="10783" y="108048"/>
                  </a:lnTo>
                  <a:lnTo>
                    <a:pt x="8995" y="113015"/>
                  </a:lnTo>
                  <a:lnTo>
                    <a:pt x="7364" y="118036"/>
                  </a:lnTo>
                  <a:lnTo>
                    <a:pt x="5892" y="123106"/>
                  </a:lnTo>
                  <a:lnTo>
                    <a:pt x="4582" y="128221"/>
                  </a:lnTo>
                  <a:lnTo>
                    <a:pt x="3433" y="133374"/>
                  </a:lnTo>
                  <a:lnTo>
                    <a:pt x="2448" y="138560"/>
                  </a:lnTo>
                  <a:lnTo>
                    <a:pt x="1627" y="143776"/>
                  </a:lnTo>
                  <a:lnTo>
                    <a:pt x="971" y="149014"/>
                  </a:lnTo>
                  <a:lnTo>
                    <a:pt x="481" y="154271"/>
                  </a:lnTo>
                  <a:lnTo>
                    <a:pt x="157" y="159540"/>
                  </a:lnTo>
                  <a:lnTo>
                    <a:pt x="0" y="164817"/>
                  </a:lnTo>
                  <a:lnTo>
                    <a:pt x="9" y="170097"/>
                  </a:lnTo>
                  <a:lnTo>
                    <a:pt x="185" y="175373"/>
                  </a:lnTo>
                  <a:lnTo>
                    <a:pt x="528" y="180642"/>
                  </a:lnTo>
                  <a:lnTo>
                    <a:pt x="1036" y="185897"/>
                  </a:lnTo>
                  <a:lnTo>
                    <a:pt x="1711" y="191133"/>
                  </a:lnTo>
                  <a:lnTo>
                    <a:pt x="2550" y="196345"/>
                  </a:lnTo>
                  <a:lnTo>
                    <a:pt x="3554" y="201528"/>
                  </a:lnTo>
                  <a:lnTo>
                    <a:pt x="4721" y="206677"/>
                  </a:lnTo>
                  <a:lnTo>
                    <a:pt x="6050" y="211787"/>
                  </a:lnTo>
                  <a:lnTo>
                    <a:pt x="7539" y="216852"/>
                  </a:lnTo>
                  <a:lnTo>
                    <a:pt x="9188" y="221867"/>
                  </a:lnTo>
                  <a:lnTo>
                    <a:pt x="10995" y="226828"/>
                  </a:lnTo>
                  <a:lnTo>
                    <a:pt x="12957" y="231729"/>
                  </a:lnTo>
                  <a:lnTo>
                    <a:pt x="15073" y="236566"/>
                  </a:lnTo>
                  <a:lnTo>
                    <a:pt x="17340" y="241334"/>
                  </a:lnTo>
                  <a:lnTo>
                    <a:pt x="19757" y="246028"/>
                  </a:lnTo>
                  <a:lnTo>
                    <a:pt x="22321" y="250643"/>
                  </a:lnTo>
                  <a:lnTo>
                    <a:pt x="25029" y="255174"/>
                  </a:lnTo>
                  <a:lnTo>
                    <a:pt x="27880" y="259618"/>
                  </a:lnTo>
                  <a:lnTo>
                    <a:pt x="30869" y="263970"/>
                  </a:lnTo>
                  <a:lnTo>
                    <a:pt x="33994" y="268225"/>
                  </a:lnTo>
                  <a:lnTo>
                    <a:pt x="37252" y="272380"/>
                  </a:lnTo>
                  <a:lnTo>
                    <a:pt x="40639" y="276429"/>
                  </a:lnTo>
                  <a:lnTo>
                    <a:pt x="44153" y="280370"/>
                  </a:lnTo>
                  <a:lnTo>
                    <a:pt x="47789" y="284197"/>
                  </a:lnTo>
                  <a:lnTo>
                    <a:pt x="51544" y="287908"/>
                  </a:lnTo>
                  <a:lnTo>
                    <a:pt x="55415" y="291499"/>
                  </a:lnTo>
                  <a:lnTo>
                    <a:pt x="59397" y="294965"/>
                  </a:lnTo>
                  <a:lnTo>
                    <a:pt x="63487" y="298304"/>
                  </a:lnTo>
                  <a:lnTo>
                    <a:pt x="67680" y="301512"/>
                  </a:lnTo>
                  <a:lnTo>
                    <a:pt x="71972" y="304586"/>
                  </a:lnTo>
                  <a:lnTo>
                    <a:pt x="76359" y="307523"/>
                  </a:lnTo>
                  <a:lnTo>
                    <a:pt x="80836" y="310320"/>
                  </a:lnTo>
                  <a:lnTo>
                    <a:pt x="85400" y="312974"/>
                  </a:lnTo>
                  <a:lnTo>
                    <a:pt x="90045" y="315483"/>
                  </a:lnTo>
                  <a:lnTo>
                    <a:pt x="94768" y="317844"/>
                  </a:lnTo>
                  <a:lnTo>
                    <a:pt x="99562" y="320054"/>
                  </a:lnTo>
                  <a:lnTo>
                    <a:pt x="104424" y="322113"/>
                  </a:lnTo>
                  <a:lnTo>
                    <a:pt x="109348" y="324016"/>
                  </a:lnTo>
                  <a:lnTo>
                    <a:pt x="114330" y="325763"/>
                  </a:lnTo>
                  <a:lnTo>
                    <a:pt x="119365" y="327352"/>
                  </a:lnTo>
                  <a:lnTo>
                    <a:pt x="124447" y="328781"/>
                  </a:lnTo>
                  <a:lnTo>
                    <a:pt x="129572" y="330049"/>
                  </a:lnTo>
                  <a:lnTo>
                    <a:pt x="134735" y="331154"/>
                  </a:lnTo>
                  <a:lnTo>
                    <a:pt x="139930" y="332096"/>
                  </a:lnTo>
                  <a:lnTo>
                    <a:pt x="145151" y="332873"/>
                  </a:lnTo>
                  <a:lnTo>
                    <a:pt x="150395" y="333485"/>
                  </a:lnTo>
                  <a:lnTo>
                    <a:pt x="155656" y="333932"/>
                  </a:lnTo>
                  <a:lnTo>
                    <a:pt x="160928" y="334211"/>
                  </a:lnTo>
                  <a:lnTo>
                    <a:pt x="166206" y="334325"/>
                  </a:lnTo>
                  <a:lnTo>
                    <a:pt x="171485" y="334271"/>
                  </a:lnTo>
                  <a:lnTo>
                    <a:pt x="176760" y="334051"/>
                  </a:lnTo>
                  <a:lnTo>
                    <a:pt x="182026" y="333664"/>
                  </a:lnTo>
                  <a:lnTo>
                    <a:pt x="187276" y="333111"/>
                  </a:lnTo>
                  <a:lnTo>
                    <a:pt x="192506" y="332393"/>
                  </a:lnTo>
                  <a:lnTo>
                    <a:pt x="197711" y="331510"/>
                  </a:lnTo>
                  <a:lnTo>
                    <a:pt x="202886" y="330463"/>
                  </a:lnTo>
                  <a:lnTo>
                    <a:pt x="208025" y="329253"/>
                  </a:lnTo>
                  <a:lnTo>
                    <a:pt x="213123" y="327882"/>
                  </a:lnTo>
                  <a:lnTo>
                    <a:pt x="218176" y="326350"/>
                  </a:lnTo>
                  <a:lnTo>
                    <a:pt x="223177" y="324659"/>
                  </a:lnTo>
                  <a:lnTo>
                    <a:pt x="228123" y="322811"/>
                  </a:lnTo>
                  <a:lnTo>
                    <a:pt x="233007" y="320808"/>
                  </a:lnTo>
                  <a:lnTo>
                    <a:pt x="237826" y="318652"/>
                  </a:lnTo>
                  <a:lnTo>
                    <a:pt x="242575" y="316345"/>
                  </a:lnTo>
                  <a:lnTo>
                    <a:pt x="247248" y="313889"/>
                  </a:lnTo>
                  <a:lnTo>
                    <a:pt x="251842" y="311286"/>
                  </a:lnTo>
                  <a:lnTo>
                    <a:pt x="256351" y="308540"/>
                  </a:lnTo>
                  <a:lnTo>
                    <a:pt x="260771" y="305653"/>
                  </a:lnTo>
                  <a:lnTo>
                    <a:pt x="265097" y="302627"/>
                  </a:lnTo>
                  <a:lnTo>
                    <a:pt x="269326" y="299467"/>
                  </a:lnTo>
                  <a:lnTo>
                    <a:pt x="273453" y="296174"/>
                  </a:lnTo>
                  <a:lnTo>
                    <a:pt x="277474" y="292753"/>
                  </a:lnTo>
                  <a:lnTo>
                    <a:pt x="281385" y="289207"/>
                  </a:lnTo>
                  <a:lnTo>
                    <a:pt x="285182" y="285538"/>
                  </a:lnTo>
                  <a:lnTo>
                    <a:pt x="288862" y="281752"/>
                  </a:lnTo>
                  <a:lnTo>
                    <a:pt x="292419" y="277852"/>
                  </a:lnTo>
                  <a:lnTo>
                    <a:pt x="295852" y="273841"/>
                  </a:lnTo>
                  <a:lnTo>
                    <a:pt x="299157" y="269723"/>
                  </a:lnTo>
                  <a:lnTo>
                    <a:pt x="302330" y="265504"/>
                  </a:lnTo>
                  <a:lnTo>
                    <a:pt x="305368" y="261186"/>
                  </a:lnTo>
                  <a:lnTo>
                    <a:pt x="308268" y="256774"/>
                  </a:lnTo>
                  <a:lnTo>
                    <a:pt x="311028" y="252274"/>
                  </a:lnTo>
                  <a:lnTo>
                    <a:pt x="313644" y="247688"/>
                  </a:lnTo>
                  <a:lnTo>
                    <a:pt x="316113" y="243022"/>
                  </a:lnTo>
                  <a:lnTo>
                    <a:pt x="318435" y="238280"/>
                  </a:lnTo>
                  <a:lnTo>
                    <a:pt x="320605" y="233467"/>
                  </a:lnTo>
                  <a:lnTo>
                    <a:pt x="322622" y="228588"/>
                  </a:lnTo>
                  <a:lnTo>
                    <a:pt x="324485" y="223648"/>
                  </a:lnTo>
                  <a:lnTo>
                    <a:pt x="326190" y="218652"/>
                  </a:lnTo>
                  <a:lnTo>
                    <a:pt x="327737" y="213604"/>
                  </a:lnTo>
                  <a:lnTo>
                    <a:pt x="329123" y="208510"/>
                  </a:lnTo>
                  <a:lnTo>
                    <a:pt x="330348" y="203374"/>
                  </a:lnTo>
                  <a:lnTo>
                    <a:pt x="331410" y="198203"/>
                  </a:lnTo>
                  <a:lnTo>
                    <a:pt x="332309" y="193000"/>
                  </a:lnTo>
                  <a:lnTo>
                    <a:pt x="333042" y="187772"/>
                  </a:lnTo>
                  <a:lnTo>
                    <a:pt x="333610" y="182523"/>
                  </a:lnTo>
                  <a:lnTo>
                    <a:pt x="334013" y="177259"/>
                  </a:lnTo>
                  <a:lnTo>
                    <a:pt x="334248" y="171985"/>
                  </a:lnTo>
                  <a:lnTo>
                    <a:pt x="334317" y="166706"/>
                  </a:lnTo>
                  <a:lnTo>
                    <a:pt x="334220" y="161427"/>
                  </a:lnTo>
                  <a:lnTo>
                    <a:pt x="333955" y="156155"/>
                  </a:lnTo>
                  <a:lnTo>
                    <a:pt x="333525" y="150893"/>
                  </a:lnTo>
                  <a:lnTo>
                    <a:pt x="332928" y="145647"/>
                  </a:lnTo>
                  <a:lnTo>
                    <a:pt x="332166" y="140423"/>
                  </a:lnTo>
                  <a:lnTo>
                    <a:pt x="331239" y="135225"/>
                  </a:lnTo>
                  <a:lnTo>
                    <a:pt x="330149" y="130060"/>
                  </a:lnTo>
                  <a:lnTo>
                    <a:pt x="328896" y="124931"/>
                  </a:lnTo>
                  <a:lnTo>
                    <a:pt x="327482" y="119845"/>
                  </a:lnTo>
                  <a:lnTo>
                    <a:pt x="325908" y="114805"/>
                  </a:lnTo>
                  <a:lnTo>
                    <a:pt x="324176" y="109818"/>
                  </a:lnTo>
                  <a:lnTo>
                    <a:pt x="322287" y="104888"/>
                  </a:lnTo>
                  <a:lnTo>
                    <a:pt x="320243" y="100020"/>
                  </a:lnTo>
                  <a:lnTo>
                    <a:pt x="318046" y="95219"/>
                  </a:lnTo>
                  <a:lnTo>
                    <a:pt x="315699" y="90490"/>
                  </a:lnTo>
                  <a:lnTo>
                    <a:pt x="313204" y="85838"/>
                  </a:lnTo>
                  <a:lnTo>
                    <a:pt x="310563" y="81266"/>
                  </a:lnTo>
                  <a:lnTo>
                    <a:pt x="307779" y="76780"/>
                  </a:lnTo>
                  <a:lnTo>
                    <a:pt x="304855" y="72385"/>
                  </a:lnTo>
                  <a:lnTo>
                    <a:pt x="301794" y="68083"/>
                  </a:lnTo>
                  <a:lnTo>
                    <a:pt x="298598" y="63881"/>
                  </a:lnTo>
                  <a:lnTo>
                    <a:pt x="295271" y="59782"/>
                  </a:lnTo>
                  <a:lnTo>
                    <a:pt x="291816" y="55790"/>
                  </a:lnTo>
                  <a:lnTo>
                    <a:pt x="288237" y="51908"/>
                  </a:lnTo>
                  <a:lnTo>
                    <a:pt x="284538" y="48142"/>
                  </a:lnTo>
                  <a:lnTo>
                    <a:pt x="280721" y="44495"/>
                  </a:lnTo>
                  <a:lnTo>
                    <a:pt x="276791" y="40970"/>
                  </a:lnTo>
                  <a:lnTo>
                    <a:pt x="272751" y="37570"/>
                  </a:lnTo>
                  <a:lnTo>
                    <a:pt x="268606" y="34300"/>
                  </a:lnTo>
                  <a:lnTo>
                    <a:pt x="264360" y="31163"/>
                  </a:lnTo>
                  <a:lnTo>
                    <a:pt x="260017" y="28161"/>
                  </a:lnTo>
                  <a:lnTo>
                    <a:pt x="255582" y="25298"/>
                  </a:lnTo>
                  <a:lnTo>
                    <a:pt x="251058" y="22576"/>
                  </a:lnTo>
                  <a:lnTo>
                    <a:pt x="246450" y="19998"/>
                  </a:lnTo>
                  <a:lnTo>
                    <a:pt x="241764" y="17568"/>
                  </a:lnTo>
                  <a:lnTo>
                    <a:pt x="237003" y="15286"/>
                  </a:lnTo>
                  <a:lnTo>
                    <a:pt x="232172" y="13156"/>
                  </a:lnTo>
                  <a:lnTo>
                    <a:pt x="227276" y="11180"/>
                  </a:lnTo>
                  <a:lnTo>
                    <a:pt x="222321" y="9359"/>
                  </a:lnTo>
                  <a:lnTo>
                    <a:pt x="217310" y="7695"/>
                  </a:lnTo>
                  <a:lnTo>
                    <a:pt x="212250" y="6191"/>
                  </a:lnTo>
                  <a:lnTo>
                    <a:pt x="207144" y="4847"/>
                  </a:lnTo>
                  <a:lnTo>
                    <a:pt x="201999" y="3665"/>
                  </a:lnTo>
                  <a:lnTo>
                    <a:pt x="196819" y="2646"/>
                  </a:lnTo>
                  <a:lnTo>
                    <a:pt x="191609" y="1791"/>
                  </a:lnTo>
                  <a:lnTo>
                    <a:pt x="186375" y="1101"/>
                  </a:lnTo>
                  <a:lnTo>
                    <a:pt x="181121" y="577"/>
                  </a:lnTo>
                  <a:lnTo>
                    <a:pt x="175854" y="219"/>
                  </a:lnTo>
                  <a:lnTo>
                    <a:pt x="167151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3779" y="3170392"/>
              <a:ext cx="8703" cy="167167"/>
            </a:xfrm>
            <a:custGeom>
              <a:avLst/>
              <a:pathLst>
                <a:path w="8703" h="167167">
                  <a:moveTo>
                    <a:pt x="8703" y="2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91676" y="2633064"/>
              <a:ext cx="27335" cy="167167"/>
            </a:xfrm>
            <a:custGeom>
              <a:avLst/>
              <a:pathLst>
                <a:path w="27335" h="167167">
                  <a:moveTo>
                    <a:pt x="27335" y="0"/>
                  </a:moveTo>
                  <a:lnTo>
                    <a:pt x="20472" y="140"/>
                  </a:lnTo>
                  <a:lnTo>
                    <a:pt x="13621" y="563"/>
                  </a:lnTo>
                  <a:lnTo>
                    <a:pt x="6793" y="1266"/>
                  </a:lnTo>
                  <a:lnTo>
                    <a:pt x="0" y="2250"/>
                  </a:lnTo>
                  <a:lnTo>
                    <a:pt x="2733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1676" y="2635314"/>
              <a:ext cx="27335" cy="164917"/>
            </a:xfrm>
            <a:custGeom>
              <a:avLst/>
              <a:pathLst>
                <a:path w="27335" h="164917">
                  <a:moveTo>
                    <a:pt x="0" y="0"/>
                  </a:moveTo>
                  <a:lnTo>
                    <a:pt x="27335" y="1649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751859" y="2635314"/>
              <a:ext cx="334309" cy="332084"/>
            </a:xfrm>
            <a:custGeom>
              <a:avLst/>
              <a:pathLst>
                <a:path w="334309" h="332084">
                  <a:moveTo>
                    <a:pt x="139817" y="0"/>
                  </a:moveTo>
                  <a:lnTo>
                    <a:pt x="134610" y="947"/>
                  </a:lnTo>
                  <a:lnTo>
                    <a:pt x="129435" y="2060"/>
                  </a:lnTo>
                  <a:lnTo>
                    <a:pt x="124299" y="3335"/>
                  </a:lnTo>
                  <a:lnTo>
                    <a:pt x="119205" y="4773"/>
                  </a:lnTo>
                  <a:lnTo>
                    <a:pt x="114159" y="6371"/>
                  </a:lnTo>
                  <a:lnTo>
                    <a:pt x="109167" y="8128"/>
                  </a:lnTo>
                  <a:lnTo>
                    <a:pt x="104233" y="10042"/>
                  </a:lnTo>
                  <a:lnTo>
                    <a:pt x="99361" y="12112"/>
                  </a:lnTo>
                  <a:lnTo>
                    <a:pt x="94558" y="14334"/>
                  </a:lnTo>
                  <a:lnTo>
                    <a:pt x="89827" y="16708"/>
                  </a:lnTo>
                  <a:lnTo>
                    <a:pt x="85174" y="19230"/>
                  </a:lnTo>
                  <a:lnTo>
                    <a:pt x="80603" y="21898"/>
                  </a:lnTo>
                  <a:lnTo>
                    <a:pt x="76119" y="24710"/>
                  </a:lnTo>
                  <a:lnTo>
                    <a:pt x="71726" y="27662"/>
                  </a:lnTo>
                  <a:lnTo>
                    <a:pt x="67429" y="30752"/>
                  </a:lnTo>
                  <a:lnTo>
                    <a:pt x="63232" y="33976"/>
                  </a:lnTo>
                  <a:lnTo>
                    <a:pt x="59139" y="37331"/>
                  </a:lnTo>
                  <a:lnTo>
                    <a:pt x="55154" y="40814"/>
                  </a:lnTo>
                  <a:lnTo>
                    <a:pt x="51281" y="44422"/>
                  </a:lnTo>
                  <a:lnTo>
                    <a:pt x="47525" y="48151"/>
                  </a:lnTo>
                  <a:lnTo>
                    <a:pt x="43889" y="51996"/>
                  </a:lnTo>
                  <a:lnTo>
                    <a:pt x="40376" y="55955"/>
                  </a:lnTo>
                  <a:lnTo>
                    <a:pt x="36990" y="60023"/>
                  </a:lnTo>
                  <a:lnTo>
                    <a:pt x="33734" y="64196"/>
                  </a:lnTo>
                  <a:lnTo>
                    <a:pt x="30613" y="68470"/>
                  </a:lnTo>
                  <a:lnTo>
                    <a:pt x="27628" y="72841"/>
                  </a:lnTo>
                  <a:lnTo>
                    <a:pt x="24783" y="77304"/>
                  </a:lnTo>
                  <a:lnTo>
                    <a:pt x="22081" y="81854"/>
                  </a:lnTo>
                  <a:lnTo>
                    <a:pt x="19524" y="86489"/>
                  </a:lnTo>
                  <a:lnTo>
                    <a:pt x="17115" y="91201"/>
                  </a:lnTo>
                  <a:lnTo>
                    <a:pt x="14857" y="95988"/>
                  </a:lnTo>
                  <a:lnTo>
                    <a:pt x="12751" y="100844"/>
                  </a:lnTo>
                  <a:lnTo>
                    <a:pt x="10800" y="105764"/>
                  </a:lnTo>
                  <a:lnTo>
                    <a:pt x="9006" y="110743"/>
                  </a:lnTo>
                  <a:lnTo>
                    <a:pt x="7370" y="115776"/>
                  </a:lnTo>
                  <a:lnTo>
                    <a:pt x="5895" y="120859"/>
                  </a:lnTo>
                  <a:lnTo>
                    <a:pt x="4581" y="125986"/>
                  </a:lnTo>
                  <a:lnTo>
                    <a:pt x="3430" y="131152"/>
                  </a:lnTo>
                  <a:lnTo>
                    <a:pt x="2443" y="136352"/>
                  </a:lnTo>
                  <a:lnTo>
                    <a:pt x="1621" y="141580"/>
                  </a:lnTo>
                  <a:lnTo>
                    <a:pt x="966" y="146832"/>
                  </a:lnTo>
                  <a:lnTo>
                    <a:pt x="476" y="152102"/>
                  </a:lnTo>
                  <a:lnTo>
                    <a:pt x="154" y="157385"/>
                  </a:lnTo>
                  <a:lnTo>
                    <a:pt x="0" y="162676"/>
                  </a:lnTo>
                  <a:lnTo>
                    <a:pt x="12" y="167968"/>
                  </a:lnTo>
                  <a:lnTo>
                    <a:pt x="193" y="173258"/>
                  </a:lnTo>
                  <a:lnTo>
                    <a:pt x="540" y="178539"/>
                  </a:lnTo>
                  <a:lnTo>
                    <a:pt x="1055" y="183806"/>
                  </a:lnTo>
                  <a:lnTo>
                    <a:pt x="1736" y="189055"/>
                  </a:lnTo>
                  <a:lnTo>
                    <a:pt x="2583" y="194280"/>
                  </a:lnTo>
                  <a:lnTo>
                    <a:pt x="3595" y="199475"/>
                  </a:lnTo>
                  <a:lnTo>
                    <a:pt x="4771" y="204635"/>
                  </a:lnTo>
                  <a:lnTo>
                    <a:pt x="6110" y="209755"/>
                  </a:lnTo>
                  <a:lnTo>
                    <a:pt x="7610" y="214831"/>
                  </a:lnTo>
                  <a:lnTo>
                    <a:pt x="9270" y="219857"/>
                  </a:lnTo>
                  <a:lnTo>
                    <a:pt x="11089" y="224827"/>
                  </a:lnTo>
                  <a:lnTo>
                    <a:pt x="13063" y="229737"/>
                  </a:lnTo>
                  <a:lnTo>
                    <a:pt x="15193" y="234583"/>
                  </a:lnTo>
                  <a:lnTo>
                    <a:pt x="17474" y="239359"/>
                  </a:lnTo>
                  <a:lnTo>
                    <a:pt x="19906" y="244060"/>
                  </a:lnTo>
                  <a:lnTo>
                    <a:pt x="22485" y="248681"/>
                  </a:lnTo>
                  <a:lnTo>
                    <a:pt x="25209" y="253219"/>
                  </a:lnTo>
                  <a:lnTo>
                    <a:pt x="28076" y="257668"/>
                  </a:lnTo>
                  <a:lnTo>
                    <a:pt x="31082" y="262024"/>
                  </a:lnTo>
                  <a:lnTo>
                    <a:pt x="34224" y="266283"/>
                  </a:lnTo>
                  <a:lnTo>
                    <a:pt x="37500" y="270440"/>
                  </a:lnTo>
                  <a:lnTo>
                    <a:pt x="40905" y="274492"/>
                  </a:lnTo>
                  <a:lnTo>
                    <a:pt x="44437" y="278434"/>
                  </a:lnTo>
                  <a:lnTo>
                    <a:pt x="48092" y="282261"/>
                  </a:lnTo>
                  <a:lnTo>
                    <a:pt x="51867" y="285972"/>
                  </a:lnTo>
                  <a:lnTo>
                    <a:pt x="55757" y="289561"/>
                  </a:lnTo>
                  <a:lnTo>
                    <a:pt x="59758" y="293025"/>
                  </a:lnTo>
                  <a:lnTo>
                    <a:pt x="63868" y="296360"/>
                  </a:lnTo>
                  <a:lnTo>
                    <a:pt x="68080" y="299564"/>
                  </a:lnTo>
                  <a:lnTo>
                    <a:pt x="72393" y="302633"/>
                  </a:lnTo>
                  <a:lnTo>
                    <a:pt x="76800" y="305563"/>
                  </a:lnTo>
                  <a:lnTo>
                    <a:pt x="81297" y="308353"/>
                  </a:lnTo>
                  <a:lnTo>
                    <a:pt x="85881" y="310999"/>
                  </a:lnTo>
                  <a:lnTo>
                    <a:pt x="90546" y="313499"/>
                  </a:lnTo>
                  <a:lnTo>
                    <a:pt x="95288" y="315849"/>
                  </a:lnTo>
                  <a:lnTo>
                    <a:pt x="100102" y="318049"/>
                  </a:lnTo>
                  <a:lnTo>
                    <a:pt x="104984" y="320094"/>
                  </a:lnTo>
                  <a:lnTo>
                    <a:pt x="109927" y="321985"/>
                  </a:lnTo>
                  <a:lnTo>
                    <a:pt x="114928" y="323718"/>
                  </a:lnTo>
                  <a:lnTo>
                    <a:pt x="119982" y="325291"/>
                  </a:lnTo>
                  <a:lnTo>
                    <a:pt x="125082" y="326704"/>
                  </a:lnTo>
                  <a:lnTo>
                    <a:pt x="130225" y="327955"/>
                  </a:lnTo>
                  <a:lnTo>
                    <a:pt x="135405" y="329042"/>
                  </a:lnTo>
                  <a:lnTo>
                    <a:pt x="140616" y="329965"/>
                  </a:lnTo>
                  <a:lnTo>
                    <a:pt x="145854" y="330722"/>
                  </a:lnTo>
                  <a:lnTo>
                    <a:pt x="151114" y="331313"/>
                  </a:lnTo>
                  <a:lnTo>
                    <a:pt x="156390" y="331738"/>
                  </a:lnTo>
                  <a:lnTo>
                    <a:pt x="161676" y="331995"/>
                  </a:lnTo>
                  <a:lnTo>
                    <a:pt x="166968" y="332084"/>
                  </a:lnTo>
                  <a:lnTo>
                    <a:pt x="172260" y="332006"/>
                  </a:lnTo>
                  <a:lnTo>
                    <a:pt x="177547" y="331761"/>
                  </a:lnTo>
                  <a:lnTo>
                    <a:pt x="182823" y="331348"/>
                  </a:lnTo>
                  <a:lnTo>
                    <a:pt x="188084" y="330769"/>
                  </a:lnTo>
                  <a:lnTo>
                    <a:pt x="193324" y="330023"/>
                  </a:lnTo>
                  <a:lnTo>
                    <a:pt x="198538" y="329112"/>
                  </a:lnTo>
                  <a:lnTo>
                    <a:pt x="203720" y="328036"/>
                  </a:lnTo>
                  <a:lnTo>
                    <a:pt x="208865" y="326796"/>
                  </a:lnTo>
                  <a:lnTo>
                    <a:pt x="213969" y="325395"/>
                  </a:lnTo>
                  <a:lnTo>
                    <a:pt x="219026" y="323832"/>
                  </a:lnTo>
                  <a:lnTo>
                    <a:pt x="224030" y="322110"/>
                  </a:lnTo>
                  <a:lnTo>
                    <a:pt x="228978" y="320231"/>
                  </a:lnTo>
                  <a:lnTo>
                    <a:pt x="233864" y="318196"/>
                  </a:lnTo>
                  <a:lnTo>
                    <a:pt x="238683" y="316007"/>
                  </a:lnTo>
                  <a:lnTo>
                    <a:pt x="243430" y="313667"/>
                  </a:lnTo>
                  <a:lnTo>
                    <a:pt x="248101" y="311178"/>
                  </a:lnTo>
                  <a:lnTo>
                    <a:pt x="252690" y="308542"/>
                  </a:lnTo>
                  <a:lnTo>
                    <a:pt x="257194" y="305762"/>
                  </a:lnTo>
                  <a:lnTo>
                    <a:pt x="261608" y="302841"/>
                  </a:lnTo>
                  <a:lnTo>
                    <a:pt x="265927" y="299782"/>
                  </a:lnTo>
                  <a:lnTo>
                    <a:pt x="270147" y="296587"/>
                  </a:lnTo>
                  <a:lnTo>
                    <a:pt x="274263" y="293261"/>
                  </a:lnTo>
                  <a:lnTo>
                    <a:pt x="278272" y="289806"/>
                  </a:lnTo>
                  <a:lnTo>
                    <a:pt x="282170" y="286225"/>
                  </a:lnTo>
                  <a:lnTo>
                    <a:pt x="285953" y="282523"/>
                  </a:lnTo>
                  <a:lnTo>
                    <a:pt x="289616" y="278704"/>
                  </a:lnTo>
                  <a:lnTo>
                    <a:pt x="293157" y="274770"/>
                  </a:lnTo>
                  <a:lnTo>
                    <a:pt x="296572" y="270726"/>
                  </a:lnTo>
                  <a:lnTo>
                    <a:pt x="299856" y="266576"/>
                  </a:lnTo>
                  <a:lnTo>
                    <a:pt x="303008" y="262324"/>
                  </a:lnTo>
                  <a:lnTo>
                    <a:pt x="306023" y="257974"/>
                  </a:lnTo>
                  <a:lnTo>
                    <a:pt x="308900" y="253531"/>
                  </a:lnTo>
                  <a:lnTo>
                    <a:pt x="311634" y="249000"/>
                  </a:lnTo>
                  <a:lnTo>
                    <a:pt x="314223" y="244384"/>
                  </a:lnTo>
                  <a:lnTo>
                    <a:pt x="316665" y="239688"/>
                  </a:lnTo>
                  <a:lnTo>
                    <a:pt x="318957" y="234917"/>
                  </a:lnTo>
                  <a:lnTo>
                    <a:pt x="321097" y="230077"/>
                  </a:lnTo>
                  <a:lnTo>
                    <a:pt x="323083" y="225171"/>
                  </a:lnTo>
                  <a:lnTo>
                    <a:pt x="324912" y="220204"/>
                  </a:lnTo>
                  <a:lnTo>
                    <a:pt x="326583" y="215182"/>
                  </a:lnTo>
                  <a:lnTo>
                    <a:pt x="328095" y="210110"/>
                  </a:lnTo>
                  <a:lnTo>
                    <a:pt x="329445" y="204992"/>
                  </a:lnTo>
                  <a:lnTo>
                    <a:pt x="330632" y="199835"/>
                  </a:lnTo>
                  <a:lnTo>
                    <a:pt x="331655" y="194642"/>
                  </a:lnTo>
                  <a:lnTo>
                    <a:pt x="332514" y="189419"/>
                  </a:lnTo>
                  <a:lnTo>
                    <a:pt x="333207" y="184172"/>
                  </a:lnTo>
                  <a:lnTo>
                    <a:pt x="333733" y="178906"/>
                  </a:lnTo>
                  <a:lnTo>
                    <a:pt x="334092" y="173625"/>
                  </a:lnTo>
                  <a:lnTo>
                    <a:pt x="334284" y="168336"/>
                  </a:lnTo>
                  <a:lnTo>
                    <a:pt x="334309" y="163044"/>
                  </a:lnTo>
                  <a:lnTo>
                    <a:pt x="334166" y="157753"/>
                  </a:lnTo>
                  <a:lnTo>
                    <a:pt x="333855" y="152469"/>
                  </a:lnTo>
                  <a:lnTo>
                    <a:pt x="333378" y="147198"/>
                  </a:lnTo>
                  <a:lnTo>
                    <a:pt x="332733" y="141945"/>
                  </a:lnTo>
                  <a:lnTo>
                    <a:pt x="331923" y="136715"/>
                  </a:lnTo>
                  <a:lnTo>
                    <a:pt x="330948" y="131513"/>
                  </a:lnTo>
                  <a:lnTo>
                    <a:pt x="329808" y="126344"/>
                  </a:lnTo>
                  <a:lnTo>
                    <a:pt x="328506" y="121214"/>
                  </a:lnTo>
                  <a:lnTo>
                    <a:pt x="327041" y="116128"/>
                  </a:lnTo>
                  <a:lnTo>
                    <a:pt x="325417" y="111091"/>
                  </a:lnTo>
                  <a:lnTo>
                    <a:pt x="323633" y="106108"/>
                  </a:lnTo>
                  <a:lnTo>
                    <a:pt x="321693" y="101184"/>
                  </a:lnTo>
                  <a:lnTo>
                    <a:pt x="319598" y="96324"/>
                  </a:lnTo>
                  <a:lnTo>
                    <a:pt x="317350" y="91532"/>
                  </a:lnTo>
                  <a:lnTo>
                    <a:pt x="314952" y="86814"/>
                  </a:lnTo>
                  <a:lnTo>
                    <a:pt x="312405" y="82174"/>
                  </a:lnTo>
                  <a:lnTo>
                    <a:pt x="309713" y="77617"/>
                  </a:lnTo>
                  <a:lnTo>
                    <a:pt x="306878" y="73148"/>
                  </a:lnTo>
                  <a:lnTo>
                    <a:pt x="303903" y="68771"/>
                  </a:lnTo>
                  <a:lnTo>
                    <a:pt x="300791" y="64490"/>
                  </a:lnTo>
                  <a:lnTo>
                    <a:pt x="297545" y="60310"/>
                  </a:lnTo>
                  <a:lnTo>
                    <a:pt x="294168" y="56234"/>
                  </a:lnTo>
                  <a:lnTo>
                    <a:pt x="290664" y="52268"/>
                  </a:lnTo>
                  <a:lnTo>
                    <a:pt x="287036" y="48414"/>
                  </a:lnTo>
                  <a:lnTo>
                    <a:pt x="283287" y="44678"/>
                  </a:lnTo>
                  <a:lnTo>
                    <a:pt x="279423" y="41061"/>
                  </a:lnTo>
                  <a:lnTo>
                    <a:pt x="275446" y="37569"/>
                  </a:lnTo>
                  <a:lnTo>
                    <a:pt x="271360" y="34205"/>
                  </a:lnTo>
                  <a:lnTo>
                    <a:pt x="267170" y="30971"/>
                  </a:lnTo>
                  <a:lnTo>
                    <a:pt x="262879" y="27872"/>
                  </a:lnTo>
                  <a:lnTo>
                    <a:pt x="258493" y="24911"/>
                  </a:lnTo>
                  <a:lnTo>
                    <a:pt x="254015" y="22089"/>
                  </a:lnTo>
                  <a:lnTo>
                    <a:pt x="249450" y="19411"/>
                  </a:lnTo>
                  <a:lnTo>
                    <a:pt x="244803" y="16879"/>
                  </a:lnTo>
                  <a:lnTo>
                    <a:pt x="167152" y="1649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19011" y="2633064"/>
              <a:ext cx="77650" cy="167167"/>
            </a:xfrm>
            <a:custGeom>
              <a:avLst/>
              <a:pathLst>
                <a:path w="77650" h="167167">
                  <a:moveTo>
                    <a:pt x="77650" y="19129"/>
                  </a:moveTo>
                  <a:lnTo>
                    <a:pt x="72497" y="16538"/>
                  </a:lnTo>
                  <a:lnTo>
                    <a:pt x="67257" y="14127"/>
                  </a:lnTo>
                  <a:lnTo>
                    <a:pt x="61937" y="11897"/>
                  </a:lnTo>
                  <a:lnTo>
                    <a:pt x="56544" y="9853"/>
                  </a:lnTo>
                  <a:lnTo>
                    <a:pt x="51083" y="7996"/>
                  </a:lnTo>
                  <a:lnTo>
                    <a:pt x="45561" y="6328"/>
                  </a:lnTo>
                  <a:lnTo>
                    <a:pt x="39986" y="4852"/>
                  </a:lnTo>
                  <a:lnTo>
                    <a:pt x="34362" y="3569"/>
                  </a:lnTo>
                  <a:lnTo>
                    <a:pt x="28698" y="2481"/>
                  </a:lnTo>
                  <a:lnTo>
                    <a:pt x="22999" y="1589"/>
                  </a:lnTo>
                  <a:lnTo>
                    <a:pt x="17273" y="894"/>
                  </a:lnTo>
                  <a:lnTo>
                    <a:pt x="11527" y="397"/>
                  </a:lnTo>
                  <a:lnTo>
                    <a:pt x="5767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3532" y="2126963"/>
              <a:ext cx="4940" cy="167167"/>
            </a:xfrm>
            <a:custGeom>
              <a:avLst/>
              <a:pathLst>
                <a:path w="4940" h="167167">
                  <a:moveTo>
                    <a:pt x="4940" y="0"/>
                  </a:moveTo>
                  <a:lnTo>
                    <a:pt x="0" y="73"/>
                  </a:lnTo>
                  <a:lnTo>
                    <a:pt x="494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532" y="2127036"/>
              <a:ext cx="4940" cy="167094"/>
            </a:xfrm>
            <a:custGeom>
              <a:avLst/>
              <a:pathLst>
                <a:path w="4940" h="167094">
                  <a:moveTo>
                    <a:pt x="0" y="0"/>
                  </a:moveTo>
                  <a:lnTo>
                    <a:pt x="4940" y="1670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561322" y="2127036"/>
              <a:ext cx="326815" cy="334261"/>
            </a:xfrm>
            <a:custGeom>
              <a:avLst/>
              <a:pathLst>
                <a:path w="326815" h="334261">
                  <a:moveTo>
                    <a:pt x="162209" y="0"/>
                  </a:moveTo>
                  <a:lnTo>
                    <a:pt x="156906" y="241"/>
                  </a:lnTo>
                  <a:lnTo>
                    <a:pt x="151614" y="650"/>
                  </a:lnTo>
                  <a:lnTo>
                    <a:pt x="146337" y="1227"/>
                  </a:lnTo>
                  <a:lnTo>
                    <a:pt x="141081" y="1971"/>
                  </a:lnTo>
                  <a:lnTo>
                    <a:pt x="135852" y="2882"/>
                  </a:lnTo>
                  <a:lnTo>
                    <a:pt x="130654" y="3959"/>
                  </a:lnTo>
                  <a:lnTo>
                    <a:pt x="125493" y="5200"/>
                  </a:lnTo>
                  <a:lnTo>
                    <a:pt x="120374" y="6604"/>
                  </a:lnTo>
                  <a:lnTo>
                    <a:pt x="115302" y="8170"/>
                  </a:lnTo>
                  <a:lnTo>
                    <a:pt x="110283" y="9896"/>
                  </a:lnTo>
                  <a:lnTo>
                    <a:pt x="105321" y="11781"/>
                  </a:lnTo>
                  <a:lnTo>
                    <a:pt x="100421" y="13822"/>
                  </a:lnTo>
                  <a:lnTo>
                    <a:pt x="95588" y="16018"/>
                  </a:lnTo>
                  <a:lnTo>
                    <a:pt x="90828" y="18366"/>
                  </a:lnTo>
                  <a:lnTo>
                    <a:pt x="86144" y="20864"/>
                  </a:lnTo>
                  <a:lnTo>
                    <a:pt x="81542" y="23510"/>
                  </a:lnTo>
                  <a:lnTo>
                    <a:pt x="77027" y="26300"/>
                  </a:lnTo>
                  <a:lnTo>
                    <a:pt x="72602" y="29232"/>
                  </a:lnTo>
                  <a:lnTo>
                    <a:pt x="68273" y="32303"/>
                  </a:lnTo>
                  <a:lnTo>
                    <a:pt x="64043" y="35511"/>
                  </a:lnTo>
                  <a:lnTo>
                    <a:pt x="59917" y="38850"/>
                  </a:lnTo>
                  <a:lnTo>
                    <a:pt x="55900" y="42320"/>
                  </a:lnTo>
                  <a:lnTo>
                    <a:pt x="51995" y="45915"/>
                  </a:lnTo>
                  <a:lnTo>
                    <a:pt x="48205" y="49632"/>
                  </a:lnTo>
                  <a:lnTo>
                    <a:pt x="44536" y="53467"/>
                  </a:lnTo>
                  <a:lnTo>
                    <a:pt x="40990" y="57417"/>
                  </a:lnTo>
                  <a:lnTo>
                    <a:pt x="37572" y="61478"/>
                  </a:lnTo>
                  <a:lnTo>
                    <a:pt x="34284" y="65645"/>
                  </a:lnTo>
                  <a:lnTo>
                    <a:pt x="31130" y="69915"/>
                  </a:lnTo>
                  <a:lnTo>
                    <a:pt x="28113" y="74282"/>
                  </a:lnTo>
                  <a:lnTo>
                    <a:pt x="25236" y="78743"/>
                  </a:lnTo>
                  <a:lnTo>
                    <a:pt x="22503" y="83294"/>
                  </a:lnTo>
                  <a:lnTo>
                    <a:pt x="19915" y="87928"/>
                  </a:lnTo>
                  <a:lnTo>
                    <a:pt x="17476" y="92643"/>
                  </a:lnTo>
                  <a:lnTo>
                    <a:pt x="15188" y="97432"/>
                  </a:lnTo>
                  <a:lnTo>
                    <a:pt x="13053" y="102292"/>
                  </a:lnTo>
                  <a:lnTo>
                    <a:pt x="11073" y="107217"/>
                  </a:lnTo>
                  <a:lnTo>
                    <a:pt x="9250" y="112202"/>
                  </a:lnTo>
                  <a:lnTo>
                    <a:pt x="7587" y="117243"/>
                  </a:lnTo>
                  <a:lnTo>
                    <a:pt x="6085" y="122334"/>
                  </a:lnTo>
                  <a:lnTo>
                    <a:pt x="4745" y="127471"/>
                  </a:lnTo>
                  <a:lnTo>
                    <a:pt x="3569" y="132647"/>
                  </a:lnTo>
                  <a:lnTo>
                    <a:pt x="2558" y="137858"/>
                  </a:lnTo>
                  <a:lnTo>
                    <a:pt x="1713" y="143098"/>
                  </a:lnTo>
                  <a:lnTo>
                    <a:pt x="1034" y="148362"/>
                  </a:lnTo>
                  <a:lnTo>
                    <a:pt x="523" y="153646"/>
                  </a:lnTo>
                  <a:lnTo>
                    <a:pt x="180" y="158943"/>
                  </a:lnTo>
                  <a:lnTo>
                    <a:pt x="6" y="164248"/>
                  </a:lnTo>
                  <a:lnTo>
                    <a:pt x="0" y="169556"/>
                  </a:lnTo>
                  <a:lnTo>
                    <a:pt x="162" y="174862"/>
                  </a:lnTo>
                  <a:lnTo>
                    <a:pt x="493" y="180160"/>
                  </a:lnTo>
                  <a:lnTo>
                    <a:pt x="992" y="185444"/>
                  </a:lnTo>
                  <a:lnTo>
                    <a:pt x="1658" y="190710"/>
                  </a:lnTo>
                  <a:lnTo>
                    <a:pt x="2491" y="195953"/>
                  </a:lnTo>
                  <a:lnTo>
                    <a:pt x="3490" y="201166"/>
                  </a:lnTo>
                  <a:lnTo>
                    <a:pt x="4655" y="206345"/>
                  </a:lnTo>
                  <a:lnTo>
                    <a:pt x="5983" y="211484"/>
                  </a:lnTo>
                  <a:lnTo>
                    <a:pt x="7473" y="216578"/>
                  </a:lnTo>
                  <a:lnTo>
                    <a:pt x="9125" y="221623"/>
                  </a:lnTo>
                  <a:lnTo>
                    <a:pt x="10936" y="226613"/>
                  </a:lnTo>
                  <a:lnTo>
                    <a:pt x="12904" y="231542"/>
                  </a:lnTo>
                  <a:lnTo>
                    <a:pt x="15028" y="236407"/>
                  </a:lnTo>
                  <a:lnTo>
                    <a:pt x="17306" y="241202"/>
                  </a:lnTo>
                  <a:lnTo>
                    <a:pt x="19734" y="245922"/>
                  </a:lnTo>
                  <a:lnTo>
                    <a:pt x="22311" y="250562"/>
                  </a:lnTo>
                  <a:lnTo>
                    <a:pt x="25034" y="255119"/>
                  </a:lnTo>
                  <a:lnTo>
                    <a:pt x="27900" y="259586"/>
                  </a:lnTo>
                  <a:lnTo>
                    <a:pt x="30907" y="263961"/>
                  </a:lnTo>
                  <a:lnTo>
                    <a:pt x="34051" y="268237"/>
                  </a:lnTo>
                  <a:lnTo>
                    <a:pt x="37330" y="272412"/>
                  </a:lnTo>
                  <a:lnTo>
                    <a:pt x="40739" y="276481"/>
                  </a:lnTo>
                  <a:lnTo>
                    <a:pt x="44275" y="280439"/>
                  </a:lnTo>
                  <a:lnTo>
                    <a:pt x="47936" y="284283"/>
                  </a:lnTo>
                  <a:lnTo>
                    <a:pt x="51717" y="288009"/>
                  </a:lnTo>
                  <a:lnTo>
                    <a:pt x="55614" y="291613"/>
                  </a:lnTo>
                  <a:lnTo>
                    <a:pt x="59623" y="295091"/>
                  </a:lnTo>
                  <a:lnTo>
                    <a:pt x="63742" y="298440"/>
                  </a:lnTo>
                  <a:lnTo>
                    <a:pt x="67964" y="301657"/>
                  </a:lnTo>
                  <a:lnTo>
                    <a:pt x="72286" y="304738"/>
                  </a:lnTo>
                  <a:lnTo>
                    <a:pt x="76704" y="307681"/>
                  </a:lnTo>
                  <a:lnTo>
                    <a:pt x="81213" y="310482"/>
                  </a:lnTo>
                  <a:lnTo>
                    <a:pt x="85809" y="313138"/>
                  </a:lnTo>
                  <a:lnTo>
                    <a:pt x="90487" y="315646"/>
                  </a:lnTo>
                  <a:lnTo>
                    <a:pt x="95242" y="318006"/>
                  </a:lnTo>
                  <a:lnTo>
                    <a:pt x="100069" y="320212"/>
                  </a:lnTo>
                  <a:lnTo>
                    <a:pt x="104964" y="322265"/>
                  </a:lnTo>
                  <a:lnTo>
                    <a:pt x="109922" y="324161"/>
                  </a:lnTo>
                  <a:lnTo>
                    <a:pt x="114938" y="325899"/>
                  </a:lnTo>
                  <a:lnTo>
                    <a:pt x="120006" y="327476"/>
                  </a:lnTo>
                  <a:lnTo>
                    <a:pt x="125122" y="328892"/>
                  </a:lnTo>
                  <a:lnTo>
                    <a:pt x="130280" y="330145"/>
                  </a:lnTo>
                  <a:lnTo>
                    <a:pt x="135475" y="331233"/>
                  </a:lnTo>
                  <a:lnTo>
                    <a:pt x="140703" y="332156"/>
                  </a:lnTo>
                  <a:lnTo>
                    <a:pt x="145957" y="332913"/>
                  </a:lnTo>
                  <a:lnTo>
                    <a:pt x="151232" y="333502"/>
                  </a:lnTo>
                  <a:lnTo>
                    <a:pt x="156523" y="333923"/>
                  </a:lnTo>
                  <a:lnTo>
                    <a:pt x="161825" y="334177"/>
                  </a:lnTo>
                  <a:lnTo>
                    <a:pt x="167133" y="334261"/>
                  </a:lnTo>
                  <a:lnTo>
                    <a:pt x="172440" y="334178"/>
                  </a:lnTo>
                  <a:lnTo>
                    <a:pt x="177742" y="333925"/>
                  </a:lnTo>
                  <a:lnTo>
                    <a:pt x="183034" y="333505"/>
                  </a:lnTo>
                  <a:lnTo>
                    <a:pt x="188309" y="332917"/>
                  </a:lnTo>
                  <a:lnTo>
                    <a:pt x="193563" y="332161"/>
                  </a:lnTo>
                  <a:lnTo>
                    <a:pt x="198791" y="331239"/>
                  </a:lnTo>
                  <a:lnTo>
                    <a:pt x="203986" y="330152"/>
                  </a:lnTo>
                  <a:lnTo>
                    <a:pt x="209144" y="328900"/>
                  </a:lnTo>
                  <a:lnTo>
                    <a:pt x="214260" y="327485"/>
                  </a:lnTo>
                  <a:lnTo>
                    <a:pt x="219329" y="325909"/>
                  </a:lnTo>
                  <a:lnTo>
                    <a:pt x="224345" y="324172"/>
                  </a:lnTo>
                  <a:lnTo>
                    <a:pt x="229303" y="322277"/>
                  </a:lnTo>
                  <a:lnTo>
                    <a:pt x="234199" y="320225"/>
                  </a:lnTo>
                  <a:lnTo>
                    <a:pt x="239027" y="318019"/>
                  </a:lnTo>
                  <a:lnTo>
                    <a:pt x="243782" y="315661"/>
                  </a:lnTo>
                  <a:lnTo>
                    <a:pt x="248461" y="313153"/>
                  </a:lnTo>
                  <a:lnTo>
                    <a:pt x="253057" y="310498"/>
                  </a:lnTo>
                  <a:lnTo>
                    <a:pt x="257566" y="307698"/>
                  </a:lnTo>
                  <a:lnTo>
                    <a:pt x="261985" y="304757"/>
                  </a:lnTo>
                  <a:lnTo>
                    <a:pt x="266308" y="301676"/>
                  </a:lnTo>
                  <a:lnTo>
                    <a:pt x="270531" y="298460"/>
                  </a:lnTo>
                  <a:lnTo>
                    <a:pt x="274649" y="295112"/>
                  </a:lnTo>
                  <a:lnTo>
                    <a:pt x="278660" y="291634"/>
                  </a:lnTo>
                  <a:lnTo>
                    <a:pt x="282557" y="288031"/>
                  </a:lnTo>
                  <a:lnTo>
                    <a:pt x="286339" y="284306"/>
                  </a:lnTo>
                  <a:lnTo>
                    <a:pt x="290000" y="280463"/>
                  </a:lnTo>
                  <a:lnTo>
                    <a:pt x="293538" y="276505"/>
                  </a:lnTo>
                  <a:lnTo>
                    <a:pt x="296948" y="272437"/>
                  </a:lnTo>
                  <a:lnTo>
                    <a:pt x="300227" y="268263"/>
                  </a:lnTo>
                  <a:lnTo>
                    <a:pt x="303372" y="263987"/>
                  </a:lnTo>
                  <a:lnTo>
                    <a:pt x="306379" y="259613"/>
                  </a:lnTo>
                  <a:lnTo>
                    <a:pt x="309247" y="255146"/>
                  </a:lnTo>
                  <a:lnTo>
                    <a:pt x="311971" y="250590"/>
                  </a:lnTo>
                  <a:lnTo>
                    <a:pt x="314548" y="245950"/>
                  </a:lnTo>
                  <a:lnTo>
                    <a:pt x="316978" y="241231"/>
                  </a:lnTo>
                  <a:lnTo>
                    <a:pt x="319256" y="236436"/>
                  </a:lnTo>
                  <a:lnTo>
                    <a:pt x="321381" y="231572"/>
                  </a:lnTo>
                  <a:lnTo>
                    <a:pt x="323350" y="226643"/>
                  </a:lnTo>
                  <a:lnTo>
                    <a:pt x="325162" y="221654"/>
                  </a:lnTo>
                  <a:lnTo>
                    <a:pt x="326815" y="216609"/>
                  </a:lnTo>
                  <a:lnTo>
                    <a:pt x="167149" y="1670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8472" y="2126963"/>
              <a:ext cx="167158" cy="216682"/>
            </a:xfrm>
            <a:custGeom>
              <a:avLst/>
              <a:pathLst>
                <a:path w="167158" h="216682">
                  <a:moveTo>
                    <a:pt x="159665" y="216682"/>
                  </a:moveTo>
                  <a:lnTo>
                    <a:pt x="161180" y="211505"/>
                  </a:lnTo>
                  <a:lnTo>
                    <a:pt x="162526" y="206282"/>
                  </a:lnTo>
                  <a:lnTo>
                    <a:pt x="163704" y="201019"/>
                  </a:lnTo>
                  <a:lnTo>
                    <a:pt x="164710" y="195720"/>
                  </a:lnTo>
                  <a:lnTo>
                    <a:pt x="165546" y="190391"/>
                  </a:lnTo>
                  <a:lnTo>
                    <a:pt x="166209" y="185038"/>
                  </a:lnTo>
                  <a:lnTo>
                    <a:pt x="166699" y="179666"/>
                  </a:lnTo>
                  <a:lnTo>
                    <a:pt x="167015" y="174282"/>
                  </a:lnTo>
                  <a:lnTo>
                    <a:pt x="167158" y="168890"/>
                  </a:lnTo>
                  <a:lnTo>
                    <a:pt x="167127" y="163496"/>
                  </a:lnTo>
                  <a:lnTo>
                    <a:pt x="166921" y="158106"/>
                  </a:lnTo>
                  <a:lnTo>
                    <a:pt x="166542" y="152726"/>
                  </a:lnTo>
                  <a:lnTo>
                    <a:pt x="165989" y="147360"/>
                  </a:lnTo>
                  <a:lnTo>
                    <a:pt x="165264" y="142015"/>
                  </a:lnTo>
                  <a:lnTo>
                    <a:pt x="164367" y="136697"/>
                  </a:lnTo>
                  <a:lnTo>
                    <a:pt x="163298" y="131410"/>
                  </a:lnTo>
                  <a:lnTo>
                    <a:pt x="162059" y="126160"/>
                  </a:lnTo>
                  <a:lnTo>
                    <a:pt x="160652" y="120953"/>
                  </a:lnTo>
                  <a:lnTo>
                    <a:pt x="159077" y="115794"/>
                  </a:lnTo>
                  <a:lnTo>
                    <a:pt x="157337" y="110689"/>
                  </a:lnTo>
                  <a:lnTo>
                    <a:pt x="155433" y="105642"/>
                  </a:lnTo>
                  <a:lnTo>
                    <a:pt x="153368" y="100660"/>
                  </a:lnTo>
                  <a:lnTo>
                    <a:pt x="151142" y="95746"/>
                  </a:lnTo>
                  <a:lnTo>
                    <a:pt x="148759" y="90908"/>
                  </a:lnTo>
                  <a:lnTo>
                    <a:pt x="146222" y="86148"/>
                  </a:lnTo>
                  <a:lnTo>
                    <a:pt x="143532" y="81473"/>
                  </a:lnTo>
                  <a:lnTo>
                    <a:pt x="140692" y="76887"/>
                  </a:lnTo>
                  <a:lnTo>
                    <a:pt x="137706" y="72395"/>
                  </a:lnTo>
                  <a:lnTo>
                    <a:pt x="134577" y="68001"/>
                  </a:lnTo>
                  <a:lnTo>
                    <a:pt x="131308" y="63711"/>
                  </a:lnTo>
                  <a:lnTo>
                    <a:pt x="127902" y="59529"/>
                  </a:lnTo>
                  <a:lnTo>
                    <a:pt x="124363" y="55459"/>
                  </a:lnTo>
                  <a:lnTo>
                    <a:pt x="120694" y="51505"/>
                  </a:lnTo>
                  <a:lnTo>
                    <a:pt x="116900" y="47671"/>
                  </a:lnTo>
                  <a:lnTo>
                    <a:pt x="112984" y="43962"/>
                  </a:lnTo>
                  <a:lnTo>
                    <a:pt x="108950" y="40381"/>
                  </a:lnTo>
                  <a:lnTo>
                    <a:pt x="104803" y="36932"/>
                  </a:lnTo>
                  <a:lnTo>
                    <a:pt x="100547" y="33618"/>
                  </a:lnTo>
                  <a:lnTo>
                    <a:pt x="96186" y="30444"/>
                  </a:lnTo>
                  <a:lnTo>
                    <a:pt x="91725" y="27412"/>
                  </a:lnTo>
                  <a:lnTo>
                    <a:pt x="87168" y="24526"/>
                  </a:lnTo>
                  <a:lnTo>
                    <a:pt x="82521" y="21788"/>
                  </a:lnTo>
                  <a:lnTo>
                    <a:pt x="77788" y="19201"/>
                  </a:lnTo>
                  <a:lnTo>
                    <a:pt x="72974" y="16769"/>
                  </a:lnTo>
                  <a:lnTo>
                    <a:pt x="68084" y="14493"/>
                  </a:lnTo>
                  <a:lnTo>
                    <a:pt x="63123" y="12375"/>
                  </a:lnTo>
                  <a:lnTo>
                    <a:pt x="58096" y="10420"/>
                  </a:lnTo>
                  <a:lnTo>
                    <a:pt x="53009" y="8627"/>
                  </a:lnTo>
                  <a:lnTo>
                    <a:pt x="47867" y="6999"/>
                  </a:lnTo>
                  <a:lnTo>
                    <a:pt x="42674" y="5538"/>
                  </a:lnTo>
                  <a:lnTo>
                    <a:pt x="37438" y="4246"/>
                  </a:lnTo>
                  <a:lnTo>
                    <a:pt x="32162" y="3123"/>
                  </a:lnTo>
                  <a:lnTo>
                    <a:pt x="26853" y="2170"/>
                  </a:lnTo>
                  <a:lnTo>
                    <a:pt x="21516" y="1390"/>
                  </a:lnTo>
                  <a:lnTo>
                    <a:pt x="16156" y="782"/>
                  </a:lnTo>
                  <a:lnTo>
                    <a:pt x="10780" y="347"/>
                  </a:lnTo>
                  <a:lnTo>
                    <a:pt x="539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10894" y="1681503"/>
              <a:ext cx="12340" cy="167167"/>
            </a:xfrm>
            <a:custGeom>
              <a:avLst/>
              <a:pathLst>
                <a:path w="12340" h="167167">
                  <a:moveTo>
                    <a:pt x="12340" y="0"/>
                  </a:moveTo>
                  <a:lnTo>
                    <a:pt x="0" y="456"/>
                  </a:lnTo>
                  <a:lnTo>
                    <a:pt x="1234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894" y="1681959"/>
              <a:ext cx="12340" cy="166711"/>
            </a:xfrm>
            <a:custGeom>
              <a:avLst/>
              <a:pathLst>
                <a:path w="12340" h="166711">
                  <a:moveTo>
                    <a:pt x="0" y="0"/>
                  </a:moveTo>
                  <a:lnTo>
                    <a:pt x="12340" y="1667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256072" y="1681959"/>
              <a:ext cx="334318" cy="333875"/>
            </a:xfrm>
            <a:custGeom>
              <a:avLst/>
              <a:pathLst>
                <a:path w="334318" h="333875">
                  <a:moveTo>
                    <a:pt x="154821" y="0"/>
                  </a:moveTo>
                  <a:lnTo>
                    <a:pt x="149545" y="474"/>
                  </a:lnTo>
                  <a:lnTo>
                    <a:pt x="144287" y="1116"/>
                  </a:lnTo>
                  <a:lnTo>
                    <a:pt x="139052" y="1924"/>
                  </a:lnTo>
                  <a:lnTo>
                    <a:pt x="133845" y="2897"/>
                  </a:lnTo>
                  <a:lnTo>
                    <a:pt x="128671" y="4035"/>
                  </a:lnTo>
                  <a:lnTo>
                    <a:pt x="123536" y="5336"/>
                  </a:lnTo>
                  <a:lnTo>
                    <a:pt x="118445" y="6800"/>
                  </a:lnTo>
                  <a:lnTo>
                    <a:pt x="113402" y="8424"/>
                  </a:lnTo>
                  <a:lnTo>
                    <a:pt x="108414" y="10206"/>
                  </a:lnTo>
                  <a:lnTo>
                    <a:pt x="103485" y="12146"/>
                  </a:lnTo>
                  <a:lnTo>
                    <a:pt x="98619" y="14242"/>
                  </a:lnTo>
                  <a:lnTo>
                    <a:pt x="93823" y="16490"/>
                  </a:lnTo>
                  <a:lnTo>
                    <a:pt x="89100" y="18889"/>
                  </a:lnTo>
                  <a:lnTo>
                    <a:pt x="84456" y="21437"/>
                  </a:lnTo>
                  <a:lnTo>
                    <a:pt x="79894" y="24130"/>
                  </a:lnTo>
                  <a:lnTo>
                    <a:pt x="75420" y="26967"/>
                  </a:lnTo>
                  <a:lnTo>
                    <a:pt x="71039" y="29944"/>
                  </a:lnTo>
                  <a:lnTo>
                    <a:pt x="66753" y="33058"/>
                  </a:lnTo>
                  <a:lnTo>
                    <a:pt x="62569" y="36307"/>
                  </a:lnTo>
                  <a:lnTo>
                    <a:pt x="58490" y="39686"/>
                  </a:lnTo>
                  <a:lnTo>
                    <a:pt x="54520" y="43193"/>
                  </a:lnTo>
                  <a:lnTo>
                    <a:pt x="50663" y="46824"/>
                  </a:lnTo>
                  <a:lnTo>
                    <a:pt x="46923" y="50576"/>
                  </a:lnTo>
                  <a:lnTo>
                    <a:pt x="43303" y="54444"/>
                  </a:lnTo>
                  <a:lnTo>
                    <a:pt x="39808" y="58425"/>
                  </a:lnTo>
                  <a:lnTo>
                    <a:pt x="36441" y="62514"/>
                  </a:lnTo>
                  <a:lnTo>
                    <a:pt x="33205" y="66708"/>
                  </a:lnTo>
                  <a:lnTo>
                    <a:pt x="30104" y="71003"/>
                  </a:lnTo>
                  <a:lnTo>
                    <a:pt x="27140" y="75394"/>
                  </a:lnTo>
                  <a:lnTo>
                    <a:pt x="24317" y="79876"/>
                  </a:lnTo>
                  <a:lnTo>
                    <a:pt x="21638" y="84446"/>
                  </a:lnTo>
                  <a:lnTo>
                    <a:pt x="19104" y="89098"/>
                  </a:lnTo>
                  <a:lnTo>
                    <a:pt x="16719" y="93828"/>
                  </a:lnTo>
                  <a:lnTo>
                    <a:pt x="14486" y="98631"/>
                  </a:lnTo>
                  <a:lnTo>
                    <a:pt x="12405" y="103503"/>
                  </a:lnTo>
                  <a:lnTo>
                    <a:pt x="10480" y="108438"/>
                  </a:lnTo>
                  <a:lnTo>
                    <a:pt x="8713" y="113432"/>
                  </a:lnTo>
                  <a:lnTo>
                    <a:pt x="7104" y="118479"/>
                  </a:lnTo>
                  <a:lnTo>
                    <a:pt x="5656" y="123575"/>
                  </a:lnTo>
                  <a:lnTo>
                    <a:pt x="4371" y="128713"/>
                  </a:lnTo>
                  <a:lnTo>
                    <a:pt x="3248" y="133891"/>
                  </a:lnTo>
                  <a:lnTo>
                    <a:pt x="2291" y="139101"/>
                  </a:lnTo>
                  <a:lnTo>
                    <a:pt x="1499" y="144338"/>
                  </a:lnTo>
                  <a:lnTo>
                    <a:pt x="873" y="149599"/>
                  </a:lnTo>
                  <a:lnTo>
                    <a:pt x="414" y="154876"/>
                  </a:lnTo>
                  <a:lnTo>
                    <a:pt x="123" y="160165"/>
                  </a:lnTo>
                  <a:lnTo>
                    <a:pt x="0" y="165461"/>
                  </a:lnTo>
                  <a:lnTo>
                    <a:pt x="44" y="170758"/>
                  </a:lnTo>
                  <a:lnTo>
                    <a:pt x="256" y="176051"/>
                  </a:lnTo>
                  <a:lnTo>
                    <a:pt x="636" y="181335"/>
                  </a:lnTo>
                  <a:lnTo>
                    <a:pt x="1183" y="186604"/>
                  </a:lnTo>
                  <a:lnTo>
                    <a:pt x="1896" y="191853"/>
                  </a:lnTo>
                  <a:lnTo>
                    <a:pt x="2776" y="197077"/>
                  </a:lnTo>
                  <a:lnTo>
                    <a:pt x="3821" y="202270"/>
                  </a:lnTo>
                  <a:lnTo>
                    <a:pt x="5029" y="207428"/>
                  </a:lnTo>
                  <a:lnTo>
                    <a:pt x="6401" y="212544"/>
                  </a:lnTo>
                  <a:lnTo>
                    <a:pt x="7934" y="217615"/>
                  </a:lnTo>
                  <a:lnTo>
                    <a:pt x="9627" y="222635"/>
                  </a:lnTo>
                  <a:lnTo>
                    <a:pt x="11478" y="227598"/>
                  </a:lnTo>
                  <a:lnTo>
                    <a:pt x="13485" y="232500"/>
                  </a:lnTo>
                  <a:lnTo>
                    <a:pt x="15647" y="237336"/>
                  </a:lnTo>
                  <a:lnTo>
                    <a:pt x="17961" y="242102"/>
                  </a:lnTo>
                  <a:lnTo>
                    <a:pt x="20424" y="246791"/>
                  </a:lnTo>
                  <a:lnTo>
                    <a:pt x="23035" y="251400"/>
                  </a:lnTo>
                  <a:lnTo>
                    <a:pt x="25791" y="255925"/>
                  </a:lnTo>
                  <a:lnTo>
                    <a:pt x="28689" y="260359"/>
                  </a:lnTo>
                  <a:lnTo>
                    <a:pt x="31725" y="264700"/>
                  </a:lnTo>
                  <a:lnTo>
                    <a:pt x="34898" y="268942"/>
                  </a:lnTo>
                  <a:lnTo>
                    <a:pt x="38204" y="273081"/>
                  </a:lnTo>
                  <a:lnTo>
                    <a:pt x="41639" y="277114"/>
                  </a:lnTo>
                  <a:lnTo>
                    <a:pt x="45200" y="281035"/>
                  </a:lnTo>
                  <a:lnTo>
                    <a:pt x="48883" y="284842"/>
                  </a:lnTo>
                  <a:lnTo>
                    <a:pt x="52686" y="288531"/>
                  </a:lnTo>
                  <a:lnTo>
                    <a:pt x="56603" y="292097"/>
                  </a:lnTo>
                  <a:lnTo>
                    <a:pt x="60631" y="295537"/>
                  </a:lnTo>
                  <a:lnTo>
                    <a:pt x="64767" y="298847"/>
                  </a:lnTo>
                  <a:lnTo>
                    <a:pt x="69005" y="302025"/>
                  </a:lnTo>
                  <a:lnTo>
                    <a:pt x="73341" y="305068"/>
                  </a:lnTo>
                  <a:lnTo>
                    <a:pt x="77772" y="307971"/>
                  </a:lnTo>
                  <a:lnTo>
                    <a:pt x="82293" y="310732"/>
                  </a:lnTo>
                  <a:lnTo>
                    <a:pt x="86899" y="313349"/>
                  </a:lnTo>
                  <a:lnTo>
                    <a:pt x="91585" y="315818"/>
                  </a:lnTo>
                  <a:lnTo>
                    <a:pt x="96348" y="318138"/>
                  </a:lnTo>
                  <a:lnTo>
                    <a:pt x="101181" y="320306"/>
                  </a:lnTo>
                  <a:lnTo>
                    <a:pt x="106081" y="322319"/>
                  </a:lnTo>
                  <a:lnTo>
                    <a:pt x="111042" y="324177"/>
                  </a:lnTo>
                  <a:lnTo>
                    <a:pt x="116060" y="325876"/>
                  </a:lnTo>
                  <a:lnTo>
                    <a:pt x="121128" y="327415"/>
                  </a:lnTo>
                  <a:lnTo>
                    <a:pt x="126243" y="328793"/>
                  </a:lnTo>
                  <a:lnTo>
                    <a:pt x="131399" y="330008"/>
                  </a:lnTo>
                  <a:lnTo>
                    <a:pt x="136591" y="331059"/>
                  </a:lnTo>
                  <a:lnTo>
                    <a:pt x="141814" y="331945"/>
                  </a:lnTo>
                  <a:lnTo>
                    <a:pt x="147062" y="332665"/>
                  </a:lnTo>
                  <a:lnTo>
                    <a:pt x="152330" y="333219"/>
                  </a:lnTo>
                  <a:lnTo>
                    <a:pt x="157614" y="333605"/>
                  </a:lnTo>
                  <a:lnTo>
                    <a:pt x="162906" y="333824"/>
                  </a:lnTo>
                  <a:lnTo>
                    <a:pt x="168203" y="333875"/>
                  </a:lnTo>
                  <a:lnTo>
                    <a:pt x="173499" y="333758"/>
                  </a:lnTo>
                  <a:lnTo>
                    <a:pt x="178789" y="333473"/>
                  </a:lnTo>
                  <a:lnTo>
                    <a:pt x="184067" y="333021"/>
                  </a:lnTo>
                  <a:lnTo>
                    <a:pt x="189328" y="332402"/>
                  </a:lnTo>
                  <a:lnTo>
                    <a:pt x="194567" y="331617"/>
                  </a:lnTo>
                  <a:lnTo>
                    <a:pt x="199778" y="330666"/>
                  </a:lnTo>
                  <a:lnTo>
                    <a:pt x="204957" y="329550"/>
                  </a:lnTo>
                  <a:lnTo>
                    <a:pt x="210097" y="328271"/>
                  </a:lnTo>
                  <a:lnTo>
                    <a:pt x="215195" y="326829"/>
                  </a:lnTo>
                  <a:lnTo>
                    <a:pt x="220244" y="325227"/>
                  </a:lnTo>
                  <a:lnTo>
                    <a:pt x="225240" y="323465"/>
                  </a:lnTo>
                  <a:lnTo>
                    <a:pt x="230177" y="321546"/>
                  </a:lnTo>
                  <a:lnTo>
                    <a:pt x="235051" y="319472"/>
                  </a:lnTo>
                  <a:lnTo>
                    <a:pt x="239858" y="317244"/>
                  </a:lnTo>
                  <a:lnTo>
                    <a:pt x="244591" y="314865"/>
                  </a:lnTo>
                  <a:lnTo>
                    <a:pt x="249246" y="312338"/>
                  </a:lnTo>
                  <a:lnTo>
                    <a:pt x="253819" y="309664"/>
                  </a:lnTo>
                  <a:lnTo>
                    <a:pt x="258305" y="306846"/>
                  </a:lnTo>
                  <a:lnTo>
                    <a:pt x="262699" y="303888"/>
                  </a:lnTo>
                  <a:lnTo>
                    <a:pt x="266998" y="300792"/>
                  </a:lnTo>
                  <a:lnTo>
                    <a:pt x="271196" y="297562"/>
                  </a:lnTo>
                  <a:lnTo>
                    <a:pt x="275290" y="294200"/>
                  </a:lnTo>
                  <a:lnTo>
                    <a:pt x="279275" y="290710"/>
                  </a:lnTo>
                  <a:lnTo>
                    <a:pt x="283147" y="287095"/>
                  </a:lnTo>
                  <a:lnTo>
                    <a:pt x="286904" y="283360"/>
                  </a:lnTo>
                  <a:lnTo>
                    <a:pt x="290539" y="279507"/>
                  </a:lnTo>
                  <a:lnTo>
                    <a:pt x="294051" y="275541"/>
                  </a:lnTo>
                  <a:lnTo>
                    <a:pt x="297436" y="271466"/>
                  </a:lnTo>
                  <a:lnTo>
                    <a:pt x="300690" y="267286"/>
                  </a:lnTo>
                  <a:lnTo>
                    <a:pt x="303809" y="263005"/>
                  </a:lnTo>
                  <a:lnTo>
                    <a:pt x="306792" y="258627"/>
                  </a:lnTo>
                  <a:lnTo>
                    <a:pt x="309634" y="254157"/>
                  </a:lnTo>
                  <a:lnTo>
                    <a:pt x="312333" y="249599"/>
                  </a:lnTo>
                  <a:lnTo>
                    <a:pt x="314887" y="244957"/>
                  </a:lnTo>
                  <a:lnTo>
                    <a:pt x="317292" y="240237"/>
                  </a:lnTo>
                  <a:lnTo>
                    <a:pt x="319546" y="235444"/>
                  </a:lnTo>
                  <a:lnTo>
                    <a:pt x="321647" y="230581"/>
                  </a:lnTo>
                  <a:lnTo>
                    <a:pt x="323593" y="225654"/>
                  </a:lnTo>
                  <a:lnTo>
                    <a:pt x="325382" y="220668"/>
                  </a:lnTo>
                  <a:lnTo>
                    <a:pt x="327012" y="215628"/>
                  </a:lnTo>
                  <a:lnTo>
                    <a:pt x="328482" y="210538"/>
                  </a:lnTo>
                  <a:lnTo>
                    <a:pt x="329790" y="205405"/>
                  </a:lnTo>
                  <a:lnTo>
                    <a:pt x="330934" y="200233"/>
                  </a:lnTo>
                  <a:lnTo>
                    <a:pt x="331914" y="195027"/>
                  </a:lnTo>
                  <a:lnTo>
                    <a:pt x="332729" y="189792"/>
                  </a:lnTo>
                  <a:lnTo>
                    <a:pt x="333377" y="184535"/>
                  </a:lnTo>
                  <a:lnTo>
                    <a:pt x="333858" y="179260"/>
                  </a:lnTo>
                  <a:lnTo>
                    <a:pt x="334172" y="173972"/>
                  </a:lnTo>
                  <a:lnTo>
                    <a:pt x="334318" y="168676"/>
                  </a:lnTo>
                  <a:lnTo>
                    <a:pt x="334297" y="163379"/>
                  </a:lnTo>
                  <a:lnTo>
                    <a:pt x="334107" y="158085"/>
                  </a:lnTo>
                  <a:lnTo>
                    <a:pt x="333750" y="152800"/>
                  </a:lnTo>
                  <a:lnTo>
                    <a:pt x="333225" y="147529"/>
                  </a:lnTo>
                  <a:lnTo>
                    <a:pt x="332534" y="142276"/>
                  </a:lnTo>
                  <a:lnTo>
                    <a:pt x="331677" y="137049"/>
                  </a:lnTo>
                  <a:lnTo>
                    <a:pt x="330655" y="131851"/>
                  </a:lnTo>
                  <a:lnTo>
                    <a:pt x="329468" y="126689"/>
                  </a:lnTo>
                  <a:lnTo>
                    <a:pt x="328119" y="121566"/>
                  </a:lnTo>
                  <a:lnTo>
                    <a:pt x="326607" y="116489"/>
                  </a:lnTo>
                  <a:lnTo>
                    <a:pt x="324936" y="111462"/>
                  </a:lnTo>
                  <a:lnTo>
                    <a:pt x="323106" y="106491"/>
                  </a:lnTo>
                  <a:lnTo>
                    <a:pt x="321120" y="101580"/>
                  </a:lnTo>
                  <a:lnTo>
                    <a:pt x="318979" y="96735"/>
                  </a:lnTo>
                  <a:lnTo>
                    <a:pt x="316686" y="91960"/>
                  </a:lnTo>
                  <a:lnTo>
                    <a:pt x="314242" y="87259"/>
                  </a:lnTo>
                  <a:lnTo>
                    <a:pt x="311651" y="82639"/>
                  </a:lnTo>
                  <a:lnTo>
                    <a:pt x="308914" y="78103"/>
                  </a:lnTo>
                  <a:lnTo>
                    <a:pt x="306036" y="73656"/>
                  </a:lnTo>
                  <a:lnTo>
                    <a:pt x="303018" y="69303"/>
                  </a:lnTo>
                  <a:lnTo>
                    <a:pt x="299863" y="65047"/>
                  </a:lnTo>
                  <a:lnTo>
                    <a:pt x="296575" y="60894"/>
                  </a:lnTo>
                  <a:lnTo>
                    <a:pt x="293158" y="56847"/>
                  </a:lnTo>
                  <a:lnTo>
                    <a:pt x="289613" y="52910"/>
                  </a:lnTo>
                  <a:lnTo>
                    <a:pt x="285946" y="49087"/>
                  </a:lnTo>
                  <a:lnTo>
                    <a:pt x="282159" y="45382"/>
                  </a:lnTo>
                  <a:lnTo>
                    <a:pt x="278257" y="41800"/>
                  </a:lnTo>
                  <a:lnTo>
                    <a:pt x="274244" y="38342"/>
                  </a:lnTo>
                  <a:lnTo>
                    <a:pt x="270123" y="35014"/>
                  </a:lnTo>
                  <a:lnTo>
                    <a:pt x="265898" y="31818"/>
                  </a:lnTo>
                  <a:lnTo>
                    <a:pt x="261575" y="28757"/>
                  </a:lnTo>
                  <a:lnTo>
                    <a:pt x="257156" y="25835"/>
                  </a:lnTo>
                  <a:lnTo>
                    <a:pt x="252648" y="23054"/>
                  </a:lnTo>
                  <a:lnTo>
                    <a:pt x="248053" y="20418"/>
                  </a:lnTo>
                  <a:lnTo>
                    <a:pt x="243377" y="17928"/>
                  </a:lnTo>
                  <a:lnTo>
                    <a:pt x="238625" y="15588"/>
                  </a:lnTo>
                  <a:lnTo>
                    <a:pt x="233800" y="13400"/>
                  </a:lnTo>
                  <a:lnTo>
                    <a:pt x="228909" y="11365"/>
                  </a:lnTo>
                  <a:lnTo>
                    <a:pt x="223956" y="9487"/>
                  </a:lnTo>
                  <a:lnTo>
                    <a:pt x="218946" y="7766"/>
                  </a:lnTo>
                  <a:lnTo>
                    <a:pt x="213884" y="6205"/>
                  </a:lnTo>
                  <a:lnTo>
                    <a:pt x="208775" y="4805"/>
                  </a:lnTo>
                  <a:lnTo>
                    <a:pt x="203624" y="3568"/>
                  </a:lnTo>
                  <a:lnTo>
                    <a:pt x="198437" y="2495"/>
                  </a:lnTo>
                  <a:lnTo>
                    <a:pt x="193218" y="1586"/>
                  </a:lnTo>
                  <a:lnTo>
                    <a:pt x="167162" y="1667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23235" y="1681503"/>
              <a:ext cx="26055" cy="167167"/>
            </a:xfrm>
            <a:custGeom>
              <a:avLst/>
              <a:pathLst>
                <a:path w="26055" h="167167">
                  <a:moveTo>
                    <a:pt x="26055" y="2043"/>
                  </a:moveTo>
                  <a:lnTo>
                    <a:pt x="17409" y="909"/>
                  </a:lnTo>
                  <a:lnTo>
                    <a:pt x="8716" y="2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5853872" y="1322571"/>
              <a:ext cx="167166" cy="319725"/>
            </a:xfrm>
            <a:custGeom>
              <a:avLst/>
              <a:pathLst>
                <a:path w="167166" h="319725">
                  <a:moveTo>
                    <a:pt x="167166" y="0"/>
                  </a:moveTo>
                  <a:lnTo>
                    <a:pt x="161817" y="85"/>
                  </a:lnTo>
                  <a:lnTo>
                    <a:pt x="156473" y="342"/>
                  </a:lnTo>
                  <a:lnTo>
                    <a:pt x="151141" y="769"/>
                  </a:lnTo>
                  <a:lnTo>
                    <a:pt x="145824" y="1367"/>
                  </a:lnTo>
                  <a:lnTo>
                    <a:pt x="140530" y="2135"/>
                  </a:lnTo>
                  <a:lnTo>
                    <a:pt x="135262" y="3072"/>
                  </a:lnTo>
                  <a:lnTo>
                    <a:pt x="130028" y="4177"/>
                  </a:lnTo>
                  <a:lnTo>
                    <a:pt x="124831" y="5449"/>
                  </a:lnTo>
                  <a:lnTo>
                    <a:pt x="119678" y="6887"/>
                  </a:lnTo>
                  <a:lnTo>
                    <a:pt x="114573" y="8488"/>
                  </a:lnTo>
                  <a:lnTo>
                    <a:pt x="109523" y="10252"/>
                  </a:lnTo>
                  <a:lnTo>
                    <a:pt x="104531" y="12177"/>
                  </a:lnTo>
                  <a:lnTo>
                    <a:pt x="99604" y="14261"/>
                  </a:lnTo>
                  <a:lnTo>
                    <a:pt x="94745" y="16501"/>
                  </a:lnTo>
                  <a:lnTo>
                    <a:pt x="89961" y="18896"/>
                  </a:lnTo>
                  <a:lnTo>
                    <a:pt x="85256" y="21442"/>
                  </a:lnTo>
                  <a:lnTo>
                    <a:pt x="80635" y="24138"/>
                  </a:lnTo>
                  <a:lnTo>
                    <a:pt x="76102" y="26980"/>
                  </a:lnTo>
                  <a:lnTo>
                    <a:pt x="71663" y="29966"/>
                  </a:lnTo>
                  <a:lnTo>
                    <a:pt x="67322" y="33092"/>
                  </a:lnTo>
                  <a:lnTo>
                    <a:pt x="63083" y="36356"/>
                  </a:lnTo>
                  <a:lnTo>
                    <a:pt x="58950" y="39754"/>
                  </a:lnTo>
                  <a:lnTo>
                    <a:pt x="54928" y="43282"/>
                  </a:lnTo>
                  <a:lnTo>
                    <a:pt x="51022" y="46937"/>
                  </a:lnTo>
                  <a:lnTo>
                    <a:pt x="47234" y="50715"/>
                  </a:lnTo>
                  <a:lnTo>
                    <a:pt x="43569" y="54612"/>
                  </a:lnTo>
                  <a:lnTo>
                    <a:pt x="40030" y="58625"/>
                  </a:lnTo>
                  <a:lnTo>
                    <a:pt x="36622" y="62749"/>
                  </a:lnTo>
                  <a:lnTo>
                    <a:pt x="33348" y="66980"/>
                  </a:lnTo>
                  <a:lnTo>
                    <a:pt x="30210" y="71313"/>
                  </a:lnTo>
                  <a:lnTo>
                    <a:pt x="27213" y="75745"/>
                  </a:lnTo>
                  <a:lnTo>
                    <a:pt x="24359" y="80270"/>
                  </a:lnTo>
                  <a:lnTo>
                    <a:pt x="21652" y="84884"/>
                  </a:lnTo>
                  <a:lnTo>
                    <a:pt x="19093" y="89583"/>
                  </a:lnTo>
                  <a:lnTo>
                    <a:pt x="16687" y="94361"/>
                  </a:lnTo>
                  <a:lnTo>
                    <a:pt x="14434" y="99213"/>
                  </a:lnTo>
                  <a:lnTo>
                    <a:pt x="12338" y="104135"/>
                  </a:lnTo>
                  <a:lnTo>
                    <a:pt x="10400" y="109122"/>
                  </a:lnTo>
                  <a:lnTo>
                    <a:pt x="8623" y="114168"/>
                  </a:lnTo>
                  <a:lnTo>
                    <a:pt x="7008" y="119269"/>
                  </a:lnTo>
                  <a:lnTo>
                    <a:pt x="5557" y="124418"/>
                  </a:lnTo>
                  <a:lnTo>
                    <a:pt x="4272" y="129611"/>
                  </a:lnTo>
                  <a:lnTo>
                    <a:pt x="3154" y="134843"/>
                  </a:lnTo>
                  <a:lnTo>
                    <a:pt x="2203" y="140108"/>
                  </a:lnTo>
                  <a:lnTo>
                    <a:pt x="1422" y="145401"/>
                  </a:lnTo>
                  <a:lnTo>
                    <a:pt x="810" y="150715"/>
                  </a:lnTo>
                  <a:lnTo>
                    <a:pt x="369" y="156047"/>
                  </a:lnTo>
                  <a:lnTo>
                    <a:pt x="99" y="161390"/>
                  </a:lnTo>
                  <a:lnTo>
                    <a:pt x="0" y="166739"/>
                  </a:lnTo>
                  <a:lnTo>
                    <a:pt x="71" y="172089"/>
                  </a:lnTo>
                  <a:lnTo>
                    <a:pt x="314" y="177433"/>
                  </a:lnTo>
                  <a:lnTo>
                    <a:pt x="728" y="182767"/>
                  </a:lnTo>
                  <a:lnTo>
                    <a:pt x="1313" y="188085"/>
                  </a:lnTo>
                  <a:lnTo>
                    <a:pt x="2067" y="193381"/>
                  </a:lnTo>
                  <a:lnTo>
                    <a:pt x="2991" y="198651"/>
                  </a:lnTo>
                  <a:lnTo>
                    <a:pt x="4082" y="203888"/>
                  </a:lnTo>
                  <a:lnTo>
                    <a:pt x="5341" y="209088"/>
                  </a:lnTo>
                  <a:lnTo>
                    <a:pt x="6765" y="214245"/>
                  </a:lnTo>
                  <a:lnTo>
                    <a:pt x="8354" y="219354"/>
                  </a:lnTo>
                  <a:lnTo>
                    <a:pt x="10105" y="224409"/>
                  </a:lnTo>
                  <a:lnTo>
                    <a:pt x="12017" y="229405"/>
                  </a:lnTo>
                  <a:lnTo>
                    <a:pt x="14088" y="234338"/>
                  </a:lnTo>
                  <a:lnTo>
                    <a:pt x="16316" y="239202"/>
                  </a:lnTo>
                  <a:lnTo>
                    <a:pt x="18698" y="243993"/>
                  </a:lnTo>
                  <a:lnTo>
                    <a:pt x="21233" y="248704"/>
                  </a:lnTo>
                  <a:lnTo>
                    <a:pt x="23917" y="253332"/>
                  </a:lnTo>
                  <a:lnTo>
                    <a:pt x="26747" y="257872"/>
                  </a:lnTo>
                  <a:lnTo>
                    <a:pt x="29722" y="262319"/>
                  </a:lnTo>
                  <a:lnTo>
                    <a:pt x="32837" y="266668"/>
                  </a:lnTo>
                  <a:lnTo>
                    <a:pt x="36090" y="270916"/>
                  </a:lnTo>
                  <a:lnTo>
                    <a:pt x="39477" y="275057"/>
                  </a:lnTo>
                  <a:lnTo>
                    <a:pt x="42994" y="279088"/>
                  </a:lnTo>
                  <a:lnTo>
                    <a:pt x="46639" y="283004"/>
                  </a:lnTo>
                  <a:lnTo>
                    <a:pt x="50408" y="286801"/>
                  </a:lnTo>
                  <a:lnTo>
                    <a:pt x="54296" y="290476"/>
                  </a:lnTo>
                  <a:lnTo>
                    <a:pt x="58299" y="294025"/>
                  </a:lnTo>
                  <a:lnTo>
                    <a:pt x="62415" y="297444"/>
                  </a:lnTo>
                  <a:lnTo>
                    <a:pt x="66637" y="300729"/>
                  </a:lnTo>
                  <a:lnTo>
                    <a:pt x="70962" y="303877"/>
                  </a:lnTo>
                  <a:lnTo>
                    <a:pt x="75386" y="306886"/>
                  </a:lnTo>
                  <a:lnTo>
                    <a:pt x="79904" y="309751"/>
                  </a:lnTo>
                  <a:lnTo>
                    <a:pt x="84511" y="312470"/>
                  </a:lnTo>
                  <a:lnTo>
                    <a:pt x="89203" y="315041"/>
                  </a:lnTo>
                  <a:lnTo>
                    <a:pt x="93975" y="317460"/>
                  </a:lnTo>
                  <a:lnTo>
                    <a:pt x="98822" y="31972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2694" y="1489739"/>
              <a:ext cx="68344" cy="152558"/>
            </a:xfrm>
            <a:custGeom>
              <a:avLst/>
              <a:pathLst>
                <a:path w="68344" h="152558">
                  <a:moveTo>
                    <a:pt x="0" y="152558"/>
                  </a:moveTo>
                  <a:lnTo>
                    <a:pt x="6834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2694" y="1325449"/>
              <a:ext cx="235492" cy="331453"/>
            </a:xfrm>
            <a:custGeom>
              <a:avLst/>
              <a:pathLst>
                <a:path w="235492" h="331453">
                  <a:moveTo>
                    <a:pt x="0" y="316847"/>
                  </a:moveTo>
                  <a:lnTo>
                    <a:pt x="4894" y="318947"/>
                  </a:lnTo>
                  <a:lnTo>
                    <a:pt x="9852" y="320890"/>
                  </a:lnTo>
                  <a:lnTo>
                    <a:pt x="14870" y="322673"/>
                  </a:lnTo>
                  <a:lnTo>
                    <a:pt x="19942" y="324296"/>
                  </a:lnTo>
                  <a:lnTo>
                    <a:pt x="25063" y="325757"/>
                  </a:lnTo>
                  <a:lnTo>
                    <a:pt x="30228" y="327053"/>
                  </a:lnTo>
                  <a:lnTo>
                    <a:pt x="35432" y="328185"/>
                  </a:lnTo>
                  <a:lnTo>
                    <a:pt x="40669" y="329150"/>
                  </a:lnTo>
                  <a:lnTo>
                    <a:pt x="45935" y="329948"/>
                  </a:lnTo>
                  <a:lnTo>
                    <a:pt x="51223" y="330578"/>
                  </a:lnTo>
                  <a:lnTo>
                    <a:pt x="56528" y="331039"/>
                  </a:lnTo>
                  <a:lnTo>
                    <a:pt x="61845" y="331330"/>
                  </a:lnTo>
                  <a:lnTo>
                    <a:pt x="67169" y="331453"/>
                  </a:lnTo>
                  <a:lnTo>
                    <a:pt x="72495" y="331405"/>
                  </a:lnTo>
                  <a:lnTo>
                    <a:pt x="77816" y="331188"/>
                  </a:lnTo>
                  <a:lnTo>
                    <a:pt x="83127" y="330802"/>
                  </a:lnTo>
                  <a:lnTo>
                    <a:pt x="88423" y="330246"/>
                  </a:lnTo>
                  <a:lnTo>
                    <a:pt x="93699" y="329523"/>
                  </a:lnTo>
                  <a:lnTo>
                    <a:pt x="98950" y="328631"/>
                  </a:lnTo>
                  <a:lnTo>
                    <a:pt x="104169" y="327573"/>
                  </a:lnTo>
                  <a:lnTo>
                    <a:pt x="109352" y="326349"/>
                  </a:lnTo>
                  <a:lnTo>
                    <a:pt x="114493" y="324960"/>
                  </a:lnTo>
                  <a:lnTo>
                    <a:pt x="119587" y="323409"/>
                  </a:lnTo>
                  <a:lnTo>
                    <a:pt x="124630" y="321696"/>
                  </a:lnTo>
                  <a:lnTo>
                    <a:pt x="129615" y="319823"/>
                  </a:lnTo>
                  <a:lnTo>
                    <a:pt x="134538" y="317793"/>
                  </a:lnTo>
                  <a:lnTo>
                    <a:pt x="139394" y="315606"/>
                  </a:lnTo>
                  <a:lnTo>
                    <a:pt x="144178" y="313266"/>
                  </a:lnTo>
                  <a:lnTo>
                    <a:pt x="148885" y="310775"/>
                  </a:lnTo>
                  <a:lnTo>
                    <a:pt x="153510" y="308135"/>
                  </a:lnTo>
                  <a:lnTo>
                    <a:pt x="158048" y="305350"/>
                  </a:lnTo>
                  <a:lnTo>
                    <a:pt x="162496" y="302421"/>
                  </a:lnTo>
                  <a:lnTo>
                    <a:pt x="166848" y="299352"/>
                  </a:lnTo>
                  <a:lnTo>
                    <a:pt x="171100" y="296146"/>
                  </a:lnTo>
                  <a:lnTo>
                    <a:pt x="175248" y="292806"/>
                  </a:lnTo>
                  <a:lnTo>
                    <a:pt x="179287" y="289335"/>
                  </a:lnTo>
                  <a:lnTo>
                    <a:pt x="183214" y="285738"/>
                  </a:lnTo>
                  <a:lnTo>
                    <a:pt x="187024" y="282017"/>
                  </a:lnTo>
                  <a:lnTo>
                    <a:pt x="190714" y="278177"/>
                  </a:lnTo>
                  <a:lnTo>
                    <a:pt x="194280" y="274222"/>
                  </a:lnTo>
                  <a:lnTo>
                    <a:pt x="197717" y="270155"/>
                  </a:lnTo>
                  <a:lnTo>
                    <a:pt x="201024" y="265980"/>
                  </a:lnTo>
                  <a:lnTo>
                    <a:pt x="204196" y="261702"/>
                  </a:lnTo>
                  <a:lnTo>
                    <a:pt x="207229" y="257326"/>
                  </a:lnTo>
                  <a:lnTo>
                    <a:pt x="210122" y="252854"/>
                  </a:lnTo>
                  <a:lnTo>
                    <a:pt x="212872" y="248293"/>
                  </a:lnTo>
                  <a:lnTo>
                    <a:pt x="215474" y="243647"/>
                  </a:lnTo>
                  <a:lnTo>
                    <a:pt x="217927" y="238920"/>
                  </a:lnTo>
                  <a:lnTo>
                    <a:pt x="220228" y="234118"/>
                  </a:lnTo>
                  <a:lnTo>
                    <a:pt x="222376" y="229245"/>
                  </a:lnTo>
                  <a:lnTo>
                    <a:pt x="224366" y="224305"/>
                  </a:lnTo>
                  <a:lnTo>
                    <a:pt x="226199" y="219305"/>
                  </a:lnTo>
                  <a:lnTo>
                    <a:pt x="227871" y="214249"/>
                  </a:lnTo>
                  <a:lnTo>
                    <a:pt x="229382" y="209142"/>
                  </a:lnTo>
                  <a:lnTo>
                    <a:pt x="230729" y="203990"/>
                  </a:lnTo>
                  <a:lnTo>
                    <a:pt x="231911" y="198798"/>
                  </a:lnTo>
                  <a:lnTo>
                    <a:pt x="232927" y="193570"/>
                  </a:lnTo>
                  <a:lnTo>
                    <a:pt x="233776" y="188313"/>
                  </a:lnTo>
                  <a:lnTo>
                    <a:pt x="234457" y="183031"/>
                  </a:lnTo>
                  <a:lnTo>
                    <a:pt x="234970" y="177731"/>
                  </a:lnTo>
                  <a:lnTo>
                    <a:pt x="235314" y="172416"/>
                  </a:lnTo>
                  <a:lnTo>
                    <a:pt x="235488" y="167094"/>
                  </a:lnTo>
                  <a:lnTo>
                    <a:pt x="235492" y="161768"/>
                  </a:lnTo>
                  <a:lnTo>
                    <a:pt x="235327" y="156445"/>
                  </a:lnTo>
                  <a:lnTo>
                    <a:pt x="234993" y="151131"/>
                  </a:lnTo>
                  <a:lnTo>
                    <a:pt x="234489" y="145829"/>
                  </a:lnTo>
                  <a:lnTo>
                    <a:pt x="233817" y="140546"/>
                  </a:lnTo>
                  <a:lnTo>
                    <a:pt x="232976" y="135287"/>
                  </a:lnTo>
                  <a:lnTo>
                    <a:pt x="231969" y="130058"/>
                  </a:lnTo>
                  <a:lnTo>
                    <a:pt x="230796" y="124864"/>
                  </a:lnTo>
                  <a:lnTo>
                    <a:pt x="229457" y="119709"/>
                  </a:lnTo>
                  <a:lnTo>
                    <a:pt x="227956" y="114600"/>
                  </a:lnTo>
                  <a:lnTo>
                    <a:pt x="226292" y="109541"/>
                  </a:lnTo>
                  <a:lnTo>
                    <a:pt x="224468" y="104538"/>
                  </a:lnTo>
                  <a:lnTo>
                    <a:pt x="222485" y="99595"/>
                  </a:lnTo>
                  <a:lnTo>
                    <a:pt x="220347" y="94718"/>
                  </a:lnTo>
                  <a:lnTo>
                    <a:pt x="218053" y="89912"/>
                  </a:lnTo>
                  <a:lnTo>
                    <a:pt x="215608" y="85181"/>
                  </a:lnTo>
                  <a:lnTo>
                    <a:pt x="213014" y="80530"/>
                  </a:lnTo>
                  <a:lnTo>
                    <a:pt x="210272" y="75965"/>
                  </a:lnTo>
                  <a:lnTo>
                    <a:pt x="207387" y="71489"/>
                  </a:lnTo>
                  <a:lnTo>
                    <a:pt x="204361" y="67107"/>
                  </a:lnTo>
                  <a:lnTo>
                    <a:pt x="201196" y="62824"/>
                  </a:lnTo>
                  <a:lnTo>
                    <a:pt x="197897" y="58643"/>
                  </a:lnTo>
                  <a:lnTo>
                    <a:pt x="194466" y="54570"/>
                  </a:lnTo>
                  <a:lnTo>
                    <a:pt x="190907" y="50609"/>
                  </a:lnTo>
                  <a:lnTo>
                    <a:pt x="187224" y="46762"/>
                  </a:lnTo>
                  <a:lnTo>
                    <a:pt x="183420" y="43035"/>
                  </a:lnTo>
                  <a:lnTo>
                    <a:pt x="179499" y="39432"/>
                  </a:lnTo>
                  <a:lnTo>
                    <a:pt x="175466" y="35954"/>
                  </a:lnTo>
                  <a:lnTo>
                    <a:pt x="171324" y="32607"/>
                  </a:lnTo>
                  <a:lnTo>
                    <a:pt x="167077" y="29394"/>
                  </a:lnTo>
                  <a:lnTo>
                    <a:pt x="162730" y="26317"/>
                  </a:lnTo>
                  <a:lnTo>
                    <a:pt x="158287" y="23381"/>
                  </a:lnTo>
                  <a:lnTo>
                    <a:pt x="153753" y="20588"/>
                  </a:lnTo>
                  <a:lnTo>
                    <a:pt x="149133" y="17940"/>
                  </a:lnTo>
                  <a:lnTo>
                    <a:pt x="144430" y="15441"/>
                  </a:lnTo>
                  <a:lnTo>
                    <a:pt x="139650" y="13093"/>
                  </a:lnTo>
                  <a:lnTo>
                    <a:pt x="134798" y="10898"/>
                  </a:lnTo>
                  <a:lnTo>
                    <a:pt x="129879" y="8859"/>
                  </a:lnTo>
                  <a:lnTo>
                    <a:pt x="124897" y="6978"/>
                  </a:lnTo>
                  <a:lnTo>
                    <a:pt x="119857" y="5257"/>
                  </a:lnTo>
                  <a:lnTo>
                    <a:pt x="114765" y="3697"/>
                  </a:lnTo>
                  <a:lnTo>
                    <a:pt x="109626" y="2299"/>
                  </a:lnTo>
                  <a:lnTo>
                    <a:pt x="104446" y="1067"/>
                  </a:lnTo>
                  <a:lnTo>
                    <a:pt x="99228" y="0"/>
                  </a:lnTo>
                  <a:lnTo>
                    <a:pt x="68344" y="1642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021039" y="1322571"/>
              <a:ext cx="30884" cy="167167"/>
            </a:xfrm>
            <a:custGeom>
              <a:avLst/>
              <a:pathLst>
                <a:path w="30884" h="167167">
                  <a:moveTo>
                    <a:pt x="30884" y="2877"/>
                  </a:moveTo>
                  <a:lnTo>
                    <a:pt x="23221" y="1620"/>
                  </a:lnTo>
                  <a:lnTo>
                    <a:pt x="15509" y="720"/>
                  </a:lnTo>
                  <a:lnTo>
                    <a:pt x="7762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378092" y="1071028"/>
              <a:ext cx="167165" cy="287988"/>
            </a:xfrm>
            <a:custGeom>
              <a:avLst/>
              <a:pathLst>
                <a:path w="167165" h="287988">
                  <a:moveTo>
                    <a:pt x="167165" y="0"/>
                  </a:moveTo>
                  <a:lnTo>
                    <a:pt x="161793" y="86"/>
                  </a:lnTo>
                  <a:lnTo>
                    <a:pt x="156426" y="345"/>
                  </a:lnTo>
                  <a:lnTo>
                    <a:pt x="151071" y="776"/>
                  </a:lnTo>
                  <a:lnTo>
                    <a:pt x="145732" y="1379"/>
                  </a:lnTo>
                  <a:lnTo>
                    <a:pt x="140415" y="2154"/>
                  </a:lnTo>
                  <a:lnTo>
                    <a:pt x="135125" y="3099"/>
                  </a:lnTo>
                  <a:lnTo>
                    <a:pt x="129869" y="4213"/>
                  </a:lnTo>
                  <a:lnTo>
                    <a:pt x="124652" y="5496"/>
                  </a:lnTo>
                  <a:lnTo>
                    <a:pt x="119478" y="6946"/>
                  </a:lnTo>
                  <a:lnTo>
                    <a:pt x="114353" y="8561"/>
                  </a:lnTo>
                  <a:lnTo>
                    <a:pt x="109284" y="10340"/>
                  </a:lnTo>
                  <a:lnTo>
                    <a:pt x="104273" y="12281"/>
                  </a:lnTo>
                  <a:lnTo>
                    <a:pt x="99328" y="14383"/>
                  </a:lnTo>
                  <a:lnTo>
                    <a:pt x="94453" y="16642"/>
                  </a:lnTo>
                  <a:lnTo>
                    <a:pt x="89653" y="19056"/>
                  </a:lnTo>
                  <a:lnTo>
                    <a:pt x="84934" y="21624"/>
                  </a:lnTo>
                  <a:lnTo>
                    <a:pt x="80299" y="24341"/>
                  </a:lnTo>
                  <a:lnTo>
                    <a:pt x="75753" y="27207"/>
                  </a:lnTo>
                  <a:lnTo>
                    <a:pt x="71303" y="30217"/>
                  </a:lnTo>
                  <a:lnTo>
                    <a:pt x="66951" y="33368"/>
                  </a:lnTo>
                  <a:lnTo>
                    <a:pt x="62703" y="36658"/>
                  </a:lnTo>
                  <a:lnTo>
                    <a:pt x="58563" y="40083"/>
                  </a:lnTo>
                  <a:lnTo>
                    <a:pt x="54535" y="43639"/>
                  </a:lnTo>
                  <a:lnTo>
                    <a:pt x="50623" y="47322"/>
                  </a:lnTo>
                  <a:lnTo>
                    <a:pt x="46832" y="51129"/>
                  </a:lnTo>
                  <a:lnTo>
                    <a:pt x="43165" y="55057"/>
                  </a:lnTo>
                  <a:lnTo>
                    <a:pt x="39626" y="59100"/>
                  </a:lnTo>
                  <a:lnTo>
                    <a:pt x="36219" y="63254"/>
                  </a:lnTo>
                  <a:lnTo>
                    <a:pt x="32947" y="67516"/>
                  </a:lnTo>
                  <a:lnTo>
                    <a:pt x="29814" y="71881"/>
                  </a:lnTo>
                  <a:lnTo>
                    <a:pt x="26822" y="76344"/>
                  </a:lnTo>
                  <a:lnTo>
                    <a:pt x="23976" y="80901"/>
                  </a:lnTo>
                  <a:lnTo>
                    <a:pt x="21278" y="85548"/>
                  </a:lnTo>
                  <a:lnTo>
                    <a:pt x="18730" y="90278"/>
                  </a:lnTo>
                  <a:lnTo>
                    <a:pt x="16336" y="95088"/>
                  </a:lnTo>
                  <a:lnTo>
                    <a:pt x="14097" y="99973"/>
                  </a:lnTo>
                  <a:lnTo>
                    <a:pt x="12017" y="104927"/>
                  </a:lnTo>
                  <a:lnTo>
                    <a:pt x="10097" y="109945"/>
                  </a:lnTo>
                  <a:lnTo>
                    <a:pt x="8339" y="115022"/>
                  </a:lnTo>
                  <a:lnTo>
                    <a:pt x="6745" y="120154"/>
                  </a:lnTo>
                  <a:lnTo>
                    <a:pt x="5317" y="125333"/>
                  </a:lnTo>
                  <a:lnTo>
                    <a:pt x="4056" y="130556"/>
                  </a:lnTo>
                  <a:lnTo>
                    <a:pt x="2964" y="135817"/>
                  </a:lnTo>
                  <a:lnTo>
                    <a:pt x="2041" y="141110"/>
                  </a:lnTo>
                  <a:lnTo>
                    <a:pt x="1289" y="146431"/>
                  </a:lnTo>
                  <a:lnTo>
                    <a:pt x="708" y="151772"/>
                  </a:lnTo>
                  <a:lnTo>
                    <a:pt x="300" y="157129"/>
                  </a:lnTo>
                  <a:lnTo>
                    <a:pt x="63" y="162497"/>
                  </a:lnTo>
                  <a:lnTo>
                    <a:pt x="0" y="167870"/>
                  </a:lnTo>
                  <a:lnTo>
                    <a:pt x="108" y="173242"/>
                  </a:lnTo>
                  <a:lnTo>
                    <a:pt x="390" y="178607"/>
                  </a:lnTo>
                  <a:lnTo>
                    <a:pt x="844" y="183961"/>
                  </a:lnTo>
                  <a:lnTo>
                    <a:pt x="1469" y="189298"/>
                  </a:lnTo>
                  <a:lnTo>
                    <a:pt x="2266" y="194611"/>
                  </a:lnTo>
                  <a:lnTo>
                    <a:pt x="3233" y="199897"/>
                  </a:lnTo>
                  <a:lnTo>
                    <a:pt x="4370" y="205148"/>
                  </a:lnTo>
                  <a:lnTo>
                    <a:pt x="5675" y="210360"/>
                  </a:lnTo>
                  <a:lnTo>
                    <a:pt x="7146" y="215528"/>
                  </a:lnTo>
                  <a:lnTo>
                    <a:pt x="8783" y="220645"/>
                  </a:lnTo>
                  <a:lnTo>
                    <a:pt x="10583" y="225708"/>
                  </a:lnTo>
                  <a:lnTo>
                    <a:pt x="12546" y="230710"/>
                  </a:lnTo>
                  <a:lnTo>
                    <a:pt x="14668" y="235646"/>
                  </a:lnTo>
                  <a:lnTo>
                    <a:pt x="16947" y="240511"/>
                  </a:lnTo>
                  <a:lnTo>
                    <a:pt x="19382" y="245301"/>
                  </a:lnTo>
                  <a:lnTo>
                    <a:pt x="21969" y="250010"/>
                  </a:lnTo>
                  <a:lnTo>
                    <a:pt x="24707" y="254634"/>
                  </a:lnTo>
                  <a:lnTo>
                    <a:pt x="27591" y="259167"/>
                  </a:lnTo>
                  <a:lnTo>
                    <a:pt x="30620" y="263605"/>
                  </a:lnTo>
                  <a:lnTo>
                    <a:pt x="33790" y="267943"/>
                  </a:lnTo>
                  <a:lnTo>
                    <a:pt x="37097" y="272177"/>
                  </a:lnTo>
                  <a:lnTo>
                    <a:pt x="40539" y="276303"/>
                  </a:lnTo>
                  <a:lnTo>
                    <a:pt x="44112" y="280316"/>
                  </a:lnTo>
                  <a:lnTo>
                    <a:pt x="47812" y="284212"/>
                  </a:lnTo>
                  <a:lnTo>
                    <a:pt x="51635" y="287988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9728" y="1238196"/>
              <a:ext cx="115530" cy="120820"/>
            </a:xfrm>
            <a:custGeom>
              <a:avLst/>
              <a:pathLst>
                <a:path w="115530" h="120820">
                  <a:moveTo>
                    <a:pt x="0" y="120820"/>
                  </a:moveTo>
                  <a:lnTo>
                    <a:pt x="11553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9728" y="1113594"/>
              <a:ext cx="282677" cy="291768"/>
            </a:xfrm>
            <a:custGeom>
              <a:avLst/>
              <a:pathLst>
                <a:path w="282677" h="291768">
                  <a:moveTo>
                    <a:pt x="0" y="245422"/>
                  </a:moveTo>
                  <a:lnTo>
                    <a:pt x="3893" y="249028"/>
                  </a:lnTo>
                  <a:lnTo>
                    <a:pt x="7899" y="252509"/>
                  </a:lnTo>
                  <a:lnTo>
                    <a:pt x="12014" y="255862"/>
                  </a:lnTo>
                  <a:lnTo>
                    <a:pt x="16232" y="259081"/>
                  </a:lnTo>
                  <a:lnTo>
                    <a:pt x="20551" y="262166"/>
                  </a:lnTo>
                  <a:lnTo>
                    <a:pt x="24966" y="265111"/>
                  </a:lnTo>
                  <a:lnTo>
                    <a:pt x="29472" y="267915"/>
                  </a:lnTo>
                  <a:lnTo>
                    <a:pt x="34065" y="270575"/>
                  </a:lnTo>
                  <a:lnTo>
                    <a:pt x="38740" y="273087"/>
                  </a:lnTo>
                  <a:lnTo>
                    <a:pt x="43492" y="275450"/>
                  </a:lnTo>
                  <a:lnTo>
                    <a:pt x="48317" y="277661"/>
                  </a:lnTo>
                  <a:lnTo>
                    <a:pt x="53209" y="279717"/>
                  </a:lnTo>
                  <a:lnTo>
                    <a:pt x="58164" y="281617"/>
                  </a:lnTo>
                  <a:lnTo>
                    <a:pt x="63178" y="283359"/>
                  </a:lnTo>
                  <a:lnTo>
                    <a:pt x="68244" y="284941"/>
                  </a:lnTo>
                  <a:lnTo>
                    <a:pt x="73357" y="286361"/>
                  </a:lnTo>
                  <a:lnTo>
                    <a:pt x="78513" y="287619"/>
                  </a:lnTo>
                  <a:lnTo>
                    <a:pt x="83707" y="288711"/>
                  </a:lnTo>
                  <a:lnTo>
                    <a:pt x="88932" y="289639"/>
                  </a:lnTo>
                  <a:lnTo>
                    <a:pt x="94185" y="290400"/>
                  </a:lnTo>
                  <a:lnTo>
                    <a:pt x="99458" y="290994"/>
                  </a:lnTo>
                  <a:lnTo>
                    <a:pt x="104749" y="291420"/>
                  </a:lnTo>
                  <a:lnTo>
                    <a:pt x="110049" y="291679"/>
                  </a:lnTo>
                  <a:lnTo>
                    <a:pt x="115356" y="291768"/>
                  </a:lnTo>
                  <a:lnTo>
                    <a:pt x="120662" y="291690"/>
                  </a:lnTo>
                  <a:lnTo>
                    <a:pt x="125964" y="291443"/>
                  </a:lnTo>
                  <a:lnTo>
                    <a:pt x="131255" y="291027"/>
                  </a:lnTo>
                  <a:lnTo>
                    <a:pt x="136530" y="290444"/>
                  </a:lnTo>
                  <a:lnTo>
                    <a:pt x="141784" y="289694"/>
                  </a:lnTo>
                  <a:lnTo>
                    <a:pt x="147011" y="288777"/>
                  </a:lnTo>
                  <a:lnTo>
                    <a:pt x="152207" y="287695"/>
                  </a:lnTo>
                  <a:lnTo>
                    <a:pt x="157366" y="286449"/>
                  </a:lnTo>
                  <a:lnTo>
                    <a:pt x="162482" y="285039"/>
                  </a:lnTo>
                  <a:lnTo>
                    <a:pt x="167551" y="283468"/>
                  </a:lnTo>
                  <a:lnTo>
                    <a:pt x="172568" y="281737"/>
                  </a:lnTo>
                  <a:lnTo>
                    <a:pt x="177528" y="279847"/>
                  </a:lnTo>
                  <a:lnTo>
                    <a:pt x="182424" y="277801"/>
                  </a:lnTo>
                  <a:lnTo>
                    <a:pt x="187254" y="275600"/>
                  </a:lnTo>
                  <a:lnTo>
                    <a:pt x="192011" y="273247"/>
                  </a:lnTo>
                  <a:lnTo>
                    <a:pt x="196691" y="270744"/>
                  </a:lnTo>
                  <a:lnTo>
                    <a:pt x="201289" y="268094"/>
                  </a:lnTo>
                  <a:lnTo>
                    <a:pt x="205801" y="265300"/>
                  </a:lnTo>
                  <a:lnTo>
                    <a:pt x="210222" y="262363"/>
                  </a:lnTo>
                  <a:lnTo>
                    <a:pt x="214547" y="259288"/>
                  </a:lnTo>
                  <a:lnTo>
                    <a:pt x="218773" y="256077"/>
                  </a:lnTo>
                  <a:lnTo>
                    <a:pt x="222894" y="252733"/>
                  </a:lnTo>
                  <a:lnTo>
                    <a:pt x="226907" y="249261"/>
                  </a:lnTo>
                  <a:lnTo>
                    <a:pt x="230809" y="245662"/>
                  </a:lnTo>
                  <a:lnTo>
                    <a:pt x="234593" y="241942"/>
                  </a:lnTo>
                  <a:lnTo>
                    <a:pt x="238258" y="238103"/>
                  </a:lnTo>
                  <a:lnTo>
                    <a:pt x="241799" y="234150"/>
                  </a:lnTo>
                  <a:lnTo>
                    <a:pt x="245213" y="230087"/>
                  </a:lnTo>
                  <a:lnTo>
                    <a:pt x="248496" y="225917"/>
                  </a:lnTo>
                  <a:lnTo>
                    <a:pt x="251645" y="221645"/>
                  </a:lnTo>
                  <a:lnTo>
                    <a:pt x="254657" y="217275"/>
                  </a:lnTo>
                  <a:lnTo>
                    <a:pt x="257529" y="212812"/>
                  </a:lnTo>
                  <a:lnTo>
                    <a:pt x="260258" y="208260"/>
                  </a:lnTo>
                  <a:lnTo>
                    <a:pt x="262840" y="203624"/>
                  </a:lnTo>
                  <a:lnTo>
                    <a:pt x="265275" y="198908"/>
                  </a:lnTo>
                  <a:lnTo>
                    <a:pt x="267558" y="194117"/>
                  </a:lnTo>
                  <a:lnTo>
                    <a:pt x="269688" y="189256"/>
                  </a:lnTo>
                  <a:lnTo>
                    <a:pt x="271663" y="184330"/>
                  </a:lnTo>
                  <a:lnTo>
                    <a:pt x="273480" y="179343"/>
                  </a:lnTo>
                  <a:lnTo>
                    <a:pt x="275138" y="174302"/>
                  </a:lnTo>
                  <a:lnTo>
                    <a:pt x="276635" y="169210"/>
                  </a:lnTo>
                  <a:lnTo>
                    <a:pt x="277970" y="164074"/>
                  </a:lnTo>
                  <a:lnTo>
                    <a:pt x="279141" y="158897"/>
                  </a:lnTo>
                  <a:lnTo>
                    <a:pt x="280148" y="153687"/>
                  </a:lnTo>
                  <a:lnTo>
                    <a:pt x="280988" y="148446"/>
                  </a:lnTo>
                  <a:lnTo>
                    <a:pt x="281662" y="143182"/>
                  </a:lnTo>
                  <a:lnTo>
                    <a:pt x="282168" y="137899"/>
                  </a:lnTo>
                  <a:lnTo>
                    <a:pt x="282506" y="132603"/>
                  </a:lnTo>
                  <a:lnTo>
                    <a:pt x="282676" y="127298"/>
                  </a:lnTo>
                  <a:lnTo>
                    <a:pt x="282677" y="121991"/>
                  </a:lnTo>
                  <a:lnTo>
                    <a:pt x="282510" y="116686"/>
                  </a:lnTo>
                  <a:lnTo>
                    <a:pt x="282175" y="111390"/>
                  </a:lnTo>
                  <a:lnTo>
                    <a:pt x="281671" y="106107"/>
                  </a:lnTo>
                  <a:lnTo>
                    <a:pt x="281000" y="100842"/>
                  </a:lnTo>
                  <a:lnTo>
                    <a:pt x="280163" y="95601"/>
                  </a:lnTo>
                  <a:lnTo>
                    <a:pt x="279159" y="90390"/>
                  </a:lnTo>
                  <a:lnTo>
                    <a:pt x="277991" y="85213"/>
                  </a:lnTo>
                  <a:lnTo>
                    <a:pt x="276659" y="80076"/>
                  </a:lnTo>
                  <a:lnTo>
                    <a:pt x="275164" y="74983"/>
                  </a:lnTo>
                  <a:lnTo>
                    <a:pt x="273509" y="69941"/>
                  </a:lnTo>
                  <a:lnTo>
                    <a:pt x="271694" y="64954"/>
                  </a:lnTo>
                  <a:lnTo>
                    <a:pt x="269722" y="60026"/>
                  </a:lnTo>
                  <a:lnTo>
                    <a:pt x="267594" y="55164"/>
                  </a:lnTo>
                  <a:lnTo>
                    <a:pt x="265313" y="50372"/>
                  </a:lnTo>
                  <a:lnTo>
                    <a:pt x="262882" y="45655"/>
                  </a:lnTo>
                  <a:lnTo>
                    <a:pt x="260301" y="41017"/>
                  </a:lnTo>
                  <a:lnTo>
                    <a:pt x="257575" y="36464"/>
                  </a:lnTo>
                  <a:lnTo>
                    <a:pt x="254706" y="31999"/>
                  </a:lnTo>
                  <a:lnTo>
                    <a:pt x="251696" y="27628"/>
                  </a:lnTo>
                  <a:lnTo>
                    <a:pt x="248549" y="23354"/>
                  </a:lnTo>
                  <a:lnTo>
                    <a:pt x="245268" y="19183"/>
                  </a:lnTo>
                  <a:lnTo>
                    <a:pt x="241856" y="15118"/>
                  </a:lnTo>
                  <a:lnTo>
                    <a:pt x="238317" y="11163"/>
                  </a:lnTo>
                  <a:lnTo>
                    <a:pt x="234654" y="7322"/>
                  </a:lnTo>
                  <a:lnTo>
                    <a:pt x="230872" y="3600"/>
                  </a:lnTo>
                  <a:lnTo>
                    <a:pt x="226972" y="0"/>
                  </a:lnTo>
                  <a:lnTo>
                    <a:pt x="115530" y="1246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45258" y="1071028"/>
              <a:ext cx="111442" cy="167167"/>
            </a:xfrm>
            <a:custGeom>
              <a:avLst/>
              <a:pathLst>
                <a:path w="111442" h="167167">
                  <a:moveTo>
                    <a:pt x="111442" y="42565"/>
                  </a:moveTo>
                  <a:lnTo>
                    <a:pt x="107249" y="38938"/>
                  </a:lnTo>
                  <a:lnTo>
                    <a:pt x="102937" y="35452"/>
                  </a:lnTo>
                  <a:lnTo>
                    <a:pt x="98513" y="32111"/>
                  </a:lnTo>
                  <a:lnTo>
                    <a:pt x="93980" y="28918"/>
                  </a:lnTo>
                  <a:lnTo>
                    <a:pt x="89343" y="25878"/>
                  </a:lnTo>
                  <a:lnTo>
                    <a:pt x="84609" y="22993"/>
                  </a:lnTo>
                  <a:lnTo>
                    <a:pt x="79781" y="20266"/>
                  </a:lnTo>
                  <a:lnTo>
                    <a:pt x="74865" y="17701"/>
                  </a:lnTo>
                  <a:lnTo>
                    <a:pt x="69868" y="15301"/>
                  </a:lnTo>
                  <a:lnTo>
                    <a:pt x="64793" y="13067"/>
                  </a:lnTo>
                  <a:lnTo>
                    <a:pt x="59647" y="11003"/>
                  </a:lnTo>
                  <a:lnTo>
                    <a:pt x="54435" y="9111"/>
                  </a:lnTo>
                  <a:lnTo>
                    <a:pt x="49164" y="7393"/>
                  </a:lnTo>
                  <a:lnTo>
                    <a:pt x="43838" y="5850"/>
                  </a:lnTo>
                  <a:lnTo>
                    <a:pt x="38465" y="4485"/>
                  </a:lnTo>
                  <a:lnTo>
                    <a:pt x="33048" y="3299"/>
                  </a:lnTo>
                  <a:lnTo>
                    <a:pt x="27596" y="2293"/>
                  </a:lnTo>
                  <a:lnTo>
                    <a:pt x="22113" y="1469"/>
                  </a:lnTo>
                  <a:lnTo>
                    <a:pt x="16606" y="826"/>
                  </a:lnTo>
                  <a:lnTo>
                    <a:pt x="11081" y="367"/>
                  </a:lnTo>
                  <a:lnTo>
                    <a:pt x="554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4940847" y="941493"/>
              <a:ext cx="82696" cy="167167"/>
            </a:xfrm>
            <a:custGeom>
              <a:avLst/>
              <a:pathLst>
                <a:path w="82696" h="167167">
                  <a:moveTo>
                    <a:pt x="82696" y="0"/>
                  </a:moveTo>
                  <a:lnTo>
                    <a:pt x="76930" y="99"/>
                  </a:lnTo>
                  <a:lnTo>
                    <a:pt x="71171" y="397"/>
                  </a:lnTo>
                  <a:lnTo>
                    <a:pt x="65426" y="894"/>
                  </a:lnTo>
                  <a:lnTo>
                    <a:pt x="59701" y="1589"/>
                  </a:lnTo>
                  <a:lnTo>
                    <a:pt x="54003" y="2480"/>
                  </a:lnTo>
                  <a:lnTo>
                    <a:pt x="48340" y="3568"/>
                  </a:lnTo>
                  <a:lnTo>
                    <a:pt x="42718" y="4850"/>
                  </a:lnTo>
                  <a:lnTo>
                    <a:pt x="37143" y="6326"/>
                  </a:lnTo>
                  <a:lnTo>
                    <a:pt x="31622" y="7993"/>
                  </a:lnTo>
                  <a:lnTo>
                    <a:pt x="26163" y="9849"/>
                  </a:lnTo>
                  <a:lnTo>
                    <a:pt x="20770" y="11893"/>
                  </a:lnTo>
                  <a:lnTo>
                    <a:pt x="15451" y="14121"/>
                  </a:lnTo>
                  <a:lnTo>
                    <a:pt x="10212" y="16531"/>
                  </a:lnTo>
                  <a:lnTo>
                    <a:pt x="5060" y="19121"/>
                  </a:lnTo>
                  <a:lnTo>
                    <a:pt x="0" y="21887"/>
                  </a:lnTo>
                  <a:lnTo>
                    <a:pt x="8269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0847" y="963380"/>
              <a:ext cx="82696" cy="145279"/>
            </a:xfrm>
            <a:custGeom>
              <a:avLst/>
              <a:pathLst>
                <a:path w="82696" h="145279">
                  <a:moveTo>
                    <a:pt x="0" y="0"/>
                  </a:moveTo>
                  <a:lnTo>
                    <a:pt x="82696" y="1452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856378" y="949027"/>
              <a:ext cx="334332" cy="326786"/>
            </a:xfrm>
            <a:custGeom>
              <a:avLst/>
              <a:pathLst>
                <a:path w="334332" h="326786">
                  <a:moveTo>
                    <a:pt x="84468" y="14353"/>
                  </a:moveTo>
                  <a:lnTo>
                    <a:pt x="79895" y="17053"/>
                  </a:lnTo>
                  <a:lnTo>
                    <a:pt x="75411" y="19897"/>
                  </a:lnTo>
                  <a:lnTo>
                    <a:pt x="71018" y="22882"/>
                  </a:lnTo>
                  <a:lnTo>
                    <a:pt x="66723" y="26005"/>
                  </a:lnTo>
                  <a:lnTo>
                    <a:pt x="62529" y="29262"/>
                  </a:lnTo>
                  <a:lnTo>
                    <a:pt x="58441" y="32652"/>
                  </a:lnTo>
                  <a:lnTo>
                    <a:pt x="54462" y="36169"/>
                  </a:lnTo>
                  <a:lnTo>
                    <a:pt x="50598" y="39812"/>
                  </a:lnTo>
                  <a:lnTo>
                    <a:pt x="46850" y="43575"/>
                  </a:lnTo>
                  <a:lnTo>
                    <a:pt x="43225" y="47455"/>
                  </a:lnTo>
                  <a:lnTo>
                    <a:pt x="39724" y="51448"/>
                  </a:lnTo>
                  <a:lnTo>
                    <a:pt x="36352" y="55551"/>
                  </a:lnTo>
                  <a:lnTo>
                    <a:pt x="33112" y="59759"/>
                  </a:lnTo>
                  <a:lnTo>
                    <a:pt x="30007" y="64067"/>
                  </a:lnTo>
                  <a:lnTo>
                    <a:pt x="27041" y="68472"/>
                  </a:lnTo>
                  <a:lnTo>
                    <a:pt x="24216" y="72969"/>
                  </a:lnTo>
                  <a:lnTo>
                    <a:pt x="21535" y="77553"/>
                  </a:lnTo>
                  <a:lnTo>
                    <a:pt x="19002" y="82220"/>
                  </a:lnTo>
                  <a:lnTo>
                    <a:pt x="16617" y="86966"/>
                  </a:lnTo>
                  <a:lnTo>
                    <a:pt x="14385" y="91784"/>
                  </a:lnTo>
                  <a:lnTo>
                    <a:pt x="12307" y="96672"/>
                  </a:lnTo>
                  <a:lnTo>
                    <a:pt x="10386" y="101622"/>
                  </a:lnTo>
                  <a:lnTo>
                    <a:pt x="8622" y="106631"/>
                  </a:lnTo>
                  <a:lnTo>
                    <a:pt x="7018" y="111694"/>
                  </a:lnTo>
                  <a:lnTo>
                    <a:pt x="5577" y="116805"/>
                  </a:lnTo>
                  <a:lnTo>
                    <a:pt x="4298" y="121960"/>
                  </a:lnTo>
                  <a:lnTo>
                    <a:pt x="3183" y="127152"/>
                  </a:lnTo>
                  <a:lnTo>
                    <a:pt x="2234" y="132377"/>
                  </a:lnTo>
                  <a:lnTo>
                    <a:pt x="1452" y="137630"/>
                  </a:lnTo>
                  <a:lnTo>
                    <a:pt x="837" y="142904"/>
                  </a:lnTo>
                  <a:lnTo>
                    <a:pt x="389" y="148196"/>
                  </a:lnTo>
                  <a:lnTo>
                    <a:pt x="110" y="153499"/>
                  </a:lnTo>
                  <a:lnTo>
                    <a:pt x="0" y="158809"/>
                  </a:lnTo>
                  <a:lnTo>
                    <a:pt x="58" y="164119"/>
                  </a:lnTo>
                  <a:lnTo>
                    <a:pt x="285" y="169425"/>
                  </a:lnTo>
                  <a:lnTo>
                    <a:pt x="680" y="174721"/>
                  </a:lnTo>
                  <a:lnTo>
                    <a:pt x="1243" y="180001"/>
                  </a:lnTo>
                  <a:lnTo>
                    <a:pt x="1974" y="185261"/>
                  </a:lnTo>
                  <a:lnTo>
                    <a:pt x="2871" y="190495"/>
                  </a:lnTo>
                  <a:lnTo>
                    <a:pt x="3934" y="195698"/>
                  </a:lnTo>
                  <a:lnTo>
                    <a:pt x="5162" y="200865"/>
                  </a:lnTo>
                  <a:lnTo>
                    <a:pt x="6554" y="205990"/>
                  </a:lnTo>
                  <a:lnTo>
                    <a:pt x="8107" y="211068"/>
                  </a:lnTo>
                  <a:lnTo>
                    <a:pt x="9821" y="216095"/>
                  </a:lnTo>
                  <a:lnTo>
                    <a:pt x="11694" y="221064"/>
                  </a:lnTo>
                  <a:lnTo>
                    <a:pt x="13724" y="225971"/>
                  </a:lnTo>
                  <a:lnTo>
                    <a:pt x="15909" y="230812"/>
                  </a:lnTo>
                  <a:lnTo>
                    <a:pt x="18246" y="235580"/>
                  </a:lnTo>
                  <a:lnTo>
                    <a:pt x="20734" y="240272"/>
                  </a:lnTo>
                  <a:lnTo>
                    <a:pt x="23369" y="244883"/>
                  </a:lnTo>
                  <a:lnTo>
                    <a:pt x="26149" y="249407"/>
                  </a:lnTo>
                  <a:lnTo>
                    <a:pt x="29072" y="253841"/>
                  </a:lnTo>
                  <a:lnTo>
                    <a:pt x="32134" y="258180"/>
                  </a:lnTo>
                  <a:lnTo>
                    <a:pt x="35333" y="262420"/>
                  </a:lnTo>
                  <a:lnTo>
                    <a:pt x="38664" y="266555"/>
                  </a:lnTo>
                  <a:lnTo>
                    <a:pt x="42125" y="270583"/>
                  </a:lnTo>
                  <a:lnTo>
                    <a:pt x="45713" y="274499"/>
                  </a:lnTo>
                  <a:lnTo>
                    <a:pt x="49423" y="278299"/>
                  </a:lnTo>
                  <a:lnTo>
                    <a:pt x="53251" y="281979"/>
                  </a:lnTo>
                  <a:lnTo>
                    <a:pt x="57195" y="285535"/>
                  </a:lnTo>
                  <a:lnTo>
                    <a:pt x="61250" y="288965"/>
                  </a:lnTo>
                  <a:lnTo>
                    <a:pt x="65411" y="292264"/>
                  </a:lnTo>
                  <a:lnTo>
                    <a:pt x="69675" y="295429"/>
                  </a:lnTo>
                  <a:lnTo>
                    <a:pt x="74038" y="298457"/>
                  </a:lnTo>
                  <a:lnTo>
                    <a:pt x="78495" y="301345"/>
                  </a:lnTo>
                  <a:lnTo>
                    <a:pt x="83041" y="304090"/>
                  </a:lnTo>
                  <a:lnTo>
                    <a:pt x="87672" y="306689"/>
                  </a:lnTo>
                  <a:lnTo>
                    <a:pt x="92383" y="309140"/>
                  </a:lnTo>
                  <a:lnTo>
                    <a:pt x="97170" y="311440"/>
                  </a:lnTo>
                  <a:lnTo>
                    <a:pt x="102027" y="313587"/>
                  </a:lnTo>
                  <a:lnTo>
                    <a:pt x="106950" y="315578"/>
                  </a:lnTo>
                  <a:lnTo>
                    <a:pt x="111934" y="317412"/>
                  </a:lnTo>
                  <a:lnTo>
                    <a:pt x="116974" y="319087"/>
                  </a:lnTo>
                  <a:lnTo>
                    <a:pt x="122064" y="320601"/>
                  </a:lnTo>
                  <a:lnTo>
                    <a:pt x="127200" y="321952"/>
                  </a:lnTo>
                  <a:lnTo>
                    <a:pt x="132376" y="323140"/>
                  </a:lnTo>
                  <a:lnTo>
                    <a:pt x="137587" y="324162"/>
                  </a:lnTo>
                  <a:lnTo>
                    <a:pt x="142828" y="325019"/>
                  </a:lnTo>
                  <a:lnTo>
                    <a:pt x="148094" y="325708"/>
                  </a:lnTo>
                  <a:lnTo>
                    <a:pt x="153378" y="326230"/>
                  </a:lnTo>
                  <a:lnTo>
                    <a:pt x="158677" y="326584"/>
                  </a:lnTo>
                  <a:lnTo>
                    <a:pt x="163985" y="326770"/>
                  </a:lnTo>
                  <a:lnTo>
                    <a:pt x="169295" y="326786"/>
                  </a:lnTo>
                  <a:lnTo>
                    <a:pt x="174603" y="326634"/>
                  </a:lnTo>
                  <a:lnTo>
                    <a:pt x="179904" y="326314"/>
                  </a:lnTo>
                  <a:lnTo>
                    <a:pt x="185192" y="325825"/>
                  </a:lnTo>
                  <a:lnTo>
                    <a:pt x="190462" y="325168"/>
                  </a:lnTo>
                  <a:lnTo>
                    <a:pt x="195709" y="324345"/>
                  </a:lnTo>
                  <a:lnTo>
                    <a:pt x="200926" y="323355"/>
                  </a:lnTo>
                  <a:lnTo>
                    <a:pt x="206110" y="322200"/>
                  </a:lnTo>
                  <a:lnTo>
                    <a:pt x="211254" y="320881"/>
                  </a:lnTo>
                  <a:lnTo>
                    <a:pt x="216353" y="319399"/>
                  </a:lnTo>
                  <a:lnTo>
                    <a:pt x="221403" y="317756"/>
                  </a:lnTo>
                  <a:lnTo>
                    <a:pt x="226399" y="315954"/>
                  </a:lnTo>
                  <a:lnTo>
                    <a:pt x="231334" y="313993"/>
                  </a:lnTo>
                  <a:lnTo>
                    <a:pt x="236205" y="311877"/>
                  </a:lnTo>
                  <a:lnTo>
                    <a:pt x="241006" y="309607"/>
                  </a:lnTo>
                  <a:lnTo>
                    <a:pt x="245732" y="307186"/>
                  </a:lnTo>
                  <a:lnTo>
                    <a:pt x="250380" y="304616"/>
                  </a:lnTo>
                  <a:lnTo>
                    <a:pt x="254943" y="301900"/>
                  </a:lnTo>
                  <a:lnTo>
                    <a:pt x="259418" y="299040"/>
                  </a:lnTo>
                  <a:lnTo>
                    <a:pt x="263799" y="296039"/>
                  </a:lnTo>
                  <a:lnTo>
                    <a:pt x="268083" y="292901"/>
                  </a:lnTo>
                  <a:lnTo>
                    <a:pt x="272265" y="289628"/>
                  </a:lnTo>
                  <a:lnTo>
                    <a:pt x="276342" y="286224"/>
                  </a:lnTo>
                  <a:lnTo>
                    <a:pt x="280308" y="282692"/>
                  </a:lnTo>
                  <a:lnTo>
                    <a:pt x="284159" y="279036"/>
                  </a:lnTo>
                  <a:lnTo>
                    <a:pt x="287893" y="275260"/>
                  </a:lnTo>
                  <a:lnTo>
                    <a:pt x="291505" y="271366"/>
                  </a:lnTo>
                  <a:lnTo>
                    <a:pt x="294991" y="267361"/>
                  </a:lnTo>
                  <a:lnTo>
                    <a:pt x="298349" y="263246"/>
                  </a:lnTo>
                  <a:lnTo>
                    <a:pt x="301574" y="259027"/>
                  </a:lnTo>
                  <a:lnTo>
                    <a:pt x="304663" y="254707"/>
                  </a:lnTo>
                  <a:lnTo>
                    <a:pt x="307614" y="250292"/>
                  </a:lnTo>
                  <a:lnTo>
                    <a:pt x="310422" y="245785"/>
                  </a:lnTo>
                  <a:lnTo>
                    <a:pt x="313087" y="241191"/>
                  </a:lnTo>
                  <a:lnTo>
                    <a:pt x="315604" y="236515"/>
                  </a:lnTo>
                  <a:lnTo>
                    <a:pt x="317971" y="231761"/>
                  </a:lnTo>
                  <a:lnTo>
                    <a:pt x="320186" y="226934"/>
                  </a:lnTo>
                  <a:lnTo>
                    <a:pt x="322246" y="222040"/>
                  </a:lnTo>
                  <a:lnTo>
                    <a:pt x="324150" y="217082"/>
                  </a:lnTo>
                  <a:lnTo>
                    <a:pt x="325896" y="212067"/>
                  </a:lnTo>
                  <a:lnTo>
                    <a:pt x="327482" y="206998"/>
                  </a:lnTo>
                  <a:lnTo>
                    <a:pt x="328905" y="201882"/>
                  </a:lnTo>
                  <a:lnTo>
                    <a:pt x="330166" y="196723"/>
                  </a:lnTo>
                  <a:lnTo>
                    <a:pt x="331261" y="191527"/>
                  </a:lnTo>
                  <a:lnTo>
                    <a:pt x="332192" y="186299"/>
                  </a:lnTo>
                  <a:lnTo>
                    <a:pt x="332956" y="181043"/>
                  </a:lnTo>
                  <a:lnTo>
                    <a:pt x="333552" y="175766"/>
                  </a:lnTo>
                  <a:lnTo>
                    <a:pt x="333980" y="170473"/>
                  </a:lnTo>
                  <a:lnTo>
                    <a:pt x="334241" y="165169"/>
                  </a:lnTo>
                  <a:lnTo>
                    <a:pt x="334332" y="159859"/>
                  </a:lnTo>
                  <a:lnTo>
                    <a:pt x="334255" y="154549"/>
                  </a:lnTo>
                  <a:lnTo>
                    <a:pt x="334009" y="149244"/>
                  </a:lnTo>
                  <a:lnTo>
                    <a:pt x="333595" y="143950"/>
                  </a:lnTo>
                  <a:lnTo>
                    <a:pt x="333013" y="138671"/>
                  </a:lnTo>
                  <a:lnTo>
                    <a:pt x="332263" y="133414"/>
                  </a:lnTo>
                  <a:lnTo>
                    <a:pt x="331347" y="128183"/>
                  </a:lnTo>
                  <a:lnTo>
                    <a:pt x="330266" y="122984"/>
                  </a:lnTo>
                  <a:lnTo>
                    <a:pt x="329019" y="117821"/>
                  </a:lnTo>
                  <a:lnTo>
                    <a:pt x="327609" y="112701"/>
                  </a:lnTo>
                  <a:lnTo>
                    <a:pt x="326038" y="107629"/>
                  </a:lnTo>
                  <a:lnTo>
                    <a:pt x="324306" y="102608"/>
                  </a:lnTo>
                  <a:lnTo>
                    <a:pt x="322415" y="97646"/>
                  </a:lnTo>
                  <a:lnTo>
                    <a:pt x="320368" y="92746"/>
                  </a:lnTo>
                  <a:lnTo>
                    <a:pt x="318166" y="87913"/>
                  </a:lnTo>
                  <a:lnTo>
                    <a:pt x="315812" y="83153"/>
                  </a:lnTo>
                  <a:lnTo>
                    <a:pt x="313307" y="78470"/>
                  </a:lnTo>
                  <a:lnTo>
                    <a:pt x="310656" y="73869"/>
                  </a:lnTo>
                  <a:lnTo>
                    <a:pt x="307859" y="69354"/>
                  </a:lnTo>
                  <a:lnTo>
                    <a:pt x="304920" y="64931"/>
                  </a:lnTo>
                  <a:lnTo>
                    <a:pt x="301843" y="60603"/>
                  </a:lnTo>
                  <a:lnTo>
                    <a:pt x="298629" y="56375"/>
                  </a:lnTo>
                  <a:lnTo>
                    <a:pt x="295283" y="52251"/>
                  </a:lnTo>
                  <a:lnTo>
                    <a:pt x="291808" y="48236"/>
                  </a:lnTo>
                  <a:lnTo>
                    <a:pt x="288206" y="44333"/>
                  </a:lnTo>
                  <a:lnTo>
                    <a:pt x="284483" y="40546"/>
                  </a:lnTo>
                  <a:lnTo>
                    <a:pt x="280641" y="36880"/>
                  </a:lnTo>
                  <a:lnTo>
                    <a:pt x="276685" y="33338"/>
                  </a:lnTo>
                  <a:lnTo>
                    <a:pt x="272618" y="29922"/>
                  </a:lnTo>
                  <a:lnTo>
                    <a:pt x="268444" y="26638"/>
                  </a:lnTo>
                  <a:lnTo>
                    <a:pt x="264169" y="23488"/>
                  </a:lnTo>
                  <a:lnTo>
                    <a:pt x="259795" y="20476"/>
                  </a:lnTo>
                  <a:lnTo>
                    <a:pt x="255329" y="17604"/>
                  </a:lnTo>
                  <a:lnTo>
                    <a:pt x="250773" y="14875"/>
                  </a:lnTo>
                  <a:lnTo>
                    <a:pt x="246132" y="12292"/>
                  </a:lnTo>
                  <a:lnTo>
                    <a:pt x="241412" y="9858"/>
                  </a:lnTo>
                  <a:lnTo>
                    <a:pt x="236618" y="7576"/>
                  </a:lnTo>
                  <a:lnTo>
                    <a:pt x="231753" y="5446"/>
                  </a:lnTo>
                  <a:lnTo>
                    <a:pt x="226822" y="3472"/>
                  </a:lnTo>
                  <a:lnTo>
                    <a:pt x="221832" y="1656"/>
                  </a:lnTo>
                  <a:lnTo>
                    <a:pt x="216787" y="0"/>
                  </a:lnTo>
                  <a:lnTo>
                    <a:pt x="167165" y="1596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023544" y="941493"/>
              <a:ext cx="49621" cy="167167"/>
            </a:xfrm>
            <a:custGeom>
              <a:avLst/>
              <a:pathLst>
                <a:path w="49621" h="167167">
                  <a:moveTo>
                    <a:pt x="49621" y="7534"/>
                  </a:moveTo>
                  <a:lnTo>
                    <a:pt x="43574" y="5778"/>
                  </a:lnTo>
                  <a:lnTo>
                    <a:pt x="37464" y="4252"/>
                  </a:lnTo>
                  <a:lnTo>
                    <a:pt x="31302" y="2956"/>
                  </a:lnTo>
                  <a:lnTo>
                    <a:pt x="25095" y="1894"/>
                  </a:lnTo>
                  <a:lnTo>
                    <a:pt x="18852" y="1066"/>
                  </a:lnTo>
                  <a:lnTo>
                    <a:pt x="12583" y="474"/>
                  </a:lnTo>
                  <a:lnTo>
                    <a:pt x="6296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44109" y="941493"/>
              <a:ext cx="42106" cy="167167"/>
            </a:xfrm>
            <a:custGeom>
              <a:avLst/>
              <a:pathLst>
                <a:path w="42106" h="167167">
                  <a:moveTo>
                    <a:pt x="42106" y="0"/>
                  </a:moveTo>
                  <a:lnTo>
                    <a:pt x="36026" y="110"/>
                  </a:lnTo>
                  <a:lnTo>
                    <a:pt x="29955" y="442"/>
                  </a:lnTo>
                  <a:lnTo>
                    <a:pt x="23900" y="994"/>
                  </a:lnTo>
                  <a:lnTo>
                    <a:pt x="17869" y="1766"/>
                  </a:lnTo>
                  <a:lnTo>
                    <a:pt x="11870" y="2757"/>
                  </a:lnTo>
                  <a:lnTo>
                    <a:pt x="5911" y="3965"/>
                  </a:lnTo>
                  <a:lnTo>
                    <a:pt x="0" y="5389"/>
                  </a:lnTo>
                  <a:lnTo>
                    <a:pt x="4210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4109" y="946883"/>
              <a:ext cx="42106" cy="161777"/>
            </a:xfrm>
            <a:custGeom>
              <a:avLst/>
              <a:pathLst>
                <a:path w="42106" h="161777">
                  <a:moveTo>
                    <a:pt x="0" y="0"/>
                  </a:moveTo>
                  <a:lnTo>
                    <a:pt x="42106" y="1617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048" y="946883"/>
              <a:ext cx="188271" cy="328944"/>
            </a:xfrm>
            <a:custGeom>
              <a:avLst/>
              <a:pathLst>
                <a:path w="188271" h="328944">
                  <a:moveTo>
                    <a:pt x="125061" y="0"/>
                  </a:moveTo>
                  <a:lnTo>
                    <a:pt x="119897" y="1432"/>
                  </a:lnTo>
                  <a:lnTo>
                    <a:pt x="114781" y="3030"/>
                  </a:lnTo>
                  <a:lnTo>
                    <a:pt x="109720" y="4791"/>
                  </a:lnTo>
                  <a:lnTo>
                    <a:pt x="104717" y="6713"/>
                  </a:lnTo>
                  <a:lnTo>
                    <a:pt x="99779" y="8794"/>
                  </a:lnTo>
                  <a:lnTo>
                    <a:pt x="94910" y="11033"/>
                  </a:lnTo>
                  <a:lnTo>
                    <a:pt x="90115" y="13426"/>
                  </a:lnTo>
                  <a:lnTo>
                    <a:pt x="85400" y="15972"/>
                  </a:lnTo>
                  <a:lnTo>
                    <a:pt x="80768" y="18668"/>
                  </a:lnTo>
                  <a:lnTo>
                    <a:pt x="76225" y="21511"/>
                  </a:lnTo>
                  <a:lnTo>
                    <a:pt x="71776" y="24498"/>
                  </a:lnTo>
                  <a:lnTo>
                    <a:pt x="67425" y="27626"/>
                  </a:lnTo>
                  <a:lnTo>
                    <a:pt x="63176" y="30892"/>
                  </a:lnTo>
                  <a:lnTo>
                    <a:pt x="59034" y="34293"/>
                  </a:lnTo>
                  <a:lnTo>
                    <a:pt x="55003" y="37824"/>
                  </a:lnTo>
                  <a:lnTo>
                    <a:pt x="51088" y="41483"/>
                  </a:lnTo>
                  <a:lnTo>
                    <a:pt x="47292" y="45266"/>
                  </a:lnTo>
                  <a:lnTo>
                    <a:pt x="43619" y="49168"/>
                  </a:lnTo>
                  <a:lnTo>
                    <a:pt x="40073" y="53186"/>
                  </a:lnTo>
                  <a:lnTo>
                    <a:pt x="36657" y="57316"/>
                  </a:lnTo>
                  <a:lnTo>
                    <a:pt x="33376" y="61553"/>
                  </a:lnTo>
                  <a:lnTo>
                    <a:pt x="30232" y="65893"/>
                  </a:lnTo>
                  <a:lnTo>
                    <a:pt x="27229" y="70331"/>
                  </a:lnTo>
                  <a:lnTo>
                    <a:pt x="24370" y="74864"/>
                  </a:lnTo>
                  <a:lnTo>
                    <a:pt x="21657" y="79486"/>
                  </a:lnTo>
                  <a:lnTo>
                    <a:pt x="19094" y="84192"/>
                  </a:lnTo>
                  <a:lnTo>
                    <a:pt x="16683" y="88978"/>
                  </a:lnTo>
                  <a:lnTo>
                    <a:pt x="14427" y="93839"/>
                  </a:lnTo>
                  <a:lnTo>
                    <a:pt x="12328" y="98770"/>
                  </a:lnTo>
                  <a:lnTo>
                    <a:pt x="10388" y="103765"/>
                  </a:lnTo>
                  <a:lnTo>
                    <a:pt x="8609" y="108820"/>
                  </a:lnTo>
                  <a:lnTo>
                    <a:pt x="6993" y="113930"/>
                  </a:lnTo>
                  <a:lnTo>
                    <a:pt x="5542" y="119089"/>
                  </a:lnTo>
                  <a:lnTo>
                    <a:pt x="4256" y="124291"/>
                  </a:lnTo>
                  <a:lnTo>
                    <a:pt x="3139" y="129532"/>
                  </a:lnTo>
                  <a:lnTo>
                    <a:pt x="2189" y="134807"/>
                  </a:lnTo>
                  <a:lnTo>
                    <a:pt x="1410" y="140109"/>
                  </a:lnTo>
                  <a:lnTo>
                    <a:pt x="800" y="145433"/>
                  </a:lnTo>
                  <a:lnTo>
                    <a:pt x="362" y="150774"/>
                  </a:lnTo>
                  <a:lnTo>
                    <a:pt x="95" y="156126"/>
                  </a:lnTo>
                  <a:lnTo>
                    <a:pt x="0" y="161484"/>
                  </a:lnTo>
                  <a:lnTo>
                    <a:pt x="76" y="166843"/>
                  </a:lnTo>
                  <a:lnTo>
                    <a:pt x="324" y="172196"/>
                  </a:lnTo>
                  <a:lnTo>
                    <a:pt x="744" y="177539"/>
                  </a:lnTo>
                  <a:lnTo>
                    <a:pt x="1335" y="182865"/>
                  </a:lnTo>
                  <a:lnTo>
                    <a:pt x="2096" y="188170"/>
                  </a:lnTo>
                  <a:lnTo>
                    <a:pt x="3027" y="193447"/>
                  </a:lnTo>
                  <a:lnTo>
                    <a:pt x="4126" y="198692"/>
                  </a:lnTo>
                  <a:lnTo>
                    <a:pt x="5393" y="203899"/>
                  </a:lnTo>
                  <a:lnTo>
                    <a:pt x="6826" y="209063"/>
                  </a:lnTo>
                  <a:lnTo>
                    <a:pt x="8425" y="214178"/>
                  </a:lnTo>
                  <a:lnTo>
                    <a:pt x="10186" y="219240"/>
                  </a:lnTo>
                  <a:lnTo>
                    <a:pt x="12108" y="224242"/>
                  </a:lnTo>
                  <a:lnTo>
                    <a:pt x="14190" y="229180"/>
                  </a:lnTo>
                  <a:lnTo>
                    <a:pt x="16429" y="234049"/>
                  </a:lnTo>
                  <a:lnTo>
                    <a:pt x="18823" y="238843"/>
                  </a:lnTo>
                  <a:lnTo>
                    <a:pt x="21370" y="243559"/>
                  </a:lnTo>
                  <a:lnTo>
                    <a:pt x="24066" y="248190"/>
                  </a:lnTo>
                  <a:lnTo>
                    <a:pt x="26909" y="252733"/>
                  </a:lnTo>
                  <a:lnTo>
                    <a:pt x="29897" y="257182"/>
                  </a:lnTo>
                  <a:lnTo>
                    <a:pt x="33026" y="261532"/>
                  </a:lnTo>
                  <a:lnTo>
                    <a:pt x="36292" y="265781"/>
                  </a:lnTo>
                  <a:lnTo>
                    <a:pt x="39693" y="269922"/>
                  </a:lnTo>
                  <a:lnTo>
                    <a:pt x="43225" y="273953"/>
                  </a:lnTo>
                  <a:lnTo>
                    <a:pt x="46884" y="277868"/>
                  </a:lnTo>
                  <a:lnTo>
                    <a:pt x="50667" y="281664"/>
                  </a:lnTo>
                  <a:lnTo>
                    <a:pt x="54570" y="285337"/>
                  </a:lnTo>
                  <a:lnTo>
                    <a:pt x="58588" y="288882"/>
                  </a:lnTo>
                  <a:lnTo>
                    <a:pt x="62718" y="292297"/>
                  </a:lnTo>
                  <a:lnTo>
                    <a:pt x="66955" y="295578"/>
                  </a:lnTo>
                  <a:lnTo>
                    <a:pt x="71296" y="298721"/>
                  </a:lnTo>
                  <a:lnTo>
                    <a:pt x="75735" y="301724"/>
                  </a:lnTo>
                  <a:lnTo>
                    <a:pt x="80267" y="304583"/>
                  </a:lnTo>
                  <a:lnTo>
                    <a:pt x="84889" y="307295"/>
                  </a:lnTo>
                  <a:lnTo>
                    <a:pt x="89596" y="309857"/>
                  </a:lnTo>
                  <a:lnTo>
                    <a:pt x="94382" y="312268"/>
                  </a:lnTo>
                  <a:lnTo>
                    <a:pt x="99244" y="314523"/>
                  </a:lnTo>
                  <a:lnTo>
                    <a:pt x="104175" y="316622"/>
                  </a:lnTo>
                  <a:lnTo>
                    <a:pt x="109170" y="318562"/>
                  </a:lnTo>
                  <a:lnTo>
                    <a:pt x="114226" y="320340"/>
                  </a:lnTo>
                  <a:lnTo>
                    <a:pt x="119335" y="321956"/>
                  </a:lnTo>
                  <a:lnTo>
                    <a:pt x="124494" y="323406"/>
                  </a:lnTo>
                  <a:lnTo>
                    <a:pt x="129697" y="324691"/>
                  </a:lnTo>
                  <a:lnTo>
                    <a:pt x="134938" y="325809"/>
                  </a:lnTo>
                  <a:lnTo>
                    <a:pt x="140213" y="326757"/>
                  </a:lnTo>
                  <a:lnTo>
                    <a:pt x="145515" y="327536"/>
                  </a:lnTo>
                  <a:lnTo>
                    <a:pt x="150839" y="328145"/>
                  </a:lnTo>
                  <a:lnTo>
                    <a:pt x="156180" y="328583"/>
                  </a:lnTo>
                  <a:lnTo>
                    <a:pt x="161532" y="328850"/>
                  </a:lnTo>
                  <a:lnTo>
                    <a:pt x="166891" y="328944"/>
                  </a:lnTo>
                  <a:lnTo>
                    <a:pt x="172249" y="328867"/>
                  </a:lnTo>
                  <a:lnTo>
                    <a:pt x="177602" y="328619"/>
                  </a:lnTo>
                  <a:lnTo>
                    <a:pt x="182945" y="328198"/>
                  </a:lnTo>
                  <a:lnTo>
                    <a:pt x="188271" y="327607"/>
                  </a:lnTo>
                  <a:lnTo>
                    <a:pt x="167167" y="1617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86215" y="941493"/>
              <a:ext cx="167167" cy="332997"/>
            </a:xfrm>
            <a:custGeom>
              <a:avLst/>
              <a:pathLst>
                <a:path w="167167" h="332997">
                  <a:moveTo>
                    <a:pt x="21104" y="332997"/>
                  </a:moveTo>
                  <a:lnTo>
                    <a:pt x="26411" y="332235"/>
                  </a:lnTo>
                  <a:lnTo>
                    <a:pt x="31691" y="331303"/>
                  </a:lnTo>
                  <a:lnTo>
                    <a:pt x="36938" y="330202"/>
                  </a:lnTo>
                  <a:lnTo>
                    <a:pt x="42148" y="328934"/>
                  </a:lnTo>
                  <a:lnTo>
                    <a:pt x="47314" y="327499"/>
                  </a:lnTo>
                  <a:lnTo>
                    <a:pt x="52431" y="325899"/>
                  </a:lnTo>
                  <a:lnTo>
                    <a:pt x="57495" y="324136"/>
                  </a:lnTo>
                  <a:lnTo>
                    <a:pt x="62499" y="322211"/>
                  </a:lnTo>
                  <a:lnTo>
                    <a:pt x="67439" y="320127"/>
                  </a:lnTo>
                  <a:lnTo>
                    <a:pt x="72309" y="317886"/>
                  </a:lnTo>
                  <a:lnTo>
                    <a:pt x="77106" y="315490"/>
                  </a:lnTo>
                  <a:lnTo>
                    <a:pt x="81823" y="312941"/>
                  </a:lnTo>
                  <a:lnTo>
                    <a:pt x="86455" y="310242"/>
                  </a:lnTo>
                  <a:lnTo>
                    <a:pt x="90999" y="307395"/>
                  </a:lnTo>
                  <a:lnTo>
                    <a:pt x="95449" y="304405"/>
                  </a:lnTo>
                  <a:lnTo>
                    <a:pt x="99801" y="301273"/>
                  </a:lnTo>
                  <a:lnTo>
                    <a:pt x="104051" y="298004"/>
                  </a:lnTo>
                  <a:lnTo>
                    <a:pt x="108193" y="294600"/>
                  </a:lnTo>
                  <a:lnTo>
                    <a:pt x="112224" y="291065"/>
                  </a:lnTo>
                  <a:lnTo>
                    <a:pt x="116139" y="287402"/>
                  </a:lnTo>
                  <a:lnTo>
                    <a:pt x="119936" y="283616"/>
                  </a:lnTo>
                  <a:lnTo>
                    <a:pt x="123608" y="279709"/>
                  </a:lnTo>
                  <a:lnTo>
                    <a:pt x="127154" y="275688"/>
                  </a:lnTo>
                  <a:lnTo>
                    <a:pt x="130569" y="271554"/>
                  </a:lnTo>
                  <a:lnTo>
                    <a:pt x="133849" y="267313"/>
                  </a:lnTo>
                  <a:lnTo>
                    <a:pt x="136992" y="262969"/>
                  </a:lnTo>
                  <a:lnTo>
                    <a:pt x="139994" y="258527"/>
                  </a:lnTo>
                  <a:lnTo>
                    <a:pt x="142851" y="253990"/>
                  </a:lnTo>
                  <a:lnTo>
                    <a:pt x="145562" y="249364"/>
                  </a:lnTo>
                  <a:lnTo>
                    <a:pt x="148123" y="244654"/>
                  </a:lnTo>
                  <a:lnTo>
                    <a:pt x="150532" y="239864"/>
                  </a:lnTo>
                  <a:lnTo>
                    <a:pt x="152786" y="234999"/>
                  </a:lnTo>
                  <a:lnTo>
                    <a:pt x="154883" y="230065"/>
                  </a:lnTo>
                  <a:lnTo>
                    <a:pt x="156820" y="225065"/>
                  </a:lnTo>
                  <a:lnTo>
                    <a:pt x="158596" y="220006"/>
                  </a:lnTo>
                  <a:lnTo>
                    <a:pt x="160209" y="214893"/>
                  </a:lnTo>
                  <a:lnTo>
                    <a:pt x="161657" y="209731"/>
                  </a:lnTo>
                  <a:lnTo>
                    <a:pt x="162939" y="204525"/>
                  </a:lnTo>
                  <a:lnTo>
                    <a:pt x="164053" y="199280"/>
                  </a:lnTo>
                  <a:lnTo>
                    <a:pt x="164999" y="194003"/>
                  </a:lnTo>
                  <a:lnTo>
                    <a:pt x="165775" y="188698"/>
                  </a:lnTo>
                  <a:lnTo>
                    <a:pt x="166380" y="183370"/>
                  </a:lnTo>
                  <a:lnTo>
                    <a:pt x="166814" y="178026"/>
                  </a:lnTo>
                  <a:lnTo>
                    <a:pt x="167076" y="172671"/>
                  </a:lnTo>
                  <a:lnTo>
                    <a:pt x="167167" y="167310"/>
                  </a:lnTo>
                  <a:lnTo>
                    <a:pt x="167085" y="161949"/>
                  </a:lnTo>
                  <a:lnTo>
                    <a:pt x="166832" y="156594"/>
                  </a:lnTo>
                  <a:lnTo>
                    <a:pt x="166407" y="151249"/>
                  </a:lnTo>
                  <a:lnTo>
                    <a:pt x="165811" y="145921"/>
                  </a:lnTo>
                  <a:lnTo>
                    <a:pt x="165045" y="140614"/>
                  </a:lnTo>
                  <a:lnTo>
                    <a:pt x="164108" y="135335"/>
                  </a:lnTo>
                  <a:lnTo>
                    <a:pt x="163003" y="130088"/>
                  </a:lnTo>
                  <a:lnTo>
                    <a:pt x="161730" y="124880"/>
                  </a:lnTo>
                  <a:lnTo>
                    <a:pt x="160291" y="119715"/>
                  </a:lnTo>
                  <a:lnTo>
                    <a:pt x="158687" y="114599"/>
                  </a:lnTo>
                  <a:lnTo>
                    <a:pt x="156919" y="109537"/>
                  </a:lnTo>
                  <a:lnTo>
                    <a:pt x="154990" y="104535"/>
                  </a:lnTo>
                  <a:lnTo>
                    <a:pt x="152902" y="99597"/>
                  </a:lnTo>
                  <a:lnTo>
                    <a:pt x="150657" y="94728"/>
                  </a:lnTo>
                  <a:lnTo>
                    <a:pt x="148256" y="89934"/>
                  </a:lnTo>
                  <a:lnTo>
                    <a:pt x="145703" y="85219"/>
                  </a:lnTo>
                  <a:lnTo>
                    <a:pt x="143000" y="80589"/>
                  </a:lnTo>
                  <a:lnTo>
                    <a:pt x="140150" y="76047"/>
                  </a:lnTo>
                  <a:lnTo>
                    <a:pt x="137156" y="71600"/>
                  </a:lnTo>
                  <a:lnTo>
                    <a:pt x="134020" y="67250"/>
                  </a:lnTo>
                  <a:lnTo>
                    <a:pt x="130747" y="63004"/>
                  </a:lnTo>
                  <a:lnTo>
                    <a:pt x="127340" y="58864"/>
                  </a:lnTo>
                  <a:lnTo>
                    <a:pt x="123801" y="54836"/>
                  </a:lnTo>
                  <a:lnTo>
                    <a:pt x="120135" y="50924"/>
                  </a:lnTo>
                  <a:lnTo>
                    <a:pt x="116345" y="47131"/>
                  </a:lnTo>
                  <a:lnTo>
                    <a:pt x="112436" y="43462"/>
                  </a:lnTo>
                  <a:lnTo>
                    <a:pt x="108411" y="39920"/>
                  </a:lnTo>
                  <a:lnTo>
                    <a:pt x="104275" y="36508"/>
                  </a:lnTo>
                  <a:lnTo>
                    <a:pt x="100031" y="33232"/>
                  </a:lnTo>
                  <a:lnTo>
                    <a:pt x="95684" y="30093"/>
                  </a:lnTo>
                  <a:lnTo>
                    <a:pt x="91239" y="27095"/>
                  </a:lnTo>
                  <a:lnTo>
                    <a:pt x="86700" y="24241"/>
                  </a:lnTo>
                  <a:lnTo>
                    <a:pt x="82072" y="21534"/>
                  </a:lnTo>
                  <a:lnTo>
                    <a:pt x="77360" y="18977"/>
                  </a:lnTo>
                  <a:lnTo>
                    <a:pt x="72568" y="16572"/>
                  </a:lnTo>
                  <a:lnTo>
                    <a:pt x="67701" y="14322"/>
                  </a:lnTo>
                  <a:lnTo>
                    <a:pt x="62764" y="12230"/>
                  </a:lnTo>
                  <a:lnTo>
                    <a:pt x="57763" y="10297"/>
                  </a:lnTo>
                  <a:lnTo>
                    <a:pt x="52703" y="8525"/>
                  </a:lnTo>
                  <a:lnTo>
                    <a:pt x="47588" y="6916"/>
                  </a:lnTo>
                  <a:lnTo>
                    <a:pt x="42425" y="5473"/>
                  </a:lnTo>
                  <a:lnTo>
                    <a:pt x="37218" y="4195"/>
                  </a:lnTo>
                  <a:lnTo>
                    <a:pt x="31972" y="3086"/>
                  </a:lnTo>
                  <a:lnTo>
                    <a:pt x="26694" y="2145"/>
                  </a:lnTo>
                  <a:lnTo>
                    <a:pt x="21388" y="1373"/>
                  </a:lnTo>
                  <a:lnTo>
                    <a:pt x="16060" y="773"/>
                  </a:lnTo>
                  <a:lnTo>
                    <a:pt x="10716" y="343"/>
                  </a:lnTo>
                  <a:lnTo>
                    <a:pt x="536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801466" y="1071028"/>
              <a:ext cx="163034" cy="167167"/>
            </a:xfrm>
            <a:custGeom>
              <a:avLst/>
              <a:pathLst>
                <a:path w="163034" h="167167">
                  <a:moveTo>
                    <a:pt x="163034" y="0"/>
                  </a:moveTo>
                  <a:lnTo>
                    <a:pt x="157539" y="90"/>
                  </a:lnTo>
                  <a:lnTo>
                    <a:pt x="152050" y="361"/>
                  </a:lnTo>
                  <a:lnTo>
                    <a:pt x="146573" y="812"/>
                  </a:lnTo>
                  <a:lnTo>
                    <a:pt x="141113" y="1443"/>
                  </a:lnTo>
                  <a:lnTo>
                    <a:pt x="135678" y="2253"/>
                  </a:lnTo>
                  <a:lnTo>
                    <a:pt x="130271" y="3241"/>
                  </a:lnTo>
                  <a:lnTo>
                    <a:pt x="124901" y="4407"/>
                  </a:lnTo>
                  <a:lnTo>
                    <a:pt x="119571" y="5748"/>
                  </a:lnTo>
                  <a:lnTo>
                    <a:pt x="114289" y="7264"/>
                  </a:lnTo>
                  <a:lnTo>
                    <a:pt x="109059" y="8953"/>
                  </a:lnTo>
                  <a:lnTo>
                    <a:pt x="103887" y="10813"/>
                  </a:lnTo>
                  <a:lnTo>
                    <a:pt x="98779" y="12842"/>
                  </a:lnTo>
                  <a:lnTo>
                    <a:pt x="93741" y="15037"/>
                  </a:lnTo>
                  <a:lnTo>
                    <a:pt x="88778" y="17397"/>
                  </a:lnTo>
                  <a:lnTo>
                    <a:pt x="83895" y="19919"/>
                  </a:lnTo>
                  <a:lnTo>
                    <a:pt x="79098" y="22600"/>
                  </a:lnTo>
                  <a:lnTo>
                    <a:pt x="74391" y="25437"/>
                  </a:lnTo>
                  <a:lnTo>
                    <a:pt x="69780" y="28428"/>
                  </a:lnTo>
                  <a:lnTo>
                    <a:pt x="65270" y="31568"/>
                  </a:lnTo>
                  <a:lnTo>
                    <a:pt x="60865" y="34855"/>
                  </a:lnTo>
                  <a:lnTo>
                    <a:pt x="56571" y="38285"/>
                  </a:lnTo>
                  <a:lnTo>
                    <a:pt x="52392" y="41854"/>
                  </a:lnTo>
                  <a:lnTo>
                    <a:pt x="48333" y="45559"/>
                  </a:lnTo>
                  <a:lnTo>
                    <a:pt x="44397" y="49395"/>
                  </a:lnTo>
                  <a:lnTo>
                    <a:pt x="40590" y="53358"/>
                  </a:lnTo>
                  <a:lnTo>
                    <a:pt x="36915" y="57445"/>
                  </a:lnTo>
                  <a:lnTo>
                    <a:pt x="33377" y="61650"/>
                  </a:lnTo>
                  <a:lnTo>
                    <a:pt x="29978" y="65969"/>
                  </a:lnTo>
                  <a:lnTo>
                    <a:pt x="26723" y="70397"/>
                  </a:lnTo>
                  <a:lnTo>
                    <a:pt x="23616" y="74930"/>
                  </a:lnTo>
                  <a:lnTo>
                    <a:pt x="20660" y="79563"/>
                  </a:lnTo>
                  <a:lnTo>
                    <a:pt x="17857" y="84290"/>
                  </a:lnTo>
                  <a:lnTo>
                    <a:pt x="15211" y="89107"/>
                  </a:lnTo>
                  <a:lnTo>
                    <a:pt x="12725" y="94009"/>
                  </a:lnTo>
                  <a:lnTo>
                    <a:pt x="10401" y="98989"/>
                  </a:lnTo>
                  <a:lnTo>
                    <a:pt x="8243" y="104043"/>
                  </a:lnTo>
                  <a:lnTo>
                    <a:pt x="6251" y="109166"/>
                  </a:lnTo>
                  <a:lnTo>
                    <a:pt x="4430" y="114351"/>
                  </a:lnTo>
                  <a:lnTo>
                    <a:pt x="2779" y="119593"/>
                  </a:lnTo>
                  <a:lnTo>
                    <a:pt x="1302" y="124886"/>
                  </a:lnTo>
                  <a:lnTo>
                    <a:pt x="0" y="130225"/>
                  </a:lnTo>
                  <a:lnTo>
                    <a:pt x="16303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1466" y="1201254"/>
              <a:ext cx="163034" cy="36941"/>
            </a:xfrm>
            <a:custGeom>
              <a:avLst/>
              <a:pathLst>
                <a:path w="163034" h="36941">
                  <a:moveTo>
                    <a:pt x="0" y="0"/>
                  </a:moveTo>
                  <a:lnTo>
                    <a:pt x="163034" y="36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34" y="1074822"/>
              <a:ext cx="334332" cy="330528"/>
            </a:xfrm>
            <a:custGeom>
              <a:avLst/>
              <a:pathLst>
                <a:path w="334332" h="330528">
                  <a:moveTo>
                    <a:pt x="4132" y="126432"/>
                  </a:moveTo>
                  <a:lnTo>
                    <a:pt x="3044" y="131616"/>
                  </a:lnTo>
                  <a:lnTo>
                    <a:pt x="2120" y="136832"/>
                  </a:lnTo>
                  <a:lnTo>
                    <a:pt x="1362" y="142075"/>
                  </a:lnTo>
                  <a:lnTo>
                    <a:pt x="770" y="147339"/>
                  </a:lnTo>
                  <a:lnTo>
                    <a:pt x="346" y="152620"/>
                  </a:lnTo>
                  <a:lnTo>
                    <a:pt x="89" y="157911"/>
                  </a:lnTo>
                  <a:lnTo>
                    <a:pt x="0" y="163207"/>
                  </a:lnTo>
                  <a:lnTo>
                    <a:pt x="78" y="168504"/>
                  </a:lnTo>
                  <a:lnTo>
                    <a:pt x="325" y="173795"/>
                  </a:lnTo>
                  <a:lnTo>
                    <a:pt x="739" y="179076"/>
                  </a:lnTo>
                  <a:lnTo>
                    <a:pt x="1320" y="184342"/>
                  </a:lnTo>
                  <a:lnTo>
                    <a:pt x="2067" y="189586"/>
                  </a:lnTo>
                  <a:lnTo>
                    <a:pt x="2981" y="194804"/>
                  </a:lnTo>
                  <a:lnTo>
                    <a:pt x="4059" y="199990"/>
                  </a:lnTo>
                  <a:lnTo>
                    <a:pt x="5301" y="205140"/>
                  </a:lnTo>
                  <a:lnTo>
                    <a:pt x="6706" y="210248"/>
                  </a:lnTo>
                  <a:lnTo>
                    <a:pt x="8271" y="215308"/>
                  </a:lnTo>
                  <a:lnTo>
                    <a:pt x="9997" y="220317"/>
                  </a:lnTo>
                  <a:lnTo>
                    <a:pt x="11880" y="225268"/>
                  </a:lnTo>
                  <a:lnTo>
                    <a:pt x="13919" y="230157"/>
                  </a:lnTo>
                  <a:lnTo>
                    <a:pt x="16112" y="234979"/>
                  </a:lnTo>
                  <a:lnTo>
                    <a:pt x="18456" y="239729"/>
                  </a:lnTo>
                  <a:lnTo>
                    <a:pt x="20950" y="244403"/>
                  </a:lnTo>
                  <a:lnTo>
                    <a:pt x="23591" y="248995"/>
                  </a:lnTo>
                  <a:lnTo>
                    <a:pt x="26376" y="253501"/>
                  </a:lnTo>
                  <a:lnTo>
                    <a:pt x="29302" y="257917"/>
                  </a:lnTo>
                  <a:lnTo>
                    <a:pt x="32367" y="262237"/>
                  </a:lnTo>
                  <a:lnTo>
                    <a:pt x="35567" y="266459"/>
                  </a:lnTo>
                  <a:lnTo>
                    <a:pt x="38900" y="270577"/>
                  </a:lnTo>
                  <a:lnTo>
                    <a:pt x="42361" y="274587"/>
                  </a:lnTo>
                  <a:lnTo>
                    <a:pt x="45947" y="278485"/>
                  </a:lnTo>
                  <a:lnTo>
                    <a:pt x="49655" y="282268"/>
                  </a:lnTo>
                  <a:lnTo>
                    <a:pt x="53481" y="285932"/>
                  </a:lnTo>
                  <a:lnTo>
                    <a:pt x="57422" y="289473"/>
                  </a:lnTo>
                  <a:lnTo>
                    <a:pt x="61472" y="292886"/>
                  </a:lnTo>
                  <a:lnTo>
                    <a:pt x="65629" y="296170"/>
                  </a:lnTo>
                  <a:lnTo>
                    <a:pt x="69887" y="299321"/>
                  </a:lnTo>
                  <a:lnTo>
                    <a:pt x="74243" y="302335"/>
                  </a:lnTo>
                  <a:lnTo>
                    <a:pt x="78693" y="305209"/>
                  </a:lnTo>
                  <a:lnTo>
                    <a:pt x="83231" y="307941"/>
                  </a:lnTo>
                  <a:lnTo>
                    <a:pt x="87854" y="310528"/>
                  </a:lnTo>
                  <a:lnTo>
                    <a:pt x="92556" y="312967"/>
                  </a:lnTo>
                  <a:lnTo>
                    <a:pt x="97334" y="315256"/>
                  </a:lnTo>
                  <a:lnTo>
                    <a:pt x="102181" y="317393"/>
                  </a:lnTo>
                  <a:lnTo>
                    <a:pt x="107094" y="319374"/>
                  </a:lnTo>
                  <a:lnTo>
                    <a:pt x="112067" y="321199"/>
                  </a:lnTo>
                  <a:lnTo>
                    <a:pt x="117095" y="322866"/>
                  </a:lnTo>
                  <a:lnTo>
                    <a:pt x="122174" y="324372"/>
                  </a:lnTo>
                  <a:lnTo>
                    <a:pt x="127297" y="325717"/>
                  </a:lnTo>
                  <a:lnTo>
                    <a:pt x="132461" y="326899"/>
                  </a:lnTo>
                  <a:lnTo>
                    <a:pt x="137660" y="327916"/>
                  </a:lnTo>
                  <a:lnTo>
                    <a:pt x="142888" y="328769"/>
                  </a:lnTo>
                  <a:lnTo>
                    <a:pt x="148141" y="329455"/>
                  </a:lnTo>
                  <a:lnTo>
                    <a:pt x="153412" y="329974"/>
                  </a:lnTo>
                  <a:lnTo>
                    <a:pt x="158698" y="330326"/>
                  </a:lnTo>
                  <a:lnTo>
                    <a:pt x="163992" y="330511"/>
                  </a:lnTo>
                  <a:lnTo>
                    <a:pt x="169289" y="330528"/>
                  </a:lnTo>
                  <a:lnTo>
                    <a:pt x="174584" y="330376"/>
                  </a:lnTo>
                  <a:lnTo>
                    <a:pt x="179872" y="330058"/>
                  </a:lnTo>
                  <a:lnTo>
                    <a:pt x="185147" y="329571"/>
                  </a:lnTo>
                  <a:lnTo>
                    <a:pt x="190404" y="328918"/>
                  </a:lnTo>
                  <a:lnTo>
                    <a:pt x="195637" y="328099"/>
                  </a:lnTo>
                  <a:lnTo>
                    <a:pt x="200842" y="327114"/>
                  </a:lnTo>
                  <a:lnTo>
                    <a:pt x="206013" y="325965"/>
                  </a:lnTo>
                  <a:lnTo>
                    <a:pt x="211145" y="324652"/>
                  </a:lnTo>
                  <a:lnTo>
                    <a:pt x="216233" y="323178"/>
                  </a:lnTo>
                  <a:lnTo>
                    <a:pt x="221272" y="321543"/>
                  </a:lnTo>
                  <a:lnTo>
                    <a:pt x="226256" y="319749"/>
                  </a:lnTo>
                  <a:lnTo>
                    <a:pt x="231181" y="317799"/>
                  </a:lnTo>
                  <a:lnTo>
                    <a:pt x="236042" y="315693"/>
                  </a:lnTo>
                  <a:lnTo>
                    <a:pt x="240834" y="313434"/>
                  </a:lnTo>
                  <a:lnTo>
                    <a:pt x="245551" y="311025"/>
                  </a:lnTo>
                  <a:lnTo>
                    <a:pt x="250190" y="308467"/>
                  </a:lnTo>
                  <a:lnTo>
                    <a:pt x="254746" y="305764"/>
                  </a:lnTo>
                  <a:lnTo>
                    <a:pt x="259213" y="302917"/>
                  </a:lnTo>
                  <a:lnTo>
                    <a:pt x="263589" y="299931"/>
                  </a:lnTo>
                  <a:lnTo>
                    <a:pt x="267867" y="296807"/>
                  </a:lnTo>
                  <a:lnTo>
                    <a:pt x="272044" y="293549"/>
                  </a:lnTo>
                  <a:lnTo>
                    <a:pt x="276116" y="290161"/>
                  </a:lnTo>
                  <a:lnTo>
                    <a:pt x="280078" y="286645"/>
                  </a:lnTo>
                  <a:lnTo>
                    <a:pt x="283928" y="283006"/>
                  </a:lnTo>
                  <a:lnTo>
                    <a:pt x="287659" y="279246"/>
                  </a:lnTo>
                  <a:lnTo>
                    <a:pt x="291270" y="275371"/>
                  </a:lnTo>
                  <a:lnTo>
                    <a:pt x="294757" y="271382"/>
                  </a:lnTo>
                  <a:lnTo>
                    <a:pt x="298115" y="267285"/>
                  </a:lnTo>
                  <a:lnTo>
                    <a:pt x="301341" y="263084"/>
                  </a:lnTo>
                  <a:lnTo>
                    <a:pt x="304433" y="258783"/>
                  </a:lnTo>
                  <a:lnTo>
                    <a:pt x="307387" y="254386"/>
                  </a:lnTo>
                  <a:lnTo>
                    <a:pt x="310201" y="249897"/>
                  </a:lnTo>
                  <a:lnTo>
                    <a:pt x="312870" y="245322"/>
                  </a:lnTo>
                  <a:lnTo>
                    <a:pt x="315394" y="240664"/>
                  </a:lnTo>
                  <a:lnTo>
                    <a:pt x="317768" y="235929"/>
                  </a:lnTo>
                  <a:lnTo>
                    <a:pt x="319991" y="231121"/>
                  </a:lnTo>
                  <a:lnTo>
                    <a:pt x="322061" y="226245"/>
                  </a:lnTo>
                  <a:lnTo>
                    <a:pt x="323975" y="221305"/>
                  </a:lnTo>
                  <a:lnTo>
                    <a:pt x="325732" y="216308"/>
                  </a:lnTo>
                  <a:lnTo>
                    <a:pt x="327330" y="211257"/>
                  </a:lnTo>
                  <a:lnTo>
                    <a:pt x="328766" y="206158"/>
                  </a:lnTo>
                  <a:lnTo>
                    <a:pt x="330041" y="201017"/>
                  </a:lnTo>
                  <a:lnTo>
                    <a:pt x="331152" y="195837"/>
                  </a:lnTo>
                  <a:lnTo>
                    <a:pt x="332098" y="190625"/>
                  </a:lnTo>
                  <a:lnTo>
                    <a:pt x="332879" y="185386"/>
                  </a:lnTo>
                  <a:lnTo>
                    <a:pt x="333493" y="180124"/>
                  </a:lnTo>
                  <a:lnTo>
                    <a:pt x="333940" y="174846"/>
                  </a:lnTo>
                  <a:lnTo>
                    <a:pt x="334220" y="169556"/>
                  </a:lnTo>
                  <a:lnTo>
                    <a:pt x="334332" y="164260"/>
                  </a:lnTo>
                  <a:lnTo>
                    <a:pt x="334276" y="158963"/>
                  </a:lnTo>
                  <a:lnTo>
                    <a:pt x="334052" y="153670"/>
                  </a:lnTo>
                  <a:lnTo>
                    <a:pt x="333661" y="148387"/>
                  </a:lnTo>
                  <a:lnTo>
                    <a:pt x="333103" y="143120"/>
                  </a:lnTo>
                  <a:lnTo>
                    <a:pt x="332378" y="137872"/>
                  </a:lnTo>
                  <a:lnTo>
                    <a:pt x="331487" y="132650"/>
                  </a:lnTo>
                  <a:lnTo>
                    <a:pt x="330431" y="127460"/>
                  </a:lnTo>
                  <a:lnTo>
                    <a:pt x="329211" y="122305"/>
                  </a:lnTo>
                  <a:lnTo>
                    <a:pt x="327828" y="117191"/>
                  </a:lnTo>
                  <a:lnTo>
                    <a:pt x="326284" y="112124"/>
                  </a:lnTo>
                  <a:lnTo>
                    <a:pt x="324581" y="107108"/>
                  </a:lnTo>
                  <a:lnTo>
                    <a:pt x="322719" y="102149"/>
                  </a:lnTo>
                  <a:lnTo>
                    <a:pt x="320701" y="97251"/>
                  </a:lnTo>
                  <a:lnTo>
                    <a:pt x="318529" y="92419"/>
                  </a:lnTo>
                  <a:lnTo>
                    <a:pt x="316205" y="87659"/>
                  </a:lnTo>
                  <a:lnTo>
                    <a:pt x="313731" y="82975"/>
                  </a:lnTo>
                  <a:lnTo>
                    <a:pt x="311110" y="78371"/>
                  </a:lnTo>
                  <a:lnTo>
                    <a:pt x="308344" y="73853"/>
                  </a:lnTo>
                  <a:lnTo>
                    <a:pt x="305437" y="69425"/>
                  </a:lnTo>
                  <a:lnTo>
                    <a:pt x="302391" y="65091"/>
                  </a:lnTo>
                  <a:lnTo>
                    <a:pt x="299209" y="60856"/>
                  </a:lnTo>
                  <a:lnTo>
                    <a:pt x="295894" y="56724"/>
                  </a:lnTo>
                  <a:lnTo>
                    <a:pt x="292451" y="52699"/>
                  </a:lnTo>
                  <a:lnTo>
                    <a:pt x="288881" y="48785"/>
                  </a:lnTo>
                  <a:lnTo>
                    <a:pt x="285189" y="44986"/>
                  </a:lnTo>
                  <a:lnTo>
                    <a:pt x="281379" y="41306"/>
                  </a:lnTo>
                  <a:lnTo>
                    <a:pt x="277454" y="37748"/>
                  </a:lnTo>
                  <a:lnTo>
                    <a:pt x="273418" y="34317"/>
                  </a:lnTo>
                  <a:lnTo>
                    <a:pt x="269276" y="31015"/>
                  </a:lnTo>
                  <a:lnTo>
                    <a:pt x="265031" y="27847"/>
                  </a:lnTo>
                  <a:lnTo>
                    <a:pt x="260688" y="24814"/>
                  </a:lnTo>
                  <a:lnTo>
                    <a:pt x="256250" y="21920"/>
                  </a:lnTo>
                  <a:lnTo>
                    <a:pt x="251724" y="19169"/>
                  </a:lnTo>
                  <a:lnTo>
                    <a:pt x="247112" y="16562"/>
                  </a:lnTo>
                  <a:lnTo>
                    <a:pt x="242421" y="14103"/>
                  </a:lnTo>
                  <a:lnTo>
                    <a:pt x="237653" y="11793"/>
                  </a:lnTo>
                  <a:lnTo>
                    <a:pt x="232815" y="9636"/>
                  </a:lnTo>
                  <a:lnTo>
                    <a:pt x="227911" y="7633"/>
                  </a:lnTo>
                  <a:lnTo>
                    <a:pt x="222946" y="5787"/>
                  </a:lnTo>
                  <a:lnTo>
                    <a:pt x="217925" y="4099"/>
                  </a:lnTo>
                  <a:lnTo>
                    <a:pt x="212853" y="2570"/>
                  </a:lnTo>
                  <a:lnTo>
                    <a:pt x="207735" y="1203"/>
                  </a:lnTo>
                  <a:lnTo>
                    <a:pt x="202576" y="0"/>
                  </a:lnTo>
                  <a:lnTo>
                    <a:pt x="167167" y="1633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964501" y="1071028"/>
              <a:ext cx="35409" cy="167167"/>
            </a:xfrm>
            <a:custGeom>
              <a:avLst/>
              <a:pathLst>
                <a:path w="35409" h="167167">
                  <a:moveTo>
                    <a:pt x="35409" y="3793"/>
                  </a:moveTo>
                  <a:lnTo>
                    <a:pt x="28405" y="2431"/>
                  </a:lnTo>
                  <a:lnTo>
                    <a:pt x="21349" y="1368"/>
                  </a:lnTo>
                  <a:lnTo>
                    <a:pt x="14254" y="608"/>
                  </a:lnTo>
                  <a:lnTo>
                    <a:pt x="7133" y="15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34211" y="1322571"/>
              <a:ext cx="54508" cy="167167"/>
            </a:xfrm>
            <a:custGeom>
              <a:avLst/>
              <a:pathLst>
                <a:path w="54508" h="167167">
                  <a:moveTo>
                    <a:pt x="54508" y="0"/>
                  </a:moveTo>
                  <a:lnTo>
                    <a:pt x="48340" y="113"/>
                  </a:lnTo>
                  <a:lnTo>
                    <a:pt x="42181" y="455"/>
                  </a:lnTo>
                  <a:lnTo>
                    <a:pt x="36038" y="1023"/>
                  </a:lnTo>
                  <a:lnTo>
                    <a:pt x="29921" y="1818"/>
                  </a:lnTo>
                  <a:lnTo>
                    <a:pt x="23836" y="2837"/>
                  </a:lnTo>
                  <a:lnTo>
                    <a:pt x="17794" y="4081"/>
                  </a:lnTo>
                  <a:lnTo>
                    <a:pt x="11802" y="5547"/>
                  </a:lnTo>
                  <a:lnTo>
                    <a:pt x="5867" y="7233"/>
                  </a:lnTo>
                  <a:lnTo>
                    <a:pt x="0" y="9136"/>
                  </a:lnTo>
                  <a:lnTo>
                    <a:pt x="5450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4211" y="1331708"/>
              <a:ext cx="54508" cy="158030"/>
            </a:xfrm>
            <a:custGeom>
              <a:avLst/>
              <a:pathLst>
                <a:path w="54508" h="158030">
                  <a:moveTo>
                    <a:pt x="0" y="0"/>
                  </a:moveTo>
                  <a:lnTo>
                    <a:pt x="54508" y="1580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321554" y="1331708"/>
              <a:ext cx="334321" cy="325193"/>
            </a:xfrm>
            <a:custGeom>
              <a:avLst/>
              <a:pathLst>
                <a:path w="334321" h="325193">
                  <a:moveTo>
                    <a:pt x="112657" y="0"/>
                  </a:moveTo>
                  <a:lnTo>
                    <a:pt x="107682" y="1804"/>
                  </a:lnTo>
                  <a:lnTo>
                    <a:pt x="102768" y="3765"/>
                  </a:lnTo>
                  <a:lnTo>
                    <a:pt x="97918" y="5880"/>
                  </a:lnTo>
                  <a:lnTo>
                    <a:pt x="93137" y="8148"/>
                  </a:lnTo>
                  <a:lnTo>
                    <a:pt x="88430" y="10566"/>
                  </a:lnTo>
                  <a:lnTo>
                    <a:pt x="83803" y="13132"/>
                  </a:lnTo>
                  <a:lnTo>
                    <a:pt x="79259" y="15843"/>
                  </a:lnTo>
                  <a:lnTo>
                    <a:pt x="74802" y="18696"/>
                  </a:lnTo>
                  <a:lnTo>
                    <a:pt x="70439" y="21689"/>
                  </a:lnTo>
                  <a:lnTo>
                    <a:pt x="66172" y="24819"/>
                  </a:lnTo>
                  <a:lnTo>
                    <a:pt x="62007" y="28082"/>
                  </a:lnTo>
                  <a:lnTo>
                    <a:pt x="57947" y="31475"/>
                  </a:lnTo>
                  <a:lnTo>
                    <a:pt x="53996" y="34995"/>
                  </a:lnTo>
                  <a:lnTo>
                    <a:pt x="50159" y="38638"/>
                  </a:lnTo>
                  <a:lnTo>
                    <a:pt x="46439" y="42401"/>
                  </a:lnTo>
                  <a:lnTo>
                    <a:pt x="42840" y="46280"/>
                  </a:lnTo>
                  <a:lnTo>
                    <a:pt x="39365" y="50271"/>
                  </a:lnTo>
                  <a:lnTo>
                    <a:pt x="36019" y="54370"/>
                  </a:lnTo>
                  <a:lnTo>
                    <a:pt x="32804" y="58572"/>
                  </a:lnTo>
                  <a:lnTo>
                    <a:pt x="29723" y="62875"/>
                  </a:lnTo>
                  <a:lnTo>
                    <a:pt x="26781" y="67272"/>
                  </a:lnTo>
                  <a:lnTo>
                    <a:pt x="23979" y="71761"/>
                  </a:lnTo>
                  <a:lnTo>
                    <a:pt x="21320" y="76336"/>
                  </a:lnTo>
                  <a:lnTo>
                    <a:pt x="18807" y="80992"/>
                  </a:lnTo>
                  <a:lnTo>
                    <a:pt x="16444" y="85726"/>
                  </a:lnTo>
                  <a:lnTo>
                    <a:pt x="14231" y="90533"/>
                  </a:lnTo>
                  <a:lnTo>
                    <a:pt x="12171" y="95407"/>
                  </a:lnTo>
                  <a:lnTo>
                    <a:pt x="10267" y="100344"/>
                  </a:lnTo>
                  <a:lnTo>
                    <a:pt x="8520" y="105338"/>
                  </a:lnTo>
                  <a:lnTo>
                    <a:pt x="6932" y="110386"/>
                  </a:lnTo>
                  <a:lnTo>
                    <a:pt x="5504" y="115481"/>
                  </a:lnTo>
                  <a:lnTo>
                    <a:pt x="4238" y="120618"/>
                  </a:lnTo>
                  <a:lnTo>
                    <a:pt x="3136" y="125794"/>
                  </a:lnTo>
                  <a:lnTo>
                    <a:pt x="2198" y="131001"/>
                  </a:lnTo>
                  <a:lnTo>
                    <a:pt x="1425" y="136236"/>
                  </a:lnTo>
                  <a:lnTo>
                    <a:pt x="818" y="141492"/>
                  </a:lnTo>
                  <a:lnTo>
                    <a:pt x="378" y="146765"/>
                  </a:lnTo>
                  <a:lnTo>
                    <a:pt x="105" y="152050"/>
                  </a:lnTo>
                  <a:lnTo>
                    <a:pt x="0" y="157340"/>
                  </a:lnTo>
                  <a:lnTo>
                    <a:pt x="61" y="162631"/>
                  </a:lnTo>
                  <a:lnTo>
                    <a:pt x="291" y="167917"/>
                  </a:lnTo>
                  <a:lnTo>
                    <a:pt x="687" y="173194"/>
                  </a:lnTo>
                  <a:lnTo>
                    <a:pt x="1251" y="178455"/>
                  </a:lnTo>
                  <a:lnTo>
                    <a:pt x="1980" y="183696"/>
                  </a:lnTo>
                  <a:lnTo>
                    <a:pt x="2875" y="188911"/>
                  </a:lnTo>
                  <a:lnTo>
                    <a:pt x="3935" y="194095"/>
                  </a:lnTo>
                  <a:lnTo>
                    <a:pt x="5158" y="199243"/>
                  </a:lnTo>
                  <a:lnTo>
                    <a:pt x="6543" y="204350"/>
                  </a:lnTo>
                  <a:lnTo>
                    <a:pt x="8090" y="209410"/>
                  </a:lnTo>
                  <a:lnTo>
                    <a:pt x="9796" y="214419"/>
                  </a:lnTo>
                  <a:lnTo>
                    <a:pt x="11659" y="219371"/>
                  </a:lnTo>
                  <a:lnTo>
                    <a:pt x="13679" y="224262"/>
                  </a:lnTo>
                  <a:lnTo>
                    <a:pt x="15852" y="229087"/>
                  </a:lnTo>
                  <a:lnTo>
                    <a:pt x="18176" y="233840"/>
                  </a:lnTo>
                  <a:lnTo>
                    <a:pt x="20650" y="238518"/>
                  </a:lnTo>
                  <a:lnTo>
                    <a:pt x="23271" y="243114"/>
                  </a:lnTo>
                  <a:lnTo>
                    <a:pt x="26036" y="247626"/>
                  </a:lnTo>
                  <a:lnTo>
                    <a:pt x="28942" y="252048"/>
                  </a:lnTo>
                  <a:lnTo>
                    <a:pt x="31987" y="256375"/>
                  </a:lnTo>
                  <a:lnTo>
                    <a:pt x="35167" y="260604"/>
                  </a:lnTo>
                  <a:lnTo>
                    <a:pt x="38480" y="264730"/>
                  </a:lnTo>
                  <a:lnTo>
                    <a:pt x="41921" y="268750"/>
                  </a:lnTo>
                  <a:lnTo>
                    <a:pt x="45488" y="272658"/>
                  </a:lnTo>
                  <a:lnTo>
                    <a:pt x="49177" y="276452"/>
                  </a:lnTo>
                  <a:lnTo>
                    <a:pt x="52984" y="280127"/>
                  </a:lnTo>
                  <a:lnTo>
                    <a:pt x="56905" y="283679"/>
                  </a:lnTo>
                  <a:lnTo>
                    <a:pt x="60937" y="287106"/>
                  </a:lnTo>
                  <a:lnTo>
                    <a:pt x="65076" y="290403"/>
                  </a:lnTo>
                  <a:lnTo>
                    <a:pt x="69316" y="293568"/>
                  </a:lnTo>
                  <a:lnTo>
                    <a:pt x="73655" y="296597"/>
                  </a:lnTo>
                  <a:lnTo>
                    <a:pt x="78087" y="299487"/>
                  </a:lnTo>
                  <a:lnTo>
                    <a:pt x="82609" y="302235"/>
                  </a:lnTo>
                  <a:lnTo>
                    <a:pt x="87215" y="304839"/>
                  </a:lnTo>
                  <a:lnTo>
                    <a:pt x="91902" y="307296"/>
                  </a:lnTo>
                  <a:lnTo>
                    <a:pt x="96663" y="309603"/>
                  </a:lnTo>
                  <a:lnTo>
                    <a:pt x="101496" y="311759"/>
                  </a:lnTo>
                  <a:lnTo>
                    <a:pt x="106394" y="313760"/>
                  </a:lnTo>
                  <a:lnTo>
                    <a:pt x="111353" y="315605"/>
                  </a:lnTo>
                  <a:lnTo>
                    <a:pt x="116368" y="317293"/>
                  </a:lnTo>
                  <a:lnTo>
                    <a:pt x="121434" y="318821"/>
                  </a:lnTo>
                  <a:lnTo>
                    <a:pt x="126546" y="320188"/>
                  </a:lnTo>
                  <a:lnTo>
                    <a:pt x="131699" y="321392"/>
                  </a:lnTo>
                  <a:lnTo>
                    <a:pt x="136887" y="322433"/>
                  </a:lnTo>
                  <a:lnTo>
                    <a:pt x="142105" y="323309"/>
                  </a:lnTo>
                  <a:lnTo>
                    <a:pt x="147348" y="324019"/>
                  </a:lnTo>
                  <a:lnTo>
                    <a:pt x="152612" y="324563"/>
                  </a:lnTo>
                  <a:lnTo>
                    <a:pt x="157890" y="324940"/>
                  </a:lnTo>
                  <a:lnTo>
                    <a:pt x="163177" y="325150"/>
                  </a:lnTo>
                  <a:lnTo>
                    <a:pt x="168468" y="325193"/>
                  </a:lnTo>
                  <a:lnTo>
                    <a:pt x="173758" y="325068"/>
                  </a:lnTo>
                  <a:lnTo>
                    <a:pt x="179041" y="324775"/>
                  </a:lnTo>
                  <a:lnTo>
                    <a:pt x="184312" y="324316"/>
                  </a:lnTo>
                  <a:lnTo>
                    <a:pt x="189567" y="323690"/>
                  </a:lnTo>
                  <a:lnTo>
                    <a:pt x="194798" y="322898"/>
                  </a:lnTo>
                  <a:lnTo>
                    <a:pt x="200002" y="321941"/>
                  </a:lnTo>
                  <a:lnTo>
                    <a:pt x="205174" y="320820"/>
                  </a:lnTo>
                  <a:lnTo>
                    <a:pt x="210307" y="319535"/>
                  </a:lnTo>
                  <a:lnTo>
                    <a:pt x="215397" y="318089"/>
                  </a:lnTo>
                  <a:lnTo>
                    <a:pt x="220438" y="316482"/>
                  </a:lnTo>
                  <a:lnTo>
                    <a:pt x="225426" y="314717"/>
                  </a:lnTo>
                  <a:lnTo>
                    <a:pt x="230356" y="312794"/>
                  </a:lnTo>
                  <a:lnTo>
                    <a:pt x="235223" y="310717"/>
                  </a:lnTo>
                  <a:lnTo>
                    <a:pt x="240021" y="308486"/>
                  </a:lnTo>
                  <a:lnTo>
                    <a:pt x="244746" y="306105"/>
                  </a:lnTo>
                  <a:lnTo>
                    <a:pt x="249394" y="303576"/>
                  </a:lnTo>
                  <a:lnTo>
                    <a:pt x="253959" y="300900"/>
                  </a:lnTo>
                  <a:lnTo>
                    <a:pt x="258437" y="298082"/>
                  </a:lnTo>
                  <a:lnTo>
                    <a:pt x="262824" y="295123"/>
                  </a:lnTo>
                  <a:lnTo>
                    <a:pt x="267115" y="292027"/>
                  </a:lnTo>
                  <a:lnTo>
                    <a:pt x="271306" y="288796"/>
                  </a:lnTo>
                  <a:lnTo>
                    <a:pt x="275392" y="285435"/>
                  </a:lnTo>
                  <a:lnTo>
                    <a:pt x="279370" y="281946"/>
                  </a:lnTo>
                  <a:lnTo>
                    <a:pt x="283236" y="278333"/>
                  </a:lnTo>
                  <a:lnTo>
                    <a:pt x="286985" y="274599"/>
                  </a:lnTo>
                  <a:lnTo>
                    <a:pt x="290614" y="270748"/>
                  </a:lnTo>
                  <a:lnTo>
                    <a:pt x="294120" y="266785"/>
                  </a:lnTo>
                  <a:lnTo>
                    <a:pt x="297498" y="262712"/>
                  </a:lnTo>
                  <a:lnTo>
                    <a:pt x="300746" y="258535"/>
                  </a:lnTo>
                  <a:lnTo>
                    <a:pt x="303860" y="254257"/>
                  </a:lnTo>
                  <a:lnTo>
                    <a:pt x="306837" y="249883"/>
                  </a:lnTo>
                  <a:lnTo>
                    <a:pt x="309674" y="245416"/>
                  </a:lnTo>
                  <a:lnTo>
                    <a:pt x="312368" y="240862"/>
                  </a:lnTo>
                  <a:lnTo>
                    <a:pt x="314917" y="236225"/>
                  </a:lnTo>
                  <a:lnTo>
                    <a:pt x="317318" y="231510"/>
                  </a:lnTo>
                  <a:lnTo>
                    <a:pt x="319568" y="226721"/>
                  </a:lnTo>
                  <a:lnTo>
                    <a:pt x="321666" y="221863"/>
                  </a:lnTo>
                  <a:lnTo>
                    <a:pt x="323609" y="216941"/>
                  </a:lnTo>
                  <a:lnTo>
                    <a:pt x="325395" y="211960"/>
                  </a:lnTo>
                  <a:lnTo>
                    <a:pt x="327022" y="206925"/>
                  </a:lnTo>
                  <a:lnTo>
                    <a:pt x="328490" y="201842"/>
                  </a:lnTo>
                  <a:lnTo>
                    <a:pt x="329796" y="196714"/>
                  </a:lnTo>
                  <a:lnTo>
                    <a:pt x="330938" y="191547"/>
                  </a:lnTo>
                  <a:lnTo>
                    <a:pt x="331917" y="186347"/>
                  </a:lnTo>
                  <a:lnTo>
                    <a:pt x="332731" y="181119"/>
                  </a:lnTo>
                  <a:lnTo>
                    <a:pt x="333379" y="175867"/>
                  </a:lnTo>
                  <a:lnTo>
                    <a:pt x="333860" y="170598"/>
                  </a:lnTo>
                  <a:lnTo>
                    <a:pt x="334174" y="165316"/>
                  </a:lnTo>
                  <a:lnTo>
                    <a:pt x="334321" y="160027"/>
                  </a:lnTo>
                  <a:lnTo>
                    <a:pt x="334300" y="154735"/>
                  </a:lnTo>
                  <a:lnTo>
                    <a:pt x="334112" y="149447"/>
                  </a:lnTo>
                  <a:lnTo>
                    <a:pt x="333757" y="144168"/>
                  </a:lnTo>
                  <a:lnTo>
                    <a:pt x="333235" y="138902"/>
                  </a:lnTo>
                  <a:lnTo>
                    <a:pt x="332546" y="133656"/>
                  </a:lnTo>
                  <a:lnTo>
                    <a:pt x="331692" y="128434"/>
                  </a:lnTo>
                  <a:lnTo>
                    <a:pt x="330673" y="123242"/>
                  </a:lnTo>
                  <a:lnTo>
                    <a:pt x="329490" y="118084"/>
                  </a:lnTo>
                  <a:lnTo>
                    <a:pt x="328145" y="112967"/>
                  </a:lnTo>
                  <a:lnTo>
                    <a:pt x="326638" y="107895"/>
                  </a:lnTo>
                  <a:lnTo>
                    <a:pt x="324971" y="102873"/>
                  </a:lnTo>
                  <a:lnTo>
                    <a:pt x="323146" y="97906"/>
                  </a:lnTo>
                  <a:lnTo>
                    <a:pt x="321165" y="92999"/>
                  </a:lnTo>
                  <a:lnTo>
                    <a:pt x="319030" y="88158"/>
                  </a:lnTo>
                  <a:lnTo>
                    <a:pt x="316743" y="83387"/>
                  </a:lnTo>
                  <a:lnTo>
                    <a:pt x="314305" y="78690"/>
                  </a:lnTo>
                  <a:lnTo>
                    <a:pt x="311720" y="74073"/>
                  </a:lnTo>
                  <a:lnTo>
                    <a:pt x="308991" y="69540"/>
                  </a:lnTo>
                  <a:lnTo>
                    <a:pt x="306119" y="65096"/>
                  </a:lnTo>
                  <a:lnTo>
                    <a:pt x="303108" y="60745"/>
                  </a:lnTo>
                  <a:lnTo>
                    <a:pt x="299961" y="56491"/>
                  </a:lnTo>
                  <a:lnTo>
                    <a:pt x="296681" y="52339"/>
                  </a:lnTo>
                  <a:lnTo>
                    <a:pt x="293271" y="48293"/>
                  </a:lnTo>
                  <a:lnTo>
                    <a:pt x="289735" y="44357"/>
                  </a:lnTo>
                  <a:lnTo>
                    <a:pt x="286076" y="40534"/>
                  </a:lnTo>
                  <a:lnTo>
                    <a:pt x="282298" y="36830"/>
                  </a:lnTo>
                  <a:lnTo>
                    <a:pt x="278404" y="33247"/>
                  </a:lnTo>
                  <a:lnTo>
                    <a:pt x="274399" y="29789"/>
                  </a:lnTo>
                  <a:lnTo>
                    <a:pt x="270287" y="26459"/>
                  </a:lnTo>
                  <a:lnTo>
                    <a:pt x="266071" y="23261"/>
                  </a:lnTo>
                  <a:lnTo>
                    <a:pt x="261756" y="20198"/>
                  </a:lnTo>
                  <a:lnTo>
                    <a:pt x="257346" y="17274"/>
                  </a:lnTo>
                  <a:lnTo>
                    <a:pt x="252846" y="14490"/>
                  </a:lnTo>
                  <a:lnTo>
                    <a:pt x="248260" y="11850"/>
                  </a:lnTo>
                  <a:lnTo>
                    <a:pt x="243593" y="9357"/>
                  </a:lnTo>
                  <a:lnTo>
                    <a:pt x="238850" y="7013"/>
                  </a:lnTo>
                  <a:lnTo>
                    <a:pt x="234034" y="4820"/>
                  </a:lnTo>
                  <a:lnTo>
                    <a:pt x="229152" y="2780"/>
                  </a:lnTo>
                  <a:lnTo>
                    <a:pt x="167166" y="1580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88720" y="1322571"/>
              <a:ext cx="61986" cy="167167"/>
            </a:xfrm>
            <a:custGeom>
              <a:avLst/>
              <a:pathLst>
                <a:path w="61986" h="167167">
                  <a:moveTo>
                    <a:pt x="61986" y="11917"/>
                  </a:moveTo>
                  <a:lnTo>
                    <a:pt x="56588" y="9869"/>
                  </a:lnTo>
                  <a:lnTo>
                    <a:pt x="51124" y="8009"/>
                  </a:lnTo>
                  <a:lnTo>
                    <a:pt x="45598" y="6339"/>
                  </a:lnTo>
                  <a:lnTo>
                    <a:pt x="40018" y="4860"/>
                  </a:lnTo>
                  <a:lnTo>
                    <a:pt x="34390" y="3575"/>
                  </a:lnTo>
                  <a:lnTo>
                    <a:pt x="28721" y="2485"/>
                  </a:lnTo>
                  <a:lnTo>
                    <a:pt x="23018" y="1592"/>
                  </a:lnTo>
                  <a:lnTo>
                    <a:pt x="17287" y="896"/>
                  </a:lnTo>
                  <a:lnTo>
                    <a:pt x="11536" y="398"/>
                  </a:lnTo>
                  <a:lnTo>
                    <a:pt x="5771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78954" y="1681503"/>
              <a:ext cx="7570" cy="167167"/>
            </a:xfrm>
            <a:custGeom>
              <a:avLst/>
              <a:pathLst>
                <a:path w="7570" h="167167">
                  <a:moveTo>
                    <a:pt x="7570" y="0"/>
                  </a:moveTo>
                  <a:lnTo>
                    <a:pt x="0" y="171"/>
                  </a:lnTo>
                  <a:lnTo>
                    <a:pt x="757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8954" y="1681674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948627" y="1681674"/>
              <a:ext cx="137897" cy="166995"/>
            </a:xfrm>
            <a:custGeom>
              <a:avLst/>
              <a:pathLst>
                <a:path w="137897" h="166995">
                  <a:moveTo>
                    <a:pt x="130326" y="0"/>
                  </a:moveTo>
                  <a:lnTo>
                    <a:pt x="124816" y="341"/>
                  </a:lnTo>
                  <a:lnTo>
                    <a:pt x="119320" y="863"/>
                  </a:lnTo>
                  <a:lnTo>
                    <a:pt x="113845" y="1567"/>
                  </a:lnTo>
                  <a:lnTo>
                    <a:pt x="108395" y="2452"/>
                  </a:lnTo>
                  <a:lnTo>
                    <a:pt x="102978" y="3516"/>
                  </a:lnTo>
                  <a:lnTo>
                    <a:pt x="97599" y="4758"/>
                  </a:lnTo>
                  <a:lnTo>
                    <a:pt x="92264" y="6177"/>
                  </a:lnTo>
                  <a:lnTo>
                    <a:pt x="86979" y="7771"/>
                  </a:lnTo>
                  <a:lnTo>
                    <a:pt x="81749" y="9540"/>
                  </a:lnTo>
                  <a:lnTo>
                    <a:pt x="76580" y="11479"/>
                  </a:lnTo>
                  <a:lnTo>
                    <a:pt x="71478" y="13589"/>
                  </a:lnTo>
                  <a:lnTo>
                    <a:pt x="66449" y="15866"/>
                  </a:lnTo>
                  <a:lnTo>
                    <a:pt x="61498" y="18307"/>
                  </a:lnTo>
                  <a:lnTo>
                    <a:pt x="56630" y="20911"/>
                  </a:lnTo>
                  <a:lnTo>
                    <a:pt x="51850" y="23674"/>
                  </a:lnTo>
                  <a:lnTo>
                    <a:pt x="47165" y="26594"/>
                  </a:lnTo>
                  <a:lnTo>
                    <a:pt x="42578" y="29666"/>
                  </a:lnTo>
                  <a:lnTo>
                    <a:pt x="38096" y="32889"/>
                  </a:lnTo>
                  <a:lnTo>
                    <a:pt x="33722" y="36257"/>
                  </a:lnTo>
                  <a:lnTo>
                    <a:pt x="29462" y="39768"/>
                  </a:lnTo>
                  <a:lnTo>
                    <a:pt x="25320" y="43418"/>
                  </a:lnTo>
                  <a:lnTo>
                    <a:pt x="21300" y="47203"/>
                  </a:lnTo>
                  <a:lnTo>
                    <a:pt x="17408" y="51118"/>
                  </a:lnTo>
                  <a:lnTo>
                    <a:pt x="13648" y="55160"/>
                  </a:lnTo>
                  <a:lnTo>
                    <a:pt x="10023" y="59324"/>
                  </a:lnTo>
                  <a:lnTo>
                    <a:pt x="6537" y="63605"/>
                  </a:lnTo>
                  <a:lnTo>
                    <a:pt x="3195" y="67999"/>
                  </a:lnTo>
                  <a:lnTo>
                    <a:pt x="0" y="72501"/>
                  </a:lnTo>
                  <a:lnTo>
                    <a:pt x="137897" y="1669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919357" y="1681503"/>
              <a:ext cx="334325" cy="334325"/>
            </a:xfrm>
            <a:custGeom>
              <a:avLst/>
              <a:pathLst>
                <a:path w="334325" h="334325">
                  <a:moveTo>
                    <a:pt x="29270" y="72672"/>
                  </a:moveTo>
                  <a:lnTo>
                    <a:pt x="26351" y="77080"/>
                  </a:lnTo>
                  <a:lnTo>
                    <a:pt x="23572" y="81578"/>
                  </a:lnTo>
                  <a:lnTo>
                    <a:pt x="20938" y="86161"/>
                  </a:lnTo>
                  <a:lnTo>
                    <a:pt x="18449" y="90825"/>
                  </a:lnTo>
                  <a:lnTo>
                    <a:pt x="16110" y="95566"/>
                  </a:lnTo>
                  <a:lnTo>
                    <a:pt x="13921" y="100378"/>
                  </a:lnTo>
                  <a:lnTo>
                    <a:pt x="11886" y="105257"/>
                  </a:lnTo>
                  <a:lnTo>
                    <a:pt x="10006" y="110198"/>
                  </a:lnTo>
                  <a:lnTo>
                    <a:pt x="8283" y="115197"/>
                  </a:lnTo>
                  <a:lnTo>
                    <a:pt x="6719" y="120247"/>
                  </a:lnTo>
                  <a:lnTo>
                    <a:pt x="5316" y="125343"/>
                  </a:lnTo>
                  <a:lnTo>
                    <a:pt x="4074" y="130482"/>
                  </a:lnTo>
                  <a:lnTo>
                    <a:pt x="2996" y="135658"/>
                  </a:lnTo>
                  <a:lnTo>
                    <a:pt x="2082" y="140865"/>
                  </a:lnTo>
                  <a:lnTo>
                    <a:pt x="1333" y="146098"/>
                  </a:lnTo>
                  <a:lnTo>
                    <a:pt x="749" y="151352"/>
                  </a:lnTo>
                  <a:lnTo>
                    <a:pt x="332" y="156622"/>
                  </a:lnTo>
                  <a:lnTo>
                    <a:pt x="82" y="161903"/>
                  </a:lnTo>
                  <a:lnTo>
                    <a:pt x="0" y="167189"/>
                  </a:lnTo>
                  <a:lnTo>
                    <a:pt x="84" y="172475"/>
                  </a:lnTo>
                  <a:lnTo>
                    <a:pt x="335" y="177755"/>
                  </a:lnTo>
                  <a:lnTo>
                    <a:pt x="753" y="183025"/>
                  </a:lnTo>
                  <a:lnTo>
                    <a:pt x="1338" y="188280"/>
                  </a:lnTo>
                  <a:lnTo>
                    <a:pt x="2089" y="193513"/>
                  </a:lnTo>
                  <a:lnTo>
                    <a:pt x="3004" y="198719"/>
                  </a:lnTo>
                  <a:lnTo>
                    <a:pt x="4084" y="203895"/>
                  </a:lnTo>
                  <a:lnTo>
                    <a:pt x="5327" y="209033"/>
                  </a:lnTo>
                  <a:lnTo>
                    <a:pt x="6732" y="214129"/>
                  </a:lnTo>
                  <a:lnTo>
                    <a:pt x="8297" y="219179"/>
                  </a:lnTo>
                  <a:lnTo>
                    <a:pt x="10021" y="224177"/>
                  </a:lnTo>
                  <a:lnTo>
                    <a:pt x="11902" y="229117"/>
                  </a:lnTo>
                  <a:lnTo>
                    <a:pt x="13939" y="233996"/>
                  </a:lnTo>
                  <a:lnTo>
                    <a:pt x="16129" y="238808"/>
                  </a:lnTo>
                  <a:lnTo>
                    <a:pt x="18469" y="243548"/>
                  </a:lnTo>
                  <a:lnTo>
                    <a:pt x="20959" y="248211"/>
                  </a:lnTo>
                  <a:lnTo>
                    <a:pt x="23595" y="252794"/>
                  </a:lnTo>
                  <a:lnTo>
                    <a:pt x="26374" y="257291"/>
                  </a:lnTo>
                  <a:lnTo>
                    <a:pt x="29294" y="261698"/>
                  </a:lnTo>
                  <a:lnTo>
                    <a:pt x="32352" y="266010"/>
                  </a:lnTo>
                  <a:lnTo>
                    <a:pt x="35545" y="270224"/>
                  </a:lnTo>
                  <a:lnTo>
                    <a:pt x="38870" y="274334"/>
                  </a:lnTo>
                  <a:lnTo>
                    <a:pt x="42323" y="278337"/>
                  </a:lnTo>
                  <a:lnTo>
                    <a:pt x="45900" y="282229"/>
                  </a:lnTo>
                  <a:lnTo>
                    <a:pt x="49599" y="286006"/>
                  </a:lnTo>
                  <a:lnTo>
                    <a:pt x="53416" y="289665"/>
                  </a:lnTo>
                  <a:lnTo>
                    <a:pt x="57346" y="293200"/>
                  </a:lnTo>
                  <a:lnTo>
                    <a:pt x="61386" y="296610"/>
                  </a:lnTo>
                  <a:lnTo>
                    <a:pt x="65532" y="299890"/>
                  </a:lnTo>
                  <a:lnTo>
                    <a:pt x="69780" y="303037"/>
                  </a:lnTo>
                  <a:lnTo>
                    <a:pt x="74125" y="306049"/>
                  </a:lnTo>
                  <a:lnTo>
                    <a:pt x="78563" y="308921"/>
                  </a:lnTo>
                  <a:lnTo>
                    <a:pt x="83090" y="311652"/>
                  </a:lnTo>
                  <a:lnTo>
                    <a:pt x="87701" y="314238"/>
                  </a:lnTo>
                  <a:lnTo>
                    <a:pt x="92391" y="316678"/>
                  </a:lnTo>
                  <a:lnTo>
                    <a:pt x="97156" y="318967"/>
                  </a:lnTo>
                  <a:lnTo>
                    <a:pt x="101991" y="321105"/>
                  </a:lnTo>
                  <a:lnTo>
                    <a:pt x="106891" y="323089"/>
                  </a:lnTo>
                  <a:lnTo>
                    <a:pt x="111852" y="324917"/>
                  </a:lnTo>
                  <a:lnTo>
                    <a:pt x="116867" y="326587"/>
                  </a:lnTo>
                  <a:lnTo>
                    <a:pt x="121933" y="328098"/>
                  </a:lnTo>
                  <a:lnTo>
                    <a:pt x="127045" y="329448"/>
                  </a:lnTo>
                  <a:lnTo>
                    <a:pt x="132196" y="330636"/>
                  </a:lnTo>
                  <a:lnTo>
                    <a:pt x="137383" y="331660"/>
                  </a:lnTo>
                  <a:lnTo>
                    <a:pt x="142599" y="332519"/>
                  </a:lnTo>
                  <a:lnTo>
                    <a:pt x="147840" y="333213"/>
                  </a:lnTo>
                  <a:lnTo>
                    <a:pt x="153100" y="333741"/>
                  </a:lnTo>
                  <a:lnTo>
                    <a:pt x="158374" y="334103"/>
                  </a:lnTo>
                  <a:lnTo>
                    <a:pt x="163657" y="334298"/>
                  </a:lnTo>
                  <a:lnTo>
                    <a:pt x="168944" y="334325"/>
                  </a:lnTo>
                  <a:lnTo>
                    <a:pt x="174229" y="334185"/>
                  </a:lnTo>
                  <a:lnTo>
                    <a:pt x="179506" y="333878"/>
                  </a:lnTo>
                  <a:lnTo>
                    <a:pt x="184772" y="333405"/>
                  </a:lnTo>
                  <a:lnTo>
                    <a:pt x="190019" y="332765"/>
                  </a:lnTo>
                  <a:lnTo>
                    <a:pt x="195244" y="331960"/>
                  </a:lnTo>
                  <a:lnTo>
                    <a:pt x="200441" y="330989"/>
                  </a:lnTo>
                  <a:lnTo>
                    <a:pt x="205605" y="329855"/>
                  </a:lnTo>
                  <a:lnTo>
                    <a:pt x="210730" y="328559"/>
                  </a:lnTo>
                  <a:lnTo>
                    <a:pt x="215811" y="327100"/>
                  </a:lnTo>
                  <a:lnTo>
                    <a:pt x="220844" y="325482"/>
                  </a:lnTo>
                  <a:lnTo>
                    <a:pt x="225823" y="323706"/>
                  </a:lnTo>
                  <a:lnTo>
                    <a:pt x="230744" y="321773"/>
                  </a:lnTo>
                  <a:lnTo>
                    <a:pt x="235601" y="319685"/>
                  </a:lnTo>
                  <a:lnTo>
                    <a:pt x="240389" y="317445"/>
                  </a:lnTo>
                  <a:lnTo>
                    <a:pt x="245104" y="315054"/>
                  </a:lnTo>
                  <a:lnTo>
                    <a:pt x="249742" y="312516"/>
                  </a:lnTo>
                  <a:lnTo>
                    <a:pt x="254296" y="309832"/>
                  </a:lnTo>
                  <a:lnTo>
                    <a:pt x="258764" y="307006"/>
                  </a:lnTo>
                  <a:lnTo>
                    <a:pt x="263140" y="304040"/>
                  </a:lnTo>
                  <a:lnTo>
                    <a:pt x="267420" y="300936"/>
                  </a:lnTo>
                  <a:lnTo>
                    <a:pt x="271600" y="297699"/>
                  </a:lnTo>
                  <a:lnTo>
                    <a:pt x="275675" y="294332"/>
                  </a:lnTo>
                  <a:lnTo>
                    <a:pt x="279642" y="290837"/>
                  </a:lnTo>
                  <a:lnTo>
                    <a:pt x="283496" y="287219"/>
                  </a:lnTo>
                  <a:lnTo>
                    <a:pt x="287234" y="283480"/>
                  </a:lnTo>
                  <a:lnTo>
                    <a:pt x="290852" y="279626"/>
                  </a:lnTo>
                  <a:lnTo>
                    <a:pt x="294346" y="275658"/>
                  </a:lnTo>
                  <a:lnTo>
                    <a:pt x="297713" y="271583"/>
                  </a:lnTo>
                  <a:lnTo>
                    <a:pt x="300950" y="267403"/>
                  </a:lnTo>
                  <a:lnTo>
                    <a:pt x="304052" y="263122"/>
                  </a:lnTo>
                  <a:lnTo>
                    <a:pt x="307018" y="258746"/>
                  </a:lnTo>
                  <a:lnTo>
                    <a:pt x="309844" y="254278"/>
                  </a:lnTo>
                  <a:lnTo>
                    <a:pt x="312527" y="249723"/>
                  </a:lnTo>
                  <a:lnTo>
                    <a:pt x="315065" y="245085"/>
                  </a:lnTo>
                  <a:lnTo>
                    <a:pt x="317454" y="240369"/>
                  </a:lnTo>
                  <a:lnTo>
                    <a:pt x="319694" y="235581"/>
                  </a:lnTo>
                  <a:lnTo>
                    <a:pt x="321781" y="230723"/>
                  </a:lnTo>
                  <a:lnTo>
                    <a:pt x="323713" y="225803"/>
                  </a:lnTo>
                  <a:lnTo>
                    <a:pt x="325489" y="220823"/>
                  </a:lnTo>
                  <a:lnTo>
                    <a:pt x="327107" y="215790"/>
                  </a:lnTo>
                  <a:lnTo>
                    <a:pt x="328564" y="210708"/>
                  </a:lnTo>
                  <a:lnTo>
                    <a:pt x="329860" y="205583"/>
                  </a:lnTo>
                  <a:lnTo>
                    <a:pt x="330994" y="200420"/>
                  </a:lnTo>
                  <a:lnTo>
                    <a:pt x="331963" y="195223"/>
                  </a:lnTo>
                  <a:lnTo>
                    <a:pt x="332768" y="189998"/>
                  </a:lnTo>
                  <a:lnTo>
                    <a:pt x="333407" y="184750"/>
                  </a:lnTo>
                  <a:lnTo>
                    <a:pt x="333880" y="179484"/>
                  </a:lnTo>
                  <a:lnTo>
                    <a:pt x="334186" y="174207"/>
                  </a:lnTo>
                  <a:lnTo>
                    <a:pt x="334325" y="168922"/>
                  </a:lnTo>
                  <a:lnTo>
                    <a:pt x="334297" y="163635"/>
                  </a:lnTo>
                  <a:lnTo>
                    <a:pt x="334102" y="158352"/>
                  </a:lnTo>
                  <a:lnTo>
                    <a:pt x="333740" y="153078"/>
                  </a:lnTo>
                  <a:lnTo>
                    <a:pt x="333211" y="147818"/>
                  </a:lnTo>
                  <a:lnTo>
                    <a:pt x="332516" y="142577"/>
                  </a:lnTo>
                  <a:lnTo>
                    <a:pt x="331656" y="137361"/>
                  </a:lnTo>
                  <a:lnTo>
                    <a:pt x="330631" y="132175"/>
                  </a:lnTo>
                  <a:lnTo>
                    <a:pt x="329443" y="127024"/>
                  </a:lnTo>
                  <a:lnTo>
                    <a:pt x="328092" y="121912"/>
                  </a:lnTo>
                  <a:lnTo>
                    <a:pt x="326581" y="116846"/>
                  </a:lnTo>
                  <a:lnTo>
                    <a:pt x="324910" y="111831"/>
                  </a:lnTo>
                  <a:lnTo>
                    <a:pt x="323081" y="106871"/>
                  </a:lnTo>
                  <a:lnTo>
                    <a:pt x="321097" y="101971"/>
                  </a:lnTo>
                  <a:lnTo>
                    <a:pt x="318958" y="97136"/>
                  </a:lnTo>
                  <a:lnTo>
                    <a:pt x="316668" y="92371"/>
                  </a:lnTo>
                  <a:lnTo>
                    <a:pt x="314228" y="87681"/>
                  </a:lnTo>
                  <a:lnTo>
                    <a:pt x="311641" y="83071"/>
                  </a:lnTo>
                  <a:lnTo>
                    <a:pt x="308910" y="78544"/>
                  </a:lnTo>
                  <a:lnTo>
                    <a:pt x="306037" y="74107"/>
                  </a:lnTo>
                  <a:lnTo>
                    <a:pt x="303024" y="69762"/>
                  </a:lnTo>
                  <a:lnTo>
                    <a:pt x="299877" y="65515"/>
                  </a:lnTo>
                  <a:lnTo>
                    <a:pt x="296596" y="61369"/>
                  </a:lnTo>
                  <a:lnTo>
                    <a:pt x="293186" y="57330"/>
                  </a:lnTo>
                  <a:lnTo>
                    <a:pt x="289650" y="53400"/>
                  </a:lnTo>
                  <a:lnTo>
                    <a:pt x="285991" y="49584"/>
                  </a:lnTo>
                  <a:lnTo>
                    <a:pt x="282214" y="45885"/>
                  </a:lnTo>
                  <a:lnTo>
                    <a:pt x="278321" y="42308"/>
                  </a:lnTo>
                  <a:lnTo>
                    <a:pt x="274317" y="38856"/>
                  </a:lnTo>
                  <a:lnTo>
                    <a:pt x="270206" y="35532"/>
                  </a:lnTo>
                  <a:lnTo>
                    <a:pt x="265993" y="32339"/>
                  </a:lnTo>
                  <a:lnTo>
                    <a:pt x="261680" y="29282"/>
                  </a:lnTo>
                  <a:lnTo>
                    <a:pt x="257273" y="26362"/>
                  </a:lnTo>
                  <a:lnTo>
                    <a:pt x="252775" y="23584"/>
                  </a:lnTo>
                  <a:lnTo>
                    <a:pt x="248192" y="20948"/>
                  </a:lnTo>
                  <a:lnTo>
                    <a:pt x="243528" y="18459"/>
                  </a:lnTo>
                  <a:lnTo>
                    <a:pt x="238788" y="16119"/>
                  </a:lnTo>
                  <a:lnTo>
                    <a:pt x="233976" y="13930"/>
                  </a:lnTo>
                  <a:lnTo>
                    <a:pt x="229097" y="11894"/>
                  </a:lnTo>
                  <a:lnTo>
                    <a:pt x="224156" y="10014"/>
                  </a:lnTo>
                  <a:lnTo>
                    <a:pt x="219158" y="8290"/>
                  </a:lnTo>
                  <a:lnTo>
                    <a:pt x="214108" y="6726"/>
                  </a:lnTo>
                  <a:lnTo>
                    <a:pt x="209012" y="5321"/>
                  </a:lnTo>
                  <a:lnTo>
                    <a:pt x="203873" y="4079"/>
                  </a:lnTo>
                  <a:lnTo>
                    <a:pt x="198698" y="3000"/>
                  </a:lnTo>
                  <a:lnTo>
                    <a:pt x="193491" y="2085"/>
                  </a:lnTo>
                  <a:lnTo>
                    <a:pt x="188258" y="1335"/>
                  </a:lnTo>
                  <a:lnTo>
                    <a:pt x="183004" y="751"/>
                  </a:lnTo>
                  <a:lnTo>
                    <a:pt x="177734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59882" y="2126963"/>
              <a:ext cx="21405" cy="167167"/>
            </a:xfrm>
            <a:custGeom>
              <a:avLst/>
              <a:pathLst>
                <a:path w="21405" h="167167">
                  <a:moveTo>
                    <a:pt x="21405" y="0"/>
                  </a:moveTo>
                  <a:lnTo>
                    <a:pt x="14252" y="153"/>
                  </a:lnTo>
                  <a:lnTo>
                    <a:pt x="7113" y="612"/>
                  </a:lnTo>
                  <a:lnTo>
                    <a:pt x="0" y="1376"/>
                  </a:lnTo>
                  <a:lnTo>
                    <a:pt x="2140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882" y="2128339"/>
              <a:ext cx="21405" cy="165791"/>
            </a:xfrm>
            <a:custGeom>
              <a:avLst/>
              <a:pathLst>
                <a:path w="21405" h="165791">
                  <a:moveTo>
                    <a:pt x="0" y="0"/>
                  </a:moveTo>
                  <a:lnTo>
                    <a:pt x="21405" y="1657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614136" y="2127671"/>
              <a:ext cx="334304" cy="333626"/>
            </a:xfrm>
            <a:custGeom>
              <a:avLst/>
              <a:pathLst>
                <a:path w="334304" h="333626">
                  <a:moveTo>
                    <a:pt x="145745" y="668"/>
                  </a:moveTo>
                  <a:lnTo>
                    <a:pt x="140494" y="1431"/>
                  </a:lnTo>
                  <a:lnTo>
                    <a:pt x="135270" y="2360"/>
                  </a:lnTo>
                  <a:lnTo>
                    <a:pt x="130078" y="3454"/>
                  </a:lnTo>
                  <a:lnTo>
                    <a:pt x="124924" y="4713"/>
                  </a:lnTo>
                  <a:lnTo>
                    <a:pt x="119812" y="6134"/>
                  </a:lnTo>
                  <a:lnTo>
                    <a:pt x="114747" y="7718"/>
                  </a:lnTo>
                  <a:lnTo>
                    <a:pt x="109736" y="9461"/>
                  </a:lnTo>
                  <a:lnTo>
                    <a:pt x="104782" y="11362"/>
                  </a:lnTo>
                  <a:lnTo>
                    <a:pt x="99891" y="13419"/>
                  </a:lnTo>
                  <a:lnTo>
                    <a:pt x="95068" y="15631"/>
                  </a:lnTo>
                  <a:lnTo>
                    <a:pt x="90318" y="17995"/>
                  </a:lnTo>
                  <a:lnTo>
                    <a:pt x="85645" y="20508"/>
                  </a:lnTo>
                  <a:lnTo>
                    <a:pt x="81054" y="23168"/>
                  </a:lnTo>
                  <a:lnTo>
                    <a:pt x="76549" y="25973"/>
                  </a:lnTo>
                  <a:lnTo>
                    <a:pt x="72136" y="28919"/>
                  </a:lnTo>
                  <a:lnTo>
                    <a:pt x="67819" y="32004"/>
                  </a:lnTo>
                  <a:lnTo>
                    <a:pt x="63602" y="35224"/>
                  </a:lnTo>
                  <a:lnTo>
                    <a:pt x="59489" y="38576"/>
                  </a:lnTo>
                  <a:lnTo>
                    <a:pt x="55485" y="42057"/>
                  </a:lnTo>
                  <a:lnTo>
                    <a:pt x="51593" y="45664"/>
                  </a:lnTo>
                  <a:lnTo>
                    <a:pt x="47818" y="49392"/>
                  </a:lnTo>
                  <a:lnTo>
                    <a:pt x="44163" y="53238"/>
                  </a:lnTo>
                  <a:lnTo>
                    <a:pt x="40631" y="57199"/>
                  </a:lnTo>
                  <a:lnTo>
                    <a:pt x="37227" y="61269"/>
                  </a:lnTo>
                  <a:lnTo>
                    <a:pt x="33954" y="65445"/>
                  </a:lnTo>
                  <a:lnTo>
                    <a:pt x="30816" y="69723"/>
                  </a:lnTo>
                  <a:lnTo>
                    <a:pt x="27814" y="74099"/>
                  </a:lnTo>
                  <a:lnTo>
                    <a:pt x="24953" y="78568"/>
                  </a:lnTo>
                  <a:lnTo>
                    <a:pt x="22236" y="83125"/>
                  </a:lnTo>
                  <a:lnTo>
                    <a:pt x="19664" y="87766"/>
                  </a:lnTo>
                  <a:lnTo>
                    <a:pt x="17241" y="92486"/>
                  </a:lnTo>
                  <a:lnTo>
                    <a:pt x="14969" y="97281"/>
                  </a:lnTo>
                  <a:lnTo>
                    <a:pt x="12850" y="102146"/>
                  </a:lnTo>
                  <a:lnTo>
                    <a:pt x="10886" y="107075"/>
                  </a:lnTo>
                  <a:lnTo>
                    <a:pt x="9080" y="112064"/>
                  </a:lnTo>
                  <a:lnTo>
                    <a:pt x="7434" y="117108"/>
                  </a:lnTo>
                  <a:lnTo>
                    <a:pt x="5948" y="122202"/>
                  </a:lnTo>
                  <a:lnTo>
                    <a:pt x="4625" y="127340"/>
                  </a:lnTo>
                  <a:lnTo>
                    <a:pt x="3465" y="132518"/>
                  </a:lnTo>
                  <a:lnTo>
                    <a:pt x="2470" y="137730"/>
                  </a:lnTo>
                  <a:lnTo>
                    <a:pt x="1641" y="142971"/>
                  </a:lnTo>
                  <a:lnTo>
                    <a:pt x="979" y="148235"/>
                  </a:lnTo>
                  <a:lnTo>
                    <a:pt x="485" y="153518"/>
                  </a:lnTo>
                  <a:lnTo>
                    <a:pt x="158" y="158814"/>
                  </a:lnTo>
                  <a:lnTo>
                    <a:pt x="0" y="164118"/>
                  </a:lnTo>
                  <a:lnTo>
                    <a:pt x="9" y="169424"/>
                  </a:lnTo>
                  <a:lnTo>
                    <a:pt x="188" y="174727"/>
                  </a:lnTo>
                  <a:lnTo>
                    <a:pt x="534" y="180022"/>
                  </a:lnTo>
                  <a:lnTo>
                    <a:pt x="1049" y="185303"/>
                  </a:lnTo>
                  <a:lnTo>
                    <a:pt x="1730" y="190565"/>
                  </a:lnTo>
                  <a:lnTo>
                    <a:pt x="2579" y="195802"/>
                  </a:lnTo>
                  <a:lnTo>
                    <a:pt x="3593" y="201011"/>
                  </a:lnTo>
                  <a:lnTo>
                    <a:pt x="4772" y="206184"/>
                  </a:lnTo>
                  <a:lnTo>
                    <a:pt x="6114" y="211317"/>
                  </a:lnTo>
                  <a:lnTo>
                    <a:pt x="7619" y="216406"/>
                  </a:lnTo>
                  <a:lnTo>
                    <a:pt x="9285" y="221443"/>
                  </a:lnTo>
                  <a:lnTo>
                    <a:pt x="11109" y="226426"/>
                  </a:lnTo>
                  <a:lnTo>
                    <a:pt x="13091" y="231348"/>
                  </a:lnTo>
                  <a:lnTo>
                    <a:pt x="15228" y="236204"/>
                  </a:lnTo>
                  <a:lnTo>
                    <a:pt x="17518" y="240991"/>
                  </a:lnTo>
                  <a:lnTo>
                    <a:pt x="19959" y="245702"/>
                  </a:lnTo>
                  <a:lnTo>
                    <a:pt x="22548" y="250334"/>
                  </a:lnTo>
                  <a:lnTo>
                    <a:pt x="25282" y="254881"/>
                  </a:lnTo>
                  <a:lnTo>
                    <a:pt x="28160" y="259338"/>
                  </a:lnTo>
                  <a:lnTo>
                    <a:pt x="31178" y="263703"/>
                  </a:lnTo>
                  <a:lnTo>
                    <a:pt x="34332" y="267969"/>
                  </a:lnTo>
                  <a:lnTo>
                    <a:pt x="37621" y="272133"/>
                  </a:lnTo>
                  <a:lnTo>
                    <a:pt x="41040" y="276191"/>
                  </a:lnTo>
                  <a:lnTo>
                    <a:pt x="44586" y="280138"/>
                  </a:lnTo>
                  <a:lnTo>
                    <a:pt x="48255" y="283970"/>
                  </a:lnTo>
                  <a:lnTo>
                    <a:pt x="52045" y="287685"/>
                  </a:lnTo>
                  <a:lnTo>
                    <a:pt x="55950" y="291277"/>
                  </a:lnTo>
                  <a:lnTo>
                    <a:pt x="59967" y="294743"/>
                  </a:lnTo>
                  <a:lnTo>
                    <a:pt x="64093" y="298080"/>
                  </a:lnTo>
                  <a:lnTo>
                    <a:pt x="68322" y="301284"/>
                  </a:lnTo>
                  <a:lnTo>
                    <a:pt x="72650" y="304353"/>
                  </a:lnTo>
                  <a:lnTo>
                    <a:pt x="77074" y="307282"/>
                  </a:lnTo>
                  <a:lnTo>
                    <a:pt x="81589" y="310070"/>
                  </a:lnTo>
                  <a:lnTo>
                    <a:pt x="86190" y="312713"/>
                  </a:lnTo>
                  <a:lnTo>
                    <a:pt x="90872" y="315209"/>
                  </a:lnTo>
                  <a:lnTo>
                    <a:pt x="95632" y="317555"/>
                  </a:lnTo>
                  <a:lnTo>
                    <a:pt x="100463" y="319749"/>
                  </a:lnTo>
                  <a:lnTo>
                    <a:pt x="105361" y="321788"/>
                  </a:lnTo>
                  <a:lnTo>
                    <a:pt x="110322" y="323671"/>
                  </a:lnTo>
                  <a:lnTo>
                    <a:pt x="115340" y="325395"/>
                  </a:lnTo>
                  <a:lnTo>
                    <a:pt x="120410" y="326959"/>
                  </a:lnTo>
                  <a:lnTo>
                    <a:pt x="125528" y="328362"/>
                  </a:lnTo>
                  <a:lnTo>
                    <a:pt x="130687" y="329601"/>
                  </a:lnTo>
                  <a:lnTo>
                    <a:pt x="135883" y="330676"/>
                  </a:lnTo>
                  <a:lnTo>
                    <a:pt x="141110" y="331586"/>
                  </a:lnTo>
                  <a:lnTo>
                    <a:pt x="146364" y="332329"/>
                  </a:lnTo>
                  <a:lnTo>
                    <a:pt x="151639" y="332905"/>
                  </a:lnTo>
                  <a:lnTo>
                    <a:pt x="156929" y="333314"/>
                  </a:lnTo>
                  <a:lnTo>
                    <a:pt x="162229" y="333554"/>
                  </a:lnTo>
                  <a:lnTo>
                    <a:pt x="167535" y="333626"/>
                  </a:lnTo>
                  <a:lnTo>
                    <a:pt x="172840" y="333530"/>
                  </a:lnTo>
                  <a:lnTo>
                    <a:pt x="178139" y="333265"/>
                  </a:lnTo>
                  <a:lnTo>
                    <a:pt x="183428" y="332832"/>
                  </a:lnTo>
                  <a:lnTo>
                    <a:pt x="188700" y="332232"/>
                  </a:lnTo>
                  <a:lnTo>
                    <a:pt x="193950" y="331464"/>
                  </a:lnTo>
                  <a:lnTo>
                    <a:pt x="199173" y="330531"/>
                  </a:lnTo>
                  <a:lnTo>
                    <a:pt x="204364" y="329432"/>
                  </a:lnTo>
                  <a:lnTo>
                    <a:pt x="209518" y="328169"/>
                  </a:lnTo>
                  <a:lnTo>
                    <a:pt x="214628" y="326743"/>
                  </a:lnTo>
                  <a:lnTo>
                    <a:pt x="219691" y="325155"/>
                  </a:lnTo>
                  <a:lnTo>
                    <a:pt x="224701" y="323408"/>
                  </a:lnTo>
                  <a:lnTo>
                    <a:pt x="229653" y="321502"/>
                  </a:lnTo>
                  <a:lnTo>
                    <a:pt x="234542" y="319440"/>
                  </a:lnTo>
                  <a:lnTo>
                    <a:pt x="239364" y="317225"/>
                  </a:lnTo>
                  <a:lnTo>
                    <a:pt x="244112" y="314857"/>
                  </a:lnTo>
                  <a:lnTo>
                    <a:pt x="248783" y="312340"/>
                  </a:lnTo>
                  <a:lnTo>
                    <a:pt x="253371" y="309675"/>
                  </a:lnTo>
                  <a:lnTo>
                    <a:pt x="257873" y="306867"/>
                  </a:lnTo>
                  <a:lnTo>
                    <a:pt x="262284" y="303917"/>
                  </a:lnTo>
                  <a:lnTo>
                    <a:pt x="266598" y="300828"/>
                  </a:lnTo>
                  <a:lnTo>
                    <a:pt x="270813" y="297605"/>
                  </a:lnTo>
                  <a:lnTo>
                    <a:pt x="274922" y="294249"/>
                  </a:lnTo>
                  <a:lnTo>
                    <a:pt x="278924" y="290764"/>
                  </a:lnTo>
                  <a:lnTo>
                    <a:pt x="282812" y="287154"/>
                  </a:lnTo>
                  <a:lnTo>
                    <a:pt x="286585" y="283422"/>
                  </a:lnTo>
                  <a:lnTo>
                    <a:pt x="290237" y="279573"/>
                  </a:lnTo>
                  <a:lnTo>
                    <a:pt x="293764" y="275610"/>
                  </a:lnTo>
                  <a:lnTo>
                    <a:pt x="297165" y="271537"/>
                  </a:lnTo>
                  <a:lnTo>
                    <a:pt x="300434" y="267357"/>
                  </a:lnTo>
                  <a:lnTo>
                    <a:pt x="303569" y="263077"/>
                  </a:lnTo>
                  <a:lnTo>
                    <a:pt x="306567" y="258698"/>
                  </a:lnTo>
                  <a:lnTo>
                    <a:pt x="309424" y="254227"/>
                  </a:lnTo>
                  <a:lnTo>
                    <a:pt x="312138" y="249668"/>
                  </a:lnTo>
                  <a:lnTo>
                    <a:pt x="314705" y="245025"/>
                  </a:lnTo>
                  <a:lnTo>
                    <a:pt x="317124" y="240302"/>
                  </a:lnTo>
                  <a:lnTo>
                    <a:pt x="319392" y="235505"/>
                  </a:lnTo>
                  <a:lnTo>
                    <a:pt x="321507" y="230639"/>
                  </a:lnTo>
                  <a:lnTo>
                    <a:pt x="323466" y="225708"/>
                  </a:lnTo>
                  <a:lnTo>
                    <a:pt x="325268" y="220717"/>
                  </a:lnTo>
                  <a:lnTo>
                    <a:pt x="326910" y="215671"/>
                  </a:lnTo>
                  <a:lnTo>
                    <a:pt x="328391" y="210576"/>
                  </a:lnTo>
                  <a:lnTo>
                    <a:pt x="329710" y="205437"/>
                  </a:lnTo>
                  <a:lnTo>
                    <a:pt x="330865" y="200258"/>
                  </a:lnTo>
                  <a:lnTo>
                    <a:pt x="331856" y="195045"/>
                  </a:lnTo>
                  <a:lnTo>
                    <a:pt x="332680" y="189804"/>
                  </a:lnTo>
                  <a:lnTo>
                    <a:pt x="333337" y="184539"/>
                  </a:lnTo>
                  <a:lnTo>
                    <a:pt x="333828" y="179255"/>
                  </a:lnTo>
                  <a:lnTo>
                    <a:pt x="334150" y="173959"/>
                  </a:lnTo>
                  <a:lnTo>
                    <a:pt x="334304" y="168655"/>
                  </a:lnTo>
                  <a:lnTo>
                    <a:pt x="334289" y="163349"/>
                  </a:lnTo>
                  <a:lnTo>
                    <a:pt x="334106" y="158047"/>
                  </a:lnTo>
                  <a:lnTo>
                    <a:pt x="333755" y="152752"/>
                  </a:lnTo>
                  <a:lnTo>
                    <a:pt x="333236" y="147472"/>
                  </a:lnTo>
                  <a:lnTo>
                    <a:pt x="332550" y="142210"/>
                  </a:lnTo>
                  <a:lnTo>
                    <a:pt x="331697" y="136973"/>
                  </a:lnTo>
                  <a:lnTo>
                    <a:pt x="330678" y="131766"/>
                  </a:lnTo>
                  <a:lnTo>
                    <a:pt x="329495" y="126594"/>
                  </a:lnTo>
                  <a:lnTo>
                    <a:pt x="328148" y="121461"/>
                  </a:lnTo>
                  <a:lnTo>
                    <a:pt x="326639" y="116374"/>
                  </a:lnTo>
                  <a:lnTo>
                    <a:pt x="324969" y="111338"/>
                  </a:lnTo>
                  <a:lnTo>
                    <a:pt x="323140" y="106357"/>
                  </a:lnTo>
                  <a:lnTo>
                    <a:pt x="321154" y="101437"/>
                  </a:lnTo>
                  <a:lnTo>
                    <a:pt x="319013" y="96582"/>
                  </a:lnTo>
                  <a:lnTo>
                    <a:pt x="316719" y="91798"/>
                  </a:lnTo>
                  <a:lnTo>
                    <a:pt x="314274" y="87089"/>
                  </a:lnTo>
                  <a:lnTo>
                    <a:pt x="311681" y="82459"/>
                  </a:lnTo>
                  <a:lnTo>
                    <a:pt x="308942" y="77915"/>
                  </a:lnTo>
                  <a:lnTo>
                    <a:pt x="306061" y="73459"/>
                  </a:lnTo>
                  <a:lnTo>
                    <a:pt x="303039" y="69098"/>
                  </a:lnTo>
                  <a:lnTo>
                    <a:pt x="299881" y="64834"/>
                  </a:lnTo>
                  <a:lnTo>
                    <a:pt x="296589" y="60673"/>
                  </a:lnTo>
                  <a:lnTo>
                    <a:pt x="293166" y="56618"/>
                  </a:lnTo>
                  <a:lnTo>
                    <a:pt x="289617" y="52674"/>
                  </a:lnTo>
                  <a:lnTo>
                    <a:pt x="285944" y="48845"/>
                  </a:lnTo>
                  <a:lnTo>
                    <a:pt x="282151" y="45134"/>
                  </a:lnTo>
                  <a:lnTo>
                    <a:pt x="278243" y="41545"/>
                  </a:lnTo>
                  <a:lnTo>
                    <a:pt x="274223" y="38083"/>
                  </a:lnTo>
                  <a:lnTo>
                    <a:pt x="270094" y="34749"/>
                  </a:lnTo>
                  <a:lnTo>
                    <a:pt x="265863" y="31548"/>
                  </a:lnTo>
                  <a:lnTo>
                    <a:pt x="261531" y="28484"/>
                  </a:lnTo>
                  <a:lnTo>
                    <a:pt x="257105" y="25558"/>
                  </a:lnTo>
                  <a:lnTo>
                    <a:pt x="252588" y="22774"/>
                  </a:lnTo>
                  <a:lnTo>
                    <a:pt x="247985" y="20135"/>
                  </a:lnTo>
                  <a:lnTo>
                    <a:pt x="243300" y="17643"/>
                  </a:lnTo>
                  <a:lnTo>
                    <a:pt x="238539" y="15301"/>
                  </a:lnTo>
                  <a:lnTo>
                    <a:pt x="233706" y="13112"/>
                  </a:lnTo>
                  <a:lnTo>
                    <a:pt x="228805" y="11077"/>
                  </a:lnTo>
                  <a:lnTo>
                    <a:pt x="223843" y="9198"/>
                  </a:lnTo>
                  <a:lnTo>
                    <a:pt x="218823" y="7478"/>
                  </a:lnTo>
                  <a:lnTo>
                    <a:pt x="213752" y="5918"/>
                  </a:lnTo>
                  <a:lnTo>
                    <a:pt x="208633" y="4520"/>
                  </a:lnTo>
                  <a:lnTo>
                    <a:pt x="203473" y="3285"/>
                  </a:lnTo>
                  <a:lnTo>
                    <a:pt x="198276" y="2215"/>
                  </a:lnTo>
                  <a:lnTo>
                    <a:pt x="193048" y="1310"/>
                  </a:lnTo>
                  <a:lnTo>
                    <a:pt x="187794" y="571"/>
                  </a:lnTo>
                  <a:lnTo>
                    <a:pt x="182518" y="0"/>
                  </a:lnTo>
                  <a:lnTo>
                    <a:pt x="167151" y="1664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81287" y="2126963"/>
              <a:ext cx="15367" cy="167167"/>
            </a:xfrm>
            <a:custGeom>
              <a:avLst/>
              <a:pathLst>
                <a:path w="15367" h="167167">
                  <a:moveTo>
                    <a:pt x="15367" y="70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87913" y="2633064"/>
              <a:ext cx="2834" cy="167167"/>
            </a:xfrm>
            <a:custGeom>
              <a:avLst/>
              <a:pathLst>
                <a:path w="2834" h="167167">
                  <a:moveTo>
                    <a:pt x="2834" y="0"/>
                  </a:moveTo>
                  <a:lnTo>
                    <a:pt x="0" y="24"/>
                  </a:lnTo>
                  <a:lnTo>
                    <a:pt x="283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87913" y="2633088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913" y="2633088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913" y="2633088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913" y="2633088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913" y="2633088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913" y="2633088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913" y="2633088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913" y="2633088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913" y="2633088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913" y="2633088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913" y="2633088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913" y="2633088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913" y="2633088"/>
              <a:ext cx="2834" cy="167143"/>
            </a:xfrm>
            <a:custGeom>
              <a:avLst/>
              <a:pathLst>
                <a:path w="2834" h="167143">
                  <a:moveTo>
                    <a:pt x="0" y="0"/>
                  </a:moveTo>
                  <a:lnTo>
                    <a:pt x="2834" y="1671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423581" y="2633088"/>
              <a:ext cx="334333" cy="334295"/>
            </a:xfrm>
            <a:custGeom>
              <a:avLst/>
              <a:pathLst>
                <a:path w="334333" h="334295">
                  <a:moveTo>
                    <a:pt x="164332" y="0"/>
                  </a:moveTo>
                  <a:lnTo>
                    <a:pt x="159028" y="174"/>
                  </a:lnTo>
                  <a:lnTo>
                    <a:pt x="153733" y="516"/>
                  </a:lnTo>
                  <a:lnTo>
                    <a:pt x="148451" y="1026"/>
                  </a:lnTo>
                  <a:lnTo>
                    <a:pt x="143188" y="1704"/>
                  </a:lnTo>
                  <a:lnTo>
                    <a:pt x="137949" y="2549"/>
                  </a:lnTo>
                  <a:lnTo>
                    <a:pt x="132740" y="3559"/>
                  </a:lnTo>
                  <a:lnTo>
                    <a:pt x="127565" y="4734"/>
                  </a:lnTo>
                  <a:lnTo>
                    <a:pt x="122430" y="6073"/>
                  </a:lnTo>
                  <a:lnTo>
                    <a:pt x="117340" y="7574"/>
                  </a:lnTo>
                  <a:lnTo>
                    <a:pt x="112301" y="9236"/>
                  </a:lnTo>
                  <a:lnTo>
                    <a:pt x="107317" y="11057"/>
                  </a:lnTo>
                  <a:lnTo>
                    <a:pt x="102393" y="13035"/>
                  </a:lnTo>
                  <a:lnTo>
                    <a:pt x="97534" y="15168"/>
                  </a:lnTo>
                  <a:lnTo>
                    <a:pt x="92746" y="17455"/>
                  </a:lnTo>
                  <a:lnTo>
                    <a:pt x="88032" y="19893"/>
                  </a:lnTo>
                  <a:lnTo>
                    <a:pt x="83398" y="22478"/>
                  </a:lnTo>
                  <a:lnTo>
                    <a:pt x="78849" y="25210"/>
                  </a:lnTo>
                  <a:lnTo>
                    <a:pt x="74389" y="28085"/>
                  </a:lnTo>
                  <a:lnTo>
                    <a:pt x="70022" y="31100"/>
                  </a:lnTo>
                  <a:lnTo>
                    <a:pt x="65753" y="34251"/>
                  </a:lnTo>
                  <a:lnTo>
                    <a:pt x="61586" y="37537"/>
                  </a:lnTo>
                  <a:lnTo>
                    <a:pt x="57525" y="40954"/>
                  </a:lnTo>
                  <a:lnTo>
                    <a:pt x="53575" y="44497"/>
                  </a:lnTo>
                  <a:lnTo>
                    <a:pt x="49740" y="48164"/>
                  </a:lnTo>
                  <a:lnTo>
                    <a:pt x="46023" y="51951"/>
                  </a:lnTo>
                  <a:lnTo>
                    <a:pt x="42428" y="55854"/>
                  </a:lnTo>
                  <a:lnTo>
                    <a:pt x="38958" y="59870"/>
                  </a:lnTo>
                  <a:lnTo>
                    <a:pt x="35618" y="63993"/>
                  </a:lnTo>
                  <a:lnTo>
                    <a:pt x="32411" y="68220"/>
                  </a:lnTo>
                  <a:lnTo>
                    <a:pt x="29339" y="72547"/>
                  </a:lnTo>
                  <a:lnTo>
                    <a:pt x="26406" y="76969"/>
                  </a:lnTo>
                  <a:lnTo>
                    <a:pt x="23615" y="81482"/>
                  </a:lnTo>
                  <a:lnTo>
                    <a:pt x="20968" y="86082"/>
                  </a:lnTo>
                  <a:lnTo>
                    <a:pt x="18469" y="90763"/>
                  </a:lnTo>
                  <a:lnTo>
                    <a:pt x="16120" y="95521"/>
                  </a:lnTo>
                  <a:lnTo>
                    <a:pt x="13922" y="100351"/>
                  </a:lnTo>
                  <a:lnTo>
                    <a:pt x="11880" y="105249"/>
                  </a:lnTo>
                  <a:lnTo>
                    <a:pt x="9993" y="110209"/>
                  </a:lnTo>
                  <a:lnTo>
                    <a:pt x="8266" y="115226"/>
                  </a:lnTo>
                  <a:lnTo>
                    <a:pt x="6698" y="120296"/>
                  </a:lnTo>
                  <a:lnTo>
                    <a:pt x="5292" y="125412"/>
                  </a:lnTo>
                  <a:lnTo>
                    <a:pt x="4049" y="130571"/>
                  </a:lnTo>
                  <a:lnTo>
                    <a:pt x="2970" y="135767"/>
                  </a:lnTo>
                  <a:lnTo>
                    <a:pt x="2057" y="140994"/>
                  </a:lnTo>
                  <a:lnTo>
                    <a:pt x="1310" y="146248"/>
                  </a:lnTo>
                  <a:lnTo>
                    <a:pt x="731" y="151523"/>
                  </a:lnTo>
                  <a:lnTo>
                    <a:pt x="319" y="156813"/>
                  </a:lnTo>
                  <a:lnTo>
                    <a:pt x="75" y="162114"/>
                  </a:lnTo>
                  <a:lnTo>
                    <a:pt x="0" y="167420"/>
                  </a:lnTo>
                  <a:lnTo>
                    <a:pt x="93" y="172726"/>
                  </a:lnTo>
                  <a:lnTo>
                    <a:pt x="354" y="178026"/>
                  </a:lnTo>
                  <a:lnTo>
                    <a:pt x="783" y="183315"/>
                  </a:lnTo>
                  <a:lnTo>
                    <a:pt x="1380" y="188587"/>
                  </a:lnTo>
                  <a:lnTo>
                    <a:pt x="2145" y="193839"/>
                  </a:lnTo>
                  <a:lnTo>
                    <a:pt x="3075" y="199063"/>
                  </a:lnTo>
                  <a:lnTo>
                    <a:pt x="4171" y="204255"/>
                  </a:lnTo>
                  <a:lnTo>
                    <a:pt x="5431" y="209410"/>
                  </a:lnTo>
                  <a:lnTo>
                    <a:pt x="6854" y="214522"/>
                  </a:lnTo>
                  <a:lnTo>
                    <a:pt x="8438" y="219586"/>
                  </a:lnTo>
                  <a:lnTo>
                    <a:pt x="10183" y="224598"/>
                  </a:lnTo>
                  <a:lnTo>
                    <a:pt x="12086" y="229551"/>
                  </a:lnTo>
                  <a:lnTo>
                    <a:pt x="14145" y="234442"/>
                  </a:lnTo>
                  <a:lnTo>
                    <a:pt x="16358" y="239265"/>
                  </a:lnTo>
                  <a:lnTo>
                    <a:pt x="18723" y="244015"/>
                  </a:lnTo>
                  <a:lnTo>
                    <a:pt x="21237" y="248688"/>
                  </a:lnTo>
                  <a:lnTo>
                    <a:pt x="23899" y="253279"/>
                  </a:lnTo>
                  <a:lnTo>
                    <a:pt x="26705" y="257782"/>
                  </a:lnTo>
                  <a:lnTo>
                    <a:pt x="29653" y="262195"/>
                  </a:lnTo>
                  <a:lnTo>
                    <a:pt x="32739" y="266512"/>
                  </a:lnTo>
                  <a:lnTo>
                    <a:pt x="35961" y="270728"/>
                  </a:lnTo>
                  <a:lnTo>
                    <a:pt x="39315" y="274841"/>
                  </a:lnTo>
                  <a:lnTo>
                    <a:pt x="42797" y="278844"/>
                  </a:lnTo>
                  <a:lnTo>
                    <a:pt x="46405" y="282735"/>
                  </a:lnTo>
                  <a:lnTo>
                    <a:pt x="50135" y="286510"/>
                  </a:lnTo>
                  <a:lnTo>
                    <a:pt x="53983" y="290164"/>
                  </a:lnTo>
                  <a:lnTo>
                    <a:pt x="57944" y="293695"/>
                  </a:lnTo>
                  <a:lnTo>
                    <a:pt x="62016" y="297098"/>
                  </a:lnTo>
                  <a:lnTo>
                    <a:pt x="66194" y="300370"/>
                  </a:lnTo>
                  <a:lnTo>
                    <a:pt x="70473" y="303507"/>
                  </a:lnTo>
                  <a:lnTo>
                    <a:pt x="74850" y="306508"/>
                  </a:lnTo>
                  <a:lnTo>
                    <a:pt x="79320" y="309368"/>
                  </a:lnTo>
                  <a:lnTo>
                    <a:pt x="83878" y="312084"/>
                  </a:lnTo>
                  <a:lnTo>
                    <a:pt x="88520" y="314655"/>
                  </a:lnTo>
                  <a:lnTo>
                    <a:pt x="93242" y="317077"/>
                  </a:lnTo>
                  <a:lnTo>
                    <a:pt x="98038" y="319347"/>
                  </a:lnTo>
                  <a:lnTo>
                    <a:pt x="102904" y="321465"/>
                  </a:lnTo>
                  <a:lnTo>
                    <a:pt x="107834" y="323427"/>
                  </a:lnTo>
                  <a:lnTo>
                    <a:pt x="112824" y="325231"/>
                  </a:lnTo>
                  <a:lnTo>
                    <a:pt x="117870" y="326876"/>
                  </a:lnTo>
                  <a:lnTo>
                    <a:pt x="122964" y="328360"/>
                  </a:lnTo>
                  <a:lnTo>
                    <a:pt x="128103" y="329682"/>
                  </a:lnTo>
                  <a:lnTo>
                    <a:pt x="133282" y="330840"/>
                  </a:lnTo>
                  <a:lnTo>
                    <a:pt x="138495" y="331833"/>
                  </a:lnTo>
                  <a:lnTo>
                    <a:pt x="143736" y="332660"/>
                  </a:lnTo>
                  <a:lnTo>
                    <a:pt x="149002" y="333320"/>
                  </a:lnTo>
                  <a:lnTo>
                    <a:pt x="154285" y="333813"/>
                  </a:lnTo>
                  <a:lnTo>
                    <a:pt x="159582" y="334138"/>
                  </a:lnTo>
                  <a:lnTo>
                    <a:pt x="164886" y="334295"/>
                  </a:lnTo>
                  <a:lnTo>
                    <a:pt x="170192" y="334283"/>
                  </a:lnTo>
                  <a:lnTo>
                    <a:pt x="175496" y="334103"/>
                  </a:lnTo>
                  <a:lnTo>
                    <a:pt x="180791" y="333754"/>
                  </a:lnTo>
                  <a:lnTo>
                    <a:pt x="186072" y="333238"/>
                  </a:lnTo>
                  <a:lnTo>
                    <a:pt x="191334" y="332554"/>
                  </a:lnTo>
                  <a:lnTo>
                    <a:pt x="196572" y="331704"/>
                  </a:lnTo>
                  <a:lnTo>
                    <a:pt x="201780" y="330688"/>
                  </a:lnTo>
                  <a:lnTo>
                    <a:pt x="206954" y="329507"/>
                  </a:lnTo>
                  <a:lnTo>
                    <a:pt x="212087" y="328162"/>
                  </a:lnTo>
                  <a:lnTo>
                    <a:pt x="217175" y="326655"/>
                  </a:lnTo>
                  <a:lnTo>
                    <a:pt x="222213" y="324987"/>
                  </a:lnTo>
                  <a:lnTo>
                    <a:pt x="227195" y="323161"/>
                  </a:lnTo>
                  <a:lnTo>
                    <a:pt x="232117" y="321177"/>
                  </a:lnTo>
                  <a:lnTo>
                    <a:pt x="236973" y="319038"/>
                  </a:lnTo>
                  <a:lnTo>
                    <a:pt x="241759" y="316746"/>
                  </a:lnTo>
                  <a:lnTo>
                    <a:pt x="246469" y="314303"/>
                  </a:lnTo>
                  <a:lnTo>
                    <a:pt x="251100" y="311712"/>
                  </a:lnTo>
                  <a:lnTo>
                    <a:pt x="255646" y="308975"/>
                  </a:lnTo>
                  <a:lnTo>
                    <a:pt x="260104" y="306095"/>
                  </a:lnTo>
                  <a:lnTo>
                    <a:pt x="264467" y="303075"/>
                  </a:lnTo>
                  <a:lnTo>
                    <a:pt x="268732" y="299919"/>
                  </a:lnTo>
                  <a:lnTo>
                    <a:pt x="272895" y="296628"/>
                  </a:lnTo>
                  <a:lnTo>
                    <a:pt x="276952" y="293207"/>
                  </a:lnTo>
                  <a:lnTo>
                    <a:pt x="280898" y="289659"/>
                  </a:lnTo>
                  <a:lnTo>
                    <a:pt x="284729" y="285987"/>
                  </a:lnTo>
                  <a:lnTo>
                    <a:pt x="288442" y="282196"/>
                  </a:lnTo>
                  <a:lnTo>
                    <a:pt x="292033" y="278289"/>
                  </a:lnTo>
                  <a:lnTo>
                    <a:pt x="295497" y="274270"/>
                  </a:lnTo>
                  <a:lnTo>
                    <a:pt x="298833" y="270143"/>
                  </a:lnTo>
                  <a:lnTo>
                    <a:pt x="302036" y="265912"/>
                  </a:lnTo>
                  <a:lnTo>
                    <a:pt x="305103" y="261581"/>
                  </a:lnTo>
                  <a:lnTo>
                    <a:pt x="308031" y="257156"/>
                  </a:lnTo>
                  <a:lnTo>
                    <a:pt x="310817" y="252640"/>
                  </a:lnTo>
                  <a:lnTo>
                    <a:pt x="313458" y="248037"/>
                  </a:lnTo>
                  <a:lnTo>
                    <a:pt x="315952" y="243353"/>
                  </a:lnTo>
                  <a:lnTo>
                    <a:pt x="318296" y="238592"/>
                  </a:lnTo>
                  <a:lnTo>
                    <a:pt x="320487" y="233760"/>
                  </a:lnTo>
                  <a:lnTo>
                    <a:pt x="322524" y="228860"/>
                  </a:lnTo>
                  <a:lnTo>
                    <a:pt x="324405" y="223898"/>
                  </a:lnTo>
                  <a:lnTo>
                    <a:pt x="326127" y="218878"/>
                  </a:lnTo>
                  <a:lnTo>
                    <a:pt x="327689" y="213807"/>
                  </a:lnTo>
                  <a:lnTo>
                    <a:pt x="329089" y="208689"/>
                  </a:lnTo>
                  <a:lnTo>
                    <a:pt x="330326" y="203528"/>
                  </a:lnTo>
                  <a:lnTo>
                    <a:pt x="331399" y="198331"/>
                  </a:lnTo>
                  <a:lnTo>
                    <a:pt x="332306" y="193103"/>
                  </a:lnTo>
                  <a:lnTo>
                    <a:pt x="333047" y="187849"/>
                  </a:lnTo>
                  <a:lnTo>
                    <a:pt x="333620" y="182573"/>
                  </a:lnTo>
                  <a:lnTo>
                    <a:pt x="334026" y="177282"/>
                  </a:lnTo>
                  <a:lnTo>
                    <a:pt x="334264" y="171981"/>
                  </a:lnTo>
                  <a:lnTo>
                    <a:pt x="334333" y="166675"/>
                  </a:lnTo>
                  <a:lnTo>
                    <a:pt x="334234" y="161370"/>
                  </a:lnTo>
                  <a:lnTo>
                    <a:pt x="333967" y="156070"/>
                  </a:lnTo>
                  <a:lnTo>
                    <a:pt x="333532" y="150781"/>
                  </a:lnTo>
                  <a:lnTo>
                    <a:pt x="332928" y="145509"/>
                  </a:lnTo>
                  <a:lnTo>
                    <a:pt x="332158" y="140259"/>
                  </a:lnTo>
                  <a:lnTo>
                    <a:pt x="331222" y="135036"/>
                  </a:lnTo>
                  <a:lnTo>
                    <a:pt x="330120" y="129845"/>
                  </a:lnTo>
                  <a:lnTo>
                    <a:pt x="328854" y="124692"/>
                  </a:lnTo>
                  <a:lnTo>
                    <a:pt x="327425" y="119581"/>
                  </a:lnTo>
                  <a:lnTo>
                    <a:pt x="325835" y="114519"/>
                  </a:lnTo>
                  <a:lnTo>
                    <a:pt x="324085" y="109509"/>
                  </a:lnTo>
                  <a:lnTo>
                    <a:pt x="322176" y="104558"/>
                  </a:lnTo>
                  <a:lnTo>
                    <a:pt x="320112" y="99669"/>
                  </a:lnTo>
                  <a:lnTo>
                    <a:pt x="317893" y="94849"/>
                  </a:lnTo>
                  <a:lnTo>
                    <a:pt x="315523" y="90101"/>
                  </a:lnTo>
                  <a:lnTo>
                    <a:pt x="313003" y="85431"/>
                  </a:lnTo>
                  <a:lnTo>
                    <a:pt x="310336" y="80844"/>
                  </a:lnTo>
                  <a:lnTo>
                    <a:pt x="307525" y="76343"/>
                  </a:lnTo>
                  <a:lnTo>
                    <a:pt x="304572" y="71934"/>
                  </a:lnTo>
                  <a:lnTo>
                    <a:pt x="301481" y="67621"/>
                  </a:lnTo>
                  <a:lnTo>
                    <a:pt x="298254" y="63408"/>
                  </a:lnTo>
                  <a:lnTo>
                    <a:pt x="294896" y="59299"/>
                  </a:lnTo>
                  <a:lnTo>
                    <a:pt x="291409" y="55300"/>
                  </a:lnTo>
                  <a:lnTo>
                    <a:pt x="287796" y="51413"/>
                  </a:lnTo>
                  <a:lnTo>
                    <a:pt x="284062" y="47642"/>
                  </a:lnTo>
                  <a:lnTo>
                    <a:pt x="280210" y="43992"/>
                  </a:lnTo>
                  <a:lnTo>
                    <a:pt x="276245" y="40466"/>
                  </a:lnTo>
                  <a:lnTo>
                    <a:pt x="272169" y="37068"/>
                  </a:lnTo>
                  <a:lnTo>
                    <a:pt x="267988" y="33801"/>
                  </a:lnTo>
                  <a:lnTo>
                    <a:pt x="263705" y="30668"/>
                  </a:lnTo>
                  <a:lnTo>
                    <a:pt x="259324" y="27673"/>
                  </a:lnTo>
                  <a:lnTo>
                    <a:pt x="254851" y="24818"/>
                  </a:lnTo>
                  <a:lnTo>
                    <a:pt x="250290" y="22107"/>
                  </a:lnTo>
                  <a:lnTo>
                    <a:pt x="245645" y="19541"/>
                  </a:lnTo>
                  <a:lnTo>
                    <a:pt x="240920" y="17125"/>
                  </a:lnTo>
                  <a:lnTo>
                    <a:pt x="236122" y="14860"/>
                  </a:lnTo>
                  <a:lnTo>
                    <a:pt x="231253" y="12748"/>
                  </a:lnTo>
                  <a:lnTo>
                    <a:pt x="167167" y="167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90748" y="2633064"/>
              <a:ext cx="64086" cy="167167"/>
            </a:xfrm>
            <a:custGeom>
              <a:avLst/>
              <a:pathLst>
                <a:path w="64086" h="167167">
                  <a:moveTo>
                    <a:pt x="64086" y="12772"/>
                  </a:moveTo>
                  <a:lnTo>
                    <a:pt x="58524" y="10579"/>
                  </a:lnTo>
                  <a:lnTo>
                    <a:pt x="52887" y="8586"/>
                  </a:lnTo>
                  <a:lnTo>
                    <a:pt x="47183" y="6796"/>
                  </a:lnTo>
                  <a:lnTo>
                    <a:pt x="41418" y="5212"/>
                  </a:lnTo>
                  <a:lnTo>
                    <a:pt x="35600" y="3834"/>
                  </a:lnTo>
                  <a:lnTo>
                    <a:pt x="29736" y="2666"/>
                  </a:lnTo>
                  <a:lnTo>
                    <a:pt x="23835" y="1707"/>
                  </a:lnTo>
                  <a:lnTo>
                    <a:pt x="17903" y="961"/>
                  </a:lnTo>
                  <a:lnTo>
                    <a:pt x="11948" y="427"/>
                  </a:lnTo>
                  <a:lnTo>
                    <a:pt x="597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08879" y="3170392"/>
              <a:ext cx="17101" cy="167167"/>
            </a:xfrm>
            <a:custGeom>
              <a:avLst/>
              <a:pathLst>
                <a:path w="17101" h="167167">
                  <a:moveTo>
                    <a:pt x="17101" y="0"/>
                  </a:moveTo>
                  <a:lnTo>
                    <a:pt x="8539" y="219"/>
                  </a:lnTo>
                  <a:lnTo>
                    <a:pt x="0" y="877"/>
                  </a:lnTo>
                  <a:lnTo>
                    <a:pt x="1710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08879" y="3171269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8879" y="3171269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8879" y="3171269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8879" y="3171269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8879" y="3171269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8879" y="3171269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8879" y="3171269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8879" y="3171269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8879" y="3171269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8879" y="3171269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8879" y="3171269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8879" y="3171269"/>
              <a:ext cx="17101" cy="166290"/>
            </a:xfrm>
            <a:custGeom>
              <a:avLst/>
              <a:pathLst>
                <a:path w="17101" h="166290">
                  <a:moveTo>
                    <a:pt x="0" y="0"/>
                  </a:moveTo>
                  <a:lnTo>
                    <a:pt x="17101" y="1662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358820" y="3171269"/>
              <a:ext cx="334319" cy="333454"/>
            </a:xfrm>
            <a:custGeom>
              <a:avLst/>
              <a:pathLst>
                <a:path w="334319" h="333454">
                  <a:moveTo>
                    <a:pt x="150059" y="0"/>
                  </a:moveTo>
                  <a:lnTo>
                    <a:pt x="144793" y="626"/>
                  </a:lnTo>
                  <a:lnTo>
                    <a:pt x="139550" y="1418"/>
                  </a:lnTo>
                  <a:lnTo>
                    <a:pt x="134334" y="2377"/>
                  </a:lnTo>
                  <a:lnTo>
                    <a:pt x="129152" y="3501"/>
                  </a:lnTo>
                  <a:lnTo>
                    <a:pt x="124008" y="4788"/>
                  </a:lnTo>
                  <a:lnTo>
                    <a:pt x="118907" y="6238"/>
                  </a:lnTo>
                  <a:lnTo>
                    <a:pt x="113855" y="7849"/>
                  </a:lnTo>
                  <a:lnTo>
                    <a:pt x="108856" y="9619"/>
                  </a:lnTo>
                  <a:lnTo>
                    <a:pt x="103916" y="11548"/>
                  </a:lnTo>
                  <a:lnTo>
                    <a:pt x="99040" y="13631"/>
                  </a:lnTo>
                  <a:lnTo>
                    <a:pt x="94232" y="15869"/>
                  </a:lnTo>
                  <a:lnTo>
                    <a:pt x="89498" y="18258"/>
                  </a:lnTo>
                  <a:lnTo>
                    <a:pt x="84842" y="20795"/>
                  </a:lnTo>
                  <a:lnTo>
                    <a:pt x="80269" y="23479"/>
                  </a:lnTo>
                  <a:lnTo>
                    <a:pt x="75783" y="26307"/>
                  </a:lnTo>
                  <a:lnTo>
                    <a:pt x="71389" y="29276"/>
                  </a:lnTo>
                  <a:lnTo>
                    <a:pt x="67091" y="32383"/>
                  </a:lnTo>
                  <a:lnTo>
                    <a:pt x="62894" y="35624"/>
                  </a:lnTo>
                  <a:lnTo>
                    <a:pt x="58802" y="38997"/>
                  </a:lnTo>
                  <a:lnTo>
                    <a:pt x="54819" y="42498"/>
                  </a:lnTo>
                  <a:lnTo>
                    <a:pt x="50949" y="46123"/>
                  </a:lnTo>
                  <a:lnTo>
                    <a:pt x="47196" y="49870"/>
                  </a:lnTo>
                  <a:lnTo>
                    <a:pt x="43564" y="53733"/>
                  </a:lnTo>
                  <a:lnTo>
                    <a:pt x="40056" y="57710"/>
                  </a:lnTo>
                  <a:lnTo>
                    <a:pt x="36676" y="61796"/>
                  </a:lnTo>
                  <a:lnTo>
                    <a:pt x="33428" y="65987"/>
                  </a:lnTo>
                  <a:lnTo>
                    <a:pt x="30314" y="70279"/>
                  </a:lnTo>
                  <a:lnTo>
                    <a:pt x="27337" y="74668"/>
                  </a:lnTo>
                  <a:lnTo>
                    <a:pt x="24502" y="79149"/>
                  </a:lnTo>
                  <a:lnTo>
                    <a:pt x="21809" y="83718"/>
                  </a:lnTo>
                  <a:lnTo>
                    <a:pt x="19264" y="88370"/>
                  </a:lnTo>
                  <a:lnTo>
                    <a:pt x="16867" y="93100"/>
                  </a:lnTo>
                  <a:lnTo>
                    <a:pt x="14621" y="97904"/>
                  </a:lnTo>
                  <a:lnTo>
                    <a:pt x="12528" y="102776"/>
                  </a:lnTo>
                  <a:lnTo>
                    <a:pt x="10592" y="107713"/>
                  </a:lnTo>
                  <a:lnTo>
                    <a:pt x="8813" y="112708"/>
                  </a:lnTo>
                  <a:lnTo>
                    <a:pt x="7193" y="117758"/>
                  </a:lnTo>
                  <a:lnTo>
                    <a:pt x="5734" y="122856"/>
                  </a:lnTo>
                  <a:lnTo>
                    <a:pt x="4437" y="127998"/>
                  </a:lnTo>
                  <a:lnTo>
                    <a:pt x="3305" y="133178"/>
                  </a:lnTo>
                  <a:lnTo>
                    <a:pt x="2337" y="138392"/>
                  </a:lnTo>
                  <a:lnTo>
                    <a:pt x="1535" y="143634"/>
                  </a:lnTo>
                  <a:lnTo>
                    <a:pt x="900" y="148898"/>
                  </a:lnTo>
                  <a:lnTo>
                    <a:pt x="432" y="154181"/>
                  </a:lnTo>
                  <a:lnTo>
                    <a:pt x="132" y="159475"/>
                  </a:lnTo>
                  <a:lnTo>
                    <a:pt x="0" y="164776"/>
                  </a:lnTo>
                  <a:lnTo>
                    <a:pt x="36" y="170079"/>
                  </a:lnTo>
                  <a:lnTo>
                    <a:pt x="240" y="175378"/>
                  </a:lnTo>
                  <a:lnTo>
                    <a:pt x="612" y="180668"/>
                  </a:lnTo>
                  <a:lnTo>
                    <a:pt x="1152" y="185943"/>
                  </a:lnTo>
                  <a:lnTo>
                    <a:pt x="1859" y="191198"/>
                  </a:lnTo>
                  <a:lnTo>
                    <a:pt x="2732" y="196429"/>
                  </a:lnTo>
                  <a:lnTo>
                    <a:pt x="3771" y="201629"/>
                  </a:lnTo>
                  <a:lnTo>
                    <a:pt x="4974" y="206794"/>
                  </a:lnTo>
                  <a:lnTo>
                    <a:pt x="6340" y="211917"/>
                  </a:lnTo>
                  <a:lnTo>
                    <a:pt x="7868" y="216995"/>
                  </a:lnTo>
                  <a:lnTo>
                    <a:pt x="9557" y="222022"/>
                  </a:lnTo>
                  <a:lnTo>
                    <a:pt x="11404" y="226993"/>
                  </a:lnTo>
                  <a:lnTo>
                    <a:pt x="13407" y="231903"/>
                  </a:lnTo>
                  <a:lnTo>
                    <a:pt x="15566" y="236746"/>
                  </a:lnTo>
                  <a:lnTo>
                    <a:pt x="17877" y="241519"/>
                  </a:lnTo>
                  <a:lnTo>
                    <a:pt x="20338" y="246216"/>
                  </a:lnTo>
                  <a:lnTo>
                    <a:pt x="22947" y="250833"/>
                  </a:lnTo>
                  <a:lnTo>
                    <a:pt x="25701" y="255364"/>
                  </a:lnTo>
                  <a:lnTo>
                    <a:pt x="28597" y="259806"/>
                  </a:lnTo>
                  <a:lnTo>
                    <a:pt x="31633" y="264154"/>
                  </a:lnTo>
                  <a:lnTo>
                    <a:pt x="34805" y="268404"/>
                  </a:lnTo>
                  <a:lnTo>
                    <a:pt x="38111" y="272550"/>
                  </a:lnTo>
                  <a:lnTo>
                    <a:pt x="41546" y="276590"/>
                  </a:lnTo>
                  <a:lnTo>
                    <a:pt x="45108" y="280519"/>
                  </a:lnTo>
                  <a:lnTo>
                    <a:pt x="48792" y="284332"/>
                  </a:lnTo>
                  <a:lnTo>
                    <a:pt x="52596" y="288027"/>
                  </a:lnTo>
                  <a:lnTo>
                    <a:pt x="56515" y="291600"/>
                  </a:lnTo>
                  <a:lnTo>
                    <a:pt x="60545" y="295046"/>
                  </a:lnTo>
                  <a:lnTo>
                    <a:pt x="64682" y="298363"/>
                  </a:lnTo>
                  <a:lnTo>
                    <a:pt x="68923" y="301547"/>
                  </a:lnTo>
                  <a:lnTo>
                    <a:pt x="73263" y="304595"/>
                  </a:lnTo>
                  <a:lnTo>
                    <a:pt x="77696" y="307503"/>
                  </a:lnTo>
                  <a:lnTo>
                    <a:pt x="82220" y="310270"/>
                  </a:lnTo>
                  <a:lnTo>
                    <a:pt x="86830" y="312891"/>
                  </a:lnTo>
                  <a:lnTo>
                    <a:pt x="91520" y="315366"/>
                  </a:lnTo>
                  <a:lnTo>
                    <a:pt x="96287" y="317690"/>
                  </a:lnTo>
                  <a:lnTo>
                    <a:pt x="101124" y="319862"/>
                  </a:lnTo>
                  <a:lnTo>
                    <a:pt x="106029" y="321879"/>
                  </a:lnTo>
                  <a:lnTo>
                    <a:pt x="110994" y="323739"/>
                  </a:lnTo>
                  <a:lnTo>
                    <a:pt x="116016" y="325442"/>
                  </a:lnTo>
                  <a:lnTo>
                    <a:pt x="121090" y="326984"/>
                  </a:lnTo>
                  <a:lnTo>
                    <a:pt x="126210" y="328364"/>
                  </a:lnTo>
                  <a:lnTo>
                    <a:pt x="131371" y="329581"/>
                  </a:lnTo>
                  <a:lnTo>
                    <a:pt x="136569" y="330634"/>
                  </a:lnTo>
                  <a:lnTo>
                    <a:pt x="141797" y="331522"/>
                  </a:lnTo>
                  <a:lnTo>
                    <a:pt x="147050" y="332243"/>
                  </a:lnTo>
                  <a:lnTo>
                    <a:pt x="152324" y="332798"/>
                  </a:lnTo>
                  <a:lnTo>
                    <a:pt x="157613" y="333185"/>
                  </a:lnTo>
                  <a:lnTo>
                    <a:pt x="162911" y="333403"/>
                  </a:lnTo>
                  <a:lnTo>
                    <a:pt x="168214" y="333454"/>
                  </a:lnTo>
                  <a:lnTo>
                    <a:pt x="173515" y="333337"/>
                  </a:lnTo>
                  <a:lnTo>
                    <a:pt x="178810" y="333051"/>
                  </a:lnTo>
                  <a:lnTo>
                    <a:pt x="184094" y="332597"/>
                  </a:lnTo>
                  <a:lnTo>
                    <a:pt x="189360" y="331977"/>
                  </a:lnTo>
                  <a:lnTo>
                    <a:pt x="194604" y="331189"/>
                  </a:lnTo>
                  <a:lnTo>
                    <a:pt x="199821" y="330236"/>
                  </a:lnTo>
                  <a:lnTo>
                    <a:pt x="205004" y="329117"/>
                  </a:lnTo>
                  <a:lnTo>
                    <a:pt x="210150" y="327835"/>
                  </a:lnTo>
                  <a:lnTo>
                    <a:pt x="215252" y="326390"/>
                  </a:lnTo>
                  <a:lnTo>
                    <a:pt x="220306" y="324784"/>
                  </a:lnTo>
                  <a:lnTo>
                    <a:pt x="225306" y="323019"/>
                  </a:lnTo>
                  <a:lnTo>
                    <a:pt x="230248" y="321096"/>
                  </a:lnTo>
                  <a:lnTo>
                    <a:pt x="235126" y="319017"/>
                  </a:lnTo>
                  <a:lnTo>
                    <a:pt x="239936" y="316784"/>
                  </a:lnTo>
                  <a:lnTo>
                    <a:pt x="244673" y="314400"/>
                  </a:lnTo>
                  <a:lnTo>
                    <a:pt x="249332" y="311867"/>
                  </a:lnTo>
                  <a:lnTo>
                    <a:pt x="253908" y="309188"/>
                  </a:lnTo>
                  <a:lnTo>
                    <a:pt x="258396" y="306364"/>
                  </a:lnTo>
                  <a:lnTo>
                    <a:pt x="262793" y="303400"/>
                  </a:lnTo>
                  <a:lnTo>
                    <a:pt x="267094" y="300298"/>
                  </a:lnTo>
                  <a:lnTo>
                    <a:pt x="271294" y="297061"/>
                  </a:lnTo>
                  <a:lnTo>
                    <a:pt x="275390" y="293692"/>
                  </a:lnTo>
                  <a:lnTo>
                    <a:pt x="279376" y="290195"/>
                  </a:lnTo>
                  <a:lnTo>
                    <a:pt x="283250" y="286574"/>
                  </a:lnTo>
                  <a:lnTo>
                    <a:pt x="287006" y="282831"/>
                  </a:lnTo>
                  <a:lnTo>
                    <a:pt x="290643" y="278971"/>
                  </a:lnTo>
                  <a:lnTo>
                    <a:pt x="294154" y="274998"/>
                  </a:lnTo>
                  <a:lnTo>
                    <a:pt x="297538" y="270915"/>
                  </a:lnTo>
                  <a:lnTo>
                    <a:pt x="300791" y="266727"/>
                  </a:lnTo>
                  <a:lnTo>
                    <a:pt x="303910" y="262438"/>
                  </a:lnTo>
                  <a:lnTo>
                    <a:pt x="306891" y="258052"/>
                  </a:lnTo>
                  <a:lnTo>
                    <a:pt x="309731" y="253574"/>
                  </a:lnTo>
                  <a:lnTo>
                    <a:pt x="312427" y="249008"/>
                  </a:lnTo>
                  <a:lnTo>
                    <a:pt x="314978" y="244359"/>
                  </a:lnTo>
                  <a:lnTo>
                    <a:pt x="317380" y="239631"/>
                  </a:lnTo>
                  <a:lnTo>
                    <a:pt x="319630" y="234830"/>
                  </a:lnTo>
                  <a:lnTo>
                    <a:pt x="321728" y="229959"/>
                  </a:lnTo>
                  <a:lnTo>
                    <a:pt x="323669" y="225025"/>
                  </a:lnTo>
                  <a:lnTo>
                    <a:pt x="325454" y="220031"/>
                  </a:lnTo>
                  <a:lnTo>
                    <a:pt x="327079" y="214983"/>
                  </a:lnTo>
                  <a:lnTo>
                    <a:pt x="328542" y="209887"/>
                  </a:lnTo>
                  <a:lnTo>
                    <a:pt x="329844" y="204746"/>
                  </a:lnTo>
                  <a:lnTo>
                    <a:pt x="330982" y="199567"/>
                  </a:lnTo>
                  <a:lnTo>
                    <a:pt x="331955" y="194354"/>
                  </a:lnTo>
                  <a:lnTo>
                    <a:pt x="332762" y="189113"/>
                  </a:lnTo>
                  <a:lnTo>
                    <a:pt x="333403" y="183849"/>
                  </a:lnTo>
                  <a:lnTo>
                    <a:pt x="333876" y="178567"/>
                  </a:lnTo>
                  <a:lnTo>
                    <a:pt x="334182" y="173273"/>
                  </a:lnTo>
                  <a:lnTo>
                    <a:pt x="334319" y="167972"/>
                  </a:lnTo>
                  <a:lnTo>
                    <a:pt x="334288" y="162669"/>
                  </a:lnTo>
                  <a:lnTo>
                    <a:pt x="334089" y="157370"/>
                  </a:lnTo>
                  <a:lnTo>
                    <a:pt x="333722" y="152080"/>
                  </a:lnTo>
                  <a:lnTo>
                    <a:pt x="333188" y="146804"/>
                  </a:lnTo>
                  <a:lnTo>
                    <a:pt x="332486" y="141548"/>
                  </a:lnTo>
                  <a:lnTo>
                    <a:pt x="331618" y="136317"/>
                  </a:lnTo>
                  <a:lnTo>
                    <a:pt x="330585" y="131115"/>
                  </a:lnTo>
                  <a:lnTo>
                    <a:pt x="329387" y="125950"/>
                  </a:lnTo>
                  <a:lnTo>
                    <a:pt x="328026" y="120825"/>
                  </a:lnTo>
                  <a:lnTo>
                    <a:pt x="326503" y="115745"/>
                  </a:lnTo>
                  <a:lnTo>
                    <a:pt x="324820" y="110717"/>
                  </a:lnTo>
                  <a:lnTo>
                    <a:pt x="322978" y="105744"/>
                  </a:lnTo>
                  <a:lnTo>
                    <a:pt x="320979" y="100832"/>
                  </a:lnTo>
                  <a:lnTo>
                    <a:pt x="318825" y="95986"/>
                  </a:lnTo>
                  <a:lnTo>
                    <a:pt x="316519" y="91211"/>
                  </a:lnTo>
                  <a:lnTo>
                    <a:pt x="314063" y="86512"/>
                  </a:lnTo>
                  <a:lnTo>
                    <a:pt x="311458" y="81892"/>
                  </a:lnTo>
                  <a:lnTo>
                    <a:pt x="308709" y="77358"/>
                  </a:lnTo>
                  <a:lnTo>
                    <a:pt x="305817" y="72913"/>
                  </a:lnTo>
                  <a:lnTo>
                    <a:pt x="302785" y="68562"/>
                  </a:lnTo>
                  <a:lnTo>
                    <a:pt x="299618" y="64310"/>
                  </a:lnTo>
                  <a:lnTo>
                    <a:pt x="296316" y="60160"/>
                  </a:lnTo>
                  <a:lnTo>
                    <a:pt x="292885" y="56117"/>
                  </a:lnTo>
                  <a:lnTo>
                    <a:pt x="289327" y="52184"/>
                  </a:lnTo>
                  <a:lnTo>
                    <a:pt x="285647" y="48367"/>
                  </a:lnTo>
                  <a:lnTo>
                    <a:pt x="281847" y="44668"/>
                  </a:lnTo>
                  <a:lnTo>
                    <a:pt x="277932" y="41092"/>
                  </a:lnTo>
                  <a:lnTo>
                    <a:pt x="273905" y="37641"/>
                  </a:lnTo>
                  <a:lnTo>
                    <a:pt x="269771" y="34320"/>
                  </a:lnTo>
                  <a:lnTo>
                    <a:pt x="265533" y="31132"/>
                  </a:lnTo>
                  <a:lnTo>
                    <a:pt x="167160" y="1662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3170392"/>
              <a:ext cx="98373" cy="167167"/>
            </a:xfrm>
            <a:custGeom>
              <a:avLst/>
              <a:pathLst>
                <a:path w="98373" h="167167">
                  <a:moveTo>
                    <a:pt x="98373" y="32009"/>
                  </a:moveTo>
                  <a:lnTo>
                    <a:pt x="93844" y="28826"/>
                  </a:lnTo>
                  <a:lnTo>
                    <a:pt x="89212" y="25795"/>
                  </a:lnTo>
                  <a:lnTo>
                    <a:pt x="84483" y="22919"/>
                  </a:lnTo>
                  <a:lnTo>
                    <a:pt x="79661" y="20201"/>
                  </a:lnTo>
                  <a:lnTo>
                    <a:pt x="74751" y="17644"/>
                  </a:lnTo>
                  <a:lnTo>
                    <a:pt x="69760" y="15251"/>
                  </a:lnTo>
                  <a:lnTo>
                    <a:pt x="64692" y="13025"/>
                  </a:lnTo>
                  <a:lnTo>
                    <a:pt x="59553" y="10967"/>
                  </a:lnTo>
                  <a:lnTo>
                    <a:pt x="54349" y="9081"/>
                  </a:lnTo>
                  <a:lnTo>
                    <a:pt x="49086" y="7369"/>
                  </a:lnTo>
                  <a:lnTo>
                    <a:pt x="43768" y="5831"/>
                  </a:lnTo>
                  <a:lnTo>
                    <a:pt x="38403" y="4470"/>
                  </a:lnTo>
                  <a:lnTo>
                    <a:pt x="32995" y="3288"/>
                  </a:lnTo>
                  <a:lnTo>
                    <a:pt x="27551" y="2286"/>
                  </a:lnTo>
                  <a:lnTo>
                    <a:pt x="22077" y="1464"/>
                  </a:lnTo>
                  <a:lnTo>
                    <a:pt x="16579" y="824"/>
                  </a:lnTo>
                  <a:lnTo>
                    <a:pt x="11063" y="366"/>
                  </a:lnTo>
                  <a:lnTo>
                    <a:pt x="553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87670" y="3707720"/>
              <a:ext cx="3077" cy="167167"/>
            </a:xfrm>
            <a:custGeom>
              <a:avLst/>
              <a:pathLst>
                <a:path w="3077" h="167167">
                  <a:moveTo>
                    <a:pt x="3077" y="0"/>
                  </a:moveTo>
                  <a:lnTo>
                    <a:pt x="0" y="28"/>
                  </a:lnTo>
                  <a:lnTo>
                    <a:pt x="307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87670" y="37077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7670" y="37077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7670" y="37077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670" y="37077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670" y="37077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670" y="37077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670" y="37077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670" y="37077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670" y="37077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670" y="37077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670" y="37077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423581" y="3707749"/>
              <a:ext cx="334331" cy="334292"/>
            </a:xfrm>
            <a:custGeom>
              <a:avLst/>
              <a:pathLst>
                <a:path w="334331" h="334292">
                  <a:moveTo>
                    <a:pt x="164089" y="0"/>
                  </a:moveTo>
                  <a:lnTo>
                    <a:pt x="158797" y="181"/>
                  </a:lnTo>
                  <a:lnTo>
                    <a:pt x="153514" y="530"/>
                  </a:lnTo>
                  <a:lnTo>
                    <a:pt x="148244" y="1046"/>
                  </a:lnTo>
                  <a:lnTo>
                    <a:pt x="142993" y="1728"/>
                  </a:lnTo>
                  <a:lnTo>
                    <a:pt x="137767" y="2577"/>
                  </a:lnTo>
                  <a:lnTo>
                    <a:pt x="132570" y="3591"/>
                  </a:lnTo>
                  <a:lnTo>
                    <a:pt x="127407" y="4768"/>
                  </a:lnTo>
                  <a:lnTo>
                    <a:pt x="122285" y="6109"/>
                  </a:lnTo>
                  <a:lnTo>
                    <a:pt x="117207" y="7611"/>
                  </a:lnTo>
                  <a:lnTo>
                    <a:pt x="112180" y="9273"/>
                  </a:lnTo>
                  <a:lnTo>
                    <a:pt x="107208" y="11094"/>
                  </a:lnTo>
                  <a:lnTo>
                    <a:pt x="102296" y="13071"/>
                  </a:lnTo>
                  <a:lnTo>
                    <a:pt x="97449" y="15203"/>
                  </a:lnTo>
                  <a:lnTo>
                    <a:pt x="92672" y="17487"/>
                  </a:lnTo>
                  <a:lnTo>
                    <a:pt x="87970" y="19922"/>
                  </a:lnTo>
                  <a:lnTo>
                    <a:pt x="83347" y="22504"/>
                  </a:lnTo>
                  <a:lnTo>
                    <a:pt x="78809" y="25231"/>
                  </a:lnTo>
                  <a:lnTo>
                    <a:pt x="74359" y="28101"/>
                  </a:lnTo>
                  <a:lnTo>
                    <a:pt x="70002" y="31110"/>
                  </a:lnTo>
                  <a:lnTo>
                    <a:pt x="65742" y="34255"/>
                  </a:lnTo>
                  <a:lnTo>
                    <a:pt x="61585" y="37534"/>
                  </a:lnTo>
                  <a:lnTo>
                    <a:pt x="57533" y="40943"/>
                  </a:lnTo>
                  <a:lnTo>
                    <a:pt x="53591" y="44478"/>
                  </a:lnTo>
                  <a:lnTo>
                    <a:pt x="49764" y="48137"/>
                  </a:lnTo>
                  <a:lnTo>
                    <a:pt x="46054" y="51915"/>
                  </a:lnTo>
                  <a:lnTo>
                    <a:pt x="42465" y="55808"/>
                  </a:lnTo>
                  <a:lnTo>
                    <a:pt x="39002" y="59814"/>
                  </a:lnTo>
                  <a:lnTo>
                    <a:pt x="35667" y="63927"/>
                  </a:lnTo>
                  <a:lnTo>
                    <a:pt x="32464" y="68143"/>
                  </a:lnTo>
                  <a:lnTo>
                    <a:pt x="29396" y="72459"/>
                  </a:lnTo>
                  <a:lnTo>
                    <a:pt x="26467" y="76870"/>
                  </a:lnTo>
                  <a:lnTo>
                    <a:pt x="23679" y="81371"/>
                  </a:lnTo>
                  <a:lnTo>
                    <a:pt x="21034" y="85958"/>
                  </a:lnTo>
                  <a:lnTo>
                    <a:pt x="18537" y="90627"/>
                  </a:lnTo>
                  <a:lnTo>
                    <a:pt x="16188" y="95373"/>
                  </a:lnTo>
                  <a:lnTo>
                    <a:pt x="13991" y="100191"/>
                  </a:lnTo>
                  <a:lnTo>
                    <a:pt x="11947" y="105075"/>
                  </a:lnTo>
                  <a:lnTo>
                    <a:pt x="10060" y="110022"/>
                  </a:lnTo>
                  <a:lnTo>
                    <a:pt x="8330" y="115027"/>
                  </a:lnTo>
                  <a:lnTo>
                    <a:pt x="6759" y="120083"/>
                  </a:lnTo>
                  <a:lnTo>
                    <a:pt x="5349" y="125187"/>
                  </a:lnTo>
                  <a:lnTo>
                    <a:pt x="4102" y="130333"/>
                  </a:lnTo>
                  <a:lnTo>
                    <a:pt x="3018" y="135516"/>
                  </a:lnTo>
                  <a:lnTo>
                    <a:pt x="2099" y="140731"/>
                  </a:lnTo>
                  <a:lnTo>
                    <a:pt x="1345" y="145972"/>
                  </a:lnTo>
                  <a:lnTo>
                    <a:pt x="758" y="151234"/>
                  </a:lnTo>
                  <a:lnTo>
                    <a:pt x="338" y="156512"/>
                  </a:lnTo>
                  <a:lnTo>
                    <a:pt x="85" y="161801"/>
                  </a:lnTo>
                  <a:lnTo>
                    <a:pt x="0" y="167096"/>
                  </a:lnTo>
                  <a:lnTo>
                    <a:pt x="82" y="172390"/>
                  </a:lnTo>
                  <a:lnTo>
                    <a:pt x="332" y="177679"/>
                  </a:lnTo>
                  <a:lnTo>
                    <a:pt x="750" y="182957"/>
                  </a:lnTo>
                  <a:lnTo>
                    <a:pt x="1334" y="188220"/>
                  </a:lnTo>
                  <a:lnTo>
                    <a:pt x="2085" y="193462"/>
                  </a:lnTo>
                  <a:lnTo>
                    <a:pt x="3001" y="198677"/>
                  </a:lnTo>
                  <a:lnTo>
                    <a:pt x="4083" y="203860"/>
                  </a:lnTo>
                  <a:lnTo>
                    <a:pt x="5327" y="209007"/>
                  </a:lnTo>
                  <a:lnTo>
                    <a:pt x="6735" y="214111"/>
                  </a:lnTo>
                  <a:lnTo>
                    <a:pt x="8303" y="219169"/>
                  </a:lnTo>
                  <a:lnTo>
                    <a:pt x="10030" y="224174"/>
                  </a:lnTo>
                  <a:lnTo>
                    <a:pt x="11915" y="229122"/>
                  </a:lnTo>
                  <a:lnTo>
                    <a:pt x="13956" y="234008"/>
                  </a:lnTo>
                  <a:lnTo>
                    <a:pt x="16151" y="238827"/>
                  </a:lnTo>
                  <a:lnTo>
                    <a:pt x="18497" y="243573"/>
                  </a:lnTo>
                  <a:lnTo>
                    <a:pt x="20993" y="248243"/>
                  </a:lnTo>
                  <a:lnTo>
                    <a:pt x="23635" y="252832"/>
                  </a:lnTo>
                  <a:lnTo>
                    <a:pt x="26421" y="257335"/>
                  </a:lnTo>
                  <a:lnTo>
                    <a:pt x="29348" y="261747"/>
                  </a:lnTo>
                  <a:lnTo>
                    <a:pt x="32413" y="266065"/>
                  </a:lnTo>
                  <a:lnTo>
                    <a:pt x="35614" y="270283"/>
                  </a:lnTo>
                  <a:lnTo>
                    <a:pt x="38946" y="274398"/>
                  </a:lnTo>
                  <a:lnTo>
                    <a:pt x="42408" y="278405"/>
                  </a:lnTo>
                  <a:lnTo>
                    <a:pt x="45994" y="282300"/>
                  </a:lnTo>
                  <a:lnTo>
                    <a:pt x="49702" y="286080"/>
                  </a:lnTo>
                  <a:lnTo>
                    <a:pt x="53528" y="289740"/>
                  </a:lnTo>
                  <a:lnTo>
                    <a:pt x="57468" y="293278"/>
                  </a:lnTo>
                  <a:lnTo>
                    <a:pt x="61518" y="296689"/>
                  </a:lnTo>
                  <a:lnTo>
                    <a:pt x="65674" y="299970"/>
                  </a:lnTo>
                  <a:lnTo>
                    <a:pt x="69932" y="303118"/>
                  </a:lnTo>
                  <a:lnTo>
                    <a:pt x="74287" y="306129"/>
                  </a:lnTo>
                  <a:lnTo>
                    <a:pt x="78736" y="309001"/>
                  </a:lnTo>
                  <a:lnTo>
                    <a:pt x="83273" y="311730"/>
                  </a:lnTo>
                  <a:lnTo>
                    <a:pt x="87894" y="314315"/>
                  </a:lnTo>
                  <a:lnTo>
                    <a:pt x="92595" y="316751"/>
                  </a:lnTo>
                  <a:lnTo>
                    <a:pt x="97371" y="319038"/>
                  </a:lnTo>
                  <a:lnTo>
                    <a:pt x="102217" y="321172"/>
                  </a:lnTo>
                  <a:lnTo>
                    <a:pt x="107128" y="323152"/>
                  </a:lnTo>
                  <a:lnTo>
                    <a:pt x="112099" y="324975"/>
                  </a:lnTo>
                  <a:lnTo>
                    <a:pt x="117125" y="326640"/>
                  </a:lnTo>
                  <a:lnTo>
                    <a:pt x="122202" y="328145"/>
                  </a:lnTo>
                  <a:lnTo>
                    <a:pt x="127324" y="329488"/>
                  </a:lnTo>
                  <a:lnTo>
                    <a:pt x="132485" y="330669"/>
                  </a:lnTo>
                  <a:lnTo>
                    <a:pt x="137682" y="331685"/>
                  </a:lnTo>
                  <a:lnTo>
                    <a:pt x="142908" y="332536"/>
                  </a:lnTo>
                  <a:lnTo>
                    <a:pt x="148159" y="333222"/>
                  </a:lnTo>
                  <a:lnTo>
                    <a:pt x="153428" y="333741"/>
                  </a:lnTo>
                  <a:lnTo>
                    <a:pt x="158711" y="334092"/>
                  </a:lnTo>
                  <a:lnTo>
                    <a:pt x="164003" y="334276"/>
                  </a:lnTo>
                  <a:lnTo>
                    <a:pt x="169298" y="334292"/>
                  </a:lnTo>
                  <a:lnTo>
                    <a:pt x="174591" y="334141"/>
                  </a:lnTo>
                  <a:lnTo>
                    <a:pt x="179876" y="333822"/>
                  </a:lnTo>
                  <a:lnTo>
                    <a:pt x="185149" y="333336"/>
                  </a:lnTo>
                  <a:lnTo>
                    <a:pt x="190403" y="332683"/>
                  </a:lnTo>
                  <a:lnTo>
                    <a:pt x="195635" y="331864"/>
                  </a:lnTo>
                  <a:lnTo>
                    <a:pt x="200837" y="330880"/>
                  </a:lnTo>
                  <a:lnTo>
                    <a:pt x="206006" y="329732"/>
                  </a:lnTo>
                  <a:lnTo>
                    <a:pt x="211136" y="328420"/>
                  </a:lnTo>
                  <a:lnTo>
                    <a:pt x="216222" y="326946"/>
                  </a:lnTo>
                  <a:lnTo>
                    <a:pt x="221259" y="325313"/>
                  </a:lnTo>
                  <a:lnTo>
                    <a:pt x="226241" y="323520"/>
                  </a:lnTo>
                  <a:lnTo>
                    <a:pt x="231164" y="321571"/>
                  </a:lnTo>
                  <a:lnTo>
                    <a:pt x="236023" y="319466"/>
                  </a:lnTo>
                  <a:lnTo>
                    <a:pt x="240813" y="317209"/>
                  </a:lnTo>
                  <a:lnTo>
                    <a:pt x="245529" y="314802"/>
                  </a:lnTo>
                  <a:lnTo>
                    <a:pt x="250166" y="312246"/>
                  </a:lnTo>
                  <a:lnTo>
                    <a:pt x="254720" y="309544"/>
                  </a:lnTo>
                  <a:lnTo>
                    <a:pt x="259186" y="306700"/>
                  </a:lnTo>
                  <a:lnTo>
                    <a:pt x="263560" y="303716"/>
                  </a:lnTo>
                  <a:lnTo>
                    <a:pt x="267837" y="300594"/>
                  </a:lnTo>
                  <a:lnTo>
                    <a:pt x="272013" y="297339"/>
                  </a:lnTo>
                  <a:lnTo>
                    <a:pt x="276084" y="293953"/>
                  </a:lnTo>
                  <a:lnTo>
                    <a:pt x="280046" y="290440"/>
                  </a:lnTo>
                  <a:lnTo>
                    <a:pt x="283894" y="286803"/>
                  </a:lnTo>
                  <a:lnTo>
                    <a:pt x="287626" y="283046"/>
                  </a:lnTo>
                  <a:lnTo>
                    <a:pt x="291236" y="279173"/>
                  </a:lnTo>
                  <a:lnTo>
                    <a:pt x="294722" y="275188"/>
                  </a:lnTo>
                  <a:lnTo>
                    <a:pt x="298080" y="271094"/>
                  </a:lnTo>
                  <a:lnTo>
                    <a:pt x="301307" y="266895"/>
                  </a:lnTo>
                  <a:lnTo>
                    <a:pt x="304399" y="262597"/>
                  </a:lnTo>
                  <a:lnTo>
                    <a:pt x="307353" y="258203"/>
                  </a:lnTo>
                  <a:lnTo>
                    <a:pt x="310167" y="253717"/>
                  </a:lnTo>
                  <a:lnTo>
                    <a:pt x="312837" y="249145"/>
                  </a:lnTo>
                  <a:lnTo>
                    <a:pt x="315362" y="244490"/>
                  </a:lnTo>
                  <a:lnTo>
                    <a:pt x="317737" y="239758"/>
                  </a:lnTo>
                  <a:lnTo>
                    <a:pt x="319961" y="234953"/>
                  </a:lnTo>
                  <a:lnTo>
                    <a:pt x="322032" y="230080"/>
                  </a:lnTo>
                  <a:lnTo>
                    <a:pt x="323948" y="225144"/>
                  </a:lnTo>
                  <a:lnTo>
                    <a:pt x="325707" y="220149"/>
                  </a:lnTo>
                  <a:lnTo>
                    <a:pt x="327306" y="215102"/>
                  </a:lnTo>
                  <a:lnTo>
                    <a:pt x="328745" y="210006"/>
                  </a:lnTo>
                  <a:lnTo>
                    <a:pt x="330021" y="204867"/>
                  </a:lnTo>
                  <a:lnTo>
                    <a:pt x="331134" y="199690"/>
                  </a:lnTo>
                  <a:lnTo>
                    <a:pt x="332083" y="194481"/>
                  </a:lnTo>
                  <a:lnTo>
                    <a:pt x="332866" y="189244"/>
                  </a:lnTo>
                  <a:lnTo>
                    <a:pt x="333483" y="183985"/>
                  </a:lnTo>
                  <a:lnTo>
                    <a:pt x="333933" y="178710"/>
                  </a:lnTo>
                  <a:lnTo>
                    <a:pt x="334216" y="173422"/>
                  </a:lnTo>
                  <a:lnTo>
                    <a:pt x="334331" y="168128"/>
                  </a:lnTo>
                  <a:lnTo>
                    <a:pt x="334279" y="162834"/>
                  </a:lnTo>
                  <a:lnTo>
                    <a:pt x="334059" y="157543"/>
                  </a:lnTo>
                  <a:lnTo>
                    <a:pt x="333671" y="152262"/>
                  </a:lnTo>
                  <a:lnTo>
                    <a:pt x="333116" y="146997"/>
                  </a:lnTo>
                  <a:lnTo>
                    <a:pt x="332395" y="141751"/>
                  </a:lnTo>
                  <a:lnTo>
                    <a:pt x="331508" y="136531"/>
                  </a:lnTo>
                  <a:lnTo>
                    <a:pt x="330457" y="131341"/>
                  </a:lnTo>
                  <a:lnTo>
                    <a:pt x="329241" y="126188"/>
                  </a:lnTo>
                  <a:lnTo>
                    <a:pt x="327863" y="121075"/>
                  </a:lnTo>
                  <a:lnTo>
                    <a:pt x="326323" y="116009"/>
                  </a:lnTo>
                  <a:lnTo>
                    <a:pt x="324624" y="110994"/>
                  </a:lnTo>
                  <a:lnTo>
                    <a:pt x="322767" y="106036"/>
                  </a:lnTo>
                  <a:lnTo>
                    <a:pt x="320754" y="101138"/>
                  </a:lnTo>
                  <a:lnTo>
                    <a:pt x="318586" y="96307"/>
                  </a:lnTo>
                  <a:lnTo>
                    <a:pt x="316267" y="91547"/>
                  </a:lnTo>
                  <a:lnTo>
                    <a:pt x="313798" y="86863"/>
                  </a:lnTo>
                  <a:lnTo>
                    <a:pt x="311182" y="82259"/>
                  </a:lnTo>
                  <a:lnTo>
                    <a:pt x="308422" y="77741"/>
                  </a:lnTo>
                  <a:lnTo>
                    <a:pt x="305520" y="73312"/>
                  </a:lnTo>
                  <a:lnTo>
                    <a:pt x="302479" y="68977"/>
                  </a:lnTo>
                  <a:lnTo>
                    <a:pt x="299302" y="64741"/>
                  </a:lnTo>
                  <a:lnTo>
                    <a:pt x="295993" y="60608"/>
                  </a:lnTo>
                  <a:lnTo>
                    <a:pt x="292554" y="56581"/>
                  </a:lnTo>
                  <a:lnTo>
                    <a:pt x="288990" y="52665"/>
                  </a:lnTo>
                  <a:lnTo>
                    <a:pt x="285303" y="48865"/>
                  </a:lnTo>
                  <a:lnTo>
                    <a:pt x="281498" y="45182"/>
                  </a:lnTo>
                  <a:lnTo>
                    <a:pt x="277578" y="41623"/>
                  </a:lnTo>
                  <a:lnTo>
                    <a:pt x="273548" y="38189"/>
                  </a:lnTo>
                  <a:lnTo>
                    <a:pt x="269411" y="34884"/>
                  </a:lnTo>
                  <a:lnTo>
                    <a:pt x="265171" y="31713"/>
                  </a:lnTo>
                  <a:lnTo>
                    <a:pt x="260832" y="28677"/>
                  </a:lnTo>
                  <a:lnTo>
                    <a:pt x="256400" y="25780"/>
                  </a:lnTo>
                  <a:lnTo>
                    <a:pt x="251879" y="23024"/>
                  </a:lnTo>
                  <a:lnTo>
                    <a:pt x="247272" y="20414"/>
                  </a:lnTo>
                  <a:lnTo>
                    <a:pt x="242585" y="17950"/>
                  </a:lnTo>
                  <a:lnTo>
                    <a:pt x="237822" y="15637"/>
                  </a:lnTo>
                  <a:lnTo>
                    <a:pt x="232988" y="13475"/>
                  </a:lnTo>
                  <a:lnTo>
                    <a:pt x="228089" y="11468"/>
                  </a:lnTo>
                  <a:lnTo>
                    <a:pt x="223128" y="9616"/>
                  </a:lnTo>
                  <a:lnTo>
                    <a:pt x="218111" y="7923"/>
                  </a:lnTo>
                  <a:lnTo>
                    <a:pt x="213043" y="6389"/>
                  </a:lnTo>
                  <a:lnTo>
                    <a:pt x="207929" y="5017"/>
                  </a:lnTo>
                  <a:lnTo>
                    <a:pt x="202774" y="3807"/>
                  </a:lnTo>
                  <a:lnTo>
                    <a:pt x="197583" y="2762"/>
                  </a:lnTo>
                  <a:lnTo>
                    <a:pt x="192362" y="1881"/>
                  </a:lnTo>
                  <a:lnTo>
                    <a:pt x="187116" y="1166"/>
                  </a:lnTo>
                  <a:lnTo>
                    <a:pt x="181849" y="617"/>
                  </a:lnTo>
                  <a:lnTo>
                    <a:pt x="167167" y="1671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3707720"/>
              <a:ext cx="14682" cy="167167"/>
            </a:xfrm>
            <a:custGeom>
              <a:avLst/>
              <a:pathLst>
                <a:path w="14682" h="167167">
                  <a:moveTo>
                    <a:pt x="14682" y="6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78209" y="4213821"/>
              <a:ext cx="3077" cy="167167"/>
            </a:xfrm>
            <a:custGeom>
              <a:avLst/>
              <a:pathLst>
                <a:path w="3077" h="167167">
                  <a:moveTo>
                    <a:pt x="3077" y="0"/>
                  </a:moveTo>
                  <a:lnTo>
                    <a:pt x="0" y="28"/>
                  </a:lnTo>
                  <a:lnTo>
                    <a:pt x="307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78209" y="42138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8209" y="42138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8209" y="42138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8209" y="42138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8209" y="42138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8209" y="42138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8209" y="42138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8209" y="42138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8209" y="42138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8209" y="4213849"/>
              <a:ext cx="3077" cy="167139"/>
            </a:xfrm>
            <a:custGeom>
              <a:avLst/>
              <a:pathLst>
                <a:path w="3077" h="167139">
                  <a:moveTo>
                    <a:pt x="0" y="0"/>
                  </a:moveTo>
                  <a:lnTo>
                    <a:pt x="3077" y="1671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14120" y="4213849"/>
              <a:ext cx="334331" cy="334292"/>
            </a:xfrm>
            <a:custGeom>
              <a:avLst/>
              <a:pathLst>
                <a:path w="334331" h="334292">
                  <a:moveTo>
                    <a:pt x="164089" y="0"/>
                  </a:moveTo>
                  <a:lnTo>
                    <a:pt x="158797" y="181"/>
                  </a:lnTo>
                  <a:lnTo>
                    <a:pt x="153514" y="530"/>
                  </a:lnTo>
                  <a:lnTo>
                    <a:pt x="148244" y="1046"/>
                  </a:lnTo>
                  <a:lnTo>
                    <a:pt x="142993" y="1728"/>
                  </a:lnTo>
                  <a:lnTo>
                    <a:pt x="137767" y="2577"/>
                  </a:lnTo>
                  <a:lnTo>
                    <a:pt x="132570" y="3591"/>
                  </a:lnTo>
                  <a:lnTo>
                    <a:pt x="127407" y="4768"/>
                  </a:lnTo>
                  <a:lnTo>
                    <a:pt x="122285" y="6109"/>
                  </a:lnTo>
                  <a:lnTo>
                    <a:pt x="117207" y="7611"/>
                  </a:lnTo>
                  <a:lnTo>
                    <a:pt x="112180" y="9273"/>
                  </a:lnTo>
                  <a:lnTo>
                    <a:pt x="107208" y="11094"/>
                  </a:lnTo>
                  <a:lnTo>
                    <a:pt x="102296" y="13071"/>
                  </a:lnTo>
                  <a:lnTo>
                    <a:pt x="97449" y="15203"/>
                  </a:lnTo>
                  <a:lnTo>
                    <a:pt x="92672" y="17487"/>
                  </a:lnTo>
                  <a:lnTo>
                    <a:pt x="87970" y="19922"/>
                  </a:lnTo>
                  <a:lnTo>
                    <a:pt x="83347" y="22504"/>
                  </a:lnTo>
                  <a:lnTo>
                    <a:pt x="78809" y="25231"/>
                  </a:lnTo>
                  <a:lnTo>
                    <a:pt x="74359" y="28101"/>
                  </a:lnTo>
                  <a:lnTo>
                    <a:pt x="70002" y="31110"/>
                  </a:lnTo>
                  <a:lnTo>
                    <a:pt x="65742" y="34255"/>
                  </a:lnTo>
                  <a:lnTo>
                    <a:pt x="61585" y="37534"/>
                  </a:lnTo>
                  <a:lnTo>
                    <a:pt x="57533" y="40943"/>
                  </a:lnTo>
                  <a:lnTo>
                    <a:pt x="53591" y="44478"/>
                  </a:lnTo>
                  <a:lnTo>
                    <a:pt x="49764" y="48137"/>
                  </a:lnTo>
                  <a:lnTo>
                    <a:pt x="46054" y="51915"/>
                  </a:lnTo>
                  <a:lnTo>
                    <a:pt x="42465" y="55808"/>
                  </a:lnTo>
                  <a:lnTo>
                    <a:pt x="39002" y="59814"/>
                  </a:lnTo>
                  <a:lnTo>
                    <a:pt x="35667" y="63927"/>
                  </a:lnTo>
                  <a:lnTo>
                    <a:pt x="32464" y="68143"/>
                  </a:lnTo>
                  <a:lnTo>
                    <a:pt x="29396" y="72459"/>
                  </a:lnTo>
                  <a:lnTo>
                    <a:pt x="26467" y="76870"/>
                  </a:lnTo>
                  <a:lnTo>
                    <a:pt x="23679" y="81371"/>
                  </a:lnTo>
                  <a:lnTo>
                    <a:pt x="21034" y="85958"/>
                  </a:lnTo>
                  <a:lnTo>
                    <a:pt x="18537" y="90627"/>
                  </a:lnTo>
                  <a:lnTo>
                    <a:pt x="16188" y="95373"/>
                  </a:lnTo>
                  <a:lnTo>
                    <a:pt x="13991" y="100191"/>
                  </a:lnTo>
                  <a:lnTo>
                    <a:pt x="11947" y="105075"/>
                  </a:lnTo>
                  <a:lnTo>
                    <a:pt x="10060" y="110022"/>
                  </a:lnTo>
                  <a:lnTo>
                    <a:pt x="8330" y="115027"/>
                  </a:lnTo>
                  <a:lnTo>
                    <a:pt x="6759" y="120083"/>
                  </a:lnTo>
                  <a:lnTo>
                    <a:pt x="5349" y="125187"/>
                  </a:lnTo>
                  <a:lnTo>
                    <a:pt x="4102" y="130333"/>
                  </a:lnTo>
                  <a:lnTo>
                    <a:pt x="3018" y="135516"/>
                  </a:lnTo>
                  <a:lnTo>
                    <a:pt x="2099" y="140731"/>
                  </a:lnTo>
                  <a:lnTo>
                    <a:pt x="1345" y="145972"/>
                  </a:lnTo>
                  <a:lnTo>
                    <a:pt x="758" y="151234"/>
                  </a:lnTo>
                  <a:lnTo>
                    <a:pt x="338" y="156512"/>
                  </a:lnTo>
                  <a:lnTo>
                    <a:pt x="85" y="161801"/>
                  </a:lnTo>
                  <a:lnTo>
                    <a:pt x="0" y="167096"/>
                  </a:lnTo>
                  <a:lnTo>
                    <a:pt x="82" y="172390"/>
                  </a:lnTo>
                  <a:lnTo>
                    <a:pt x="332" y="177679"/>
                  </a:lnTo>
                  <a:lnTo>
                    <a:pt x="750" y="182957"/>
                  </a:lnTo>
                  <a:lnTo>
                    <a:pt x="1334" y="188220"/>
                  </a:lnTo>
                  <a:lnTo>
                    <a:pt x="2085" y="193462"/>
                  </a:lnTo>
                  <a:lnTo>
                    <a:pt x="3001" y="198677"/>
                  </a:lnTo>
                  <a:lnTo>
                    <a:pt x="4083" y="203860"/>
                  </a:lnTo>
                  <a:lnTo>
                    <a:pt x="5327" y="209007"/>
                  </a:lnTo>
                  <a:lnTo>
                    <a:pt x="6735" y="214111"/>
                  </a:lnTo>
                  <a:lnTo>
                    <a:pt x="8303" y="219169"/>
                  </a:lnTo>
                  <a:lnTo>
                    <a:pt x="10030" y="224174"/>
                  </a:lnTo>
                  <a:lnTo>
                    <a:pt x="11915" y="229122"/>
                  </a:lnTo>
                  <a:lnTo>
                    <a:pt x="13956" y="234008"/>
                  </a:lnTo>
                  <a:lnTo>
                    <a:pt x="16151" y="238827"/>
                  </a:lnTo>
                  <a:lnTo>
                    <a:pt x="18497" y="243573"/>
                  </a:lnTo>
                  <a:lnTo>
                    <a:pt x="20993" y="248243"/>
                  </a:lnTo>
                  <a:lnTo>
                    <a:pt x="23635" y="252832"/>
                  </a:lnTo>
                  <a:lnTo>
                    <a:pt x="26421" y="257335"/>
                  </a:lnTo>
                  <a:lnTo>
                    <a:pt x="29348" y="261747"/>
                  </a:lnTo>
                  <a:lnTo>
                    <a:pt x="32413" y="266065"/>
                  </a:lnTo>
                  <a:lnTo>
                    <a:pt x="35614" y="270283"/>
                  </a:lnTo>
                  <a:lnTo>
                    <a:pt x="38946" y="274398"/>
                  </a:lnTo>
                  <a:lnTo>
                    <a:pt x="42408" y="278405"/>
                  </a:lnTo>
                  <a:lnTo>
                    <a:pt x="45994" y="282300"/>
                  </a:lnTo>
                  <a:lnTo>
                    <a:pt x="49702" y="286080"/>
                  </a:lnTo>
                  <a:lnTo>
                    <a:pt x="53528" y="289740"/>
                  </a:lnTo>
                  <a:lnTo>
                    <a:pt x="57468" y="293278"/>
                  </a:lnTo>
                  <a:lnTo>
                    <a:pt x="61518" y="296689"/>
                  </a:lnTo>
                  <a:lnTo>
                    <a:pt x="65674" y="299970"/>
                  </a:lnTo>
                  <a:lnTo>
                    <a:pt x="69932" y="303118"/>
                  </a:lnTo>
                  <a:lnTo>
                    <a:pt x="74287" y="306129"/>
                  </a:lnTo>
                  <a:lnTo>
                    <a:pt x="78736" y="309001"/>
                  </a:lnTo>
                  <a:lnTo>
                    <a:pt x="83273" y="311730"/>
                  </a:lnTo>
                  <a:lnTo>
                    <a:pt x="87894" y="314315"/>
                  </a:lnTo>
                  <a:lnTo>
                    <a:pt x="92595" y="316751"/>
                  </a:lnTo>
                  <a:lnTo>
                    <a:pt x="97371" y="319038"/>
                  </a:lnTo>
                  <a:lnTo>
                    <a:pt x="102217" y="321172"/>
                  </a:lnTo>
                  <a:lnTo>
                    <a:pt x="107128" y="323152"/>
                  </a:lnTo>
                  <a:lnTo>
                    <a:pt x="112099" y="324975"/>
                  </a:lnTo>
                  <a:lnTo>
                    <a:pt x="117125" y="326640"/>
                  </a:lnTo>
                  <a:lnTo>
                    <a:pt x="122202" y="328145"/>
                  </a:lnTo>
                  <a:lnTo>
                    <a:pt x="127324" y="329488"/>
                  </a:lnTo>
                  <a:lnTo>
                    <a:pt x="132485" y="330669"/>
                  </a:lnTo>
                  <a:lnTo>
                    <a:pt x="137682" y="331685"/>
                  </a:lnTo>
                  <a:lnTo>
                    <a:pt x="142908" y="332536"/>
                  </a:lnTo>
                  <a:lnTo>
                    <a:pt x="148159" y="333222"/>
                  </a:lnTo>
                  <a:lnTo>
                    <a:pt x="153428" y="333741"/>
                  </a:lnTo>
                  <a:lnTo>
                    <a:pt x="158711" y="334092"/>
                  </a:lnTo>
                  <a:lnTo>
                    <a:pt x="164003" y="334276"/>
                  </a:lnTo>
                  <a:lnTo>
                    <a:pt x="169298" y="334292"/>
                  </a:lnTo>
                  <a:lnTo>
                    <a:pt x="174591" y="334141"/>
                  </a:lnTo>
                  <a:lnTo>
                    <a:pt x="179876" y="333822"/>
                  </a:lnTo>
                  <a:lnTo>
                    <a:pt x="185149" y="333336"/>
                  </a:lnTo>
                  <a:lnTo>
                    <a:pt x="190403" y="332683"/>
                  </a:lnTo>
                  <a:lnTo>
                    <a:pt x="195635" y="331864"/>
                  </a:lnTo>
                  <a:lnTo>
                    <a:pt x="200837" y="330880"/>
                  </a:lnTo>
                  <a:lnTo>
                    <a:pt x="206006" y="329732"/>
                  </a:lnTo>
                  <a:lnTo>
                    <a:pt x="211136" y="328420"/>
                  </a:lnTo>
                  <a:lnTo>
                    <a:pt x="216222" y="326946"/>
                  </a:lnTo>
                  <a:lnTo>
                    <a:pt x="221259" y="325313"/>
                  </a:lnTo>
                  <a:lnTo>
                    <a:pt x="226241" y="323520"/>
                  </a:lnTo>
                  <a:lnTo>
                    <a:pt x="231164" y="321571"/>
                  </a:lnTo>
                  <a:lnTo>
                    <a:pt x="236023" y="319466"/>
                  </a:lnTo>
                  <a:lnTo>
                    <a:pt x="240813" y="317209"/>
                  </a:lnTo>
                  <a:lnTo>
                    <a:pt x="245529" y="314802"/>
                  </a:lnTo>
                  <a:lnTo>
                    <a:pt x="250166" y="312246"/>
                  </a:lnTo>
                  <a:lnTo>
                    <a:pt x="254720" y="309544"/>
                  </a:lnTo>
                  <a:lnTo>
                    <a:pt x="259186" y="306700"/>
                  </a:lnTo>
                  <a:lnTo>
                    <a:pt x="263560" y="303716"/>
                  </a:lnTo>
                  <a:lnTo>
                    <a:pt x="267837" y="300594"/>
                  </a:lnTo>
                  <a:lnTo>
                    <a:pt x="272013" y="297339"/>
                  </a:lnTo>
                  <a:lnTo>
                    <a:pt x="276084" y="293953"/>
                  </a:lnTo>
                  <a:lnTo>
                    <a:pt x="280046" y="290440"/>
                  </a:lnTo>
                  <a:lnTo>
                    <a:pt x="283894" y="286803"/>
                  </a:lnTo>
                  <a:lnTo>
                    <a:pt x="287626" y="283046"/>
                  </a:lnTo>
                  <a:lnTo>
                    <a:pt x="291236" y="279173"/>
                  </a:lnTo>
                  <a:lnTo>
                    <a:pt x="294722" y="275188"/>
                  </a:lnTo>
                  <a:lnTo>
                    <a:pt x="298080" y="271094"/>
                  </a:lnTo>
                  <a:lnTo>
                    <a:pt x="301307" y="266895"/>
                  </a:lnTo>
                  <a:lnTo>
                    <a:pt x="304399" y="262597"/>
                  </a:lnTo>
                  <a:lnTo>
                    <a:pt x="307353" y="258203"/>
                  </a:lnTo>
                  <a:lnTo>
                    <a:pt x="310167" y="253717"/>
                  </a:lnTo>
                  <a:lnTo>
                    <a:pt x="312837" y="249145"/>
                  </a:lnTo>
                  <a:lnTo>
                    <a:pt x="315362" y="244490"/>
                  </a:lnTo>
                  <a:lnTo>
                    <a:pt x="317737" y="239758"/>
                  </a:lnTo>
                  <a:lnTo>
                    <a:pt x="319961" y="234953"/>
                  </a:lnTo>
                  <a:lnTo>
                    <a:pt x="322032" y="230080"/>
                  </a:lnTo>
                  <a:lnTo>
                    <a:pt x="323948" y="225144"/>
                  </a:lnTo>
                  <a:lnTo>
                    <a:pt x="325707" y="220149"/>
                  </a:lnTo>
                  <a:lnTo>
                    <a:pt x="327306" y="215102"/>
                  </a:lnTo>
                  <a:lnTo>
                    <a:pt x="328745" y="210006"/>
                  </a:lnTo>
                  <a:lnTo>
                    <a:pt x="330021" y="204867"/>
                  </a:lnTo>
                  <a:lnTo>
                    <a:pt x="331134" y="199690"/>
                  </a:lnTo>
                  <a:lnTo>
                    <a:pt x="332083" y="194481"/>
                  </a:lnTo>
                  <a:lnTo>
                    <a:pt x="332866" y="189244"/>
                  </a:lnTo>
                  <a:lnTo>
                    <a:pt x="333483" y="183985"/>
                  </a:lnTo>
                  <a:lnTo>
                    <a:pt x="333933" y="178710"/>
                  </a:lnTo>
                  <a:lnTo>
                    <a:pt x="334216" y="173422"/>
                  </a:lnTo>
                  <a:lnTo>
                    <a:pt x="334331" y="168128"/>
                  </a:lnTo>
                  <a:lnTo>
                    <a:pt x="334279" y="162834"/>
                  </a:lnTo>
                  <a:lnTo>
                    <a:pt x="334059" y="157543"/>
                  </a:lnTo>
                  <a:lnTo>
                    <a:pt x="333671" y="152262"/>
                  </a:lnTo>
                  <a:lnTo>
                    <a:pt x="333116" y="146997"/>
                  </a:lnTo>
                  <a:lnTo>
                    <a:pt x="332395" y="141751"/>
                  </a:lnTo>
                  <a:lnTo>
                    <a:pt x="331508" y="136531"/>
                  </a:lnTo>
                  <a:lnTo>
                    <a:pt x="330457" y="131341"/>
                  </a:lnTo>
                  <a:lnTo>
                    <a:pt x="329241" y="126188"/>
                  </a:lnTo>
                  <a:lnTo>
                    <a:pt x="327863" y="121075"/>
                  </a:lnTo>
                  <a:lnTo>
                    <a:pt x="326323" y="116009"/>
                  </a:lnTo>
                  <a:lnTo>
                    <a:pt x="324624" y="110994"/>
                  </a:lnTo>
                  <a:lnTo>
                    <a:pt x="322767" y="106036"/>
                  </a:lnTo>
                  <a:lnTo>
                    <a:pt x="320754" y="101138"/>
                  </a:lnTo>
                  <a:lnTo>
                    <a:pt x="318586" y="96307"/>
                  </a:lnTo>
                  <a:lnTo>
                    <a:pt x="316267" y="91547"/>
                  </a:lnTo>
                  <a:lnTo>
                    <a:pt x="313798" y="86863"/>
                  </a:lnTo>
                  <a:lnTo>
                    <a:pt x="311182" y="82259"/>
                  </a:lnTo>
                  <a:lnTo>
                    <a:pt x="308422" y="77741"/>
                  </a:lnTo>
                  <a:lnTo>
                    <a:pt x="305520" y="73312"/>
                  </a:lnTo>
                  <a:lnTo>
                    <a:pt x="302479" y="68977"/>
                  </a:lnTo>
                  <a:lnTo>
                    <a:pt x="299302" y="64741"/>
                  </a:lnTo>
                  <a:lnTo>
                    <a:pt x="295993" y="60608"/>
                  </a:lnTo>
                  <a:lnTo>
                    <a:pt x="292554" y="56581"/>
                  </a:lnTo>
                  <a:lnTo>
                    <a:pt x="288990" y="52665"/>
                  </a:lnTo>
                  <a:lnTo>
                    <a:pt x="285303" y="48865"/>
                  </a:lnTo>
                  <a:lnTo>
                    <a:pt x="281498" y="45182"/>
                  </a:lnTo>
                  <a:lnTo>
                    <a:pt x="277578" y="41623"/>
                  </a:lnTo>
                  <a:lnTo>
                    <a:pt x="273548" y="38189"/>
                  </a:lnTo>
                  <a:lnTo>
                    <a:pt x="269411" y="34884"/>
                  </a:lnTo>
                  <a:lnTo>
                    <a:pt x="265171" y="31713"/>
                  </a:lnTo>
                  <a:lnTo>
                    <a:pt x="260832" y="28677"/>
                  </a:lnTo>
                  <a:lnTo>
                    <a:pt x="256400" y="25780"/>
                  </a:lnTo>
                  <a:lnTo>
                    <a:pt x="251879" y="23024"/>
                  </a:lnTo>
                  <a:lnTo>
                    <a:pt x="247272" y="20414"/>
                  </a:lnTo>
                  <a:lnTo>
                    <a:pt x="242585" y="17950"/>
                  </a:lnTo>
                  <a:lnTo>
                    <a:pt x="237822" y="15637"/>
                  </a:lnTo>
                  <a:lnTo>
                    <a:pt x="232988" y="13475"/>
                  </a:lnTo>
                  <a:lnTo>
                    <a:pt x="228089" y="11468"/>
                  </a:lnTo>
                  <a:lnTo>
                    <a:pt x="223128" y="9616"/>
                  </a:lnTo>
                  <a:lnTo>
                    <a:pt x="218111" y="7923"/>
                  </a:lnTo>
                  <a:lnTo>
                    <a:pt x="213043" y="6389"/>
                  </a:lnTo>
                  <a:lnTo>
                    <a:pt x="207929" y="5017"/>
                  </a:lnTo>
                  <a:lnTo>
                    <a:pt x="202774" y="3807"/>
                  </a:lnTo>
                  <a:lnTo>
                    <a:pt x="197583" y="2762"/>
                  </a:lnTo>
                  <a:lnTo>
                    <a:pt x="192362" y="1881"/>
                  </a:lnTo>
                  <a:lnTo>
                    <a:pt x="187116" y="1166"/>
                  </a:lnTo>
                  <a:lnTo>
                    <a:pt x="181849" y="617"/>
                  </a:lnTo>
                  <a:lnTo>
                    <a:pt x="167167" y="1671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81287" y="4213821"/>
              <a:ext cx="14682" cy="167167"/>
            </a:xfrm>
            <a:custGeom>
              <a:avLst/>
              <a:pathLst>
                <a:path w="14682" h="167167">
                  <a:moveTo>
                    <a:pt x="14682" y="6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5714" y="4659281"/>
              <a:ext cx="809" cy="167167"/>
            </a:xfrm>
            <a:custGeom>
              <a:avLst/>
              <a:pathLst>
                <a:path w="809" h="167167">
                  <a:moveTo>
                    <a:pt x="809" y="0"/>
                  </a:moveTo>
                  <a:lnTo>
                    <a:pt x="0" y="1"/>
                  </a:lnTo>
                  <a:lnTo>
                    <a:pt x="80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5714" y="4659283"/>
              <a:ext cx="809" cy="167165"/>
            </a:xfrm>
            <a:custGeom>
              <a:avLst/>
              <a:pathLst>
                <a:path w="809" h="167165">
                  <a:moveTo>
                    <a:pt x="0" y="0"/>
                  </a:moveTo>
                  <a:lnTo>
                    <a:pt x="809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714" y="4659283"/>
              <a:ext cx="809" cy="167165"/>
            </a:xfrm>
            <a:custGeom>
              <a:avLst/>
              <a:pathLst>
                <a:path w="809" h="167165">
                  <a:moveTo>
                    <a:pt x="0" y="0"/>
                  </a:moveTo>
                  <a:lnTo>
                    <a:pt x="809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714" y="4659283"/>
              <a:ext cx="809" cy="167165"/>
            </a:xfrm>
            <a:custGeom>
              <a:avLst/>
              <a:pathLst>
                <a:path w="809" h="167165">
                  <a:moveTo>
                    <a:pt x="0" y="0"/>
                  </a:moveTo>
                  <a:lnTo>
                    <a:pt x="809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714" y="4659283"/>
              <a:ext cx="809" cy="167165"/>
            </a:xfrm>
            <a:custGeom>
              <a:avLst/>
              <a:pathLst>
                <a:path w="809" h="167165">
                  <a:moveTo>
                    <a:pt x="0" y="0"/>
                  </a:moveTo>
                  <a:lnTo>
                    <a:pt x="80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714" y="4659283"/>
              <a:ext cx="809" cy="167165"/>
            </a:xfrm>
            <a:custGeom>
              <a:avLst/>
              <a:pathLst>
                <a:path w="809" h="167165">
                  <a:moveTo>
                    <a:pt x="0" y="0"/>
                  </a:moveTo>
                  <a:lnTo>
                    <a:pt x="80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714" y="4659283"/>
              <a:ext cx="809" cy="167165"/>
            </a:xfrm>
            <a:custGeom>
              <a:avLst/>
              <a:pathLst>
                <a:path w="809" h="167165">
                  <a:moveTo>
                    <a:pt x="0" y="0"/>
                  </a:moveTo>
                  <a:lnTo>
                    <a:pt x="80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714" y="4659283"/>
              <a:ext cx="809" cy="167165"/>
            </a:xfrm>
            <a:custGeom>
              <a:avLst/>
              <a:pathLst>
                <a:path w="809" h="167165">
                  <a:moveTo>
                    <a:pt x="0" y="0"/>
                  </a:moveTo>
                  <a:lnTo>
                    <a:pt x="809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714" y="4659283"/>
              <a:ext cx="809" cy="167165"/>
            </a:xfrm>
            <a:custGeom>
              <a:avLst/>
              <a:pathLst>
                <a:path w="809" h="167165">
                  <a:moveTo>
                    <a:pt x="0" y="0"/>
                  </a:moveTo>
                  <a:lnTo>
                    <a:pt x="809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714" y="4659283"/>
              <a:ext cx="809" cy="167165"/>
            </a:xfrm>
            <a:custGeom>
              <a:avLst/>
              <a:pathLst>
                <a:path w="809" h="167165">
                  <a:moveTo>
                    <a:pt x="0" y="0"/>
                  </a:moveTo>
                  <a:lnTo>
                    <a:pt x="809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923131" y="4659283"/>
              <a:ext cx="163393" cy="167165"/>
            </a:xfrm>
            <a:custGeom>
              <a:avLst/>
              <a:pathLst>
                <a:path w="163393" h="167165">
                  <a:moveTo>
                    <a:pt x="162583" y="0"/>
                  </a:moveTo>
                  <a:lnTo>
                    <a:pt x="157199" y="112"/>
                  </a:lnTo>
                  <a:lnTo>
                    <a:pt x="151821" y="399"/>
                  </a:lnTo>
                  <a:lnTo>
                    <a:pt x="146456" y="858"/>
                  </a:lnTo>
                  <a:lnTo>
                    <a:pt x="141108" y="1490"/>
                  </a:lnTo>
                  <a:lnTo>
                    <a:pt x="135783" y="2293"/>
                  </a:lnTo>
                  <a:lnTo>
                    <a:pt x="130487" y="3268"/>
                  </a:lnTo>
                  <a:lnTo>
                    <a:pt x="125225" y="4413"/>
                  </a:lnTo>
                  <a:lnTo>
                    <a:pt x="120002" y="5727"/>
                  </a:lnTo>
                  <a:lnTo>
                    <a:pt x="114825" y="7208"/>
                  </a:lnTo>
                  <a:lnTo>
                    <a:pt x="109698" y="8856"/>
                  </a:lnTo>
                  <a:lnTo>
                    <a:pt x="104627" y="10667"/>
                  </a:lnTo>
                  <a:lnTo>
                    <a:pt x="99616" y="12642"/>
                  </a:lnTo>
                  <a:lnTo>
                    <a:pt x="94672" y="14776"/>
                  </a:lnTo>
                  <a:lnTo>
                    <a:pt x="89799" y="17069"/>
                  </a:lnTo>
                  <a:lnTo>
                    <a:pt x="85003" y="19517"/>
                  </a:lnTo>
                  <a:lnTo>
                    <a:pt x="80288" y="22118"/>
                  </a:lnTo>
                  <a:lnTo>
                    <a:pt x="75659" y="24871"/>
                  </a:lnTo>
                  <a:lnTo>
                    <a:pt x="71121" y="27770"/>
                  </a:lnTo>
                  <a:lnTo>
                    <a:pt x="66679" y="30815"/>
                  </a:lnTo>
                  <a:lnTo>
                    <a:pt x="62337" y="34001"/>
                  </a:lnTo>
                  <a:lnTo>
                    <a:pt x="58101" y="37325"/>
                  </a:lnTo>
                  <a:lnTo>
                    <a:pt x="53973" y="40784"/>
                  </a:lnTo>
                  <a:lnTo>
                    <a:pt x="49959" y="44374"/>
                  </a:lnTo>
                  <a:lnTo>
                    <a:pt x="46063" y="48091"/>
                  </a:lnTo>
                  <a:lnTo>
                    <a:pt x="42288" y="51932"/>
                  </a:lnTo>
                  <a:lnTo>
                    <a:pt x="38640" y="55893"/>
                  </a:lnTo>
                  <a:lnTo>
                    <a:pt x="35120" y="59969"/>
                  </a:lnTo>
                  <a:lnTo>
                    <a:pt x="31734" y="64156"/>
                  </a:lnTo>
                  <a:lnTo>
                    <a:pt x="28484" y="68450"/>
                  </a:lnTo>
                  <a:lnTo>
                    <a:pt x="25375" y="72847"/>
                  </a:lnTo>
                  <a:lnTo>
                    <a:pt x="22408" y="77341"/>
                  </a:lnTo>
                  <a:lnTo>
                    <a:pt x="19588" y="81929"/>
                  </a:lnTo>
                  <a:lnTo>
                    <a:pt x="16917" y="86605"/>
                  </a:lnTo>
                  <a:lnTo>
                    <a:pt x="14399" y="91365"/>
                  </a:lnTo>
                  <a:lnTo>
                    <a:pt x="12034" y="96204"/>
                  </a:lnTo>
                  <a:lnTo>
                    <a:pt x="9827" y="101116"/>
                  </a:lnTo>
                  <a:lnTo>
                    <a:pt x="7779" y="106096"/>
                  </a:lnTo>
                  <a:lnTo>
                    <a:pt x="5893" y="111140"/>
                  </a:lnTo>
                  <a:lnTo>
                    <a:pt x="4170" y="116243"/>
                  </a:lnTo>
                  <a:lnTo>
                    <a:pt x="2613" y="121398"/>
                  </a:lnTo>
                  <a:lnTo>
                    <a:pt x="1222" y="126600"/>
                  </a:lnTo>
                  <a:lnTo>
                    <a:pt x="0" y="131845"/>
                  </a:lnTo>
                  <a:lnTo>
                    <a:pt x="163393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919365" y="4659281"/>
              <a:ext cx="334311" cy="334333"/>
            </a:xfrm>
            <a:custGeom>
              <a:avLst/>
              <a:pathLst>
                <a:path w="334311" h="334333">
                  <a:moveTo>
                    <a:pt x="3766" y="131847"/>
                  </a:moveTo>
                  <a:lnTo>
                    <a:pt x="2726" y="137056"/>
                  </a:lnTo>
                  <a:lnTo>
                    <a:pt x="1853" y="142295"/>
                  </a:lnTo>
                  <a:lnTo>
                    <a:pt x="1146" y="147559"/>
                  </a:lnTo>
                  <a:lnTo>
                    <a:pt x="607" y="152844"/>
                  </a:lnTo>
                  <a:lnTo>
                    <a:pt x="236" y="158142"/>
                  </a:lnTo>
                  <a:lnTo>
                    <a:pt x="33" y="163450"/>
                  </a:lnTo>
                  <a:lnTo>
                    <a:pt x="0" y="168762"/>
                  </a:lnTo>
                  <a:lnTo>
                    <a:pt x="135" y="174072"/>
                  </a:lnTo>
                  <a:lnTo>
                    <a:pt x="438" y="179375"/>
                  </a:lnTo>
                  <a:lnTo>
                    <a:pt x="910" y="184665"/>
                  </a:lnTo>
                  <a:lnTo>
                    <a:pt x="1550" y="189938"/>
                  </a:lnTo>
                  <a:lnTo>
                    <a:pt x="2357" y="195188"/>
                  </a:lnTo>
                  <a:lnTo>
                    <a:pt x="3331" y="200410"/>
                  </a:lnTo>
                  <a:lnTo>
                    <a:pt x="4469" y="205598"/>
                  </a:lnTo>
                  <a:lnTo>
                    <a:pt x="5773" y="210748"/>
                  </a:lnTo>
                  <a:lnTo>
                    <a:pt x="7239" y="215853"/>
                  </a:lnTo>
                  <a:lnTo>
                    <a:pt x="8866" y="220909"/>
                  </a:lnTo>
                  <a:lnTo>
                    <a:pt x="10654" y="225911"/>
                  </a:lnTo>
                  <a:lnTo>
                    <a:pt x="12599" y="230854"/>
                  </a:lnTo>
                  <a:lnTo>
                    <a:pt x="14700" y="235732"/>
                  </a:lnTo>
                  <a:lnTo>
                    <a:pt x="16956" y="240541"/>
                  </a:lnTo>
                  <a:lnTo>
                    <a:pt x="19363" y="245276"/>
                  </a:lnTo>
                  <a:lnTo>
                    <a:pt x="21919" y="249932"/>
                  </a:lnTo>
                  <a:lnTo>
                    <a:pt x="24622" y="254505"/>
                  </a:lnTo>
                  <a:lnTo>
                    <a:pt x="27468" y="258990"/>
                  </a:lnTo>
                  <a:lnTo>
                    <a:pt x="30456" y="263381"/>
                  </a:lnTo>
                  <a:lnTo>
                    <a:pt x="33582" y="267676"/>
                  </a:lnTo>
                  <a:lnTo>
                    <a:pt x="36843" y="271869"/>
                  </a:lnTo>
                  <a:lnTo>
                    <a:pt x="40235" y="275956"/>
                  </a:lnTo>
                  <a:lnTo>
                    <a:pt x="43755" y="279934"/>
                  </a:lnTo>
                  <a:lnTo>
                    <a:pt x="47400" y="283798"/>
                  </a:lnTo>
                  <a:lnTo>
                    <a:pt x="51166" y="287544"/>
                  </a:lnTo>
                  <a:lnTo>
                    <a:pt x="55049" y="291168"/>
                  </a:lnTo>
                  <a:lnTo>
                    <a:pt x="59045" y="294667"/>
                  </a:lnTo>
                  <a:lnTo>
                    <a:pt x="63151" y="298038"/>
                  </a:lnTo>
                  <a:lnTo>
                    <a:pt x="67361" y="301276"/>
                  </a:lnTo>
                  <a:lnTo>
                    <a:pt x="71672" y="304379"/>
                  </a:lnTo>
                  <a:lnTo>
                    <a:pt x="76080" y="307343"/>
                  </a:lnTo>
                  <a:lnTo>
                    <a:pt x="80579" y="310166"/>
                  </a:lnTo>
                  <a:lnTo>
                    <a:pt x="85166" y="312845"/>
                  </a:lnTo>
                  <a:lnTo>
                    <a:pt x="89836" y="315376"/>
                  </a:lnTo>
                  <a:lnTo>
                    <a:pt x="94583" y="317758"/>
                  </a:lnTo>
                  <a:lnTo>
                    <a:pt x="99404" y="319988"/>
                  </a:lnTo>
                  <a:lnTo>
                    <a:pt x="104294" y="322063"/>
                  </a:lnTo>
                  <a:lnTo>
                    <a:pt x="109247" y="323982"/>
                  </a:lnTo>
                  <a:lnTo>
                    <a:pt x="114258" y="325743"/>
                  </a:lnTo>
                  <a:lnTo>
                    <a:pt x="119323" y="327344"/>
                  </a:lnTo>
                  <a:lnTo>
                    <a:pt x="124436" y="328783"/>
                  </a:lnTo>
                  <a:lnTo>
                    <a:pt x="129592" y="330058"/>
                  </a:lnTo>
                  <a:lnTo>
                    <a:pt x="134786" y="331170"/>
                  </a:lnTo>
                  <a:lnTo>
                    <a:pt x="140013" y="332116"/>
                  </a:lnTo>
                  <a:lnTo>
                    <a:pt x="145267" y="332895"/>
                  </a:lnTo>
                  <a:lnTo>
                    <a:pt x="150544" y="333507"/>
                  </a:lnTo>
                  <a:lnTo>
                    <a:pt x="155837" y="333950"/>
                  </a:lnTo>
                  <a:lnTo>
                    <a:pt x="161141" y="334226"/>
                  </a:lnTo>
                  <a:lnTo>
                    <a:pt x="166452" y="334333"/>
                  </a:lnTo>
                  <a:lnTo>
                    <a:pt x="171763" y="334271"/>
                  </a:lnTo>
                  <a:lnTo>
                    <a:pt x="177070" y="334040"/>
                  </a:lnTo>
                  <a:lnTo>
                    <a:pt x="182367" y="333641"/>
                  </a:lnTo>
                  <a:lnTo>
                    <a:pt x="187648" y="333074"/>
                  </a:lnTo>
                  <a:lnTo>
                    <a:pt x="192909" y="332339"/>
                  </a:lnTo>
                  <a:lnTo>
                    <a:pt x="198143" y="331438"/>
                  </a:lnTo>
                  <a:lnTo>
                    <a:pt x="203347" y="330371"/>
                  </a:lnTo>
                  <a:lnTo>
                    <a:pt x="208513" y="329139"/>
                  </a:lnTo>
                  <a:lnTo>
                    <a:pt x="213638" y="327743"/>
                  </a:lnTo>
                  <a:lnTo>
                    <a:pt x="218717" y="326185"/>
                  </a:lnTo>
                  <a:lnTo>
                    <a:pt x="223743" y="324467"/>
                  </a:lnTo>
                  <a:lnTo>
                    <a:pt x="228712" y="322590"/>
                  </a:lnTo>
                  <a:lnTo>
                    <a:pt x="233618" y="320556"/>
                  </a:lnTo>
                  <a:lnTo>
                    <a:pt x="238458" y="318367"/>
                  </a:lnTo>
                  <a:lnTo>
                    <a:pt x="243226" y="316025"/>
                  </a:lnTo>
                  <a:lnTo>
                    <a:pt x="247917" y="313534"/>
                  </a:lnTo>
                  <a:lnTo>
                    <a:pt x="252526" y="310894"/>
                  </a:lnTo>
                  <a:lnTo>
                    <a:pt x="257049" y="308109"/>
                  </a:lnTo>
                  <a:lnTo>
                    <a:pt x="261482" y="305182"/>
                  </a:lnTo>
                  <a:lnTo>
                    <a:pt x="265819" y="302116"/>
                  </a:lnTo>
                  <a:lnTo>
                    <a:pt x="270057" y="298913"/>
                  </a:lnTo>
                  <a:lnTo>
                    <a:pt x="274190" y="295578"/>
                  </a:lnTo>
                  <a:lnTo>
                    <a:pt x="278216" y="292112"/>
                  </a:lnTo>
                  <a:lnTo>
                    <a:pt x="282130" y="288521"/>
                  </a:lnTo>
                  <a:lnTo>
                    <a:pt x="285927" y="284807"/>
                  </a:lnTo>
                  <a:lnTo>
                    <a:pt x="289605" y="280974"/>
                  </a:lnTo>
                  <a:lnTo>
                    <a:pt x="293159" y="277027"/>
                  </a:lnTo>
                  <a:lnTo>
                    <a:pt x="296585" y="272968"/>
                  </a:lnTo>
                  <a:lnTo>
                    <a:pt x="299881" y="268803"/>
                  </a:lnTo>
                  <a:lnTo>
                    <a:pt x="303043" y="264535"/>
                  </a:lnTo>
                  <a:lnTo>
                    <a:pt x="306068" y="260169"/>
                  </a:lnTo>
                  <a:lnTo>
                    <a:pt x="308953" y="255708"/>
                  </a:lnTo>
                  <a:lnTo>
                    <a:pt x="311694" y="251159"/>
                  </a:lnTo>
                  <a:lnTo>
                    <a:pt x="314290" y="246524"/>
                  </a:lnTo>
                  <a:lnTo>
                    <a:pt x="316737" y="241810"/>
                  </a:lnTo>
                  <a:lnTo>
                    <a:pt x="319033" y="237020"/>
                  </a:lnTo>
                  <a:lnTo>
                    <a:pt x="321175" y="232160"/>
                  </a:lnTo>
                  <a:lnTo>
                    <a:pt x="323162" y="227234"/>
                  </a:lnTo>
                  <a:lnTo>
                    <a:pt x="324992" y="222247"/>
                  </a:lnTo>
                  <a:lnTo>
                    <a:pt x="326662" y="217205"/>
                  </a:lnTo>
                  <a:lnTo>
                    <a:pt x="328171" y="212112"/>
                  </a:lnTo>
                  <a:lnTo>
                    <a:pt x="329518" y="206974"/>
                  </a:lnTo>
                  <a:lnTo>
                    <a:pt x="330701" y="201796"/>
                  </a:lnTo>
                  <a:lnTo>
                    <a:pt x="331718" y="196582"/>
                  </a:lnTo>
                  <a:lnTo>
                    <a:pt x="332570" y="191339"/>
                  </a:lnTo>
                  <a:lnTo>
                    <a:pt x="333254" y="186072"/>
                  </a:lnTo>
                  <a:lnTo>
                    <a:pt x="333771" y="180785"/>
                  </a:lnTo>
                  <a:lnTo>
                    <a:pt x="334120" y="175485"/>
                  </a:lnTo>
                  <a:lnTo>
                    <a:pt x="334300" y="170176"/>
                  </a:lnTo>
                  <a:lnTo>
                    <a:pt x="334311" y="164865"/>
                  </a:lnTo>
                  <a:lnTo>
                    <a:pt x="334153" y="159555"/>
                  </a:lnTo>
                  <a:lnTo>
                    <a:pt x="333827" y="154254"/>
                  </a:lnTo>
                  <a:lnTo>
                    <a:pt x="333333" y="148965"/>
                  </a:lnTo>
                  <a:lnTo>
                    <a:pt x="332671" y="143695"/>
                  </a:lnTo>
                  <a:lnTo>
                    <a:pt x="331841" y="138448"/>
                  </a:lnTo>
                  <a:lnTo>
                    <a:pt x="330846" y="133231"/>
                  </a:lnTo>
                  <a:lnTo>
                    <a:pt x="329685" y="128047"/>
                  </a:lnTo>
                  <a:lnTo>
                    <a:pt x="328360" y="122904"/>
                  </a:lnTo>
                  <a:lnTo>
                    <a:pt x="326873" y="117805"/>
                  </a:lnTo>
                  <a:lnTo>
                    <a:pt x="325224" y="112755"/>
                  </a:lnTo>
                  <a:lnTo>
                    <a:pt x="323415" y="107761"/>
                  </a:lnTo>
                  <a:lnTo>
                    <a:pt x="321449" y="102827"/>
                  </a:lnTo>
                  <a:lnTo>
                    <a:pt x="319327" y="97957"/>
                  </a:lnTo>
                  <a:lnTo>
                    <a:pt x="317051" y="93158"/>
                  </a:lnTo>
                  <a:lnTo>
                    <a:pt x="314624" y="88433"/>
                  </a:lnTo>
                  <a:lnTo>
                    <a:pt x="312048" y="83788"/>
                  </a:lnTo>
                  <a:lnTo>
                    <a:pt x="309326" y="79226"/>
                  </a:lnTo>
                  <a:lnTo>
                    <a:pt x="306460" y="74754"/>
                  </a:lnTo>
                  <a:lnTo>
                    <a:pt x="303454" y="70375"/>
                  </a:lnTo>
                  <a:lnTo>
                    <a:pt x="300310" y="66094"/>
                  </a:lnTo>
                  <a:lnTo>
                    <a:pt x="297032" y="61914"/>
                  </a:lnTo>
                  <a:lnTo>
                    <a:pt x="293622" y="57841"/>
                  </a:lnTo>
                  <a:lnTo>
                    <a:pt x="290085" y="53879"/>
                  </a:lnTo>
                  <a:lnTo>
                    <a:pt x="286424" y="50031"/>
                  </a:lnTo>
                  <a:lnTo>
                    <a:pt x="282642" y="46301"/>
                  </a:lnTo>
                  <a:lnTo>
                    <a:pt x="278744" y="42693"/>
                  </a:lnTo>
                  <a:lnTo>
                    <a:pt x="274733" y="39210"/>
                  </a:lnTo>
                  <a:lnTo>
                    <a:pt x="270613" y="35857"/>
                  </a:lnTo>
                  <a:lnTo>
                    <a:pt x="266389" y="32637"/>
                  </a:lnTo>
                  <a:lnTo>
                    <a:pt x="262065" y="29552"/>
                  </a:lnTo>
                  <a:lnTo>
                    <a:pt x="257645" y="26606"/>
                  </a:lnTo>
                  <a:lnTo>
                    <a:pt x="253134" y="23802"/>
                  </a:lnTo>
                  <a:lnTo>
                    <a:pt x="248535" y="21143"/>
                  </a:lnTo>
                  <a:lnTo>
                    <a:pt x="243855" y="18632"/>
                  </a:lnTo>
                  <a:lnTo>
                    <a:pt x="239097" y="16270"/>
                  </a:lnTo>
                  <a:lnTo>
                    <a:pt x="234267" y="14061"/>
                  </a:lnTo>
                  <a:lnTo>
                    <a:pt x="229369" y="12006"/>
                  </a:lnTo>
                  <a:lnTo>
                    <a:pt x="224408" y="10108"/>
                  </a:lnTo>
                  <a:lnTo>
                    <a:pt x="219389" y="8368"/>
                  </a:lnTo>
                  <a:lnTo>
                    <a:pt x="214318" y="6789"/>
                  </a:lnTo>
                  <a:lnTo>
                    <a:pt x="209198" y="5372"/>
                  </a:lnTo>
                  <a:lnTo>
                    <a:pt x="204037" y="4118"/>
                  </a:lnTo>
                  <a:lnTo>
                    <a:pt x="198838" y="3029"/>
                  </a:lnTo>
                  <a:lnTo>
                    <a:pt x="193607" y="2105"/>
                  </a:lnTo>
                  <a:lnTo>
                    <a:pt x="188350" y="1348"/>
                  </a:lnTo>
                  <a:lnTo>
                    <a:pt x="183071" y="758"/>
                  </a:lnTo>
                  <a:lnTo>
                    <a:pt x="177776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321560" y="5018213"/>
              <a:ext cx="334326" cy="334319"/>
            </a:xfrm>
            <a:custGeom>
              <a:avLst/>
              <a:pathLst>
                <a:path w="334326" h="334319">
                  <a:moveTo>
                    <a:pt x="167160" y="0"/>
                  </a:moveTo>
                  <a:lnTo>
                    <a:pt x="161880" y="83"/>
                  </a:lnTo>
                  <a:lnTo>
                    <a:pt x="156604" y="333"/>
                  </a:lnTo>
                  <a:lnTo>
                    <a:pt x="151340" y="750"/>
                  </a:lnTo>
                  <a:lnTo>
                    <a:pt x="146091" y="1333"/>
                  </a:lnTo>
                  <a:lnTo>
                    <a:pt x="140863" y="2081"/>
                  </a:lnTo>
                  <a:lnTo>
                    <a:pt x="135661" y="2994"/>
                  </a:lnTo>
                  <a:lnTo>
                    <a:pt x="130490" y="4071"/>
                  </a:lnTo>
                  <a:lnTo>
                    <a:pt x="125357" y="5311"/>
                  </a:lnTo>
                  <a:lnTo>
                    <a:pt x="120265" y="6712"/>
                  </a:lnTo>
                  <a:lnTo>
                    <a:pt x="115220" y="8274"/>
                  </a:lnTo>
                  <a:lnTo>
                    <a:pt x="110226" y="9994"/>
                  </a:lnTo>
                  <a:lnTo>
                    <a:pt x="105290" y="11870"/>
                  </a:lnTo>
                  <a:lnTo>
                    <a:pt x="100415" y="13902"/>
                  </a:lnTo>
                  <a:lnTo>
                    <a:pt x="95607" y="16087"/>
                  </a:lnTo>
                  <a:lnTo>
                    <a:pt x="90870" y="18423"/>
                  </a:lnTo>
                  <a:lnTo>
                    <a:pt x="86210" y="20907"/>
                  </a:lnTo>
                  <a:lnTo>
                    <a:pt x="81630" y="23537"/>
                  </a:lnTo>
                  <a:lnTo>
                    <a:pt x="77135" y="26311"/>
                  </a:lnTo>
                  <a:lnTo>
                    <a:pt x="72731" y="29225"/>
                  </a:lnTo>
                  <a:lnTo>
                    <a:pt x="68421" y="32277"/>
                  </a:lnTo>
                  <a:lnTo>
                    <a:pt x="64209" y="35463"/>
                  </a:lnTo>
                  <a:lnTo>
                    <a:pt x="60100" y="38781"/>
                  </a:lnTo>
                  <a:lnTo>
                    <a:pt x="56098" y="42227"/>
                  </a:lnTo>
                  <a:lnTo>
                    <a:pt x="52206" y="45797"/>
                  </a:lnTo>
                  <a:lnTo>
                    <a:pt x="48430" y="49489"/>
                  </a:lnTo>
                  <a:lnTo>
                    <a:pt x="44772" y="53299"/>
                  </a:lnTo>
                  <a:lnTo>
                    <a:pt x="41236" y="57221"/>
                  </a:lnTo>
                  <a:lnTo>
                    <a:pt x="37826" y="61254"/>
                  </a:lnTo>
                  <a:lnTo>
                    <a:pt x="34545" y="65393"/>
                  </a:lnTo>
                  <a:lnTo>
                    <a:pt x="31396" y="69632"/>
                  </a:lnTo>
                  <a:lnTo>
                    <a:pt x="28383" y="73970"/>
                  </a:lnTo>
                  <a:lnTo>
                    <a:pt x="25508" y="78400"/>
                  </a:lnTo>
                  <a:lnTo>
                    <a:pt x="22775" y="82919"/>
                  </a:lnTo>
                  <a:lnTo>
                    <a:pt x="20185" y="87522"/>
                  </a:lnTo>
                  <a:lnTo>
                    <a:pt x="17743" y="92205"/>
                  </a:lnTo>
                  <a:lnTo>
                    <a:pt x="15449" y="96962"/>
                  </a:lnTo>
                  <a:lnTo>
                    <a:pt x="13307" y="101789"/>
                  </a:lnTo>
                  <a:lnTo>
                    <a:pt x="11319" y="106682"/>
                  </a:lnTo>
                  <a:lnTo>
                    <a:pt x="9486" y="111635"/>
                  </a:lnTo>
                  <a:lnTo>
                    <a:pt x="7811" y="116643"/>
                  </a:lnTo>
                  <a:lnTo>
                    <a:pt x="6294" y="121702"/>
                  </a:lnTo>
                  <a:lnTo>
                    <a:pt x="4938" y="126807"/>
                  </a:lnTo>
                  <a:lnTo>
                    <a:pt x="3744" y="131951"/>
                  </a:lnTo>
                  <a:lnTo>
                    <a:pt x="2713" y="137131"/>
                  </a:lnTo>
                  <a:lnTo>
                    <a:pt x="1847" y="142340"/>
                  </a:lnTo>
                  <a:lnTo>
                    <a:pt x="1145" y="147575"/>
                  </a:lnTo>
                  <a:lnTo>
                    <a:pt x="609" y="152829"/>
                  </a:lnTo>
                  <a:lnTo>
                    <a:pt x="239" y="158097"/>
                  </a:lnTo>
                  <a:lnTo>
                    <a:pt x="36" y="163375"/>
                  </a:lnTo>
                  <a:lnTo>
                    <a:pt x="0" y="168656"/>
                  </a:lnTo>
                  <a:lnTo>
                    <a:pt x="130" y="173935"/>
                  </a:lnTo>
                  <a:lnTo>
                    <a:pt x="427" y="179208"/>
                  </a:lnTo>
                  <a:lnTo>
                    <a:pt x="891" y="184469"/>
                  </a:lnTo>
                  <a:lnTo>
                    <a:pt x="1520" y="189713"/>
                  </a:lnTo>
                  <a:lnTo>
                    <a:pt x="2315" y="194934"/>
                  </a:lnTo>
                  <a:lnTo>
                    <a:pt x="3274" y="200127"/>
                  </a:lnTo>
                  <a:lnTo>
                    <a:pt x="4397" y="205288"/>
                  </a:lnTo>
                  <a:lnTo>
                    <a:pt x="5683" y="210410"/>
                  </a:lnTo>
                  <a:lnTo>
                    <a:pt x="7129" y="215490"/>
                  </a:lnTo>
                  <a:lnTo>
                    <a:pt x="8736" y="220521"/>
                  </a:lnTo>
                  <a:lnTo>
                    <a:pt x="10500" y="225499"/>
                  </a:lnTo>
                  <a:lnTo>
                    <a:pt x="12421" y="230418"/>
                  </a:lnTo>
                  <a:lnTo>
                    <a:pt x="14496" y="235275"/>
                  </a:lnTo>
                  <a:lnTo>
                    <a:pt x="16724" y="240063"/>
                  </a:lnTo>
                  <a:lnTo>
                    <a:pt x="19102" y="244779"/>
                  </a:lnTo>
                  <a:lnTo>
                    <a:pt x="21627" y="249417"/>
                  </a:lnTo>
                  <a:lnTo>
                    <a:pt x="24298" y="253973"/>
                  </a:lnTo>
                  <a:lnTo>
                    <a:pt x="27111" y="258443"/>
                  </a:lnTo>
                  <a:lnTo>
                    <a:pt x="30065" y="262821"/>
                  </a:lnTo>
                  <a:lnTo>
                    <a:pt x="33155" y="267104"/>
                  </a:lnTo>
                  <a:lnTo>
                    <a:pt x="36378" y="271287"/>
                  </a:lnTo>
                  <a:lnTo>
                    <a:pt x="39733" y="275367"/>
                  </a:lnTo>
                  <a:lnTo>
                    <a:pt x="43214" y="279338"/>
                  </a:lnTo>
                  <a:lnTo>
                    <a:pt x="46819" y="283197"/>
                  </a:lnTo>
                  <a:lnTo>
                    <a:pt x="50545" y="286941"/>
                  </a:lnTo>
                  <a:lnTo>
                    <a:pt x="54386" y="290565"/>
                  </a:lnTo>
                  <a:lnTo>
                    <a:pt x="58341" y="294066"/>
                  </a:lnTo>
                  <a:lnTo>
                    <a:pt x="62404" y="297440"/>
                  </a:lnTo>
                  <a:lnTo>
                    <a:pt x="66571" y="300684"/>
                  </a:lnTo>
                  <a:lnTo>
                    <a:pt x="70839" y="303795"/>
                  </a:lnTo>
                  <a:lnTo>
                    <a:pt x="75203" y="306769"/>
                  </a:lnTo>
                  <a:lnTo>
                    <a:pt x="79659" y="309604"/>
                  </a:lnTo>
                  <a:lnTo>
                    <a:pt x="84202" y="312297"/>
                  </a:lnTo>
                  <a:lnTo>
                    <a:pt x="88828" y="314845"/>
                  </a:lnTo>
                  <a:lnTo>
                    <a:pt x="93532" y="317246"/>
                  </a:lnTo>
                  <a:lnTo>
                    <a:pt x="98309" y="319497"/>
                  </a:lnTo>
                  <a:lnTo>
                    <a:pt x="103156" y="321596"/>
                  </a:lnTo>
                  <a:lnTo>
                    <a:pt x="108066" y="323541"/>
                  </a:lnTo>
                  <a:lnTo>
                    <a:pt x="113035" y="325329"/>
                  </a:lnTo>
                  <a:lnTo>
                    <a:pt x="118058" y="326960"/>
                  </a:lnTo>
                  <a:lnTo>
                    <a:pt x="123130" y="328432"/>
                  </a:lnTo>
                  <a:lnTo>
                    <a:pt x="128246" y="329742"/>
                  </a:lnTo>
                  <a:lnTo>
                    <a:pt x="133401" y="330890"/>
                  </a:lnTo>
                  <a:lnTo>
                    <a:pt x="138590" y="331875"/>
                  </a:lnTo>
                  <a:lnTo>
                    <a:pt x="143807" y="332695"/>
                  </a:lnTo>
                  <a:lnTo>
                    <a:pt x="149048" y="333350"/>
                  </a:lnTo>
                  <a:lnTo>
                    <a:pt x="154306" y="333839"/>
                  </a:lnTo>
                  <a:lnTo>
                    <a:pt x="159578" y="334162"/>
                  </a:lnTo>
                  <a:lnTo>
                    <a:pt x="164857" y="334319"/>
                  </a:lnTo>
                  <a:lnTo>
                    <a:pt x="170138" y="334308"/>
                  </a:lnTo>
                  <a:lnTo>
                    <a:pt x="175416" y="334130"/>
                  </a:lnTo>
                  <a:lnTo>
                    <a:pt x="180686" y="333786"/>
                  </a:lnTo>
                  <a:lnTo>
                    <a:pt x="185943" y="333276"/>
                  </a:lnTo>
                  <a:lnTo>
                    <a:pt x="191181" y="332600"/>
                  </a:lnTo>
                  <a:lnTo>
                    <a:pt x="196394" y="331758"/>
                  </a:lnTo>
                  <a:lnTo>
                    <a:pt x="201579" y="330753"/>
                  </a:lnTo>
                  <a:lnTo>
                    <a:pt x="206729" y="329584"/>
                  </a:lnTo>
                  <a:lnTo>
                    <a:pt x="211840" y="328253"/>
                  </a:lnTo>
                  <a:lnTo>
                    <a:pt x="216906" y="326761"/>
                  </a:lnTo>
                  <a:lnTo>
                    <a:pt x="221923" y="325110"/>
                  </a:lnTo>
                  <a:lnTo>
                    <a:pt x="226885" y="323301"/>
                  </a:lnTo>
                  <a:lnTo>
                    <a:pt x="231787" y="321337"/>
                  </a:lnTo>
                  <a:lnTo>
                    <a:pt x="236625" y="319218"/>
                  </a:lnTo>
                  <a:lnTo>
                    <a:pt x="241393" y="316948"/>
                  </a:lnTo>
                  <a:lnTo>
                    <a:pt x="246088" y="314528"/>
                  </a:lnTo>
                  <a:lnTo>
                    <a:pt x="250703" y="311962"/>
                  </a:lnTo>
                  <a:lnTo>
                    <a:pt x="255236" y="309250"/>
                  </a:lnTo>
                  <a:lnTo>
                    <a:pt x="259680" y="306397"/>
                  </a:lnTo>
                  <a:lnTo>
                    <a:pt x="264032" y="303405"/>
                  </a:lnTo>
                  <a:lnTo>
                    <a:pt x="268287" y="300277"/>
                  </a:lnTo>
                  <a:lnTo>
                    <a:pt x="272441" y="297016"/>
                  </a:lnTo>
                  <a:lnTo>
                    <a:pt x="276491" y="293626"/>
                  </a:lnTo>
                  <a:lnTo>
                    <a:pt x="280431" y="290109"/>
                  </a:lnTo>
                  <a:lnTo>
                    <a:pt x="284258" y="286470"/>
                  </a:lnTo>
                  <a:lnTo>
                    <a:pt x="287968" y="282711"/>
                  </a:lnTo>
                  <a:lnTo>
                    <a:pt x="291558" y="278837"/>
                  </a:lnTo>
                  <a:lnTo>
                    <a:pt x="295023" y="274852"/>
                  </a:lnTo>
                  <a:lnTo>
                    <a:pt x="298361" y="270759"/>
                  </a:lnTo>
                  <a:lnTo>
                    <a:pt x="301568" y="266563"/>
                  </a:lnTo>
                  <a:lnTo>
                    <a:pt x="304640" y="262268"/>
                  </a:lnTo>
                  <a:lnTo>
                    <a:pt x="307576" y="257877"/>
                  </a:lnTo>
                  <a:lnTo>
                    <a:pt x="310371" y="253397"/>
                  </a:lnTo>
                  <a:lnTo>
                    <a:pt x="313024" y="248830"/>
                  </a:lnTo>
                  <a:lnTo>
                    <a:pt x="315531" y="244181"/>
                  </a:lnTo>
                  <a:lnTo>
                    <a:pt x="317889" y="239456"/>
                  </a:lnTo>
                  <a:lnTo>
                    <a:pt x="320098" y="234659"/>
                  </a:lnTo>
                  <a:lnTo>
                    <a:pt x="322153" y="229794"/>
                  </a:lnTo>
                  <a:lnTo>
                    <a:pt x="324054" y="224866"/>
                  </a:lnTo>
                  <a:lnTo>
                    <a:pt x="325799" y="219882"/>
                  </a:lnTo>
                  <a:lnTo>
                    <a:pt x="327385" y="214844"/>
                  </a:lnTo>
                  <a:lnTo>
                    <a:pt x="328811" y="209759"/>
                  </a:lnTo>
                  <a:lnTo>
                    <a:pt x="330076" y="204631"/>
                  </a:lnTo>
                  <a:lnTo>
                    <a:pt x="331178" y="199466"/>
                  </a:lnTo>
                  <a:lnTo>
                    <a:pt x="332116" y="194269"/>
                  </a:lnTo>
                  <a:lnTo>
                    <a:pt x="332890" y="189045"/>
                  </a:lnTo>
                  <a:lnTo>
                    <a:pt x="333498" y="183799"/>
                  </a:lnTo>
                  <a:lnTo>
                    <a:pt x="333941" y="178536"/>
                  </a:lnTo>
                  <a:lnTo>
                    <a:pt x="334217" y="173262"/>
                  </a:lnTo>
                  <a:lnTo>
                    <a:pt x="334326" y="167982"/>
                  </a:lnTo>
                  <a:lnTo>
                    <a:pt x="334268" y="162701"/>
                  </a:lnTo>
                  <a:lnTo>
                    <a:pt x="334044" y="157424"/>
                  </a:lnTo>
                  <a:lnTo>
                    <a:pt x="333653" y="152158"/>
                  </a:lnTo>
                  <a:lnTo>
                    <a:pt x="333095" y="146906"/>
                  </a:lnTo>
                  <a:lnTo>
                    <a:pt x="332373" y="141674"/>
                  </a:lnTo>
                  <a:lnTo>
                    <a:pt x="331485" y="136468"/>
                  </a:lnTo>
                  <a:lnTo>
                    <a:pt x="330433" y="131293"/>
                  </a:lnTo>
                  <a:lnTo>
                    <a:pt x="329218" y="126153"/>
                  </a:lnTo>
                  <a:lnTo>
                    <a:pt x="327842" y="121054"/>
                  </a:lnTo>
                  <a:lnTo>
                    <a:pt x="326305" y="116001"/>
                  </a:lnTo>
                  <a:lnTo>
                    <a:pt x="324609" y="111000"/>
                  </a:lnTo>
                  <a:lnTo>
                    <a:pt x="322757" y="106054"/>
                  </a:lnTo>
                  <a:lnTo>
                    <a:pt x="320748" y="101170"/>
                  </a:lnTo>
                  <a:lnTo>
                    <a:pt x="318587" y="96351"/>
                  </a:lnTo>
                  <a:lnTo>
                    <a:pt x="316274" y="91603"/>
                  </a:lnTo>
                  <a:lnTo>
                    <a:pt x="313813" y="86930"/>
                  </a:lnTo>
                  <a:lnTo>
                    <a:pt x="311205" y="82338"/>
                  </a:lnTo>
                  <a:lnTo>
                    <a:pt x="308454" y="77830"/>
                  </a:lnTo>
                  <a:lnTo>
                    <a:pt x="305561" y="73411"/>
                  </a:lnTo>
                  <a:lnTo>
                    <a:pt x="302530" y="69086"/>
                  </a:lnTo>
                  <a:lnTo>
                    <a:pt x="299365" y="64859"/>
                  </a:lnTo>
                  <a:lnTo>
                    <a:pt x="296067" y="60734"/>
                  </a:lnTo>
                  <a:lnTo>
                    <a:pt x="292640" y="56715"/>
                  </a:lnTo>
                  <a:lnTo>
                    <a:pt x="289089" y="52806"/>
                  </a:lnTo>
                  <a:lnTo>
                    <a:pt x="285415" y="49012"/>
                  </a:lnTo>
                  <a:lnTo>
                    <a:pt x="281624" y="45335"/>
                  </a:lnTo>
                  <a:lnTo>
                    <a:pt x="277718" y="41780"/>
                  </a:lnTo>
                  <a:lnTo>
                    <a:pt x="273702" y="38350"/>
                  </a:lnTo>
                  <a:lnTo>
                    <a:pt x="269580" y="35049"/>
                  </a:lnTo>
                  <a:lnTo>
                    <a:pt x="265355" y="31880"/>
                  </a:lnTo>
                  <a:lnTo>
                    <a:pt x="261033" y="28845"/>
                  </a:lnTo>
                  <a:lnTo>
                    <a:pt x="256617" y="25949"/>
                  </a:lnTo>
                  <a:lnTo>
                    <a:pt x="252111" y="23194"/>
                  </a:lnTo>
                  <a:lnTo>
                    <a:pt x="247521" y="20582"/>
                  </a:lnTo>
                  <a:lnTo>
                    <a:pt x="242850" y="18117"/>
                  </a:lnTo>
                  <a:lnTo>
                    <a:pt x="238104" y="15800"/>
                  </a:lnTo>
                  <a:lnTo>
                    <a:pt x="233287" y="13635"/>
                  </a:lnTo>
                  <a:lnTo>
                    <a:pt x="228404" y="11622"/>
                  </a:lnTo>
                  <a:lnTo>
                    <a:pt x="223460" y="9765"/>
                  </a:lnTo>
                  <a:lnTo>
                    <a:pt x="218460" y="8065"/>
                  </a:lnTo>
                  <a:lnTo>
                    <a:pt x="213409" y="6524"/>
                  </a:lnTo>
                  <a:lnTo>
                    <a:pt x="208311" y="5144"/>
                  </a:lnTo>
                  <a:lnTo>
                    <a:pt x="203172" y="3925"/>
                  </a:lnTo>
                  <a:lnTo>
                    <a:pt x="197998" y="2868"/>
                  </a:lnTo>
                  <a:lnTo>
                    <a:pt x="192792" y="1976"/>
                  </a:lnTo>
                  <a:lnTo>
                    <a:pt x="187561" y="1249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20401" cy="167167"/>
            </a:xfrm>
            <a:custGeom>
              <a:avLst/>
              <a:pathLst>
                <a:path w="20401" h="167167">
                  <a:moveTo>
                    <a:pt x="20401" y="1249"/>
                  </a:moveTo>
                  <a:lnTo>
                    <a:pt x="10219" y="3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799975" y="5269756"/>
              <a:ext cx="164525" cy="167167"/>
            </a:xfrm>
            <a:custGeom>
              <a:avLst/>
              <a:pathLst>
                <a:path w="164525" h="167167">
                  <a:moveTo>
                    <a:pt x="164525" y="0"/>
                  </a:moveTo>
                  <a:lnTo>
                    <a:pt x="159112" y="87"/>
                  </a:lnTo>
                  <a:lnTo>
                    <a:pt x="153704" y="350"/>
                  </a:lnTo>
                  <a:lnTo>
                    <a:pt x="148307" y="788"/>
                  </a:lnTo>
                  <a:lnTo>
                    <a:pt x="142928" y="1401"/>
                  </a:lnTo>
                  <a:lnTo>
                    <a:pt x="137571" y="2187"/>
                  </a:lnTo>
                  <a:lnTo>
                    <a:pt x="132242" y="3146"/>
                  </a:lnTo>
                  <a:lnTo>
                    <a:pt x="126947" y="4278"/>
                  </a:lnTo>
                  <a:lnTo>
                    <a:pt x="121692" y="5580"/>
                  </a:lnTo>
                  <a:lnTo>
                    <a:pt x="116481" y="7052"/>
                  </a:lnTo>
                  <a:lnTo>
                    <a:pt x="111321" y="8692"/>
                  </a:lnTo>
                  <a:lnTo>
                    <a:pt x="106217" y="10498"/>
                  </a:lnTo>
                  <a:lnTo>
                    <a:pt x="101174" y="12469"/>
                  </a:lnTo>
                  <a:lnTo>
                    <a:pt x="96197" y="14602"/>
                  </a:lnTo>
                  <a:lnTo>
                    <a:pt x="91292" y="16894"/>
                  </a:lnTo>
                  <a:lnTo>
                    <a:pt x="86464" y="19345"/>
                  </a:lnTo>
                  <a:lnTo>
                    <a:pt x="81718" y="21951"/>
                  </a:lnTo>
                  <a:lnTo>
                    <a:pt x="77058" y="24708"/>
                  </a:lnTo>
                  <a:lnTo>
                    <a:pt x="72491" y="27616"/>
                  </a:lnTo>
                  <a:lnTo>
                    <a:pt x="68020" y="30669"/>
                  </a:lnTo>
                  <a:lnTo>
                    <a:pt x="63650" y="33866"/>
                  </a:lnTo>
                  <a:lnTo>
                    <a:pt x="59386" y="37203"/>
                  </a:lnTo>
                  <a:lnTo>
                    <a:pt x="55232" y="40676"/>
                  </a:lnTo>
                  <a:lnTo>
                    <a:pt x="51193" y="44282"/>
                  </a:lnTo>
                  <a:lnTo>
                    <a:pt x="47273" y="48017"/>
                  </a:lnTo>
                  <a:lnTo>
                    <a:pt x="43476" y="51876"/>
                  </a:lnTo>
                  <a:lnTo>
                    <a:pt x="39806" y="55857"/>
                  </a:lnTo>
                  <a:lnTo>
                    <a:pt x="36266" y="59955"/>
                  </a:lnTo>
                  <a:lnTo>
                    <a:pt x="32861" y="64164"/>
                  </a:lnTo>
                  <a:lnTo>
                    <a:pt x="29595" y="68482"/>
                  </a:lnTo>
                  <a:lnTo>
                    <a:pt x="26470" y="72904"/>
                  </a:lnTo>
                  <a:lnTo>
                    <a:pt x="23489" y="77424"/>
                  </a:lnTo>
                  <a:lnTo>
                    <a:pt x="20657" y="82039"/>
                  </a:lnTo>
                  <a:lnTo>
                    <a:pt x="17976" y="86743"/>
                  </a:lnTo>
                  <a:lnTo>
                    <a:pt x="15448" y="91531"/>
                  </a:lnTo>
                  <a:lnTo>
                    <a:pt x="13077" y="96398"/>
                  </a:lnTo>
                  <a:lnTo>
                    <a:pt x="10864" y="101340"/>
                  </a:lnTo>
                  <a:lnTo>
                    <a:pt x="8813" y="106351"/>
                  </a:lnTo>
                  <a:lnTo>
                    <a:pt x="6925" y="111425"/>
                  </a:lnTo>
                  <a:lnTo>
                    <a:pt x="5203" y="116558"/>
                  </a:lnTo>
                  <a:lnTo>
                    <a:pt x="3647" y="121745"/>
                  </a:lnTo>
                  <a:lnTo>
                    <a:pt x="2261" y="126979"/>
                  </a:lnTo>
                  <a:lnTo>
                    <a:pt x="1044" y="132255"/>
                  </a:lnTo>
                  <a:lnTo>
                    <a:pt x="0" y="137567"/>
                  </a:lnTo>
                  <a:lnTo>
                    <a:pt x="16452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797347" y="5269756"/>
              <a:ext cx="334303" cy="334334"/>
            </a:xfrm>
            <a:custGeom>
              <a:avLst/>
              <a:pathLst>
                <a:path w="334303" h="334334">
                  <a:moveTo>
                    <a:pt x="2628" y="137567"/>
                  </a:moveTo>
                  <a:lnTo>
                    <a:pt x="1771" y="142806"/>
                  </a:lnTo>
                  <a:lnTo>
                    <a:pt x="1081" y="148069"/>
                  </a:lnTo>
                  <a:lnTo>
                    <a:pt x="558" y="153352"/>
                  </a:lnTo>
                  <a:lnTo>
                    <a:pt x="204" y="158648"/>
                  </a:lnTo>
                  <a:lnTo>
                    <a:pt x="17" y="163953"/>
                  </a:lnTo>
                  <a:lnTo>
                    <a:pt x="0" y="169261"/>
                  </a:lnTo>
                  <a:lnTo>
                    <a:pt x="150" y="174568"/>
                  </a:lnTo>
                  <a:lnTo>
                    <a:pt x="469" y="179866"/>
                  </a:lnTo>
                  <a:lnTo>
                    <a:pt x="957" y="185152"/>
                  </a:lnTo>
                  <a:lnTo>
                    <a:pt x="1612" y="190420"/>
                  </a:lnTo>
                  <a:lnTo>
                    <a:pt x="2433" y="195664"/>
                  </a:lnTo>
                  <a:lnTo>
                    <a:pt x="3421" y="200880"/>
                  </a:lnTo>
                  <a:lnTo>
                    <a:pt x="4574" y="206061"/>
                  </a:lnTo>
                  <a:lnTo>
                    <a:pt x="5891" y="211204"/>
                  </a:lnTo>
                  <a:lnTo>
                    <a:pt x="7370" y="216302"/>
                  </a:lnTo>
                  <a:lnTo>
                    <a:pt x="9011" y="221350"/>
                  </a:lnTo>
                  <a:lnTo>
                    <a:pt x="10811" y="226344"/>
                  </a:lnTo>
                  <a:lnTo>
                    <a:pt x="12769" y="231278"/>
                  </a:lnTo>
                  <a:lnTo>
                    <a:pt x="14882" y="236148"/>
                  </a:lnTo>
                  <a:lnTo>
                    <a:pt x="17149" y="240948"/>
                  </a:lnTo>
                  <a:lnTo>
                    <a:pt x="19567" y="245673"/>
                  </a:lnTo>
                  <a:lnTo>
                    <a:pt x="22134" y="250319"/>
                  </a:lnTo>
                  <a:lnTo>
                    <a:pt x="24848" y="254882"/>
                  </a:lnTo>
                  <a:lnTo>
                    <a:pt x="27704" y="259356"/>
                  </a:lnTo>
                  <a:lnTo>
                    <a:pt x="30702" y="263737"/>
                  </a:lnTo>
                  <a:lnTo>
                    <a:pt x="33837" y="268021"/>
                  </a:lnTo>
                  <a:lnTo>
                    <a:pt x="37106" y="272203"/>
                  </a:lnTo>
                  <a:lnTo>
                    <a:pt x="40507" y="276279"/>
                  </a:lnTo>
                  <a:lnTo>
                    <a:pt x="44035" y="280245"/>
                  </a:lnTo>
                  <a:lnTo>
                    <a:pt x="47687" y="284097"/>
                  </a:lnTo>
                  <a:lnTo>
                    <a:pt x="51460" y="287831"/>
                  </a:lnTo>
                  <a:lnTo>
                    <a:pt x="55349" y="291444"/>
                  </a:lnTo>
                  <a:lnTo>
                    <a:pt x="59352" y="294931"/>
                  </a:lnTo>
                  <a:lnTo>
                    <a:pt x="63463" y="298289"/>
                  </a:lnTo>
                  <a:lnTo>
                    <a:pt x="67678" y="301515"/>
                  </a:lnTo>
                  <a:lnTo>
                    <a:pt x="71994" y="304606"/>
                  </a:lnTo>
                  <a:lnTo>
                    <a:pt x="76406" y="307558"/>
                  </a:lnTo>
                  <a:lnTo>
                    <a:pt x="80909" y="310369"/>
                  </a:lnTo>
                  <a:lnTo>
                    <a:pt x="85499" y="313035"/>
                  </a:lnTo>
                  <a:lnTo>
                    <a:pt x="90172" y="315554"/>
                  </a:lnTo>
                  <a:lnTo>
                    <a:pt x="94922" y="317923"/>
                  </a:lnTo>
                  <a:lnTo>
                    <a:pt x="99745" y="320141"/>
                  </a:lnTo>
                  <a:lnTo>
                    <a:pt x="104636" y="322204"/>
                  </a:lnTo>
                  <a:lnTo>
                    <a:pt x="109590" y="324111"/>
                  </a:lnTo>
                  <a:lnTo>
                    <a:pt x="114602" y="325859"/>
                  </a:lnTo>
                  <a:lnTo>
                    <a:pt x="119667" y="327448"/>
                  </a:lnTo>
                  <a:lnTo>
                    <a:pt x="124780" y="328875"/>
                  </a:lnTo>
                  <a:lnTo>
                    <a:pt x="129935" y="330139"/>
                  </a:lnTo>
                  <a:lnTo>
                    <a:pt x="135129" y="331238"/>
                  </a:lnTo>
                  <a:lnTo>
                    <a:pt x="140354" y="332172"/>
                  </a:lnTo>
                  <a:lnTo>
                    <a:pt x="145607" y="332940"/>
                  </a:lnTo>
                  <a:lnTo>
                    <a:pt x="150881" y="333540"/>
                  </a:lnTo>
                  <a:lnTo>
                    <a:pt x="156171" y="333973"/>
                  </a:lnTo>
                  <a:lnTo>
                    <a:pt x="161473" y="334238"/>
                  </a:lnTo>
                  <a:lnTo>
                    <a:pt x="166781" y="334334"/>
                  </a:lnTo>
                  <a:lnTo>
                    <a:pt x="172088" y="334262"/>
                  </a:lnTo>
                  <a:lnTo>
                    <a:pt x="177391" y="334021"/>
                  </a:lnTo>
                  <a:lnTo>
                    <a:pt x="182684" y="333611"/>
                  </a:lnTo>
                  <a:lnTo>
                    <a:pt x="187961" y="333034"/>
                  </a:lnTo>
                  <a:lnTo>
                    <a:pt x="193217" y="332290"/>
                  </a:lnTo>
                  <a:lnTo>
                    <a:pt x="198446" y="331379"/>
                  </a:lnTo>
                  <a:lnTo>
                    <a:pt x="203644" y="330303"/>
                  </a:lnTo>
                  <a:lnTo>
                    <a:pt x="208805" y="329062"/>
                  </a:lnTo>
                  <a:lnTo>
                    <a:pt x="213925" y="327658"/>
                  </a:lnTo>
                  <a:lnTo>
                    <a:pt x="218997" y="326092"/>
                  </a:lnTo>
                  <a:lnTo>
                    <a:pt x="224017" y="324366"/>
                  </a:lnTo>
                  <a:lnTo>
                    <a:pt x="228979" y="322481"/>
                  </a:lnTo>
                  <a:lnTo>
                    <a:pt x="233879" y="320440"/>
                  </a:lnTo>
                  <a:lnTo>
                    <a:pt x="238712" y="318244"/>
                  </a:lnTo>
                  <a:lnTo>
                    <a:pt x="243473" y="315896"/>
                  </a:lnTo>
                  <a:lnTo>
                    <a:pt x="248157" y="313398"/>
                  </a:lnTo>
                  <a:lnTo>
                    <a:pt x="252759" y="310752"/>
                  </a:lnTo>
                  <a:lnTo>
                    <a:pt x="257274" y="307962"/>
                  </a:lnTo>
                  <a:lnTo>
                    <a:pt x="261699" y="305030"/>
                  </a:lnTo>
                  <a:lnTo>
                    <a:pt x="266029" y="301958"/>
                  </a:lnTo>
                  <a:lnTo>
                    <a:pt x="270259" y="298751"/>
                  </a:lnTo>
                  <a:lnTo>
                    <a:pt x="274384" y="295411"/>
                  </a:lnTo>
                  <a:lnTo>
                    <a:pt x="278402" y="291942"/>
                  </a:lnTo>
                  <a:lnTo>
                    <a:pt x="282308" y="288347"/>
                  </a:lnTo>
                  <a:lnTo>
                    <a:pt x="286097" y="284629"/>
                  </a:lnTo>
                  <a:lnTo>
                    <a:pt x="289767" y="280794"/>
                  </a:lnTo>
                  <a:lnTo>
                    <a:pt x="293313" y="276843"/>
                  </a:lnTo>
                  <a:lnTo>
                    <a:pt x="296731" y="272782"/>
                  </a:lnTo>
                  <a:lnTo>
                    <a:pt x="300019" y="268615"/>
                  </a:lnTo>
                  <a:lnTo>
                    <a:pt x="303173" y="264345"/>
                  </a:lnTo>
                  <a:lnTo>
                    <a:pt x="306190" y="259978"/>
                  </a:lnTo>
                  <a:lnTo>
                    <a:pt x="309067" y="255516"/>
                  </a:lnTo>
                  <a:lnTo>
                    <a:pt x="311801" y="250966"/>
                  </a:lnTo>
                  <a:lnTo>
                    <a:pt x="314388" y="246331"/>
                  </a:lnTo>
                  <a:lnTo>
                    <a:pt x="316828" y="241616"/>
                  </a:lnTo>
                  <a:lnTo>
                    <a:pt x="319116" y="236827"/>
                  </a:lnTo>
                  <a:lnTo>
                    <a:pt x="321251" y="231967"/>
                  </a:lnTo>
                  <a:lnTo>
                    <a:pt x="323231" y="227041"/>
                  </a:lnTo>
                  <a:lnTo>
                    <a:pt x="325053" y="222056"/>
                  </a:lnTo>
                  <a:lnTo>
                    <a:pt x="326716" y="217015"/>
                  </a:lnTo>
                  <a:lnTo>
                    <a:pt x="328218" y="211923"/>
                  </a:lnTo>
                  <a:lnTo>
                    <a:pt x="329558" y="206787"/>
                  </a:lnTo>
                  <a:lnTo>
                    <a:pt x="330734" y="201611"/>
                  </a:lnTo>
                  <a:lnTo>
                    <a:pt x="331745" y="196399"/>
                  </a:lnTo>
                  <a:lnTo>
                    <a:pt x="332591" y="191159"/>
                  </a:lnTo>
                  <a:lnTo>
                    <a:pt x="333269" y="185894"/>
                  </a:lnTo>
                  <a:lnTo>
                    <a:pt x="333780" y="180610"/>
                  </a:lnTo>
                  <a:lnTo>
                    <a:pt x="334123" y="175313"/>
                  </a:lnTo>
                  <a:lnTo>
                    <a:pt x="334297" y="170008"/>
                  </a:lnTo>
                  <a:lnTo>
                    <a:pt x="334303" y="164699"/>
                  </a:lnTo>
                  <a:lnTo>
                    <a:pt x="334140" y="159394"/>
                  </a:lnTo>
                  <a:lnTo>
                    <a:pt x="333809" y="154096"/>
                  </a:lnTo>
                  <a:lnTo>
                    <a:pt x="333310" y="148811"/>
                  </a:lnTo>
                  <a:lnTo>
                    <a:pt x="332644" y="143544"/>
                  </a:lnTo>
                  <a:lnTo>
                    <a:pt x="331810" y="138302"/>
                  </a:lnTo>
                  <a:lnTo>
                    <a:pt x="330811" y="133089"/>
                  </a:lnTo>
                  <a:lnTo>
                    <a:pt x="329646" y="127910"/>
                  </a:lnTo>
                  <a:lnTo>
                    <a:pt x="328318" y="122770"/>
                  </a:lnTo>
                  <a:lnTo>
                    <a:pt x="326827" y="117676"/>
                  </a:lnTo>
                  <a:lnTo>
                    <a:pt x="325175" y="112631"/>
                  </a:lnTo>
                  <a:lnTo>
                    <a:pt x="323364" y="107641"/>
                  </a:lnTo>
                  <a:lnTo>
                    <a:pt x="321395" y="102711"/>
                  </a:lnTo>
                  <a:lnTo>
                    <a:pt x="319271" y="97847"/>
                  </a:lnTo>
                  <a:lnTo>
                    <a:pt x="316993" y="93052"/>
                  </a:lnTo>
                  <a:lnTo>
                    <a:pt x="314565" y="88332"/>
                  </a:lnTo>
                  <a:lnTo>
                    <a:pt x="311987" y="83691"/>
                  </a:lnTo>
                  <a:lnTo>
                    <a:pt x="309264" y="79135"/>
                  </a:lnTo>
                  <a:lnTo>
                    <a:pt x="306397" y="74667"/>
                  </a:lnTo>
                  <a:lnTo>
                    <a:pt x="303390" y="70292"/>
                  </a:lnTo>
                  <a:lnTo>
                    <a:pt x="300245" y="66016"/>
                  </a:lnTo>
                  <a:lnTo>
                    <a:pt x="296967" y="61841"/>
                  </a:lnTo>
                  <a:lnTo>
                    <a:pt x="293557" y="57772"/>
                  </a:lnTo>
                  <a:lnTo>
                    <a:pt x="290020" y="53814"/>
                  </a:lnTo>
                  <a:lnTo>
                    <a:pt x="286359" y="49970"/>
                  </a:lnTo>
                  <a:lnTo>
                    <a:pt x="282578" y="46245"/>
                  </a:lnTo>
                  <a:lnTo>
                    <a:pt x="278680" y="42641"/>
                  </a:lnTo>
                  <a:lnTo>
                    <a:pt x="274670" y="39163"/>
                  </a:lnTo>
                  <a:lnTo>
                    <a:pt x="270552" y="35813"/>
                  </a:lnTo>
                  <a:lnTo>
                    <a:pt x="266329" y="32597"/>
                  </a:lnTo>
                  <a:lnTo>
                    <a:pt x="262007" y="29516"/>
                  </a:lnTo>
                  <a:lnTo>
                    <a:pt x="257588" y="26573"/>
                  </a:lnTo>
                  <a:lnTo>
                    <a:pt x="253079" y="23773"/>
                  </a:lnTo>
                  <a:lnTo>
                    <a:pt x="248483" y="21117"/>
                  </a:lnTo>
                  <a:lnTo>
                    <a:pt x="243805" y="18609"/>
                  </a:lnTo>
                  <a:lnTo>
                    <a:pt x="239049" y="16250"/>
                  </a:lnTo>
                  <a:lnTo>
                    <a:pt x="234221" y="14043"/>
                  </a:lnTo>
                  <a:lnTo>
                    <a:pt x="229326" y="11991"/>
                  </a:lnTo>
                  <a:lnTo>
                    <a:pt x="224367" y="10095"/>
                  </a:lnTo>
                  <a:lnTo>
                    <a:pt x="219351" y="8358"/>
                  </a:lnTo>
                  <a:lnTo>
                    <a:pt x="214283" y="6781"/>
                  </a:lnTo>
                  <a:lnTo>
                    <a:pt x="209167" y="5365"/>
                  </a:lnTo>
                  <a:lnTo>
                    <a:pt x="204008" y="4113"/>
                  </a:lnTo>
                  <a:lnTo>
                    <a:pt x="198813" y="3025"/>
                  </a:lnTo>
                  <a:lnTo>
                    <a:pt x="193585" y="2102"/>
                  </a:lnTo>
                  <a:lnTo>
                    <a:pt x="188331" y="1346"/>
                  </a:lnTo>
                  <a:lnTo>
                    <a:pt x="183055" y="758"/>
                  </a:lnTo>
                  <a:lnTo>
                    <a:pt x="177764" y="337"/>
                  </a:lnTo>
                  <a:lnTo>
                    <a:pt x="172461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1761" y="5399291"/>
              <a:ext cx="4454" cy="167167"/>
            </a:xfrm>
            <a:custGeom>
              <a:avLst/>
              <a:pathLst>
                <a:path w="4454" h="167167">
                  <a:moveTo>
                    <a:pt x="4454" y="0"/>
                  </a:moveTo>
                  <a:lnTo>
                    <a:pt x="0" y="59"/>
                  </a:lnTo>
                  <a:lnTo>
                    <a:pt x="445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1761" y="5399351"/>
              <a:ext cx="4454" cy="167108"/>
            </a:xfrm>
            <a:custGeom>
              <a:avLst/>
              <a:pathLst>
                <a:path w="4454" h="167108">
                  <a:moveTo>
                    <a:pt x="0" y="0"/>
                  </a:moveTo>
                  <a:lnTo>
                    <a:pt x="4454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1761" y="5399351"/>
              <a:ext cx="4454" cy="167108"/>
            </a:xfrm>
            <a:custGeom>
              <a:avLst/>
              <a:pathLst>
                <a:path w="4454" h="167108">
                  <a:moveTo>
                    <a:pt x="0" y="0"/>
                  </a:moveTo>
                  <a:lnTo>
                    <a:pt x="4454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1761" y="5399351"/>
              <a:ext cx="4454" cy="167108"/>
            </a:xfrm>
            <a:custGeom>
              <a:avLst/>
              <a:pathLst>
                <a:path w="4454" h="167108">
                  <a:moveTo>
                    <a:pt x="0" y="0"/>
                  </a:moveTo>
                  <a:lnTo>
                    <a:pt x="4454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1761" y="5399351"/>
              <a:ext cx="4454" cy="167108"/>
            </a:xfrm>
            <a:custGeom>
              <a:avLst/>
              <a:pathLst>
                <a:path w="4454" h="167108">
                  <a:moveTo>
                    <a:pt x="0" y="0"/>
                  </a:moveTo>
                  <a:lnTo>
                    <a:pt x="4454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761" y="5399351"/>
              <a:ext cx="4454" cy="167108"/>
            </a:xfrm>
            <a:custGeom>
              <a:avLst/>
              <a:pathLst>
                <a:path w="4454" h="167108">
                  <a:moveTo>
                    <a:pt x="0" y="0"/>
                  </a:moveTo>
                  <a:lnTo>
                    <a:pt x="4454" y="1671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1761" y="5399351"/>
              <a:ext cx="4454" cy="167108"/>
            </a:xfrm>
            <a:custGeom>
              <a:avLst/>
              <a:pathLst>
                <a:path w="4454" h="167108">
                  <a:moveTo>
                    <a:pt x="0" y="0"/>
                  </a:moveTo>
                  <a:lnTo>
                    <a:pt x="4454" y="1671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319053" y="5399351"/>
              <a:ext cx="334330" cy="334264"/>
            </a:xfrm>
            <a:custGeom>
              <a:avLst/>
              <a:pathLst>
                <a:path w="334330" h="334264">
                  <a:moveTo>
                    <a:pt x="162708" y="0"/>
                  </a:moveTo>
                  <a:lnTo>
                    <a:pt x="157419" y="224"/>
                  </a:lnTo>
                  <a:lnTo>
                    <a:pt x="152141" y="616"/>
                  </a:lnTo>
                  <a:lnTo>
                    <a:pt x="146877" y="1175"/>
                  </a:lnTo>
                  <a:lnTo>
                    <a:pt x="141634" y="1901"/>
                  </a:lnTo>
                  <a:lnTo>
                    <a:pt x="136416" y="2792"/>
                  </a:lnTo>
                  <a:lnTo>
                    <a:pt x="131229" y="3848"/>
                  </a:lnTo>
                  <a:lnTo>
                    <a:pt x="126079" y="5067"/>
                  </a:lnTo>
                  <a:lnTo>
                    <a:pt x="120969" y="6449"/>
                  </a:lnTo>
                  <a:lnTo>
                    <a:pt x="115906" y="7992"/>
                  </a:lnTo>
                  <a:lnTo>
                    <a:pt x="110894" y="9695"/>
                  </a:lnTo>
                  <a:lnTo>
                    <a:pt x="105938" y="11555"/>
                  </a:lnTo>
                  <a:lnTo>
                    <a:pt x="101044" y="13571"/>
                  </a:lnTo>
                  <a:lnTo>
                    <a:pt x="96216" y="15742"/>
                  </a:lnTo>
                  <a:lnTo>
                    <a:pt x="91460" y="18064"/>
                  </a:lnTo>
                  <a:lnTo>
                    <a:pt x="86779" y="20535"/>
                  </a:lnTo>
                  <a:lnTo>
                    <a:pt x="82179" y="23154"/>
                  </a:lnTo>
                  <a:lnTo>
                    <a:pt x="77664" y="25916"/>
                  </a:lnTo>
                  <a:lnTo>
                    <a:pt x="73238" y="28821"/>
                  </a:lnTo>
                  <a:lnTo>
                    <a:pt x="68907" y="31864"/>
                  </a:lnTo>
                  <a:lnTo>
                    <a:pt x="64675" y="35042"/>
                  </a:lnTo>
                  <a:lnTo>
                    <a:pt x="60545" y="38353"/>
                  </a:lnTo>
                  <a:lnTo>
                    <a:pt x="56522" y="41793"/>
                  </a:lnTo>
                  <a:lnTo>
                    <a:pt x="52610" y="45359"/>
                  </a:lnTo>
                  <a:lnTo>
                    <a:pt x="48813" y="49047"/>
                  </a:lnTo>
                  <a:lnTo>
                    <a:pt x="45134" y="52853"/>
                  </a:lnTo>
                  <a:lnTo>
                    <a:pt x="41578" y="56774"/>
                  </a:lnTo>
                  <a:lnTo>
                    <a:pt x="38148" y="60805"/>
                  </a:lnTo>
                  <a:lnTo>
                    <a:pt x="34847" y="64943"/>
                  </a:lnTo>
                  <a:lnTo>
                    <a:pt x="31679" y="69183"/>
                  </a:lnTo>
                  <a:lnTo>
                    <a:pt x="28647" y="73522"/>
                  </a:lnTo>
                  <a:lnTo>
                    <a:pt x="25753" y="77954"/>
                  </a:lnTo>
                  <a:lnTo>
                    <a:pt x="23001" y="82476"/>
                  </a:lnTo>
                  <a:lnTo>
                    <a:pt x="20394" y="87082"/>
                  </a:lnTo>
                  <a:lnTo>
                    <a:pt x="17934" y="91769"/>
                  </a:lnTo>
                  <a:lnTo>
                    <a:pt x="15624" y="96531"/>
                  </a:lnTo>
                  <a:lnTo>
                    <a:pt x="13465" y="101364"/>
                  </a:lnTo>
                  <a:lnTo>
                    <a:pt x="11461" y="106263"/>
                  </a:lnTo>
                  <a:lnTo>
                    <a:pt x="9613" y="111223"/>
                  </a:lnTo>
                  <a:lnTo>
                    <a:pt x="7922" y="116240"/>
                  </a:lnTo>
                  <a:lnTo>
                    <a:pt x="6392" y="121307"/>
                  </a:lnTo>
                  <a:lnTo>
                    <a:pt x="5022" y="126420"/>
                  </a:lnTo>
                  <a:lnTo>
                    <a:pt x="3815" y="131573"/>
                  </a:lnTo>
                  <a:lnTo>
                    <a:pt x="2772" y="136763"/>
                  </a:lnTo>
                  <a:lnTo>
                    <a:pt x="1894" y="141983"/>
                  </a:lnTo>
                  <a:lnTo>
                    <a:pt x="1181" y="147228"/>
                  </a:lnTo>
                  <a:lnTo>
                    <a:pt x="635" y="152493"/>
                  </a:lnTo>
                  <a:lnTo>
                    <a:pt x="256" y="157772"/>
                  </a:lnTo>
                  <a:lnTo>
                    <a:pt x="44" y="163061"/>
                  </a:lnTo>
                  <a:lnTo>
                    <a:pt x="0" y="168354"/>
                  </a:lnTo>
                  <a:lnTo>
                    <a:pt x="123" y="173646"/>
                  </a:lnTo>
                  <a:lnTo>
                    <a:pt x="414" y="178931"/>
                  </a:lnTo>
                  <a:lnTo>
                    <a:pt x="871" y="184204"/>
                  </a:lnTo>
                  <a:lnTo>
                    <a:pt x="1496" y="189461"/>
                  </a:lnTo>
                  <a:lnTo>
                    <a:pt x="2287" y="194694"/>
                  </a:lnTo>
                  <a:lnTo>
                    <a:pt x="3243" y="199901"/>
                  </a:lnTo>
                  <a:lnTo>
                    <a:pt x="4363" y="205074"/>
                  </a:lnTo>
                  <a:lnTo>
                    <a:pt x="5647" y="210209"/>
                  </a:lnTo>
                  <a:lnTo>
                    <a:pt x="7092" y="215301"/>
                  </a:lnTo>
                  <a:lnTo>
                    <a:pt x="8699" y="220345"/>
                  </a:lnTo>
                  <a:lnTo>
                    <a:pt x="10463" y="225335"/>
                  </a:lnTo>
                  <a:lnTo>
                    <a:pt x="12385" y="230267"/>
                  </a:lnTo>
                  <a:lnTo>
                    <a:pt x="14463" y="235135"/>
                  </a:lnTo>
                  <a:lnTo>
                    <a:pt x="16693" y="239936"/>
                  </a:lnTo>
                  <a:lnTo>
                    <a:pt x="19074" y="244663"/>
                  </a:lnTo>
                  <a:lnTo>
                    <a:pt x="21604" y="249313"/>
                  </a:lnTo>
                  <a:lnTo>
                    <a:pt x="24279" y="253880"/>
                  </a:lnTo>
                  <a:lnTo>
                    <a:pt x="27098" y="258360"/>
                  </a:lnTo>
                  <a:lnTo>
                    <a:pt x="30058" y="262749"/>
                  </a:lnTo>
                  <a:lnTo>
                    <a:pt x="33154" y="267042"/>
                  </a:lnTo>
                  <a:lnTo>
                    <a:pt x="36385" y="271234"/>
                  </a:lnTo>
                  <a:lnTo>
                    <a:pt x="39748" y="275322"/>
                  </a:lnTo>
                  <a:lnTo>
                    <a:pt x="43238" y="279302"/>
                  </a:lnTo>
                  <a:lnTo>
                    <a:pt x="46852" y="283169"/>
                  </a:lnTo>
                  <a:lnTo>
                    <a:pt x="50587" y="286920"/>
                  </a:lnTo>
                  <a:lnTo>
                    <a:pt x="54438" y="290551"/>
                  </a:lnTo>
                  <a:lnTo>
                    <a:pt x="58403" y="294058"/>
                  </a:lnTo>
                  <a:lnTo>
                    <a:pt x="62477" y="297438"/>
                  </a:lnTo>
                  <a:lnTo>
                    <a:pt x="66656" y="300687"/>
                  </a:lnTo>
                  <a:lnTo>
                    <a:pt x="70935" y="303802"/>
                  </a:lnTo>
                  <a:lnTo>
                    <a:pt x="75311" y="306780"/>
                  </a:lnTo>
                  <a:lnTo>
                    <a:pt x="79779" y="309618"/>
                  </a:lnTo>
                  <a:lnTo>
                    <a:pt x="84335" y="312313"/>
                  </a:lnTo>
                  <a:lnTo>
                    <a:pt x="88974" y="314862"/>
                  </a:lnTo>
                  <a:lnTo>
                    <a:pt x="93691" y="317264"/>
                  </a:lnTo>
                  <a:lnTo>
                    <a:pt x="98482" y="319515"/>
                  </a:lnTo>
                  <a:lnTo>
                    <a:pt x="103341" y="321613"/>
                  </a:lnTo>
                  <a:lnTo>
                    <a:pt x="108265" y="323556"/>
                  </a:lnTo>
                  <a:lnTo>
                    <a:pt x="113248" y="325342"/>
                  </a:lnTo>
                  <a:lnTo>
                    <a:pt x="118284" y="326970"/>
                  </a:lnTo>
                  <a:lnTo>
                    <a:pt x="123370" y="328437"/>
                  </a:lnTo>
                  <a:lnTo>
                    <a:pt x="128500" y="329743"/>
                  </a:lnTo>
                  <a:lnTo>
                    <a:pt x="133668" y="330885"/>
                  </a:lnTo>
                  <a:lnTo>
                    <a:pt x="138870" y="331863"/>
                  </a:lnTo>
                  <a:lnTo>
                    <a:pt x="144101" y="332677"/>
                  </a:lnTo>
                  <a:lnTo>
                    <a:pt x="149354" y="333324"/>
                  </a:lnTo>
                  <a:lnTo>
                    <a:pt x="154625" y="333804"/>
                  </a:lnTo>
                  <a:lnTo>
                    <a:pt x="159909" y="334118"/>
                  </a:lnTo>
                  <a:lnTo>
                    <a:pt x="165200" y="334264"/>
                  </a:lnTo>
                  <a:lnTo>
                    <a:pt x="170494" y="334242"/>
                  </a:lnTo>
                  <a:lnTo>
                    <a:pt x="175783" y="334053"/>
                  </a:lnTo>
                  <a:lnTo>
                    <a:pt x="181065" y="333696"/>
                  </a:lnTo>
                  <a:lnTo>
                    <a:pt x="186332" y="333172"/>
                  </a:lnTo>
                  <a:lnTo>
                    <a:pt x="191580" y="332482"/>
                  </a:lnTo>
                  <a:lnTo>
                    <a:pt x="196803" y="331626"/>
                  </a:lnTo>
                  <a:lnTo>
                    <a:pt x="201997" y="330605"/>
                  </a:lnTo>
                  <a:lnTo>
                    <a:pt x="207156" y="329420"/>
                  </a:lnTo>
                  <a:lnTo>
                    <a:pt x="212275" y="328073"/>
                  </a:lnTo>
                  <a:lnTo>
                    <a:pt x="217348" y="326564"/>
                  </a:lnTo>
                  <a:lnTo>
                    <a:pt x="222372" y="324895"/>
                  </a:lnTo>
                  <a:lnTo>
                    <a:pt x="227340" y="323068"/>
                  </a:lnTo>
                  <a:lnTo>
                    <a:pt x="232247" y="321085"/>
                  </a:lnTo>
                  <a:lnTo>
                    <a:pt x="237089" y="318947"/>
                  </a:lnTo>
                  <a:lnTo>
                    <a:pt x="241862" y="316657"/>
                  </a:lnTo>
                  <a:lnTo>
                    <a:pt x="246559" y="314217"/>
                  </a:lnTo>
                  <a:lnTo>
                    <a:pt x="251177" y="311629"/>
                  </a:lnTo>
                  <a:lnTo>
                    <a:pt x="255710" y="308897"/>
                  </a:lnTo>
                  <a:lnTo>
                    <a:pt x="260155" y="306023"/>
                  </a:lnTo>
                  <a:lnTo>
                    <a:pt x="264506" y="303009"/>
                  </a:lnTo>
                  <a:lnTo>
                    <a:pt x="268760" y="299859"/>
                  </a:lnTo>
                  <a:lnTo>
                    <a:pt x="272912" y="296576"/>
                  </a:lnTo>
                  <a:lnTo>
                    <a:pt x="276958" y="293163"/>
                  </a:lnTo>
                  <a:lnTo>
                    <a:pt x="280894" y="289623"/>
                  </a:lnTo>
                  <a:lnTo>
                    <a:pt x="284716" y="285961"/>
                  </a:lnTo>
                  <a:lnTo>
                    <a:pt x="288420" y="282180"/>
                  </a:lnTo>
                  <a:lnTo>
                    <a:pt x="292002" y="278283"/>
                  </a:lnTo>
                  <a:lnTo>
                    <a:pt x="295459" y="274275"/>
                  </a:lnTo>
                  <a:lnTo>
                    <a:pt x="298788" y="270159"/>
                  </a:lnTo>
                  <a:lnTo>
                    <a:pt x="301985" y="265940"/>
                  </a:lnTo>
                  <a:lnTo>
                    <a:pt x="305046" y="261622"/>
                  </a:lnTo>
                  <a:lnTo>
                    <a:pt x="307969" y="257210"/>
                  </a:lnTo>
                  <a:lnTo>
                    <a:pt x="310751" y="252706"/>
                  </a:lnTo>
                  <a:lnTo>
                    <a:pt x="313389" y="248117"/>
                  </a:lnTo>
                  <a:lnTo>
                    <a:pt x="315881" y="243447"/>
                  </a:lnTo>
                  <a:lnTo>
                    <a:pt x="318223" y="238701"/>
                  </a:lnTo>
                  <a:lnTo>
                    <a:pt x="320414" y="233882"/>
                  </a:lnTo>
                  <a:lnTo>
                    <a:pt x="322451" y="228997"/>
                  </a:lnTo>
                  <a:lnTo>
                    <a:pt x="324333" y="224049"/>
                  </a:lnTo>
                  <a:lnTo>
                    <a:pt x="326057" y="219045"/>
                  </a:lnTo>
                  <a:lnTo>
                    <a:pt x="327622" y="213988"/>
                  </a:lnTo>
                  <a:lnTo>
                    <a:pt x="329025" y="208884"/>
                  </a:lnTo>
                  <a:lnTo>
                    <a:pt x="330267" y="203739"/>
                  </a:lnTo>
                  <a:lnTo>
                    <a:pt x="331345" y="198556"/>
                  </a:lnTo>
                  <a:lnTo>
                    <a:pt x="332258" y="193343"/>
                  </a:lnTo>
                  <a:lnTo>
                    <a:pt x="333006" y="188103"/>
                  </a:lnTo>
                  <a:lnTo>
                    <a:pt x="333588" y="182841"/>
                  </a:lnTo>
                  <a:lnTo>
                    <a:pt x="334002" y="177564"/>
                  </a:lnTo>
                  <a:lnTo>
                    <a:pt x="334250" y="172277"/>
                  </a:lnTo>
                  <a:lnTo>
                    <a:pt x="334330" y="166984"/>
                  </a:lnTo>
                  <a:lnTo>
                    <a:pt x="334242" y="161692"/>
                  </a:lnTo>
                  <a:lnTo>
                    <a:pt x="333987" y="156405"/>
                  </a:lnTo>
                  <a:lnTo>
                    <a:pt x="333564" y="151129"/>
                  </a:lnTo>
                  <a:lnTo>
                    <a:pt x="332975" y="145868"/>
                  </a:lnTo>
                  <a:lnTo>
                    <a:pt x="332219" y="140629"/>
                  </a:lnTo>
                  <a:lnTo>
                    <a:pt x="331298" y="135417"/>
                  </a:lnTo>
                  <a:lnTo>
                    <a:pt x="330213" y="130236"/>
                  </a:lnTo>
                  <a:lnTo>
                    <a:pt x="328964" y="125093"/>
                  </a:lnTo>
                  <a:lnTo>
                    <a:pt x="327552" y="119991"/>
                  </a:lnTo>
                  <a:lnTo>
                    <a:pt x="325980" y="114937"/>
                  </a:lnTo>
                  <a:lnTo>
                    <a:pt x="324249" y="109935"/>
                  </a:lnTo>
                  <a:lnTo>
                    <a:pt x="322360" y="104990"/>
                  </a:lnTo>
                  <a:lnTo>
                    <a:pt x="320316" y="100107"/>
                  </a:lnTo>
                  <a:lnTo>
                    <a:pt x="318118" y="95292"/>
                  </a:lnTo>
                  <a:lnTo>
                    <a:pt x="315768" y="90549"/>
                  </a:lnTo>
                  <a:lnTo>
                    <a:pt x="313270" y="85882"/>
                  </a:lnTo>
                  <a:lnTo>
                    <a:pt x="310625" y="81297"/>
                  </a:lnTo>
                  <a:lnTo>
                    <a:pt x="307836" y="76798"/>
                  </a:lnTo>
                  <a:lnTo>
                    <a:pt x="304907" y="72390"/>
                  </a:lnTo>
                  <a:lnTo>
                    <a:pt x="301839" y="68076"/>
                  </a:lnTo>
                  <a:lnTo>
                    <a:pt x="298636" y="63862"/>
                  </a:lnTo>
                  <a:lnTo>
                    <a:pt x="295301" y="59751"/>
                  </a:lnTo>
                  <a:lnTo>
                    <a:pt x="291838" y="55748"/>
                  </a:lnTo>
                  <a:lnTo>
                    <a:pt x="288250" y="51857"/>
                  </a:lnTo>
                  <a:lnTo>
                    <a:pt x="284540" y="48081"/>
                  </a:lnTo>
                  <a:lnTo>
                    <a:pt x="280713" y="44424"/>
                  </a:lnTo>
                  <a:lnTo>
                    <a:pt x="276772" y="40891"/>
                  </a:lnTo>
                  <a:lnTo>
                    <a:pt x="272721" y="37484"/>
                  </a:lnTo>
                  <a:lnTo>
                    <a:pt x="268564" y="34207"/>
                  </a:lnTo>
                  <a:lnTo>
                    <a:pt x="264306" y="31063"/>
                  </a:lnTo>
                  <a:lnTo>
                    <a:pt x="259950" y="28056"/>
                  </a:lnTo>
                  <a:lnTo>
                    <a:pt x="255501" y="25188"/>
                  </a:lnTo>
                  <a:lnTo>
                    <a:pt x="250964" y="22462"/>
                  </a:lnTo>
                  <a:lnTo>
                    <a:pt x="246342" y="19882"/>
                  </a:lnTo>
                  <a:lnTo>
                    <a:pt x="241641" y="17448"/>
                  </a:lnTo>
                  <a:lnTo>
                    <a:pt x="236866" y="15166"/>
                  </a:lnTo>
                  <a:lnTo>
                    <a:pt x="232020" y="13035"/>
                  </a:lnTo>
                  <a:lnTo>
                    <a:pt x="227110" y="11059"/>
                  </a:lnTo>
                  <a:lnTo>
                    <a:pt x="222139" y="9239"/>
                  </a:lnTo>
                  <a:lnTo>
                    <a:pt x="217113" y="7578"/>
                  </a:lnTo>
                  <a:lnTo>
                    <a:pt x="212038" y="6076"/>
                  </a:lnTo>
                  <a:lnTo>
                    <a:pt x="206917" y="4736"/>
                  </a:lnTo>
                  <a:lnTo>
                    <a:pt x="201756" y="3559"/>
                  </a:lnTo>
                  <a:lnTo>
                    <a:pt x="196561" y="2546"/>
                  </a:lnTo>
                  <a:lnTo>
                    <a:pt x="191336" y="1697"/>
                  </a:lnTo>
                  <a:lnTo>
                    <a:pt x="167162" y="1671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24173" cy="167167"/>
            </a:xfrm>
            <a:custGeom>
              <a:avLst/>
              <a:pathLst>
                <a:path w="24173" h="167167">
                  <a:moveTo>
                    <a:pt x="24173" y="1757"/>
                  </a:moveTo>
                  <a:lnTo>
                    <a:pt x="16147" y="781"/>
                  </a:lnTo>
                  <a:lnTo>
                    <a:pt x="8083" y="1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971684" y="5399291"/>
              <a:ext cx="51859" cy="167167"/>
            </a:xfrm>
            <a:custGeom>
              <a:avLst/>
              <a:pathLst>
                <a:path w="51859" h="167167">
                  <a:moveTo>
                    <a:pt x="51859" y="0"/>
                  </a:moveTo>
                  <a:lnTo>
                    <a:pt x="46002" y="102"/>
                  </a:lnTo>
                  <a:lnTo>
                    <a:pt x="40151" y="410"/>
                  </a:lnTo>
                  <a:lnTo>
                    <a:pt x="34315" y="923"/>
                  </a:lnTo>
                  <a:lnTo>
                    <a:pt x="28500" y="1640"/>
                  </a:lnTo>
                  <a:lnTo>
                    <a:pt x="22715" y="2560"/>
                  </a:lnTo>
                  <a:lnTo>
                    <a:pt x="16965" y="3682"/>
                  </a:lnTo>
                  <a:lnTo>
                    <a:pt x="11257" y="5005"/>
                  </a:lnTo>
                  <a:lnTo>
                    <a:pt x="5600" y="6527"/>
                  </a:lnTo>
                  <a:lnTo>
                    <a:pt x="0" y="8247"/>
                  </a:lnTo>
                  <a:lnTo>
                    <a:pt x="518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971684" y="5407539"/>
              <a:ext cx="51859" cy="158919"/>
            </a:xfrm>
            <a:custGeom>
              <a:avLst/>
              <a:pathLst>
                <a:path w="51859" h="158919">
                  <a:moveTo>
                    <a:pt x="0" y="0"/>
                  </a:moveTo>
                  <a:lnTo>
                    <a:pt x="51859" y="1589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1684" y="5407539"/>
              <a:ext cx="51859" cy="158919"/>
            </a:xfrm>
            <a:custGeom>
              <a:avLst/>
              <a:pathLst>
                <a:path w="51859" h="158919">
                  <a:moveTo>
                    <a:pt x="0" y="0"/>
                  </a:moveTo>
                  <a:lnTo>
                    <a:pt x="51859" y="1589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1684" y="5407539"/>
              <a:ext cx="51859" cy="158919"/>
            </a:xfrm>
            <a:custGeom>
              <a:avLst/>
              <a:pathLst>
                <a:path w="51859" h="158919">
                  <a:moveTo>
                    <a:pt x="0" y="0"/>
                  </a:moveTo>
                  <a:lnTo>
                    <a:pt x="51859" y="1589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1684" y="5407539"/>
              <a:ext cx="51859" cy="158919"/>
            </a:xfrm>
            <a:custGeom>
              <a:avLst/>
              <a:pathLst>
                <a:path w="51859" h="158919">
                  <a:moveTo>
                    <a:pt x="0" y="0"/>
                  </a:moveTo>
                  <a:lnTo>
                    <a:pt x="51859" y="1589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1684" y="5407539"/>
              <a:ext cx="51859" cy="158919"/>
            </a:xfrm>
            <a:custGeom>
              <a:avLst/>
              <a:pathLst>
                <a:path w="51859" h="158919">
                  <a:moveTo>
                    <a:pt x="0" y="0"/>
                  </a:moveTo>
                  <a:lnTo>
                    <a:pt x="51859" y="1589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856391" y="5407539"/>
              <a:ext cx="179109" cy="326082"/>
            </a:xfrm>
            <a:custGeom>
              <a:avLst/>
              <a:pathLst>
                <a:path w="179109" h="326082">
                  <a:moveTo>
                    <a:pt x="115292" y="0"/>
                  </a:moveTo>
                  <a:lnTo>
                    <a:pt x="110259" y="1731"/>
                  </a:lnTo>
                  <a:lnTo>
                    <a:pt x="105283" y="3622"/>
                  </a:lnTo>
                  <a:lnTo>
                    <a:pt x="100370" y="5671"/>
                  </a:lnTo>
                  <a:lnTo>
                    <a:pt x="95525" y="7875"/>
                  </a:lnTo>
                  <a:lnTo>
                    <a:pt x="90752" y="10232"/>
                  </a:lnTo>
                  <a:lnTo>
                    <a:pt x="86057" y="12739"/>
                  </a:lnTo>
                  <a:lnTo>
                    <a:pt x="81444" y="15395"/>
                  </a:lnTo>
                  <a:lnTo>
                    <a:pt x="76918" y="18197"/>
                  </a:lnTo>
                  <a:lnTo>
                    <a:pt x="72483" y="21141"/>
                  </a:lnTo>
                  <a:lnTo>
                    <a:pt x="68145" y="24225"/>
                  </a:lnTo>
                  <a:lnTo>
                    <a:pt x="63906" y="27446"/>
                  </a:lnTo>
                  <a:lnTo>
                    <a:pt x="59773" y="30799"/>
                  </a:lnTo>
                  <a:lnTo>
                    <a:pt x="55748" y="34283"/>
                  </a:lnTo>
                  <a:lnTo>
                    <a:pt x="51836" y="37893"/>
                  </a:lnTo>
                  <a:lnTo>
                    <a:pt x="48042" y="41626"/>
                  </a:lnTo>
                  <a:lnTo>
                    <a:pt x="44368" y="45478"/>
                  </a:lnTo>
                  <a:lnTo>
                    <a:pt x="40818" y="49444"/>
                  </a:lnTo>
                  <a:lnTo>
                    <a:pt x="37397" y="53522"/>
                  </a:lnTo>
                  <a:lnTo>
                    <a:pt x="34107" y="57707"/>
                  </a:lnTo>
                  <a:lnTo>
                    <a:pt x="30952" y="61994"/>
                  </a:lnTo>
                  <a:lnTo>
                    <a:pt x="27935" y="66379"/>
                  </a:lnTo>
                  <a:lnTo>
                    <a:pt x="25059" y="70859"/>
                  </a:lnTo>
                  <a:lnTo>
                    <a:pt x="22328" y="75427"/>
                  </a:lnTo>
                  <a:lnTo>
                    <a:pt x="19743" y="80080"/>
                  </a:lnTo>
                  <a:lnTo>
                    <a:pt x="17308" y="84814"/>
                  </a:lnTo>
                  <a:lnTo>
                    <a:pt x="15024" y="89622"/>
                  </a:lnTo>
                  <a:lnTo>
                    <a:pt x="12895" y="94500"/>
                  </a:lnTo>
                  <a:lnTo>
                    <a:pt x="10922" y="99444"/>
                  </a:lnTo>
                  <a:lnTo>
                    <a:pt x="9108" y="104449"/>
                  </a:lnTo>
                  <a:lnTo>
                    <a:pt x="7454" y="109508"/>
                  </a:lnTo>
                  <a:lnTo>
                    <a:pt x="5962" y="114618"/>
                  </a:lnTo>
                  <a:lnTo>
                    <a:pt x="4633" y="119772"/>
                  </a:lnTo>
                  <a:lnTo>
                    <a:pt x="3469" y="124966"/>
                  </a:lnTo>
                  <a:lnTo>
                    <a:pt x="2471" y="130195"/>
                  </a:lnTo>
                  <a:lnTo>
                    <a:pt x="1640" y="135452"/>
                  </a:lnTo>
                  <a:lnTo>
                    <a:pt x="976" y="140734"/>
                  </a:lnTo>
                  <a:lnTo>
                    <a:pt x="482" y="146034"/>
                  </a:lnTo>
                  <a:lnTo>
                    <a:pt x="156" y="151347"/>
                  </a:lnTo>
                  <a:lnTo>
                    <a:pt x="0" y="156667"/>
                  </a:lnTo>
                  <a:lnTo>
                    <a:pt x="13" y="161990"/>
                  </a:lnTo>
                  <a:lnTo>
                    <a:pt x="195" y="167310"/>
                  </a:lnTo>
                  <a:lnTo>
                    <a:pt x="547" y="172621"/>
                  </a:lnTo>
                  <a:lnTo>
                    <a:pt x="1068" y="177919"/>
                  </a:lnTo>
                  <a:lnTo>
                    <a:pt x="1757" y="183197"/>
                  </a:lnTo>
                  <a:lnTo>
                    <a:pt x="2613" y="188451"/>
                  </a:lnTo>
                  <a:lnTo>
                    <a:pt x="3637" y="193674"/>
                  </a:lnTo>
                  <a:lnTo>
                    <a:pt x="4827" y="198863"/>
                  </a:lnTo>
                  <a:lnTo>
                    <a:pt x="6181" y="204010"/>
                  </a:lnTo>
                  <a:lnTo>
                    <a:pt x="7698" y="209113"/>
                  </a:lnTo>
                  <a:lnTo>
                    <a:pt x="9377" y="214164"/>
                  </a:lnTo>
                  <a:lnTo>
                    <a:pt x="11215" y="219159"/>
                  </a:lnTo>
                  <a:lnTo>
                    <a:pt x="13212" y="224093"/>
                  </a:lnTo>
                  <a:lnTo>
                    <a:pt x="15366" y="228961"/>
                  </a:lnTo>
                  <a:lnTo>
                    <a:pt x="17672" y="233758"/>
                  </a:lnTo>
                  <a:lnTo>
                    <a:pt x="20131" y="238480"/>
                  </a:lnTo>
                  <a:lnTo>
                    <a:pt x="22739" y="243120"/>
                  </a:lnTo>
                  <a:lnTo>
                    <a:pt x="25493" y="247675"/>
                  </a:lnTo>
                  <a:lnTo>
                    <a:pt x="28390" y="252140"/>
                  </a:lnTo>
                  <a:lnTo>
                    <a:pt x="31428" y="256511"/>
                  </a:lnTo>
                  <a:lnTo>
                    <a:pt x="34604" y="260783"/>
                  </a:lnTo>
                  <a:lnTo>
                    <a:pt x="37915" y="264951"/>
                  </a:lnTo>
                  <a:lnTo>
                    <a:pt x="41356" y="269012"/>
                  </a:lnTo>
                  <a:lnTo>
                    <a:pt x="44925" y="272961"/>
                  </a:lnTo>
                  <a:lnTo>
                    <a:pt x="48618" y="276795"/>
                  </a:lnTo>
                  <a:lnTo>
                    <a:pt x="52431" y="280509"/>
                  </a:lnTo>
                  <a:lnTo>
                    <a:pt x="56360" y="284100"/>
                  </a:lnTo>
                  <a:lnTo>
                    <a:pt x="60402" y="287564"/>
                  </a:lnTo>
                  <a:lnTo>
                    <a:pt x="64552" y="290897"/>
                  </a:lnTo>
                  <a:lnTo>
                    <a:pt x="68806" y="294097"/>
                  </a:lnTo>
                  <a:lnTo>
                    <a:pt x="73159" y="297160"/>
                  </a:lnTo>
                  <a:lnTo>
                    <a:pt x="77608" y="300082"/>
                  </a:lnTo>
                  <a:lnTo>
                    <a:pt x="82148" y="302861"/>
                  </a:lnTo>
                  <a:lnTo>
                    <a:pt x="86774" y="305495"/>
                  </a:lnTo>
                  <a:lnTo>
                    <a:pt x="91481" y="307980"/>
                  </a:lnTo>
                  <a:lnTo>
                    <a:pt x="96266" y="310313"/>
                  </a:lnTo>
                  <a:lnTo>
                    <a:pt x="101122" y="312493"/>
                  </a:lnTo>
                  <a:lnTo>
                    <a:pt x="106045" y="314518"/>
                  </a:lnTo>
                  <a:lnTo>
                    <a:pt x="111030" y="316384"/>
                  </a:lnTo>
                  <a:lnTo>
                    <a:pt x="116071" y="318091"/>
                  </a:lnTo>
                  <a:lnTo>
                    <a:pt x="121165" y="319637"/>
                  </a:lnTo>
                  <a:lnTo>
                    <a:pt x="126305" y="321020"/>
                  </a:lnTo>
                  <a:lnTo>
                    <a:pt x="131487" y="322238"/>
                  </a:lnTo>
                  <a:lnTo>
                    <a:pt x="136705" y="323291"/>
                  </a:lnTo>
                  <a:lnTo>
                    <a:pt x="141953" y="324177"/>
                  </a:lnTo>
                  <a:lnTo>
                    <a:pt x="147228" y="324895"/>
                  </a:lnTo>
                  <a:lnTo>
                    <a:pt x="152522" y="325445"/>
                  </a:lnTo>
                  <a:lnTo>
                    <a:pt x="157831" y="325827"/>
                  </a:lnTo>
                  <a:lnTo>
                    <a:pt x="163150" y="326039"/>
                  </a:lnTo>
                  <a:lnTo>
                    <a:pt x="168473" y="326082"/>
                  </a:lnTo>
                  <a:lnTo>
                    <a:pt x="173794" y="325955"/>
                  </a:lnTo>
                  <a:lnTo>
                    <a:pt x="179109" y="325659"/>
                  </a:lnTo>
                  <a:lnTo>
                    <a:pt x="167152" y="1589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167166" cy="333906"/>
            </a:xfrm>
            <a:custGeom>
              <a:avLst/>
              <a:pathLst>
                <a:path w="167166" h="333906">
                  <a:moveTo>
                    <a:pt x="11957" y="333906"/>
                  </a:moveTo>
                  <a:lnTo>
                    <a:pt x="17282" y="333439"/>
                  </a:lnTo>
                  <a:lnTo>
                    <a:pt x="22589" y="332801"/>
                  </a:lnTo>
                  <a:lnTo>
                    <a:pt x="27874" y="331994"/>
                  </a:lnTo>
                  <a:lnTo>
                    <a:pt x="33130" y="331019"/>
                  </a:lnTo>
                  <a:lnTo>
                    <a:pt x="38352" y="329875"/>
                  </a:lnTo>
                  <a:lnTo>
                    <a:pt x="43535" y="328566"/>
                  </a:lnTo>
                  <a:lnTo>
                    <a:pt x="48673" y="327092"/>
                  </a:lnTo>
                  <a:lnTo>
                    <a:pt x="53761" y="325453"/>
                  </a:lnTo>
                  <a:lnTo>
                    <a:pt x="58795" y="323654"/>
                  </a:lnTo>
                  <a:lnTo>
                    <a:pt x="63768" y="321694"/>
                  </a:lnTo>
                  <a:lnTo>
                    <a:pt x="68676" y="319576"/>
                  </a:lnTo>
                  <a:lnTo>
                    <a:pt x="73514" y="317302"/>
                  </a:lnTo>
                  <a:lnTo>
                    <a:pt x="78277" y="314875"/>
                  </a:lnTo>
                  <a:lnTo>
                    <a:pt x="82960" y="312296"/>
                  </a:lnTo>
                  <a:lnTo>
                    <a:pt x="87558" y="309570"/>
                  </a:lnTo>
                  <a:lnTo>
                    <a:pt x="92066" y="306697"/>
                  </a:lnTo>
                  <a:lnTo>
                    <a:pt x="96480" y="303682"/>
                  </a:lnTo>
                  <a:lnTo>
                    <a:pt x="100796" y="300527"/>
                  </a:lnTo>
                  <a:lnTo>
                    <a:pt x="105008" y="297236"/>
                  </a:lnTo>
                  <a:lnTo>
                    <a:pt x="109114" y="293812"/>
                  </a:lnTo>
                  <a:lnTo>
                    <a:pt x="113107" y="290259"/>
                  </a:lnTo>
                  <a:lnTo>
                    <a:pt x="116985" y="286579"/>
                  </a:lnTo>
                  <a:lnTo>
                    <a:pt x="120743" y="282778"/>
                  </a:lnTo>
                  <a:lnTo>
                    <a:pt x="124378" y="278858"/>
                  </a:lnTo>
                  <a:lnTo>
                    <a:pt x="127886" y="274824"/>
                  </a:lnTo>
                  <a:lnTo>
                    <a:pt x="131262" y="270680"/>
                  </a:lnTo>
                  <a:lnTo>
                    <a:pt x="134505" y="266430"/>
                  </a:lnTo>
                  <a:lnTo>
                    <a:pt x="137610" y="262079"/>
                  </a:lnTo>
                  <a:lnTo>
                    <a:pt x="140574" y="257630"/>
                  </a:lnTo>
                  <a:lnTo>
                    <a:pt x="143395" y="253089"/>
                  </a:lnTo>
                  <a:lnTo>
                    <a:pt x="146069" y="248461"/>
                  </a:lnTo>
                  <a:lnTo>
                    <a:pt x="148594" y="243749"/>
                  </a:lnTo>
                  <a:lnTo>
                    <a:pt x="150966" y="238958"/>
                  </a:lnTo>
                  <a:lnTo>
                    <a:pt x="153184" y="234095"/>
                  </a:lnTo>
                  <a:lnTo>
                    <a:pt x="155246" y="229163"/>
                  </a:lnTo>
                  <a:lnTo>
                    <a:pt x="157149" y="224167"/>
                  </a:lnTo>
                  <a:lnTo>
                    <a:pt x="158891" y="219113"/>
                  </a:lnTo>
                  <a:lnTo>
                    <a:pt x="160471" y="214006"/>
                  </a:lnTo>
                  <a:lnTo>
                    <a:pt x="161886" y="208852"/>
                  </a:lnTo>
                  <a:lnTo>
                    <a:pt x="163136" y="203654"/>
                  </a:lnTo>
                  <a:lnTo>
                    <a:pt x="164220" y="198419"/>
                  </a:lnTo>
                  <a:lnTo>
                    <a:pt x="165135" y="193153"/>
                  </a:lnTo>
                  <a:lnTo>
                    <a:pt x="165881" y="187859"/>
                  </a:lnTo>
                  <a:lnTo>
                    <a:pt x="166458" y="182545"/>
                  </a:lnTo>
                  <a:lnTo>
                    <a:pt x="166865" y="177215"/>
                  </a:lnTo>
                  <a:lnTo>
                    <a:pt x="167101" y="171874"/>
                  </a:lnTo>
                  <a:lnTo>
                    <a:pt x="167166" y="166529"/>
                  </a:lnTo>
                  <a:lnTo>
                    <a:pt x="167060" y="161184"/>
                  </a:lnTo>
                  <a:lnTo>
                    <a:pt x="166783" y="155846"/>
                  </a:lnTo>
                  <a:lnTo>
                    <a:pt x="166336" y="150519"/>
                  </a:lnTo>
                  <a:lnTo>
                    <a:pt x="165719" y="145209"/>
                  </a:lnTo>
                  <a:lnTo>
                    <a:pt x="164932" y="139922"/>
                  </a:lnTo>
                  <a:lnTo>
                    <a:pt x="163976" y="134662"/>
                  </a:lnTo>
                  <a:lnTo>
                    <a:pt x="162853" y="129436"/>
                  </a:lnTo>
                  <a:lnTo>
                    <a:pt x="161564" y="124248"/>
                  </a:lnTo>
                  <a:lnTo>
                    <a:pt x="160109" y="119104"/>
                  </a:lnTo>
                  <a:lnTo>
                    <a:pt x="158490" y="114010"/>
                  </a:lnTo>
                  <a:lnTo>
                    <a:pt x="156709" y="108969"/>
                  </a:lnTo>
                  <a:lnTo>
                    <a:pt x="154768" y="103988"/>
                  </a:lnTo>
                  <a:lnTo>
                    <a:pt x="152669" y="99072"/>
                  </a:lnTo>
                  <a:lnTo>
                    <a:pt x="150414" y="94225"/>
                  </a:lnTo>
                  <a:lnTo>
                    <a:pt x="148005" y="89453"/>
                  </a:lnTo>
                  <a:lnTo>
                    <a:pt x="145444" y="84761"/>
                  </a:lnTo>
                  <a:lnTo>
                    <a:pt x="142735" y="80153"/>
                  </a:lnTo>
                  <a:lnTo>
                    <a:pt x="139880" y="75633"/>
                  </a:lnTo>
                  <a:lnTo>
                    <a:pt x="136882" y="71208"/>
                  </a:lnTo>
                  <a:lnTo>
                    <a:pt x="133744" y="66880"/>
                  </a:lnTo>
                  <a:lnTo>
                    <a:pt x="130469" y="62655"/>
                  </a:lnTo>
                  <a:lnTo>
                    <a:pt x="127060" y="58537"/>
                  </a:lnTo>
                  <a:lnTo>
                    <a:pt x="123522" y="54530"/>
                  </a:lnTo>
                  <a:lnTo>
                    <a:pt x="119857" y="50638"/>
                  </a:lnTo>
                  <a:lnTo>
                    <a:pt x="116070" y="46865"/>
                  </a:lnTo>
                  <a:lnTo>
                    <a:pt x="112164" y="43215"/>
                  </a:lnTo>
                  <a:lnTo>
                    <a:pt x="108144" y="39693"/>
                  </a:lnTo>
                  <a:lnTo>
                    <a:pt x="104013" y="36300"/>
                  </a:lnTo>
                  <a:lnTo>
                    <a:pt x="99775" y="33041"/>
                  </a:lnTo>
                  <a:lnTo>
                    <a:pt x="95436" y="29919"/>
                  </a:lnTo>
                  <a:lnTo>
                    <a:pt x="90999" y="26938"/>
                  </a:lnTo>
                  <a:lnTo>
                    <a:pt x="86469" y="24100"/>
                  </a:lnTo>
                  <a:lnTo>
                    <a:pt x="81850" y="21409"/>
                  </a:lnTo>
                  <a:lnTo>
                    <a:pt x="77148" y="18866"/>
                  </a:lnTo>
                  <a:lnTo>
                    <a:pt x="72366" y="16475"/>
                  </a:lnTo>
                  <a:lnTo>
                    <a:pt x="67511" y="14239"/>
                  </a:lnTo>
                  <a:lnTo>
                    <a:pt x="62587" y="12158"/>
                  </a:lnTo>
                  <a:lnTo>
                    <a:pt x="57599" y="10236"/>
                  </a:lnTo>
                  <a:lnTo>
                    <a:pt x="52552" y="8475"/>
                  </a:lnTo>
                  <a:lnTo>
                    <a:pt x="47451" y="6876"/>
                  </a:lnTo>
                  <a:lnTo>
                    <a:pt x="42302" y="5440"/>
                  </a:lnTo>
                  <a:lnTo>
                    <a:pt x="37109" y="4170"/>
                  </a:lnTo>
                  <a:lnTo>
                    <a:pt x="31878" y="3067"/>
                  </a:lnTo>
                  <a:lnTo>
                    <a:pt x="26615" y="2132"/>
                  </a:lnTo>
                  <a:lnTo>
                    <a:pt x="21325" y="1365"/>
                  </a:lnTo>
                  <a:lnTo>
                    <a:pt x="16013" y="768"/>
                  </a:lnTo>
                  <a:lnTo>
                    <a:pt x="10684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26828" y="5269756"/>
              <a:ext cx="18430" cy="167167"/>
            </a:xfrm>
            <a:custGeom>
              <a:avLst/>
              <a:pathLst>
                <a:path w="18430" h="167167">
                  <a:moveTo>
                    <a:pt x="18430" y="0"/>
                  </a:moveTo>
                  <a:lnTo>
                    <a:pt x="9200" y="254"/>
                  </a:lnTo>
                  <a:lnTo>
                    <a:pt x="0" y="1019"/>
                  </a:lnTo>
                  <a:lnTo>
                    <a:pt x="1843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26828" y="5270775"/>
              <a:ext cx="18430" cy="166148"/>
            </a:xfrm>
            <a:custGeom>
              <a:avLst/>
              <a:pathLst>
                <a:path w="18430" h="166148">
                  <a:moveTo>
                    <a:pt x="0" y="0"/>
                  </a:moveTo>
                  <a:lnTo>
                    <a:pt x="18430" y="166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6828" y="5270775"/>
              <a:ext cx="18430" cy="166148"/>
            </a:xfrm>
            <a:custGeom>
              <a:avLst/>
              <a:pathLst>
                <a:path w="18430" h="166148">
                  <a:moveTo>
                    <a:pt x="0" y="0"/>
                  </a:moveTo>
                  <a:lnTo>
                    <a:pt x="18430" y="166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6828" y="5270775"/>
              <a:ext cx="18430" cy="166148"/>
            </a:xfrm>
            <a:custGeom>
              <a:avLst/>
              <a:pathLst>
                <a:path w="18430" h="166148">
                  <a:moveTo>
                    <a:pt x="0" y="0"/>
                  </a:moveTo>
                  <a:lnTo>
                    <a:pt x="18430" y="166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6828" y="5270775"/>
              <a:ext cx="18430" cy="166148"/>
            </a:xfrm>
            <a:custGeom>
              <a:avLst/>
              <a:pathLst>
                <a:path w="18430" h="166148">
                  <a:moveTo>
                    <a:pt x="0" y="0"/>
                  </a:moveTo>
                  <a:lnTo>
                    <a:pt x="18430" y="166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382323" y="5270775"/>
              <a:ext cx="162935" cy="166148"/>
            </a:xfrm>
            <a:custGeom>
              <a:avLst/>
              <a:pathLst>
                <a:path w="162935" h="166148">
                  <a:moveTo>
                    <a:pt x="144505" y="0"/>
                  </a:moveTo>
                  <a:lnTo>
                    <a:pt x="139117" y="686"/>
                  </a:lnTo>
                  <a:lnTo>
                    <a:pt x="133753" y="1547"/>
                  </a:lnTo>
                  <a:lnTo>
                    <a:pt x="128421" y="2582"/>
                  </a:lnTo>
                  <a:lnTo>
                    <a:pt x="123125" y="3790"/>
                  </a:lnTo>
                  <a:lnTo>
                    <a:pt x="117871" y="5169"/>
                  </a:lnTo>
                  <a:lnTo>
                    <a:pt x="112665" y="6718"/>
                  </a:lnTo>
                  <a:lnTo>
                    <a:pt x="107511" y="8436"/>
                  </a:lnTo>
                  <a:lnTo>
                    <a:pt x="102416" y="10320"/>
                  </a:lnTo>
                  <a:lnTo>
                    <a:pt x="97386" y="12368"/>
                  </a:lnTo>
                  <a:lnTo>
                    <a:pt x="92424" y="14579"/>
                  </a:lnTo>
                  <a:lnTo>
                    <a:pt x="87537" y="16950"/>
                  </a:lnTo>
                  <a:lnTo>
                    <a:pt x="82729" y="19478"/>
                  </a:lnTo>
                  <a:lnTo>
                    <a:pt x="78006" y="22162"/>
                  </a:lnTo>
                  <a:lnTo>
                    <a:pt x="73373" y="24997"/>
                  </a:lnTo>
                  <a:lnTo>
                    <a:pt x="68834" y="27981"/>
                  </a:lnTo>
                  <a:lnTo>
                    <a:pt x="64395" y="31112"/>
                  </a:lnTo>
                  <a:lnTo>
                    <a:pt x="60059" y="34385"/>
                  </a:lnTo>
                  <a:lnTo>
                    <a:pt x="55833" y="37797"/>
                  </a:lnTo>
                  <a:lnTo>
                    <a:pt x="51719" y="41344"/>
                  </a:lnTo>
                  <a:lnTo>
                    <a:pt x="47723" y="45023"/>
                  </a:lnTo>
                  <a:lnTo>
                    <a:pt x="43849" y="48831"/>
                  </a:lnTo>
                  <a:lnTo>
                    <a:pt x="40100" y="52762"/>
                  </a:lnTo>
                  <a:lnTo>
                    <a:pt x="36481" y="56812"/>
                  </a:lnTo>
                  <a:lnTo>
                    <a:pt x="32995" y="60979"/>
                  </a:lnTo>
                  <a:lnTo>
                    <a:pt x="29647" y="65256"/>
                  </a:lnTo>
                  <a:lnTo>
                    <a:pt x="26439" y="69640"/>
                  </a:lnTo>
                  <a:lnTo>
                    <a:pt x="23376" y="74125"/>
                  </a:lnTo>
                  <a:lnTo>
                    <a:pt x="20460" y="78708"/>
                  </a:lnTo>
                  <a:lnTo>
                    <a:pt x="17694" y="83383"/>
                  </a:lnTo>
                  <a:lnTo>
                    <a:pt x="15082" y="88146"/>
                  </a:lnTo>
                  <a:lnTo>
                    <a:pt x="12625" y="92991"/>
                  </a:lnTo>
                  <a:lnTo>
                    <a:pt x="10328" y="97913"/>
                  </a:lnTo>
                  <a:lnTo>
                    <a:pt x="8192" y="102907"/>
                  </a:lnTo>
                  <a:lnTo>
                    <a:pt x="6219" y="107968"/>
                  </a:lnTo>
                  <a:lnTo>
                    <a:pt x="4411" y="113091"/>
                  </a:lnTo>
                  <a:lnTo>
                    <a:pt x="2771" y="118269"/>
                  </a:lnTo>
                  <a:lnTo>
                    <a:pt x="1300" y="123498"/>
                  </a:lnTo>
                  <a:lnTo>
                    <a:pt x="0" y="128772"/>
                  </a:lnTo>
                  <a:lnTo>
                    <a:pt x="162935" y="166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378092" y="5269756"/>
              <a:ext cx="334321" cy="334329"/>
            </a:xfrm>
            <a:custGeom>
              <a:avLst/>
              <a:pathLst>
                <a:path w="334321" h="334329">
                  <a:moveTo>
                    <a:pt x="4230" y="129791"/>
                  </a:moveTo>
                  <a:lnTo>
                    <a:pt x="3129" y="134966"/>
                  </a:lnTo>
                  <a:lnTo>
                    <a:pt x="2192" y="140174"/>
                  </a:lnTo>
                  <a:lnTo>
                    <a:pt x="1420" y="145408"/>
                  </a:lnTo>
                  <a:lnTo>
                    <a:pt x="815" y="150665"/>
                  </a:lnTo>
                  <a:lnTo>
                    <a:pt x="376" y="155938"/>
                  </a:lnTo>
                  <a:lnTo>
                    <a:pt x="104" y="161222"/>
                  </a:lnTo>
                  <a:lnTo>
                    <a:pt x="0" y="166512"/>
                  </a:lnTo>
                  <a:lnTo>
                    <a:pt x="63" y="171803"/>
                  </a:lnTo>
                  <a:lnTo>
                    <a:pt x="293" y="177089"/>
                  </a:lnTo>
                  <a:lnTo>
                    <a:pt x="691" y="182365"/>
                  </a:lnTo>
                  <a:lnTo>
                    <a:pt x="1255" y="187626"/>
                  </a:lnTo>
                  <a:lnTo>
                    <a:pt x="1985" y="192866"/>
                  </a:lnTo>
                  <a:lnTo>
                    <a:pt x="2882" y="198081"/>
                  </a:lnTo>
                  <a:lnTo>
                    <a:pt x="3942" y="203265"/>
                  </a:lnTo>
                  <a:lnTo>
                    <a:pt x="5166" y="208412"/>
                  </a:lnTo>
                  <a:lnTo>
                    <a:pt x="6553" y="213519"/>
                  </a:lnTo>
                  <a:lnTo>
                    <a:pt x="8100" y="218579"/>
                  </a:lnTo>
                  <a:lnTo>
                    <a:pt x="9807" y="223587"/>
                  </a:lnTo>
                  <a:lnTo>
                    <a:pt x="11671" y="228539"/>
                  </a:lnTo>
                  <a:lnTo>
                    <a:pt x="13692" y="233429"/>
                  </a:lnTo>
                  <a:lnTo>
                    <a:pt x="15865" y="238253"/>
                  </a:lnTo>
                  <a:lnTo>
                    <a:pt x="18191" y="243006"/>
                  </a:lnTo>
                  <a:lnTo>
                    <a:pt x="20666" y="247682"/>
                  </a:lnTo>
                  <a:lnTo>
                    <a:pt x="23287" y="252278"/>
                  </a:lnTo>
                  <a:lnTo>
                    <a:pt x="26053" y="256789"/>
                  </a:lnTo>
                  <a:lnTo>
                    <a:pt x="28960" y="261210"/>
                  </a:lnTo>
                  <a:lnTo>
                    <a:pt x="32005" y="265537"/>
                  </a:lnTo>
                  <a:lnTo>
                    <a:pt x="35186" y="269765"/>
                  </a:lnTo>
                  <a:lnTo>
                    <a:pt x="38499" y="273891"/>
                  </a:lnTo>
                  <a:lnTo>
                    <a:pt x="41941" y="277909"/>
                  </a:lnTo>
                  <a:lnTo>
                    <a:pt x="45509" y="281817"/>
                  </a:lnTo>
                  <a:lnTo>
                    <a:pt x="49198" y="285610"/>
                  </a:lnTo>
                  <a:lnTo>
                    <a:pt x="53006" y="289284"/>
                  </a:lnTo>
                  <a:lnTo>
                    <a:pt x="56928" y="292835"/>
                  </a:lnTo>
                  <a:lnTo>
                    <a:pt x="60960" y="296261"/>
                  </a:lnTo>
                  <a:lnTo>
                    <a:pt x="65099" y="299558"/>
                  </a:lnTo>
                  <a:lnTo>
                    <a:pt x="69340" y="302722"/>
                  </a:lnTo>
                  <a:lnTo>
                    <a:pt x="73679" y="305750"/>
                  </a:lnTo>
                  <a:lnTo>
                    <a:pt x="78112" y="308639"/>
                  </a:lnTo>
                  <a:lnTo>
                    <a:pt x="82633" y="311386"/>
                  </a:lnTo>
                  <a:lnTo>
                    <a:pt x="87240" y="313989"/>
                  </a:lnTo>
                  <a:lnTo>
                    <a:pt x="91927" y="316445"/>
                  </a:lnTo>
                  <a:lnTo>
                    <a:pt x="96689" y="318752"/>
                  </a:lnTo>
                  <a:lnTo>
                    <a:pt x="101521" y="320906"/>
                  </a:lnTo>
                  <a:lnTo>
                    <a:pt x="106420" y="322907"/>
                  </a:lnTo>
                  <a:lnTo>
                    <a:pt x="111379" y="324751"/>
                  </a:lnTo>
                  <a:lnTo>
                    <a:pt x="116394" y="326438"/>
                  </a:lnTo>
                  <a:lnTo>
                    <a:pt x="121460" y="327965"/>
                  </a:lnTo>
                  <a:lnTo>
                    <a:pt x="126572" y="329331"/>
                  </a:lnTo>
                  <a:lnTo>
                    <a:pt x="131724" y="330534"/>
                  </a:lnTo>
                  <a:lnTo>
                    <a:pt x="136912" y="331574"/>
                  </a:lnTo>
                  <a:lnTo>
                    <a:pt x="142131" y="332449"/>
                  </a:lnTo>
                  <a:lnTo>
                    <a:pt x="147374" y="333159"/>
                  </a:lnTo>
                  <a:lnTo>
                    <a:pt x="152637" y="333702"/>
                  </a:lnTo>
                  <a:lnTo>
                    <a:pt x="157915" y="334078"/>
                  </a:lnTo>
                  <a:lnTo>
                    <a:pt x="163202" y="334287"/>
                  </a:lnTo>
                  <a:lnTo>
                    <a:pt x="168493" y="334329"/>
                  </a:lnTo>
                  <a:lnTo>
                    <a:pt x="173782" y="334203"/>
                  </a:lnTo>
                  <a:lnTo>
                    <a:pt x="179065" y="333910"/>
                  </a:lnTo>
                  <a:lnTo>
                    <a:pt x="184337" y="333450"/>
                  </a:lnTo>
                  <a:lnTo>
                    <a:pt x="189590" y="332823"/>
                  </a:lnTo>
                  <a:lnTo>
                    <a:pt x="194822" y="332031"/>
                  </a:lnTo>
                  <a:lnTo>
                    <a:pt x="200026" y="331073"/>
                  </a:lnTo>
                  <a:lnTo>
                    <a:pt x="205196" y="329951"/>
                  </a:lnTo>
                  <a:lnTo>
                    <a:pt x="210329" y="328666"/>
                  </a:lnTo>
                  <a:lnTo>
                    <a:pt x="215419" y="327219"/>
                  </a:lnTo>
                  <a:lnTo>
                    <a:pt x="220460" y="325612"/>
                  </a:lnTo>
                  <a:lnTo>
                    <a:pt x="225447" y="323846"/>
                  </a:lnTo>
                  <a:lnTo>
                    <a:pt x="230377" y="321923"/>
                  </a:lnTo>
                  <a:lnTo>
                    <a:pt x="235243" y="319845"/>
                  </a:lnTo>
                  <a:lnTo>
                    <a:pt x="240041" y="317614"/>
                  </a:lnTo>
                  <a:lnTo>
                    <a:pt x="244765" y="315232"/>
                  </a:lnTo>
                  <a:lnTo>
                    <a:pt x="249412" y="312702"/>
                  </a:lnTo>
                  <a:lnTo>
                    <a:pt x="253977" y="310026"/>
                  </a:lnTo>
                  <a:lnTo>
                    <a:pt x="258455" y="307207"/>
                  </a:lnTo>
                  <a:lnTo>
                    <a:pt x="262841" y="304248"/>
                  </a:lnTo>
                  <a:lnTo>
                    <a:pt x="267131" y="301151"/>
                  </a:lnTo>
                  <a:lnTo>
                    <a:pt x="271322" y="297921"/>
                  </a:lnTo>
                  <a:lnTo>
                    <a:pt x="275407" y="294559"/>
                  </a:lnTo>
                  <a:lnTo>
                    <a:pt x="279385" y="291069"/>
                  </a:lnTo>
                  <a:lnTo>
                    <a:pt x="283250" y="287456"/>
                  </a:lnTo>
                  <a:lnTo>
                    <a:pt x="286999" y="283722"/>
                  </a:lnTo>
                  <a:lnTo>
                    <a:pt x="290627" y="279871"/>
                  </a:lnTo>
                  <a:lnTo>
                    <a:pt x="294132" y="275907"/>
                  </a:lnTo>
                  <a:lnTo>
                    <a:pt x="297510" y="271834"/>
                  </a:lnTo>
                  <a:lnTo>
                    <a:pt x="300757" y="267657"/>
                  </a:lnTo>
                  <a:lnTo>
                    <a:pt x="303871" y="263379"/>
                  </a:lnTo>
                  <a:lnTo>
                    <a:pt x="306847" y="259004"/>
                  </a:lnTo>
                  <a:lnTo>
                    <a:pt x="309684" y="254537"/>
                  </a:lnTo>
                  <a:lnTo>
                    <a:pt x="312377" y="249983"/>
                  </a:lnTo>
                  <a:lnTo>
                    <a:pt x="314925" y="245346"/>
                  </a:lnTo>
                  <a:lnTo>
                    <a:pt x="317326" y="240631"/>
                  </a:lnTo>
                  <a:lnTo>
                    <a:pt x="319575" y="235842"/>
                  </a:lnTo>
                  <a:lnTo>
                    <a:pt x="321672" y="230984"/>
                  </a:lnTo>
                  <a:lnTo>
                    <a:pt x="323615" y="226062"/>
                  </a:lnTo>
                  <a:lnTo>
                    <a:pt x="325400" y="221081"/>
                  </a:lnTo>
                  <a:lnTo>
                    <a:pt x="327027" y="216047"/>
                  </a:lnTo>
                  <a:lnTo>
                    <a:pt x="328494" y="210963"/>
                  </a:lnTo>
                  <a:lnTo>
                    <a:pt x="329799" y="205835"/>
                  </a:lnTo>
                  <a:lnTo>
                    <a:pt x="330942" y="200669"/>
                  </a:lnTo>
                  <a:lnTo>
                    <a:pt x="331920" y="195469"/>
                  </a:lnTo>
                  <a:lnTo>
                    <a:pt x="332733" y="190241"/>
                  </a:lnTo>
                  <a:lnTo>
                    <a:pt x="333380" y="184989"/>
                  </a:lnTo>
                  <a:lnTo>
                    <a:pt x="333861" y="179720"/>
                  </a:lnTo>
                  <a:lnTo>
                    <a:pt x="334175" y="174438"/>
                  </a:lnTo>
                  <a:lnTo>
                    <a:pt x="334321" y="169149"/>
                  </a:lnTo>
                  <a:lnTo>
                    <a:pt x="334300" y="163858"/>
                  </a:lnTo>
                  <a:lnTo>
                    <a:pt x="334112" y="158570"/>
                  </a:lnTo>
                  <a:lnTo>
                    <a:pt x="333756" y="153291"/>
                  </a:lnTo>
                  <a:lnTo>
                    <a:pt x="333234" y="148026"/>
                  </a:lnTo>
                  <a:lnTo>
                    <a:pt x="332545" y="142780"/>
                  </a:lnTo>
                  <a:lnTo>
                    <a:pt x="331690" y="137558"/>
                  </a:lnTo>
                  <a:lnTo>
                    <a:pt x="330671" y="132366"/>
                  </a:lnTo>
                  <a:lnTo>
                    <a:pt x="329487" y="127209"/>
                  </a:lnTo>
                  <a:lnTo>
                    <a:pt x="328141" y="122092"/>
                  </a:lnTo>
                  <a:lnTo>
                    <a:pt x="326634" y="117020"/>
                  </a:lnTo>
                  <a:lnTo>
                    <a:pt x="324967" y="111998"/>
                  </a:lnTo>
                  <a:lnTo>
                    <a:pt x="323142" y="107032"/>
                  </a:lnTo>
                  <a:lnTo>
                    <a:pt x="321161" y="102125"/>
                  </a:lnTo>
                  <a:lnTo>
                    <a:pt x="319025" y="97284"/>
                  </a:lnTo>
                  <a:lnTo>
                    <a:pt x="316738" y="92513"/>
                  </a:lnTo>
                  <a:lnTo>
                    <a:pt x="314300" y="87817"/>
                  </a:lnTo>
                  <a:lnTo>
                    <a:pt x="311715" y="83200"/>
                  </a:lnTo>
                  <a:lnTo>
                    <a:pt x="308985" y="78668"/>
                  </a:lnTo>
                  <a:lnTo>
                    <a:pt x="306114" y="74224"/>
                  </a:lnTo>
                  <a:lnTo>
                    <a:pt x="303103" y="69873"/>
                  </a:lnTo>
                  <a:lnTo>
                    <a:pt x="299955" y="65620"/>
                  </a:lnTo>
                  <a:lnTo>
                    <a:pt x="296675" y="61468"/>
                  </a:lnTo>
                  <a:lnTo>
                    <a:pt x="293265" y="57422"/>
                  </a:lnTo>
                  <a:lnTo>
                    <a:pt x="289729" y="53486"/>
                  </a:lnTo>
                  <a:lnTo>
                    <a:pt x="286070" y="49665"/>
                  </a:lnTo>
                  <a:lnTo>
                    <a:pt x="282291" y="45960"/>
                  </a:lnTo>
                  <a:lnTo>
                    <a:pt x="278398" y="42378"/>
                  </a:lnTo>
                  <a:lnTo>
                    <a:pt x="274393" y="38920"/>
                  </a:lnTo>
                  <a:lnTo>
                    <a:pt x="270280" y="35591"/>
                  </a:lnTo>
                  <a:lnTo>
                    <a:pt x="266065" y="32393"/>
                  </a:lnTo>
                  <a:lnTo>
                    <a:pt x="261750" y="29331"/>
                  </a:lnTo>
                  <a:lnTo>
                    <a:pt x="257340" y="26406"/>
                  </a:lnTo>
                  <a:lnTo>
                    <a:pt x="252840" y="23623"/>
                  </a:lnTo>
                  <a:lnTo>
                    <a:pt x="248254" y="20984"/>
                  </a:lnTo>
                  <a:lnTo>
                    <a:pt x="243587" y="18491"/>
                  </a:lnTo>
                  <a:lnTo>
                    <a:pt x="238844" y="16146"/>
                  </a:lnTo>
                  <a:lnTo>
                    <a:pt x="234029" y="13954"/>
                  </a:lnTo>
                  <a:lnTo>
                    <a:pt x="229146" y="11914"/>
                  </a:lnTo>
                  <a:lnTo>
                    <a:pt x="224202" y="10031"/>
                  </a:lnTo>
                  <a:lnTo>
                    <a:pt x="219200" y="8304"/>
                  </a:lnTo>
                  <a:lnTo>
                    <a:pt x="214146" y="6737"/>
                  </a:lnTo>
                  <a:lnTo>
                    <a:pt x="209046" y="5331"/>
                  </a:lnTo>
                  <a:lnTo>
                    <a:pt x="203903" y="4086"/>
                  </a:lnTo>
                  <a:lnTo>
                    <a:pt x="198723" y="3005"/>
                  </a:lnTo>
                  <a:lnTo>
                    <a:pt x="193512" y="2089"/>
                  </a:lnTo>
                  <a:lnTo>
                    <a:pt x="188275" y="1338"/>
                  </a:lnTo>
                  <a:lnTo>
                    <a:pt x="183016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994943" y="5018213"/>
              <a:ext cx="26095" cy="167167"/>
            </a:xfrm>
            <a:custGeom>
              <a:avLst/>
              <a:pathLst>
                <a:path w="26095" h="167167">
                  <a:moveTo>
                    <a:pt x="26095" y="0"/>
                  </a:moveTo>
                  <a:lnTo>
                    <a:pt x="17365" y="228"/>
                  </a:lnTo>
                  <a:lnTo>
                    <a:pt x="8658" y="911"/>
                  </a:lnTo>
                  <a:lnTo>
                    <a:pt x="0" y="2049"/>
                  </a:lnTo>
                  <a:lnTo>
                    <a:pt x="2609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994943" y="5020262"/>
              <a:ext cx="26095" cy="165118"/>
            </a:xfrm>
            <a:custGeom>
              <a:avLst/>
              <a:pathLst>
                <a:path w="26095" h="165118">
                  <a:moveTo>
                    <a:pt x="0" y="0"/>
                  </a:moveTo>
                  <a:lnTo>
                    <a:pt x="26095" y="1651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4943" y="5020262"/>
              <a:ext cx="26095" cy="165118"/>
            </a:xfrm>
            <a:custGeom>
              <a:avLst/>
              <a:pathLst>
                <a:path w="26095" h="165118">
                  <a:moveTo>
                    <a:pt x="0" y="0"/>
                  </a:moveTo>
                  <a:lnTo>
                    <a:pt x="26095" y="1651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4943" y="5020262"/>
              <a:ext cx="26095" cy="165118"/>
            </a:xfrm>
            <a:custGeom>
              <a:avLst/>
              <a:pathLst>
                <a:path w="26095" h="165118">
                  <a:moveTo>
                    <a:pt x="0" y="0"/>
                  </a:moveTo>
                  <a:lnTo>
                    <a:pt x="26095" y="1651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853874" y="5020262"/>
              <a:ext cx="167164" cy="182269"/>
            </a:xfrm>
            <a:custGeom>
              <a:avLst/>
              <a:pathLst>
                <a:path w="167164" h="182269">
                  <a:moveTo>
                    <a:pt x="141068" y="0"/>
                  </a:moveTo>
                  <a:lnTo>
                    <a:pt x="135754" y="928"/>
                  </a:lnTo>
                  <a:lnTo>
                    <a:pt x="130472" y="2027"/>
                  </a:lnTo>
                  <a:lnTo>
                    <a:pt x="125229" y="3295"/>
                  </a:lnTo>
                  <a:lnTo>
                    <a:pt x="120029" y="4733"/>
                  </a:lnTo>
                  <a:lnTo>
                    <a:pt x="114878" y="6337"/>
                  </a:lnTo>
                  <a:lnTo>
                    <a:pt x="109782" y="8107"/>
                  </a:lnTo>
                  <a:lnTo>
                    <a:pt x="104746" y="10040"/>
                  </a:lnTo>
                  <a:lnTo>
                    <a:pt x="99774" y="12135"/>
                  </a:lnTo>
                  <a:lnTo>
                    <a:pt x="94873" y="14389"/>
                  </a:lnTo>
                  <a:lnTo>
                    <a:pt x="90047" y="16800"/>
                  </a:lnTo>
                  <a:lnTo>
                    <a:pt x="85301" y="19366"/>
                  </a:lnTo>
                  <a:lnTo>
                    <a:pt x="80641" y="22083"/>
                  </a:lnTo>
                  <a:lnTo>
                    <a:pt x="76071" y="24950"/>
                  </a:lnTo>
                  <a:lnTo>
                    <a:pt x="71595" y="27962"/>
                  </a:lnTo>
                  <a:lnTo>
                    <a:pt x="67220" y="31117"/>
                  </a:lnTo>
                  <a:lnTo>
                    <a:pt x="62948" y="34412"/>
                  </a:lnTo>
                  <a:lnTo>
                    <a:pt x="58784" y="37843"/>
                  </a:lnTo>
                  <a:lnTo>
                    <a:pt x="54734" y="41406"/>
                  </a:lnTo>
                  <a:lnTo>
                    <a:pt x="50801" y="45099"/>
                  </a:lnTo>
                  <a:lnTo>
                    <a:pt x="46989" y="48916"/>
                  </a:lnTo>
                  <a:lnTo>
                    <a:pt x="43302" y="52854"/>
                  </a:lnTo>
                  <a:lnTo>
                    <a:pt x="39744" y="56909"/>
                  </a:lnTo>
                  <a:lnTo>
                    <a:pt x="36319" y="61077"/>
                  </a:lnTo>
                  <a:lnTo>
                    <a:pt x="33030" y="65353"/>
                  </a:lnTo>
                  <a:lnTo>
                    <a:pt x="29880" y="69733"/>
                  </a:lnTo>
                  <a:lnTo>
                    <a:pt x="26874" y="74213"/>
                  </a:lnTo>
                  <a:lnTo>
                    <a:pt x="24014" y="78787"/>
                  </a:lnTo>
                  <a:lnTo>
                    <a:pt x="21303" y="83451"/>
                  </a:lnTo>
                  <a:lnTo>
                    <a:pt x="18743" y="88200"/>
                  </a:lnTo>
                  <a:lnTo>
                    <a:pt x="16339" y="93029"/>
                  </a:lnTo>
                  <a:lnTo>
                    <a:pt x="14091" y="97934"/>
                  </a:lnTo>
                  <a:lnTo>
                    <a:pt x="12003" y="102908"/>
                  </a:lnTo>
                  <a:lnTo>
                    <a:pt x="10077" y="107947"/>
                  </a:lnTo>
                  <a:lnTo>
                    <a:pt x="8314" y="113045"/>
                  </a:lnTo>
                  <a:lnTo>
                    <a:pt x="6716" y="118198"/>
                  </a:lnTo>
                  <a:lnTo>
                    <a:pt x="5286" y="123400"/>
                  </a:lnTo>
                  <a:lnTo>
                    <a:pt x="4024" y="128645"/>
                  </a:lnTo>
                  <a:lnTo>
                    <a:pt x="2932" y="133928"/>
                  </a:lnTo>
                  <a:lnTo>
                    <a:pt x="2011" y="139244"/>
                  </a:lnTo>
                  <a:lnTo>
                    <a:pt x="1262" y="144586"/>
                  </a:lnTo>
                  <a:lnTo>
                    <a:pt x="686" y="149950"/>
                  </a:lnTo>
                  <a:lnTo>
                    <a:pt x="283" y="155330"/>
                  </a:lnTo>
                  <a:lnTo>
                    <a:pt x="54" y="160720"/>
                  </a:lnTo>
                  <a:lnTo>
                    <a:pt x="0" y="166114"/>
                  </a:lnTo>
                  <a:lnTo>
                    <a:pt x="119" y="171508"/>
                  </a:lnTo>
                  <a:lnTo>
                    <a:pt x="412" y="176895"/>
                  </a:lnTo>
                  <a:lnTo>
                    <a:pt x="879" y="182269"/>
                  </a:lnTo>
                  <a:lnTo>
                    <a:pt x="167164" y="1651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854753" y="5018213"/>
              <a:ext cx="333438" cy="334332"/>
            </a:xfrm>
            <a:custGeom>
              <a:avLst/>
              <a:pathLst>
                <a:path w="333438" h="334332">
                  <a:moveTo>
                    <a:pt x="0" y="184318"/>
                  </a:moveTo>
                  <a:lnTo>
                    <a:pt x="629" y="189595"/>
                  </a:lnTo>
                  <a:lnTo>
                    <a:pt x="1425" y="194849"/>
                  </a:lnTo>
                  <a:lnTo>
                    <a:pt x="2388" y="200075"/>
                  </a:lnTo>
                  <a:lnTo>
                    <a:pt x="3517" y="205268"/>
                  </a:lnTo>
                  <a:lnTo>
                    <a:pt x="4811" y="210422"/>
                  </a:lnTo>
                  <a:lnTo>
                    <a:pt x="6267" y="215533"/>
                  </a:lnTo>
                  <a:lnTo>
                    <a:pt x="7885" y="220595"/>
                  </a:lnTo>
                  <a:lnTo>
                    <a:pt x="9663" y="225603"/>
                  </a:lnTo>
                  <a:lnTo>
                    <a:pt x="11600" y="230551"/>
                  </a:lnTo>
                  <a:lnTo>
                    <a:pt x="13693" y="235436"/>
                  </a:lnTo>
                  <a:lnTo>
                    <a:pt x="15940" y="240251"/>
                  </a:lnTo>
                  <a:lnTo>
                    <a:pt x="18339" y="244993"/>
                  </a:lnTo>
                  <a:lnTo>
                    <a:pt x="20887" y="249656"/>
                  </a:lnTo>
                  <a:lnTo>
                    <a:pt x="23583" y="254236"/>
                  </a:lnTo>
                  <a:lnTo>
                    <a:pt x="26422" y="258728"/>
                  </a:lnTo>
                  <a:lnTo>
                    <a:pt x="29403" y="263127"/>
                  </a:lnTo>
                  <a:lnTo>
                    <a:pt x="32522" y="267430"/>
                  </a:lnTo>
                  <a:lnTo>
                    <a:pt x="35777" y="271631"/>
                  </a:lnTo>
                  <a:lnTo>
                    <a:pt x="39163" y="275726"/>
                  </a:lnTo>
                  <a:lnTo>
                    <a:pt x="42678" y="279712"/>
                  </a:lnTo>
                  <a:lnTo>
                    <a:pt x="46318" y="283584"/>
                  </a:lnTo>
                  <a:lnTo>
                    <a:pt x="50079" y="287338"/>
                  </a:lnTo>
                  <a:lnTo>
                    <a:pt x="53957" y="290971"/>
                  </a:lnTo>
                  <a:lnTo>
                    <a:pt x="57949" y="294479"/>
                  </a:lnTo>
                  <a:lnTo>
                    <a:pt x="62050" y="297858"/>
                  </a:lnTo>
                  <a:lnTo>
                    <a:pt x="66257" y="301105"/>
                  </a:lnTo>
                  <a:lnTo>
                    <a:pt x="70565" y="304217"/>
                  </a:lnTo>
                  <a:lnTo>
                    <a:pt x="74969" y="307190"/>
                  </a:lnTo>
                  <a:lnTo>
                    <a:pt x="79466" y="310022"/>
                  </a:lnTo>
                  <a:lnTo>
                    <a:pt x="84050" y="312709"/>
                  </a:lnTo>
                  <a:lnTo>
                    <a:pt x="88718" y="315249"/>
                  </a:lnTo>
                  <a:lnTo>
                    <a:pt x="93464" y="317640"/>
                  </a:lnTo>
                  <a:lnTo>
                    <a:pt x="98284" y="319878"/>
                  </a:lnTo>
                  <a:lnTo>
                    <a:pt x="103172" y="321963"/>
                  </a:lnTo>
                  <a:lnTo>
                    <a:pt x="108124" y="323891"/>
                  </a:lnTo>
                  <a:lnTo>
                    <a:pt x="113135" y="325660"/>
                  </a:lnTo>
                  <a:lnTo>
                    <a:pt x="118199" y="327269"/>
                  </a:lnTo>
                  <a:lnTo>
                    <a:pt x="123313" y="328717"/>
                  </a:lnTo>
                  <a:lnTo>
                    <a:pt x="128469" y="330001"/>
                  </a:lnTo>
                  <a:lnTo>
                    <a:pt x="133664" y="331121"/>
                  </a:lnTo>
                  <a:lnTo>
                    <a:pt x="138892" y="332075"/>
                  </a:lnTo>
                  <a:lnTo>
                    <a:pt x="144147" y="332862"/>
                  </a:lnTo>
                  <a:lnTo>
                    <a:pt x="149425" y="333482"/>
                  </a:lnTo>
                  <a:lnTo>
                    <a:pt x="154720" y="333934"/>
                  </a:lnTo>
                  <a:lnTo>
                    <a:pt x="160026" y="334217"/>
                  </a:lnTo>
                  <a:lnTo>
                    <a:pt x="165339" y="334332"/>
                  </a:lnTo>
                  <a:lnTo>
                    <a:pt x="170653" y="334277"/>
                  </a:lnTo>
                  <a:lnTo>
                    <a:pt x="175962" y="334054"/>
                  </a:lnTo>
                  <a:lnTo>
                    <a:pt x="181262" y="333662"/>
                  </a:lnTo>
                  <a:lnTo>
                    <a:pt x="186546" y="333102"/>
                  </a:lnTo>
                  <a:lnTo>
                    <a:pt x="191810" y="332374"/>
                  </a:lnTo>
                  <a:lnTo>
                    <a:pt x="197049" y="331479"/>
                  </a:lnTo>
                  <a:lnTo>
                    <a:pt x="202256" y="330418"/>
                  </a:lnTo>
                  <a:lnTo>
                    <a:pt x="207427" y="329193"/>
                  </a:lnTo>
                  <a:lnTo>
                    <a:pt x="212556" y="327803"/>
                  </a:lnTo>
                  <a:lnTo>
                    <a:pt x="217638" y="326251"/>
                  </a:lnTo>
                  <a:lnTo>
                    <a:pt x="222669" y="324538"/>
                  </a:lnTo>
                  <a:lnTo>
                    <a:pt x="227642" y="322667"/>
                  </a:lnTo>
                  <a:lnTo>
                    <a:pt x="232554" y="320638"/>
                  </a:lnTo>
                  <a:lnTo>
                    <a:pt x="237399" y="318454"/>
                  </a:lnTo>
                  <a:lnTo>
                    <a:pt x="242171" y="316117"/>
                  </a:lnTo>
                  <a:lnTo>
                    <a:pt x="246867" y="313630"/>
                  </a:lnTo>
                  <a:lnTo>
                    <a:pt x="251482" y="310995"/>
                  </a:lnTo>
                  <a:lnTo>
                    <a:pt x="256010" y="308214"/>
                  </a:lnTo>
                  <a:lnTo>
                    <a:pt x="260448" y="305291"/>
                  </a:lnTo>
                  <a:lnTo>
                    <a:pt x="264791" y="302228"/>
                  </a:lnTo>
                  <a:lnTo>
                    <a:pt x="269034" y="299029"/>
                  </a:lnTo>
                  <a:lnTo>
                    <a:pt x="273173" y="295696"/>
                  </a:lnTo>
                  <a:lnTo>
                    <a:pt x="277205" y="292234"/>
                  </a:lnTo>
                  <a:lnTo>
                    <a:pt x="281124" y="288645"/>
                  </a:lnTo>
                  <a:lnTo>
                    <a:pt x="284927" y="284933"/>
                  </a:lnTo>
                  <a:lnTo>
                    <a:pt x="288610" y="281103"/>
                  </a:lnTo>
                  <a:lnTo>
                    <a:pt x="292170" y="277157"/>
                  </a:lnTo>
                  <a:lnTo>
                    <a:pt x="295602" y="273100"/>
                  </a:lnTo>
                  <a:lnTo>
                    <a:pt x="298904" y="268936"/>
                  </a:lnTo>
                  <a:lnTo>
                    <a:pt x="302072" y="264670"/>
                  </a:lnTo>
                  <a:lnTo>
                    <a:pt x="305102" y="260304"/>
                  </a:lnTo>
                  <a:lnTo>
                    <a:pt x="307993" y="255845"/>
                  </a:lnTo>
                  <a:lnTo>
                    <a:pt x="310740" y="251296"/>
                  </a:lnTo>
                  <a:lnTo>
                    <a:pt x="313341" y="246662"/>
                  </a:lnTo>
                  <a:lnTo>
                    <a:pt x="315793" y="241948"/>
                  </a:lnTo>
                  <a:lnTo>
                    <a:pt x="318095" y="237158"/>
                  </a:lnTo>
                  <a:lnTo>
                    <a:pt x="320243" y="232297"/>
                  </a:lnTo>
                  <a:lnTo>
                    <a:pt x="322235" y="227371"/>
                  </a:lnTo>
                  <a:lnTo>
                    <a:pt x="324070" y="222383"/>
                  </a:lnTo>
                  <a:lnTo>
                    <a:pt x="325745" y="217340"/>
                  </a:lnTo>
                  <a:lnTo>
                    <a:pt x="327259" y="212246"/>
                  </a:lnTo>
                  <a:lnTo>
                    <a:pt x="328611" y="207107"/>
                  </a:lnTo>
                  <a:lnTo>
                    <a:pt x="329798" y="201927"/>
                  </a:lnTo>
                  <a:lnTo>
                    <a:pt x="330820" y="196712"/>
                  </a:lnTo>
                  <a:lnTo>
                    <a:pt x="331676" y="191468"/>
                  </a:lnTo>
                  <a:lnTo>
                    <a:pt x="332365" y="186198"/>
                  </a:lnTo>
                  <a:lnTo>
                    <a:pt x="332886" y="180910"/>
                  </a:lnTo>
                  <a:lnTo>
                    <a:pt x="333239" y="175608"/>
                  </a:lnTo>
                  <a:lnTo>
                    <a:pt x="333423" y="170297"/>
                  </a:lnTo>
                  <a:lnTo>
                    <a:pt x="333438" y="164983"/>
                  </a:lnTo>
                  <a:lnTo>
                    <a:pt x="333284" y="159671"/>
                  </a:lnTo>
                  <a:lnTo>
                    <a:pt x="332961" y="154366"/>
                  </a:lnTo>
                  <a:lnTo>
                    <a:pt x="332470" y="149075"/>
                  </a:lnTo>
                  <a:lnTo>
                    <a:pt x="331811" y="143802"/>
                  </a:lnTo>
                  <a:lnTo>
                    <a:pt x="330985" y="138553"/>
                  </a:lnTo>
                  <a:lnTo>
                    <a:pt x="329992" y="133332"/>
                  </a:lnTo>
                  <a:lnTo>
                    <a:pt x="328834" y="128146"/>
                  </a:lnTo>
                  <a:lnTo>
                    <a:pt x="327512" y="122999"/>
                  </a:lnTo>
                  <a:lnTo>
                    <a:pt x="326026" y="117896"/>
                  </a:lnTo>
                  <a:lnTo>
                    <a:pt x="324380" y="112844"/>
                  </a:lnTo>
                  <a:lnTo>
                    <a:pt x="322573" y="107846"/>
                  </a:lnTo>
                  <a:lnTo>
                    <a:pt x="320609" y="102909"/>
                  </a:lnTo>
                  <a:lnTo>
                    <a:pt x="318488" y="98036"/>
                  </a:lnTo>
                  <a:lnTo>
                    <a:pt x="316214" y="93233"/>
                  </a:lnTo>
                  <a:lnTo>
                    <a:pt x="313788" y="88505"/>
                  </a:lnTo>
                  <a:lnTo>
                    <a:pt x="311213" y="83856"/>
                  </a:lnTo>
                  <a:lnTo>
                    <a:pt x="308492" y="79292"/>
                  </a:lnTo>
                  <a:lnTo>
                    <a:pt x="305627" y="74816"/>
                  </a:lnTo>
                  <a:lnTo>
                    <a:pt x="302621" y="70434"/>
                  </a:lnTo>
                  <a:lnTo>
                    <a:pt x="299478" y="66149"/>
                  </a:lnTo>
                  <a:lnTo>
                    <a:pt x="296200" y="61967"/>
                  </a:lnTo>
                  <a:lnTo>
                    <a:pt x="292790" y="57891"/>
                  </a:lnTo>
                  <a:lnTo>
                    <a:pt x="289253" y="53925"/>
                  </a:lnTo>
                  <a:lnTo>
                    <a:pt x="285591" y="50073"/>
                  </a:lnTo>
                  <a:lnTo>
                    <a:pt x="281809" y="46340"/>
                  </a:lnTo>
                  <a:lnTo>
                    <a:pt x="277910" y="42730"/>
                  </a:lnTo>
                  <a:lnTo>
                    <a:pt x="273899" y="39244"/>
                  </a:lnTo>
                  <a:lnTo>
                    <a:pt x="269778" y="35889"/>
                  </a:lnTo>
                  <a:lnTo>
                    <a:pt x="265553" y="32665"/>
                  </a:lnTo>
                  <a:lnTo>
                    <a:pt x="261228" y="29578"/>
                  </a:lnTo>
                  <a:lnTo>
                    <a:pt x="256807" y="26630"/>
                  </a:lnTo>
                  <a:lnTo>
                    <a:pt x="252294" y="23824"/>
                  </a:lnTo>
                  <a:lnTo>
                    <a:pt x="247695" y="21162"/>
                  </a:lnTo>
                  <a:lnTo>
                    <a:pt x="243013" y="18648"/>
                  </a:lnTo>
                  <a:lnTo>
                    <a:pt x="238253" y="16285"/>
                  </a:lnTo>
                  <a:lnTo>
                    <a:pt x="233421" y="14073"/>
                  </a:lnTo>
                  <a:lnTo>
                    <a:pt x="228521" y="12017"/>
                  </a:lnTo>
                  <a:lnTo>
                    <a:pt x="223558" y="10117"/>
                  </a:lnTo>
                  <a:lnTo>
                    <a:pt x="218537" y="8376"/>
                  </a:lnTo>
                  <a:lnTo>
                    <a:pt x="213464" y="6795"/>
                  </a:lnTo>
                  <a:lnTo>
                    <a:pt x="208342" y="5377"/>
                  </a:lnTo>
                  <a:lnTo>
                    <a:pt x="203179" y="4122"/>
                  </a:lnTo>
                  <a:lnTo>
                    <a:pt x="197978" y="3031"/>
                  </a:lnTo>
                  <a:lnTo>
                    <a:pt x="192745" y="2107"/>
                  </a:lnTo>
                  <a:lnTo>
                    <a:pt x="187485" y="1349"/>
                  </a:lnTo>
                  <a:lnTo>
                    <a:pt x="182204" y="759"/>
                  </a:lnTo>
                  <a:lnTo>
                    <a:pt x="176906" y="337"/>
                  </a:lnTo>
                  <a:lnTo>
                    <a:pt x="171598" y="84"/>
                  </a:lnTo>
                  <a:lnTo>
                    <a:pt x="166285" y="0"/>
                  </a:lnTo>
                  <a:lnTo>
                    <a:pt x="16628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339169" y="4659281"/>
              <a:ext cx="84065" cy="167167"/>
            </a:xfrm>
            <a:custGeom>
              <a:avLst/>
              <a:pathLst>
                <a:path w="84065" h="167167">
                  <a:moveTo>
                    <a:pt x="84065" y="0"/>
                  </a:moveTo>
                  <a:lnTo>
                    <a:pt x="78194" y="103"/>
                  </a:lnTo>
                  <a:lnTo>
                    <a:pt x="72330" y="412"/>
                  </a:lnTo>
                  <a:lnTo>
                    <a:pt x="66480" y="927"/>
                  </a:lnTo>
                  <a:lnTo>
                    <a:pt x="60653" y="1647"/>
                  </a:lnTo>
                  <a:lnTo>
                    <a:pt x="54854" y="2571"/>
                  </a:lnTo>
                  <a:lnTo>
                    <a:pt x="49091" y="3699"/>
                  </a:lnTo>
                  <a:lnTo>
                    <a:pt x="43371" y="5028"/>
                  </a:lnTo>
                  <a:lnTo>
                    <a:pt x="37702" y="6557"/>
                  </a:lnTo>
                  <a:lnTo>
                    <a:pt x="32090" y="8285"/>
                  </a:lnTo>
                  <a:lnTo>
                    <a:pt x="26542" y="10208"/>
                  </a:lnTo>
                  <a:lnTo>
                    <a:pt x="21065" y="12325"/>
                  </a:lnTo>
                  <a:lnTo>
                    <a:pt x="15665" y="14634"/>
                  </a:lnTo>
                  <a:lnTo>
                    <a:pt x="10350" y="17130"/>
                  </a:lnTo>
                  <a:lnTo>
                    <a:pt x="5126" y="19812"/>
                  </a:lnTo>
                  <a:lnTo>
                    <a:pt x="0" y="22675"/>
                  </a:lnTo>
                  <a:lnTo>
                    <a:pt x="840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339169" y="4681957"/>
              <a:ext cx="84065" cy="144492"/>
            </a:xfrm>
            <a:custGeom>
              <a:avLst/>
              <a:pathLst>
                <a:path w="84065" h="144492">
                  <a:moveTo>
                    <a:pt x="0" y="0"/>
                  </a:moveTo>
                  <a:lnTo>
                    <a:pt x="84065" y="1444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39169" y="4681957"/>
              <a:ext cx="84065" cy="144492"/>
            </a:xfrm>
            <a:custGeom>
              <a:avLst/>
              <a:pathLst>
                <a:path w="84065" h="144492">
                  <a:moveTo>
                    <a:pt x="0" y="0"/>
                  </a:moveTo>
                  <a:lnTo>
                    <a:pt x="84065" y="1444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256075" y="4681957"/>
              <a:ext cx="307206" cy="311658"/>
            </a:xfrm>
            <a:custGeom>
              <a:avLst/>
              <a:pathLst>
                <a:path w="307206" h="311658">
                  <a:moveTo>
                    <a:pt x="83093" y="0"/>
                  </a:moveTo>
                  <a:lnTo>
                    <a:pt x="78524" y="2757"/>
                  </a:lnTo>
                  <a:lnTo>
                    <a:pt x="74044" y="5658"/>
                  </a:lnTo>
                  <a:lnTo>
                    <a:pt x="69660" y="8702"/>
                  </a:lnTo>
                  <a:lnTo>
                    <a:pt x="65375" y="11883"/>
                  </a:lnTo>
                  <a:lnTo>
                    <a:pt x="61194" y="15200"/>
                  </a:lnTo>
                  <a:lnTo>
                    <a:pt x="57120" y="18648"/>
                  </a:lnTo>
                  <a:lnTo>
                    <a:pt x="53159" y="22225"/>
                  </a:lnTo>
                  <a:lnTo>
                    <a:pt x="49314" y="25927"/>
                  </a:lnTo>
                  <a:lnTo>
                    <a:pt x="45590" y="29749"/>
                  </a:lnTo>
                  <a:lnTo>
                    <a:pt x="41989" y="33688"/>
                  </a:lnTo>
                  <a:lnTo>
                    <a:pt x="38515" y="37740"/>
                  </a:lnTo>
                  <a:lnTo>
                    <a:pt x="35173" y="41902"/>
                  </a:lnTo>
                  <a:lnTo>
                    <a:pt x="31966" y="46167"/>
                  </a:lnTo>
                  <a:lnTo>
                    <a:pt x="28896" y="50533"/>
                  </a:lnTo>
                  <a:lnTo>
                    <a:pt x="25967" y="54994"/>
                  </a:lnTo>
                  <a:lnTo>
                    <a:pt x="23182" y="59547"/>
                  </a:lnTo>
                  <a:lnTo>
                    <a:pt x="20544" y="64187"/>
                  </a:lnTo>
                  <a:lnTo>
                    <a:pt x="18055" y="68908"/>
                  </a:lnTo>
                  <a:lnTo>
                    <a:pt x="15718" y="73706"/>
                  </a:lnTo>
                  <a:lnTo>
                    <a:pt x="13536" y="78577"/>
                  </a:lnTo>
                  <a:lnTo>
                    <a:pt x="11510" y="83514"/>
                  </a:lnTo>
                  <a:lnTo>
                    <a:pt x="9642" y="88514"/>
                  </a:lnTo>
                  <a:lnTo>
                    <a:pt x="7936" y="93571"/>
                  </a:lnTo>
                  <a:lnTo>
                    <a:pt x="6391" y="98679"/>
                  </a:lnTo>
                  <a:lnTo>
                    <a:pt x="5011" y="103835"/>
                  </a:lnTo>
                  <a:lnTo>
                    <a:pt x="3796" y="109032"/>
                  </a:lnTo>
                  <a:lnTo>
                    <a:pt x="2747" y="114265"/>
                  </a:lnTo>
                  <a:lnTo>
                    <a:pt x="1866" y="119529"/>
                  </a:lnTo>
                  <a:lnTo>
                    <a:pt x="1153" y="124818"/>
                  </a:lnTo>
                  <a:lnTo>
                    <a:pt x="610" y="130127"/>
                  </a:lnTo>
                  <a:lnTo>
                    <a:pt x="236" y="135451"/>
                  </a:lnTo>
                  <a:lnTo>
                    <a:pt x="33" y="140784"/>
                  </a:lnTo>
                  <a:lnTo>
                    <a:pt x="0" y="146121"/>
                  </a:lnTo>
                  <a:lnTo>
                    <a:pt x="137" y="151457"/>
                  </a:lnTo>
                  <a:lnTo>
                    <a:pt x="444" y="156785"/>
                  </a:lnTo>
                  <a:lnTo>
                    <a:pt x="922" y="162100"/>
                  </a:lnTo>
                  <a:lnTo>
                    <a:pt x="1568" y="167398"/>
                  </a:lnTo>
                  <a:lnTo>
                    <a:pt x="2384" y="172672"/>
                  </a:lnTo>
                  <a:lnTo>
                    <a:pt x="3368" y="177918"/>
                  </a:lnTo>
                  <a:lnTo>
                    <a:pt x="4518" y="183130"/>
                  </a:lnTo>
                  <a:lnTo>
                    <a:pt x="5834" y="188302"/>
                  </a:lnTo>
                  <a:lnTo>
                    <a:pt x="7315" y="193429"/>
                  </a:lnTo>
                  <a:lnTo>
                    <a:pt x="8959" y="198507"/>
                  </a:lnTo>
                  <a:lnTo>
                    <a:pt x="10764" y="203530"/>
                  </a:lnTo>
                  <a:lnTo>
                    <a:pt x="12728" y="208492"/>
                  </a:lnTo>
                  <a:lnTo>
                    <a:pt x="14850" y="213389"/>
                  </a:lnTo>
                  <a:lnTo>
                    <a:pt x="17127" y="218216"/>
                  </a:lnTo>
                  <a:lnTo>
                    <a:pt x="19557" y="222968"/>
                  </a:lnTo>
                  <a:lnTo>
                    <a:pt x="22137" y="227640"/>
                  </a:lnTo>
                  <a:lnTo>
                    <a:pt x="24865" y="232227"/>
                  </a:lnTo>
                  <a:lnTo>
                    <a:pt x="27739" y="236724"/>
                  </a:lnTo>
                  <a:lnTo>
                    <a:pt x="30754" y="241128"/>
                  </a:lnTo>
                  <a:lnTo>
                    <a:pt x="33908" y="245433"/>
                  </a:lnTo>
                  <a:lnTo>
                    <a:pt x="37199" y="249635"/>
                  </a:lnTo>
                  <a:lnTo>
                    <a:pt x="40621" y="253730"/>
                  </a:lnTo>
                  <a:lnTo>
                    <a:pt x="44173" y="257714"/>
                  </a:lnTo>
                  <a:lnTo>
                    <a:pt x="47850" y="261582"/>
                  </a:lnTo>
                  <a:lnTo>
                    <a:pt x="51648" y="265331"/>
                  </a:lnTo>
                  <a:lnTo>
                    <a:pt x="55565" y="268957"/>
                  </a:lnTo>
                  <a:lnTo>
                    <a:pt x="59595" y="272456"/>
                  </a:lnTo>
                  <a:lnTo>
                    <a:pt x="63735" y="275825"/>
                  </a:lnTo>
                  <a:lnTo>
                    <a:pt x="67980" y="279059"/>
                  </a:lnTo>
                  <a:lnTo>
                    <a:pt x="72326" y="282157"/>
                  </a:lnTo>
                  <a:lnTo>
                    <a:pt x="76769" y="285114"/>
                  </a:lnTo>
                  <a:lnTo>
                    <a:pt x="81304" y="287928"/>
                  </a:lnTo>
                  <a:lnTo>
                    <a:pt x="85927" y="290595"/>
                  </a:lnTo>
                  <a:lnTo>
                    <a:pt x="90632" y="293114"/>
                  </a:lnTo>
                  <a:lnTo>
                    <a:pt x="95415" y="295481"/>
                  </a:lnTo>
                  <a:lnTo>
                    <a:pt x="100272" y="297694"/>
                  </a:lnTo>
                  <a:lnTo>
                    <a:pt x="105197" y="299751"/>
                  </a:lnTo>
                  <a:lnTo>
                    <a:pt x="110184" y="301650"/>
                  </a:lnTo>
                  <a:lnTo>
                    <a:pt x="115230" y="303389"/>
                  </a:lnTo>
                  <a:lnTo>
                    <a:pt x="120329" y="304966"/>
                  </a:lnTo>
                  <a:lnTo>
                    <a:pt x="125476" y="306379"/>
                  </a:lnTo>
                  <a:lnTo>
                    <a:pt x="130665" y="307627"/>
                  </a:lnTo>
                  <a:lnTo>
                    <a:pt x="135891" y="308709"/>
                  </a:lnTo>
                  <a:lnTo>
                    <a:pt x="141149" y="309623"/>
                  </a:lnTo>
                  <a:lnTo>
                    <a:pt x="146434" y="310369"/>
                  </a:lnTo>
                  <a:lnTo>
                    <a:pt x="151740" y="310946"/>
                  </a:lnTo>
                  <a:lnTo>
                    <a:pt x="157061" y="311354"/>
                  </a:lnTo>
                  <a:lnTo>
                    <a:pt x="162393" y="311591"/>
                  </a:lnTo>
                  <a:lnTo>
                    <a:pt x="167729" y="311658"/>
                  </a:lnTo>
                  <a:lnTo>
                    <a:pt x="173065" y="311555"/>
                  </a:lnTo>
                  <a:lnTo>
                    <a:pt x="178395" y="311281"/>
                  </a:lnTo>
                  <a:lnTo>
                    <a:pt x="183714" y="310837"/>
                  </a:lnTo>
                  <a:lnTo>
                    <a:pt x="189016" y="310224"/>
                  </a:lnTo>
                  <a:lnTo>
                    <a:pt x="194295" y="309442"/>
                  </a:lnTo>
                  <a:lnTo>
                    <a:pt x="199547" y="308491"/>
                  </a:lnTo>
                  <a:lnTo>
                    <a:pt x="204766" y="307374"/>
                  </a:lnTo>
                  <a:lnTo>
                    <a:pt x="209946" y="306090"/>
                  </a:lnTo>
                  <a:lnTo>
                    <a:pt x="215083" y="304642"/>
                  </a:lnTo>
                  <a:lnTo>
                    <a:pt x="220171" y="303031"/>
                  </a:lnTo>
                  <a:lnTo>
                    <a:pt x="225205" y="301258"/>
                  </a:lnTo>
                  <a:lnTo>
                    <a:pt x="230180" y="299325"/>
                  </a:lnTo>
                  <a:lnTo>
                    <a:pt x="235090" y="297234"/>
                  </a:lnTo>
                  <a:lnTo>
                    <a:pt x="239931" y="294988"/>
                  </a:lnTo>
                  <a:lnTo>
                    <a:pt x="244698" y="292588"/>
                  </a:lnTo>
                  <a:lnTo>
                    <a:pt x="249387" y="290037"/>
                  </a:lnTo>
                  <a:lnTo>
                    <a:pt x="253991" y="287338"/>
                  </a:lnTo>
                  <a:lnTo>
                    <a:pt x="258507" y="284494"/>
                  </a:lnTo>
                  <a:lnTo>
                    <a:pt x="262929" y="281506"/>
                  </a:lnTo>
                  <a:lnTo>
                    <a:pt x="267254" y="278379"/>
                  </a:lnTo>
                  <a:lnTo>
                    <a:pt x="271477" y="275116"/>
                  </a:lnTo>
                  <a:lnTo>
                    <a:pt x="275594" y="271719"/>
                  </a:lnTo>
                  <a:lnTo>
                    <a:pt x="279600" y="268193"/>
                  </a:lnTo>
                  <a:lnTo>
                    <a:pt x="283491" y="264540"/>
                  </a:lnTo>
                  <a:lnTo>
                    <a:pt x="287264" y="260765"/>
                  </a:lnTo>
                  <a:lnTo>
                    <a:pt x="290915" y="256872"/>
                  </a:lnTo>
                  <a:lnTo>
                    <a:pt x="294439" y="252864"/>
                  </a:lnTo>
                  <a:lnTo>
                    <a:pt x="297834" y="248746"/>
                  </a:lnTo>
                  <a:lnTo>
                    <a:pt x="301095" y="244521"/>
                  </a:lnTo>
                  <a:lnTo>
                    <a:pt x="304220" y="240195"/>
                  </a:lnTo>
                  <a:lnTo>
                    <a:pt x="307206" y="235771"/>
                  </a:lnTo>
                  <a:lnTo>
                    <a:pt x="167159" y="1444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167167" cy="258446"/>
            </a:xfrm>
            <a:custGeom>
              <a:avLst/>
              <a:pathLst>
                <a:path w="167167" h="258446">
                  <a:moveTo>
                    <a:pt x="140046" y="258446"/>
                  </a:moveTo>
                  <a:lnTo>
                    <a:pt x="142901" y="253909"/>
                  </a:lnTo>
                  <a:lnTo>
                    <a:pt x="145608" y="249283"/>
                  </a:lnTo>
                  <a:lnTo>
                    <a:pt x="148166" y="244573"/>
                  </a:lnTo>
                  <a:lnTo>
                    <a:pt x="150571" y="239783"/>
                  </a:lnTo>
                  <a:lnTo>
                    <a:pt x="152822" y="234918"/>
                  </a:lnTo>
                  <a:lnTo>
                    <a:pt x="154916" y="229984"/>
                  </a:lnTo>
                  <a:lnTo>
                    <a:pt x="156850" y="224985"/>
                  </a:lnTo>
                  <a:lnTo>
                    <a:pt x="158623" y="219926"/>
                  </a:lnTo>
                  <a:lnTo>
                    <a:pt x="160233" y="214814"/>
                  </a:lnTo>
                  <a:lnTo>
                    <a:pt x="161678" y="209652"/>
                  </a:lnTo>
                  <a:lnTo>
                    <a:pt x="162957" y="204447"/>
                  </a:lnTo>
                  <a:lnTo>
                    <a:pt x="164069" y="199203"/>
                  </a:lnTo>
                  <a:lnTo>
                    <a:pt x="165011" y="193926"/>
                  </a:lnTo>
                  <a:lnTo>
                    <a:pt x="165784" y="188622"/>
                  </a:lnTo>
                  <a:lnTo>
                    <a:pt x="166387" y="183296"/>
                  </a:lnTo>
                  <a:lnTo>
                    <a:pt x="166819" y="177953"/>
                  </a:lnTo>
                  <a:lnTo>
                    <a:pt x="167079" y="172599"/>
                  </a:lnTo>
                  <a:lnTo>
                    <a:pt x="167167" y="167240"/>
                  </a:lnTo>
                  <a:lnTo>
                    <a:pt x="167083" y="161880"/>
                  </a:lnTo>
                  <a:lnTo>
                    <a:pt x="166828" y="156526"/>
                  </a:lnTo>
                  <a:lnTo>
                    <a:pt x="166401" y="151183"/>
                  </a:lnTo>
                  <a:lnTo>
                    <a:pt x="165803" y="145857"/>
                  </a:lnTo>
                  <a:lnTo>
                    <a:pt x="165035" y="140552"/>
                  </a:lnTo>
                  <a:lnTo>
                    <a:pt x="164096" y="135274"/>
                  </a:lnTo>
                  <a:lnTo>
                    <a:pt x="162990" y="130030"/>
                  </a:lnTo>
                  <a:lnTo>
                    <a:pt x="161715" y="124823"/>
                  </a:lnTo>
                  <a:lnTo>
                    <a:pt x="160274" y="119660"/>
                  </a:lnTo>
                  <a:lnTo>
                    <a:pt x="158669" y="114546"/>
                  </a:lnTo>
                  <a:lnTo>
                    <a:pt x="156900" y="109486"/>
                  </a:lnTo>
                  <a:lnTo>
                    <a:pt x="154970" y="104486"/>
                  </a:lnTo>
                  <a:lnTo>
                    <a:pt x="152881" y="99549"/>
                  </a:lnTo>
                  <a:lnTo>
                    <a:pt x="150635" y="94683"/>
                  </a:lnTo>
                  <a:lnTo>
                    <a:pt x="148233" y="89891"/>
                  </a:lnTo>
                  <a:lnTo>
                    <a:pt x="145680" y="85178"/>
                  </a:lnTo>
                  <a:lnTo>
                    <a:pt x="142976" y="80549"/>
                  </a:lnTo>
                  <a:lnTo>
                    <a:pt x="140126" y="76010"/>
                  </a:lnTo>
                  <a:lnTo>
                    <a:pt x="137131" y="71564"/>
                  </a:lnTo>
                  <a:lnTo>
                    <a:pt x="133996" y="67217"/>
                  </a:lnTo>
                  <a:lnTo>
                    <a:pt x="130722" y="62972"/>
                  </a:lnTo>
                  <a:lnTo>
                    <a:pt x="127315" y="58835"/>
                  </a:lnTo>
                  <a:lnTo>
                    <a:pt x="123776" y="54809"/>
                  </a:lnTo>
                  <a:lnTo>
                    <a:pt x="120110" y="50898"/>
                  </a:lnTo>
                  <a:lnTo>
                    <a:pt x="116321" y="47107"/>
                  </a:lnTo>
                  <a:lnTo>
                    <a:pt x="112412" y="43440"/>
                  </a:lnTo>
                  <a:lnTo>
                    <a:pt x="108387" y="39899"/>
                  </a:lnTo>
                  <a:lnTo>
                    <a:pt x="104251" y="36490"/>
                  </a:lnTo>
                  <a:lnTo>
                    <a:pt x="100008" y="33214"/>
                  </a:lnTo>
                  <a:lnTo>
                    <a:pt x="95662" y="30077"/>
                  </a:lnTo>
                  <a:lnTo>
                    <a:pt x="91218" y="27081"/>
                  </a:lnTo>
                  <a:lnTo>
                    <a:pt x="86680" y="24228"/>
                  </a:lnTo>
                  <a:lnTo>
                    <a:pt x="82052" y="21523"/>
                  </a:lnTo>
                  <a:lnTo>
                    <a:pt x="77341" y="18967"/>
                  </a:lnTo>
                  <a:lnTo>
                    <a:pt x="72550" y="16563"/>
                  </a:lnTo>
                  <a:lnTo>
                    <a:pt x="67684" y="14315"/>
                  </a:lnTo>
                  <a:lnTo>
                    <a:pt x="62748" y="12223"/>
                  </a:lnTo>
                  <a:lnTo>
                    <a:pt x="57749" y="10291"/>
                  </a:lnTo>
                  <a:lnTo>
                    <a:pt x="52689" y="8520"/>
                  </a:lnTo>
                  <a:lnTo>
                    <a:pt x="47576" y="6913"/>
                  </a:lnTo>
                  <a:lnTo>
                    <a:pt x="42414" y="5470"/>
                  </a:lnTo>
                  <a:lnTo>
                    <a:pt x="37208" y="4193"/>
                  </a:lnTo>
                  <a:lnTo>
                    <a:pt x="31964" y="3084"/>
                  </a:lnTo>
                  <a:lnTo>
                    <a:pt x="26687" y="2143"/>
                  </a:lnTo>
                  <a:lnTo>
                    <a:pt x="21382" y="1373"/>
                  </a:lnTo>
                  <a:lnTo>
                    <a:pt x="16056" y="772"/>
                  </a:lnTo>
                  <a:lnTo>
                    <a:pt x="10713" y="343"/>
                  </a:lnTo>
                  <a:lnTo>
                    <a:pt x="535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625604" y="4213821"/>
              <a:ext cx="102868" cy="167167"/>
            </a:xfrm>
            <a:custGeom>
              <a:avLst/>
              <a:pathLst>
                <a:path w="102868" h="167167">
                  <a:moveTo>
                    <a:pt x="102868" y="0"/>
                  </a:moveTo>
                  <a:lnTo>
                    <a:pt x="97328" y="91"/>
                  </a:lnTo>
                  <a:lnTo>
                    <a:pt x="91795" y="367"/>
                  </a:lnTo>
                  <a:lnTo>
                    <a:pt x="86274" y="825"/>
                  </a:lnTo>
                  <a:lnTo>
                    <a:pt x="80771" y="1466"/>
                  </a:lnTo>
                  <a:lnTo>
                    <a:pt x="75293" y="2289"/>
                  </a:lnTo>
                  <a:lnTo>
                    <a:pt x="69845" y="3294"/>
                  </a:lnTo>
                  <a:lnTo>
                    <a:pt x="64433" y="4478"/>
                  </a:lnTo>
                  <a:lnTo>
                    <a:pt x="59063" y="5841"/>
                  </a:lnTo>
                  <a:lnTo>
                    <a:pt x="53741" y="7381"/>
                  </a:lnTo>
                  <a:lnTo>
                    <a:pt x="48473" y="9097"/>
                  </a:lnTo>
                  <a:lnTo>
                    <a:pt x="43265" y="10986"/>
                  </a:lnTo>
                  <a:lnTo>
                    <a:pt x="38123" y="13047"/>
                  </a:lnTo>
                  <a:lnTo>
                    <a:pt x="33052" y="15277"/>
                  </a:lnTo>
                  <a:lnTo>
                    <a:pt x="28057" y="17673"/>
                  </a:lnTo>
                  <a:lnTo>
                    <a:pt x="23144" y="20234"/>
                  </a:lnTo>
                  <a:lnTo>
                    <a:pt x="18319" y="22957"/>
                  </a:lnTo>
                  <a:lnTo>
                    <a:pt x="13587" y="25838"/>
                  </a:lnTo>
                  <a:lnTo>
                    <a:pt x="8953" y="28874"/>
                  </a:lnTo>
                  <a:lnTo>
                    <a:pt x="4422" y="32061"/>
                  </a:lnTo>
                  <a:lnTo>
                    <a:pt x="0" y="35398"/>
                  </a:lnTo>
                  <a:lnTo>
                    <a:pt x="10286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625604" y="4249219"/>
              <a:ext cx="102868" cy="131769"/>
            </a:xfrm>
            <a:custGeom>
              <a:avLst/>
              <a:pathLst>
                <a:path w="102868" h="131769">
                  <a:moveTo>
                    <a:pt x="0" y="0"/>
                  </a:moveTo>
                  <a:lnTo>
                    <a:pt x="102868" y="1317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561316" y="4249219"/>
              <a:ext cx="334314" cy="298934"/>
            </a:xfrm>
            <a:custGeom>
              <a:avLst/>
              <a:pathLst>
                <a:path w="334314" h="298934">
                  <a:moveTo>
                    <a:pt x="64287" y="0"/>
                  </a:moveTo>
                  <a:lnTo>
                    <a:pt x="60160" y="3328"/>
                  </a:lnTo>
                  <a:lnTo>
                    <a:pt x="56141" y="6785"/>
                  </a:lnTo>
                  <a:lnTo>
                    <a:pt x="52234" y="10369"/>
                  </a:lnTo>
                  <a:lnTo>
                    <a:pt x="48442" y="14074"/>
                  </a:lnTo>
                  <a:lnTo>
                    <a:pt x="44769" y="17898"/>
                  </a:lnTo>
                  <a:lnTo>
                    <a:pt x="41220" y="21836"/>
                  </a:lnTo>
                  <a:lnTo>
                    <a:pt x="37797" y="25885"/>
                  </a:lnTo>
                  <a:lnTo>
                    <a:pt x="34504" y="30040"/>
                  </a:lnTo>
                  <a:lnTo>
                    <a:pt x="31345" y="34298"/>
                  </a:lnTo>
                  <a:lnTo>
                    <a:pt x="28322" y="38654"/>
                  </a:lnTo>
                  <a:lnTo>
                    <a:pt x="25439" y="43103"/>
                  </a:lnTo>
                  <a:lnTo>
                    <a:pt x="22699" y="47642"/>
                  </a:lnTo>
                  <a:lnTo>
                    <a:pt x="20104" y="52265"/>
                  </a:lnTo>
                  <a:lnTo>
                    <a:pt x="17657" y="56968"/>
                  </a:lnTo>
                  <a:lnTo>
                    <a:pt x="15360" y="61747"/>
                  </a:lnTo>
                  <a:lnTo>
                    <a:pt x="13216" y="66596"/>
                  </a:lnTo>
                  <a:lnTo>
                    <a:pt x="11226" y="71510"/>
                  </a:lnTo>
                  <a:lnTo>
                    <a:pt x="9394" y="76485"/>
                  </a:lnTo>
                  <a:lnTo>
                    <a:pt x="7720" y="81516"/>
                  </a:lnTo>
                  <a:lnTo>
                    <a:pt x="6207" y="86597"/>
                  </a:lnTo>
                  <a:lnTo>
                    <a:pt x="4855" y="91724"/>
                  </a:lnTo>
                  <a:lnTo>
                    <a:pt x="3667" y="96891"/>
                  </a:lnTo>
                  <a:lnTo>
                    <a:pt x="2643" y="102093"/>
                  </a:lnTo>
                  <a:lnTo>
                    <a:pt x="1785" y="107324"/>
                  </a:lnTo>
                  <a:lnTo>
                    <a:pt x="1093" y="112581"/>
                  </a:lnTo>
                  <a:lnTo>
                    <a:pt x="568" y="117857"/>
                  </a:lnTo>
                  <a:lnTo>
                    <a:pt x="210" y="123146"/>
                  </a:lnTo>
                  <a:lnTo>
                    <a:pt x="21" y="128445"/>
                  </a:lnTo>
                  <a:lnTo>
                    <a:pt x="0" y="133746"/>
                  </a:lnTo>
                  <a:lnTo>
                    <a:pt x="146" y="139046"/>
                  </a:lnTo>
                  <a:lnTo>
                    <a:pt x="461" y="144339"/>
                  </a:lnTo>
                  <a:lnTo>
                    <a:pt x="943" y="149618"/>
                  </a:lnTo>
                  <a:lnTo>
                    <a:pt x="1593" y="154880"/>
                  </a:lnTo>
                  <a:lnTo>
                    <a:pt x="2409" y="160119"/>
                  </a:lnTo>
                  <a:lnTo>
                    <a:pt x="3391" y="165329"/>
                  </a:lnTo>
                  <a:lnTo>
                    <a:pt x="4538" y="170505"/>
                  </a:lnTo>
                  <a:lnTo>
                    <a:pt x="5848" y="175642"/>
                  </a:lnTo>
                  <a:lnTo>
                    <a:pt x="7320" y="180736"/>
                  </a:lnTo>
                  <a:lnTo>
                    <a:pt x="8954" y="185780"/>
                  </a:lnTo>
                  <a:lnTo>
                    <a:pt x="10746" y="190769"/>
                  </a:lnTo>
                  <a:lnTo>
                    <a:pt x="12696" y="195700"/>
                  </a:lnTo>
                  <a:lnTo>
                    <a:pt x="14801" y="200566"/>
                  </a:lnTo>
                  <a:lnTo>
                    <a:pt x="17059" y="205362"/>
                  </a:lnTo>
                  <a:lnTo>
                    <a:pt x="19468" y="210085"/>
                  </a:lnTo>
                  <a:lnTo>
                    <a:pt x="22026" y="214729"/>
                  </a:lnTo>
                  <a:lnTo>
                    <a:pt x="24730" y="219290"/>
                  </a:lnTo>
                  <a:lnTo>
                    <a:pt x="27577" y="223762"/>
                  </a:lnTo>
                  <a:lnTo>
                    <a:pt x="30564" y="228142"/>
                  </a:lnTo>
                  <a:lnTo>
                    <a:pt x="33689" y="232425"/>
                  </a:lnTo>
                  <a:lnTo>
                    <a:pt x="36948" y="236607"/>
                  </a:lnTo>
                  <a:lnTo>
                    <a:pt x="40338" y="240683"/>
                  </a:lnTo>
                  <a:lnTo>
                    <a:pt x="43856" y="244650"/>
                  </a:lnTo>
                  <a:lnTo>
                    <a:pt x="47497" y="248503"/>
                  </a:lnTo>
                  <a:lnTo>
                    <a:pt x="51259" y="252239"/>
                  </a:lnTo>
                  <a:lnTo>
                    <a:pt x="55138" y="255854"/>
                  </a:lnTo>
                  <a:lnTo>
                    <a:pt x="59129" y="259344"/>
                  </a:lnTo>
                  <a:lnTo>
                    <a:pt x="63229" y="262705"/>
                  </a:lnTo>
                  <a:lnTo>
                    <a:pt x="67434" y="265935"/>
                  </a:lnTo>
                  <a:lnTo>
                    <a:pt x="71738" y="269030"/>
                  </a:lnTo>
                  <a:lnTo>
                    <a:pt x="76139" y="271986"/>
                  </a:lnTo>
                  <a:lnTo>
                    <a:pt x="80631" y="274802"/>
                  </a:lnTo>
                  <a:lnTo>
                    <a:pt x="85211" y="277474"/>
                  </a:lnTo>
                  <a:lnTo>
                    <a:pt x="89872" y="279999"/>
                  </a:lnTo>
                  <a:lnTo>
                    <a:pt x="94612" y="282376"/>
                  </a:lnTo>
                  <a:lnTo>
                    <a:pt x="99424" y="284600"/>
                  </a:lnTo>
                  <a:lnTo>
                    <a:pt x="104305" y="286671"/>
                  </a:lnTo>
                  <a:lnTo>
                    <a:pt x="109249" y="288586"/>
                  </a:lnTo>
                  <a:lnTo>
                    <a:pt x="114251" y="290344"/>
                  </a:lnTo>
                  <a:lnTo>
                    <a:pt x="119306" y="291942"/>
                  </a:lnTo>
                  <a:lnTo>
                    <a:pt x="124409" y="293379"/>
                  </a:lnTo>
                  <a:lnTo>
                    <a:pt x="129556" y="294653"/>
                  </a:lnTo>
                  <a:lnTo>
                    <a:pt x="134740" y="295763"/>
                  </a:lnTo>
                  <a:lnTo>
                    <a:pt x="139957" y="296709"/>
                  </a:lnTo>
                  <a:lnTo>
                    <a:pt x="145201" y="297488"/>
                  </a:lnTo>
                  <a:lnTo>
                    <a:pt x="150467" y="298101"/>
                  </a:lnTo>
                  <a:lnTo>
                    <a:pt x="155750" y="298547"/>
                  </a:lnTo>
                  <a:lnTo>
                    <a:pt x="161045" y="298824"/>
                  </a:lnTo>
                  <a:lnTo>
                    <a:pt x="166345" y="298934"/>
                  </a:lnTo>
                  <a:lnTo>
                    <a:pt x="171647" y="298876"/>
                  </a:lnTo>
                  <a:lnTo>
                    <a:pt x="176944" y="298649"/>
                  </a:lnTo>
                  <a:lnTo>
                    <a:pt x="182231" y="298255"/>
                  </a:lnTo>
                  <a:lnTo>
                    <a:pt x="187503" y="297693"/>
                  </a:lnTo>
                  <a:lnTo>
                    <a:pt x="192754" y="296964"/>
                  </a:lnTo>
                  <a:lnTo>
                    <a:pt x="197980" y="296070"/>
                  </a:lnTo>
                  <a:lnTo>
                    <a:pt x="203175" y="295010"/>
                  </a:lnTo>
                  <a:lnTo>
                    <a:pt x="208333" y="293785"/>
                  </a:lnTo>
                  <a:lnTo>
                    <a:pt x="213450" y="292398"/>
                  </a:lnTo>
                  <a:lnTo>
                    <a:pt x="218521" y="290849"/>
                  </a:lnTo>
                  <a:lnTo>
                    <a:pt x="223539" y="289140"/>
                  </a:lnTo>
                  <a:lnTo>
                    <a:pt x="228502" y="287273"/>
                  </a:lnTo>
                  <a:lnTo>
                    <a:pt x="233402" y="285249"/>
                  </a:lnTo>
                  <a:lnTo>
                    <a:pt x="238236" y="283071"/>
                  </a:lnTo>
                  <a:lnTo>
                    <a:pt x="242998" y="280741"/>
                  </a:lnTo>
                  <a:lnTo>
                    <a:pt x="247684" y="278261"/>
                  </a:lnTo>
                  <a:lnTo>
                    <a:pt x="252289" y="275634"/>
                  </a:lnTo>
                  <a:lnTo>
                    <a:pt x="256808" y="272862"/>
                  </a:lnTo>
                  <a:lnTo>
                    <a:pt x="261238" y="269948"/>
                  </a:lnTo>
                  <a:lnTo>
                    <a:pt x="265572" y="266895"/>
                  </a:lnTo>
                  <a:lnTo>
                    <a:pt x="269808" y="263706"/>
                  </a:lnTo>
                  <a:lnTo>
                    <a:pt x="273940" y="260384"/>
                  </a:lnTo>
                  <a:lnTo>
                    <a:pt x="277965" y="256933"/>
                  </a:lnTo>
                  <a:lnTo>
                    <a:pt x="281878" y="253356"/>
                  </a:lnTo>
                  <a:lnTo>
                    <a:pt x="285676" y="249657"/>
                  </a:lnTo>
                  <a:lnTo>
                    <a:pt x="289355" y="245840"/>
                  </a:lnTo>
                  <a:lnTo>
                    <a:pt x="292911" y="241907"/>
                  </a:lnTo>
                  <a:lnTo>
                    <a:pt x="296340" y="237864"/>
                  </a:lnTo>
                  <a:lnTo>
                    <a:pt x="299640" y="233714"/>
                  </a:lnTo>
                  <a:lnTo>
                    <a:pt x="302806" y="229461"/>
                  </a:lnTo>
                  <a:lnTo>
                    <a:pt x="305836" y="225110"/>
                  </a:lnTo>
                  <a:lnTo>
                    <a:pt x="308726" y="220666"/>
                  </a:lnTo>
                  <a:lnTo>
                    <a:pt x="311474" y="216132"/>
                  </a:lnTo>
                  <a:lnTo>
                    <a:pt x="314077" y="211513"/>
                  </a:lnTo>
                  <a:lnTo>
                    <a:pt x="316531" y="206813"/>
                  </a:lnTo>
                  <a:lnTo>
                    <a:pt x="318836" y="202039"/>
                  </a:lnTo>
                  <a:lnTo>
                    <a:pt x="320988" y="197193"/>
                  </a:lnTo>
                  <a:lnTo>
                    <a:pt x="322985" y="192282"/>
                  </a:lnTo>
                  <a:lnTo>
                    <a:pt x="324826" y="187310"/>
                  </a:lnTo>
                  <a:lnTo>
                    <a:pt x="326508" y="182282"/>
                  </a:lnTo>
                  <a:lnTo>
                    <a:pt x="328030" y="177204"/>
                  </a:lnTo>
                  <a:lnTo>
                    <a:pt x="329390" y="172079"/>
                  </a:lnTo>
                  <a:lnTo>
                    <a:pt x="330586" y="166914"/>
                  </a:lnTo>
                  <a:lnTo>
                    <a:pt x="331619" y="161714"/>
                  </a:lnTo>
                  <a:lnTo>
                    <a:pt x="332486" y="156483"/>
                  </a:lnTo>
                  <a:lnTo>
                    <a:pt x="333186" y="151228"/>
                  </a:lnTo>
                  <a:lnTo>
                    <a:pt x="333720" y="145953"/>
                  </a:lnTo>
                  <a:lnTo>
                    <a:pt x="334086" y="140664"/>
                  </a:lnTo>
                  <a:lnTo>
                    <a:pt x="334284" y="135366"/>
                  </a:lnTo>
                  <a:lnTo>
                    <a:pt x="334314" y="130064"/>
                  </a:lnTo>
                  <a:lnTo>
                    <a:pt x="334176" y="124764"/>
                  </a:lnTo>
                  <a:lnTo>
                    <a:pt x="333870" y="119471"/>
                  </a:lnTo>
                  <a:lnTo>
                    <a:pt x="333396" y="114191"/>
                  </a:lnTo>
                  <a:lnTo>
                    <a:pt x="332755" y="108928"/>
                  </a:lnTo>
                  <a:lnTo>
                    <a:pt x="167155" y="1317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165599" cy="167167"/>
            </a:xfrm>
            <a:custGeom>
              <a:avLst/>
              <a:pathLst>
                <a:path w="165599" h="167167">
                  <a:moveTo>
                    <a:pt x="165599" y="144326"/>
                  </a:moveTo>
                  <a:lnTo>
                    <a:pt x="164767" y="138943"/>
                  </a:lnTo>
                  <a:lnTo>
                    <a:pt x="163760" y="133590"/>
                  </a:lnTo>
                  <a:lnTo>
                    <a:pt x="162579" y="128273"/>
                  </a:lnTo>
                  <a:lnTo>
                    <a:pt x="161226" y="122997"/>
                  </a:lnTo>
                  <a:lnTo>
                    <a:pt x="159701" y="117768"/>
                  </a:lnTo>
                  <a:lnTo>
                    <a:pt x="158007" y="112591"/>
                  </a:lnTo>
                  <a:lnTo>
                    <a:pt x="156145" y="107472"/>
                  </a:lnTo>
                  <a:lnTo>
                    <a:pt x="154118" y="102417"/>
                  </a:lnTo>
                  <a:lnTo>
                    <a:pt x="151926" y="97430"/>
                  </a:lnTo>
                  <a:lnTo>
                    <a:pt x="149574" y="92518"/>
                  </a:lnTo>
                  <a:lnTo>
                    <a:pt x="147062" y="87684"/>
                  </a:lnTo>
                  <a:lnTo>
                    <a:pt x="144395" y="82935"/>
                  </a:lnTo>
                  <a:lnTo>
                    <a:pt x="141574" y="78276"/>
                  </a:lnTo>
                  <a:lnTo>
                    <a:pt x="138603" y="73710"/>
                  </a:lnTo>
                  <a:lnTo>
                    <a:pt x="135484" y="69245"/>
                  </a:lnTo>
                  <a:lnTo>
                    <a:pt x="132222" y="64883"/>
                  </a:lnTo>
                  <a:lnTo>
                    <a:pt x="128820" y="60629"/>
                  </a:lnTo>
                  <a:lnTo>
                    <a:pt x="125280" y="56489"/>
                  </a:lnTo>
                  <a:lnTo>
                    <a:pt x="121608" y="52466"/>
                  </a:lnTo>
                  <a:lnTo>
                    <a:pt x="117807" y="48565"/>
                  </a:lnTo>
                  <a:lnTo>
                    <a:pt x="113880" y="44790"/>
                  </a:lnTo>
                  <a:lnTo>
                    <a:pt x="109833" y="41145"/>
                  </a:lnTo>
                  <a:lnTo>
                    <a:pt x="105669" y="37633"/>
                  </a:lnTo>
                  <a:lnTo>
                    <a:pt x="101393" y="34260"/>
                  </a:lnTo>
                  <a:lnTo>
                    <a:pt x="97009" y="31027"/>
                  </a:lnTo>
                  <a:lnTo>
                    <a:pt x="92522" y="27939"/>
                  </a:lnTo>
                  <a:lnTo>
                    <a:pt x="87937" y="24998"/>
                  </a:lnTo>
                  <a:lnTo>
                    <a:pt x="83259" y="22209"/>
                  </a:lnTo>
                  <a:lnTo>
                    <a:pt x="78492" y="19573"/>
                  </a:lnTo>
                  <a:lnTo>
                    <a:pt x="73642" y="17094"/>
                  </a:lnTo>
                  <a:lnTo>
                    <a:pt x="68713" y="14775"/>
                  </a:lnTo>
                  <a:lnTo>
                    <a:pt x="63712" y="12617"/>
                  </a:lnTo>
                  <a:lnTo>
                    <a:pt x="58643" y="10623"/>
                  </a:lnTo>
                  <a:lnTo>
                    <a:pt x="53512" y="8796"/>
                  </a:lnTo>
                  <a:lnTo>
                    <a:pt x="48324" y="7137"/>
                  </a:lnTo>
                  <a:lnTo>
                    <a:pt x="43085" y="5647"/>
                  </a:lnTo>
                  <a:lnTo>
                    <a:pt x="37800" y="4329"/>
                  </a:lnTo>
                  <a:lnTo>
                    <a:pt x="32474" y="3184"/>
                  </a:lnTo>
                  <a:lnTo>
                    <a:pt x="27115" y="2213"/>
                  </a:lnTo>
                  <a:lnTo>
                    <a:pt x="21726" y="1417"/>
                  </a:lnTo>
                  <a:lnTo>
                    <a:pt x="16315" y="798"/>
                  </a:lnTo>
                  <a:lnTo>
                    <a:pt x="10886" y="354"/>
                  </a:lnTo>
                  <a:lnTo>
                    <a:pt x="544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56258" y="3707720"/>
              <a:ext cx="162752" cy="167167"/>
            </a:xfrm>
            <a:custGeom>
              <a:avLst/>
              <a:pathLst>
                <a:path w="162752" h="167167">
                  <a:moveTo>
                    <a:pt x="162752" y="0"/>
                  </a:moveTo>
                  <a:lnTo>
                    <a:pt x="157288" y="89"/>
                  </a:lnTo>
                  <a:lnTo>
                    <a:pt x="151829" y="357"/>
                  </a:lnTo>
                  <a:lnTo>
                    <a:pt x="146382" y="803"/>
                  </a:lnTo>
                  <a:lnTo>
                    <a:pt x="140953" y="1427"/>
                  </a:lnTo>
                  <a:lnTo>
                    <a:pt x="135547" y="2228"/>
                  </a:lnTo>
                  <a:lnTo>
                    <a:pt x="130170" y="3206"/>
                  </a:lnTo>
                  <a:lnTo>
                    <a:pt x="124827" y="4358"/>
                  </a:lnTo>
                  <a:lnTo>
                    <a:pt x="119526" y="5685"/>
                  </a:lnTo>
                  <a:lnTo>
                    <a:pt x="114270" y="7184"/>
                  </a:lnTo>
                  <a:lnTo>
                    <a:pt x="109067" y="8855"/>
                  </a:lnTo>
                  <a:lnTo>
                    <a:pt x="103920" y="10694"/>
                  </a:lnTo>
                  <a:lnTo>
                    <a:pt x="98837" y="12701"/>
                  </a:lnTo>
                  <a:lnTo>
                    <a:pt x="93822" y="14873"/>
                  </a:lnTo>
                  <a:lnTo>
                    <a:pt x="88880" y="17207"/>
                  </a:lnTo>
                  <a:lnTo>
                    <a:pt x="84018" y="19702"/>
                  </a:lnTo>
                  <a:lnTo>
                    <a:pt x="79240" y="22355"/>
                  </a:lnTo>
                  <a:lnTo>
                    <a:pt x="74551" y="25162"/>
                  </a:lnTo>
                  <a:lnTo>
                    <a:pt x="69956" y="28121"/>
                  </a:lnTo>
                  <a:lnTo>
                    <a:pt x="65460" y="31229"/>
                  </a:lnTo>
                  <a:lnTo>
                    <a:pt x="61069" y="34482"/>
                  </a:lnTo>
                  <a:lnTo>
                    <a:pt x="56786" y="37876"/>
                  </a:lnTo>
                  <a:lnTo>
                    <a:pt x="52616" y="41409"/>
                  </a:lnTo>
                  <a:lnTo>
                    <a:pt x="48564" y="45077"/>
                  </a:lnTo>
                  <a:lnTo>
                    <a:pt x="44634" y="48875"/>
                  </a:lnTo>
                  <a:lnTo>
                    <a:pt x="40830" y="52799"/>
                  </a:lnTo>
                  <a:lnTo>
                    <a:pt x="37157" y="56845"/>
                  </a:lnTo>
                  <a:lnTo>
                    <a:pt x="33618" y="61010"/>
                  </a:lnTo>
                  <a:lnTo>
                    <a:pt x="30217" y="65288"/>
                  </a:lnTo>
                  <a:lnTo>
                    <a:pt x="26957" y="69675"/>
                  </a:lnTo>
                  <a:lnTo>
                    <a:pt x="23843" y="74166"/>
                  </a:lnTo>
                  <a:lnTo>
                    <a:pt x="20877" y="78756"/>
                  </a:lnTo>
                  <a:lnTo>
                    <a:pt x="18063" y="83441"/>
                  </a:lnTo>
                  <a:lnTo>
                    <a:pt x="15404" y="88215"/>
                  </a:lnTo>
                  <a:lnTo>
                    <a:pt x="12901" y="93074"/>
                  </a:lnTo>
                  <a:lnTo>
                    <a:pt x="10560" y="98012"/>
                  </a:lnTo>
                  <a:lnTo>
                    <a:pt x="8380" y="103024"/>
                  </a:lnTo>
                  <a:lnTo>
                    <a:pt x="6366" y="108104"/>
                  </a:lnTo>
                  <a:lnTo>
                    <a:pt x="4519" y="113248"/>
                  </a:lnTo>
                  <a:lnTo>
                    <a:pt x="2841" y="118449"/>
                  </a:lnTo>
                  <a:lnTo>
                    <a:pt x="1334" y="123702"/>
                  </a:lnTo>
                  <a:lnTo>
                    <a:pt x="0" y="129002"/>
                  </a:lnTo>
                  <a:lnTo>
                    <a:pt x="16275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51849" y="3710628"/>
              <a:ext cx="334318" cy="331424"/>
            </a:xfrm>
            <a:custGeom>
              <a:avLst/>
              <a:pathLst>
                <a:path w="334318" h="331424">
                  <a:moveTo>
                    <a:pt x="4409" y="126094"/>
                  </a:moveTo>
                  <a:lnTo>
                    <a:pt x="3280" y="131273"/>
                  </a:lnTo>
                  <a:lnTo>
                    <a:pt x="2317" y="136485"/>
                  </a:lnTo>
                  <a:lnTo>
                    <a:pt x="1519" y="141724"/>
                  </a:lnTo>
                  <a:lnTo>
                    <a:pt x="888" y="146987"/>
                  </a:lnTo>
                  <a:lnTo>
                    <a:pt x="424" y="152266"/>
                  </a:lnTo>
                  <a:lnTo>
                    <a:pt x="128" y="157558"/>
                  </a:lnTo>
                  <a:lnTo>
                    <a:pt x="0" y="162856"/>
                  </a:lnTo>
                  <a:lnTo>
                    <a:pt x="39" y="168156"/>
                  </a:lnTo>
                  <a:lnTo>
                    <a:pt x="247" y="173452"/>
                  </a:lnTo>
                  <a:lnTo>
                    <a:pt x="622" y="178739"/>
                  </a:lnTo>
                  <a:lnTo>
                    <a:pt x="1165" y="184011"/>
                  </a:lnTo>
                  <a:lnTo>
                    <a:pt x="1874" y="189264"/>
                  </a:lnTo>
                  <a:lnTo>
                    <a:pt x="2750" y="194491"/>
                  </a:lnTo>
                  <a:lnTo>
                    <a:pt x="3791" y="199687"/>
                  </a:lnTo>
                  <a:lnTo>
                    <a:pt x="4996" y="204849"/>
                  </a:lnTo>
                  <a:lnTo>
                    <a:pt x="6364" y="209969"/>
                  </a:lnTo>
                  <a:lnTo>
                    <a:pt x="7894" y="215043"/>
                  </a:lnTo>
                  <a:lnTo>
                    <a:pt x="9584" y="220067"/>
                  </a:lnTo>
                  <a:lnTo>
                    <a:pt x="11433" y="225034"/>
                  </a:lnTo>
                  <a:lnTo>
                    <a:pt x="13437" y="229940"/>
                  </a:lnTo>
                  <a:lnTo>
                    <a:pt x="15597" y="234781"/>
                  </a:lnTo>
                  <a:lnTo>
                    <a:pt x="17909" y="239550"/>
                  </a:lnTo>
                  <a:lnTo>
                    <a:pt x="20370" y="244243"/>
                  </a:lnTo>
                  <a:lnTo>
                    <a:pt x="22980" y="248857"/>
                  </a:lnTo>
                  <a:lnTo>
                    <a:pt x="25734" y="253385"/>
                  </a:lnTo>
                  <a:lnTo>
                    <a:pt x="28631" y="257823"/>
                  </a:lnTo>
                  <a:lnTo>
                    <a:pt x="31666" y="262168"/>
                  </a:lnTo>
                  <a:lnTo>
                    <a:pt x="34838" y="266414"/>
                  </a:lnTo>
                  <a:lnTo>
                    <a:pt x="38143" y="270557"/>
                  </a:lnTo>
                  <a:lnTo>
                    <a:pt x="41578" y="274594"/>
                  </a:lnTo>
                  <a:lnTo>
                    <a:pt x="45138" y="278520"/>
                  </a:lnTo>
                  <a:lnTo>
                    <a:pt x="48822" y="282330"/>
                  </a:lnTo>
                  <a:lnTo>
                    <a:pt x="52624" y="286023"/>
                  </a:lnTo>
                  <a:lnTo>
                    <a:pt x="56542" y="289592"/>
                  </a:lnTo>
                  <a:lnTo>
                    <a:pt x="60571" y="293036"/>
                  </a:lnTo>
                  <a:lnTo>
                    <a:pt x="64707" y="296350"/>
                  </a:lnTo>
                  <a:lnTo>
                    <a:pt x="68946" y="299532"/>
                  </a:lnTo>
                  <a:lnTo>
                    <a:pt x="73283" y="302577"/>
                  </a:lnTo>
                  <a:lnTo>
                    <a:pt x="77715" y="305484"/>
                  </a:lnTo>
                  <a:lnTo>
                    <a:pt x="82237" y="308248"/>
                  </a:lnTo>
                  <a:lnTo>
                    <a:pt x="86844" y="310868"/>
                  </a:lnTo>
                  <a:lnTo>
                    <a:pt x="91532" y="313341"/>
                  </a:lnTo>
                  <a:lnTo>
                    <a:pt x="96296" y="315663"/>
                  </a:lnTo>
                  <a:lnTo>
                    <a:pt x="101132" y="317834"/>
                  </a:lnTo>
                  <a:lnTo>
                    <a:pt x="106033" y="319850"/>
                  </a:lnTo>
                  <a:lnTo>
                    <a:pt x="110996" y="321709"/>
                  </a:lnTo>
                  <a:lnTo>
                    <a:pt x="116016" y="323410"/>
                  </a:lnTo>
                  <a:lnTo>
                    <a:pt x="121087" y="324952"/>
                  </a:lnTo>
                  <a:lnTo>
                    <a:pt x="126204" y="326332"/>
                  </a:lnTo>
                  <a:lnTo>
                    <a:pt x="131363" y="327549"/>
                  </a:lnTo>
                  <a:lnTo>
                    <a:pt x="136557" y="328601"/>
                  </a:lnTo>
                  <a:lnTo>
                    <a:pt x="141782" y="329489"/>
                  </a:lnTo>
                  <a:lnTo>
                    <a:pt x="147033" y="330210"/>
                  </a:lnTo>
                  <a:lnTo>
                    <a:pt x="152304" y="330765"/>
                  </a:lnTo>
                  <a:lnTo>
                    <a:pt x="157590" y="331152"/>
                  </a:lnTo>
                  <a:lnTo>
                    <a:pt x="162885" y="331372"/>
                  </a:lnTo>
                  <a:lnTo>
                    <a:pt x="168185" y="331424"/>
                  </a:lnTo>
                  <a:lnTo>
                    <a:pt x="173484" y="331307"/>
                  </a:lnTo>
                  <a:lnTo>
                    <a:pt x="178776" y="331023"/>
                  </a:lnTo>
                  <a:lnTo>
                    <a:pt x="184057" y="330571"/>
                  </a:lnTo>
                  <a:lnTo>
                    <a:pt x="189320" y="329951"/>
                  </a:lnTo>
                  <a:lnTo>
                    <a:pt x="194562" y="329166"/>
                  </a:lnTo>
                  <a:lnTo>
                    <a:pt x="199776" y="328214"/>
                  </a:lnTo>
                  <a:lnTo>
                    <a:pt x="204957" y="327098"/>
                  </a:lnTo>
                  <a:lnTo>
                    <a:pt x="210100" y="325818"/>
                  </a:lnTo>
                  <a:lnTo>
                    <a:pt x="215200" y="324375"/>
                  </a:lnTo>
                  <a:lnTo>
                    <a:pt x="220252" y="322772"/>
                  </a:lnTo>
                  <a:lnTo>
                    <a:pt x="225250" y="321009"/>
                  </a:lnTo>
                  <a:lnTo>
                    <a:pt x="230190" y="319089"/>
                  </a:lnTo>
                  <a:lnTo>
                    <a:pt x="235067" y="317013"/>
                  </a:lnTo>
                  <a:lnTo>
                    <a:pt x="239875" y="314784"/>
                  </a:lnTo>
                  <a:lnTo>
                    <a:pt x="244610" y="312403"/>
                  </a:lnTo>
                  <a:lnTo>
                    <a:pt x="249268" y="309873"/>
                  </a:lnTo>
                  <a:lnTo>
                    <a:pt x="253842" y="307197"/>
                  </a:lnTo>
                  <a:lnTo>
                    <a:pt x="258330" y="304378"/>
                  </a:lnTo>
                  <a:lnTo>
                    <a:pt x="262726" y="301417"/>
                  </a:lnTo>
                  <a:lnTo>
                    <a:pt x="267026" y="298319"/>
                  </a:lnTo>
                  <a:lnTo>
                    <a:pt x="271226" y="295085"/>
                  </a:lnTo>
                  <a:lnTo>
                    <a:pt x="275321" y="291721"/>
                  </a:lnTo>
                  <a:lnTo>
                    <a:pt x="279307" y="288228"/>
                  </a:lnTo>
                  <a:lnTo>
                    <a:pt x="283181" y="284610"/>
                  </a:lnTo>
                  <a:lnTo>
                    <a:pt x="286938" y="280872"/>
                  </a:lnTo>
                  <a:lnTo>
                    <a:pt x="290574" y="277016"/>
                  </a:lnTo>
                  <a:lnTo>
                    <a:pt x="294087" y="273047"/>
                  </a:lnTo>
                  <a:lnTo>
                    <a:pt x="297471" y="268969"/>
                  </a:lnTo>
                  <a:lnTo>
                    <a:pt x="300725" y="264785"/>
                  </a:lnTo>
                  <a:lnTo>
                    <a:pt x="303845" y="260501"/>
                  </a:lnTo>
                  <a:lnTo>
                    <a:pt x="306827" y="256119"/>
                  </a:lnTo>
                  <a:lnTo>
                    <a:pt x="309669" y="251646"/>
                  </a:lnTo>
                  <a:lnTo>
                    <a:pt x="312368" y="247084"/>
                  </a:lnTo>
                  <a:lnTo>
                    <a:pt x="314920" y="242439"/>
                  </a:lnTo>
                  <a:lnTo>
                    <a:pt x="317324" y="237716"/>
                  </a:lnTo>
                  <a:lnTo>
                    <a:pt x="319578" y="232919"/>
                  </a:lnTo>
                  <a:lnTo>
                    <a:pt x="321678" y="228052"/>
                  </a:lnTo>
                  <a:lnTo>
                    <a:pt x="323622" y="223122"/>
                  </a:lnTo>
                  <a:lnTo>
                    <a:pt x="325410" y="218133"/>
                  </a:lnTo>
                  <a:lnTo>
                    <a:pt x="327038" y="213089"/>
                  </a:lnTo>
                  <a:lnTo>
                    <a:pt x="328506" y="207996"/>
                  </a:lnTo>
                  <a:lnTo>
                    <a:pt x="329811" y="202859"/>
                  </a:lnTo>
                  <a:lnTo>
                    <a:pt x="330953" y="197684"/>
                  </a:lnTo>
                  <a:lnTo>
                    <a:pt x="331930" y="192475"/>
                  </a:lnTo>
                  <a:lnTo>
                    <a:pt x="332742" y="187237"/>
                  </a:lnTo>
                  <a:lnTo>
                    <a:pt x="333387" y="181976"/>
                  </a:lnTo>
                  <a:lnTo>
                    <a:pt x="333865" y="176698"/>
                  </a:lnTo>
                  <a:lnTo>
                    <a:pt x="334176" y="171407"/>
                  </a:lnTo>
                  <a:lnTo>
                    <a:pt x="334318" y="166109"/>
                  </a:lnTo>
                  <a:lnTo>
                    <a:pt x="334293" y="160809"/>
                  </a:lnTo>
                  <a:lnTo>
                    <a:pt x="334100" y="155513"/>
                  </a:lnTo>
                  <a:lnTo>
                    <a:pt x="333738" y="150225"/>
                  </a:lnTo>
                  <a:lnTo>
                    <a:pt x="333210" y="144951"/>
                  </a:lnTo>
                  <a:lnTo>
                    <a:pt x="332514" y="139697"/>
                  </a:lnTo>
                  <a:lnTo>
                    <a:pt x="331652" y="134468"/>
                  </a:lnTo>
                  <a:lnTo>
                    <a:pt x="330625" y="129268"/>
                  </a:lnTo>
                  <a:lnTo>
                    <a:pt x="329434" y="124104"/>
                  </a:lnTo>
                  <a:lnTo>
                    <a:pt x="328079" y="118980"/>
                  </a:lnTo>
                  <a:lnTo>
                    <a:pt x="326563" y="113901"/>
                  </a:lnTo>
                  <a:lnTo>
                    <a:pt x="324887" y="108873"/>
                  </a:lnTo>
                  <a:lnTo>
                    <a:pt x="323052" y="103901"/>
                  </a:lnTo>
                  <a:lnTo>
                    <a:pt x="321060" y="98989"/>
                  </a:lnTo>
                  <a:lnTo>
                    <a:pt x="318913" y="94144"/>
                  </a:lnTo>
                  <a:lnTo>
                    <a:pt x="316614" y="89368"/>
                  </a:lnTo>
                  <a:lnTo>
                    <a:pt x="314165" y="84668"/>
                  </a:lnTo>
                  <a:lnTo>
                    <a:pt x="311568" y="80048"/>
                  </a:lnTo>
                  <a:lnTo>
                    <a:pt x="308826" y="75512"/>
                  </a:lnTo>
                  <a:lnTo>
                    <a:pt x="305941" y="71066"/>
                  </a:lnTo>
                  <a:lnTo>
                    <a:pt x="302917" y="66713"/>
                  </a:lnTo>
                  <a:lnTo>
                    <a:pt x="299757" y="62459"/>
                  </a:lnTo>
                  <a:lnTo>
                    <a:pt x="296463" y="58307"/>
                  </a:lnTo>
                  <a:lnTo>
                    <a:pt x="293039" y="54261"/>
                  </a:lnTo>
                  <a:lnTo>
                    <a:pt x="289489" y="50326"/>
                  </a:lnTo>
                  <a:lnTo>
                    <a:pt x="285816" y="46505"/>
                  </a:lnTo>
                  <a:lnTo>
                    <a:pt x="282023" y="42803"/>
                  </a:lnTo>
                  <a:lnTo>
                    <a:pt x="278115" y="39222"/>
                  </a:lnTo>
                  <a:lnTo>
                    <a:pt x="274095" y="35768"/>
                  </a:lnTo>
                  <a:lnTo>
                    <a:pt x="269968" y="32443"/>
                  </a:lnTo>
                  <a:lnTo>
                    <a:pt x="265738" y="29250"/>
                  </a:lnTo>
                  <a:lnTo>
                    <a:pt x="261409" y="26193"/>
                  </a:lnTo>
                  <a:lnTo>
                    <a:pt x="256984" y="23274"/>
                  </a:lnTo>
                  <a:lnTo>
                    <a:pt x="252470" y="20498"/>
                  </a:lnTo>
                  <a:lnTo>
                    <a:pt x="247870" y="17866"/>
                  </a:lnTo>
                  <a:lnTo>
                    <a:pt x="243188" y="15381"/>
                  </a:lnTo>
                  <a:lnTo>
                    <a:pt x="238430" y="13045"/>
                  </a:lnTo>
                  <a:lnTo>
                    <a:pt x="233601" y="10862"/>
                  </a:lnTo>
                  <a:lnTo>
                    <a:pt x="228705" y="8833"/>
                  </a:lnTo>
                  <a:lnTo>
                    <a:pt x="223747" y="6960"/>
                  </a:lnTo>
                  <a:lnTo>
                    <a:pt x="218732" y="5245"/>
                  </a:lnTo>
                  <a:lnTo>
                    <a:pt x="213665" y="3690"/>
                  </a:lnTo>
                  <a:lnTo>
                    <a:pt x="208551" y="2297"/>
                  </a:lnTo>
                  <a:lnTo>
                    <a:pt x="203396" y="1066"/>
                  </a:lnTo>
                  <a:lnTo>
                    <a:pt x="198205" y="0"/>
                  </a:lnTo>
                  <a:lnTo>
                    <a:pt x="167161" y="1642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31043" cy="167167"/>
            </a:xfrm>
            <a:custGeom>
              <a:avLst/>
              <a:pathLst>
                <a:path w="31043" h="167167">
                  <a:moveTo>
                    <a:pt x="31043" y="2907"/>
                  </a:moveTo>
                  <a:lnTo>
                    <a:pt x="23342" y="1637"/>
                  </a:lnTo>
                  <a:lnTo>
                    <a:pt x="15589" y="728"/>
                  </a:lnTo>
                  <a:lnTo>
                    <a:pt x="7803" y="18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tx75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58" name="tx75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2025-06-05T23:59:22Z</dcterms:modified>
  <cp:category/>
</cp:coreProperties>
</file>