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4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3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1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8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8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3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8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4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1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5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80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4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62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75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4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62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7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4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62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7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46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3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5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3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9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93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3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832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3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5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25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39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93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74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3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97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20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31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1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51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81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1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87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140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29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95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1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8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34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11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64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5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58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58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79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0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15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20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58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5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871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832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0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51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93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11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097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3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11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8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52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35677" y="3170392"/>
              <a:ext cx="48101" cy="167167"/>
            </a:xfrm>
            <a:custGeom>
              <a:avLst/>
              <a:pathLst>
                <a:path w="48101" h="167167">
                  <a:moveTo>
                    <a:pt x="48101" y="0"/>
                  </a:moveTo>
                  <a:lnTo>
                    <a:pt x="42003" y="111"/>
                  </a:lnTo>
                  <a:lnTo>
                    <a:pt x="35914" y="444"/>
                  </a:lnTo>
                  <a:lnTo>
                    <a:pt x="29841" y="1000"/>
                  </a:lnTo>
                  <a:lnTo>
                    <a:pt x="23792" y="1776"/>
                  </a:lnTo>
                  <a:lnTo>
                    <a:pt x="17775" y="2773"/>
                  </a:lnTo>
                  <a:lnTo>
                    <a:pt x="11799" y="3989"/>
                  </a:lnTo>
                  <a:lnTo>
                    <a:pt x="5871" y="5421"/>
                  </a:lnTo>
                  <a:lnTo>
                    <a:pt x="0" y="7069"/>
                  </a:lnTo>
                  <a:lnTo>
                    <a:pt x="4810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5677" y="3177462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816631" y="3170994"/>
              <a:ext cx="334314" cy="333728"/>
            </a:xfrm>
            <a:custGeom>
              <a:avLst/>
              <a:pathLst>
                <a:path w="334314" h="333728">
                  <a:moveTo>
                    <a:pt x="119045" y="6467"/>
                  </a:moveTo>
                  <a:lnTo>
                    <a:pt x="114013" y="8066"/>
                  </a:lnTo>
                  <a:lnTo>
                    <a:pt x="109035" y="9823"/>
                  </a:lnTo>
                  <a:lnTo>
                    <a:pt x="104114" y="11736"/>
                  </a:lnTo>
                  <a:lnTo>
                    <a:pt x="99256" y="13804"/>
                  </a:lnTo>
                  <a:lnTo>
                    <a:pt x="94465" y="16024"/>
                  </a:lnTo>
                  <a:lnTo>
                    <a:pt x="89748" y="18395"/>
                  </a:lnTo>
                  <a:lnTo>
                    <a:pt x="85107" y="20913"/>
                  </a:lnTo>
                  <a:lnTo>
                    <a:pt x="80548" y="23576"/>
                  </a:lnTo>
                  <a:lnTo>
                    <a:pt x="76076" y="26382"/>
                  </a:lnTo>
                  <a:lnTo>
                    <a:pt x="71694" y="29328"/>
                  </a:lnTo>
                  <a:lnTo>
                    <a:pt x="67408" y="32411"/>
                  </a:lnTo>
                  <a:lnTo>
                    <a:pt x="63221" y="35628"/>
                  </a:lnTo>
                  <a:lnTo>
                    <a:pt x="59138" y="38975"/>
                  </a:lnTo>
                  <a:lnTo>
                    <a:pt x="55163" y="42450"/>
                  </a:lnTo>
                  <a:lnTo>
                    <a:pt x="51299" y="46048"/>
                  </a:lnTo>
                  <a:lnTo>
                    <a:pt x="47551" y="49767"/>
                  </a:lnTo>
                  <a:lnTo>
                    <a:pt x="43922" y="53602"/>
                  </a:lnTo>
                  <a:lnTo>
                    <a:pt x="40416" y="57549"/>
                  </a:lnTo>
                  <a:lnTo>
                    <a:pt x="37037" y="61606"/>
                  </a:lnTo>
                  <a:lnTo>
                    <a:pt x="33787" y="65767"/>
                  </a:lnTo>
                  <a:lnTo>
                    <a:pt x="30671" y="70029"/>
                  </a:lnTo>
                  <a:lnTo>
                    <a:pt x="27690" y="74387"/>
                  </a:lnTo>
                  <a:lnTo>
                    <a:pt x="24849" y="78837"/>
                  </a:lnTo>
                  <a:lnTo>
                    <a:pt x="22149" y="83374"/>
                  </a:lnTo>
                  <a:lnTo>
                    <a:pt x="19594" y="87995"/>
                  </a:lnTo>
                  <a:lnTo>
                    <a:pt x="17187" y="92694"/>
                  </a:lnTo>
                  <a:lnTo>
                    <a:pt x="14929" y="97466"/>
                  </a:lnTo>
                  <a:lnTo>
                    <a:pt x="12822" y="102308"/>
                  </a:lnTo>
                  <a:lnTo>
                    <a:pt x="10870" y="107213"/>
                  </a:lnTo>
                  <a:lnTo>
                    <a:pt x="9074" y="112178"/>
                  </a:lnTo>
                  <a:lnTo>
                    <a:pt x="7435" y="117197"/>
                  </a:lnTo>
                  <a:lnTo>
                    <a:pt x="5956" y="122265"/>
                  </a:lnTo>
                  <a:lnTo>
                    <a:pt x="4637" y="127378"/>
                  </a:lnTo>
                  <a:lnTo>
                    <a:pt x="3481" y="132529"/>
                  </a:lnTo>
                  <a:lnTo>
                    <a:pt x="2488" y="137715"/>
                  </a:lnTo>
                  <a:lnTo>
                    <a:pt x="1659" y="142929"/>
                  </a:lnTo>
                  <a:lnTo>
                    <a:pt x="995" y="148167"/>
                  </a:lnTo>
                  <a:lnTo>
                    <a:pt x="497" y="153423"/>
                  </a:lnTo>
                  <a:lnTo>
                    <a:pt x="165" y="158693"/>
                  </a:lnTo>
                  <a:lnTo>
                    <a:pt x="0" y="163970"/>
                  </a:lnTo>
                  <a:lnTo>
                    <a:pt x="1" y="169250"/>
                  </a:lnTo>
                  <a:lnTo>
                    <a:pt x="169" y="174527"/>
                  </a:lnTo>
                  <a:lnTo>
                    <a:pt x="504" y="179796"/>
                  </a:lnTo>
                  <a:lnTo>
                    <a:pt x="1005" y="185052"/>
                  </a:lnTo>
                  <a:lnTo>
                    <a:pt x="1671" y="190289"/>
                  </a:lnTo>
                  <a:lnTo>
                    <a:pt x="2503" y="195503"/>
                  </a:lnTo>
                  <a:lnTo>
                    <a:pt x="3499" y="200688"/>
                  </a:lnTo>
                  <a:lnTo>
                    <a:pt x="4658" y="205839"/>
                  </a:lnTo>
                  <a:lnTo>
                    <a:pt x="5980" y="210951"/>
                  </a:lnTo>
                  <a:lnTo>
                    <a:pt x="7462" y="216018"/>
                  </a:lnTo>
                  <a:lnTo>
                    <a:pt x="9103" y="221037"/>
                  </a:lnTo>
                  <a:lnTo>
                    <a:pt x="10902" y="226000"/>
                  </a:lnTo>
                  <a:lnTo>
                    <a:pt x="12857" y="230905"/>
                  </a:lnTo>
                  <a:lnTo>
                    <a:pt x="14966" y="235745"/>
                  </a:lnTo>
                  <a:lnTo>
                    <a:pt x="17227" y="240517"/>
                  </a:lnTo>
                  <a:lnTo>
                    <a:pt x="19637" y="245214"/>
                  </a:lnTo>
                  <a:lnTo>
                    <a:pt x="22194" y="249833"/>
                  </a:lnTo>
                  <a:lnTo>
                    <a:pt x="24896" y="254369"/>
                  </a:lnTo>
                  <a:lnTo>
                    <a:pt x="27740" y="258818"/>
                  </a:lnTo>
                  <a:lnTo>
                    <a:pt x="30723" y="263174"/>
                  </a:lnTo>
                  <a:lnTo>
                    <a:pt x="33842" y="267434"/>
                  </a:lnTo>
                  <a:lnTo>
                    <a:pt x="37093" y="271594"/>
                  </a:lnTo>
                  <a:lnTo>
                    <a:pt x="40475" y="275648"/>
                  </a:lnTo>
                  <a:lnTo>
                    <a:pt x="43983" y="279594"/>
                  </a:lnTo>
                  <a:lnTo>
                    <a:pt x="47614" y="283427"/>
                  </a:lnTo>
                  <a:lnTo>
                    <a:pt x="51364" y="287144"/>
                  </a:lnTo>
                  <a:lnTo>
                    <a:pt x="55230" y="290740"/>
                  </a:lnTo>
                  <a:lnTo>
                    <a:pt x="59207" y="294213"/>
                  </a:lnTo>
                  <a:lnTo>
                    <a:pt x="63292" y="297558"/>
                  </a:lnTo>
                  <a:lnTo>
                    <a:pt x="67481" y="300772"/>
                  </a:lnTo>
                  <a:lnTo>
                    <a:pt x="71768" y="303852"/>
                  </a:lnTo>
                  <a:lnTo>
                    <a:pt x="76152" y="306796"/>
                  </a:lnTo>
                  <a:lnTo>
                    <a:pt x="80625" y="309600"/>
                  </a:lnTo>
                  <a:lnTo>
                    <a:pt x="85186" y="312261"/>
                  </a:lnTo>
                  <a:lnTo>
                    <a:pt x="89828" y="314776"/>
                  </a:lnTo>
                  <a:lnTo>
                    <a:pt x="94547" y="317144"/>
                  </a:lnTo>
                  <a:lnTo>
                    <a:pt x="99338" y="319362"/>
                  </a:lnTo>
                  <a:lnTo>
                    <a:pt x="104197" y="321427"/>
                  </a:lnTo>
                  <a:lnTo>
                    <a:pt x="109119" y="323338"/>
                  </a:lnTo>
                  <a:lnTo>
                    <a:pt x="114099" y="325092"/>
                  </a:lnTo>
                  <a:lnTo>
                    <a:pt x="119132" y="326688"/>
                  </a:lnTo>
                  <a:lnTo>
                    <a:pt x="124212" y="328125"/>
                  </a:lnTo>
                  <a:lnTo>
                    <a:pt x="129336" y="329400"/>
                  </a:lnTo>
                  <a:lnTo>
                    <a:pt x="134497" y="330513"/>
                  </a:lnTo>
                  <a:lnTo>
                    <a:pt x="139691" y="331462"/>
                  </a:lnTo>
                  <a:lnTo>
                    <a:pt x="144912" y="332247"/>
                  </a:lnTo>
                  <a:lnTo>
                    <a:pt x="150155" y="332866"/>
                  </a:lnTo>
                  <a:lnTo>
                    <a:pt x="155415" y="333320"/>
                  </a:lnTo>
                  <a:lnTo>
                    <a:pt x="160687" y="333607"/>
                  </a:lnTo>
                  <a:lnTo>
                    <a:pt x="165966" y="333728"/>
                  </a:lnTo>
                  <a:lnTo>
                    <a:pt x="171245" y="333682"/>
                  </a:lnTo>
                  <a:lnTo>
                    <a:pt x="176521" y="333469"/>
                  </a:lnTo>
                  <a:lnTo>
                    <a:pt x="181787" y="333090"/>
                  </a:lnTo>
                  <a:lnTo>
                    <a:pt x="187038" y="332544"/>
                  </a:lnTo>
                  <a:lnTo>
                    <a:pt x="192270" y="331834"/>
                  </a:lnTo>
                  <a:lnTo>
                    <a:pt x="197477" y="330958"/>
                  </a:lnTo>
                  <a:lnTo>
                    <a:pt x="202653" y="329918"/>
                  </a:lnTo>
                  <a:lnTo>
                    <a:pt x="207794" y="328715"/>
                  </a:lnTo>
                  <a:lnTo>
                    <a:pt x="212894" y="327351"/>
                  </a:lnTo>
                  <a:lnTo>
                    <a:pt x="217949" y="325826"/>
                  </a:lnTo>
                  <a:lnTo>
                    <a:pt x="222953" y="324142"/>
                  </a:lnTo>
                  <a:lnTo>
                    <a:pt x="227902" y="322301"/>
                  </a:lnTo>
                  <a:lnTo>
                    <a:pt x="232789" y="320305"/>
                  </a:lnTo>
                  <a:lnTo>
                    <a:pt x="237612" y="318155"/>
                  </a:lnTo>
                  <a:lnTo>
                    <a:pt x="242364" y="315854"/>
                  </a:lnTo>
                  <a:lnTo>
                    <a:pt x="247041" y="313404"/>
                  </a:lnTo>
                  <a:lnTo>
                    <a:pt x="251638" y="310808"/>
                  </a:lnTo>
                  <a:lnTo>
                    <a:pt x="256151" y="308068"/>
                  </a:lnTo>
                  <a:lnTo>
                    <a:pt x="260575" y="305187"/>
                  </a:lnTo>
                  <a:lnTo>
                    <a:pt x="264907" y="302167"/>
                  </a:lnTo>
                  <a:lnTo>
                    <a:pt x="269140" y="299012"/>
                  </a:lnTo>
                  <a:lnTo>
                    <a:pt x="273272" y="295725"/>
                  </a:lnTo>
                  <a:lnTo>
                    <a:pt x="277298" y="292309"/>
                  </a:lnTo>
                  <a:lnTo>
                    <a:pt x="281214" y="288768"/>
                  </a:lnTo>
                  <a:lnTo>
                    <a:pt x="285016" y="285105"/>
                  </a:lnTo>
                  <a:lnTo>
                    <a:pt x="288701" y="281324"/>
                  </a:lnTo>
                  <a:lnTo>
                    <a:pt x="292264" y="277428"/>
                  </a:lnTo>
                  <a:lnTo>
                    <a:pt x="295703" y="273421"/>
                  </a:lnTo>
                  <a:lnTo>
                    <a:pt x="299013" y="269308"/>
                  </a:lnTo>
                  <a:lnTo>
                    <a:pt x="302192" y="265093"/>
                  </a:lnTo>
                  <a:lnTo>
                    <a:pt x="305236" y="260779"/>
                  </a:lnTo>
                  <a:lnTo>
                    <a:pt x="308143" y="256371"/>
                  </a:lnTo>
                  <a:lnTo>
                    <a:pt x="310908" y="251873"/>
                  </a:lnTo>
                  <a:lnTo>
                    <a:pt x="313531" y="247291"/>
                  </a:lnTo>
                  <a:lnTo>
                    <a:pt x="316007" y="242628"/>
                  </a:lnTo>
                  <a:lnTo>
                    <a:pt x="318335" y="237889"/>
                  </a:lnTo>
                  <a:lnTo>
                    <a:pt x="320512" y="233079"/>
                  </a:lnTo>
                  <a:lnTo>
                    <a:pt x="322536" y="228202"/>
                  </a:lnTo>
                  <a:lnTo>
                    <a:pt x="324405" y="223265"/>
                  </a:lnTo>
                  <a:lnTo>
                    <a:pt x="326117" y="218270"/>
                  </a:lnTo>
                  <a:lnTo>
                    <a:pt x="327670" y="213224"/>
                  </a:lnTo>
                  <a:lnTo>
                    <a:pt x="329064" y="208132"/>
                  </a:lnTo>
                  <a:lnTo>
                    <a:pt x="330296" y="202997"/>
                  </a:lnTo>
                  <a:lnTo>
                    <a:pt x="331365" y="197827"/>
                  </a:lnTo>
                  <a:lnTo>
                    <a:pt x="332270" y="192626"/>
                  </a:lnTo>
                  <a:lnTo>
                    <a:pt x="333011" y="187398"/>
                  </a:lnTo>
                  <a:lnTo>
                    <a:pt x="333586" y="182150"/>
                  </a:lnTo>
                  <a:lnTo>
                    <a:pt x="333995" y="176886"/>
                  </a:lnTo>
                  <a:lnTo>
                    <a:pt x="334238" y="171611"/>
                  </a:lnTo>
                  <a:lnTo>
                    <a:pt x="334314" y="166332"/>
                  </a:lnTo>
                  <a:lnTo>
                    <a:pt x="334223" y="161053"/>
                  </a:lnTo>
                  <a:lnTo>
                    <a:pt x="333966" y="155780"/>
                  </a:lnTo>
                  <a:lnTo>
                    <a:pt x="333542" y="150517"/>
                  </a:lnTo>
                  <a:lnTo>
                    <a:pt x="332952" y="145270"/>
                  </a:lnTo>
                  <a:lnTo>
                    <a:pt x="332197" y="140045"/>
                  </a:lnTo>
                  <a:lnTo>
                    <a:pt x="331277" y="134846"/>
                  </a:lnTo>
                  <a:lnTo>
                    <a:pt x="330194" y="129678"/>
                  </a:lnTo>
                  <a:lnTo>
                    <a:pt x="328948" y="124548"/>
                  </a:lnTo>
                  <a:lnTo>
                    <a:pt x="327540" y="119459"/>
                  </a:lnTo>
                  <a:lnTo>
                    <a:pt x="325973" y="114417"/>
                  </a:lnTo>
                  <a:lnTo>
                    <a:pt x="324247" y="109428"/>
                  </a:lnTo>
                  <a:lnTo>
                    <a:pt x="322364" y="104495"/>
                  </a:lnTo>
                  <a:lnTo>
                    <a:pt x="320326" y="99624"/>
                  </a:lnTo>
                  <a:lnTo>
                    <a:pt x="318136" y="94820"/>
                  </a:lnTo>
                  <a:lnTo>
                    <a:pt x="315795" y="90088"/>
                  </a:lnTo>
                  <a:lnTo>
                    <a:pt x="313306" y="85432"/>
                  </a:lnTo>
                  <a:lnTo>
                    <a:pt x="310671" y="80857"/>
                  </a:lnTo>
                  <a:lnTo>
                    <a:pt x="307892" y="76367"/>
                  </a:lnTo>
                  <a:lnTo>
                    <a:pt x="304974" y="71967"/>
                  </a:lnTo>
                  <a:lnTo>
                    <a:pt x="301918" y="67662"/>
                  </a:lnTo>
                  <a:lnTo>
                    <a:pt x="298727" y="63455"/>
                  </a:lnTo>
                  <a:lnTo>
                    <a:pt x="295405" y="59351"/>
                  </a:lnTo>
                  <a:lnTo>
                    <a:pt x="291955" y="55354"/>
                  </a:lnTo>
                  <a:lnTo>
                    <a:pt x="288381" y="51468"/>
                  </a:lnTo>
                  <a:lnTo>
                    <a:pt x="284686" y="47697"/>
                  </a:lnTo>
                  <a:lnTo>
                    <a:pt x="280874" y="44045"/>
                  </a:lnTo>
                  <a:lnTo>
                    <a:pt x="276948" y="40514"/>
                  </a:lnTo>
                  <a:lnTo>
                    <a:pt x="272912" y="37110"/>
                  </a:lnTo>
                  <a:lnTo>
                    <a:pt x="268771" y="33834"/>
                  </a:lnTo>
                  <a:lnTo>
                    <a:pt x="264529" y="30691"/>
                  </a:lnTo>
                  <a:lnTo>
                    <a:pt x="260190" y="27684"/>
                  </a:lnTo>
                  <a:lnTo>
                    <a:pt x="255757" y="24815"/>
                  </a:lnTo>
                  <a:lnTo>
                    <a:pt x="251237" y="22087"/>
                  </a:lnTo>
                  <a:lnTo>
                    <a:pt x="246632" y="19503"/>
                  </a:lnTo>
                  <a:lnTo>
                    <a:pt x="241948" y="17067"/>
                  </a:lnTo>
                  <a:lnTo>
                    <a:pt x="237190" y="14779"/>
                  </a:lnTo>
                  <a:lnTo>
                    <a:pt x="232362" y="12643"/>
                  </a:lnTo>
                  <a:lnTo>
                    <a:pt x="227468" y="10660"/>
                  </a:lnTo>
                  <a:lnTo>
                    <a:pt x="222515" y="8833"/>
                  </a:lnTo>
                  <a:lnTo>
                    <a:pt x="217506" y="7163"/>
                  </a:lnTo>
                  <a:lnTo>
                    <a:pt x="212447" y="5652"/>
                  </a:lnTo>
                  <a:lnTo>
                    <a:pt x="207343" y="4302"/>
                  </a:lnTo>
                  <a:lnTo>
                    <a:pt x="202199" y="3113"/>
                  </a:lnTo>
                  <a:lnTo>
                    <a:pt x="197019" y="2088"/>
                  </a:lnTo>
                  <a:lnTo>
                    <a:pt x="191810" y="1227"/>
                  </a:lnTo>
                  <a:lnTo>
                    <a:pt x="186577" y="530"/>
                  </a:lnTo>
                  <a:lnTo>
                    <a:pt x="181324" y="0"/>
                  </a:lnTo>
                  <a:lnTo>
                    <a:pt x="167147" y="1665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83779" y="3170392"/>
              <a:ext cx="14176" cy="167167"/>
            </a:xfrm>
            <a:custGeom>
              <a:avLst/>
              <a:pathLst>
                <a:path w="14176" h="167167">
                  <a:moveTo>
                    <a:pt x="14176" y="6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1844" y="2633064"/>
              <a:ext cx="167167" cy="188400"/>
            </a:xfrm>
            <a:custGeom>
              <a:avLst/>
              <a:pathLst>
                <a:path w="167167" h="188400">
                  <a:moveTo>
                    <a:pt x="167167" y="0"/>
                  </a:moveTo>
                  <a:lnTo>
                    <a:pt x="161812" y="85"/>
                  </a:lnTo>
                  <a:lnTo>
                    <a:pt x="156462" y="343"/>
                  </a:lnTo>
                  <a:lnTo>
                    <a:pt x="151123" y="771"/>
                  </a:lnTo>
                  <a:lnTo>
                    <a:pt x="145801" y="1371"/>
                  </a:lnTo>
                  <a:lnTo>
                    <a:pt x="140500" y="2140"/>
                  </a:lnTo>
                  <a:lnTo>
                    <a:pt x="135227" y="3079"/>
                  </a:lnTo>
                  <a:lnTo>
                    <a:pt x="129987" y="4186"/>
                  </a:lnTo>
                  <a:lnTo>
                    <a:pt x="124785" y="5461"/>
                  </a:lnTo>
                  <a:lnTo>
                    <a:pt x="119627" y="6902"/>
                  </a:lnTo>
                  <a:lnTo>
                    <a:pt x="114517" y="8507"/>
                  </a:lnTo>
                  <a:lnTo>
                    <a:pt x="109461" y="10275"/>
                  </a:lnTo>
                  <a:lnTo>
                    <a:pt x="104465" y="12204"/>
                  </a:lnTo>
                  <a:lnTo>
                    <a:pt x="99533" y="14293"/>
                  </a:lnTo>
                  <a:lnTo>
                    <a:pt x="94670" y="16538"/>
                  </a:lnTo>
                  <a:lnTo>
                    <a:pt x="89882" y="18937"/>
                  </a:lnTo>
                  <a:lnTo>
                    <a:pt x="85173" y="21489"/>
                  </a:lnTo>
                  <a:lnTo>
                    <a:pt x="80548" y="24191"/>
                  </a:lnTo>
                  <a:lnTo>
                    <a:pt x="76012" y="27039"/>
                  </a:lnTo>
                  <a:lnTo>
                    <a:pt x="71570" y="30031"/>
                  </a:lnTo>
                  <a:lnTo>
                    <a:pt x="67226" y="33164"/>
                  </a:lnTo>
                  <a:lnTo>
                    <a:pt x="62985" y="36434"/>
                  </a:lnTo>
                  <a:lnTo>
                    <a:pt x="58850" y="39839"/>
                  </a:lnTo>
                  <a:lnTo>
                    <a:pt x="54827" y="43374"/>
                  </a:lnTo>
                  <a:lnTo>
                    <a:pt x="50919" y="47037"/>
                  </a:lnTo>
                  <a:lnTo>
                    <a:pt x="47130" y="50822"/>
                  </a:lnTo>
                  <a:lnTo>
                    <a:pt x="43464" y="54728"/>
                  </a:lnTo>
                  <a:lnTo>
                    <a:pt x="39926" y="58748"/>
                  </a:lnTo>
                  <a:lnTo>
                    <a:pt x="36518" y="62880"/>
                  </a:lnTo>
                  <a:lnTo>
                    <a:pt x="33244" y="67119"/>
                  </a:lnTo>
                  <a:lnTo>
                    <a:pt x="30108" y="71460"/>
                  </a:lnTo>
                  <a:lnTo>
                    <a:pt x="27112" y="75900"/>
                  </a:lnTo>
                  <a:lnTo>
                    <a:pt x="24260" y="80434"/>
                  </a:lnTo>
                  <a:lnTo>
                    <a:pt x="21555" y="85056"/>
                  </a:lnTo>
                  <a:lnTo>
                    <a:pt x="18999" y="89763"/>
                  </a:lnTo>
                  <a:lnTo>
                    <a:pt x="16596" y="94550"/>
                  </a:lnTo>
                  <a:lnTo>
                    <a:pt x="14347" y="99410"/>
                  </a:lnTo>
                  <a:lnTo>
                    <a:pt x="12255" y="104341"/>
                  </a:lnTo>
                  <a:lnTo>
                    <a:pt x="10321" y="109336"/>
                  </a:lnTo>
                  <a:lnTo>
                    <a:pt x="8549" y="114390"/>
                  </a:lnTo>
                  <a:lnTo>
                    <a:pt x="6940" y="119498"/>
                  </a:lnTo>
                  <a:lnTo>
                    <a:pt x="5495" y="124656"/>
                  </a:lnTo>
                  <a:lnTo>
                    <a:pt x="4216" y="129857"/>
                  </a:lnTo>
                  <a:lnTo>
                    <a:pt x="3105" y="135096"/>
                  </a:lnTo>
                  <a:lnTo>
                    <a:pt x="2161" y="140368"/>
                  </a:lnTo>
                  <a:lnTo>
                    <a:pt x="1388" y="145668"/>
                  </a:lnTo>
                  <a:lnTo>
                    <a:pt x="784" y="150990"/>
                  </a:lnTo>
                  <a:lnTo>
                    <a:pt x="351" y="156328"/>
                  </a:lnTo>
                  <a:lnTo>
                    <a:pt x="90" y="161678"/>
                  </a:lnTo>
                  <a:lnTo>
                    <a:pt x="0" y="167033"/>
                  </a:lnTo>
                  <a:lnTo>
                    <a:pt x="81" y="172388"/>
                  </a:lnTo>
                  <a:lnTo>
                    <a:pt x="334" y="177738"/>
                  </a:lnTo>
                  <a:lnTo>
                    <a:pt x="758" y="183077"/>
                  </a:lnTo>
                  <a:lnTo>
                    <a:pt x="1353" y="18840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198" y="2800231"/>
              <a:ext cx="165813" cy="21233"/>
            </a:xfrm>
            <a:custGeom>
              <a:avLst/>
              <a:pathLst>
                <a:path w="165813" h="21233">
                  <a:moveTo>
                    <a:pt x="0" y="21233"/>
                  </a:moveTo>
                  <a:lnTo>
                    <a:pt x="16581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198" y="2671291"/>
              <a:ext cx="332966" cy="296104"/>
            </a:xfrm>
            <a:custGeom>
              <a:avLst/>
              <a:pathLst>
                <a:path w="332966" h="296104">
                  <a:moveTo>
                    <a:pt x="0" y="150173"/>
                  </a:moveTo>
                  <a:lnTo>
                    <a:pt x="762" y="155455"/>
                  </a:lnTo>
                  <a:lnTo>
                    <a:pt x="1692" y="160711"/>
                  </a:lnTo>
                  <a:lnTo>
                    <a:pt x="2790" y="165933"/>
                  </a:lnTo>
                  <a:lnTo>
                    <a:pt x="4054" y="171119"/>
                  </a:lnTo>
                  <a:lnTo>
                    <a:pt x="5483" y="176261"/>
                  </a:lnTo>
                  <a:lnTo>
                    <a:pt x="7075" y="181355"/>
                  </a:lnTo>
                  <a:lnTo>
                    <a:pt x="8829" y="186395"/>
                  </a:lnTo>
                  <a:lnTo>
                    <a:pt x="10744" y="191377"/>
                  </a:lnTo>
                  <a:lnTo>
                    <a:pt x="12816" y="196296"/>
                  </a:lnTo>
                  <a:lnTo>
                    <a:pt x="15044" y="201145"/>
                  </a:lnTo>
                  <a:lnTo>
                    <a:pt x="17426" y="205921"/>
                  </a:lnTo>
                  <a:lnTo>
                    <a:pt x="19959" y="210619"/>
                  </a:lnTo>
                  <a:lnTo>
                    <a:pt x="22640" y="215233"/>
                  </a:lnTo>
                  <a:lnTo>
                    <a:pt x="25468" y="219760"/>
                  </a:lnTo>
                  <a:lnTo>
                    <a:pt x="28439" y="224193"/>
                  </a:lnTo>
                  <a:lnTo>
                    <a:pt x="31549" y="228530"/>
                  </a:lnTo>
                  <a:lnTo>
                    <a:pt x="34797" y="232765"/>
                  </a:lnTo>
                  <a:lnTo>
                    <a:pt x="38178" y="236895"/>
                  </a:lnTo>
                  <a:lnTo>
                    <a:pt x="41689" y="240914"/>
                  </a:lnTo>
                  <a:lnTo>
                    <a:pt x="45327" y="244819"/>
                  </a:lnTo>
                  <a:lnTo>
                    <a:pt x="49087" y="248606"/>
                  </a:lnTo>
                  <a:lnTo>
                    <a:pt x="52967" y="252272"/>
                  </a:lnTo>
                  <a:lnTo>
                    <a:pt x="56961" y="255811"/>
                  </a:lnTo>
                  <a:lnTo>
                    <a:pt x="61067" y="259221"/>
                  </a:lnTo>
                  <a:lnTo>
                    <a:pt x="65279" y="262498"/>
                  </a:lnTo>
                  <a:lnTo>
                    <a:pt x="69594" y="265640"/>
                  </a:lnTo>
                  <a:lnTo>
                    <a:pt x="74007" y="268641"/>
                  </a:lnTo>
                  <a:lnTo>
                    <a:pt x="78513" y="271501"/>
                  </a:lnTo>
                  <a:lnTo>
                    <a:pt x="83108" y="274215"/>
                  </a:lnTo>
                  <a:lnTo>
                    <a:pt x="87788" y="276781"/>
                  </a:lnTo>
                  <a:lnTo>
                    <a:pt x="92547" y="279196"/>
                  </a:lnTo>
                  <a:lnTo>
                    <a:pt x="97381" y="281459"/>
                  </a:lnTo>
                  <a:lnTo>
                    <a:pt x="102284" y="283565"/>
                  </a:lnTo>
                  <a:lnTo>
                    <a:pt x="107253" y="285515"/>
                  </a:lnTo>
                  <a:lnTo>
                    <a:pt x="112281" y="287304"/>
                  </a:lnTo>
                  <a:lnTo>
                    <a:pt x="117363" y="288932"/>
                  </a:lnTo>
                  <a:lnTo>
                    <a:pt x="122495" y="290397"/>
                  </a:lnTo>
                  <a:lnTo>
                    <a:pt x="127671" y="291698"/>
                  </a:lnTo>
                  <a:lnTo>
                    <a:pt x="132886" y="292832"/>
                  </a:lnTo>
                  <a:lnTo>
                    <a:pt x="138135" y="293800"/>
                  </a:lnTo>
                  <a:lnTo>
                    <a:pt x="143412" y="294600"/>
                  </a:lnTo>
                  <a:lnTo>
                    <a:pt x="148711" y="295230"/>
                  </a:lnTo>
                  <a:lnTo>
                    <a:pt x="154028" y="295691"/>
                  </a:lnTo>
                  <a:lnTo>
                    <a:pt x="159358" y="295983"/>
                  </a:lnTo>
                  <a:lnTo>
                    <a:pt x="164693" y="296104"/>
                  </a:lnTo>
                  <a:lnTo>
                    <a:pt x="170030" y="296054"/>
                  </a:lnTo>
                  <a:lnTo>
                    <a:pt x="175362" y="295834"/>
                  </a:lnTo>
                  <a:lnTo>
                    <a:pt x="180685" y="295444"/>
                  </a:lnTo>
                  <a:lnTo>
                    <a:pt x="185993" y="294885"/>
                  </a:lnTo>
                  <a:lnTo>
                    <a:pt x="191280" y="294156"/>
                  </a:lnTo>
                  <a:lnTo>
                    <a:pt x="196541" y="293259"/>
                  </a:lnTo>
                  <a:lnTo>
                    <a:pt x="201771" y="292194"/>
                  </a:lnTo>
                  <a:lnTo>
                    <a:pt x="206964" y="290963"/>
                  </a:lnTo>
                  <a:lnTo>
                    <a:pt x="212115" y="289567"/>
                  </a:lnTo>
                  <a:lnTo>
                    <a:pt x="217219" y="288007"/>
                  </a:lnTo>
                  <a:lnTo>
                    <a:pt x="222270" y="286285"/>
                  </a:lnTo>
                  <a:lnTo>
                    <a:pt x="227264" y="284403"/>
                  </a:lnTo>
                  <a:lnTo>
                    <a:pt x="232196" y="282362"/>
                  </a:lnTo>
                  <a:lnTo>
                    <a:pt x="237059" y="280165"/>
                  </a:lnTo>
                  <a:lnTo>
                    <a:pt x="241850" y="277813"/>
                  </a:lnTo>
                  <a:lnTo>
                    <a:pt x="246564" y="275310"/>
                  </a:lnTo>
                  <a:lnTo>
                    <a:pt x="251195" y="272658"/>
                  </a:lnTo>
                  <a:lnTo>
                    <a:pt x="255740" y="269859"/>
                  </a:lnTo>
                  <a:lnTo>
                    <a:pt x="260192" y="266916"/>
                  </a:lnTo>
                  <a:lnTo>
                    <a:pt x="264549" y="263833"/>
                  </a:lnTo>
                  <a:lnTo>
                    <a:pt x="268804" y="260613"/>
                  </a:lnTo>
                  <a:lnTo>
                    <a:pt x="272955" y="257258"/>
                  </a:lnTo>
                  <a:lnTo>
                    <a:pt x="276997" y="253772"/>
                  </a:lnTo>
                  <a:lnTo>
                    <a:pt x="280925" y="250159"/>
                  </a:lnTo>
                  <a:lnTo>
                    <a:pt x="284736" y="246423"/>
                  </a:lnTo>
                  <a:lnTo>
                    <a:pt x="288426" y="242567"/>
                  </a:lnTo>
                  <a:lnTo>
                    <a:pt x="291990" y="238595"/>
                  </a:lnTo>
                  <a:lnTo>
                    <a:pt x="295426" y="234511"/>
                  </a:lnTo>
                  <a:lnTo>
                    <a:pt x="298730" y="230320"/>
                  </a:lnTo>
                  <a:lnTo>
                    <a:pt x="301899" y="226025"/>
                  </a:lnTo>
                  <a:lnTo>
                    <a:pt x="304929" y="221632"/>
                  </a:lnTo>
                  <a:lnTo>
                    <a:pt x="307817" y="217144"/>
                  </a:lnTo>
                  <a:lnTo>
                    <a:pt x="310560" y="212566"/>
                  </a:lnTo>
                  <a:lnTo>
                    <a:pt x="313156" y="207902"/>
                  </a:lnTo>
                  <a:lnTo>
                    <a:pt x="315601" y="203159"/>
                  </a:lnTo>
                  <a:lnTo>
                    <a:pt x="317894" y="198339"/>
                  </a:lnTo>
                  <a:lnTo>
                    <a:pt x="320032" y="193449"/>
                  </a:lnTo>
                  <a:lnTo>
                    <a:pt x="322013" y="188493"/>
                  </a:lnTo>
                  <a:lnTo>
                    <a:pt x="323834" y="183477"/>
                  </a:lnTo>
                  <a:lnTo>
                    <a:pt x="325495" y="178405"/>
                  </a:lnTo>
                  <a:lnTo>
                    <a:pt x="326992" y="173282"/>
                  </a:lnTo>
                  <a:lnTo>
                    <a:pt x="328325" y="168114"/>
                  </a:lnTo>
                  <a:lnTo>
                    <a:pt x="329493" y="162906"/>
                  </a:lnTo>
                  <a:lnTo>
                    <a:pt x="330494" y="157664"/>
                  </a:lnTo>
                  <a:lnTo>
                    <a:pt x="331327" y="152393"/>
                  </a:lnTo>
                  <a:lnTo>
                    <a:pt x="331991" y="147097"/>
                  </a:lnTo>
                  <a:lnTo>
                    <a:pt x="332486" y="141783"/>
                  </a:lnTo>
                  <a:lnTo>
                    <a:pt x="332811" y="136456"/>
                  </a:lnTo>
                  <a:lnTo>
                    <a:pt x="332966" y="131121"/>
                  </a:lnTo>
                  <a:lnTo>
                    <a:pt x="332951" y="125784"/>
                  </a:lnTo>
                  <a:lnTo>
                    <a:pt x="332765" y="120450"/>
                  </a:lnTo>
                  <a:lnTo>
                    <a:pt x="332409" y="115125"/>
                  </a:lnTo>
                  <a:lnTo>
                    <a:pt x="331883" y="109814"/>
                  </a:lnTo>
                  <a:lnTo>
                    <a:pt x="331188" y="104523"/>
                  </a:lnTo>
                  <a:lnTo>
                    <a:pt x="330324" y="99256"/>
                  </a:lnTo>
                  <a:lnTo>
                    <a:pt x="329292" y="94020"/>
                  </a:lnTo>
                  <a:lnTo>
                    <a:pt x="328094" y="88819"/>
                  </a:lnTo>
                  <a:lnTo>
                    <a:pt x="326731" y="83659"/>
                  </a:lnTo>
                  <a:lnTo>
                    <a:pt x="325203" y="78545"/>
                  </a:lnTo>
                  <a:lnTo>
                    <a:pt x="323514" y="73483"/>
                  </a:lnTo>
                  <a:lnTo>
                    <a:pt x="321663" y="68477"/>
                  </a:lnTo>
                  <a:lnTo>
                    <a:pt x="319653" y="63533"/>
                  </a:lnTo>
                  <a:lnTo>
                    <a:pt x="317487" y="58655"/>
                  </a:lnTo>
                  <a:lnTo>
                    <a:pt x="315166" y="53849"/>
                  </a:lnTo>
                  <a:lnTo>
                    <a:pt x="312693" y="49120"/>
                  </a:lnTo>
                  <a:lnTo>
                    <a:pt x="310070" y="44472"/>
                  </a:lnTo>
                  <a:lnTo>
                    <a:pt x="307300" y="39910"/>
                  </a:lnTo>
                  <a:lnTo>
                    <a:pt x="304386" y="35439"/>
                  </a:lnTo>
                  <a:lnTo>
                    <a:pt x="301331" y="31063"/>
                  </a:lnTo>
                  <a:lnTo>
                    <a:pt x="298137" y="26787"/>
                  </a:lnTo>
                  <a:lnTo>
                    <a:pt x="294809" y="22615"/>
                  </a:lnTo>
                  <a:lnTo>
                    <a:pt x="291349" y="18551"/>
                  </a:lnTo>
                  <a:lnTo>
                    <a:pt x="287761" y="14600"/>
                  </a:lnTo>
                  <a:lnTo>
                    <a:pt x="284049" y="10765"/>
                  </a:lnTo>
                  <a:lnTo>
                    <a:pt x="280216" y="7051"/>
                  </a:lnTo>
                  <a:lnTo>
                    <a:pt x="276267" y="3461"/>
                  </a:lnTo>
                  <a:lnTo>
                    <a:pt x="272205" y="0"/>
                  </a:lnTo>
                  <a:lnTo>
                    <a:pt x="165813" y="1289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919011" y="2633064"/>
              <a:ext cx="106392" cy="167167"/>
            </a:xfrm>
            <a:custGeom>
              <a:avLst/>
              <a:pathLst>
                <a:path w="106392" h="167167">
                  <a:moveTo>
                    <a:pt x="106392" y="38227"/>
                  </a:moveTo>
                  <a:lnTo>
                    <a:pt x="101882" y="34634"/>
                  </a:lnTo>
                  <a:lnTo>
                    <a:pt x="97251" y="31199"/>
                  </a:lnTo>
                  <a:lnTo>
                    <a:pt x="92504" y="27926"/>
                  </a:lnTo>
                  <a:lnTo>
                    <a:pt x="87647" y="24819"/>
                  </a:lnTo>
                  <a:lnTo>
                    <a:pt x="82685" y="21881"/>
                  </a:lnTo>
                  <a:lnTo>
                    <a:pt x="77626" y="19116"/>
                  </a:lnTo>
                  <a:lnTo>
                    <a:pt x="72474" y="16527"/>
                  </a:lnTo>
                  <a:lnTo>
                    <a:pt x="67235" y="14117"/>
                  </a:ln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35598" y="2126963"/>
              <a:ext cx="92873" cy="167167"/>
            </a:xfrm>
            <a:custGeom>
              <a:avLst/>
              <a:pathLst>
                <a:path w="92873" h="167167">
                  <a:moveTo>
                    <a:pt x="92873" y="0"/>
                  </a:moveTo>
                  <a:lnTo>
                    <a:pt x="87082" y="100"/>
                  </a:lnTo>
                  <a:lnTo>
                    <a:pt x="81297" y="401"/>
                  </a:lnTo>
                  <a:lnTo>
                    <a:pt x="75527" y="902"/>
                  </a:lnTo>
                  <a:lnTo>
                    <a:pt x="69778" y="1603"/>
                  </a:lnTo>
                  <a:lnTo>
                    <a:pt x="64056" y="2502"/>
                  </a:lnTo>
                  <a:lnTo>
                    <a:pt x="58369" y="3599"/>
                  </a:lnTo>
                  <a:lnTo>
                    <a:pt x="52723" y="4893"/>
                  </a:lnTo>
                  <a:lnTo>
                    <a:pt x="47125" y="6381"/>
                  </a:lnTo>
                  <a:lnTo>
                    <a:pt x="41583" y="8062"/>
                  </a:lnTo>
                  <a:lnTo>
                    <a:pt x="36101" y="9935"/>
                  </a:lnTo>
                  <a:lnTo>
                    <a:pt x="30689" y="11996"/>
                  </a:lnTo>
                  <a:lnTo>
                    <a:pt x="25350" y="14243"/>
                  </a:lnTo>
                  <a:lnTo>
                    <a:pt x="20093" y="16674"/>
                  </a:lnTo>
                  <a:lnTo>
                    <a:pt x="14923" y="19286"/>
                  </a:lnTo>
                  <a:lnTo>
                    <a:pt x="9847" y="22075"/>
                  </a:lnTo>
                  <a:lnTo>
                    <a:pt x="4870" y="25038"/>
                  </a:lnTo>
                  <a:lnTo>
                    <a:pt x="0" y="28172"/>
                  </a:lnTo>
                  <a:lnTo>
                    <a:pt x="9287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5598" y="2155136"/>
              <a:ext cx="92873" cy="138994"/>
            </a:xfrm>
            <a:custGeom>
              <a:avLst/>
              <a:pathLst>
                <a:path w="92873" h="138994">
                  <a:moveTo>
                    <a:pt x="0" y="0"/>
                  </a:moveTo>
                  <a:lnTo>
                    <a:pt x="92873" y="138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561307" y="2155136"/>
              <a:ext cx="257067" cy="306159"/>
            </a:xfrm>
            <a:custGeom>
              <a:avLst/>
              <a:pathLst>
                <a:path w="257067" h="306159">
                  <a:moveTo>
                    <a:pt x="74291" y="0"/>
                  </a:moveTo>
                  <a:lnTo>
                    <a:pt x="69914" y="3027"/>
                  </a:lnTo>
                  <a:lnTo>
                    <a:pt x="65634" y="6191"/>
                  </a:lnTo>
                  <a:lnTo>
                    <a:pt x="61458" y="9491"/>
                  </a:lnTo>
                  <a:lnTo>
                    <a:pt x="57389" y="12922"/>
                  </a:lnTo>
                  <a:lnTo>
                    <a:pt x="53431" y="16480"/>
                  </a:lnTo>
                  <a:lnTo>
                    <a:pt x="49588" y="20163"/>
                  </a:lnTo>
                  <a:lnTo>
                    <a:pt x="45865" y="23967"/>
                  </a:lnTo>
                  <a:lnTo>
                    <a:pt x="42264" y="27886"/>
                  </a:lnTo>
                  <a:lnTo>
                    <a:pt x="38791" y="31919"/>
                  </a:lnTo>
                  <a:lnTo>
                    <a:pt x="35447" y="36060"/>
                  </a:lnTo>
                  <a:lnTo>
                    <a:pt x="32237" y="40305"/>
                  </a:lnTo>
                  <a:lnTo>
                    <a:pt x="29163" y="44651"/>
                  </a:lnTo>
                  <a:lnTo>
                    <a:pt x="26230" y="49092"/>
                  </a:lnTo>
                  <a:lnTo>
                    <a:pt x="23439" y="53624"/>
                  </a:lnTo>
                  <a:lnTo>
                    <a:pt x="20794" y="58243"/>
                  </a:lnTo>
                  <a:lnTo>
                    <a:pt x="18298" y="62944"/>
                  </a:lnTo>
                  <a:lnTo>
                    <a:pt x="15952" y="67721"/>
                  </a:lnTo>
                  <a:lnTo>
                    <a:pt x="13760" y="72571"/>
                  </a:lnTo>
                  <a:lnTo>
                    <a:pt x="11723" y="77489"/>
                  </a:lnTo>
                  <a:lnTo>
                    <a:pt x="9844" y="82468"/>
                  </a:lnTo>
                  <a:lnTo>
                    <a:pt x="8124" y="87505"/>
                  </a:lnTo>
                  <a:lnTo>
                    <a:pt x="6566" y="92594"/>
                  </a:lnTo>
                  <a:lnTo>
                    <a:pt x="5170" y="97731"/>
                  </a:lnTo>
                  <a:lnTo>
                    <a:pt x="3938" y="102909"/>
                  </a:lnTo>
                  <a:lnTo>
                    <a:pt x="2872" y="108123"/>
                  </a:lnTo>
                  <a:lnTo>
                    <a:pt x="1973" y="113369"/>
                  </a:lnTo>
                  <a:lnTo>
                    <a:pt x="1241" y="118641"/>
                  </a:lnTo>
                  <a:lnTo>
                    <a:pt x="677" y="123934"/>
                  </a:lnTo>
                  <a:lnTo>
                    <a:pt x="282" y="129241"/>
                  </a:lnTo>
                  <a:lnTo>
                    <a:pt x="56" y="134559"/>
                  </a:lnTo>
                  <a:lnTo>
                    <a:pt x="0" y="139881"/>
                  </a:lnTo>
                  <a:lnTo>
                    <a:pt x="112" y="145203"/>
                  </a:lnTo>
                  <a:lnTo>
                    <a:pt x="395" y="150517"/>
                  </a:lnTo>
                  <a:lnTo>
                    <a:pt x="846" y="155821"/>
                  </a:lnTo>
                  <a:lnTo>
                    <a:pt x="1466" y="161107"/>
                  </a:lnTo>
                  <a:lnTo>
                    <a:pt x="2254" y="166371"/>
                  </a:lnTo>
                  <a:lnTo>
                    <a:pt x="3209" y="171607"/>
                  </a:lnTo>
                  <a:lnTo>
                    <a:pt x="4331" y="176810"/>
                  </a:lnTo>
                  <a:lnTo>
                    <a:pt x="5617" y="181975"/>
                  </a:lnTo>
                  <a:lnTo>
                    <a:pt x="7067" y="187096"/>
                  </a:lnTo>
                  <a:lnTo>
                    <a:pt x="8680" y="192168"/>
                  </a:lnTo>
                  <a:lnTo>
                    <a:pt x="10453" y="197186"/>
                  </a:lnTo>
                  <a:lnTo>
                    <a:pt x="12385" y="202146"/>
                  </a:lnTo>
                  <a:lnTo>
                    <a:pt x="14474" y="207041"/>
                  </a:lnTo>
                  <a:lnTo>
                    <a:pt x="16717" y="211868"/>
                  </a:lnTo>
                  <a:lnTo>
                    <a:pt x="19113" y="216620"/>
                  </a:lnTo>
                  <a:lnTo>
                    <a:pt x="21660" y="221294"/>
                  </a:lnTo>
                  <a:lnTo>
                    <a:pt x="24354" y="225885"/>
                  </a:lnTo>
                  <a:lnTo>
                    <a:pt x="27192" y="230387"/>
                  </a:lnTo>
                  <a:lnTo>
                    <a:pt x="30173" y="234797"/>
                  </a:lnTo>
                  <a:lnTo>
                    <a:pt x="33292" y="239109"/>
                  </a:lnTo>
                  <a:lnTo>
                    <a:pt x="36547" y="243320"/>
                  </a:lnTo>
                  <a:lnTo>
                    <a:pt x="39934" y="247426"/>
                  </a:lnTo>
                  <a:lnTo>
                    <a:pt x="43451" y="251421"/>
                  </a:lnTo>
                  <a:lnTo>
                    <a:pt x="47093" y="255303"/>
                  </a:lnTo>
                  <a:lnTo>
                    <a:pt x="50856" y="259066"/>
                  </a:lnTo>
                  <a:lnTo>
                    <a:pt x="54738" y="262708"/>
                  </a:lnTo>
                  <a:lnTo>
                    <a:pt x="58733" y="266224"/>
                  </a:lnTo>
                  <a:lnTo>
                    <a:pt x="62838" y="269612"/>
                  </a:lnTo>
                  <a:lnTo>
                    <a:pt x="67049" y="272867"/>
                  </a:lnTo>
                  <a:lnTo>
                    <a:pt x="71362" y="275986"/>
                  </a:lnTo>
                  <a:lnTo>
                    <a:pt x="75772" y="278967"/>
                  </a:lnTo>
                  <a:lnTo>
                    <a:pt x="80274" y="281805"/>
                  </a:lnTo>
                  <a:lnTo>
                    <a:pt x="84865" y="284499"/>
                  </a:lnTo>
                  <a:lnTo>
                    <a:pt x="89538" y="287045"/>
                  </a:lnTo>
                  <a:lnTo>
                    <a:pt x="94291" y="289441"/>
                  </a:lnTo>
                  <a:lnTo>
                    <a:pt x="99117" y="291685"/>
                  </a:lnTo>
                  <a:lnTo>
                    <a:pt x="104013" y="293774"/>
                  </a:lnTo>
                  <a:lnTo>
                    <a:pt x="108972" y="295706"/>
                  </a:lnTo>
                  <a:lnTo>
                    <a:pt x="113991" y="297479"/>
                  </a:lnTo>
                  <a:lnTo>
                    <a:pt x="119063" y="299092"/>
                  </a:lnTo>
                  <a:lnTo>
                    <a:pt x="124184" y="300542"/>
                  </a:lnTo>
                  <a:lnTo>
                    <a:pt x="129349" y="301828"/>
                  </a:lnTo>
                  <a:lnTo>
                    <a:pt x="134552" y="302950"/>
                  </a:lnTo>
                  <a:lnTo>
                    <a:pt x="139788" y="303905"/>
                  </a:lnTo>
                  <a:lnTo>
                    <a:pt x="145052" y="304693"/>
                  </a:lnTo>
                  <a:lnTo>
                    <a:pt x="150338" y="305313"/>
                  </a:lnTo>
                  <a:lnTo>
                    <a:pt x="155641" y="305764"/>
                  </a:lnTo>
                  <a:lnTo>
                    <a:pt x="160956" y="306046"/>
                  </a:lnTo>
                  <a:lnTo>
                    <a:pt x="166277" y="306159"/>
                  </a:lnTo>
                  <a:lnTo>
                    <a:pt x="171600" y="306103"/>
                  </a:lnTo>
                  <a:lnTo>
                    <a:pt x="176917" y="305877"/>
                  </a:lnTo>
                  <a:lnTo>
                    <a:pt x="182225" y="305482"/>
                  </a:lnTo>
                  <a:lnTo>
                    <a:pt x="187518" y="304918"/>
                  </a:lnTo>
                  <a:lnTo>
                    <a:pt x="192789" y="304186"/>
                  </a:lnTo>
                  <a:lnTo>
                    <a:pt x="198035" y="303286"/>
                  </a:lnTo>
                  <a:lnTo>
                    <a:pt x="203250" y="302220"/>
                  </a:lnTo>
                  <a:lnTo>
                    <a:pt x="208428" y="300989"/>
                  </a:lnTo>
                  <a:lnTo>
                    <a:pt x="213564" y="299593"/>
                  </a:lnTo>
                  <a:lnTo>
                    <a:pt x="218653" y="298035"/>
                  </a:lnTo>
                  <a:lnTo>
                    <a:pt x="223690" y="296315"/>
                  </a:lnTo>
                  <a:lnTo>
                    <a:pt x="228670" y="294436"/>
                  </a:lnTo>
                  <a:lnTo>
                    <a:pt x="233587" y="292399"/>
                  </a:lnTo>
                  <a:lnTo>
                    <a:pt x="238437" y="290206"/>
                  </a:lnTo>
                  <a:lnTo>
                    <a:pt x="243215" y="287861"/>
                  </a:lnTo>
                  <a:lnTo>
                    <a:pt x="247916" y="285364"/>
                  </a:lnTo>
                  <a:lnTo>
                    <a:pt x="252534" y="282719"/>
                  </a:lnTo>
                  <a:lnTo>
                    <a:pt x="257067" y="279929"/>
                  </a:lnTo>
                  <a:lnTo>
                    <a:pt x="167165" y="1389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728472" y="2126963"/>
              <a:ext cx="167164" cy="308102"/>
            </a:xfrm>
            <a:custGeom>
              <a:avLst/>
              <a:pathLst>
                <a:path w="167164" h="308102">
                  <a:moveTo>
                    <a:pt x="89902" y="308102"/>
                  </a:moveTo>
                  <a:lnTo>
                    <a:pt x="94388" y="305137"/>
                  </a:lnTo>
                  <a:lnTo>
                    <a:pt x="98778" y="302029"/>
                  </a:lnTo>
                  <a:lnTo>
                    <a:pt x="103065" y="298782"/>
                  </a:lnTo>
                  <a:lnTo>
                    <a:pt x="107245" y="295399"/>
                  </a:lnTo>
                  <a:lnTo>
                    <a:pt x="111314" y="291883"/>
                  </a:lnTo>
                  <a:lnTo>
                    <a:pt x="115268" y="288237"/>
                  </a:lnTo>
                  <a:lnTo>
                    <a:pt x="119103" y="284467"/>
                  </a:lnTo>
                  <a:lnTo>
                    <a:pt x="122815" y="280575"/>
                  </a:lnTo>
                  <a:lnTo>
                    <a:pt x="126399" y="276566"/>
                  </a:lnTo>
                  <a:lnTo>
                    <a:pt x="129853" y="272443"/>
                  </a:lnTo>
                  <a:lnTo>
                    <a:pt x="133172" y="268212"/>
                  </a:lnTo>
                  <a:lnTo>
                    <a:pt x="136353" y="263876"/>
                  </a:lnTo>
                  <a:lnTo>
                    <a:pt x="139393" y="259440"/>
                  </a:lnTo>
                  <a:lnTo>
                    <a:pt x="142289" y="254908"/>
                  </a:lnTo>
                  <a:lnTo>
                    <a:pt x="145038" y="250286"/>
                  </a:lnTo>
                  <a:lnTo>
                    <a:pt x="147637" y="245578"/>
                  </a:lnTo>
                  <a:lnTo>
                    <a:pt x="150082" y="240788"/>
                  </a:lnTo>
                  <a:lnTo>
                    <a:pt x="152373" y="235922"/>
                  </a:lnTo>
                  <a:lnTo>
                    <a:pt x="154506" y="230985"/>
                  </a:lnTo>
                  <a:lnTo>
                    <a:pt x="156479" y="225982"/>
                  </a:lnTo>
                  <a:lnTo>
                    <a:pt x="158289" y="220919"/>
                  </a:lnTo>
                  <a:lnTo>
                    <a:pt x="159937" y="215799"/>
                  </a:lnTo>
                  <a:lnTo>
                    <a:pt x="161418" y="210629"/>
                  </a:lnTo>
                  <a:lnTo>
                    <a:pt x="162733" y="205415"/>
                  </a:lnTo>
                  <a:lnTo>
                    <a:pt x="163879" y="200160"/>
                  </a:lnTo>
                  <a:lnTo>
                    <a:pt x="164855" y="194872"/>
                  </a:lnTo>
                  <a:lnTo>
                    <a:pt x="165661" y="189555"/>
                  </a:lnTo>
                  <a:lnTo>
                    <a:pt x="166295" y="184214"/>
                  </a:lnTo>
                  <a:lnTo>
                    <a:pt x="166758" y="178856"/>
                  </a:lnTo>
                  <a:lnTo>
                    <a:pt x="167047" y="173486"/>
                  </a:lnTo>
                  <a:lnTo>
                    <a:pt x="167164" y="168109"/>
                  </a:lnTo>
                  <a:lnTo>
                    <a:pt x="167108" y="162732"/>
                  </a:lnTo>
                  <a:lnTo>
                    <a:pt x="166879" y="157359"/>
                  </a:lnTo>
                  <a:lnTo>
                    <a:pt x="166477" y="151996"/>
                  </a:lnTo>
                  <a:lnTo>
                    <a:pt x="165903" y="146649"/>
                  </a:lnTo>
                  <a:lnTo>
                    <a:pt x="165157" y="141323"/>
                  </a:lnTo>
                  <a:lnTo>
                    <a:pt x="164240" y="136024"/>
                  </a:lnTo>
                  <a:lnTo>
                    <a:pt x="163154" y="130757"/>
                  </a:lnTo>
                  <a:lnTo>
                    <a:pt x="161898" y="125528"/>
                  </a:lnTo>
                  <a:lnTo>
                    <a:pt x="160475" y="120341"/>
                  </a:lnTo>
                  <a:lnTo>
                    <a:pt x="158886" y="115204"/>
                  </a:lnTo>
                  <a:lnTo>
                    <a:pt x="157132" y="110120"/>
                  </a:lnTo>
                  <a:lnTo>
                    <a:pt x="155215" y="105095"/>
                  </a:lnTo>
                  <a:lnTo>
                    <a:pt x="153139" y="100134"/>
                  </a:lnTo>
                  <a:lnTo>
                    <a:pt x="150903" y="95243"/>
                  </a:lnTo>
                  <a:lnTo>
                    <a:pt x="148511" y="90426"/>
                  </a:lnTo>
                  <a:lnTo>
                    <a:pt x="145966" y="85689"/>
                  </a:lnTo>
                  <a:lnTo>
                    <a:pt x="143270" y="81036"/>
                  </a:lnTo>
                  <a:lnTo>
                    <a:pt x="140425" y="76472"/>
                  </a:lnTo>
                  <a:lnTo>
                    <a:pt x="137435" y="72002"/>
                  </a:lnTo>
                  <a:lnTo>
                    <a:pt x="134303" y="67630"/>
                  </a:lnTo>
                  <a:lnTo>
                    <a:pt x="131031" y="63361"/>
                  </a:lnTo>
                  <a:lnTo>
                    <a:pt x="127625" y="59200"/>
                  </a:lnTo>
                  <a:lnTo>
                    <a:pt x="124086" y="55151"/>
                  </a:lnTo>
                  <a:lnTo>
                    <a:pt x="120418" y="51217"/>
                  </a:lnTo>
                  <a:lnTo>
                    <a:pt x="116626" y="47404"/>
                  </a:lnTo>
                  <a:lnTo>
                    <a:pt x="112713" y="43714"/>
                  </a:lnTo>
                  <a:lnTo>
                    <a:pt x="108684" y="40153"/>
                  </a:lnTo>
                  <a:lnTo>
                    <a:pt x="104542" y="36722"/>
                  </a:lnTo>
                  <a:lnTo>
                    <a:pt x="100292" y="33427"/>
                  </a:lnTo>
                  <a:lnTo>
                    <a:pt x="95938" y="30270"/>
                  </a:lnTo>
                  <a:lnTo>
                    <a:pt x="91485" y="27255"/>
                  </a:lnTo>
                  <a:lnTo>
                    <a:pt x="86937" y="24385"/>
                  </a:lnTo>
                  <a:lnTo>
                    <a:pt x="82300" y="21662"/>
                  </a:lnTo>
                  <a:lnTo>
                    <a:pt x="77577" y="19090"/>
                  </a:lnTo>
                  <a:lnTo>
                    <a:pt x="72773" y="16671"/>
                  </a:lnTo>
                  <a:lnTo>
                    <a:pt x="67895" y="14408"/>
                  </a:lnTo>
                  <a:lnTo>
                    <a:pt x="62946" y="12303"/>
                  </a:lnTo>
                  <a:lnTo>
                    <a:pt x="57932" y="10359"/>
                  </a:lnTo>
                  <a:lnTo>
                    <a:pt x="52858" y="8576"/>
                  </a:lnTo>
                  <a:lnTo>
                    <a:pt x="47729" y="6958"/>
                  </a:lnTo>
                  <a:lnTo>
                    <a:pt x="42551" y="5506"/>
                  </a:lnTo>
                  <a:lnTo>
                    <a:pt x="37329" y="4221"/>
                  </a:lnTo>
                  <a:lnTo>
                    <a:pt x="32068" y="3104"/>
                  </a:lnTo>
                  <a:lnTo>
                    <a:pt x="26774" y="2158"/>
                  </a:lnTo>
                  <a:lnTo>
                    <a:pt x="21453" y="1382"/>
                  </a:lnTo>
                  <a:lnTo>
                    <a:pt x="16109" y="778"/>
                  </a:lnTo>
                  <a:lnTo>
                    <a:pt x="10748" y="345"/>
                  </a:lnTo>
                  <a:lnTo>
                    <a:pt x="537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8884" y="1681503"/>
              <a:ext cx="34351" cy="167167"/>
            </a:xfrm>
            <a:custGeom>
              <a:avLst/>
              <a:pathLst>
                <a:path w="34351" h="167167">
                  <a:moveTo>
                    <a:pt x="34351" y="0"/>
                  </a:moveTo>
                  <a:lnTo>
                    <a:pt x="27433" y="143"/>
                  </a:lnTo>
                  <a:lnTo>
                    <a:pt x="20527" y="572"/>
                  </a:lnTo>
                  <a:lnTo>
                    <a:pt x="13645" y="1287"/>
                  </a:lnTo>
                  <a:lnTo>
                    <a:pt x="6799" y="2286"/>
                  </a:lnTo>
                  <a:lnTo>
                    <a:pt x="0" y="3567"/>
                  </a:lnTo>
                  <a:lnTo>
                    <a:pt x="343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8884" y="1685070"/>
              <a:ext cx="34351" cy="163600"/>
            </a:xfrm>
            <a:custGeom>
              <a:avLst/>
              <a:pathLst>
                <a:path w="34351" h="163600">
                  <a:moveTo>
                    <a:pt x="0" y="0"/>
                  </a:moveTo>
                  <a:lnTo>
                    <a:pt x="34351" y="1636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256067" y="1685070"/>
              <a:ext cx="334332" cy="330754"/>
            </a:xfrm>
            <a:custGeom>
              <a:avLst/>
              <a:pathLst>
                <a:path w="334332" h="330754">
                  <a:moveTo>
                    <a:pt x="132816" y="0"/>
                  </a:moveTo>
                  <a:lnTo>
                    <a:pt x="127649" y="1170"/>
                  </a:lnTo>
                  <a:lnTo>
                    <a:pt x="122523" y="2504"/>
                  </a:lnTo>
                  <a:lnTo>
                    <a:pt x="117441" y="3999"/>
                  </a:lnTo>
                  <a:lnTo>
                    <a:pt x="112409" y="5655"/>
                  </a:lnTo>
                  <a:lnTo>
                    <a:pt x="107432" y="7469"/>
                  </a:lnTo>
                  <a:lnTo>
                    <a:pt x="102515" y="9440"/>
                  </a:lnTo>
                  <a:lnTo>
                    <a:pt x="97663" y="11566"/>
                  </a:lnTo>
                  <a:lnTo>
                    <a:pt x="92881" y="13844"/>
                  </a:lnTo>
                  <a:lnTo>
                    <a:pt x="88174" y="16273"/>
                  </a:lnTo>
                  <a:lnTo>
                    <a:pt x="83545" y="18850"/>
                  </a:lnTo>
                  <a:lnTo>
                    <a:pt x="79001" y="21572"/>
                  </a:lnTo>
                  <a:lnTo>
                    <a:pt x="74545" y="24437"/>
                  </a:lnTo>
                  <a:lnTo>
                    <a:pt x="70182" y="27442"/>
                  </a:lnTo>
                  <a:lnTo>
                    <a:pt x="65917" y="30583"/>
                  </a:lnTo>
                  <a:lnTo>
                    <a:pt x="61753" y="33858"/>
                  </a:lnTo>
                  <a:lnTo>
                    <a:pt x="57695" y="37263"/>
                  </a:lnTo>
                  <a:lnTo>
                    <a:pt x="53747" y="40795"/>
                  </a:lnTo>
                  <a:lnTo>
                    <a:pt x="49913" y="44450"/>
                  </a:lnTo>
                  <a:lnTo>
                    <a:pt x="46197" y="48225"/>
                  </a:lnTo>
                  <a:lnTo>
                    <a:pt x="42602" y="52116"/>
                  </a:lnTo>
                  <a:lnTo>
                    <a:pt x="39133" y="56118"/>
                  </a:lnTo>
                  <a:lnTo>
                    <a:pt x="35791" y="60229"/>
                  </a:lnTo>
                  <a:lnTo>
                    <a:pt x="32582" y="64444"/>
                  </a:lnTo>
                  <a:lnTo>
                    <a:pt x="29508" y="68758"/>
                  </a:lnTo>
                  <a:lnTo>
                    <a:pt x="26572" y="73167"/>
                  </a:lnTo>
                  <a:lnTo>
                    <a:pt x="23777" y="77667"/>
                  </a:lnTo>
                  <a:lnTo>
                    <a:pt x="21127" y="82253"/>
                  </a:lnTo>
                  <a:lnTo>
                    <a:pt x="18623" y="86921"/>
                  </a:lnTo>
                  <a:lnTo>
                    <a:pt x="16268" y="91666"/>
                  </a:lnTo>
                  <a:lnTo>
                    <a:pt x="14064" y="96484"/>
                  </a:lnTo>
                  <a:lnTo>
                    <a:pt x="12015" y="101368"/>
                  </a:lnTo>
                  <a:lnTo>
                    <a:pt x="10121" y="106315"/>
                  </a:lnTo>
                  <a:lnTo>
                    <a:pt x="8385" y="111320"/>
                  </a:lnTo>
                  <a:lnTo>
                    <a:pt x="6808" y="116377"/>
                  </a:lnTo>
                  <a:lnTo>
                    <a:pt x="5392" y="121482"/>
                  </a:lnTo>
                  <a:lnTo>
                    <a:pt x="4139" y="126629"/>
                  </a:lnTo>
                  <a:lnTo>
                    <a:pt x="3049" y="131813"/>
                  </a:lnTo>
                  <a:lnTo>
                    <a:pt x="2125" y="137029"/>
                  </a:lnTo>
                  <a:lnTo>
                    <a:pt x="1366" y="142271"/>
                  </a:lnTo>
                  <a:lnTo>
                    <a:pt x="773" y="147535"/>
                  </a:lnTo>
                  <a:lnTo>
                    <a:pt x="348" y="152815"/>
                  </a:lnTo>
                  <a:lnTo>
                    <a:pt x="90" y="158106"/>
                  </a:lnTo>
                  <a:lnTo>
                    <a:pt x="0" y="163403"/>
                  </a:lnTo>
                  <a:lnTo>
                    <a:pt x="77" y="168700"/>
                  </a:lnTo>
                  <a:lnTo>
                    <a:pt x="323" y="173991"/>
                  </a:lnTo>
                  <a:lnTo>
                    <a:pt x="736" y="179272"/>
                  </a:lnTo>
                  <a:lnTo>
                    <a:pt x="1316" y="184538"/>
                  </a:lnTo>
                  <a:lnTo>
                    <a:pt x="2063" y="189782"/>
                  </a:lnTo>
                  <a:lnTo>
                    <a:pt x="2975" y="195000"/>
                  </a:lnTo>
                  <a:lnTo>
                    <a:pt x="4052" y="200187"/>
                  </a:lnTo>
                  <a:lnTo>
                    <a:pt x="5294" y="205337"/>
                  </a:lnTo>
                  <a:lnTo>
                    <a:pt x="6697" y="210444"/>
                  </a:lnTo>
                  <a:lnTo>
                    <a:pt x="8262" y="215505"/>
                  </a:lnTo>
                  <a:lnTo>
                    <a:pt x="9986" y="220514"/>
                  </a:lnTo>
                  <a:lnTo>
                    <a:pt x="11869" y="225466"/>
                  </a:lnTo>
                  <a:lnTo>
                    <a:pt x="13907" y="230355"/>
                  </a:lnTo>
                  <a:lnTo>
                    <a:pt x="16099" y="235178"/>
                  </a:lnTo>
                  <a:lnTo>
                    <a:pt x="18443" y="239928"/>
                  </a:lnTo>
                  <a:lnTo>
                    <a:pt x="20936" y="244602"/>
                  </a:lnTo>
                  <a:lnTo>
                    <a:pt x="23576" y="249195"/>
                  </a:lnTo>
                  <a:lnTo>
                    <a:pt x="26360" y="253701"/>
                  </a:lnTo>
                  <a:lnTo>
                    <a:pt x="29285" y="258117"/>
                  </a:lnTo>
                  <a:lnTo>
                    <a:pt x="32349" y="262439"/>
                  </a:lnTo>
                  <a:lnTo>
                    <a:pt x="35549" y="266661"/>
                  </a:lnTo>
                  <a:lnTo>
                    <a:pt x="38880" y="270779"/>
                  </a:lnTo>
                  <a:lnTo>
                    <a:pt x="42340" y="274790"/>
                  </a:lnTo>
                  <a:lnTo>
                    <a:pt x="45926" y="278689"/>
                  </a:lnTo>
                  <a:lnTo>
                    <a:pt x="49634" y="282473"/>
                  </a:lnTo>
                  <a:lnTo>
                    <a:pt x="53459" y="286137"/>
                  </a:lnTo>
                  <a:lnTo>
                    <a:pt x="57399" y="289678"/>
                  </a:lnTo>
                  <a:lnTo>
                    <a:pt x="61448" y="293093"/>
                  </a:lnTo>
                  <a:lnTo>
                    <a:pt x="65604" y="296378"/>
                  </a:lnTo>
                  <a:lnTo>
                    <a:pt x="69862" y="299529"/>
                  </a:lnTo>
                  <a:lnTo>
                    <a:pt x="74218" y="302544"/>
                  </a:lnTo>
                  <a:lnTo>
                    <a:pt x="78667" y="305419"/>
                  </a:lnTo>
                  <a:lnTo>
                    <a:pt x="83205" y="308152"/>
                  </a:lnTo>
                  <a:lnTo>
                    <a:pt x="87827" y="310740"/>
                  </a:lnTo>
                  <a:lnTo>
                    <a:pt x="92529" y="313179"/>
                  </a:lnTo>
                  <a:lnTo>
                    <a:pt x="97306" y="315469"/>
                  </a:lnTo>
                  <a:lnTo>
                    <a:pt x="102153" y="317606"/>
                  </a:lnTo>
                  <a:lnTo>
                    <a:pt x="107065" y="319589"/>
                  </a:lnTo>
                  <a:lnTo>
                    <a:pt x="112038" y="321415"/>
                  </a:lnTo>
                  <a:lnTo>
                    <a:pt x="117066" y="323083"/>
                  </a:lnTo>
                  <a:lnTo>
                    <a:pt x="122144" y="324590"/>
                  </a:lnTo>
                  <a:lnTo>
                    <a:pt x="127268" y="325936"/>
                  </a:lnTo>
                  <a:lnTo>
                    <a:pt x="132431" y="327118"/>
                  </a:lnTo>
                  <a:lnTo>
                    <a:pt x="137630" y="328137"/>
                  </a:lnTo>
                  <a:lnTo>
                    <a:pt x="142858" y="328990"/>
                  </a:lnTo>
                  <a:lnTo>
                    <a:pt x="148110" y="329677"/>
                  </a:lnTo>
                  <a:lnTo>
                    <a:pt x="153382" y="330198"/>
                  </a:lnTo>
                  <a:lnTo>
                    <a:pt x="158667" y="330551"/>
                  </a:lnTo>
                  <a:lnTo>
                    <a:pt x="163961" y="330736"/>
                  </a:lnTo>
                  <a:lnTo>
                    <a:pt x="169259" y="330754"/>
                  </a:lnTo>
                  <a:lnTo>
                    <a:pt x="174554" y="330604"/>
                  </a:lnTo>
                  <a:lnTo>
                    <a:pt x="179841" y="330286"/>
                  </a:lnTo>
                  <a:lnTo>
                    <a:pt x="185116" y="329800"/>
                  </a:lnTo>
                  <a:lnTo>
                    <a:pt x="190373" y="329148"/>
                  </a:lnTo>
                  <a:lnTo>
                    <a:pt x="195607" y="328330"/>
                  </a:lnTo>
                  <a:lnTo>
                    <a:pt x="200812" y="327346"/>
                  </a:lnTo>
                  <a:lnTo>
                    <a:pt x="205983" y="326198"/>
                  </a:lnTo>
                  <a:lnTo>
                    <a:pt x="211116" y="324886"/>
                  </a:lnTo>
                  <a:lnTo>
                    <a:pt x="216204" y="323413"/>
                  </a:lnTo>
                  <a:lnTo>
                    <a:pt x="221243" y="321779"/>
                  </a:lnTo>
                  <a:lnTo>
                    <a:pt x="226228" y="319986"/>
                  </a:lnTo>
                  <a:lnTo>
                    <a:pt x="231153" y="318036"/>
                  </a:lnTo>
                  <a:lnTo>
                    <a:pt x="236014" y="315931"/>
                  </a:lnTo>
                  <a:lnTo>
                    <a:pt x="240806" y="313674"/>
                  </a:lnTo>
                  <a:lnTo>
                    <a:pt x="245524" y="311265"/>
                  </a:lnTo>
                  <a:lnTo>
                    <a:pt x="250163" y="308708"/>
                  </a:lnTo>
                  <a:lnTo>
                    <a:pt x="254719" y="306006"/>
                  </a:lnTo>
                  <a:lnTo>
                    <a:pt x="259188" y="303160"/>
                  </a:lnTo>
                  <a:lnTo>
                    <a:pt x="263563" y="300174"/>
                  </a:lnTo>
                  <a:lnTo>
                    <a:pt x="267842" y="297051"/>
                  </a:lnTo>
                  <a:lnTo>
                    <a:pt x="272020" y="293795"/>
                  </a:lnTo>
                  <a:lnTo>
                    <a:pt x="276092" y="290407"/>
                  </a:lnTo>
                  <a:lnTo>
                    <a:pt x="280056" y="286892"/>
                  </a:lnTo>
                  <a:lnTo>
                    <a:pt x="283905" y="283253"/>
                  </a:lnTo>
                  <a:lnTo>
                    <a:pt x="287638" y="279495"/>
                  </a:lnTo>
                  <a:lnTo>
                    <a:pt x="291250" y="275619"/>
                  </a:lnTo>
                  <a:lnTo>
                    <a:pt x="294736" y="271632"/>
                  </a:lnTo>
                  <a:lnTo>
                    <a:pt x="298095" y="267535"/>
                  </a:lnTo>
                  <a:lnTo>
                    <a:pt x="301323" y="263335"/>
                  </a:lnTo>
                  <a:lnTo>
                    <a:pt x="304415" y="259034"/>
                  </a:lnTo>
                  <a:lnTo>
                    <a:pt x="307370" y="254638"/>
                  </a:lnTo>
                  <a:lnTo>
                    <a:pt x="310184" y="250150"/>
                  </a:lnTo>
                  <a:lnTo>
                    <a:pt x="312855" y="245575"/>
                  </a:lnTo>
                  <a:lnTo>
                    <a:pt x="315379" y="240917"/>
                  </a:lnTo>
                  <a:lnTo>
                    <a:pt x="317754" y="236183"/>
                  </a:lnTo>
                  <a:lnTo>
                    <a:pt x="319979" y="231375"/>
                  </a:lnTo>
                  <a:lnTo>
                    <a:pt x="322049" y="226499"/>
                  </a:lnTo>
                  <a:lnTo>
                    <a:pt x="323965" y="221560"/>
                  </a:lnTo>
                  <a:lnTo>
                    <a:pt x="325722" y="216563"/>
                  </a:lnTo>
                  <a:lnTo>
                    <a:pt x="327321" y="211513"/>
                  </a:lnTo>
                  <a:lnTo>
                    <a:pt x="328758" y="206414"/>
                  </a:lnTo>
                  <a:lnTo>
                    <a:pt x="330034" y="201273"/>
                  </a:lnTo>
                  <a:lnTo>
                    <a:pt x="331146" y="196094"/>
                  </a:lnTo>
                  <a:lnTo>
                    <a:pt x="332093" y="190882"/>
                  </a:lnTo>
                  <a:lnTo>
                    <a:pt x="332875" y="185642"/>
                  </a:lnTo>
                  <a:lnTo>
                    <a:pt x="333490" y="180381"/>
                  </a:lnTo>
                  <a:lnTo>
                    <a:pt x="333938" y="175103"/>
                  </a:lnTo>
                  <a:lnTo>
                    <a:pt x="334219" y="169813"/>
                  </a:lnTo>
                  <a:lnTo>
                    <a:pt x="334332" y="164517"/>
                  </a:lnTo>
                  <a:lnTo>
                    <a:pt x="334277" y="159220"/>
                  </a:lnTo>
                  <a:lnTo>
                    <a:pt x="334054" y="153927"/>
                  </a:lnTo>
                  <a:lnTo>
                    <a:pt x="333664" y="148644"/>
                  </a:lnTo>
                  <a:lnTo>
                    <a:pt x="333107" y="143377"/>
                  </a:lnTo>
                  <a:lnTo>
                    <a:pt x="332382" y="138129"/>
                  </a:lnTo>
                  <a:lnTo>
                    <a:pt x="331492" y="132907"/>
                  </a:lnTo>
                  <a:lnTo>
                    <a:pt x="330438" y="127716"/>
                  </a:lnTo>
                  <a:lnTo>
                    <a:pt x="329219" y="122561"/>
                  </a:lnTo>
                  <a:lnTo>
                    <a:pt x="327837" y="117447"/>
                  </a:lnTo>
                  <a:lnTo>
                    <a:pt x="326294" y="112379"/>
                  </a:lnTo>
                  <a:lnTo>
                    <a:pt x="324591" y="107363"/>
                  </a:lnTo>
                  <a:lnTo>
                    <a:pt x="322730" y="102404"/>
                  </a:lnTo>
                  <a:lnTo>
                    <a:pt x="320713" y="97505"/>
                  </a:lnTo>
                  <a:lnTo>
                    <a:pt x="318542" y="92673"/>
                  </a:lnTo>
                  <a:lnTo>
                    <a:pt x="316219" y="87913"/>
                  </a:lnTo>
                  <a:lnTo>
                    <a:pt x="313746" y="83228"/>
                  </a:lnTo>
                  <a:lnTo>
                    <a:pt x="311126" y="78624"/>
                  </a:lnTo>
                  <a:lnTo>
                    <a:pt x="308361" y="74106"/>
                  </a:lnTo>
                  <a:lnTo>
                    <a:pt x="305455" y="69677"/>
                  </a:lnTo>
                  <a:lnTo>
                    <a:pt x="302409" y="65343"/>
                  </a:lnTo>
                  <a:lnTo>
                    <a:pt x="299228" y="61107"/>
                  </a:lnTo>
                  <a:lnTo>
                    <a:pt x="295914" y="56974"/>
                  </a:lnTo>
                  <a:lnTo>
                    <a:pt x="292471" y="52948"/>
                  </a:lnTo>
                  <a:lnTo>
                    <a:pt x="288903" y="49034"/>
                  </a:lnTo>
                  <a:lnTo>
                    <a:pt x="285212" y="45234"/>
                  </a:lnTo>
                  <a:lnTo>
                    <a:pt x="281402" y="41553"/>
                  </a:lnTo>
                  <a:lnTo>
                    <a:pt x="277478" y="37995"/>
                  </a:lnTo>
                  <a:lnTo>
                    <a:pt x="273443" y="34563"/>
                  </a:lnTo>
                  <a:lnTo>
                    <a:pt x="269301" y="31260"/>
                  </a:lnTo>
                  <a:lnTo>
                    <a:pt x="265056" y="28091"/>
                  </a:lnTo>
                  <a:lnTo>
                    <a:pt x="260714" y="25057"/>
                  </a:lnTo>
                  <a:lnTo>
                    <a:pt x="256277" y="22163"/>
                  </a:lnTo>
                  <a:lnTo>
                    <a:pt x="251751" y="19411"/>
                  </a:lnTo>
                  <a:lnTo>
                    <a:pt x="247140" y="16803"/>
                  </a:lnTo>
                  <a:lnTo>
                    <a:pt x="167167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423235" y="1681503"/>
              <a:ext cx="79973" cy="167167"/>
            </a:xfrm>
            <a:custGeom>
              <a:avLst/>
              <a:pathLst>
                <a:path w="79973" h="167167">
                  <a:moveTo>
                    <a:pt x="79973" y="20370"/>
                  </a:moveTo>
                  <a:lnTo>
                    <a:pt x="74693" y="17615"/>
                  </a:lnTo>
                  <a:lnTo>
                    <a:pt x="69318" y="15049"/>
                  </a:lnTo>
                  <a:lnTo>
                    <a:pt x="63855" y="12676"/>
                  </a:lnTo>
                  <a:lnTo>
                    <a:pt x="58311" y="10499"/>
                  </a:lnTo>
                  <a:lnTo>
                    <a:pt x="52693" y="8521"/>
                  </a:lnTo>
                  <a:lnTo>
                    <a:pt x="47008" y="6745"/>
                  </a:lnTo>
                  <a:lnTo>
                    <a:pt x="41263" y="5172"/>
                  </a:lnTo>
                  <a:lnTo>
                    <a:pt x="35466" y="3805"/>
                  </a:lnTo>
                  <a:lnTo>
                    <a:pt x="29624" y="2645"/>
                  </a:lnTo>
                  <a:lnTo>
                    <a:pt x="23744" y="1694"/>
                  </a:lnTo>
                  <a:lnTo>
                    <a:pt x="17835" y="954"/>
                  </a:lnTo>
                  <a:lnTo>
                    <a:pt x="11902" y="424"/>
                  </a:lnTo>
                  <a:lnTo>
                    <a:pt x="5955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853882" y="1322571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3" y="752"/>
                  </a:lnTo>
                  <a:lnTo>
                    <a:pt x="146056" y="1336"/>
                  </a:lnTo>
                  <a:lnTo>
                    <a:pt x="140821" y="2087"/>
                  </a:lnTo>
                  <a:lnTo>
                    <a:pt x="135612" y="3003"/>
                  </a:lnTo>
                  <a:lnTo>
                    <a:pt x="130435" y="4083"/>
                  </a:lnTo>
                  <a:lnTo>
                    <a:pt x="125294" y="5326"/>
                  </a:lnTo>
                  <a:lnTo>
                    <a:pt x="120195" y="6731"/>
                  </a:lnTo>
                  <a:lnTo>
                    <a:pt x="115143" y="8297"/>
                  </a:lnTo>
                  <a:lnTo>
                    <a:pt x="110144" y="10022"/>
                  </a:lnTo>
                  <a:lnTo>
                    <a:pt x="105201" y="11904"/>
                  </a:lnTo>
                  <a:lnTo>
                    <a:pt x="100320" y="13942"/>
                  </a:lnTo>
                  <a:lnTo>
                    <a:pt x="95507" y="16133"/>
                  </a:lnTo>
                  <a:lnTo>
                    <a:pt x="90765" y="18475"/>
                  </a:lnTo>
                  <a:lnTo>
                    <a:pt x="86099" y="20966"/>
                  </a:lnTo>
                  <a:lnTo>
                    <a:pt x="81515" y="23604"/>
                  </a:lnTo>
                  <a:lnTo>
                    <a:pt x="77016" y="26385"/>
                  </a:lnTo>
                  <a:lnTo>
                    <a:pt x="72608" y="29307"/>
                  </a:lnTo>
                  <a:lnTo>
                    <a:pt x="68294" y="32367"/>
                  </a:lnTo>
                  <a:lnTo>
                    <a:pt x="64079" y="35562"/>
                  </a:lnTo>
                  <a:lnTo>
                    <a:pt x="59967" y="38888"/>
                  </a:lnTo>
                  <a:lnTo>
                    <a:pt x="55963" y="42343"/>
                  </a:lnTo>
                  <a:lnTo>
                    <a:pt x="52070" y="45923"/>
                  </a:lnTo>
                  <a:lnTo>
                    <a:pt x="48292" y="49625"/>
                  </a:lnTo>
                  <a:lnTo>
                    <a:pt x="44633" y="53444"/>
                  </a:lnTo>
                  <a:lnTo>
                    <a:pt x="41097" y="57377"/>
                  </a:lnTo>
                  <a:lnTo>
                    <a:pt x="37687" y="61419"/>
                  </a:lnTo>
                  <a:lnTo>
                    <a:pt x="34406" y="65568"/>
                  </a:lnTo>
                  <a:lnTo>
                    <a:pt x="31259" y="69818"/>
                  </a:lnTo>
                  <a:lnTo>
                    <a:pt x="28247" y="74166"/>
                  </a:lnTo>
                  <a:lnTo>
                    <a:pt x="25375" y="78607"/>
                  </a:lnTo>
                  <a:lnTo>
                    <a:pt x="22644" y="83137"/>
                  </a:lnTo>
                  <a:lnTo>
                    <a:pt x="20058" y="87750"/>
                  </a:lnTo>
                  <a:lnTo>
                    <a:pt x="17619" y="92443"/>
                  </a:lnTo>
                  <a:lnTo>
                    <a:pt x="15330" y="97211"/>
                  </a:lnTo>
                  <a:lnTo>
                    <a:pt x="13193" y="102049"/>
                  </a:lnTo>
                  <a:lnTo>
                    <a:pt x="11211" y="106952"/>
                  </a:lnTo>
                  <a:lnTo>
                    <a:pt x="9384" y="111916"/>
                  </a:lnTo>
                  <a:lnTo>
                    <a:pt x="7715" y="116934"/>
                  </a:lnTo>
                  <a:lnTo>
                    <a:pt x="6206" y="122003"/>
                  </a:lnTo>
                  <a:lnTo>
                    <a:pt x="4857" y="127117"/>
                  </a:lnTo>
                  <a:lnTo>
                    <a:pt x="3672" y="132272"/>
                  </a:lnTo>
                  <a:lnTo>
                    <a:pt x="2650" y="137461"/>
                  </a:lnTo>
                  <a:lnTo>
                    <a:pt x="1792" y="142680"/>
                  </a:lnTo>
                  <a:lnTo>
                    <a:pt x="1100" y="147923"/>
                  </a:lnTo>
                  <a:lnTo>
                    <a:pt x="575" y="153186"/>
                  </a:lnTo>
                  <a:lnTo>
                    <a:pt x="216" y="158463"/>
                  </a:lnTo>
                  <a:lnTo>
                    <a:pt x="24" y="163748"/>
                  </a:lnTo>
                  <a:lnTo>
                    <a:pt x="0" y="169037"/>
                  </a:lnTo>
                  <a:lnTo>
                    <a:pt x="142" y="174324"/>
                  </a:lnTo>
                  <a:lnTo>
                    <a:pt x="452" y="179604"/>
                  </a:lnTo>
                  <a:lnTo>
                    <a:pt x="929" y="184871"/>
                  </a:lnTo>
                  <a:lnTo>
                    <a:pt x="1572" y="190121"/>
                  </a:lnTo>
                  <a:lnTo>
                    <a:pt x="2381" y="195347"/>
                  </a:lnTo>
                  <a:lnTo>
                    <a:pt x="3355" y="200546"/>
                  </a:lnTo>
                  <a:lnTo>
                    <a:pt x="4493" y="205711"/>
                  </a:lnTo>
                  <a:lnTo>
                    <a:pt x="5794" y="210837"/>
                  </a:lnTo>
                  <a:lnTo>
                    <a:pt x="7256" y="215920"/>
                  </a:lnTo>
                  <a:lnTo>
                    <a:pt x="8879" y="220954"/>
                  </a:lnTo>
                  <a:lnTo>
                    <a:pt x="10659" y="225934"/>
                  </a:lnTo>
                  <a:lnTo>
                    <a:pt x="12597" y="230856"/>
                  </a:lnTo>
                  <a:lnTo>
                    <a:pt x="14689" y="235713"/>
                  </a:lnTo>
                  <a:lnTo>
                    <a:pt x="16934" y="240502"/>
                  </a:lnTo>
                  <a:lnTo>
                    <a:pt x="19329" y="245217"/>
                  </a:lnTo>
                  <a:lnTo>
                    <a:pt x="21872" y="249855"/>
                  </a:lnTo>
                  <a:lnTo>
                    <a:pt x="24560" y="254409"/>
                  </a:lnTo>
                  <a:lnTo>
                    <a:pt x="27391" y="258877"/>
                  </a:lnTo>
                  <a:lnTo>
                    <a:pt x="30363" y="263252"/>
                  </a:lnTo>
                  <a:lnTo>
                    <a:pt x="33471" y="267532"/>
                  </a:lnTo>
                  <a:lnTo>
                    <a:pt x="36713" y="271710"/>
                  </a:lnTo>
                  <a:lnTo>
                    <a:pt x="40085" y="275785"/>
                  </a:lnTo>
                  <a:lnTo>
                    <a:pt x="43585" y="279750"/>
                  </a:lnTo>
                  <a:lnTo>
                    <a:pt x="47208" y="283603"/>
                  </a:lnTo>
                  <a:lnTo>
                    <a:pt x="50951" y="287339"/>
                  </a:lnTo>
                  <a:lnTo>
                    <a:pt x="54811" y="290955"/>
                  </a:lnTo>
                  <a:lnTo>
                    <a:pt x="58783" y="294447"/>
                  </a:lnTo>
                  <a:lnTo>
                    <a:pt x="62864" y="297812"/>
                  </a:lnTo>
                  <a:lnTo>
                    <a:pt x="67049" y="301045"/>
                  </a:lnTo>
                  <a:lnTo>
                    <a:pt x="71334" y="304145"/>
                  </a:lnTo>
                  <a:lnTo>
                    <a:pt x="75715" y="307108"/>
                  </a:lnTo>
                  <a:lnTo>
                    <a:pt x="80188" y="309931"/>
                  </a:lnTo>
                  <a:lnTo>
                    <a:pt x="84748" y="312610"/>
                  </a:lnTo>
                  <a:lnTo>
                    <a:pt x="89390" y="315145"/>
                  </a:lnTo>
                  <a:lnTo>
                    <a:pt x="94110" y="317531"/>
                  </a:lnTo>
                  <a:lnTo>
                    <a:pt x="98904" y="319766"/>
                  </a:lnTo>
                  <a:lnTo>
                    <a:pt x="103765" y="321849"/>
                  </a:lnTo>
                  <a:lnTo>
                    <a:pt x="108690" y="323777"/>
                  </a:lnTo>
                  <a:lnTo>
                    <a:pt x="113674" y="325548"/>
                  </a:lnTo>
                  <a:lnTo>
                    <a:pt x="118711" y="327161"/>
                  </a:lnTo>
                  <a:lnTo>
                    <a:pt x="123796" y="328613"/>
                  </a:lnTo>
                  <a:lnTo>
                    <a:pt x="128925" y="329904"/>
                  </a:lnTo>
                  <a:lnTo>
                    <a:pt x="134092" y="331032"/>
                  </a:lnTo>
                  <a:lnTo>
                    <a:pt x="139293" y="331996"/>
                  </a:lnTo>
                  <a:lnTo>
                    <a:pt x="144521" y="332795"/>
                  </a:lnTo>
                  <a:lnTo>
                    <a:pt x="149772" y="333428"/>
                  </a:lnTo>
                  <a:lnTo>
                    <a:pt x="155040" y="333895"/>
                  </a:lnTo>
                  <a:lnTo>
                    <a:pt x="160320" y="334195"/>
                  </a:lnTo>
                  <a:lnTo>
                    <a:pt x="165608" y="334327"/>
                  </a:lnTo>
                  <a:lnTo>
                    <a:pt x="170896" y="334293"/>
                  </a:lnTo>
                  <a:lnTo>
                    <a:pt x="176181" y="334091"/>
                  </a:lnTo>
                  <a:lnTo>
                    <a:pt x="181457" y="333722"/>
                  </a:lnTo>
                  <a:lnTo>
                    <a:pt x="186719" y="333186"/>
                  </a:lnTo>
                  <a:lnTo>
                    <a:pt x="191961" y="332484"/>
                  </a:lnTo>
                  <a:lnTo>
                    <a:pt x="197179" y="331616"/>
                  </a:lnTo>
                  <a:lnTo>
                    <a:pt x="202366" y="330584"/>
                  </a:lnTo>
                  <a:lnTo>
                    <a:pt x="207518" y="329389"/>
                  </a:lnTo>
                  <a:lnTo>
                    <a:pt x="212629" y="328031"/>
                  </a:lnTo>
                  <a:lnTo>
                    <a:pt x="217695" y="326512"/>
                  </a:lnTo>
                  <a:lnTo>
                    <a:pt x="222711" y="324833"/>
                  </a:lnTo>
                  <a:lnTo>
                    <a:pt x="227671" y="322997"/>
                  </a:lnTo>
                  <a:lnTo>
                    <a:pt x="232570" y="321005"/>
                  </a:lnTo>
                  <a:lnTo>
                    <a:pt x="237404" y="318858"/>
                  </a:lnTo>
                  <a:lnTo>
                    <a:pt x="242167" y="316560"/>
                  </a:lnTo>
                  <a:lnTo>
                    <a:pt x="246856" y="314112"/>
                  </a:lnTo>
                  <a:lnTo>
                    <a:pt x="251465" y="311518"/>
                  </a:lnTo>
                  <a:lnTo>
                    <a:pt x="255989" y="308778"/>
                  </a:lnTo>
                  <a:lnTo>
                    <a:pt x="260424" y="305897"/>
                  </a:lnTo>
                  <a:lnTo>
                    <a:pt x="264766" y="302877"/>
                  </a:lnTo>
                  <a:lnTo>
                    <a:pt x="269010" y="299722"/>
                  </a:lnTo>
                  <a:lnTo>
                    <a:pt x="273153" y="296433"/>
                  </a:lnTo>
                  <a:lnTo>
                    <a:pt x="277189" y="293015"/>
                  </a:lnTo>
                  <a:lnTo>
                    <a:pt x="281115" y="289472"/>
                  </a:lnTo>
                  <a:lnTo>
                    <a:pt x="284927" y="285805"/>
                  </a:lnTo>
                  <a:lnTo>
                    <a:pt x="288621" y="282020"/>
                  </a:lnTo>
                  <a:lnTo>
                    <a:pt x="292194" y="278120"/>
                  </a:lnTo>
                  <a:lnTo>
                    <a:pt x="295641" y="274109"/>
                  </a:lnTo>
                  <a:lnTo>
                    <a:pt x="298960" y="269991"/>
                  </a:lnTo>
                  <a:lnTo>
                    <a:pt x="302146" y="265770"/>
                  </a:lnTo>
                  <a:lnTo>
                    <a:pt x="305198" y="261451"/>
                  </a:lnTo>
                  <a:lnTo>
                    <a:pt x="308112" y="257037"/>
                  </a:lnTo>
                  <a:lnTo>
                    <a:pt x="310884" y="252533"/>
                  </a:lnTo>
                  <a:lnTo>
                    <a:pt x="313513" y="247943"/>
                  </a:lnTo>
                  <a:lnTo>
                    <a:pt x="315995" y="243273"/>
                  </a:lnTo>
                  <a:lnTo>
                    <a:pt x="318328" y="238526"/>
                  </a:lnTo>
                  <a:lnTo>
                    <a:pt x="320510" y="233708"/>
                  </a:lnTo>
                  <a:lnTo>
                    <a:pt x="322538" y="228824"/>
                  </a:lnTo>
                  <a:lnTo>
                    <a:pt x="324411" y="223878"/>
                  </a:lnTo>
                  <a:lnTo>
                    <a:pt x="326126" y="218875"/>
                  </a:lnTo>
                  <a:lnTo>
                    <a:pt x="327682" y="213820"/>
                  </a:lnTo>
                  <a:lnTo>
                    <a:pt x="329078" y="208718"/>
                  </a:lnTo>
                  <a:lnTo>
                    <a:pt x="330311" y="203575"/>
                  </a:lnTo>
                  <a:lnTo>
                    <a:pt x="331381" y="198396"/>
                  </a:lnTo>
                  <a:lnTo>
                    <a:pt x="332287" y="193185"/>
                  </a:lnTo>
                  <a:lnTo>
                    <a:pt x="333027" y="187948"/>
                  </a:lnTo>
                  <a:lnTo>
                    <a:pt x="333602" y="182691"/>
                  </a:lnTo>
                  <a:lnTo>
                    <a:pt x="334009" y="177417"/>
                  </a:lnTo>
                  <a:lnTo>
                    <a:pt x="334250" y="172134"/>
                  </a:lnTo>
                  <a:lnTo>
                    <a:pt x="334324" y="166846"/>
                  </a:lnTo>
                  <a:lnTo>
                    <a:pt x="334230" y="161558"/>
                  </a:lnTo>
                  <a:lnTo>
                    <a:pt x="333969" y="156275"/>
                  </a:lnTo>
                  <a:lnTo>
                    <a:pt x="333541" y="151004"/>
                  </a:lnTo>
                  <a:lnTo>
                    <a:pt x="332946" y="145748"/>
                  </a:lnTo>
                  <a:lnTo>
                    <a:pt x="332186" y="140514"/>
                  </a:lnTo>
                  <a:lnTo>
                    <a:pt x="331260" y="135307"/>
                  </a:lnTo>
                  <a:lnTo>
                    <a:pt x="330170" y="130132"/>
                  </a:lnTo>
                  <a:lnTo>
                    <a:pt x="328917" y="124993"/>
                  </a:lnTo>
                  <a:lnTo>
                    <a:pt x="327502" y="119897"/>
                  </a:lnTo>
                  <a:lnTo>
                    <a:pt x="325926" y="114849"/>
                  </a:lnTo>
                  <a:lnTo>
                    <a:pt x="324191" y="109852"/>
                  </a:lnTo>
                  <a:lnTo>
                    <a:pt x="322300" y="104913"/>
                  </a:lnTo>
                  <a:lnTo>
                    <a:pt x="320253" y="100036"/>
                  </a:lnTo>
                  <a:lnTo>
                    <a:pt x="318052" y="95227"/>
                  </a:lnTo>
                  <a:lnTo>
                    <a:pt x="315701" y="90489"/>
                  </a:lnTo>
                  <a:lnTo>
                    <a:pt x="313201" y="85829"/>
                  </a:lnTo>
                  <a:lnTo>
                    <a:pt x="310555" y="81249"/>
                  </a:lnTo>
                  <a:lnTo>
                    <a:pt x="307765" y="76756"/>
                  </a:lnTo>
                  <a:lnTo>
                    <a:pt x="304835" y="72353"/>
                  </a:lnTo>
                  <a:lnTo>
                    <a:pt x="301766" y="68045"/>
                  </a:lnTo>
                  <a:lnTo>
                    <a:pt x="298563" y="63837"/>
                  </a:lnTo>
                  <a:lnTo>
                    <a:pt x="295229" y="59731"/>
                  </a:lnTo>
                  <a:lnTo>
                    <a:pt x="291766" y="55734"/>
                  </a:lnTo>
                  <a:lnTo>
                    <a:pt x="288179" y="51847"/>
                  </a:lnTo>
                  <a:lnTo>
                    <a:pt x="284470" y="48077"/>
                  </a:lnTo>
                  <a:lnTo>
                    <a:pt x="280644" y="44425"/>
                  </a:lnTo>
                  <a:lnTo>
                    <a:pt x="276704" y="40896"/>
                  </a:lnTo>
                  <a:lnTo>
                    <a:pt x="272655" y="37494"/>
                  </a:lnTo>
                  <a:lnTo>
                    <a:pt x="268500" y="34222"/>
                  </a:lnTo>
                  <a:lnTo>
                    <a:pt x="264244" y="31082"/>
                  </a:lnTo>
                  <a:lnTo>
                    <a:pt x="259890" y="28079"/>
                  </a:lnTo>
                  <a:lnTo>
                    <a:pt x="255444" y="25215"/>
                  </a:lnTo>
                  <a:lnTo>
                    <a:pt x="250909" y="22493"/>
                  </a:lnTo>
                  <a:lnTo>
                    <a:pt x="246290" y="19916"/>
                  </a:lnTo>
                  <a:lnTo>
                    <a:pt x="241593" y="17487"/>
                  </a:lnTo>
                  <a:lnTo>
                    <a:pt x="236820" y="15207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7779"/>
              <a:ext cx="69663" cy="151960"/>
            </a:xfrm>
            <a:custGeom>
              <a:avLst/>
              <a:pathLst>
                <a:path w="69663" h="151960">
                  <a:moveTo>
                    <a:pt x="69663" y="0"/>
                  </a:moveTo>
                  <a:lnTo>
                    <a:pt x="0" y="1519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69663" cy="167167"/>
            </a:xfrm>
            <a:custGeom>
              <a:avLst/>
              <a:pathLst>
                <a:path w="69663" h="167167">
                  <a:moveTo>
                    <a:pt x="69663" y="15207"/>
                  </a:moveTo>
                  <a:lnTo>
                    <a:pt x="64177" y="12809"/>
                  </a:lnTo>
                  <a:lnTo>
                    <a:pt x="58607" y="10610"/>
                  </a:lnTo>
                  <a:lnTo>
                    <a:pt x="52963" y="8612"/>
                  </a:lnTo>
                  <a:lnTo>
                    <a:pt x="47251" y="6816"/>
                  </a:lnTo>
                  <a:lnTo>
                    <a:pt x="41478" y="5227"/>
                  </a:lnTo>
                  <a:lnTo>
                    <a:pt x="35652" y="3846"/>
                  </a:lnTo>
                  <a:lnTo>
                    <a:pt x="29780" y="2674"/>
                  </a:lnTo>
                  <a:lnTo>
                    <a:pt x="23870" y="1713"/>
                  </a:lnTo>
                  <a:lnTo>
                    <a:pt x="17929" y="964"/>
                  </a:lnTo>
                  <a:lnTo>
                    <a:pt x="11965" y="428"/>
                  </a:lnTo>
                  <a:lnTo>
                    <a:pt x="598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378109" y="1071028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9" y="84"/>
                  </a:lnTo>
                  <a:lnTo>
                    <a:pt x="156554" y="336"/>
                  </a:lnTo>
                  <a:lnTo>
                    <a:pt x="151271" y="755"/>
                  </a:lnTo>
                  <a:lnTo>
                    <a:pt x="146003" y="1342"/>
                  </a:lnTo>
                  <a:lnTo>
                    <a:pt x="140756" y="2096"/>
                  </a:lnTo>
                  <a:lnTo>
                    <a:pt x="135536" y="3016"/>
                  </a:lnTo>
                  <a:lnTo>
                    <a:pt x="130347" y="4101"/>
                  </a:lnTo>
                  <a:lnTo>
                    <a:pt x="125196" y="5349"/>
                  </a:lnTo>
                  <a:lnTo>
                    <a:pt x="120087" y="6761"/>
                  </a:lnTo>
                  <a:lnTo>
                    <a:pt x="115025" y="8334"/>
                  </a:lnTo>
                  <a:lnTo>
                    <a:pt x="110015" y="10066"/>
                  </a:lnTo>
                  <a:lnTo>
                    <a:pt x="105063" y="11956"/>
                  </a:lnTo>
                  <a:lnTo>
                    <a:pt x="100174" y="14003"/>
                  </a:lnTo>
                  <a:lnTo>
                    <a:pt x="95352" y="16203"/>
                  </a:lnTo>
                  <a:lnTo>
                    <a:pt x="90601" y="18555"/>
                  </a:lnTo>
                  <a:lnTo>
                    <a:pt x="85928" y="21057"/>
                  </a:lnTo>
                  <a:lnTo>
                    <a:pt x="81337" y="23705"/>
                  </a:lnTo>
                  <a:lnTo>
                    <a:pt x="76832" y="26498"/>
                  </a:lnTo>
                  <a:lnTo>
                    <a:pt x="72417" y="29432"/>
                  </a:lnTo>
                  <a:lnTo>
                    <a:pt x="68098" y="32505"/>
                  </a:lnTo>
                  <a:lnTo>
                    <a:pt x="63879" y="35713"/>
                  </a:lnTo>
                  <a:lnTo>
                    <a:pt x="59763" y="39053"/>
                  </a:lnTo>
                  <a:lnTo>
                    <a:pt x="55755" y="42522"/>
                  </a:lnTo>
                  <a:lnTo>
                    <a:pt x="51859" y="46116"/>
                  </a:lnTo>
                  <a:lnTo>
                    <a:pt x="48080" y="49832"/>
                  </a:lnTo>
                  <a:lnTo>
                    <a:pt x="44419" y="53666"/>
                  </a:lnTo>
                  <a:lnTo>
                    <a:pt x="40883" y="57614"/>
                  </a:lnTo>
                  <a:lnTo>
                    <a:pt x="37473" y="61673"/>
                  </a:lnTo>
                  <a:lnTo>
                    <a:pt x="34193" y="65837"/>
                  </a:lnTo>
                  <a:lnTo>
                    <a:pt x="31048" y="70103"/>
                  </a:lnTo>
                  <a:lnTo>
                    <a:pt x="28039" y="74467"/>
                  </a:lnTo>
                  <a:lnTo>
                    <a:pt x="25170" y="78924"/>
                  </a:lnTo>
                  <a:lnTo>
                    <a:pt x="22443" y="83469"/>
                  </a:lnTo>
                  <a:lnTo>
                    <a:pt x="19863" y="88099"/>
                  </a:lnTo>
                  <a:lnTo>
                    <a:pt x="17430" y="92809"/>
                  </a:lnTo>
                  <a:lnTo>
                    <a:pt x="15148" y="97593"/>
                  </a:lnTo>
                  <a:lnTo>
                    <a:pt x="13018" y="102447"/>
                  </a:lnTo>
                  <a:lnTo>
                    <a:pt x="11044" y="107366"/>
                  </a:lnTo>
                  <a:lnTo>
                    <a:pt x="9226" y="112345"/>
                  </a:lnTo>
                  <a:lnTo>
                    <a:pt x="7568" y="117379"/>
                  </a:lnTo>
                  <a:lnTo>
                    <a:pt x="6070" y="122464"/>
                  </a:lnTo>
                  <a:lnTo>
                    <a:pt x="4733" y="127593"/>
                  </a:lnTo>
                  <a:lnTo>
                    <a:pt x="3560" y="132762"/>
                  </a:lnTo>
                  <a:lnTo>
                    <a:pt x="2552" y="137966"/>
                  </a:lnTo>
                  <a:lnTo>
                    <a:pt x="1709" y="143199"/>
                  </a:lnTo>
                  <a:lnTo>
                    <a:pt x="1032" y="148456"/>
                  </a:lnTo>
                  <a:lnTo>
                    <a:pt x="522" y="153732"/>
                  </a:lnTo>
                  <a:lnTo>
                    <a:pt x="180" y="159022"/>
                  </a:lnTo>
                  <a:lnTo>
                    <a:pt x="6" y="164320"/>
                  </a:lnTo>
                  <a:lnTo>
                    <a:pt x="0" y="169620"/>
                  </a:lnTo>
                  <a:lnTo>
                    <a:pt x="161" y="174918"/>
                  </a:lnTo>
                  <a:lnTo>
                    <a:pt x="491" y="180209"/>
                  </a:lnTo>
                  <a:lnTo>
                    <a:pt x="988" y="185486"/>
                  </a:lnTo>
                  <a:lnTo>
                    <a:pt x="1653" y="190744"/>
                  </a:lnTo>
                  <a:lnTo>
                    <a:pt x="2483" y="195980"/>
                  </a:lnTo>
                  <a:lnTo>
                    <a:pt x="3480" y="201186"/>
                  </a:lnTo>
                  <a:lnTo>
                    <a:pt x="4640" y="206358"/>
                  </a:lnTo>
                  <a:lnTo>
                    <a:pt x="5965" y="211490"/>
                  </a:lnTo>
                  <a:lnTo>
                    <a:pt x="7451" y="216578"/>
                  </a:lnTo>
                  <a:lnTo>
                    <a:pt x="9098" y="221616"/>
                  </a:lnTo>
                  <a:lnTo>
                    <a:pt x="10903" y="226600"/>
                  </a:lnTo>
                  <a:lnTo>
                    <a:pt x="12866" y="231523"/>
                  </a:lnTo>
                  <a:lnTo>
                    <a:pt x="14984" y="236383"/>
                  </a:lnTo>
                  <a:lnTo>
                    <a:pt x="17255" y="241172"/>
                  </a:lnTo>
                  <a:lnTo>
                    <a:pt x="19677" y="245887"/>
                  </a:lnTo>
                  <a:lnTo>
                    <a:pt x="22246" y="250523"/>
                  </a:lnTo>
                  <a:lnTo>
                    <a:pt x="24962" y="255075"/>
                  </a:lnTo>
                  <a:lnTo>
                    <a:pt x="27821" y="259539"/>
                  </a:lnTo>
                  <a:lnTo>
                    <a:pt x="30819" y="263910"/>
                  </a:lnTo>
                  <a:lnTo>
                    <a:pt x="33955" y="268183"/>
                  </a:lnTo>
                  <a:lnTo>
                    <a:pt x="37224" y="272355"/>
                  </a:lnTo>
                  <a:lnTo>
                    <a:pt x="40625" y="276421"/>
                  </a:lnTo>
                  <a:lnTo>
                    <a:pt x="44152" y="280378"/>
                  </a:lnTo>
                  <a:lnTo>
                    <a:pt x="47803" y="284220"/>
                  </a:lnTo>
                  <a:lnTo>
                    <a:pt x="51574" y="287945"/>
                  </a:lnTo>
                  <a:lnTo>
                    <a:pt x="55461" y="291549"/>
                  </a:lnTo>
                  <a:lnTo>
                    <a:pt x="59461" y="295027"/>
                  </a:lnTo>
                  <a:lnTo>
                    <a:pt x="63569" y="298377"/>
                  </a:lnTo>
                  <a:lnTo>
                    <a:pt x="67781" y="301595"/>
                  </a:lnTo>
                  <a:lnTo>
                    <a:pt x="72093" y="304678"/>
                  </a:lnTo>
                  <a:lnTo>
                    <a:pt x="76500" y="307622"/>
                  </a:lnTo>
                  <a:lnTo>
                    <a:pt x="80999" y="310426"/>
                  </a:lnTo>
                  <a:lnTo>
                    <a:pt x="85584" y="313085"/>
                  </a:lnTo>
                  <a:lnTo>
                    <a:pt x="90251" y="315598"/>
                  </a:lnTo>
                  <a:lnTo>
                    <a:pt x="94996" y="317961"/>
                  </a:lnTo>
                  <a:lnTo>
                    <a:pt x="99813" y="320173"/>
                  </a:lnTo>
                  <a:lnTo>
                    <a:pt x="104698" y="322231"/>
                  </a:lnTo>
                  <a:lnTo>
                    <a:pt x="109645" y="324133"/>
                  </a:lnTo>
                  <a:lnTo>
                    <a:pt x="114650" y="325877"/>
                  </a:lnTo>
                  <a:lnTo>
                    <a:pt x="119709" y="327462"/>
                  </a:lnTo>
                  <a:lnTo>
                    <a:pt x="124814" y="328885"/>
                  </a:lnTo>
                  <a:lnTo>
                    <a:pt x="129963" y="330146"/>
                  </a:lnTo>
                  <a:lnTo>
                    <a:pt x="135149" y="331243"/>
                  </a:lnTo>
                  <a:lnTo>
                    <a:pt x="140367" y="332175"/>
                  </a:lnTo>
                  <a:lnTo>
                    <a:pt x="145612" y="332941"/>
                  </a:lnTo>
                  <a:lnTo>
                    <a:pt x="150878" y="333541"/>
                  </a:lnTo>
                  <a:lnTo>
                    <a:pt x="156161" y="333973"/>
                  </a:lnTo>
                  <a:lnTo>
                    <a:pt x="161455" y="334237"/>
                  </a:lnTo>
                  <a:lnTo>
                    <a:pt x="166755" y="334334"/>
                  </a:lnTo>
                  <a:lnTo>
                    <a:pt x="172055" y="334262"/>
                  </a:lnTo>
                  <a:lnTo>
                    <a:pt x="177350" y="334023"/>
                  </a:lnTo>
                  <a:lnTo>
                    <a:pt x="182635" y="333616"/>
                  </a:lnTo>
                  <a:lnTo>
                    <a:pt x="187904" y="333041"/>
                  </a:lnTo>
                  <a:lnTo>
                    <a:pt x="193153" y="332300"/>
                  </a:lnTo>
                  <a:lnTo>
                    <a:pt x="198375" y="331392"/>
                  </a:lnTo>
                  <a:lnTo>
                    <a:pt x="203566" y="330320"/>
                  </a:lnTo>
                  <a:lnTo>
                    <a:pt x="208720" y="329083"/>
                  </a:lnTo>
                  <a:lnTo>
                    <a:pt x="213833" y="327684"/>
                  </a:lnTo>
                  <a:lnTo>
                    <a:pt x="218898" y="326123"/>
                  </a:lnTo>
                  <a:lnTo>
                    <a:pt x="223912" y="324402"/>
                  </a:lnTo>
                  <a:lnTo>
                    <a:pt x="228868" y="322524"/>
                  </a:lnTo>
                  <a:lnTo>
                    <a:pt x="233763" y="320489"/>
                  </a:lnTo>
                  <a:lnTo>
                    <a:pt x="238590" y="318300"/>
                  </a:lnTo>
                  <a:lnTo>
                    <a:pt x="243346" y="315959"/>
                  </a:lnTo>
                  <a:lnTo>
                    <a:pt x="248025" y="313468"/>
                  </a:lnTo>
                  <a:lnTo>
                    <a:pt x="252622" y="310831"/>
                  </a:lnTo>
                  <a:lnTo>
                    <a:pt x="257134" y="308049"/>
                  </a:lnTo>
                  <a:lnTo>
                    <a:pt x="261555" y="305125"/>
                  </a:lnTo>
                  <a:lnTo>
                    <a:pt x="265882" y="302062"/>
                  </a:lnTo>
                  <a:lnTo>
                    <a:pt x="270109" y="298864"/>
                  </a:lnTo>
                  <a:lnTo>
                    <a:pt x="274233" y="295534"/>
                  </a:lnTo>
                  <a:lnTo>
                    <a:pt x="278248" y="292074"/>
                  </a:lnTo>
                  <a:lnTo>
                    <a:pt x="282153" y="288489"/>
                  </a:lnTo>
                  <a:lnTo>
                    <a:pt x="285941" y="284782"/>
                  </a:lnTo>
                  <a:lnTo>
                    <a:pt x="289610" y="280957"/>
                  </a:lnTo>
                  <a:lnTo>
                    <a:pt x="293156" y="277017"/>
                  </a:lnTo>
                  <a:lnTo>
                    <a:pt x="296576" y="272967"/>
                  </a:lnTo>
                  <a:lnTo>
                    <a:pt x="299865" y="268810"/>
                  </a:lnTo>
                  <a:lnTo>
                    <a:pt x="303021" y="264552"/>
                  </a:lnTo>
                  <a:lnTo>
                    <a:pt x="306040" y="260195"/>
                  </a:lnTo>
                  <a:lnTo>
                    <a:pt x="308920" y="255745"/>
                  </a:lnTo>
                  <a:lnTo>
                    <a:pt x="311657" y="251206"/>
                  </a:lnTo>
                  <a:lnTo>
                    <a:pt x="314248" y="246582"/>
                  </a:lnTo>
                  <a:lnTo>
                    <a:pt x="316692" y="241878"/>
                  </a:lnTo>
                  <a:lnTo>
                    <a:pt x="318986" y="237100"/>
                  </a:lnTo>
                  <a:lnTo>
                    <a:pt x="321126" y="232251"/>
                  </a:lnTo>
                  <a:lnTo>
                    <a:pt x="323112" y="227336"/>
                  </a:lnTo>
                  <a:lnTo>
                    <a:pt x="324942" y="222361"/>
                  </a:lnTo>
                  <a:lnTo>
                    <a:pt x="326612" y="217331"/>
                  </a:lnTo>
                  <a:lnTo>
                    <a:pt x="328122" y="212250"/>
                  </a:lnTo>
                  <a:lnTo>
                    <a:pt x="329471" y="207124"/>
                  </a:lnTo>
                  <a:lnTo>
                    <a:pt x="330656" y="201957"/>
                  </a:lnTo>
                  <a:lnTo>
                    <a:pt x="331677" y="196756"/>
                  </a:lnTo>
                  <a:lnTo>
                    <a:pt x="332532" y="191525"/>
                  </a:lnTo>
                  <a:lnTo>
                    <a:pt x="333221" y="186269"/>
                  </a:lnTo>
                  <a:lnTo>
                    <a:pt x="333744" y="180994"/>
                  </a:lnTo>
                  <a:lnTo>
                    <a:pt x="334098" y="175706"/>
                  </a:lnTo>
                  <a:lnTo>
                    <a:pt x="334285" y="170409"/>
                  </a:lnTo>
                  <a:lnTo>
                    <a:pt x="334304" y="165108"/>
                  </a:lnTo>
                  <a:lnTo>
                    <a:pt x="334154" y="159810"/>
                  </a:lnTo>
                  <a:lnTo>
                    <a:pt x="333837" y="154518"/>
                  </a:lnTo>
                  <a:lnTo>
                    <a:pt x="333352" y="149240"/>
                  </a:lnTo>
                  <a:lnTo>
                    <a:pt x="332700" y="143980"/>
                  </a:lnTo>
                  <a:lnTo>
                    <a:pt x="331882" y="138743"/>
                  </a:lnTo>
                  <a:lnTo>
                    <a:pt x="330898" y="133534"/>
                  </a:lnTo>
                  <a:lnTo>
                    <a:pt x="329750" y="128360"/>
                  </a:lnTo>
                  <a:lnTo>
                    <a:pt x="328437" y="123224"/>
                  </a:lnTo>
                  <a:lnTo>
                    <a:pt x="326963" y="118133"/>
                  </a:lnTo>
                  <a:lnTo>
                    <a:pt x="325328" y="113091"/>
                  </a:lnTo>
                  <a:lnTo>
                    <a:pt x="323534" y="108103"/>
                  </a:lnTo>
                  <a:lnTo>
                    <a:pt x="321583" y="103174"/>
                  </a:lnTo>
                  <a:lnTo>
                    <a:pt x="319477" y="9831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69339"/>
              <a:ext cx="152327" cy="68856"/>
            </a:xfrm>
            <a:custGeom>
              <a:avLst/>
              <a:pathLst>
                <a:path w="152327" h="68856">
                  <a:moveTo>
                    <a:pt x="152327" y="0"/>
                  </a:moveTo>
                  <a:lnTo>
                    <a:pt x="0" y="688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67726"/>
              <a:ext cx="152327" cy="70469"/>
            </a:xfrm>
            <a:custGeom>
              <a:avLst/>
              <a:pathLst>
                <a:path w="152327" h="70469">
                  <a:moveTo>
                    <a:pt x="152327" y="1612"/>
                  </a:moveTo>
                  <a:lnTo>
                    <a:pt x="151588" y="0"/>
                  </a:lnTo>
                  <a:lnTo>
                    <a:pt x="0" y="70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071028"/>
              <a:ext cx="151588" cy="167167"/>
            </a:xfrm>
            <a:custGeom>
              <a:avLst/>
              <a:pathLst>
                <a:path w="151588" h="167167">
                  <a:moveTo>
                    <a:pt x="151588" y="96698"/>
                  </a:moveTo>
                  <a:lnTo>
                    <a:pt x="149222" y="91817"/>
                  </a:lnTo>
                  <a:lnTo>
                    <a:pt x="146699" y="87016"/>
                  </a:lnTo>
                  <a:lnTo>
                    <a:pt x="144022" y="82299"/>
                  </a:lnTo>
                  <a:lnTo>
                    <a:pt x="141193" y="77671"/>
                  </a:lnTo>
                  <a:lnTo>
                    <a:pt x="138215" y="73138"/>
                  </a:lnTo>
                  <a:lnTo>
                    <a:pt x="135092" y="68703"/>
                  </a:lnTo>
                  <a:lnTo>
                    <a:pt x="131826" y="64373"/>
                  </a:lnTo>
                  <a:lnTo>
                    <a:pt x="128422" y="60150"/>
                  </a:lnTo>
                  <a:lnTo>
                    <a:pt x="124883" y="56040"/>
                  </a:lnTo>
                  <a:lnTo>
                    <a:pt x="121212" y="52047"/>
                  </a:lnTo>
                  <a:lnTo>
                    <a:pt x="117414" y="48176"/>
                  </a:lnTo>
                  <a:lnTo>
                    <a:pt x="113491" y="44429"/>
                  </a:lnTo>
                  <a:lnTo>
                    <a:pt x="109450" y="40812"/>
                  </a:lnTo>
                  <a:lnTo>
                    <a:pt x="105293" y="37328"/>
                  </a:lnTo>
                  <a:lnTo>
                    <a:pt x="101026" y="33980"/>
                  </a:lnTo>
                  <a:lnTo>
                    <a:pt x="96652" y="30773"/>
                  </a:lnTo>
                  <a:lnTo>
                    <a:pt x="92176" y="27709"/>
                  </a:lnTo>
                  <a:lnTo>
                    <a:pt x="87603" y="24792"/>
                  </a:lnTo>
                  <a:lnTo>
                    <a:pt x="82939" y="22025"/>
                  </a:lnTo>
                  <a:lnTo>
                    <a:pt x="78186" y="19411"/>
                  </a:lnTo>
                  <a:lnTo>
                    <a:pt x="73352" y="16952"/>
                  </a:lnTo>
                  <a:lnTo>
                    <a:pt x="68440" y="14652"/>
                  </a:lnTo>
                  <a:lnTo>
                    <a:pt x="63456" y="12512"/>
                  </a:lnTo>
                  <a:lnTo>
                    <a:pt x="58406" y="10535"/>
                  </a:lnTo>
                  <a:lnTo>
                    <a:pt x="53293" y="8722"/>
                  </a:lnTo>
                  <a:lnTo>
                    <a:pt x="48125" y="7077"/>
                  </a:lnTo>
                  <a:lnTo>
                    <a:pt x="42906" y="5600"/>
                  </a:lnTo>
                  <a:lnTo>
                    <a:pt x="37642" y="4293"/>
                  </a:lnTo>
                  <a:lnTo>
                    <a:pt x="32339" y="3157"/>
                  </a:lnTo>
                  <a:lnTo>
                    <a:pt x="27001" y="2195"/>
                  </a:lnTo>
                  <a:lnTo>
                    <a:pt x="21635" y="1405"/>
                  </a:lnTo>
                  <a:lnTo>
                    <a:pt x="16246" y="791"/>
                  </a:lnTo>
                  <a:lnTo>
                    <a:pt x="10840" y="351"/>
                  </a:lnTo>
                  <a:lnTo>
                    <a:pt x="542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52271" y="941493"/>
              <a:ext cx="71272" cy="167167"/>
            </a:xfrm>
            <a:custGeom>
              <a:avLst/>
              <a:pathLst>
                <a:path w="71272" h="167167">
                  <a:moveTo>
                    <a:pt x="71272" y="0"/>
                  </a:moveTo>
                  <a:lnTo>
                    <a:pt x="65609" y="95"/>
                  </a:lnTo>
                  <a:lnTo>
                    <a:pt x="59953" y="383"/>
                  </a:lnTo>
                  <a:lnTo>
                    <a:pt x="54310" y="862"/>
                  </a:lnTo>
                  <a:lnTo>
                    <a:pt x="48686" y="1532"/>
                  </a:lnTo>
                  <a:lnTo>
                    <a:pt x="43088" y="2393"/>
                  </a:lnTo>
                  <a:lnTo>
                    <a:pt x="37523" y="3442"/>
                  </a:lnTo>
                  <a:lnTo>
                    <a:pt x="31996" y="4679"/>
                  </a:lnTo>
                  <a:lnTo>
                    <a:pt x="26514" y="6103"/>
                  </a:lnTo>
                  <a:lnTo>
                    <a:pt x="21084" y="7711"/>
                  </a:lnTo>
                  <a:lnTo>
                    <a:pt x="15711" y="9503"/>
                  </a:lnTo>
                  <a:lnTo>
                    <a:pt x="10402" y="11476"/>
                  </a:lnTo>
                  <a:lnTo>
                    <a:pt x="5163" y="13627"/>
                  </a:lnTo>
                  <a:lnTo>
                    <a:pt x="0" y="15955"/>
                  </a:lnTo>
                  <a:lnTo>
                    <a:pt x="7127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52271" y="957448"/>
              <a:ext cx="71272" cy="151212"/>
            </a:xfrm>
            <a:custGeom>
              <a:avLst/>
              <a:pathLst>
                <a:path w="71272" h="151212">
                  <a:moveTo>
                    <a:pt x="0" y="0"/>
                  </a:moveTo>
                  <a:lnTo>
                    <a:pt x="71272" y="1512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56384" y="957448"/>
              <a:ext cx="334327" cy="318371"/>
            </a:xfrm>
            <a:custGeom>
              <a:avLst/>
              <a:pathLst>
                <a:path w="334327" h="318371">
                  <a:moveTo>
                    <a:pt x="95887" y="0"/>
                  </a:moveTo>
                  <a:lnTo>
                    <a:pt x="91136" y="2331"/>
                  </a:lnTo>
                  <a:lnTo>
                    <a:pt x="86462" y="4812"/>
                  </a:lnTo>
                  <a:lnTo>
                    <a:pt x="81868" y="7440"/>
                  </a:lnTo>
                  <a:lnTo>
                    <a:pt x="77360" y="10212"/>
                  </a:lnTo>
                  <a:lnTo>
                    <a:pt x="72942" y="13125"/>
                  </a:lnTo>
                  <a:lnTo>
                    <a:pt x="68618" y="16176"/>
                  </a:lnTo>
                  <a:lnTo>
                    <a:pt x="64393" y="19363"/>
                  </a:lnTo>
                  <a:lnTo>
                    <a:pt x="60271" y="22682"/>
                  </a:lnTo>
                  <a:lnTo>
                    <a:pt x="56256" y="26130"/>
                  </a:lnTo>
                  <a:lnTo>
                    <a:pt x="52353" y="29703"/>
                  </a:lnTo>
                  <a:lnTo>
                    <a:pt x="48564" y="33398"/>
                  </a:lnTo>
                  <a:lnTo>
                    <a:pt x="44894" y="37211"/>
                  </a:lnTo>
                  <a:lnTo>
                    <a:pt x="41347" y="41138"/>
                  </a:lnTo>
                  <a:lnTo>
                    <a:pt x="37926" y="45176"/>
                  </a:lnTo>
                  <a:lnTo>
                    <a:pt x="34634" y="49320"/>
                  </a:lnTo>
                  <a:lnTo>
                    <a:pt x="31475" y="53566"/>
                  </a:lnTo>
                  <a:lnTo>
                    <a:pt x="28453" y="57910"/>
                  </a:lnTo>
                  <a:lnTo>
                    <a:pt x="25569" y="62347"/>
                  </a:lnTo>
                  <a:lnTo>
                    <a:pt x="22827" y="66873"/>
                  </a:lnTo>
                  <a:lnTo>
                    <a:pt x="20229" y="71484"/>
                  </a:lnTo>
                  <a:lnTo>
                    <a:pt x="17779" y="76175"/>
                  </a:lnTo>
                  <a:lnTo>
                    <a:pt x="15479" y="80941"/>
                  </a:lnTo>
                  <a:lnTo>
                    <a:pt x="13331" y="85777"/>
                  </a:lnTo>
                  <a:lnTo>
                    <a:pt x="11337" y="90679"/>
                  </a:lnTo>
                  <a:lnTo>
                    <a:pt x="9499" y="95642"/>
                  </a:lnTo>
                  <a:lnTo>
                    <a:pt x="7819" y="100660"/>
                  </a:lnTo>
                  <a:lnTo>
                    <a:pt x="6298" y="105729"/>
                  </a:lnTo>
                  <a:lnTo>
                    <a:pt x="4939" y="110844"/>
                  </a:lnTo>
                  <a:lnTo>
                    <a:pt x="3743" y="115999"/>
                  </a:lnTo>
                  <a:lnTo>
                    <a:pt x="2710" y="121189"/>
                  </a:lnTo>
                  <a:lnTo>
                    <a:pt x="1842" y="126410"/>
                  </a:lnTo>
                  <a:lnTo>
                    <a:pt x="1140" y="131655"/>
                  </a:lnTo>
                  <a:lnTo>
                    <a:pt x="604" y="136920"/>
                  </a:lnTo>
                  <a:lnTo>
                    <a:pt x="235" y="142199"/>
                  </a:lnTo>
                  <a:lnTo>
                    <a:pt x="34" y="147487"/>
                  </a:lnTo>
                  <a:lnTo>
                    <a:pt x="0" y="152779"/>
                  </a:lnTo>
                  <a:lnTo>
                    <a:pt x="133" y="158070"/>
                  </a:lnTo>
                  <a:lnTo>
                    <a:pt x="434" y="163353"/>
                  </a:lnTo>
                  <a:lnTo>
                    <a:pt x="902" y="168625"/>
                  </a:lnTo>
                  <a:lnTo>
                    <a:pt x="1536" y="173879"/>
                  </a:lnTo>
                  <a:lnTo>
                    <a:pt x="2336" y="179110"/>
                  </a:lnTo>
                  <a:lnTo>
                    <a:pt x="3302" y="184313"/>
                  </a:lnTo>
                  <a:lnTo>
                    <a:pt x="4432" y="189483"/>
                  </a:lnTo>
                  <a:lnTo>
                    <a:pt x="5725" y="194615"/>
                  </a:lnTo>
                  <a:lnTo>
                    <a:pt x="7180" y="199703"/>
                  </a:lnTo>
                  <a:lnTo>
                    <a:pt x="8795" y="204743"/>
                  </a:lnTo>
                  <a:lnTo>
                    <a:pt x="10569" y="209729"/>
                  </a:lnTo>
                  <a:lnTo>
                    <a:pt x="12499" y="214656"/>
                  </a:lnTo>
                  <a:lnTo>
                    <a:pt x="14585" y="219520"/>
                  </a:lnTo>
                  <a:lnTo>
                    <a:pt x="16824" y="224315"/>
                  </a:lnTo>
                  <a:lnTo>
                    <a:pt x="19213" y="229037"/>
                  </a:lnTo>
                  <a:lnTo>
                    <a:pt x="21751" y="233681"/>
                  </a:lnTo>
                  <a:lnTo>
                    <a:pt x="24434" y="238242"/>
                  </a:lnTo>
                  <a:lnTo>
                    <a:pt x="27260" y="242716"/>
                  </a:lnTo>
                  <a:lnTo>
                    <a:pt x="30227" y="247099"/>
                  </a:lnTo>
                  <a:lnTo>
                    <a:pt x="33331" y="251385"/>
                  </a:lnTo>
                  <a:lnTo>
                    <a:pt x="36568" y="255571"/>
                  </a:lnTo>
                  <a:lnTo>
                    <a:pt x="39937" y="259653"/>
                  </a:lnTo>
                  <a:lnTo>
                    <a:pt x="43433" y="263625"/>
                  </a:lnTo>
                  <a:lnTo>
                    <a:pt x="47054" y="267485"/>
                  </a:lnTo>
                  <a:lnTo>
                    <a:pt x="50794" y="271229"/>
                  </a:lnTo>
                  <a:lnTo>
                    <a:pt x="54652" y="274852"/>
                  </a:lnTo>
                  <a:lnTo>
                    <a:pt x="58622" y="278351"/>
                  </a:lnTo>
                  <a:lnTo>
                    <a:pt x="62700" y="281723"/>
                  </a:lnTo>
                  <a:lnTo>
                    <a:pt x="66884" y="284964"/>
                  </a:lnTo>
                  <a:lnTo>
                    <a:pt x="71168" y="288071"/>
                  </a:lnTo>
                  <a:lnTo>
                    <a:pt x="75548" y="291041"/>
                  </a:lnTo>
                  <a:lnTo>
                    <a:pt x="80020" y="293871"/>
                  </a:lnTo>
                  <a:lnTo>
                    <a:pt x="84579" y="296558"/>
                  </a:lnTo>
                  <a:lnTo>
                    <a:pt x="89221" y="299099"/>
                  </a:lnTo>
                  <a:lnTo>
                    <a:pt x="93942" y="301492"/>
                  </a:lnTo>
                  <a:lnTo>
                    <a:pt x="98735" y="303734"/>
                  </a:lnTo>
                  <a:lnTo>
                    <a:pt x="103597" y="305824"/>
                  </a:lnTo>
                  <a:lnTo>
                    <a:pt x="108523" y="307758"/>
                  </a:lnTo>
                  <a:lnTo>
                    <a:pt x="113508" y="309536"/>
                  </a:lnTo>
                  <a:lnTo>
                    <a:pt x="118546" y="311155"/>
                  </a:lnTo>
                  <a:lnTo>
                    <a:pt x="123633" y="312613"/>
                  </a:lnTo>
                  <a:lnTo>
                    <a:pt x="128764" y="313910"/>
                  </a:lnTo>
                  <a:lnTo>
                    <a:pt x="133933" y="315044"/>
                  </a:lnTo>
                  <a:lnTo>
                    <a:pt x="139136" y="316014"/>
                  </a:lnTo>
                  <a:lnTo>
                    <a:pt x="144366" y="316818"/>
                  </a:lnTo>
                  <a:lnTo>
                    <a:pt x="149620" y="317456"/>
                  </a:lnTo>
                  <a:lnTo>
                    <a:pt x="154891" y="317928"/>
                  </a:lnTo>
                  <a:lnTo>
                    <a:pt x="160174" y="318233"/>
                  </a:lnTo>
                  <a:lnTo>
                    <a:pt x="165464" y="318371"/>
                  </a:lnTo>
                  <a:lnTo>
                    <a:pt x="170756" y="318341"/>
                  </a:lnTo>
                  <a:lnTo>
                    <a:pt x="176045" y="318143"/>
                  </a:lnTo>
                  <a:lnTo>
                    <a:pt x="181324" y="317778"/>
                  </a:lnTo>
                  <a:lnTo>
                    <a:pt x="186590" y="317246"/>
                  </a:lnTo>
                  <a:lnTo>
                    <a:pt x="191835" y="316548"/>
                  </a:lnTo>
                  <a:lnTo>
                    <a:pt x="197056" y="315684"/>
                  </a:lnTo>
                  <a:lnTo>
                    <a:pt x="202248" y="314655"/>
                  </a:lnTo>
                  <a:lnTo>
                    <a:pt x="207404" y="313463"/>
                  </a:lnTo>
                  <a:lnTo>
                    <a:pt x="212519" y="312108"/>
                  </a:lnTo>
                  <a:lnTo>
                    <a:pt x="217589" y="310591"/>
                  </a:lnTo>
                  <a:lnTo>
                    <a:pt x="222609" y="308915"/>
                  </a:lnTo>
                  <a:lnTo>
                    <a:pt x="227573" y="307081"/>
                  </a:lnTo>
                  <a:lnTo>
                    <a:pt x="232477" y="305090"/>
                  </a:lnTo>
                  <a:lnTo>
                    <a:pt x="237315" y="302946"/>
                  </a:lnTo>
                  <a:lnTo>
                    <a:pt x="242082" y="300649"/>
                  </a:lnTo>
                  <a:lnTo>
                    <a:pt x="246775" y="298203"/>
                  </a:lnTo>
                  <a:lnTo>
                    <a:pt x="251388" y="295609"/>
                  </a:lnTo>
                  <a:lnTo>
                    <a:pt x="255916" y="292870"/>
                  </a:lnTo>
                  <a:lnTo>
                    <a:pt x="260356" y="289990"/>
                  </a:lnTo>
                  <a:lnTo>
                    <a:pt x="264702" y="286970"/>
                  </a:lnTo>
                  <a:lnTo>
                    <a:pt x="268950" y="283815"/>
                  </a:lnTo>
                  <a:lnTo>
                    <a:pt x="273097" y="280526"/>
                  </a:lnTo>
                  <a:lnTo>
                    <a:pt x="277137" y="277108"/>
                  </a:lnTo>
                  <a:lnTo>
                    <a:pt x="281067" y="273564"/>
                  </a:lnTo>
                  <a:lnTo>
                    <a:pt x="284883" y="269897"/>
                  </a:lnTo>
                  <a:lnTo>
                    <a:pt x="288580" y="266111"/>
                  </a:lnTo>
                  <a:lnTo>
                    <a:pt x="292157" y="262210"/>
                  </a:lnTo>
                  <a:lnTo>
                    <a:pt x="295607" y="258198"/>
                  </a:lnTo>
                  <a:lnTo>
                    <a:pt x="298930" y="254079"/>
                  </a:lnTo>
                  <a:lnTo>
                    <a:pt x="302120" y="249856"/>
                  </a:lnTo>
                  <a:lnTo>
                    <a:pt x="305174" y="245535"/>
                  </a:lnTo>
                  <a:lnTo>
                    <a:pt x="308091" y="241119"/>
                  </a:lnTo>
                  <a:lnTo>
                    <a:pt x="310866" y="236613"/>
                  </a:lnTo>
                  <a:lnTo>
                    <a:pt x="313497" y="232021"/>
                  </a:lnTo>
                  <a:lnTo>
                    <a:pt x="315982" y="227349"/>
                  </a:lnTo>
                  <a:lnTo>
                    <a:pt x="318317" y="222600"/>
                  </a:lnTo>
                  <a:lnTo>
                    <a:pt x="320501" y="217779"/>
                  </a:lnTo>
                  <a:lnTo>
                    <a:pt x="322532" y="212892"/>
                  </a:lnTo>
                  <a:lnTo>
                    <a:pt x="324406" y="207943"/>
                  </a:lnTo>
                  <a:lnTo>
                    <a:pt x="326123" y="202938"/>
                  </a:lnTo>
                  <a:lnTo>
                    <a:pt x="327681" y="197880"/>
                  </a:lnTo>
                  <a:lnTo>
                    <a:pt x="329078" y="192775"/>
                  </a:lnTo>
                  <a:lnTo>
                    <a:pt x="330312" y="187629"/>
                  </a:lnTo>
                  <a:lnTo>
                    <a:pt x="331383" y="182447"/>
                  </a:lnTo>
                  <a:lnTo>
                    <a:pt x="332289" y="177233"/>
                  </a:lnTo>
                  <a:lnTo>
                    <a:pt x="333030" y="171993"/>
                  </a:lnTo>
                  <a:lnTo>
                    <a:pt x="333605" y="166732"/>
                  </a:lnTo>
                  <a:lnTo>
                    <a:pt x="334013" y="161456"/>
                  </a:lnTo>
                  <a:lnTo>
                    <a:pt x="334254" y="156169"/>
                  </a:lnTo>
                  <a:lnTo>
                    <a:pt x="334327" y="150878"/>
                  </a:lnTo>
                  <a:lnTo>
                    <a:pt x="334232" y="145586"/>
                  </a:lnTo>
                  <a:lnTo>
                    <a:pt x="333971" y="140301"/>
                  </a:lnTo>
                  <a:lnTo>
                    <a:pt x="333542" y="135026"/>
                  </a:lnTo>
                  <a:lnTo>
                    <a:pt x="332946" y="129768"/>
                  </a:lnTo>
                  <a:lnTo>
                    <a:pt x="332184" y="124531"/>
                  </a:lnTo>
                  <a:lnTo>
                    <a:pt x="331257" y="119320"/>
                  </a:lnTo>
                  <a:lnTo>
                    <a:pt x="330165" y="114142"/>
                  </a:lnTo>
                  <a:lnTo>
                    <a:pt x="328910" y="109001"/>
                  </a:lnTo>
                  <a:lnTo>
                    <a:pt x="327493" y="103902"/>
                  </a:lnTo>
                  <a:lnTo>
                    <a:pt x="325915" y="98851"/>
                  </a:lnTo>
                  <a:lnTo>
                    <a:pt x="324178" y="93852"/>
                  </a:lnTo>
                  <a:lnTo>
                    <a:pt x="167160" y="1512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5023544" y="941493"/>
              <a:ext cx="157018" cy="167167"/>
            </a:xfrm>
            <a:custGeom>
              <a:avLst/>
              <a:pathLst>
                <a:path w="157018" h="167167">
                  <a:moveTo>
                    <a:pt x="157018" y="109807"/>
                  </a:moveTo>
                  <a:lnTo>
                    <a:pt x="155041" y="104660"/>
                  </a:lnTo>
                  <a:lnTo>
                    <a:pt x="152895" y="99580"/>
                  </a:lnTo>
                  <a:lnTo>
                    <a:pt x="150582" y="94574"/>
                  </a:lnTo>
                  <a:lnTo>
                    <a:pt x="148106" y="89647"/>
                  </a:lnTo>
                  <a:lnTo>
                    <a:pt x="145469" y="84804"/>
                  </a:lnTo>
                  <a:lnTo>
                    <a:pt x="142673" y="80051"/>
                  </a:lnTo>
                  <a:lnTo>
                    <a:pt x="139722" y="75393"/>
                  </a:lnTo>
                  <a:lnTo>
                    <a:pt x="136620" y="70835"/>
                  </a:lnTo>
                  <a:lnTo>
                    <a:pt x="133368" y="66381"/>
                  </a:lnTo>
                  <a:lnTo>
                    <a:pt x="129971" y="62037"/>
                  </a:lnTo>
                  <a:lnTo>
                    <a:pt x="126433" y="57808"/>
                  </a:lnTo>
                  <a:lnTo>
                    <a:pt x="122758" y="53697"/>
                  </a:lnTo>
                  <a:lnTo>
                    <a:pt x="118948" y="49710"/>
                  </a:lnTo>
                  <a:lnTo>
                    <a:pt x="115010" y="45851"/>
                  </a:lnTo>
                  <a:lnTo>
                    <a:pt x="110946" y="42124"/>
                  </a:lnTo>
                  <a:lnTo>
                    <a:pt x="106761" y="38532"/>
                  </a:lnTo>
                  <a:lnTo>
                    <a:pt x="102461" y="35081"/>
                  </a:lnTo>
                  <a:lnTo>
                    <a:pt x="98048" y="31774"/>
                  </a:lnTo>
                  <a:lnTo>
                    <a:pt x="93530" y="28613"/>
                  </a:lnTo>
                  <a:lnTo>
                    <a:pt x="88909" y="25604"/>
                  </a:lnTo>
                  <a:lnTo>
                    <a:pt x="84192" y="22749"/>
                  </a:lnTo>
                  <a:lnTo>
                    <a:pt x="79383" y="20050"/>
                  </a:lnTo>
                  <a:lnTo>
                    <a:pt x="74487" y="17512"/>
                  </a:lnTo>
                  <a:lnTo>
                    <a:pt x="69511" y="15137"/>
                  </a:lnTo>
                  <a:lnTo>
                    <a:pt x="64459" y="12927"/>
                  </a:lnTo>
                  <a:lnTo>
                    <a:pt x="59337" y="10885"/>
                  </a:lnTo>
                  <a:lnTo>
                    <a:pt x="54150" y="9013"/>
                  </a:lnTo>
                  <a:lnTo>
                    <a:pt x="48904" y="7313"/>
                  </a:lnTo>
                  <a:lnTo>
                    <a:pt x="43605" y="5787"/>
                  </a:lnTo>
                  <a:lnTo>
                    <a:pt x="38259" y="4437"/>
                  </a:lnTo>
                  <a:lnTo>
                    <a:pt x="32871" y="3263"/>
                  </a:lnTo>
                  <a:lnTo>
                    <a:pt x="27447" y="2268"/>
                  </a:lnTo>
                  <a:lnTo>
                    <a:pt x="21994" y="1453"/>
                  </a:lnTo>
                  <a:lnTo>
                    <a:pt x="16516" y="817"/>
                  </a:lnTo>
                  <a:lnTo>
                    <a:pt x="11020" y="363"/>
                  </a:lnTo>
                  <a:lnTo>
                    <a:pt x="5513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9687" y="941493"/>
              <a:ext cx="96528" cy="167167"/>
            </a:xfrm>
            <a:custGeom>
              <a:avLst/>
              <a:pathLst>
                <a:path w="96528" h="167167">
                  <a:moveTo>
                    <a:pt x="96528" y="0"/>
                  </a:moveTo>
                  <a:lnTo>
                    <a:pt x="90812" y="97"/>
                  </a:lnTo>
                  <a:lnTo>
                    <a:pt x="85103" y="390"/>
                  </a:lnTo>
                  <a:lnTo>
                    <a:pt x="79407" y="879"/>
                  </a:lnTo>
                  <a:lnTo>
                    <a:pt x="73731" y="1561"/>
                  </a:lnTo>
                  <a:lnTo>
                    <a:pt x="68082" y="2437"/>
                  </a:lnTo>
                  <a:lnTo>
                    <a:pt x="62466" y="3506"/>
                  </a:lnTo>
                  <a:lnTo>
                    <a:pt x="56890" y="4767"/>
                  </a:lnTo>
                  <a:lnTo>
                    <a:pt x="51360" y="6217"/>
                  </a:lnTo>
                  <a:lnTo>
                    <a:pt x="45884" y="7856"/>
                  </a:lnTo>
                  <a:lnTo>
                    <a:pt x="40466" y="9680"/>
                  </a:lnTo>
                  <a:lnTo>
                    <a:pt x="35114" y="11689"/>
                  </a:lnTo>
                  <a:lnTo>
                    <a:pt x="29834" y="13880"/>
                  </a:lnTo>
                  <a:lnTo>
                    <a:pt x="24631" y="16250"/>
                  </a:lnTo>
                  <a:lnTo>
                    <a:pt x="19513" y="18797"/>
                  </a:lnTo>
                  <a:lnTo>
                    <a:pt x="14485" y="21517"/>
                  </a:lnTo>
                  <a:lnTo>
                    <a:pt x="9553" y="24407"/>
                  </a:lnTo>
                  <a:lnTo>
                    <a:pt x="4723" y="27464"/>
                  </a:lnTo>
                  <a:lnTo>
                    <a:pt x="0" y="30685"/>
                  </a:lnTo>
                  <a:lnTo>
                    <a:pt x="9652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9687" y="972179"/>
              <a:ext cx="96528" cy="136481"/>
            </a:xfrm>
            <a:custGeom>
              <a:avLst/>
              <a:pathLst>
                <a:path w="96528" h="136481">
                  <a:moveTo>
                    <a:pt x="0" y="0"/>
                  </a:moveTo>
                  <a:lnTo>
                    <a:pt x="96528" y="1364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19065" y="972179"/>
              <a:ext cx="167150" cy="252151"/>
            </a:xfrm>
            <a:custGeom>
              <a:avLst/>
              <a:pathLst>
                <a:path w="167150" h="252151">
                  <a:moveTo>
                    <a:pt x="70621" y="0"/>
                  </a:moveTo>
                  <a:lnTo>
                    <a:pt x="66245" y="3202"/>
                  </a:lnTo>
                  <a:lnTo>
                    <a:pt x="61975" y="6545"/>
                  </a:lnTo>
                  <a:lnTo>
                    <a:pt x="57816" y="10025"/>
                  </a:lnTo>
                  <a:lnTo>
                    <a:pt x="53772" y="13638"/>
                  </a:lnTo>
                  <a:lnTo>
                    <a:pt x="49847" y="17380"/>
                  </a:lnTo>
                  <a:lnTo>
                    <a:pt x="46046" y="21247"/>
                  </a:lnTo>
                  <a:lnTo>
                    <a:pt x="42372" y="25236"/>
                  </a:lnTo>
                  <a:lnTo>
                    <a:pt x="38829" y="29342"/>
                  </a:lnTo>
                  <a:lnTo>
                    <a:pt x="35422" y="33560"/>
                  </a:lnTo>
                  <a:lnTo>
                    <a:pt x="32153" y="37887"/>
                  </a:lnTo>
                  <a:lnTo>
                    <a:pt x="29026" y="42318"/>
                  </a:lnTo>
                  <a:lnTo>
                    <a:pt x="26044" y="46847"/>
                  </a:lnTo>
                  <a:lnTo>
                    <a:pt x="23211" y="51471"/>
                  </a:lnTo>
                  <a:lnTo>
                    <a:pt x="20530" y="56185"/>
                  </a:lnTo>
                  <a:lnTo>
                    <a:pt x="18002" y="60983"/>
                  </a:lnTo>
                  <a:lnTo>
                    <a:pt x="15632" y="65860"/>
                  </a:lnTo>
                  <a:lnTo>
                    <a:pt x="13421" y="70812"/>
                  </a:lnTo>
                  <a:lnTo>
                    <a:pt x="11372" y="75833"/>
                  </a:lnTo>
                  <a:lnTo>
                    <a:pt x="9487" y="80917"/>
                  </a:lnTo>
                  <a:lnTo>
                    <a:pt x="7767" y="86061"/>
                  </a:lnTo>
                  <a:lnTo>
                    <a:pt x="6216" y="91257"/>
                  </a:lnTo>
                  <a:lnTo>
                    <a:pt x="4834" y="96500"/>
                  </a:lnTo>
                  <a:lnTo>
                    <a:pt x="3622" y="101786"/>
                  </a:lnTo>
                  <a:lnTo>
                    <a:pt x="2583" y="107109"/>
                  </a:lnTo>
                  <a:lnTo>
                    <a:pt x="1717" y="112462"/>
                  </a:lnTo>
                  <a:lnTo>
                    <a:pt x="1025" y="117840"/>
                  </a:lnTo>
                  <a:lnTo>
                    <a:pt x="507" y="123239"/>
                  </a:lnTo>
                  <a:lnTo>
                    <a:pt x="166" y="128651"/>
                  </a:lnTo>
                  <a:lnTo>
                    <a:pt x="0" y="134071"/>
                  </a:lnTo>
                  <a:lnTo>
                    <a:pt x="9" y="139494"/>
                  </a:lnTo>
                  <a:lnTo>
                    <a:pt x="195" y="144914"/>
                  </a:lnTo>
                  <a:lnTo>
                    <a:pt x="556" y="150324"/>
                  </a:lnTo>
                  <a:lnTo>
                    <a:pt x="1093" y="155721"/>
                  </a:lnTo>
                  <a:lnTo>
                    <a:pt x="1804" y="161097"/>
                  </a:lnTo>
                  <a:lnTo>
                    <a:pt x="2690" y="166447"/>
                  </a:lnTo>
                  <a:lnTo>
                    <a:pt x="3748" y="171765"/>
                  </a:lnTo>
                  <a:lnTo>
                    <a:pt x="4979" y="177047"/>
                  </a:lnTo>
                  <a:lnTo>
                    <a:pt x="6380" y="182286"/>
                  </a:lnTo>
                  <a:lnTo>
                    <a:pt x="7950" y="187476"/>
                  </a:lnTo>
                  <a:lnTo>
                    <a:pt x="9688" y="192613"/>
                  </a:lnTo>
                  <a:lnTo>
                    <a:pt x="11591" y="197691"/>
                  </a:lnTo>
                  <a:lnTo>
                    <a:pt x="13659" y="202704"/>
                  </a:lnTo>
                  <a:lnTo>
                    <a:pt x="15887" y="207648"/>
                  </a:lnTo>
                  <a:lnTo>
                    <a:pt x="18275" y="212517"/>
                  </a:lnTo>
                  <a:lnTo>
                    <a:pt x="20820" y="217306"/>
                  </a:lnTo>
                  <a:lnTo>
                    <a:pt x="23518" y="222009"/>
                  </a:lnTo>
                  <a:lnTo>
                    <a:pt x="26368" y="226623"/>
                  </a:lnTo>
                  <a:lnTo>
                    <a:pt x="29366" y="231142"/>
                  </a:lnTo>
                  <a:lnTo>
                    <a:pt x="32509" y="235561"/>
                  </a:lnTo>
                  <a:lnTo>
                    <a:pt x="35793" y="239876"/>
                  </a:lnTo>
                  <a:lnTo>
                    <a:pt x="39216" y="244082"/>
                  </a:lnTo>
                  <a:lnTo>
                    <a:pt x="42774" y="248175"/>
                  </a:lnTo>
                  <a:lnTo>
                    <a:pt x="46462" y="252151"/>
                  </a:lnTo>
                  <a:lnTo>
                    <a:pt x="167150" y="1364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65528" y="941493"/>
              <a:ext cx="287845" cy="334325"/>
            </a:xfrm>
            <a:custGeom>
              <a:avLst/>
              <a:pathLst>
                <a:path w="287845" h="334325">
                  <a:moveTo>
                    <a:pt x="0" y="282837"/>
                  </a:moveTo>
                  <a:lnTo>
                    <a:pt x="3743" y="286620"/>
                  </a:lnTo>
                  <a:lnTo>
                    <a:pt x="7605" y="290282"/>
                  </a:lnTo>
                  <a:lnTo>
                    <a:pt x="11582" y="293820"/>
                  </a:lnTo>
                  <a:lnTo>
                    <a:pt x="15669" y="297229"/>
                  </a:lnTo>
                  <a:lnTo>
                    <a:pt x="19863" y="300507"/>
                  </a:lnTo>
                  <a:lnTo>
                    <a:pt x="24159" y="303649"/>
                  </a:lnTo>
                  <a:lnTo>
                    <a:pt x="28553" y="306652"/>
                  </a:lnTo>
                  <a:lnTo>
                    <a:pt x="33040" y="309515"/>
                  </a:lnTo>
                  <a:lnTo>
                    <a:pt x="37616" y="312233"/>
                  </a:lnTo>
                  <a:lnTo>
                    <a:pt x="42276" y="314804"/>
                  </a:lnTo>
                  <a:lnTo>
                    <a:pt x="47016" y="317225"/>
                  </a:lnTo>
                  <a:lnTo>
                    <a:pt x="51831" y="319495"/>
                  </a:lnTo>
                  <a:lnTo>
                    <a:pt x="56715" y="321610"/>
                  </a:lnTo>
                  <a:lnTo>
                    <a:pt x="61664" y="323568"/>
                  </a:lnTo>
                  <a:lnTo>
                    <a:pt x="66673" y="325368"/>
                  </a:lnTo>
                  <a:lnTo>
                    <a:pt x="71737" y="327007"/>
                  </a:lnTo>
                  <a:lnTo>
                    <a:pt x="76850" y="328484"/>
                  </a:lnTo>
                  <a:lnTo>
                    <a:pt x="82008" y="329798"/>
                  </a:lnTo>
                  <a:lnTo>
                    <a:pt x="87205" y="330947"/>
                  </a:lnTo>
                  <a:lnTo>
                    <a:pt x="92436" y="331930"/>
                  </a:lnTo>
                  <a:lnTo>
                    <a:pt x="97695" y="332746"/>
                  </a:lnTo>
                  <a:lnTo>
                    <a:pt x="102978" y="333394"/>
                  </a:lnTo>
                  <a:lnTo>
                    <a:pt x="108279" y="333873"/>
                  </a:lnTo>
                  <a:lnTo>
                    <a:pt x="113592" y="334184"/>
                  </a:lnTo>
                  <a:lnTo>
                    <a:pt x="118913" y="334325"/>
                  </a:lnTo>
                  <a:lnTo>
                    <a:pt x="124235" y="334297"/>
                  </a:lnTo>
                  <a:lnTo>
                    <a:pt x="129554" y="334099"/>
                  </a:lnTo>
                  <a:lnTo>
                    <a:pt x="134864" y="333732"/>
                  </a:lnTo>
                  <a:lnTo>
                    <a:pt x="140159" y="333196"/>
                  </a:lnTo>
                  <a:lnTo>
                    <a:pt x="145435" y="332492"/>
                  </a:lnTo>
                  <a:lnTo>
                    <a:pt x="150686" y="331621"/>
                  </a:lnTo>
                  <a:lnTo>
                    <a:pt x="155906" y="330582"/>
                  </a:lnTo>
                  <a:lnTo>
                    <a:pt x="161090" y="329378"/>
                  </a:lnTo>
                  <a:lnTo>
                    <a:pt x="166234" y="328010"/>
                  </a:lnTo>
                  <a:lnTo>
                    <a:pt x="171331" y="326478"/>
                  </a:lnTo>
                  <a:lnTo>
                    <a:pt x="176377" y="324785"/>
                  </a:lnTo>
                  <a:lnTo>
                    <a:pt x="181367" y="322933"/>
                  </a:lnTo>
                  <a:lnTo>
                    <a:pt x="186295" y="320922"/>
                  </a:lnTo>
                  <a:lnTo>
                    <a:pt x="191156" y="318755"/>
                  </a:lnTo>
                  <a:lnTo>
                    <a:pt x="195946" y="316435"/>
                  </a:lnTo>
                  <a:lnTo>
                    <a:pt x="200660" y="313964"/>
                  </a:lnTo>
                  <a:lnTo>
                    <a:pt x="205293" y="311343"/>
                  </a:lnTo>
                  <a:lnTo>
                    <a:pt x="209840" y="308577"/>
                  </a:lnTo>
                  <a:lnTo>
                    <a:pt x="214297" y="305667"/>
                  </a:lnTo>
                  <a:lnTo>
                    <a:pt x="218658" y="302617"/>
                  </a:lnTo>
                  <a:lnTo>
                    <a:pt x="222921" y="299429"/>
                  </a:lnTo>
                  <a:lnTo>
                    <a:pt x="227079" y="296107"/>
                  </a:lnTo>
                  <a:lnTo>
                    <a:pt x="231130" y="292655"/>
                  </a:lnTo>
                  <a:lnTo>
                    <a:pt x="235069" y="289075"/>
                  </a:lnTo>
                  <a:lnTo>
                    <a:pt x="238892" y="285372"/>
                  </a:lnTo>
                  <a:lnTo>
                    <a:pt x="242595" y="281549"/>
                  </a:lnTo>
                  <a:lnTo>
                    <a:pt x="246175" y="277610"/>
                  </a:lnTo>
                  <a:lnTo>
                    <a:pt x="249627" y="273559"/>
                  </a:lnTo>
                  <a:lnTo>
                    <a:pt x="252949" y="269401"/>
                  </a:lnTo>
                  <a:lnTo>
                    <a:pt x="256137" y="265138"/>
                  </a:lnTo>
                  <a:lnTo>
                    <a:pt x="259187" y="260776"/>
                  </a:lnTo>
                  <a:lnTo>
                    <a:pt x="262097" y="256320"/>
                  </a:lnTo>
                  <a:lnTo>
                    <a:pt x="264863" y="251773"/>
                  </a:lnTo>
                  <a:lnTo>
                    <a:pt x="267484" y="247140"/>
                  </a:lnTo>
                  <a:lnTo>
                    <a:pt x="269955" y="242426"/>
                  </a:lnTo>
                  <a:lnTo>
                    <a:pt x="272275" y="237636"/>
                  </a:lnTo>
                  <a:lnTo>
                    <a:pt x="274442" y="232775"/>
                  </a:lnTo>
                  <a:lnTo>
                    <a:pt x="276453" y="227847"/>
                  </a:lnTo>
                  <a:lnTo>
                    <a:pt x="278305" y="222857"/>
                  </a:lnTo>
                  <a:lnTo>
                    <a:pt x="279998" y="217811"/>
                  </a:lnTo>
                  <a:lnTo>
                    <a:pt x="281530" y="212714"/>
                  </a:lnTo>
                  <a:lnTo>
                    <a:pt x="282898" y="207570"/>
                  </a:lnTo>
                  <a:lnTo>
                    <a:pt x="284102" y="202386"/>
                  </a:lnTo>
                  <a:lnTo>
                    <a:pt x="285141" y="197165"/>
                  </a:lnTo>
                  <a:lnTo>
                    <a:pt x="286012" y="191915"/>
                  </a:lnTo>
                  <a:lnTo>
                    <a:pt x="286717" y="186639"/>
                  </a:lnTo>
                  <a:lnTo>
                    <a:pt x="287252" y="181344"/>
                  </a:lnTo>
                  <a:lnTo>
                    <a:pt x="287619" y="176034"/>
                  </a:lnTo>
                  <a:lnTo>
                    <a:pt x="287817" y="170715"/>
                  </a:lnTo>
                  <a:lnTo>
                    <a:pt x="287845" y="165393"/>
                  </a:lnTo>
                  <a:lnTo>
                    <a:pt x="287704" y="160072"/>
                  </a:lnTo>
                  <a:lnTo>
                    <a:pt x="287393" y="154759"/>
                  </a:lnTo>
                  <a:lnTo>
                    <a:pt x="286914" y="149458"/>
                  </a:lnTo>
                  <a:lnTo>
                    <a:pt x="286266" y="144175"/>
                  </a:lnTo>
                  <a:lnTo>
                    <a:pt x="285450" y="138916"/>
                  </a:lnTo>
                  <a:lnTo>
                    <a:pt x="284467" y="133685"/>
                  </a:lnTo>
                  <a:lnTo>
                    <a:pt x="283318" y="128488"/>
                  </a:lnTo>
                  <a:lnTo>
                    <a:pt x="282004" y="123330"/>
                  </a:lnTo>
                  <a:lnTo>
                    <a:pt x="280527" y="118217"/>
                  </a:lnTo>
                  <a:lnTo>
                    <a:pt x="278888" y="113153"/>
                  </a:lnTo>
                  <a:lnTo>
                    <a:pt x="277088" y="108144"/>
                  </a:lnTo>
                  <a:lnTo>
                    <a:pt x="275130" y="103195"/>
                  </a:lnTo>
                  <a:lnTo>
                    <a:pt x="273015" y="98310"/>
                  </a:lnTo>
                  <a:lnTo>
                    <a:pt x="270746" y="93496"/>
                  </a:lnTo>
                  <a:lnTo>
                    <a:pt x="268324" y="88756"/>
                  </a:lnTo>
                  <a:lnTo>
                    <a:pt x="265753" y="84096"/>
                  </a:lnTo>
                  <a:lnTo>
                    <a:pt x="263035" y="79520"/>
                  </a:lnTo>
                  <a:lnTo>
                    <a:pt x="260173" y="75033"/>
                  </a:lnTo>
                  <a:lnTo>
                    <a:pt x="257169" y="70639"/>
                  </a:lnTo>
                  <a:lnTo>
                    <a:pt x="254027" y="66343"/>
                  </a:lnTo>
                  <a:lnTo>
                    <a:pt x="250749" y="62149"/>
                  </a:lnTo>
                  <a:lnTo>
                    <a:pt x="247340" y="58062"/>
                  </a:lnTo>
                  <a:lnTo>
                    <a:pt x="243803" y="54085"/>
                  </a:lnTo>
                  <a:lnTo>
                    <a:pt x="240140" y="50223"/>
                  </a:lnTo>
                  <a:lnTo>
                    <a:pt x="236357" y="46479"/>
                  </a:lnTo>
                  <a:lnTo>
                    <a:pt x="232456" y="42858"/>
                  </a:lnTo>
                  <a:lnTo>
                    <a:pt x="228442" y="39363"/>
                  </a:lnTo>
                  <a:lnTo>
                    <a:pt x="224319" y="35997"/>
                  </a:lnTo>
                  <a:lnTo>
                    <a:pt x="220090" y="32765"/>
                  </a:lnTo>
                  <a:lnTo>
                    <a:pt x="215761" y="29668"/>
                  </a:lnTo>
                  <a:lnTo>
                    <a:pt x="211336" y="26711"/>
                  </a:lnTo>
                  <a:lnTo>
                    <a:pt x="206818" y="23897"/>
                  </a:lnTo>
                  <a:lnTo>
                    <a:pt x="202214" y="21227"/>
                  </a:lnTo>
                  <a:lnTo>
                    <a:pt x="197526" y="18706"/>
                  </a:lnTo>
                  <a:lnTo>
                    <a:pt x="192761" y="16335"/>
                  </a:lnTo>
                  <a:lnTo>
                    <a:pt x="187923" y="14117"/>
                  </a:lnTo>
                  <a:lnTo>
                    <a:pt x="183017" y="12054"/>
                  </a:lnTo>
                  <a:lnTo>
                    <a:pt x="178047" y="10148"/>
                  </a:lnTo>
                  <a:lnTo>
                    <a:pt x="173019" y="8402"/>
                  </a:lnTo>
                  <a:lnTo>
                    <a:pt x="167938" y="6816"/>
                  </a:lnTo>
                  <a:lnTo>
                    <a:pt x="162810" y="5394"/>
                  </a:lnTo>
                  <a:lnTo>
                    <a:pt x="157638" y="4135"/>
                  </a:lnTo>
                  <a:lnTo>
                    <a:pt x="152429" y="3041"/>
                  </a:lnTo>
                  <a:lnTo>
                    <a:pt x="147188" y="2113"/>
                  </a:lnTo>
                  <a:lnTo>
                    <a:pt x="141920" y="1353"/>
                  </a:lnTo>
                  <a:lnTo>
                    <a:pt x="136631" y="762"/>
                  </a:lnTo>
                  <a:lnTo>
                    <a:pt x="131325" y="338"/>
                  </a:lnTo>
                  <a:lnTo>
                    <a:pt x="126009" y="84"/>
                  </a:lnTo>
                  <a:lnTo>
                    <a:pt x="120687" y="0"/>
                  </a:lnTo>
                  <a:lnTo>
                    <a:pt x="1206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797339" y="1071028"/>
              <a:ext cx="185752" cy="334314"/>
            </a:xfrm>
            <a:custGeom>
              <a:avLst/>
              <a:pathLst>
                <a:path w="185752" h="334314">
                  <a:moveTo>
                    <a:pt x="167162" y="0"/>
                  </a:moveTo>
                  <a:lnTo>
                    <a:pt x="161831" y="85"/>
                  </a:lnTo>
                  <a:lnTo>
                    <a:pt x="156506" y="339"/>
                  </a:lnTo>
                  <a:lnTo>
                    <a:pt x="151192" y="764"/>
                  </a:lnTo>
                  <a:lnTo>
                    <a:pt x="145894" y="1358"/>
                  </a:lnTo>
                  <a:lnTo>
                    <a:pt x="140617" y="2120"/>
                  </a:lnTo>
                  <a:lnTo>
                    <a:pt x="135368" y="3051"/>
                  </a:lnTo>
                  <a:lnTo>
                    <a:pt x="130151" y="4148"/>
                  </a:lnTo>
                  <a:lnTo>
                    <a:pt x="124972" y="5411"/>
                  </a:lnTo>
                  <a:lnTo>
                    <a:pt x="119835" y="6839"/>
                  </a:lnTo>
                  <a:lnTo>
                    <a:pt x="114747" y="8429"/>
                  </a:lnTo>
                  <a:lnTo>
                    <a:pt x="109712" y="10181"/>
                  </a:lnTo>
                  <a:lnTo>
                    <a:pt x="104735" y="12093"/>
                  </a:lnTo>
                  <a:lnTo>
                    <a:pt x="99822" y="14163"/>
                  </a:lnTo>
                  <a:lnTo>
                    <a:pt x="94977" y="16388"/>
                  </a:lnTo>
                  <a:lnTo>
                    <a:pt x="90206" y="18766"/>
                  </a:lnTo>
                  <a:lnTo>
                    <a:pt x="85513" y="21295"/>
                  </a:lnTo>
                  <a:lnTo>
                    <a:pt x="80903" y="23973"/>
                  </a:lnTo>
                  <a:lnTo>
                    <a:pt x="76381" y="26796"/>
                  </a:lnTo>
                  <a:lnTo>
                    <a:pt x="71951" y="29762"/>
                  </a:lnTo>
                  <a:lnTo>
                    <a:pt x="67618" y="32868"/>
                  </a:lnTo>
                  <a:lnTo>
                    <a:pt x="63387" y="36111"/>
                  </a:lnTo>
                  <a:lnTo>
                    <a:pt x="59260" y="39486"/>
                  </a:lnTo>
                  <a:lnTo>
                    <a:pt x="55244" y="42992"/>
                  </a:lnTo>
                  <a:lnTo>
                    <a:pt x="51341" y="46624"/>
                  </a:lnTo>
                  <a:lnTo>
                    <a:pt x="47556" y="50378"/>
                  </a:lnTo>
                  <a:lnTo>
                    <a:pt x="43893" y="54252"/>
                  </a:lnTo>
                  <a:lnTo>
                    <a:pt x="40355" y="58240"/>
                  </a:lnTo>
                  <a:lnTo>
                    <a:pt x="36946" y="62339"/>
                  </a:lnTo>
                  <a:lnTo>
                    <a:pt x="33670" y="66544"/>
                  </a:lnTo>
                  <a:lnTo>
                    <a:pt x="30529" y="70852"/>
                  </a:lnTo>
                  <a:lnTo>
                    <a:pt x="27528" y="75258"/>
                  </a:lnTo>
                  <a:lnTo>
                    <a:pt x="24668" y="79757"/>
                  </a:lnTo>
                  <a:lnTo>
                    <a:pt x="21953" y="84345"/>
                  </a:lnTo>
                  <a:lnTo>
                    <a:pt x="19386" y="89017"/>
                  </a:lnTo>
                  <a:lnTo>
                    <a:pt x="16969" y="93769"/>
                  </a:lnTo>
                  <a:lnTo>
                    <a:pt x="14705" y="98596"/>
                  </a:lnTo>
                  <a:lnTo>
                    <a:pt x="12596" y="103492"/>
                  </a:lnTo>
                  <a:lnTo>
                    <a:pt x="10644" y="108453"/>
                  </a:lnTo>
                  <a:lnTo>
                    <a:pt x="8852" y="113474"/>
                  </a:lnTo>
                  <a:lnTo>
                    <a:pt x="7220" y="118549"/>
                  </a:lnTo>
                  <a:lnTo>
                    <a:pt x="5751" y="123674"/>
                  </a:lnTo>
                  <a:lnTo>
                    <a:pt x="4446" y="128843"/>
                  </a:lnTo>
                  <a:lnTo>
                    <a:pt x="3307" y="134051"/>
                  </a:lnTo>
                  <a:lnTo>
                    <a:pt x="2334" y="139293"/>
                  </a:lnTo>
                  <a:lnTo>
                    <a:pt x="1529" y="144563"/>
                  </a:lnTo>
                  <a:lnTo>
                    <a:pt x="893" y="149856"/>
                  </a:lnTo>
                  <a:lnTo>
                    <a:pt x="425" y="155166"/>
                  </a:lnTo>
                  <a:lnTo>
                    <a:pt x="127" y="160489"/>
                  </a:lnTo>
                  <a:lnTo>
                    <a:pt x="0" y="165819"/>
                  </a:lnTo>
                  <a:lnTo>
                    <a:pt x="42" y="171150"/>
                  </a:lnTo>
                  <a:lnTo>
                    <a:pt x="254" y="176477"/>
                  </a:lnTo>
                  <a:lnTo>
                    <a:pt x="635" y="181794"/>
                  </a:lnTo>
                  <a:lnTo>
                    <a:pt x="1186" y="187097"/>
                  </a:lnTo>
                  <a:lnTo>
                    <a:pt x="1906" y="192379"/>
                  </a:lnTo>
                  <a:lnTo>
                    <a:pt x="2794" y="197636"/>
                  </a:lnTo>
                  <a:lnTo>
                    <a:pt x="3849" y="202862"/>
                  </a:lnTo>
                  <a:lnTo>
                    <a:pt x="5071" y="208051"/>
                  </a:lnTo>
                  <a:lnTo>
                    <a:pt x="6457" y="213199"/>
                  </a:lnTo>
                  <a:lnTo>
                    <a:pt x="8006" y="218300"/>
                  </a:lnTo>
                  <a:lnTo>
                    <a:pt x="9718" y="223349"/>
                  </a:lnTo>
                  <a:lnTo>
                    <a:pt x="11589" y="228341"/>
                  </a:lnTo>
                  <a:lnTo>
                    <a:pt x="13619" y="233270"/>
                  </a:lnTo>
                  <a:lnTo>
                    <a:pt x="15805" y="238133"/>
                  </a:lnTo>
                  <a:lnTo>
                    <a:pt x="18145" y="242923"/>
                  </a:lnTo>
                  <a:lnTo>
                    <a:pt x="20636" y="247636"/>
                  </a:lnTo>
                  <a:lnTo>
                    <a:pt x="23277" y="252267"/>
                  </a:lnTo>
                  <a:lnTo>
                    <a:pt x="26063" y="256812"/>
                  </a:lnTo>
                  <a:lnTo>
                    <a:pt x="28994" y="261266"/>
                  </a:lnTo>
                  <a:lnTo>
                    <a:pt x="32065" y="265624"/>
                  </a:lnTo>
                  <a:lnTo>
                    <a:pt x="35273" y="269882"/>
                  </a:lnTo>
                  <a:lnTo>
                    <a:pt x="38615" y="274035"/>
                  </a:lnTo>
                  <a:lnTo>
                    <a:pt x="42088" y="278080"/>
                  </a:lnTo>
                  <a:lnTo>
                    <a:pt x="45688" y="282011"/>
                  </a:lnTo>
                  <a:lnTo>
                    <a:pt x="49412" y="285826"/>
                  </a:lnTo>
                  <a:lnTo>
                    <a:pt x="53256" y="289521"/>
                  </a:lnTo>
                  <a:lnTo>
                    <a:pt x="57215" y="293091"/>
                  </a:lnTo>
                  <a:lnTo>
                    <a:pt x="61286" y="296532"/>
                  </a:lnTo>
                  <a:lnTo>
                    <a:pt x="65465" y="299843"/>
                  </a:lnTo>
                  <a:lnTo>
                    <a:pt x="69748" y="303018"/>
                  </a:lnTo>
                  <a:lnTo>
                    <a:pt x="74129" y="306055"/>
                  </a:lnTo>
                  <a:lnTo>
                    <a:pt x="78605" y="308951"/>
                  </a:lnTo>
                  <a:lnTo>
                    <a:pt x="83171" y="311703"/>
                  </a:lnTo>
                  <a:lnTo>
                    <a:pt x="87823" y="314307"/>
                  </a:lnTo>
                  <a:lnTo>
                    <a:pt x="92555" y="316763"/>
                  </a:lnTo>
                  <a:lnTo>
                    <a:pt x="97363" y="319065"/>
                  </a:lnTo>
                  <a:lnTo>
                    <a:pt x="102242" y="321214"/>
                  </a:lnTo>
                  <a:lnTo>
                    <a:pt x="107187" y="323206"/>
                  </a:lnTo>
                  <a:lnTo>
                    <a:pt x="112194" y="325039"/>
                  </a:lnTo>
                  <a:lnTo>
                    <a:pt x="117256" y="326711"/>
                  </a:lnTo>
                  <a:lnTo>
                    <a:pt x="122368" y="328221"/>
                  </a:lnTo>
                  <a:lnTo>
                    <a:pt x="127527" y="329568"/>
                  </a:lnTo>
                  <a:lnTo>
                    <a:pt x="132725" y="330749"/>
                  </a:lnTo>
                  <a:lnTo>
                    <a:pt x="137959" y="331764"/>
                  </a:lnTo>
                  <a:lnTo>
                    <a:pt x="143222" y="332611"/>
                  </a:lnTo>
                  <a:lnTo>
                    <a:pt x="148510" y="333291"/>
                  </a:lnTo>
                  <a:lnTo>
                    <a:pt x="153817" y="333801"/>
                  </a:lnTo>
                  <a:lnTo>
                    <a:pt x="159137" y="334142"/>
                  </a:lnTo>
                  <a:lnTo>
                    <a:pt x="164465" y="334313"/>
                  </a:lnTo>
                  <a:lnTo>
                    <a:pt x="169797" y="334314"/>
                  </a:lnTo>
                  <a:lnTo>
                    <a:pt x="175125" y="334145"/>
                  </a:lnTo>
                  <a:lnTo>
                    <a:pt x="180446" y="333806"/>
                  </a:lnTo>
                  <a:lnTo>
                    <a:pt x="185752" y="333297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8590" cy="166130"/>
            </a:xfrm>
            <a:custGeom>
              <a:avLst/>
              <a:pathLst>
                <a:path w="18590" h="166130">
                  <a:moveTo>
                    <a:pt x="18590" y="16613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074240"/>
              <a:ext cx="167165" cy="330085"/>
            </a:xfrm>
            <a:custGeom>
              <a:avLst/>
              <a:pathLst>
                <a:path w="167165" h="330085">
                  <a:moveTo>
                    <a:pt x="18590" y="330085"/>
                  </a:moveTo>
                  <a:lnTo>
                    <a:pt x="23870" y="329409"/>
                  </a:lnTo>
                  <a:lnTo>
                    <a:pt x="29125" y="328566"/>
                  </a:lnTo>
                  <a:lnTo>
                    <a:pt x="34351" y="327555"/>
                  </a:lnTo>
                  <a:lnTo>
                    <a:pt x="39541" y="326378"/>
                  </a:lnTo>
                  <a:lnTo>
                    <a:pt x="44692" y="325037"/>
                  </a:lnTo>
                  <a:lnTo>
                    <a:pt x="49797" y="323533"/>
                  </a:lnTo>
                  <a:lnTo>
                    <a:pt x="54852" y="321867"/>
                  </a:lnTo>
                  <a:lnTo>
                    <a:pt x="59852" y="320040"/>
                  </a:lnTo>
                  <a:lnTo>
                    <a:pt x="64790" y="318056"/>
                  </a:lnTo>
                  <a:lnTo>
                    <a:pt x="69663" y="315915"/>
                  </a:lnTo>
                  <a:lnTo>
                    <a:pt x="74466" y="313620"/>
                  </a:lnTo>
                  <a:lnTo>
                    <a:pt x="79193" y="311174"/>
                  </a:lnTo>
                  <a:lnTo>
                    <a:pt x="83839" y="308578"/>
                  </a:lnTo>
                  <a:lnTo>
                    <a:pt x="88401" y="305836"/>
                  </a:lnTo>
                  <a:lnTo>
                    <a:pt x="92873" y="302950"/>
                  </a:lnTo>
                  <a:lnTo>
                    <a:pt x="97251" y="299922"/>
                  </a:lnTo>
                  <a:lnTo>
                    <a:pt x="101530" y="296758"/>
                  </a:lnTo>
                  <a:lnTo>
                    <a:pt x="105706" y="293458"/>
                  </a:lnTo>
                  <a:lnTo>
                    <a:pt x="109775" y="290027"/>
                  </a:lnTo>
                  <a:lnTo>
                    <a:pt x="113733" y="286469"/>
                  </a:lnTo>
                  <a:lnTo>
                    <a:pt x="117576" y="282786"/>
                  </a:lnTo>
                  <a:lnTo>
                    <a:pt x="121299" y="278982"/>
                  </a:lnTo>
                  <a:lnTo>
                    <a:pt x="124900" y="275063"/>
                  </a:lnTo>
                  <a:lnTo>
                    <a:pt x="128373" y="271030"/>
                  </a:lnTo>
                  <a:lnTo>
                    <a:pt x="131717" y="266889"/>
                  </a:lnTo>
                  <a:lnTo>
                    <a:pt x="134927" y="262644"/>
                  </a:lnTo>
                  <a:lnTo>
                    <a:pt x="138001" y="258298"/>
                  </a:lnTo>
                  <a:lnTo>
                    <a:pt x="140934" y="253857"/>
                  </a:lnTo>
                  <a:lnTo>
                    <a:pt x="143725" y="249325"/>
                  </a:lnTo>
                  <a:lnTo>
                    <a:pt x="146370" y="244706"/>
                  </a:lnTo>
                  <a:lnTo>
                    <a:pt x="148866" y="240005"/>
                  </a:lnTo>
                  <a:lnTo>
                    <a:pt x="151212" y="235228"/>
                  </a:lnTo>
                  <a:lnTo>
                    <a:pt x="153404" y="230378"/>
                  </a:lnTo>
                  <a:lnTo>
                    <a:pt x="155441" y="225460"/>
                  </a:lnTo>
                  <a:lnTo>
                    <a:pt x="157320" y="220481"/>
                  </a:lnTo>
                  <a:lnTo>
                    <a:pt x="159040" y="215444"/>
                  </a:lnTo>
                  <a:lnTo>
                    <a:pt x="160598" y="210355"/>
                  </a:lnTo>
                  <a:lnTo>
                    <a:pt x="161994" y="205218"/>
                  </a:lnTo>
                  <a:lnTo>
                    <a:pt x="163226" y="200040"/>
                  </a:lnTo>
                  <a:lnTo>
                    <a:pt x="164292" y="194826"/>
                  </a:lnTo>
                  <a:lnTo>
                    <a:pt x="165191" y="189580"/>
                  </a:lnTo>
                  <a:lnTo>
                    <a:pt x="165923" y="184308"/>
                  </a:lnTo>
                  <a:lnTo>
                    <a:pt x="166487" y="179015"/>
                  </a:lnTo>
                  <a:lnTo>
                    <a:pt x="166882" y="173708"/>
                  </a:lnTo>
                  <a:lnTo>
                    <a:pt x="167108" y="168390"/>
                  </a:lnTo>
                  <a:lnTo>
                    <a:pt x="167165" y="163068"/>
                  </a:lnTo>
                  <a:lnTo>
                    <a:pt x="167052" y="157746"/>
                  </a:lnTo>
                  <a:lnTo>
                    <a:pt x="166769" y="152432"/>
                  </a:lnTo>
                  <a:lnTo>
                    <a:pt x="166318" y="147128"/>
                  </a:lnTo>
                  <a:lnTo>
                    <a:pt x="165698" y="141842"/>
                  </a:lnTo>
                  <a:lnTo>
                    <a:pt x="164910" y="136578"/>
                  </a:lnTo>
                  <a:lnTo>
                    <a:pt x="163955" y="131342"/>
                  </a:lnTo>
                  <a:lnTo>
                    <a:pt x="162834" y="126139"/>
                  </a:lnTo>
                  <a:lnTo>
                    <a:pt x="161547" y="120974"/>
                  </a:lnTo>
                  <a:lnTo>
                    <a:pt x="160097" y="115853"/>
                  </a:lnTo>
                  <a:lnTo>
                    <a:pt x="158484" y="110781"/>
                  </a:lnTo>
                  <a:lnTo>
                    <a:pt x="156711" y="105763"/>
                  </a:lnTo>
                  <a:lnTo>
                    <a:pt x="154779" y="100803"/>
                  </a:lnTo>
                  <a:lnTo>
                    <a:pt x="152690" y="95908"/>
                  </a:lnTo>
                  <a:lnTo>
                    <a:pt x="150447" y="91081"/>
                  </a:lnTo>
                  <a:lnTo>
                    <a:pt x="148051" y="86329"/>
                  </a:lnTo>
                  <a:lnTo>
                    <a:pt x="145504" y="81655"/>
                  </a:lnTo>
                  <a:lnTo>
                    <a:pt x="142811" y="77064"/>
                  </a:lnTo>
                  <a:lnTo>
                    <a:pt x="139972" y="72562"/>
                  </a:lnTo>
                  <a:lnTo>
                    <a:pt x="136992" y="68152"/>
                  </a:lnTo>
                  <a:lnTo>
                    <a:pt x="133872" y="63840"/>
                  </a:lnTo>
                  <a:lnTo>
                    <a:pt x="130617" y="59629"/>
                  </a:lnTo>
                  <a:lnTo>
                    <a:pt x="127230" y="55523"/>
                  </a:lnTo>
                  <a:lnTo>
                    <a:pt x="123713" y="51528"/>
                  </a:lnTo>
                  <a:lnTo>
                    <a:pt x="120072" y="47646"/>
                  </a:lnTo>
                  <a:lnTo>
                    <a:pt x="116308" y="43883"/>
                  </a:lnTo>
                  <a:lnTo>
                    <a:pt x="112427" y="40241"/>
                  </a:lnTo>
                  <a:lnTo>
                    <a:pt x="108431" y="36725"/>
                  </a:lnTo>
                  <a:lnTo>
                    <a:pt x="104326" y="33337"/>
                  </a:lnTo>
                  <a:lnTo>
                    <a:pt x="100115" y="30082"/>
                  </a:lnTo>
                  <a:lnTo>
                    <a:pt x="95802" y="26963"/>
                  </a:lnTo>
                  <a:lnTo>
                    <a:pt x="91392" y="23982"/>
                  </a:lnTo>
                  <a:lnTo>
                    <a:pt x="86890" y="21144"/>
                  </a:lnTo>
                  <a:lnTo>
                    <a:pt x="82300" y="18450"/>
                  </a:lnTo>
                  <a:lnTo>
                    <a:pt x="77626" y="15904"/>
                  </a:lnTo>
                  <a:lnTo>
                    <a:pt x="72873" y="13508"/>
                  </a:lnTo>
                  <a:lnTo>
                    <a:pt x="68047" y="11264"/>
                  </a:lnTo>
                  <a:lnTo>
                    <a:pt x="63151" y="9175"/>
                  </a:lnTo>
                  <a:lnTo>
                    <a:pt x="58192" y="7243"/>
                  </a:lnTo>
                  <a:lnTo>
                    <a:pt x="53173" y="5470"/>
                  </a:lnTo>
                  <a:lnTo>
                    <a:pt x="48101" y="3857"/>
                  </a:lnTo>
                  <a:lnTo>
                    <a:pt x="42980" y="2407"/>
                  </a:lnTo>
                  <a:lnTo>
                    <a:pt x="37815" y="1121"/>
                  </a:lnTo>
                  <a:lnTo>
                    <a:pt x="32612" y="0"/>
                  </a:lnTo>
                  <a:lnTo>
                    <a:pt x="0" y="1639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071028"/>
              <a:ext cx="32612" cy="167167"/>
            </a:xfrm>
            <a:custGeom>
              <a:avLst/>
              <a:pathLst>
                <a:path w="32612" h="167167">
                  <a:moveTo>
                    <a:pt x="32612" y="3212"/>
                  </a:moveTo>
                  <a:lnTo>
                    <a:pt x="26150" y="2058"/>
                  </a:lnTo>
                  <a:lnTo>
                    <a:pt x="19648" y="1158"/>
                  </a:lnTo>
                  <a:lnTo>
                    <a:pt x="13115" y="515"/>
                  </a:lnTo>
                  <a:lnTo>
                    <a:pt x="6562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75638" y="1322571"/>
              <a:ext cx="113081" cy="167167"/>
            </a:xfrm>
            <a:custGeom>
              <a:avLst/>
              <a:pathLst>
                <a:path w="113081" h="167167">
                  <a:moveTo>
                    <a:pt x="113081" y="0"/>
                  </a:moveTo>
                  <a:lnTo>
                    <a:pt x="107437" y="95"/>
                  </a:lnTo>
                  <a:lnTo>
                    <a:pt x="101799" y="381"/>
                  </a:lnTo>
                  <a:lnTo>
                    <a:pt x="96175" y="857"/>
                  </a:lnTo>
                  <a:lnTo>
                    <a:pt x="90569" y="1522"/>
                  </a:lnTo>
                  <a:lnTo>
                    <a:pt x="84989" y="2377"/>
                  </a:lnTo>
                  <a:lnTo>
                    <a:pt x="79441" y="3419"/>
                  </a:lnTo>
                  <a:lnTo>
                    <a:pt x="73932" y="4649"/>
                  </a:lnTo>
                  <a:lnTo>
                    <a:pt x="68467" y="6063"/>
                  </a:lnTo>
                  <a:lnTo>
                    <a:pt x="63053" y="7661"/>
                  </a:lnTo>
                  <a:lnTo>
                    <a:pt x="57696" y="9441"/>
                  </a:lnTo>
                  <a:lnTo>
                    <a:pt x="52402" y="11401"/>
                  </a:lnTo>
                  <a:lnTo>
                    <a:pt x="47177" y="13539"/>
                  </a:lnTo>
                  <a:lnTo>
                    <a:pt x="42028" y="15852"/>
                  </a:lnTo>
                  <a:lnTo>
                    <a:pt x="36959" y="18337"/>
                  </a:lnTo>
                  <a:lnTo>
                    <a:pt x="31978" y="20992"/>
                  </a:lnTo>
                  <a:lnTo>
                    <a:pt x="27088" y="23814"/>
                  </a:lnTo>
                  <a:lnTo>
                    <a:pt x="22297" y="26799"/>
                  </a:lnTo>
                  <a:lnTo>
                    <a:pt x="17610" y="29944"/>
                  </a:lnTo>
                  <a:lnTo>
                    <a:pt x="13031" y="33246"/>
                  </a:lnTo>
                  <a:lnTo>
                    <a:pt x="8566" y="36700"/>
                  </a:lnTo>
                  <a:lnTo>
                    <a:pt x="4221" y="40304"/>
                  </a:lnTo>
                  <a:lnTo>
                    <a:pt x="0" y="44051"/>
                  </a:lnTo>
                  <a:lnTo>
                    <a:pt x="11308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5638" y="1366623"/>
              <a:ext cx="113081" cy="123115"/>
            </a:xfrm>
            <a:custGeom>
              <a:avLst/>
              <a:pathLst>
                <a:path w="113081" h="123115">
                  <a:moveTo>
                    <a:pt x="0" y="0"/>
                  </a:moveTo>
                  <a:lnTo>
                    <a:pt x="113081" y="123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21553" y="1344234"/>
              <a:ext cx="334331" cy="312657"/>
            </a:xfrm>
            <a:custGeom>
              <a:avLst/>
              <a:pathLst>
                <a:path w="334331" h="312657">
                  <a:moveTo>
                    <a:pt x="54085" y="22389"/>
                  </a:moveTo>
                  <a:lnTo>
                    <a:pt x="50227" y="26047"/>
                  </a:lnTo>
                  <a:lnTo>
                    <a:pt x="46487" y="29827"/>
                  </a:lnTo>
                  <a:lnTo>
                    <a:pt x="42869" y="33723"/>
                  </a:lnTo>
                  <a:lnTo>
                    <a:pt x="39377" y="37732"/>
                  </a:lnTo>
                  <a:lnTo>
                    <a:pt x="36015" y="41851"/>
                  </a:lnTo>
                  <a:lnTo>
                    <a:pt x="32785" y="46074"/>
                  </a:lnTo>
                  <a:lnTo>
                    <a:pt x="29691" y="50398"/>
                  </a:lnTo>
                  <a:lnTo>
                    <a:pt x="26736" y="54818"/>
                  </a:lnTo>
                  <a:lnTo>
                    <a:pt x="23923" y="59330"/>
                  </a:lnTo>
                  <a:lnTo>
                    <a:pt x="21255" y="63929"/>
                  </a:lnTo>
                  <a:lnTo>
                    <a:pt x="18734" y="68610"/>
                  </a:lnTo>
                  <a:lnTo>
                    <a:pt x="16364" y="73369"/>
                  </a:lnTo>
                  <a:lnTo>
                    <a:pt x="14146" y="78202"/>
                  </a:lnTo>
                  <a:lnTo>
                    <a:pt x="12083" y="83102"/>
                  </a:lnTo>
                  <a:lnTo>
                    <a:pt x="10177" y="88065"/>
                  </a:lnTo>
                  <a:lnTo>
                    <a:pt x="8430" y="93087"/>
                  </a:lnTo>
                  <a:lnTo>
                    <a:pt x="6843" y="98162"/>
                  </a:lnTo>
                  <a:lnTo>
                    <a:pt x="5419" y="103284"/>
                  </a:lnTo>
                  <a:lnTo>
                    <a:pt x="4158" y="108449"/>
                  </a:lnTo>
                  <a:lnTo>
                    <a:pt x="3062" y="113652"/>
                  </a:lnTo>
                  <a:lnTo>
                    <a:pt x="2132" y="118887"/>
                  </a:lnTo>
                  <a:lnTo>
                    <a:pt x="1369" y="124149"/>
                  </a:lnTo>
                  <a:lnTo>
                    <a:pt x="774" y="129432"/>
                  </a:lnTo>
                  <a:lnTo>
                    <a:pt x="347" y="134732"/>
                  </a:lnTo>
                  <a:lnTo>
                    <a:pt x="89" y="140042"/>
                  </a:lnTo>
                  <a:lnTo>
                    <a:pt x="0" y="145358"/>
                  </a:lnTo>
                  <a:lnTo>
                    <a:pt x="79" y="150675"/>
                  </a:lnTo>
                  <a:lnTo>
                    <a:pt x="328" y="155986"/>
                  </a:lnTo>
                  <a:lnTo>
                    <a:pt x="746" y="161286"/>
                  </a:lnTo>
                  <a:lnTo>
                    <a:pt x="1332" y="166570"/>
                  </a:lnTo>
                  <a:lnTo>
                    <a:pt x="2086" y="171834"/>
                  </a:lnTo>
                  <a:lnTo>
                    <a:pt x="3007" y="177070"/>
                  </a:lnTo>
                  <a:lnTo>
                    <a:pt x="4094" y="182275"/>
                  </a:lnTo>
                  <a:lnTo>
                    <a:pt x="5345" y="187442"/>
                  </a:lnTo>
                  <a:lnTo>
                    <a:pt x="6761" y="192567"/>
                  </a:lnTo>
                  <a:lnTo>
                    <a:pt x="8339" y="197644"/>
                  </a:lnTo>
                  <a:lnTo>
                    <a:pt x="10077" y="202669"/>
                  </a:lnTo>
                  <a:lnTo>
                    <a:pt x="11975" y="207636"/>
                  </a:lnTo>
                  <a:lnTo>
                    <a:pt x="14029" y="212540"/>
                  </a:lnTo>
                  <a:lnTo>
                    <a:pt x="16238" y="217376"/>
                  </a:lnTo>
                  <a:lnTo>
                    <a:pt x="18600" y="222139"/>
                  </a:lnTo>
                  <a:lnTo>
                    <a:pt x="21112" y="226825"/>
                  </a:lnTo>
                  <a:lnTo>
                    <a:pt x="23772" y="231429"/>
                  </a:lnTo>
                  <a:lnTo>
                    <a:pt x="26578" y="235945"/>
                  </a:lnTo>
                  <a:lnTo>
                    <a:pt x="29525" y="240371"/>
                  </a:lnTo>
                  <a:lnTo>
                    <a:pt x="32611" y="244700"/>
                  </a:lnTo>
                  <a:lnTo>
                    <a:pt x="35834" y="248929"/>
                  </a:lnTo>
                  <a:lnTo>
                    <a:pt x="39189" y="253053"/>
                  </a:lnTo>
                  <a:lnTo>
                    <a:pt x="42674" y="257069"/>
                  </a:lnTo>
                  <a:lnTo>
                    <a:pt x="46285" y="260971"/>
                  </a:lnTo>
                  <a:lnTo>
                    <a:pt x="50018" y="264757"/>
                  </a:lnTo>
                  <a:lnTo>
                    <a:pt x="53870" y="268422"/>
                  </a:lnTo>
                  <a:lnTo>
                    <a:pt x="57836" y="271963"/>
                  </a:lnTo>
                  <a:lnTo>
                    <a:pt x="61913" y="275376"/>
                  </a:lnTo>
                  <a:lnTo>
                    <a:pt x="66097" y="278657"/>
                  </a:lnTo>
                  <a:lnTo>
                    <a:pt x="70382" y="281804"/>
                  </a:lnTo>
                  <a:lnTo>
                    <a:pt x="74766" y="284813"/>
                  </a:lnTo>
                  <a:lnTo>
                    <a:pt x="79243" y="287681"/>
                  </a:lnTo>
                  <a:lnTo>
                    <a:pt x="83809" y="290405"/>
                  </a:lnTo>
                  <a:lnTo>
                    <a:pt x="88459" y="292983"/>
                  </a:lnTo>
                  <a:lnTo>
                    <a:pt x="93189" y="295412"/>
                  </a:lnTo>
                  <a:lnTo>
                    <a:pt x="97993" y="297688"/>
                  </a:lnTo>
                  <a:lnTo>
                    <a:pt x="102868" y="299811"/>
                  </a:lnTo>
                  <a:lnTo>
                    <a:pt x="107808" y="301778"/>
                  </a:lnTo>
                  <a:lnTo>
                    <a:pt x="112807" y="303587"/>
                  </a:lnTo>
                  <a:lnTo>
                    <a:pt x="117862" y="305235"/>
                  </a:lnTo>
                  <a:lnTo>
                    <a:pt x="122967" y="306723"/>
                  </a:lnTo>
                  <a:lnTo>
                    <a:pt x="128116" y="308047"/>
                  </a:lnTo>
                  <a:lnTo>
                    <a:pt x="133305" y="309206"/>
                  </a:lnTo>
                  <a:lnTo>
                    <a:pt x="138528" y="310200"/>
                  </a:lnTo>
                  <a:lnTo>
                    <a:pt x="143780" y="311028"/>
                  </a:lnTo>
                  <a:lnTo>
                    <a:pt x="149056" y="311688"/>
                  </a:lnTo>
                  <a:lnTo>
                    <a:pt x="154350" y="312180"/>
                  </a:lnTo>
                  <a:lnTo>
                    <a:pt x="159657" y="312503"/>
                  </a:lnTo>
                  <a:lnTo>
                    <a:pt x="164972" y="312657"/>
                  </a:lnTo>
                  <a:lnTo>
                    <a:pt x="170288" y="312643"/>
                  </a:lnTo>
                  <a:lnTo>
                    <a:pt x="175602" y="312459"/>
                  </a:lnTo>
                  <a:lnTo>
                    <a:pt x="180907" y="312106"/>
                  </a:lnTo>
                  <a:lnTo>
                    <a:pt x="186198" y="311585"/>
                  </a:lnTo>
                  <a:lnTo>
                    <a:pt x="191470" y="310896"/>
                  </a:lnTo>
                  <a:lnTo>
                    <a:pt x="196718" y="310039"/>
                  </a:lnTo>
                  <a:lnTo>
                    <a:pt x="201935" y="309016"/>
                  </a:lnTo>
                  <a:lnTo>
                    <a:pt x="207118" y="307828"/>
                  </a:lnTo>
                  <a:lnTo>
                    <a:pt x="212260" y="306475"/>
                  </a:lnTo>
                  <a:lnTo>
                    <a:pt x="217356" y="304960"/>
                  </a:lnTo>
                  <a:lnTo>
                    <a:pt x="222401" y="303283"/>
                  </a:lnTo>
                  <a:lnTo>
                    <a:pt x="227391" y="301447"/>
                  </a:lnTo>
                  <a:lnTo>
                    <a:pt x="232320" y="299453"/>
                  </a:lnTo>
                  <a:lnTo>
                    <a:pt x="237183" y="297303"/>
                  </a:lnTo>
                  <a:lnTo>
                    <a:pt x="241975" y="294999"/>
                  </a:lnTo>
                  <a:lnTo>
                    <a:pt x="246691" y="292545"/>
                  </a:lnTo>
                  <a:lnTo>
                    <a:pt x="251327" y="289941"/>
                  </a:lnTo>
                  <a:lnTo>
                    <a:pt x="255878" y="287192"/>
                  </a:lnTo>
                  <a:lnTo>
                    <a:pt x="260339" y="284299"/>
                  </a:lnTo>
                  <a:lnTo>
                    <a:pt x="264705" y="281266"/>
                  </a:lnTo>
                  <a:lnTo>
                    <a:pt x="268974" y="278095"/>
                  </a:lnTo>
                  <a:lnTo>
                    <a:pt x="273139" y="274791"/>
                  </a:lnTo>
                  <a:lnTo>
                    <a:pt x="277197" y="271355"/>
                  </a:lnTo>
                  <a:lnTo>
                    <a:pt x="281143" y="267792"/>
                  </a:lnTo>
                  <a:lnTo>
                    <a:pt x="284974" y="264106"/>
                  </a:lnTo>
                  <a:lnTo>
                    <a:pt x="288687" y="260299"/>
                  </a:lnTo>
                  <a:lnTo>
                    <a:pt x="292276" y="256377"/>
                  </a:lnTo>
                  <a:lnTo>
                    <a:pt x="295738" y="252342"/>
                  </a:lnTo>
                  <a:lnTo>
                    <a:pt x="299071" y="248199"/>
                  </a:lnTo>
                  <a:lnTo>
                    <a:pt x="302270" y="243953"/>
                  </a:lnTo>
                  <a:lnTo>
                    <a:pt x="305333" y="239606"/>
                  </a:lnTo>
                  <a:lnTo>
                    <a:pt x="308255" y="235165"/>
                  </a:lnTo>
                  <a:lnTo>
                    <a:pt x="311035" y="230633"/>
                  </a:lnTo>
                  <a:lnTo>
                    <a:pt x="313670" y="226014"/>
                  </a:lnTo>
                  <a:lnTo>
                    <a:pt x="316156" y="221315"/>
                  </a:lnTo>
                  <a:lnTo>
                    <a:pt x="318491" y="216538"/>
                  </a:lnTo>
                  <a:lnTo>
                    <a:pt x="320674" y="211690"/>
                  </a:lnTo>
                  <a:lnTo>
                    <a:pt x="322701" y="206775"/>
                  </a:lnTo>
                  <a:lnTo>
                    <a:pt x="324571" y="201798"/>
                  </a:lnTo>
                  <a:lnTo>
                    <a:pt x="326281" y="196763"/>
                  </a:lnTo>
                  <a:lnTo>
                    <a:pt x="327831" y="191677"/>
                  </a:lnTo>
                  <a:lnTo>
                    <a:pt x="329218" y="186545"/>
                  </a:lnTo>
                  <a:lnTo>
                    <a:pt x="330441" y="181370"/>
                  </a:lnTo>
                  <a:lnTo>
                    <a:pt x="331499" y="176160"/>
                  </a:lnTo>
                  <a:lnTo>
                    <a:pt x="332391" y="170918"/>
                  </a:lnTo>
                  <a:lnTo>
                    <a:pt x="333116" y="165651"/>
                  </a:lnTo>
                  <a:lnTo>
                    <a:pt x="333673" y="160364"/>
                  </a:lnTo>
                  <a:lnTo>
                    <a:pt x="334061" y="155061"/>
                  </a:lnTo>
                  <a:lnTo>
                    <a:pt x="334280" y="149749"/>
                  </a:lnTo>
                  <a:lnTo>
                    <a:pt x="334331" y="144432"/>
                  </a:lnTo>
                  <a:lnTo>
                    <a:pt x="334212" y="139116"/>
                  </a:lnTo>
                  <a:lnTo>
                    <a:pt x="333925" y="133807"/>
                  </a:lnTo>
                  <a:lnTo>
                    <a:pt x="333468" y="128510"/>
                  </a:lnTo>
                  <a:lnTo>
                    <a:pt x="332844" y="123230"/>
                  </a:lnTo>
                  <a:lnTo>
                    <a:pt x="332052" y="117973"/>
                  </a:lnTo>
                  <a:lnTo>
                    <a:pt x="331093" y="112743"/>
                  </a:lnTo>
                  <a:lnTo>
                    <a:pt x="329968" y="107546"/>
                  </a:lnTo>
                  <a:lnTo>
                    <a:pt x="328678" y="102388"/>
                  </a:lnTo>
                  <a:lnTo>
                    <a:pt x="327226" y="97274"/>
                  </a:lnTo>
                  <a:lnTo>
                    <a:pt x="325611" y="92208"/>
                  </a:lnTo>
                  <a:lnTo>
                    <a:pt x="323836" y="87196"/>
                  </a:lnTo>
                  <a:lnTo>
                    <a:pt x="321902" y="82243"/>
                  </a:lnTo>
                  <a:lnTo>
                    <a:pt x="319812" y="77355"/>
                  </a:lnTo>
                  <a:lnTo>
                    <a:pt x="317568" y="72535"/>
                  </a:lnTo>
                  <a:lnTo>
                    <a:pt x="315171" y="67789"/>
                  </a:lnTo>
                  <a:lnTo>
                    <a:pt x="312625" y="63121"/>
                  </a:lnTo>
                  <a:lnTo>
                    <a:pt x="309931" y="58537"/>
                  </a:lnTo>
                  <a:lnTo>
                    <a:pt x="307093" y="54041"/>
                  </a:lnTo>
                  <a:lnTo>
                    <a:pt x="304114" y="49637"/>
                  </a:lnTo>
                  <a:lnTo>
                    <a:pt x="300996" y="45331"/>
                  </a:lnTo>
                  <a:lnTo>
                    <a:pt x="297743" y="41125"/>
                  </a:lnTo>
                  <a:lnTo>
                    <a:pt x="294357" y="37026"/>
                  </a:lnTo>
                  <a:lnTo>
                    <a:pt x="290843" y="33036"/>
                  </a:lnTo>
                  <a:lnTo>
                    <a:pt x="287204" y="29160"/>
                  </a:lnTo>
                  <a:lnTo>
                    <a:pt x="283443" y="25401"/>
                  </a:lnTo>
                  <a:lnTo>
                    <a:pt x="279565" y="21764"/>
                  </a:lnTo>
                  <a:lnTo>
                    <a:pt x="275573" y="18252"/>
                  </a:lnTo>
                  <a:lnTo>
                    <a:pt x="271471" y="14869"/>
                  </a:lnTo>
                  <a:lnTo>
                    <a:pt x="267264" y="11618"/>
                  </a:lnTo>
                  <a:lnTo>
                    <a:pt x="262956" y="8503"/>
                  </a:lnTo>
                  <a:lnTo>
                    <a:pt x="258550" y="5526"/>
                  </a:lnTo>
                  <a:lnTo>
                    <a:pt x="254053" y="2690"/>
                  </a:lnTo>
                  <a:lnTo>
                    <a:pt x="249467" y="0"/>
                  </a:lnTo>
                  <a:lnTo>
                    <a:pt x="167167" y="1455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488720" y="1322571"/>
              <a:ext cx="82300" cy="167167"/>
            </a:xfrm>
            <a:custGeom>
              <a:avLst/>
              <a:pathLst>
                <a:path w="82300" h="167167">
                  <a:moveTo>
                    <a:pt x="82300" y="21662"/>
                  </a:moveTo>
                  <a:lnTo>
                    <a:pt x="77259" y="18924"/>
                  </a:lnTo>
                  <a:lnTo>
                    <a:pt x="72127" y="16361"/>
                  </a:lnTo>
                  <a:lnTo>
                    <a:pt x="66910" y="13975"/>
                  </a:lnTo>
                  <a:lnTo>
                    <a:pt x="61615" y="11769"/>
                  </a:lnTo>
                  <a:lnTo>
                    <a:pt x="56247" y="9747"/>
                  </a:lnTo>
                  <a:lnTo>
                    <a:pt x="50813" y="7909"/>
                  </a:lnTo>
                  <a:lnTo>
                    <a:pt x="45319" y="6260"/>
                  </a:lnTo>
                  <a:lnTo>
                    <a:pt x="39771" y="4800"/>
                  </a:lnTo>
                  <a:lnTo>
                    <a:pt x="34177" y="3531"/>
                  </a:lnTo>
                  <a:lnTo>
                    <a:pt x="28542" y="2454"/>
                  </a:lnTo>
                  <a:lnTo>
                    <a:pt x="22874" y="1572"/>
                  </a:lnTo>
                  <a:lnTo>
                    <a:pt x="17179" y="885"/>
                  </a:lnTo>
                  <a:lnTo>
                    <a:pt x="11464" y="393"/>
                  </a:lnTo>
                  <a:lnTo>
                    <a:pt x="5735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01919" y="1681503"/>
              <a:ext cx="84605" cy="167167"/>
            </a:xfrm>
            <a:custGeom>
              <a:avLst/>
              <a:pathLst>
                <a:path w="84605" h="167167">
                  <a:moveTo>
                    <a:pt x="84605" y="0"/>
                  </a:moveTo>
                  <a:lnTo>
                    <a:pt x="78693" y="104"/>
                  </a:lnTo>
                  <a:lnTo>
                    <a:pt x="72787" y="418"/>
                  </a:lnTo>
                  <a:lnTo>
                    <a:pt x="66896" y="940"/>
                  </a:lnTo>
                  <a:lnTo>
                    <a:pt x="61028" y="1671"/>
                  </a:lnTo>
                  <a:lnTo>
                    <a:pt x="55189" y="2608"/>
                  </a:lnTo>
                  <a:lnTo>
                    <a:pt x="49387" y="3752"/>
                  </a:lnTo>
                  <a:lnTo>
                    <a:pt x="43629" y="5100"/>
                  </a:lnTo>
                  <a:lnTo>
                    <a:pt x="37922" y="6650"/>
                  </a:lnTo>
                  <a:lnTo>
                    <a:pt x="32273" y="8402"/>
                  </a:lnTo>
                  <a:lnTo>
                    <a:pt x="26690" y="10352"/>
                  </a:lnTo>
                  <a:lnTo>
                    <a:pt x="21180" y="12499"/>
                  </a:lnTo>
                  <a:lnTo>
                    <a:pt x="15749" y="14839"/>
                  </a:lnTo>
                  <a:lnTo>
                    <a:pt x="10404" y="17370"/>
                  </a:lnTo>
                  <a:lnTo>
                    <a:pt x="5152" y="20088"/>
                  </a:lnTo>
                  <a:lnTo>
                    <a:pt x="0" y="22991"/>
                  </a:lnTo>
                  <a:lnTo>
                    <a:pt x="8460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1919" y="1704494"/>
              <a:ext cx="84605" cy="144176"/>
            </a:xfrm>
            <a:custGeom>
              <a:avLst/>
              <a:pathLst>
                <a:path w="84605" h="144176">
                  <a:moveTo>
                    <a:pt x="0" y="0"/>
                  </a:moveTo>
                  <a:lnTo>
                    <a:pt x="84605" y="1441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82560" y="22991"/>
                  </a:moveTo>
                  <a:lnTo>
                    <a:pt x="78046" y="25736"/>
                  </a:lnTo>
                  <a:lnTo>
                    <a:pt x="73621" y="28623"/>
                  </a:lnTo>
                  <a:lnTo>
                    <a:pt x="69290" y="31649"/>
                  </a:lnTo>
                  <a:lnTo>
                    <a:pt x="65056" y="34810"/>
                  </a:lnTo>
                  <a:lnTo>
                    <a:pt x="60924" y="38103"/>
                  </a:lnTo>
                  <a:lnTo>
                    <a:pt x="56899" y="41525"/>
                  </a:lnTo>
                  <a:lnTo>
                    <a:pt x="52983" y="45072"/>
                  </a:lnTo>
                  <a:lnTo>
                    <a:pt x="49182" y="48741"/>
                  </a:lnTo>
                  <a:lnTo>
                    <a:pt x="45498" y="52529"/>
                  </a:lnTo>
                  <a:lnTo>
                    <a:pt x="41936" y="56431"/>
                  </a:lnTo>
                  <a:lnTo>
                    <a:pt x="38499" y="60444"/>
                  </a:lnTo>
                  <a:lnTo>
                    <a:pt x="35191" y="64563"/>
                  </a:lnTo>
                  <a:lnTo>
                    <a:pt x="32014" y="68785"/>
                  </a:lnTo>
                  <a:lnTo>
                    <a:pt x="28973" y="73106"/>
                  </a:lnTo>
                  <a:lnTo>
                    <a:pt x="26069" y="77520"/>
                  </a:lnTo>
                  <a:lnTo>
                    <a:pt x="23307" y="82023"/>
                  </a:lnTo>
                  <a:lnTo>
                    <a:pt x="20688" y="86612"/>
                  </a:lnTo>
                  <a:lnTo>
                    <a:pt x="18215" y="91281"/>
                  </a:lnTo>
                  <a:lnTo>
                    <a:pt x="15892" y="96026"/>
                  </a:lnTo>
                  <a:lnTo>
                    <a:pt x="13719" y="100843"/>
                  </a:lnTo>
                  <a:lnTo>
                    <a:pt x="11700" y="105725"/>
                  </a:lnTo>
                  <a:lnTo>
                    <a:pt x="9836" y="110669"/>
                  </a:lnTo>
                  <a:lnTo>
                    <a:pt x="8129" y="115669"/>
                  </a:lnTo>
                  <a:lnTo>
                    <a:pt x="6581" y="120720"/>
                  </a:lnTo>
                  <a:lnTo>
                    <a:pt x="5193" y="125818"/>
                  </a:lnTo>
                  <a:lnTo>
                    <a:pt x="3967" y="130958"/>
                  </a:lnTo>
                  <a:lnTo>
                    <a:pt x="2905" y="136133"/>
                  </a:lnTo>
                  <a:lnTo>
                    <a:pt x="2006" y="141340"/>
                  </a:lnTo>
                  <a:lnTo>
                    <a:pt x="1272" y="146572"/>
                  </a:lnTo>
                  <a:lnTo>
                    <a:pt x="704" y="151825"/>
                  </a:lnTo>
                  <a:lnTo>
                    <a:pt x="303" y="157093"/>
                  </a:lnTo>
                  <a:lnTo>
                    <a:pt x="68" y="162371"/>
                  </a:lnTo>
                  <a:lnTo>
                    <a:pt x="0" y="167654"/>
                  </a:lnTo>
                  <a:lnTo>
                    <a:pt x="98" y="172937"/>
                  </a:lnTo>
                  <a:lnTo>
                    <a:pt x="364" y="178214"/>
                  </a:lnTo>
                  <a:lnTo>
                    <a:pt x="797" y="183479"/>
                  </a:lnTo>
                  <a:lnTo>
                    <a:pt x="1395" y="188729"/>
                  </a:lnTo>
                  <a:lnTo>
                    <a:pt x="2159" y="193957"/>
                  </a:lnTo>
                  <a:lnTo>
                    <a:pt x="3088" y="199158"/>
                  </a:lnTo>
                  <a:lnTo>
                    <a:pt x="4181" y="204327"/>
                  </a:lnTo>
                  <a:lnTo>
                    <a:pt x="5437" y="209459"/>
                  </a:lnTo>
                  <a:lnTo>
                    <a:pt x="6854" y="214549"/>
                  </a:lnTo>
                  <a:lnTo>
                    <a:pt x="8432" y="219592"/>
                  </a:lnTo>
                  <a:lnTo>
                    <a:pt x="10168" y="224582"/>
                  </a:lnTo>
                  <a:lnTo>
                    <a:pt x="12061" y="229514"/>
                  </a:lnTo>
                  <a:lnTo>
                    <a:pt x="14108" y="234385"/>
                  </a:lnTo>
                  <a:lnTo>
                    <a:pt x="16309" y="239188"/>
                  </a:lnTo>
                  <a:lnTo>
                    <a:pt x="18660" y="243920"/>
                  </a:lnTo>
                  <a:lnTo>
                    <a:pt x="21160" y="248574"/>
                  </a:lnTo>
                  <a:lnTo>
                    <a:pt x="23806" y="253148"/>
                  </a:lnTo>
                  <a:lnTo>
                    <a:pt x="26595" y="257635"/>
                  </a:lnTo>
                  <a:lnTo>
                    <a:pt x="29524" y="262033"/>
                  </a:lnTo>
                  <a:lnTo>
                    <a:pt x="32590" y="266335"/>
                  </a:lnTo>
                  <a:lnTo>
                    <a:pt x="35792" y="270538"/>
                  </a:lnTo>
                  <a:lnTo>
                    <a:pt x="39124" y="274638"/>
                  </a:lnTo>
                  <a:lnTo>
                    <a:pt x="42584" y="278631"/>
                  </a:lnTo>
                  <a:lnTo>
                    <a:pt x="46169" y="282512"/>
                  </a:lnTo>
                  <a:lnTo>
                    <a:pt x="49874" y="286279"/>
                  </a:lnTo>
                  <a:lnTo>
                    <a:pt x="53697" y="289926"/>
                  </a:lnTo>
                  <a:lnTo>
                    <a:pt x="57633" y="293450"/>
                  </a:lnTo>
                  <a:lnTo>
                    <a:pt x="61679" y="296849"/>
                  </a:lnTo>
                  <a:lnTo>
                    <a:pt x="65830" y="300117"/>
                  </a:lnTo>
                  <a:lnTo>
                    <a:pt x="70082" y="303254"/>
                  </a:lnTo>
                  <a:lnTo>
                    <a:pt x="74431" y="306254"/>
                  </a:lnTo>
                  <a:lnTo>
                    <a:pt x="78873" y="309115"/>
                  </a:lnTo>
                  <a:lnTo>
                    <a:pt x="83402" y="311834"/>
                  </a:lnTo>
                  <a:lnTo>
                    <a:pt x="88016" y="314409"/>
                  </a:lnTo>
                  <a:lnTo>
                    <a:pt x="92709" y="316837"/>
                  </a:lnTo>
                  <a:lnTo>
                    <a:pt x="97476" y="319115"/>
                  </a:lnTo>
                  <a:lnTo>
                    <a:pt x="102312" y="321241"/>
                  </a:lnTo>
                  <a:lnTo>
                    <a:pt x="107214" y="323214"/>
                  </a:lnTo>
                  <a:lnTo>
                    <a:pt x="112175" y="325031"/>
                  </a:lnTo>
                  <a:lnTo>
                    <a:pt x="117191" y="326690"/>
                  </a:lnTo>
                  <a:lnTo>
                    <a:pt x="122258" y="328189"/>
                  </a:lnTo>
                  <a:lnTo>
                    <a:pt x="127369" y="329528"/>
                  </a:lnTo>
                  <a:lnTo>
                    <a:pt x="132520" y="330705"/>
                  </a:lnTo>
                  <a:lnTo>
                    <a:pt x="137705" y="331718"/>
                  </a:lnTo>
                  <a:lnTo>
                    <a:pt x="142920" y="332567"/>
                  </a:lnTo>
                  <a:lnTo>
                    <a:pt x="148159" y="333250"/>
                  </a:lnTo>
                  <a:lnTo>
                    <a:pt x="153417" y="333768"/>
                  </a:lnTo>
                  <a:lnTo>
                    <a:pt x="158689" y="334119"/>
                  </a:lnTo>
                  <a:lnTo>
                    <a:pt x="163969" y="334304"/>
                  </a:lnTo>
                  <a:lnTo>
                    <a:pt x="169252" y="334321"/>
                  </a:lnTo>
                  <a:lnTo>
                    <a:pt x="174534" y="334172"/>
                  </a:lnTo>
                  <a:lnTo>
                    <a:pt x="179808" y="333856"/>
                  </a:lnTo>
                  <a:lnTo>
                    <a:pt x="185069" y="333373"/>
                  </a:lnTo>
                  <a:lnTo>
                    <a:pt x="190313" y="332724"/>
                  </a:lnTo>
                  <a:lnTo>
                    <a:pt x="195533" y="331910"/>
                  </a:lnTo>
                  <a:lnTo>
                    <a:pt x="200725" y="330931"/>
                  </a:lnTo>
                  <a:lnTo>
                    <a:pt x="205884" y="329789"/>
                  </a:lnTo>
                  <a:lnTo>
                    <a:pt x="211003" y="328484"/>
                  </a:lnTo>
                  <a:lnTo>
                    <a:pt x="216079" y="327018"/>
                  </a:lnTo>
                  <a:lnTo>
                    <a:pt x="221107" y="325393"/>
                  </a:lnTo>
                  <a:lnTo>
                    <a:pt x="226080" y="323609"/>
                  </a:lnTo>
                  <a:lnTo>
                    <a:pt x="230994" y="321669"/>
                  </a:lnTo>
                  <a:lnTo>
                    <a:pt x="235845" y="319575"/>
                  </a:lnTo>
                  <a:lnTo>
                    <a:pt x="240627" y="317328"/>
                  </a:lnTo>
                  <a:lnTo>
                    <a:pt x="245336" y="314932"/>
                  </a:lnTo>
                  <a:lnTo>
                    <a:pt x="249966" y="312388"/>
                  </a:lnTo>
                  <a:lnTo>
                    <a:pt x="254514" y="309699"/>
                  </a:lnTo>
                  <a:lnTo>
                    <a:pt x="258975" y="306867"/>
                  </a:lnTo>
                  <a:lnTo>
                    <a:pt x="263344" y="303896"/>
                  </a:lnTo>
                  <a:lnTo>
                    <a:pt x="267617" y="300788"/>
                  </a:lnTo>
                  <a:lnTo>
                    <a:pt x="271789" y="297547"/>
                  </a:lnTo>
                  <a:lnTo>
                    <a:pt x="275857" y="294176"/>
                  </a:lnTo>
                  <a:lnTo>
                    <a:pt x="279817" y="290677"/>
                  </a:lnTo>
                  <a:lnTo>
                    <a:pt x="283664" y="287056"/>
                  </a:lnTo>
                  <a:lnTo>
                    <a:pt x="287394" y="283314"/>
                  </a:lnTo>
                  <a:lnTo>
                    <a:pt x="291005" y="279457"/>
                  </a:lnTo>
                  <a:lnTo>
                    <a:pt x="294491" y="275487"/>
                  </a:lnTo>
                  <a:lnTo>
                    <a:pt x="297851" y="271409"/>
                  </a:lnTo>
                  <a:lnTo>
                    <a:pt x="301080" y="267227"/>
                  </a:lnTo>
                  <a:lnTo>
                    <a:pt x="304175" y="262946"/>
                  </a:lnTo>
                  <a:lnTo>
                    <a:pt x="307133" y="258568"/>
                  </a:lnTo>
                  <a:lnTo>
                    <a:pt x="309952" y="254099"/>
                  </a:lnTo>
                  <a:lnTo>
                    <a:pt x="312628" y="249543"/>
                  </a:lnTo>
                  <a:lnTo>
                    <a:pt x="315158" y="244905"/>
                  </a:lnTo>
                  <a:lnTo>
                    <a:pt x="317541" y="240190"/>
                  </a:lnTo>
                  <a:lnTo>
                    <a:pt x="319774" y="235401"/>
                  </a:lnTo>
                  <a:lnTo>
                    <a:pt x="321854" y="230544"/>
                  </a:lnTo>
                  <a:lnTo>
                    <a:pt x="323779" y="225624"/>
                  </a:lnTo>
                  <a:lnTo>
                    <a:pt x="325549" y="220646"/>
                  </a:lnTo>
                  <a:lnTo>
                    <a:pt x="327160" y="215614"/>
                  </a:lnTo>
                  <a:lnTo>
                    <a:pt x="328611" y="210533"/>
                  </a:lnTo>
                  <a:lnTo>
                    <a:pt x="329900" y="205410"/>
                  </a:lnTo>
                  <a:lnTo>
                    <a:pt x="331028" y="200248"/>
                  </a:lnTo>
                  <a:lnTo>
                    <a:pt x="331991" y="195053"/>
                  </a:lnTo>
                  <a:lnTo>
                    <a:pt x="332790" y="189830"/>
                  </a:lnTo>
                  <a:lnTo>
                    <a:pt x="333424" y="184585"/>
                  </a:lnTo>
                  <a:lnTo>
                    <a:pt x="333891" y="179322"/>
                  </a:lnTo>
                  <a:lnTo>
                    <a:pt x="334192" y="174047"/>
                  </a:lnTo>
                  <a:lnTo>
                    <a:pt x="334326" y="168766"/>
                  </a:lnTo>
                  <a:lnTo>
                    <a:pt x="334293" y="163482"/>
                  </a:lnTo>
                  <a:lnTo>
                    <a:pt x="334093" y="158203"/>
                  </a:lnTo>
                  <a:lnTo>
                    <a:pt x="333726" y="152932"/>
                  </a:lnTo>
                  <a:lnTo>
                    <a:pt x="333193" y="147675"/>
                  </a:lnTo>
                  <a:lnTo>
                    <a:pt x="332495" y="142438"/>
                  </a:lnTo>
                  <a:lnTo>
                    <a:pt x="331630" y="137226"/>
                  </a:lnTo>
                  <a:lnTo>
                    <a:pt x="330602" y="132044"/>
                  </a:lnTo>
                  <a:lnTo>
                    <a:pt x="329411" y="126896"/>
                  </a:lnTo>
                  <a:lnTo>
                    <a:pt x="328057" y="121789"/>
                  </a:lnTo>
                  <a:lnTo>
                    <a:pt x="326542" y="116727"/>
                  </a:lnTo>
                  <a:lnTo>
                    <a:pt x="324869" y="111716"/>
                  </a:lnTo>
                  <a:lnTo>
                    <a:pt x="323038" y="106760"/>
                  </a:lnTo>
                  <a:lnTo>
                    <a:pt x="321051" y="101864"/>
                  </a:lnTo>
                  <a:lnTo>
                    <a:pt x="318910" y="97034"/>
                  </a:lnTo>
                  <a:lnTo>
                    <a:pt x="316618" y="92273"/>
                  </a:lnTo>
                  <a:lnTo>
                    <a:pt x="314177" y="87588"/>
                  </a:lnTo>
                  <a:lnTo>
                    <a:pt x="311589" y="82982"/>
                  </a:lnTo>
                  <a:lnTo>
                    <a:pt x="308856" y="78460"/>
                  </a:lnTo>
                  <a:lnTo>
                    <a:pt x="305982" y="74026"/>
                  </a:lnTo>
                  <a:lnTo>
                    <a:pt x="302969" y="69686"/>
                  </a:lnTo>
                  <a:lnTo>
                    <a:pt x="299821" y="65443"/>
                  </a:lnTo>
                  <a:lnTo>
                    <a:pt x="296540" y="61302"/>
                  </a:lnTo>
                  <a:lnTo>
                    <a:pt x="293130" y="57266"/>
                  </a:lnTo>
                  <a:lnTo>
                    <a:pt x="289594" y="53340"/>
                  </a:lnTo>
                  <a:lnTo>
                    <a:pt x="285935" y="49528"/>
                  </a:lnTo>
                  <a:lnTo>
                    <a:pt x="282158" y="45834"/>
                  </a:lnTo>
                  <a:lnTo>
                    <a:pt x="278267" y="42260"/>
                  </a:lnTo>
                  <a:lnTo>
                    <a:pt x="274264" y="38812"/>
                  </a:lnTo>
                  <a:lnTo>
                    <a:pt x="270154" y="35491"/>
                  </a:lnTo>
                  <a:lnTo>
                    <a:pt x="265941" y="32303"/>
                  </a:lnTo>
                  <a:lnTo>
                    <a:pt x="261630" y="29248"/>
                  </a:lnTo>
                  <a:lnTo>
                    <a:pt x="257224" y="26332"/>
                  </a:lnTo>
                  <a:lnTo>
                    <a:pt x="252729" y="23556"/>
                  </a:lnTo>
                  <a:lnTo>
                    <a:pt x="248148" y="20924"/>
                  </a:lnTo>
                  <a:lnTo>
                    <a:pt x="243486" y="18438"/>
                  </a:lnTo>
                  <a:lnTo>
                    <a:pt x="238747" y="16100"/>
                  </a:lnTo>
                  <a:lnTo>
                    <a:pt x="233938" y="13914"/>
                  </a:lnTo>
                  <a:lnTo>
                    <a:pt x="229061" y="11880"/>
                  </a:lnTo>
                  <a:lnTo>
                    <a:pt x="224123" y="10002"/>
                  </a:lnTo>
                  <a:lnTo>
                    <a:pt x="219128" y="8280"/>
                  </a:lnTo>
                  <a:lnTo>
                    <a:pt x="214081" y="6718"/>
                  </a:lnTo>
                  <a:lnTo>
                    <a:pt x="208987" y="5315"/>
                  </a:lnTo>
                  <a:lnTo>
                    <a:pt x="203851" y="4074"/>
                  </a:lnTo>
                  <a:lnTo>
                    <a:pt x="198679" y="2997"/>
                  </a:lnTo>
                  <a:lnTo>
                    <a:pt x="193475" y="2083"/>
                  </a:lnTo>
                  <a:lnTo>
                    <a:pt x="188245" y="1334"/>
                  </a:lnTo>
                  <a:lnTo>
                    <a:pt x="182994" y="750"/>
                  </a:lnTo>
                  <a:lnTo>
                    <a:pt x="177727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72182" y="2126963"/>
              <a:ext cx="109105" cy="167167"/>
            </a:xfrm>
            <a:custGeom>
              <a:avLst/>
              <a:pathLst>
                <a:path w="109105" h="167167">
                  <a:moveTo>
                    <a:pt x="109105" y="0"/>
                  </a:moveTo>
                  <a:lnTo>
                    <a:pt x="103445" y="95"/>
                  </a:lnTo>
                  <a:lnTo>
                    <a:pt x="97792" y="383"/>
                  </a:lnTo>
                  <a:lnTo>
                    <a:pt x="92152" y="861"/>
                  </a:lnTo>
                  <a:lnTo>
                    <a:pt x="86531" y="1531"/>
                  </a:lnTo>
                  <a:lnTo>
                    <a:pt x="80937" y="2390"/>
                  </a:lnTo>
                  <a:lnTo>
                    <a:pt x="75374" y="3438"/>
                  </a:lnTo>
                  <a:lnTo>
                    <a:pt x="69850" y="4674"/>
                  </a:lnTo>
                  <a:lnTo>
                    <a:pt x="64371" y="6096"/>
                  </a:lnTo>
                  <a:lnTo>
                    <a:pt x="58944" y="7703"/>
                  </a:lnTo>
                  <a:lnTo>
                    <a:pt x="53574" y="9492"/>
                  </a:lnTo>
                  <a:lnTo>
                    <a:pt x="48268" y="11463"/>
                  </a:lnTo>
                  <a:lnTo>
                    <a:pt x="43031" y="13612"/>
                  </a:lnTo>
                  <a:lnTo>
                    <a:pt x="37870" y="15937"/>
                  </a:lnTo>
                  <a:lnTo>
                    <a:pt x="32791" y="18435"/>
                  </a:lnTo>
                  <a:lnTo>
                    <a:pt x="27799" y="21104"/>
                  </a:lnTo>
                  <a:lnTo>
                    <a:pt x="22901" y="23940"/>
                  </a:lnTo>
                  <a:lnTo>
                    <a:pt x="18101" y="26941"/>
                  </a:lnTo>
                  <a:lnTo>
                    <a:pt x="13406" y="30102"/>
                  </a:lnTo>
                  <a:lnTo>
                    <a:pt x="8821" y="33421"/>
                  </a:lnTo>
                  <a:lnTo>
                    <a:pt x="4350" y="36893"/>
                  </a:lnTo>
                  <a:lnTo>
                    <a:pt x="0" y="40514"/>
                  </a:lnTo>
                  <a:lnTo>
                    <a:pt x="10910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2182" y="2167478"/>
              <a:ext cx="109105" cy="126653"/>
            </a:xfrm>
            <a:custGeom>
              <a:avLst/>
              <a:pathLst>
                <a:path w="109105" h="126653">
                  <a:moveTo>
                    <a:pt x="0" y="0"/>
                  </a:moveTo>
                  <a:lnTo>
                    <a:pt x="109105" y="1266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14121" y="2128101"/>
              <a:ext cx="334331" cy="333185"/>
            </a:xfrm>
            <a:custGeom>
              <a:avLst/>
              <a:pathLst>
                <a:path w="334331" h="333185">
                  <a:moveTo>
                    <a:pt x="58061" y="39376"/>
                  </a:moveTo>
                  <a:lnTo>
                    <a:pt x="54099" y="42900"/>
                  </a:lnTo>
                  <a:lnTo>
                    <a:pt x="50251" y="46547"/>
                  </a:lnTo>
                  <a:lnTo>
                    <a:pt x="46521" y="50315"/>
                  </a:lnTo>
                  <a:lnTo>
                    <a:pt x="42912" y="54199"/>
                  </a:lnTo>
                  <a:lnTo>
                    <a:pt x="39429" y="58195"/>
                  </a:lnTo>
                  <a:lnTo>
                    <a:pt x="36073" y="62300"/>
                  </a:lnTo>
                  <a:lnTo>
                    <a:pt x="32850" y="66510"/>
                  </a:lnTo>
                  <a:lnTo>
                    <a:pt x="29761" y="70819"/>
                  </a:lnTo>
                  <a:lnTo>
                    <a:pt x="26811" y="75224"/>
                  </a:lnTo>
                  <a:lnTo>
                    <a:pt x="24002" y="79721"/>
                  </a:lnTo>
                  <a:lnTo>
                    <a:pt x="21337" y="84304"/>
                  </a:lnTo>
                  <a:lnTo>
                    <a:pt x="18819" y="88970"/>
                  </a:lnTo>
                  <a:lnTo>
                    <a:pt x="16450" y="93713"/>
                  </a:lnTo>
                  <a:lnTo>
                    <a:pt x="14232" y="98529"/>
                  </a:lnTo>
                  <a:lnTo>
                    <a:pt x="12169" y="103412"/>
                  </a:lnTo>
                  <a:lnTo>
                    <a:pt x="10261" y="108359"/>
                  </a:lnTo>
                  <a:lnTo>
                    <a:pt x="8511" y="113364"/>
                  </a:lnTo>
                  <a:lnTo>
                    <a:pt x="6921" y="118422"/>
                  </a:lnTo>
                  <a:lnTo>
                    <a:pt x="5492" y="123527"/>
                  </a:lnTo>
                  <a:lnTo>
                    <a:pt x="4225" y="128676"/>
                  </a:lnTo>
                  <a:lnTo>
                    <a:pt x="3123" y="133861"/>
                  </a:lnTo>
                  <a:lnTo>
                    <a:pt x="2185" y="139080"/>
                  </a:lnTo>
                  <a:lnTo>
                    <a:pt x="1413" y="144325"/>
                  </a:lnTo>
                  <a:lnTo>
                    <a:pt x="809" y="149592"/>
                  </a:lnTo>
                  <a:lnTo>
                    <a:pt x="371" y="154876"/>
                  </a:lnTo>
                  <a:lnTo>
                    <a:pt x="101" y="160171"/>
                  </a:lnTo>
                  <a:lnTo>
                    <a:pt x="0" y="165472"/>
                  </a:lnTo>
                  <a:lnTo>
                    <a:pt x="66" y="170773"/>
                  </a:lnTo>
                  <a:lnTo>
                    <a:pt x="300" y="176070"/>
                  </a:lnTo>
                  <a:lnTo>
                    <a:pt x="703" y="181357"/>
                  </a:lnTo>
                  <a:lnTo>
                    <a:pt x="1273" y="186628"/>
                  </a:lnTo>
                  <a:lnTo>
                    <a:pt x="2009" y="191878"/>
                  </a:lnTo>
                  <a:lnTo>
                    <a:pt x="2912" y="197103"/>
                  </a:lnTo>
                  <a:lnTo>
                    <a:pt x="3980" y="202296"/>
                  </a:lnTo>
                  <a:lnTo>
                    <a:pt x="5212" y="207452"/>
                  </a:lnTo>
                  <a:lnTo>
                    <a:pt x="6607" y="212567"/>
                  </a:lnTo>
                  <a:lnTo>
                    <a:pt x="8164" y="217636"/>
                  </a:lnTo>
                  <a:lnTo>
                    <a:pt x="9880" y="222652"/>
                  </a:lnTo>
                  <a:lnTo>
                    <a:pt x="11755" y="227611"/>
                  </a:lnTo>
                  <a:lnTo>
                    <a:pt x="13786" y="232509"/>
                  </a:lnTo>
                  <a:lnTo>
                    <a:pt x="15971" y="237339"/>
                  </a:lnTo>
                  <a:lnTo>
                    <a:pt x="18309" y="242098"/>
                  </a:lnTo>
                  <a:lnTo>
                    <a:pt x="20796" y="246780"/>
                  </a:lnTo>
                  <a:lnTo>
                    <a:pt x="23430" y="251381"/>
                  </a:lnTo>
                  <a:lnTo>
                    <a:pt x="26209" y="255896"/>
                  </a:lnTo>
                  <a:lnTo>
                    <a:pt x="29130" y="260321"/>
                  </a:lnTo>
                  <a:lnTo>
                    <a:pt x="32190" y="264651"/>
                  </a:lnTo>
                  <a:lnTo>
                    <a:pt x="35385" y="268882"/>
                  </a:lnTo>
                  <a:lnTo>
                    <a:pt x="38713" y="273009"/>
                  </a:lnTo>
                  <a:lnTo>
                    <a:pt x="42170" y="277029"/>
                  </a:lnTo>
                  <a:lnTo>
                    <a:pt x="45753" y="280937"/>
                  </a:lnTo>
                  <a:lnTo>
                    <a:pt x="49458" y="284729"/>
                  </a:lnTo>
                  <a:lnTo>
                    <a:pt x="53281" y="288402"/>
                  </a:lnTo>
                  <a:lnTo>
                    <a:pt x="57219" y="291952"/>
                  </a:lnTo>
                  <a:lnTo>
                    <a:pt x="61268" y="295375"/>
                  </a:lnTo>
                  <a:lnTo>
                    <a:pt x="65423" y="298669"/>
                  </a:lnTo>
                  <a:lnTo>
                    <a:pt x="69680" y="301828"/>
                  </a:lnTo>
                  <a:lnTo>
                    <a:pt x="74036" y="304851"/>
                  </a:lnTo>
                  <a:lnTo>
                    <a:pt x="78485" y="307735"/>
                  </a:lnTo>
                  <a:lnTo>
                    <a:pt x="83023" y="310476"/>
                  </a:lnTo>
                  <a:lnTo>
                    <a:pt x="87646" y="313072"/>
                  </a:lnTo>
                  <a:lnTo>
                    <a:pt x="92349" y="315519"/>
                  </a:lnTo>
                  <a:lnTo>
                    <a:pt x="97127" y="317817"/>
                  </a:lnTo>
                  <a:lnTo>
                    <a:pt x="101976" y="319961"/>
                  </a:lnTo>
                  <a:lnTo>
                    <a:pt x="106890" y="321951"/>
                  </a:lnTo>
                  <a:lnTo>
                    <a:pt x="111865" y="323784"/>
                  </a:lnTo>
                  <a:lnTo>
                    <a:pt x="116896" y="325459"/>
                  </a:lnTo>
                  <a:lnTo>
                    <a:pt x="121977" y="326973"/>
                  </a:lnTo>
                  <a:lnTo>
                    <a:pt x="127103" y="328325"/>
                  </a:lnTo>
                  <a:lnTo>
                    <a:pt x="132270" y="329514"/>
                  </a:lnTo>
                  <a:lnTo>
                    <a:pt x="137472" y="330538"/>
                  </a:lnTo>
                  <a:lnTo>
                    <a:pt x="142704" y="331397"/>
                  </a:lnTo>
                  <a:lnTo>
                    <a:pt x="147960" y="332089"/>
                  </a:lnTo>
                  <a:lnTo>
                    <a:pt x="153236" y="332615"/>
                  </a:lnTo>
                  <a:lnTo>
                    <a:pt x="158526" y="332973"/>
                  </a:lnTo>
                  <a:lnTo>
                    <a:pt x="163824" y="333163"/>
                  </a:lnTo>
                  <a:lnTo>
                    <a:pt x="169126" y="333185"/>
                  </a:lnTo>
                  <a:lnTo>
                    <a:pt x="174426" y="333039"/>
                  </a:lnTo>
                  <a:lnTo>
                    <a:pt x="179718" y="332724"/>
                  </a:lnTo>
                  <a:lnTo>
                    <a:pt x="184998" y="332243"/>
                  </a:lnTo>
                  <a:lnTo>
                    <a:pt x="190260" y="331594"/>
                  </a:lnTo>
                  <a:lnTo>
                    <a:pt x="195499" y="330778"/>
                  </a:lnTo>
                  <a:lnTo>
                    <a:pt x="200709" y="329797"/>
                  </a:lnTo>
                  <a:lnTo>
                    <a:pt x="205885" y="328650"/>
                  </a:lnTo>
                  <a:lnTo>
                    <a:pt x="211023" y="327341"/>
                  </a:lnTo>
                  <a:lnTo>
                    <a:pt x="216116" y="325869"/>
                  </a:lnTo>
                  <a:lnTo>
                    <a:pt x="221161" y="324236"/>
                  </a:lnTo>
                  <a:lnTo>
                    <a:pt x="226151" y="322444"/>
                  </a:lnTo>
                  <a:lnTo>
                    <a:pt x="231081" y="320495"/>
                  </a:lnTo>
                  <a:lnTo>
                    <a:pt x="235947" y="318391"/>
                  </a:lnTo>
                  <a:lnTo>
                    <a:pt x="240744" y="316133"/>
                  </a:lnTo>
                  <a:lnTo>
                    <a:pt x="245467" y="313724"/>
                  </a:lnTo>
                  <a:lnTo>
                    <a:pt x="250112" y="311167"/>
                  </a:lnTo>
                  <a:lnTo>
                    <a:pt x="254673" y="308463"/>
                  </a:lnTo>
                  <a:lnTo>
                    <a:pt x="259145" y="305617"/>
                  </a:lnTo>
                  <a:lnTo>
                    <a:pt x="263526" y="302630"/>
                  </a:lnTo>
                  <a:lnTo>
                    <a:pt x="267809" y="299505"/>
                  </a:lnTo>
                  <a:lnTo>
                    <a:pt x="271991" y="296247"/>
                  </a:lnTo>
                  <a:lnTo>
                    <a:pt x="276068" y="292857"/>
                  </a:lnTo>
                  <a:lnTo>
                    <a:pt x="280035" y="289340"/>
                  </a:lnTo>
                  <a:lnTo>
                    <a:pt x="283889" y="285698"/>
                  </a:lnTo>
                  <a:lnTo>
                    <a:pt x="287625" y="281937"/>
                  </a:lnTo>
                  <a:lnTo>
                    <a:pt x="291240" y="278058"/>
                  </a:lnTo>
                  <a:lnTo>
                    <a:pt x="294730" y="274068"/>
                  </a:lnTo>
                  <a:lnTo>
                    <a:pt x="298092" y="269968"/>
                  </a:lnTo>
                  <a:lnTo>
                    <a:pt x="301322" y="265764"/>
                  </a:lnTo>
                  <a:lnTo>
                    <a:pt x="304418" y="261459"/>
                  </a:lnTo>
                  <a:lnTo>
                    <a:pt x="307375" y="257059"/>
                  </a:lnTo>
                  <a:lnTo>
                    <a:pt x="310191" y="252567"/>
                  </a:lnTo>
                  <a:lnTo>
                    <a:pt x="312863" y="247988"/>
                  </a:lnTo>
                  <a:lnTo>
                    <a:pt x="315389" y="243326"/>
                  </a:lnTo>
                  <a:lnTo>
                    <a:pt x="317766" y="238587"/>
                  </a:lnTo>
                  <a:lnTo>
                    <a:pt x="319991" y="233774"/>
                  </a:lnTo>
                  <a:lnTo>
                    <a:pt x="322063" y="228894"/>
                  </a:lnTo>
                  <a:lnTo>
                    <a:pt x="323978" y="223950"/>
                  </a:lnTo>
                  <a:lnTo>
                    <a:pt x="325736" y="218948"/>
                  </a:lnTo>
                  <a:lnTo>
                    <a:pt x="327335" y="213893"/>
                  </a:lnTo>
                  <a:lnTo>
                    <a:pt x="328772" y="208790"/>
                  </a:lnTo>
                  <a:lnTo>
                    <a:pt x="330047" y="203644"/>
                  </a:lnTo>
                  <a:lnTo>
                    <a:pt x="331158" y="198460"/>
                  </a:lnTo>
                  <a:lnTo>
                    <a:pt x="332103" y="193243"/>
                  </a:lnTo>
                  <a:lnTo>
                    <a:pt x="332883" y="187999"/>
                  </a:lnTo>
                  <a:lnTo>
                    <a:pt x="333497" y="182732"/>
                  </a:lnTo>
                  <a:lnTo>
                    <a:pt x="333943" y="177449"/>
                  </a:lnTo>
                  <a:lnTo>
                    <a:pt x="334221" y="172155"/>
                  </a:lnTo>
                  <a:lnTo>
                    <a:pt x="334331" y="166854"/>
                  </a:lnTo>
                  <a:lnTo>
                    <a:pt x="334274" y="161553"/>
                  </a:lnTo>
                  <a:lnTo>
                    <a:pt x="334048" y="156256"/>
                  </a:lnTo>
                  <a:lnTo>
                    <a:pt x="333654" y="150968"/>
                  </a:lnTo>
                  <a:lnTo>
                    <a:pt x="333092" y="145696"/>
                  </a:lnTo>
                  <a:lnTo>
                    <a:pt x="332364" y="140445"/>
                  </a:lnTo>
                  <a:lnTo>
                    <a:pt x="331470" y="135219"/>
                  </a:lnTo>
                  <a:lnTo>
                    <a:pt x="330410" y="130024"/>
                  </a:lnTo>
                  <a:lnTo>
                    <a:pt x="329186" y="124865"/>
                  </a:lnTo>
                  <a:lnTo>
                    <a:pt x="327799" y="119748"/>
                  </a:lnTo>
                  <a:lnTo>
                    <a:pt x="326251" y="114678"/>
                  </a:lnTo>
                  <a:lnTo>
                    <a:pt x="324542" y="109659"/>
                  </a:lnTo>
                  <a:lnTo>
                    <a:pt x="322676" y="104696"/>
                  </a:lnTo>
                  <a:lnTo>
                    <a:pt x="320652" y="99796"/>
                  </a:lnTo>
                  <a:lnTo>
                    <a:pt x="318475" y="94962"/>
                  </a:lnTo>
                  <a:lnTo>
                    <a:pt x="316145" y="90199"/>
                  </a:lnTo>
                  <a:lnTo>
                    <a:pt x="313666" y="85513"/>
                  </a:lnTo>
                  <a:lnTo>
                    <a:pt x="311039" y="80908"/>
                  </a:lnTo>
                  <a:lnTo>
                    <a:pt x="308267" y="76388"/>
                  </a:lnTo>
                  <a:lnTo>
                    <a:pt x="305353" y="71958"/>
                  </a:lnTo>
                  <a:lnTo>
                    <a:pt x="302301" y="67624"/>
                  </a:lnTo>
                  <a:lnTo>
                    <a:pt x="299112" y="63388"/>
                  </a:lnTo>
                  <a:lnTo>
                    <a:pt x="295791" y="59255"/>
                  </a:lnTo>
                  <a:lnTo>
                    <a:pt x="292340" y="55230"/>
                  </a:lnTo>
                  <a:lnTo>
                    <a:pt x="288763" y="51316"/>
                  </a:lnTo>
                  <a:lnTo>
                    <a:pt x="285065" y="47518"/>
                  </a:lnTo>
                  <a:lnTo>
                    <a:pt x="281247" y="43839"/>
                  </a:lnTo>
                  <a:lnTo>
                    <a:pt x="277315" y="40282"/>
                  </a:lnTo>
                  <a:lnTo>
                    <a:pt x="273272" y="36853"/>
                  </a:lnTo>
                  <a:lnTo>
                    <a:pt x="269122" y="33553"/>
                  </a:lnTo>
                  <a:lnTo>
                    <a:pt x="264870" y="30386"/>
                  </a:lnTo>
                  <a:lnTo>
                    <a:pt x="260519" y="27356"/>
                  </a:lnTo>
                  <a:lnTo>
                    <a:pt x="256075" y="24465"/>
                  </a:lnTo>
                  <a:lnTo>
                    <a:pt x="251541" y="21717"/>
                  </a:lnTo>
                  <a:lnTo>
                    <a:pt x="246922" y="19114"/>
                  </a:lnTo>
                  <a:lnTo>
                    <a:pt x="242223" y="16659"/>
                  </a:lnTo>
                  <a:lnTo>
                    <a:pt x="237448" y="14354"/>
                  </a:lnTo>
                  <a:lnTo>
                    <a:pt x="232603" y="12201"/>
                  </a:lnTo>
                  <a:lnTo>
                    <a:pt x="227692" y="10204"/>
                  </a:lnTo>
                  <a:lnTo>
                    <a:pt x="222720" y="8363"/>
                  </a:lnTo>
                  <a:lnTo>
                    <a:pt x="217692" y="6680"/>
                  </a:lnTo>
                  <a:lnTo>
                    <a:pt x="212613" y="5158"/>
                  </a:lnTo>
                  <a:lnTo>
                    <a:pt x="207489" y="3798"/>
                  </a:lnTo>
                  <a:lnTo>
                    <a:pt x="202324" y="2601"/>
                  </a:lnTo>
                  <a:lnTo>
                    <a:pt x="197124" y="1568"/>
                  </a:lnTo>
                  <a:lnTo>
                    <a:pt x="191894" y="701"/>
                  </a:lnTo>
                  <a:lnTo>
                    <a:pt x="186638" y="0"/>
                  </a:lnTo>
                  <a:lnTo>
                    <a:pt x="167166" y="16602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81287" y="2126963"/>
              <a:ext cx="19472" cy="167167"/>
            </a:xfrm>
            <a:custGeom>
              <a:avLst/>
              <a:pathLst>
                <a:path w="19472" h="167167">
                  <a:moveTo>
                    <a:pt x="19472" y="1137"/>
                  </a:moveTo>
                  <a:lnTo>
                    <a:pt x="9752" y="2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23597" y="2633064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2" y="1348"/>
                  </a:lnTo>
                  <a:lnTo>
                    <a:pt x="140705" y="2105"/>
                  </a:lnTo>
                  <a:lnTo>
                    <a:pt x="135475" y="3028"/>
                  </a:lnTo>
                  <a:lnTo>
                    <a:pt x="130277" y="4117"/>
                  </a:lnTo>
                  <a:lnTo>
                    <a:pt x="125116" y="5371"/>
                  </a:lnTo>
                  <a:lnTo>
                    <a:pt x="119997" y="6788"/>
                  </a:lnTo>
                  <a:lnTo>
                    <a:pt x="114926" y="8367"/>
                  </a:lnTo>
                  <a:lnTo>
                    <a:pt x="109908" y="10106"/>
                  </a:lnTo>
                  <a:lnTo>
                    <a:pt x="104947" y="12004"/>
                  </a:lnTo>
                  <a:lnTo>
                    <a:pt x="100049" y="14058"/>
                  </a:lnTo>
                  <a:lnTo>
                    <a:pt x="95219" y="16267"/>
                  </a:lnTo>
                  <a:lnTo>
                    <a:pt x="90462" y="18628"/>
                  </a:lnTo>
                  <a:lnTo>
                    <a:pt x="85782" y="21139"/>
                  </a:lnTo>
                  <a:lnTo>
                    <a:pt x="81184" y="23798"/>
                  </a:lnTo>
                  <a:lnTo>
                    <a:pt x="76673" y="26601"/>
                  </a:lnTo>
                  <a:lnTo>
                    <a:pt x="72253" y="29546"/>
                  </a:lnTo>
                  <a:lnTo>
                    <a:pt x="67929" y="32631"/>
                  </a:lnTo>
                  <a:lnTo>
                    <a:pt x="63705" y="35850"/>
                  </a:lnTo>
                  <a:lnTo>
                    <a:pt x="59586" y="39203"/>
                  </a:lnTo>
                  <a:lnTo>
                    <a:pt x="55575" y="42685"/>
                  </a:lnTo>
                  <a:lnTo>
                    <a:pt x="51677" y="46292"/>
                  </a:lnTo>
                  <a:lnTo>
                    <a:pt x="47895" y="50021"/>
                  </a:lnTo>
                  <a:lnTo>
                    <a:pt x="44234" y="53869"/>
                  </a:lnTo>
                  <a:lnTo>
                    <a:pt x="40697" y="57831"/>
                  </a:lnTo>
                  <a:lnTo>
                    <a:pt x="37288" y="61903"/>
                  </a:lnTo>
                  <a:lnTo>
                    <a:pt x="34009" y="66082"/>
                  </a:lnTo>
                  <a:lnTo>
                    <a:pt x="30865" y="70362"/>
                  </a:lnTo>
                  <a:lnTo>
                    <a:pt x="27859" y="74740"/>
                  </a:lnTo>
                  <a:lnTo>
                    <a:pt x="24993" y="79212"/>
                  </a:lnTo>
                  <a:lnTo>
                    <a:pt x="22270" y="83773"/>
                  </a:lnTo>
                  <a:lnTo>
                    <a:pt x="19694" y="88417"/>
                  </a:lnTo>
                  <a:lnTo>
                    <a:pt x="17267" y="93141"/>
                  </a:lnTo>
                  <a:lnTo>
                    <a:pt x="14991" y="97940"/>
                  </a:lnTo>
                  <a:lnTo>
                    <a:pt x="12869" y="102809"/>
                  </a:lnTo>
                  <a:lnTo>
                    <a:pt x="10902" y="107742"/>
                  </a:lnTo>
                  <a:lnTo>
                    <a:pt x="9093" y="112736"/>
                  </a:lnTo>
                  <a:lnTo>
                    <a:pt x="7444" y="117784"/>
                  </a:lnTo>
                  <a:lnTo>
                    <a:pt x="5956" y="122883"/>
                  </a:lnTo>
                  <a:lnTo>
                    <a:pt x="4630" y="128026"/>
                  </a:lnTo>
                  <a:lnTo>
                    <a:pt x="3469" y="133209"/>
                  </a:lnTo>
                  <a:lnTo>
                    <a:pt x="2473" y="138426"/>
                  </a:lnTo>
                  <a:lnTo>
                    <a:pt x="1643" y="143671"/>
                  </a:lnTo>
                  <a:lnTo>
                    <a:pt x="980" y="148941"/>
                  </a:lnTo>
                  <a:lnTo>
                    <a:pt x="485" y="154229"/>
                  </a:lnTo>
                  <a:lnTo>
                    <a:pt x="158" y="159530"/>
                  </a:lnTo>
                  <a:lnTo>
                    <a:pt x="0" y="164839"/>
                  </a:lnTo>
                  <a:lnTo>
                    <a:pt x="10" y="170150"/>
                  </a:lnTo>
                  <a:lnTo>
                    <a:pt x="189" y="175458"/>
                  </a:lnTo>
                  <a:lnTo>
                    <a:pt x="537" y="180758"/>
                  </a:lnTo>
                  <a:lnTo>
                    <a:pt x="1053" y="186044"/>
                  </a:lnTo>
                  <a:lnTo>
                    <a:pt x="1736" y="191311"/>
                  </a:lnTo>
                  <a:lnTo>
                    <a:pt x="2587" y="196554"/>
                  </a:lnTo>
                  <a:lnTo>
                    <a:pt x="3603" y="201767"/>
                  </a:lnTo>
                  <a:lnTo>
                    <a:pt x="4785" y="206945"/>
                  </a:lnTo>
                  <a:lnTo>
                    <a:pt x="6130" y="212083"/>
                  </a:lnTo>
                  <a:lnTo>
                    <a:pt x="7639" y="217175"/>
                  </a:lnTo>
                  <a:lnTo>
                    <a:pt x="9308" y="222217"/>
                  </a:lnTo>
                  <a:lnTo>
                    <a:pt x="11136" y="227204"/>
                  </a:lnTo>
                  <a:lnTo>
                    <a:pt x="13122" y="232130"/>
                  </a:lnTo>
                  <a:lnTo>
                    <a:pt x="15264" y="236990"/>
                  </a:lnTo>
                  <a:lnTo>
                    <a:pt x="17558" y="241780"/>
                  </a:lnTo>
                  <a:lnTo>
                    <a:pt x="20004" y="246494"/>
                  </a:lnTo>
                  <a:lnTo>
                    <a:pt x="22598" y="251129"/>
                  </a:lnTo>
                  <a:lnTo>
                    <a:pt x="25339" y="255678"/>
                  </a:lnTo>
                  <a:lnTo>
                    <a:pt x="28222" y="260139"/>
                  </a:lnTo>
                  <a:lnTo>
                    <a:pt x="31246" y="264505"/>
                  </a:lnTo>
                  <a:lnTo>
                    <a:pt x="34406" y="268774"/>
                  </a:lnTo>
                  <a:lnTo>
                    <a:pt x="37701" y="272939"/>
                  </a:lnTo>
                  <a:lnTo>
                    <a:pt x="41127" y="276998"/>
                  </a:lnTo>
                  <a:lnTo>
                    <a:pt x="44679" y="280946"/>
                  </a:lnTo>
                  <a:lnTo>
                    <a:pt x="48356" y="284779"/>
                  </a:lnTo>
                  <a:lnTo>
                    <a:pt x="52152" y="288494"/>
                  </a:lnTo>
                  <a:lnTo>
                    <a:pt x="56064" y="292086"/>
                  </a:lnTo>
                  <a:lnTo>
                    <a:pt x="60089" y="295552"/>
                  </a:lnTo>
                  <a:lnTo>
                    <a:pt x="64221" y="298888"/>
                  </a:lnTo>
                  <a:lnTo>
                    <a:pt x="68457" y="302091"/>
                  </a:lnTo>
                  <a:lnTo>
                    <a:pt x="72794" y="305159"/>
                  </a:lnTo>
                  <a:lnTo>
                    <a:pt x="77225" y="308086"/>
                  </a:lnTo>
                  <a:lnTo>
                    <a:pt x="81747" y="310872"/>
                  </a:lnTo>
                  <a:lnTo>
                    <a:pt x="86355" y="313512"/>
                  </a:lnTo>
                  <a:lnTo>
                    <a:pt x="91045" y="316005"/>
                  </a:lnTo>
                  <a:lnTo>
                    <a:pt x="95812" y="318348"/>
                  </a:lnTo>
                  <a:lnTo>
                    <a:pt x="100650" y="320538"/>
                  </a:lnTo>
                  <a:lnTo>
                    <a:pt x="105556" y="322573"/>
                  </a:lnTo>
                  <a:lnTo>
                    <a:pt x="110524" y="324451"/>
                  </a:lnTo>
                  <a:lnTo>
                    <a:pt x="115549" y="326171"/>
                  </a:lnTo>
                  <a:lnTo>
                    <a:pt x="120626" y="327730"/>
                  </a:lnTo>
                  <a:lnTo>
                    <a:pt x="125750" y="329127"/>
                  </a:lnTo>
                  <a:lnTo>
                    <a:pt x="130916" y="330360"/>
                  </a:lnTo>
                  <a:lnTo>
                    <a:pt x="136119" y="331429"/>
                  </a:lnTo>
                  <a:lnTo>
                    <a:pt x="141353" y="332332"/>
                  </a:lnTo>
                  <a:lnTo>
                    <a:pt x="146613" y="333068"/>
                  </a:lnTo>
                  <a:lnTo>
                    <a:pt x="151893" y="333637"/>
                  </a:lnTo>
                  <a:lnTo>
                    <a:pt x="157189" y="334037"/>
                  </a:lnTo>
                  <a:lnTo>
                    <a:pt x="162495" y="334270"/>
                  </a:lnTo>
                  <a:lnTo>
                    <a:pt x="167806" y="334333"/>
                  </a:lnTo>
                  <a:lnTo>
                    <a:pt x="173116" y="334228"/>
                  </a:lnTo>
                  <a:lnTo>
                    <a:pt x="178420" y="333954"/>
                  </a:lnTo>
                  <a:lnTo>
                    <a:pt x="183713" y="333512"/>
                  </a:lnTo>
                  <a:lnTo>
                    <a:pt x="188989" y="332902"/>
                  </a:lnTo>
                  <a:lnTo>
                    <a:pt x="194243" y="332124"/>
                  </a:lnTo>
                  <a:lnTo>
                    <a:pt x="199470" y="331180"/>
                  </a:lnTo>
                  <a:lnTo>
                    <a:pt x="204664" y="330071"/>
                  </a:lnTo>
                  <a:lnTo>
                    <a:pt x="209820" y="328797"/>
                  </a:lnTo>
                  <a:lnTo>
                    <a:pt x="214933" y="327360"/>
                  </a:lnTo>
                  <a:lnTo>
                    <a:pt x="219998" y="325761"/>
                  </a:lnTo>
                  <a:lnTo>
                    <a:pt x="225009" y="324002"/>
                  </a:lnTo>
                  <a:lnTo>
                    <a:pt x="229962" y="322085"/>
                  </a:lnTo>
                  <a:lnTo>
                    <a:pt x="234852" y="320012"/>
                  </a:lnTo>
                  <a:lnTo>
                    <a:pt x="239673" y="317784"/>
                  </a:lnTo>
                  <a:lnTo>
                    <a:pt x="244421" y="315404"/>
                  </a:lnTo>
                  <a:lnTo>
                    <a:pt x="249091" y="312874"/>
                  </a:lnTo>
                  <a:lnTo>
                    <a:pt x="253679" y="310198"/>
                  </a:lnTo>
                  <a:lnTo>
                    <a:pt x="258179" y="307377"/>
                  </a:lnTo>
                  <a:lnTo>
                    <a:pt x="262587" y="304414"/>
                  </a:lnTo>
                  <a:lnTo>
                    <a:pt x="266899" y="301313"/>
                  </a:lnTo>
                  <a:lnTo>
                    <a:pt x="271110" y="298077"/>
                  </a:lnTo>
                  <a:lnTo>
                    <a:pt x="275216" y="294708"/>
                  </a:lnTo>
                  <a:lnTo>
                    <a:pt x="279213" y="291211"/>
                  </a:lnTo>
                  <a:lnTo>
                    <a:pt x="283097" y="287588"/>
                  </a:lnTo>
                  <a:lnTo>
                    <a:pt x="286864" y="283844"/>
                  </a:lnTo>
                  <a:lnTo>
                    <a:pt x="290511" y="279982"/>
                  </a:lnTo>
                  <a:lnTo>
                    <a:pt x="294032" y="276007"/>
                  </a:lnTo>
                  <a:lnTo>
                    <a:pt x="297426" y="271921"/>
                  </a:lnTo>
                  <a:lnTo>
                    <a:pt x="300688" y="267729"/>
                  </a:lnTo>
                  <a:lnTo>
                    <a:pt x="303815" y="263437"/>
                  </a:lnTo>
                  <a:lnTo>
                    <a:pt x="306804" y="259047"/>
                  </a:lnTo>
                  <a:lnTo>
                    <a:pt x="309653" y="254564"/>
                  </a:lnTo>
                  <a:lnTo>
                    <a:pt x="312357" y="249993"/>
                  </a:lnTo>
                  <a:lnTo>
                    <a:pt x="314915" y="245338"/>
                  </a:lnTo>
                  <a:lnTo>
                    <a:pt x="317324" y="240604"/>
                  </a:lnTo>
                  <a:lnTo>
                    <a:pt x="319581" y="235797"/>
                  </a:lnTo>
                  <a:lnTo>
                    <a:pt x="321684" y="230920"/>
                  </a:lnTo>
                  <a:lnTo>
                    <a:pt x="323631" y="225979"/>
                  </a:lnTo>
                  <a:lnTo>
                    <a:pt x="325421" y="220978"/>
                  </a:lnTo>
                  <a:lnTo>
                    <a:pt x="327050" y="215923"/>
                  </a:lnTo>
                  <a:lnTo>
                    <a:pt x="328518" y="210819"/>
                  </a:lnTo>
                  <a:lnTo>
                    <a:pt x="329824" y="205670"/>
                  </a:lnTo>
                  <a:lnTo>
                    <a:pt x="330965" y="200483"/>
                  </a:lnTo>
                  <a:lnTo>
                    <a:pt x="331940" y="195262"/>
                  </a:lnTo>
                  <a:lnTo>
                    <a:pt x="332750" y="190013"/>
                  </a:lnTo>
                  <a:lnTo>
                    <a:pt x="333392" y="184741"/>
                  </a:lnTo>
                  <a:lnTo>
                    <a:pt x="333866" y="179451"/>
                  </a:lnTo>
                  <a:lnTo>
                    <a:pt x="334172" y="174149"/>
                  </a:lnTo>
                  <a:lnTo>
                    <a:pt x="334310" y="168839"/>
                  </a:lnTo>
                  <a:lnTo>
                    <a:pt x="334279" y="163528"/>
                  </a:lnTo>
                  <a:lnTo>
                    <a:pt x="334079" y="158221"/>
                  </a:lnTo>
                  <a:lnTo>
                    <a:pt x="333710" y="152923"/>
                  </a:lnTo>
                  <a:lnTo>
                    <a:pt x="333174" y="147639"/>
                  </a:lnTo>
                  <a:lnTo>
                    <a:pt x="332469" y="142374"/>
                  </a:lnTo>
                  <a:lnTo>
                    <a:pt x="331598" y="137135"/>
                  </a:lnTo>
                  <a:lnTo>
                    <a:pt x="330561" y="131926"/>
                  </a:lnTo>
                  <a:lnTo>
                    <a:pt x="329359" y="126753"/>
                  </a:lnTo>
                  <a:lnTo>
                    <a:pt x="327994" y="12162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4685"/>
              <a:ext cx="160842" cy="45546"/>
            </a:xfrm>
            <a:custGeom>
              <a:avLst/>
              <a:pathLst>
                <a:path w="160842" h="45546">
                  <a:moveTo>
                    <a:pt x="160842" y="0"/>
                  </a:moveTo>
                  <a:lnTo>
                    <a:pt x="0" y="45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46476"/>
              <a:ext cx="160842" cy="153754"/>
            </a:xfrm>
            <a:custGeom>
              <a:avLst/>
              <a:pathLst>
                <a:path w="160842" h="153754">
                  <a:moveTo>
                    <a:pt x="160842" y="108208"/>
                  </a:moveTo>
                  <a:lnTo>
                    <a:pt x="159251" y="102922"/>
                  </a:lnTo>
                  <a:lnTo>
                    <a:pt x="157486" y="97693"/>
                  </a:lnTo>
                  <a:lnTo>
                    <a:pt x="155549" y="92524"/>
                  </a:lnTo>
                  <a:lnTo>
                    <a:pt x="153443" y="87422"/>
                  </a:lnTo>
                  <a:lnTo>
                    <a:pt x="151170" y="82393"/>
                  </a:lnTo>
                  <a:lnTo>
                    <a:pt x="148731" y="77441"/>
                  </a:lnTo>
                  <a:lnTo>
                    <a:pt x="146131" y="72572"/>
                  </a:lnTo>
                  <a:lnTo>
                    <a:pt x="143371" y="67792"/>
                  </a:lnTo>
                  <a:lnTo>
                    <a:pt x="140455" y="63106"/>
                  </a:lnTo>
                  <a:lnTo>
                    <a:pt x="137386" y="58518"/>
                  </a:lnTo>
                  <a:lnTo>
                    <a:pt x="134167" y="54034"/>
                  </a:lnTo>
                  <a:lnTo>
                    <a:pt x="130802" y="49659"/>
                  </a:lnTo>
                  <a:lnTo>
                    <a:pt x="127294" y="45398"/>
                  </a:lnTo>
                  <a:lnTo>
                    <a:pt x="123647" y="41254"/>
                  </a:lnTo>
                  <a:lnTo>
                    <a:pt x="119866" y="37234"/>
                  </a:lnTo>
                  <a:lnTo>
                    <a:pt x="115953" y="33340"/>
                  </a:lnTo>
                  <a:lnTo>
                    <a:pt x="111915" y="29578"/>
                  </a:lnTo>
                  <a:lnTo>
                    <a:pt x="107754" y="25951"/>
                  </a:lnTo>
                  <a:lnTo>
                    <a:pt x="103476" y="22463"/>
                  </a:lnTo>
                  <a:lnTo>
                    <a:pt x="99086" y="19118"/>
                  </a:lnTo>
                  <a:lnTo>
                    <a:pt x="94587" y="15920"/>
                  </a:lnTo>
                  <a:lnTo>
                    <a:pt x="89985" y="12873"/>
                  </a:lnTo>
                  <a:lnTo>
                    <a:pt x="85285" y="9979"/>
                  </a:lnTo>
                  <a:lnTo>
                    <a:pt x="80492" y="7242"/>
                  </a:lnTo>
                  <a:lnTo>
                    <a:pt x="75611" y="4664"/>
                  </a:lnTo>
                  <a:lnTo>
                    <a:pt x="70648" y="2249"/>
                  </a:lnTo>
                  <a:lnTo>
                    <a:pt x="65607" y="0"/>
                  </a:lnTo>
                  <a:lnTo>
                    <a:pt x="0" y="1537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65607" cy="167167"/>
            </a:xfrm>
            <a:custGeom>
              <a:avLst/>
              <a:pathLst>
                <a:path w="65607" h="167167">
                  <a:moveTo>
                    <a:pt x="65607" y="13412"/>
                  </a:moveTo>
                  <a:lnTo>
                    <a:pt x="59927" y="11110"/>
                  </a:lnTo>
                  <a:lnTo>
                    <a:pt x="54166" y="9019"/>
                  </a:lnTo>
                  <a:lnTo>
                    <a:pt x="48333" y="7139"/>
                  </a:lnTo>
                  <a:lnTo>
                    <a:pt x="42434" y="5475"/>
                  </a:lnTo>
                  <a:lnTo>
                    <a:pt x="36479" y="4028"/>
                  </a:lnTo>
                  <a:lnTo>
                    <a:pt x="30474" y="2801"/>
                  </a:lnTo>
                  <a:lnTo>
                    <a:pt x="24428" y="1794"/>
                  </a:lnTo>
                  <a:lnTo>
                    <a:pt x="18350" y="1010"/>
                  </a:lnTo>
                  <a:lnTo>
                    <a:pt x="12247" y="449"/>
                  </a:lnTo>
                  <a:lnTo>
                    <a:pt x="6127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358829" y="3170392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3" y="335"/>
                  </a:lnTo>
                  <a:lnTo>
                    <a:pt x="151282" y="754"/>
                  </a:lnTo>
                  <a:lnTo>
                    <a:pt x="146017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1" y="4096"/>
                  </a:lnTo>
                  <a:lnTo>
                    <a:pt x="125223" y="5343"/>
                  </a:lnTo>
                  <a:lnTo>
                    <a:pt x="120116" y="6753"/>
                  </a:lnTo>
                  <a:lnTo>
                    <a:pt x="115057" y="8324"/>
                  </a:lnTo>
                  <a:lnTo>
                    <a:pt x="110050" y="10054"/>
                  </a:lnTo>
                  <a:lnTo>
                    <a:pt x="105101" y="11942"/>
                  </a:lnTo>
                  <a:lnTo>
                    <a:pt x="100214" y="13986"/>
                  </a:lnTo>
                  <a:lnTo>
                    <a:pt x="95394" y="16184"/>
                  </a:lnTo>
                  <a:lnTo>
                    <a:pt x="90646" y="18534"/>
                  </a:lnTo>
                  <a:lnTo>
                    <a:pt x="85975" y="21032"/>
                  </a:lnTo>
                  <a:lnTo>
                    <a:pt x="81385" y="23678"/>
                  </a:lnTo>
                  <a:lnTo>
                    <a:pt x="76882" y="26467"/>
                  </a:lnTo>
                  <a:lnTo>
                    <a:pt x="72469" y="29398"/>
                  </a:lnTo>
                  <a:lnTo>
                    <a:pt x="68151" y="32467"/>
                  </a:lnTo>
                  <a:lnTo>
                    <a:pt x="63933" y="35672"/>
                  </a:lnTo>
                  <a:lnTo>
                    <a:pt x="59818" y="39008"/>
                  </a:lnTo>
                  <a:lnTo>
                    <a:pt x="55812" y="42474"/>
                  </a:lnTo>
                  <a:lnTo>
                    <a:pt x="51916" y="46064"/>
                  </a:lnTo>
                  <a:lnTo>
                    <a:pt x="48137" y="49776"/>
                  </a:lnTo>
                  <a:lnTo>
                    <a:pt x="44477" y="53606"/>
                  </a:lnTo>
                  <a:lnTo>
                    <a:pt x="40941" y="57550"/>
                  </a:lnTo>
                  <a:lnTo>
                    <a:pt x="37531" y="61604"/>
                  </a:lnTo>
                  <a:lnTo>
                    <a:pt x="34251" y="65764"/>
                  </a:lnTo>
                  <a:lnTo>
                    <a:pt x="31105" y="70026"/>
                  </a:lnTo>
                  <a:lnTo>
                    <a:pt x="28095" y="74385"/>
                  </a:lnTo>
                  <a:lnTo>
                    <a:pt x="25225" y="78838"/>
                  </a:lnTo>
                  <a:lnTo>
                    <a:pt x="22498" y="83379"/>
                  </a:lnTo>
                  <a:lnTo>
                    <a:pt x="19916" y="88005"/>
                  </a:lnTo>
                  <a:lnTo>
                    <a:pt x="17481" y="92710"/>
                  </a:lnTo>
                  <a:lnTo>
                    <a:pt x="15197" y="97489"/>
                  </a:lnTo>
                  <a:lnTo>
                    <a:pt x="13066" y="102339"/>
                  </a:lnTo>
                  <a:lnTo>
                    <a:pt x="11089" y="107254"/>
                  </a:lnTo>
                  <a:lnTo>
                    <a:pt x="9269" y="112229"/>
                  </a:lnTo>
                  <a:lnTo>
                    <a:pt x="7608" y="117259"/>
                  </a:lnTo>
                  <a:lnTo>
                    <a:pt x="6106" y="122339"/>
                  </a:lnTo>
                  <a:lnTo>
                    <a:pt x="4767" y="127464"/>
                  </a:lnTo>
                  <a:lnTo>
                    <a:pt x="3590" y="132630"/>
                  </a:lnTo>
                  <a:lnTo>
                    <a:pt x="2578" y="137829"/>
                  </a:lnTo>
                  <a:lnTo>
                    <a:pt x="1731" y="143059"/>
                  </a:lnTo>
                  <a:lnTo>
                    <a:pt x="1050" y="148312"/>
                  </a:lnTo>
                  <a:lnTo>
                    <a:pt x="536" y="153585"/>
                  </a:lnTo>
                  <a:lnTo>
                    <a:pt x="190" y="158871"/>
                  </a:lnTo>
                  <a:lnTo>
                    <a:pt x="11" y="164165"/>
                  </a:lnTo>
                  <a:lnTo>
                    <a:pt x="0" y="169462"/>
                  </a:lnTo>
                  <a:lnTo>
                    <a:pt x="156" y="174757"/>
                  </a:lnTo>
                  <a:lnTo>
                    <a:pt x="481" y="180045"/>
                  </a:lnTo>
                  <a:lnTo>
                    <a:pt x="972" y="185319"/>
                  </a:lnTo>
                  <a:lnTo>
                    <a:pt x="1631" y="190576"/>
                  </a:lnTo>
                  <a:lnTo>
                    <a:pt x="2456" y="195809"/>
                  </a:lnTo>
                  <a:lnTo>
                    <a:pt x="3446" y="201013"/>
                  </a:lnTo>
                  <a:lnTo>
                    <a:pt x="4600" y="206183"/>
                  </a:lnTo>
                  <a:lnTo>
                    <a:pt x="5918" y="211314"/>
                  </a:lnTo>
                  <a:lnTo>
                    <a:pt x="7398" y="216400"/>
                  </a:lnTo>
                  <a:lnTo>
                    <a:pt x="9038" y="221437"/>
                  </a:lnTo>
                  <a:lnTo>
                    <a:pt x="10837" y="226420"/>
                  </a:lnTo>
                  <a:lnTo>
                    <a:pt x="12793" y="231343"/>
                  </a:lnTo>
                  <a:lnTo>
                    <a:pt x="14904" y="236201"/>
                  </a:lnTo>
                  <a:lnTo>
                    <a:pt x="17168" y="240991"/>
                  </a:lnTo>
                  <a:lnTo>
                    <a:pt x="19582" y="245706"/>
                  </a:lnTo>
                  <a:lnTo>
                    <a:pt x="22145" y="250342"/>
                  </a:lnTo>
                  <a:lnTo>
                    <a:pt x="24853" y="254895"/>
                  </a:lnTo>
                  <a:lnTo>
                    <a:pt x="27704" y="259360"/>
                  </a:lnTo>
                  <a:lnTo>
                    <a:pt x="30695" y="263732"/>
                  </a:lnTo>
                  <a:lnTo>
                    <a:pt x="33824" y="268007"/>
                  </a:lnTo>
                  <a:lnTo>
                    <a:pt x="37086" y="272181"/>
                  </a:lnTo>
                  <a:lnTo>
                    <a:pt x="40478" y="276249"/>
                  </a:lnTo>
                  <a:lnTo>
                    <a:pt x="43998" y="280208"/>
                  </a:lnTo>
                  <a:lnTo>
                    <a:pt x="47642" y="284054"/>
                  </a:lnTo>
                  <a:lnTo>
                    <a:pt x="51406" y="287782"/>
                  </a:lnTo>
                  <a:lnTo>
                    <a:pt x="55285" y="291389"/>
                  </a:lnTo>
                  <a:lnTo>
                    <a:pt x="59278" y="294871"/>
                  </a:lnTo>
                  <a:lnTo>
                    <a:pt x="63378" y="298225"/>
                  </a:lnTo>
                  <a:lnTo>
                    <a:pt x="67583" y="301447"/>
                  </a:lnTo>
                  <a:lnTo>
                    <a:pt x="71887" y="304534"/>
                  </a:lnTo>
                  <a:lnTo>
                    <a:pt x="76288" y="307484"/>
                  </a:lnTo>
                  <a:lnTo>
                    <a:pt x="80779" y="310292"/>
                  </a:lnTo>
                  <a:lnTo>
                    <a:pt x="85358" y="312957"/>
                  </a:lnTo>
                  <a:lnTo>
                    <a:pt x="90018" y="315476"/>
                  </a:lnTo>
                  <a:lnTo>
                    <a:pt x="94756" y="317845"/>
                  </a:lnTo>
                  <a:lnTo>
                    <a:pt x="99567" y="320063"/>
                  </a:lnTo>
                  <a:lnTo>
                    <a:pt x="104445" y="322128"/>
                  </a:lnTo>
                  <a:lnTo>
                    <a:pt x="109387" y="324037"/>
                  </a:lnTo>
                  <a:lnTo>
                    <a:pt x="114386" y="325789"/>
                  </a:lnTo>
                  <a:lnTo>
                    <a:pt x="119439" y="327381"/>
                  </a:lnTo>
                  <a:lnTo>
                    <a:pt x="124539" y="328812"/>
                  </a:lnTo>
                  <a:lnTo>
                    <a:pt x="129682" y="330081"/>
                  </a:lnTo>
                  <a:lnTo>
                    <a:pt x="134863" y="331187"/>
                  </a:lnTo>
                  <a:lnTo>
                    <a:pt x="140076" y="332127"/>
                  </a:lnTo>
                  <a:lnTo>
                    <a:pt x="145317" y="332902"/>
                  </a:lnTo>
                  <a:lnTo>
                    <a:pt x="150579" y="333511"/>
                  </a:lnTo>
                  <a:lnTo>
                    <a:pt x="155858" y="333952"/>
                  </a:lnTo>
                  <a:lnTo>
                    <a:pt x="161148" y="334227"/>
                  </a:lnTo>
                  <a:lnTo>
                    <a:pt x="166444" y="334333"/>
                  </a:lnTo>
                  <a:lnTo>
                    <a:pt x="171742" y="334271"/>
                  </a:lnTo>
                  <a:lnTo>
                    <a:pt x="177034" y="334042"/>
                  </a:lnTo>
                  <a:lnTo>
                    <a:pt x="182317" y="333645"/>
                  </a:lnTo>
                  <a:lnTo>
                    <a:pt x="187584" y="333081"/>
                  </a:lnTo>
                  <a:lnTo>
                    <a:pt x="192831" y="332350"/>
                  </a:lnTo>
                  <a:lnTo>
                    <a:pt x="198052" y="331454"/>
                  </a:lnTo>
                  <a:lnTo>
                    <a:pt x="203241" y="330392"/>
                  </a:lnTo>
                  <a:lnTo>
                    <a:pt x="208395" y="329167"/>
                  </a:lnTo>
                  <a:lnTo>
                    <a:pt x="213507" y="327778"/>
                  </a:lnTo>
                  <a:lnTo>
                    <a:pt x="218573" y="326229"/>
                  </a:lnTo>
                  <a:lnTo>
                    <a:pt x="223587" y="324520"/>
                  </a:lnTo>
                  <a:lnTo>
                    <a:pt x="228545" y="322653"/>
                  </a:lnTo>
                  <a:lnTo>
                    <a:pt x="233441" y="320629"/>
                  </a:lnTo>
                  <a:lnTo>
                    <a:pt x="238270" y="318452"/>
                  </a:lnTo>
                  <a:lnTo>
                    <a:pt x="243028" y="316122"/>
                  </a:lnTo>
                  <a:lnTo>
                    <a:pt x="247709" y="313643"/>
                  </a:lnTo>
                  <a:lnTo>
                    <a:pt x="252310" y="311017"/>
                  </a:lnTo>
                  <a:lnTo>
                    <a:pt x="256825" y="308247"/>
                  </a:lnTo>
                  <a:lnTo>
                    <a:pt x="261250" y="305335"/>
                  </a:lnTo>
                  <a:lnTo>
                    <a:pt x="265581" y="302284"/>
                  </a:lnTo>
                  <a:lnTo>
                    <a:pt x="269813" y="299097"/>
                  </a:lnTo>
                  <a:lnTo>
                    <a:pt x="273941" y="295778"/>
                  </a:lnTo>
                  <a:lnTo>
                    <a:pt x="277963" y="292330"/>
                  </a:lnTo>
                  <a:lnTo>
                    <a:pt x="281873" y="288756"/>
                  </a:lnTo>
                  <a:lnTo>
                    <a:pt x="285668" y="285060"/>
                  </a:lnTo>
                  <a:lnTo>
                    <a:pt x="289344" y="281245"/>
                  </a:lnTo>
                  <a:lnTo>
                    <a:pt x="292897" y="277316"/>
                  </a:lnTo>
                  <a:lnTo>
                    <a:pt x="296324" y="273277"/>
                  </a:lnTo>
                  <a:lnTo>
                    <a:pt x="299621" y="269131"/>
                  </a:lnTo>
                  <a:lnTo>
                    <a:pt x="302786" y="264882"/>
                  </a:lnTo>
                  <a:lnTo>
                    <a:pt x="305814" y="260536"/>
                  </a:lnTo>
                  <a:lnTo>
                    <a:pt x="308702" y="256095"/>
                  </a:lnTo>
                  <a:lnTo>
                    <a:pt x="311449" y="251565"/>
                  </a:lnTo>
                  <a:lnTo>
                    <a:pt x="314051" y="246951"/>
                  </a:lnTo>
                  <a:lnTo>
                    <a:pt x="316505" y="242256"/>
                  </a:lnTo>
                  <a:lnTo>
                    <a:pt x="318809" y="237486"/>
                  </a:lnTo>
                  <a:lnTo>
                    <a:pt x="320961" y="232646"/>
                  </a:lnTo>
                  <a:lnTo>
                    <a:pt x="322959" y="227739"/>
                  </a:lnTo>
                  <a:lnTo>
                    <a:pt x="324800" y="222772"/>
                  </a:lnTo>
                  <a:lnTo>
                    <a:pt x="326482" y="217749"/>
                  </a:lnTo>
                  <a:lnTo>
                    <a:pt x="328005" y="212675"/>
                  </a:lnTo>
                  <a:lnTo>
                    <a:pt x="329366" y="207556"/>
                  </a:lnTo>
                  <a:lnTo>
                    <a:pt x="330564" y="202395"/>
                  </a:lnTo>
                  <a:lnTo>
                    <a:pt x="331599" y="197200"/>
                  </a:lnTo>
                  <a:lnTo>
                    <a:pt x="332468" y="191974"/>
                  </a:lnTo>
                  <a:lnTo>
                    <a:pt x="333171" y="186724"/>
                  </a:lnTo>
                  <a:lnTo>
                    <a:pt x="333707" y="181454"/>
                  </a:lnTo>
                  <a:lnTo>
                    <a:pt x="334076" y="176169"/>
                  </a:lnTo>
                  <a:lnTo>
                    <a:pt x="334277" y="170875"/>
                  </a:lnTo>
                  <a:lnTo>
                    <a:pt x="334311" y="165578"/>
                  </a:lnTo>
                  <a:lnTo>
                    <a:pt x="334177" y="160282"/>
                  </a:lnTo>
                  <a:lnTo>
                    <a:pt x="333875" y="154994"/>
                  </a:lnTo>
                  <a:lnTo>
                    <a:pt x="333405" y="149717"/>
                  </a:lnTo>
                  <a:lnTo>
                    <a:pt x="332769" y="144458"/>
                  </a:lnTo>
                  <a:lnTo>
                    <a:pt x="331966" y="139222"/>
                  </a:lnTo>
                  <a:lnTo>
                    <a:pt x="330998" y="134014"/>
                  </a:lnTo>
                  <a:lnTo>
                    <a:pt x="329865" y="128839"/>
                  </a:lnTo>
                  <a:lnTo>
                    <a:pt x="328569" y="123702"/>
                  </a:lnTo>
                  <a:lnTo>
                    <a:pt x="327111" y="118610"/>
                  </a:lnTo>
                  <a:lnTo>
                    <a:pt x="325492" y="113566"/>
                  </a:lnTo>
                  <a:lnTo>
                    <a:pt x="323714" y="108575"/>
                  </a:lnTo>
                  <a:lnTo>
                    <a:pt x="321779" y="103644"/>
                  </a:lnTo>
                  <a:lnTo>
                    <a:pt x="319689" y="98777"/>
                  </a:lnTo>
                  <a:lnTo>
                    <a:pt x="317445" y="93978"/>
                  </a:lnTo>
                  <a:lnTo>
                    <a:pt x="315051" y="89252"/>
                  </a:lnTo>
                  <a:lnTo>
                    <a:pt x="312508" y="84605"/>
                  </a:lnTo>
                  <a:lnTo>
                    <a:pt x="309819" y="80041"/>
                  </a:lnTo>
                  <a:lnTo>
                    <a:pt x="306987" y="75564"/>
                  </a:lnTo>
                  <a:lnTo>
                    <a:pt x="304014" y="71180"/>
                  </a:lnTo>
                  <a:lnTo>
                    <a:pt x="300904" y="66891"/>
                  </a:lnTo>
                  <a:lnTo>
                    <a:pt x="297659" y="62704"/>
                  </a:lnTo>
                  <a:lnTo>
                    <a:pt x="294284" y="58621"/>
                  </a:lnTo>
                  <a:lnTo>
                    <a:pt x="290781" y="54647"/>
                  </a:lnTo>
                  <a:lnTo>
                    <a:pt x="287153" y="50786"/>
                  </a:lnTo>
                  <a:lnTo>
                    <a:pt x="283406" y="47043"/>
                  </a:lnTo>
                  <a:lnTo>
                    <a:pt x="279541" y="43419"/>
                  </a:lnTo>
                  <a:lnTo>
                    <a:pt x="275564" y="39920"/>
                  </a:lnTo>
                  <a:lnTo>
                    <a:pt x="271477" y="3654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06942"/>
              <a:ext cx="104326" cy="130617"/>
            </a:xfrm>
            <a:custGeom>
              <a:avLst/>
              <a:pathLst>
                <a:path w="104326" h="130617">
                  <a:moveTo>
                    <a:pt x="104326" y="0"/>
                  </a:moveTo>
                  <a:lnTo>
                    <a:pt x="0" y="1306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02632"/>
              <a:ext cx="104326" cy="134927"/>
            </a:xfrm>
            <a:custGeom>
              <a:avLst/>
              <a:pathLst>
                <a:path w="104326" h="134927">
                  <a:moveTo>
                    <a:pt x="104326" y="4310"/>
                  </a:moveTo>
                  <a:lnTo>
                    <a:pt x="98688" y="0"/>
                  </a:lnTo>
                  <a:lnTo>
                    <a:pt x="0" y="134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98688" cy="167167"/>
            </a:xfrm>
            <a:custGeom>
              <a:avLst/>
              <a:pathLst>
                <a:path w="98688" h="167167">
                  <a:moveTo>
                    <a:pt x="98688" y="32239"/>
                  </a:moveTo>
                  <a:lnTo>
                    <a:pt x="94150" y="29034"/>
                  </a:lnTo>
                  <a:lnTo>
                    <a:pt x="89508" y="25982"/>
                  </a:lnTo>
                  <a:lnTo>
                    <a:pt x="84766" y="23085"/>
                  </a:lnTo>
                  <a:lnTo>
                    <a:pt x="79932" y="20348"/>
                  </a:lnTo>
                  <a:lnTo>
                    <a:pt x="75009" y="17773"/>
                  </a:lnTo>
                  <a:lnTo>
                    <a:pt x="70003" y="15363"/>
                  </a:lnTo>
                  <a:lnTo>
                    <a:pt x="64919" y="13120"/>
                  </a:lnTo>
                  <a:lnTo>
                    <a:pt x="59765" y="11048"/>
                  </a:lnTo>
                  <a:lnTo>
                    <a:pt x="54544" y="9148"/>
                  </a:lnTo>
                  <a:lnTo>
                    <a:pt x="49262" y="7423"/>
                  </a:lnTo>
                  <a:lnTo>
                    <a:pt x="43927" y="5874"/>
                  </a:lnTo>
                  <a:lnTo>
                    <a:pt x="38543" y="4504"/>
                  </a:lnTo>
                  <a:lnTo>
                    <a:pt x="33116" y="3313"/>
                  </a:lnTo>
                  <a:lnTo>
                    <a:pt x="27653" y="2303"/>
                  </a:lnTo>
                  <a:lnTo>
                    <a:pt x="22159" y="1475"/>
                  </a:lnTo>
                  <a:lnTo>
                    <a:pt x="16640" y="830"/>
                  </a:lnTo>
                  <a:lnTo>
                    <a:pt x="11104" y="369"/>
                  </a:lnTo>
                  <a:lnTo>
                    <a:pt x="555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423589" y="3707720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4" y="83"/>
                  </a:lnTo>
                  <a:lnTo>
                    <a:pt x="156595" y="334"/>
                  </a:lnTo>
                  <a:lnTo>
                    <a:pt x="151327" y="751"/>
                  </a:lnTo>
                  <a:lnTo>
                    <a:pt x="146074" y="1334"/>
                  </a:lnTo>
                  <a:lnTo>
                    <a:pt x="140843" y="2084"/>
                  </a:lnTo>
                  <a:lnTo>
                    <a:pt x="135638" y="2998"/>
                  </a:lnTo>
                  <a:lnTo>
                    <a:pt x="130464" y="4077"/>
                  </a:lnTo>
                  <a:lnTo>
                    <a:pt x="125327" y="5318"/>
                  </a:lnTo>
                  <a:lnTo>
                    <a:pt x="120232" y="6721"/>
                  </a:lnTo>
                  <a:lnTo>
                    <a:pt x="115183" y="8285"/>
                  </a:lnTo>
                  <a:lnTo>
                    <a:pt x="110187" y="10007"/>
                  </a:lnTo>
                  <a:lnTo>
                    <a:pt x="105247" y="11887"/>
                  </a:lnTo>
                  <a:lnTo>
                    <a:pt x="100370" y="13921"/>
                  </a:lnTo>
                  <a:lnTo>
                    <a:pt x="95559" y="16109"/>
                  </a:lnTo>
                  <a:lnTo>
                    <a:pt x="90820" y="18448"/>
                  </a:lnTo>
                  <a:lnTo>
                    <a:pt x="86157" y="20935"/>
                  </a:lnTo>
                  <a:lnTo>
                    <a:pt x="81575" y="23569"/>
                  </a:lnTo>
                  <a:lnTo>
                    <a:pt x="77078" y="26346"/>
                  </a:lnTo>
                  <a:lnTo>
                    <a:pt x="72672" y="29264"/>
                  </a:lnTo>
                  <a:lnTo>
                    <a:pt x="68360" y="32320"/>
                  </a:lnTo>
                  <a:lnTo>
                    <a:pt x="64147" y="35510"/>
                  </a:lnTo>
                  <a:lnTo>
                    <a:pt x="60037" y="38832"/>
                  </a:lnTo>
                  <a:lnTo>
                    <a:pt x="56033" y="42282"/>
                  </a:lnTo>
                  <a:lnTo>
                    <a:pt x="52141" y="45858"/>
                  </a:lnTo>
                  <a:lnTo>
                    <a:pt x="48364" y="49554"/>
                  </a:lnTo>
                  <a:lnTo>
                    <a:pt x="44706" y="53368"/>
                  </a:lnTo>
                  <a:lnTo>
                    <a:pt x="41170" y="57296"/>
                  </a:lnTo>
                  <a:lnTo>
                    <a:pt x="37759" y="61333"/>
                  </a:lnTo>
                  <a:lnTo>
                    <a:pt x="34479" y="65476"/>
                  </a:lnTo>
                  <a:lnTo>
                    <a:pt x="31330" y="69721"/>
                  </a:lnTo>
                  <a:lnTo>
                    <a:pt x="28318" y="74064"/>
                  </a:lnTo>
                  <a:lnTo>
                    <a:pt x="25444" y="78499"/>
                  </a:lnTo>
                  <a:lnTo>
                    <a:pt x="22712" y="83023"/>
                  </a:lnTo>
                  <a:lnTo>
                    <a:pt x="20125" y="87631"/>
                  </a:lnTo>
                  <a:lnTo>
                    <a:pt x="17684" y="92319"/>
                  </a:lnTo>
                  <a:lnTo>
                    <a:pt x="15393" y="97081"/>
                  </a:lnTo>
                  <a:lnTo>
                    <a:pt x="13253" y="101913"/>
                  </a:lnTo>
                  <a:lnTo>
                    <a:pt x="11267" y="106811"/>
                  </a:lnTo>
                  <a:lnTo>
                    <a:pt x="9437" y="111769"/>
                  </a:lnTo>
                  <a:lnTo>
                    <a:pt x="7765" y="116782"/>
                  </a:lnTo>
                  <a:lnTo>
                    <a:pt x="6252" y="121846"/>
                  </a:lnTo>
                  <a:lnTo>
                    <a:pt x="4900" y="126955"/>
                  </a:lnTo>
                  <a:lnTo>
                    <a:pt x="3710" y="132104"/>
                  </a:lnTo>
                  <a:lnTo>
                    <a:pt x="2683" y="137288"/>
                  </a:lnTo>
                  <a:lnTo>
                    <a:pt x="1821" y="142503"/>
                  </a:lnTo>
                  <a:lnTo>
                    <a:pt x="1124" y="147741"/>
                  </a:lnTo>
                  <a:lnTo>
                    <a:pt x="593" y="153000"/>
                  </a:lnTo>
                  <a:lnTo>
                    <a:pt x="228" y="158272"/>
                  </a:lnTo>
                  <a:lnTo>
                    <a:pt x="30" y="163553"/>
                  </a:lnTo>
                  <a:lnTo>
                    <a:pt x="0" y="168838"/>
                  </a:lnTo>
                  <a:lnTo>
                    <a:pt x="136" y="174121"/>
                  </a:lnTo>
                  <a:lnTo>
                    <a:pt x="439" y="179397"/>
                  </a:lnTo>
                  <a:lnTo>
                    <a:pt x="909" y="184661"/>
                  </a:lnTo>
                  <a:lnTo>
                    <a:pt x="1545" y="189908"/>
                  </a:lnTo>
                  <a:lnTo>
                    <a:pt x="2347" y="195132"/>
                  </a:lnTo>
                  <a:lnTo>
                    <a:pt x="3313" y="200327"/>
                  </a:lnTo>
                  <a:lnTo>
                    <a:pt x="4443" y="205490"/>
                  </a:lnTo>
                  <a:lnTo>
                    <a:pt x="5736" y="210614"/>
                  </a:lnTo>
                  <a:lnTo>
                    <a:pt x="7190" y="215695"/>
                  </a:lnTo>
                  <a:lnTo>
                    <a:pt x="8804" y="220728"/>
                  </a:lnTo>
                  <a:lnTo>
                    <a:pt x="10576" y="225707"/>
                  </a:lnTo>
                  <a:lnTo>
                    <a:pt x="12505" y="230627"/>
                  </a:lnTo>
                  <a:lnTo>
                    <a:pt x="14588" y="235484"/>
                  </a:lnTo>
                  <a:lnTo>
                    <a:pt x="16824" y="240273"/>
                  </a:lnTo>
                  <a:lnTo>
                    <a:pt x="19210" y="244988"/>
                  </a:lnTo>
                  <a:lnTo>
                    <a:pt x="21744" y="249626"/>
                  </a:lnTo>
                  <a:lnTo>
                    <a:pt x="24423" y="254182"/>
                  </a:lnTo>
                  <a:lnTo>
                    <a:pt x="27245" y="258650"/>
                  </a:lnTo>
                  <a:lnTo>
                    <a:pt x="30207" y="263027"/>
                  </a:lnTo>
                  <a:lnTo>
                    <a:pt x="33306" y="267308"/>
                  </a:lnTo>
                  <a:lnTo>
                    <a:pt x="36538" y="271490"/>
                  </a:lnTo>
                  <a:lnTo>
                    <a:pt x="39901" y="275566"/>
                  </a:lnTo>
                  <a:lnTo>
                    <a:pt x="43391" y="279535"/>
                  </a:lnTo>
                  <a:lnTo>
                    <a:pt x="47005" y="283391"/>
                  </a:lnTo>
                  <a:lnTo>
                    <a:pt x="50739" y="287131"/>
                  </a:lnTo>
                  <a:lnTo>
                    <a:pt x="54589" y="290751"/>
                  </a:lnTo>
                  <a:lnTo>
                    <a:pt x="58552" y="294248"/>
                  </a:lnTo>
                  <a:lnTo>
                    <a:pt x="62623" y="297618"/>
                  </a:lnTo>
                  <a:lnTo>
                    <a:pt x="66799" y="300857"/>
                  </a:lnTo>
                  <a:lnTo>
                    <a:pt x="71075" y="303962"/>
                  </a:lnTo>
                  <a:lnTo>
                    <a:pt x="75448" y="306931"/>
                  </a:lnTo>
                  <a:lnTo>
                    <a:pt x="79912" y="309760"/>
                  </a:lnTo>
                  <a:lnTo>
                    <a:pt x="84463" y="312447"/>
                  </a:lnTo>
                  <a:lnTo>
                    <a:pt x="89096" y="314989"/>
                  </a:lnTo>
                  <a:lnTo>
                    <a:pt x="93808" y="317382"/>
                  </a:lnTo>
                  <a:lnTo>
                    <a:pt x="98593" y="319626"/>
                  </a:lnTo>
                  <a:lnTo>
                    <a:pt x="103447" y="321717"/>
                  </a:lnTo>
                  <a:lnTo>
                    <a:pt x="108364" y="323654"/>
                  </a:lnTo>
                  <a:lnTo>
                    <a:pt x="113340" y="325434"/>
                  </a:lnTo>
                  <a:lnTo>
                    <a:pt x="118370" y="327056"/>
                  </a:lnTo>
                  <a:lnTo>
                    <a:pt x="123448" y="328519"/>
                  </a:lnTo>
                  <a:lnTo>
                    <a:pt x="128571" y="329820"/>
                  </a:lnTo>
                  <a:lnTo>
                    <a:pt x="133731" y="330958"/>
                  </a:lnTo>
                  <a:lnTo>
                    <a:pt x="138926" y="331933"/>
                  </a:lnTo>
                  <a:lnTo>
                    <a:pt x="144148" y="332743"/>
                  </a:lnTo>
                  <a:lnTo>
                    <a:pt x="149394" y="333388"/>
                  </a:lnTo>
                  <a:lnTo>
                    <a:pt x="154657" y="333866"/>
                  </a:lnTo>
                  <a:lnTo>
                    <a:pt x="159932" y="334178"/>
                  </a:lnTo>
                  <a:lnTo>
                    <a:pt x="165215" y="334323"/>
                  </a:lnTo>
                  <a:lnTo>
                    <a:pt x="170500" y="334301"/>
                  </a:lnTo>
                  <a:lnTo>
                    <a:pt x="175782" y="334112"/>
                  </a:lnTo>
                  <a:lnTo>
                    <a:pt x="181055" y="333756"/>
                  </a:lnTo>
                  <a:lnTo>
                    <a:pt x="186314" y="333233"/>
                  </a:lnTo>
                  <a:lnTo>
                    <a:pt x="191554" y="332545"/>
                  </a:lnTo>
                  <a:lnTo>
                    <a:pt x="196769" y="331691"/>
                  </a:lnTo>
                  <a:lnTo>
                    <a:pt x="201955" y="330673"/>
                  </a:lnTo>
                  <a:lnTo>
                    <a:pt x="207106" y="329491"/>
                  </a:lnTo>
                  <a:lnTo>
                    <a:pt x="212217" y="328147"/>
                  </a:lnTo>
                  <a:lnTo>
                    <a:pt x="217284" y="326642"/>
                  </a:lnTo>
                  <a:lnTo>
                    <a:pt x="222300" y="324978"/>
                  </a:lnTo>
                  <a:lnTo>
                    <a:pt x="227261" y="323156"/>
                  </a:lnTo>
                  <a:lnTo>
                    <a:pt x="232161" y="321179"/>
                  </a:lnTo>
                  <a:lnTo>
                    <a:pt x="236997" y="319047"/>
                  </a:lnTo>
                  <a:lnTo>
                    <a:pt x="241763" y="316763"/>
                  </a:lnTo>
                  <a:lnTo>
                    <a:pt x="246455" y="314330"/>
                  </a:lnTo>
                  <a:lnTo>
                    <a:pt x="251067" y="311750"/>
                  </a:lnTo>
                  <a:lnTo>
                    <a:pt x="255596" y="309025"/>
                  </a:lnTo>
                  <a:lnTo>
                    <a:pt x="260036" y="306159"/>
                  </a:lnTo>
                  <a:lnTo>
                    <a:pt x="264383" y="303154"/>
                  </a:lnTo>
                  <a:lnTo>
                    <a:pt x="268633" y="300012"/>
                  </a:lnTo>
                  <a:lnTo>
                    <a:pt x="272782" y="296738"/>
                  </a:lnTo>
                  <a:lnTo>
                    <a:pt x="276825" y="293335"/>
                  </a:lnTo>
                  <a:lnTo>
                    <a:pt x="280758" y="289805"/>
                  </a:lnTo>
                  <a:lnTo>
                    <a:pt x="284578" y="286153"/>
                  </a:lnTo>
                  <a:lnTo>
                    <a:pt x="288280" y="282382"/>
                  </a:lnTo>
                  <a:lnTo>
                    <a:pt x="291862" y="278495"/>
                  </a:lnTo>
                  <a:lnTo>
                    <a:pt x="295319" y="274498"/>
                  </a:lnTo>
                  <a:lnTo>
                    <a:pt x="298648" y="270393"/>
                  </a:lnTo>
                  <a:lnTo>
                    <a:pt x="301845" y="266185"/>
                  </a:lnTo>
                  <a:lnTo>
                    <a:pt x="304908" y="261878"/>
                  </a:lnTo>
                  <a:lnTo>
                    <a:pt x="307833" y="257476"/>
                  </a:lnTo>
                  <a:lnTo>
                    <a:pt x="310617" y="252984"/>
                  </a:lnTo>
                  <a:lnTo>
                    <a:pt x="313258" y="248407"/>
                  </a:lnTo>
                  <a:lnTo>
                    <a:pt x="315753" y="243748"/>
                  </a:lnTo>
                  <a:lnTo>
                    <a:pt x="318100" y="239012"/>
                  </a:lnTo>
                  <a:lnTo>
                    <a:pt x="320295" y="234205"/>
                  </a:lnTo>
                  <a:lnTo>
                    <a:pt x="322338" y="229331"/>
                  </a:lnTo>
                  <a:lnTo>
                    <a:pt x="324225" y="224394"/>
                  </a:lnTo>
                  <a:lnTo>
                    <a:pt x="325956" y="219401"/>
                  </a:lnTo>
                  <a:lnTo>
                    <a:pt x="327528" y="214355"/>
                  </a:lnTo>
                  <a:lnTo>
                    <a:pt x="328939" y="209262"/>
                  </a:lnTo>
                  <a:lnTo>
                    <a:pt x="330189" y="204127"/>
                  </a:lnTo>
                  <a:lnTo>
                    <a:pt x="331276" y="198955"/>
                  </a:lnTo>
                  <a:lnTo>
                    <a:pt x="332199" y="193752"/>
                  </a:lnTo>
                  <a:lnTo>
                    <a:pt x="332957" y="188521"/>
                  </a:lnTo>
                  <a:lnTo>
                    <a:pt x="333549" y="183270"/>
                  </a:lnTo>
                  <a:lnTo>
                    <a:pt x="333975" y="178002"/>
                  </a:lnTo>
                  <a:lnTo>
                    <a:pt x="334234" y="172723"/>
                  </a:lnTo>
                  <a:lnTo>
                    <a:pt x="334326" y="167439"/>
                  </a:lnTo>
                  <a:lnTo>
                    <a:pt x="334251" y="162155"/>
                  </a:lnTo>
                  <a:lnTo>
                    <a:pt x="334009" y="156875"/>
                  </a:lnTo>
                  <a:lnTo>
                    <a:pt x="333600" y="151606"/>
                  </a:lnTo>
                  <a:lnTo>
                    <a:pt x="333025" y="146353"/>
                  </a:lnTo>
                  <a:lnTo>
                    <a:pt x="332284" y="141120"/>
                  </a:lnTo>
                  <a:lnTo>
                    <a:pt x="331378" y="135913"/>
                  </a:lnTo>
                  <a:lnTo>
                    <a:pt x="330308" y="130738"/>
                  </a:lnTo>
                  <a:lnTo>
                    <a:pt x="329075" y="125599"/>
                  </a:lnTo>
                  <a:lnTo>
                    <a:pt x="327680" y="120501"/>
                  </a:lnTo>
                  <a:lnTo>
                    <a:pt x="326125" y="115450"/>
                  </a:lnTo>
                  <a:lnTo>
                    <a:pt x="324411" y="110451"/>
                  </a:lnTo>
                  <a:lnTo>
                    <a:pt x="322539" y="105509"/>
                  </a:lnTo>
                  <a:lnTo>
                    <a:pt x="320513" y="100628"/>
                  </a:lnTo>
                  <a:lnTo>
                    <a:pt x="318333" y="95814"/>
                  </a:lnTo>
                  <a:lnTo>
                    <a:pt x="316002" y="91070"/>
                  </a:lnTo>
                  <a:lnTo>
                    <a:pt x="313522" y="86404"/>
                  </a:lnTo>
                  <a:lnTo>
                    <a:pt x="310896" y="81817"/>
                  </a:lnTo>
                  <a:lnTo>
                    <a:pt x="308126" y="77316"/>
                  </a:lnTo>
                  <a:lnTo>
                    <a:pt x="305215" y="72905"/>
                  </a:lnTo>
                  <a:lnTo>
                    <a:pt x="302167" y="68588"/>
                  </a:lnTo>
                  <a:lnTo>
                    <a:pt x="298983" y="64370"/>
                  </a:lnTo>
                  <a:lnTo>
                    <a:pt x="295668" y="60254"/>
                  </a:lnTo>
                  <a:lnTo>
                    <a:pt x="292224" y="56245"/>
                  </a:lnTo>
                  <a:lnTo>
                    <a:pt x="288655" y="52347"/>
                  </a:lnTo>
                  <a:lnTo>
                    <a:pt x="284965" y="48564"/>
                  </a:lnTo>
                  <a:lnTo>
                    <a:pt x="281157" y="44899"/>
                  </a:lnTo>
                  <a:lnTo>
                    <a:pt x="277235" y="41357"/>
                  </a:lnTo>
                  <a:lnTo>
                    <a:pt x="273203" y="37940"/>
                  </a:lnTo>
                  <a:lnTo>
                    <a:pt x="269065" y="34653"/>
                  </a:lnTo>
                  <a:lnTo>
                    <a:pt x="264825" y="31498"/>
                  </a:lnTo>
                  <a:lnTo>
                    <a:pt x="260488" y="28478"/>
                  </a:lnTo>
                  <a:lnTo>
                    <a:pt x="256057" y="25597"/>
                  </a:lnTo>
                  <a:lnTo>
                    <a:pt x="251538" y="22858"/>
                  </a:lnTo>
                  <a:lnTo>
                    <a:pt x="246934" y="20263"/>
                  </a:lnTo>
                  <a:lnTo>
                    <a:pt x="242250" y="17814"/>
                  </a:lnTo>
                  <a:lnTo>
                    <a:pt x="237492" y="15515"/>
                  </a:lnTo>
                  <a:lnTo>
                    <a:pt x="232663" y="13368"/>
                  </a:lnTo>
                  <a:lnTo>
                    <a:pt x="227768" y="11374"/>
                  </a:lnTo>
                  <a:lnTo>
                    <a:pt x="222813" y="9536"/>
                  </a:lnTo>
                  <a:lnTo>
                    <a:pt x="217803" y="785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15576"/>
              <a:ext cx="50644" cy="159311"/>
            </a:xfrm>
            <a:custGeom>
              <a:avLst/>
              <a:pathLst>
                <a:path w="50644" h="159311">
                  <a:moveTo>
                    <a:pt x="50644" y="0"/>
                  </a:moveTo>
                  <a:lnTo>
                    <a:pt x="0" y="159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50644" cy="167167"/>
            </a:xfrm>
            <a:custGeom>
              <a:avLst/>
              <a:pathLst>
                <a:path w="50644" h="167167">
                  <a:moveTo>
                    <a:pt x="50644" y="7856"/>
                  </a:moveTo>
                  <a:lnTo>
                    <a:pt x="44478" y="6025"/>
                  </a:lnTo>
                  <a:lnTo>
                    <a:pt x="38247" y="4434"/>
                  </a:lnTo>
                  <a:lnTo>
                    <a:pt x="31959" y="3083"/>
                  </a:lnTo>
                  <a:lnTo>
                    <a:pt x="25624" y="1975"/>
                  </a:lnTo>
                  <a:lnTo>
                    <a:pt x="19251" y="1112"/>
                  </a:lnTo>
                  <a:lnTo>
                    <a:pt x="12850" y="494"/>
                  </a:lnTo>
                  <a:lnTo>
                    <a:pt x="6429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614131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3"/>
                  </a:lnTo>
                  <a:lnTo>
                    <a:pt x="130429" y="4084"/>
                  </a:lnTo>
                  <a:lnTo>
                    <a:pt x="125288" y="5327"/>
                  </a:lnTo>
                  <a:lnTo>
                    <a:pt x="120189" y="6733"/>
                  </a:lnTo>
                  <a:lnTo>
                    <a:pt x="115136" y="8299"/>
                  </a:lnTo>
                  <a:lnTo>
                    <a:pt x="110136" y="10025"/>
                  </a:lnTo>
                  <a:lnTo>
                    <a:pt x="105193" y="11908"/>
                  </a:lnTo>
                  <a:lnTo>
                    <a:pt x="100311" y="13946"/>
                  </a:lnTo>
                  <a:lnTo>
                    <a:pt x="95497" y="16137"/>
                  </a:lnTo>
                  <a:lnTo>
                    <a:pt x="90755" y="18480"/>
                  </a:lnTo>
                  <a:lnTo>
                    <a:pt x="86089" y="20972"/>
                  </a:lnTo>
                  <a:lnTo>
                    <a:pt x="81504" y="23610"/>
                  </a:lnTo>
                  <a:lnTo>
                    <a:pt x="77005" y="26392"/>
                  </a:lnTo>
                  <a:lnTo>
                    <a:pt x="72596" y="29314"/>
                  </a:lnTo>
                  <a:lnTo>
                    <a:pt x="68282" y="32375"/>
                  </a:lnTo>
                  <a:lnTo>
                    <a:pt x="64067" y="35571"/>
                  </a:lnTo>
                  <a:lnTo>
                    <a:pt x="59955" y="38898"/>
                  </a:lnTo>
                  <a:lnTo>
                    <a:pt x="55950" y="42354"/>
                  </a:lnTo>
                  <a:lnTo>
                    <a:pt x="52057" y="45935"/>
                  </a:lnTo>
                  <a:lnTo>
                    <a:pt x="48279" y="49637"/>
                  </a:lnTo>
                  <a:lnTo>
                    <a:pt x="44620" y="53457"/>
                  </a:lnTo>
                  <a:lnTo>
                    <a:pt x="41084" y="57391"/>
                  </a:lnTo>
                  <a:lnTo>
                    <a:pt x="37674" y="61435"/>
                  </a:lnTo>
                  <a:lnTo>
                    <a:pt x="34393" y="65584"/>
                  </a:lnTo>
                  <a:lnTo>
                    <a:pt x="31246" y="69836"/>
                  </a:lnTo>
                  <a:lnTo>
                    <a:pt x="28234" y="74184"/>
                  </a:lnTo>
                  <a:lnTo>
                    <a:pt x="25362" y="78626"/>
                  </a:lnTo>
                  <a:lnTo>
                    <a:pt x="22632" y="83157"/>
                  </a:lnTo>
                  <a:lnTo>
                    <a:pt x="20046" y="87771"/>
                  </a:lnTo>
                  <a:lnTo>
                    <a:pt x="17608" y="92465"/>
                  </a:lnTo>
                  <a:lnTo>
                    <a:pt x="15319" y="97234"/>
                  </a:lnTo>
                  <a:lnTo>
                    <a:pt x="13183" y="102073"/>
                  </a:lnTo>
                  <a:lnTo>
                    <a:pt x="11200" y="106977"/>
                  </a:lnTo>
                  <a:lnTo>
                    <a:pt x="9374" y="111942"/>
                  </a:lnTo>
                  <a:lnTo>
                    <a:pt x="7706" y="116961"/>
                  </a:lnTo>
                  <a:lnTo>
                    <a:pt x="6197" y="122031"/>
                  </a:lnTo>
                  <a:lnTo>
                    <a:pt x="4850" y="127146"/>
                  </a:lnTo>
                  <a:lnTo>
                    <a:pt x="3665" y="132302"/>
                  </a:lnTo>
                  <a:lnTo>
                    <a:pt x="2644" y="137492"/>
                  </a:lnTo>
                  <a:lnTo>
                    <a:pt x="1787" y="142712"/>
                  </a:lnTo>
                  <a:lnTo>
                    <a:pt x="1096" y="147956"/>
                  </a:lnTo>
                  <a:lnTo>
                    <a:pt x="572" y="153219"/>
                  </a:lnTo>
                  <a:lnTo>
                    <a:pt x="214" y="158497"/>
                  </a:lnTo>
                  <a:lnTo>
                    <a:pt x="23" y="163783"/>
                  </a:lnTo>
                  <a:lnTo>
                    <a:pt x="0" y="169073"/>
                  </a:lnTo>
                  <a:lnTo>
                    <a:pt x="143" y="174360"/>
                  </a:lnTo>
                  <a:lnTo>
                    <a:pt x="455" y="179641"/>
                  </a:lnTo>
                  <a:lnTo>
                    <a:pt x="933" y="184909"/>
                  </a:lnTo>
                  <a:lnTo>
                    <a:pt x="1577" y="190159"/>
                  </a:lnTo>
                  <a:lnTo>
                    <a:pt x="2388" y="195386"/>
                  </a:lnTo>
                  <a:lnTo>
                    <a:pt x="3363" y="200585"/>
                  </a:lnTo>
                  <a:lnTo>
                    <a:pt x="4502" y="205750"/>
                  </a:lnTo>
                  <a:lnTo>
                    <a:pt x="5804" y="210877"/>
                  </a:lnTo>
                  <a:lnTo>
                    <a:pt x="7268" y="215960"/>
                  </a:lnTo>
                  <a:lnTo>
                    <a:pt x="8892" y="220994"/>
                  </a:lnTo>
                  <a:lnTo>
                    <a:pt x="10674" y="225975"/>
                  </a:lnTo>
                  <a:lnTo>
                    <a:pt x="12613" y="230896"/>
                  </a:lnTo>
                  <a:lnTo>
                    <a:pt x="14707" y="235754"/>
                  </a:lnTo>
                  <a:lnTo>
                    <a:pt x="16953" y="240543"/>
                  </a:lnTo>
                  <a:lnTo>
                    <a:pt x="19350" y="245258"/>
                  </a:lnTo>
                  <a:lnTo>
                    <a:pt x="21895" y="249896"/>
                  </a:lnTo>
                  <a:lnTo>
                    <a:pt x="24585" y="254450"/>
                  </a:lnTo>
                  <a:lnTo>
                    <a:pt x="27418" y="258917"/>
                  </a:lnTo>
                  <a:lnTo>
                    <a:pt x="30390" y="263292"/>
                  </a:lnTo>
                  <a:lnTo>
                    <a:pt x="33500" y="267571"/>
                  </a:lnTo>
                  <a:lnTo>
                    <a:pt x="36744" y="271750"/>
                  </a:lnTo>
                  <a:lnTo>
                    <a:pt x="40118" y="275823"/>
                  </a:lnTo>
                  <a:lnTo>
                    <a:pt x="43619" y="279788"/>
                  </a:lnTo>
                  <a:lnTo>
                    <a:pt x="47244" y="283641"/>
                  </a:lnTo>
                  <a:lnTo>
                    <a:pt x="50989" y="287376"/>
                  </a:lnTo>
                  <a:lnTo>
                    <a:pt x="54851" y="290991"/>
                  </a:lnTo>
                  <a:lnTo>
                    <a:pt x="58825" y="294482"/>
                  </a:lnTo>
                  <a:lnTo>
                    <a:pt x="62907" y="297846"/>
                  </a:lnTo>
                  <a:lnTo>
                    <a:pt x="67094" y="301079"/>
                  </a:lnTo>
                  <a:lnTo>
                    <a:pt x="71380" y="304178"/>
                  </a:lnTo>
                  <a:lnTo>
                    <a:pt x="75763" y="307139"/>
                  </a:lnTo>
                  <a:lnTo>
                    <a:pt x="80238" y="309961"/>
                  </a:lnTo>
                  <a:lnTo>
                    <a:pt x="84799" y="312639"/>
                  </a:lnTo>
                  <a:lnTo>
                    <a:pt x="89443" y="315172"/>
                  </a:lnTo>
                  <a:lnTo>
                    <a:pt x="94164" y="317557"/>
                  </a:lnTo>
                  <a:lnTo>
                    <a:pt x="98959" y="319791"/>
                  </a:lnTo>
                  <a:lnTo>
                    <a:pt x="103822" y="321872"/>
                  </a:lnTo>
                  <a:lnTo>
                    <a:pt x="108748" y="323799"/>
                  </a:lnTo>
                  <a:lnTo>
                    <a:pt x="113733" y="325568"/>
                  </a:lnTo>
                  <a:lnTo>
                    <a:pt x="118771" y="327179"/>
                  </a:lnTo>
                  <a:lnTo>
                    <a:pt x="123858" y="328630"/>
                  </a:lnTo>
                  <a:lnTo>
                    <a:pt x="128988" y="329919"/>
                  </a:lnTo>
                  <a:lnTo>
                    <a:pt x="134157" y="331045"/>
                  </a:lnTo>
                  <a:lnTo>
                    <a:pt x="139358" y="332007"/>
                  </a:lnTo>
                  <a:lnTo>
                    <a:pt x="144587" y="332804"/>
                  </a:lnTo>
                  <a:lnTo>
                    <a:pt x="149839" y="333435"/>
                  </a:lnTo>
                  <a:lnTo>
                    <a:pt x="155108" y="333900"/>
                  </a:lnTo>
                  <a:lnTo>
                    <a:pt x="160390" y="334197"/>
                  </a:lnTo>
                  <a:lnTo>
                    <a:pt x="165678" y="334328"/>
                  </a:lnTo>
                  <a:lnTo>
                    <a:pt x="170967" y="334291"/>
                  </a:lnTo>
                  <a:lnTo>
                    <a:pt x="176253" y="334087"/>
                  </a:lnTo>
                  <a:lnTo>
                    <a:pt x="181529" y="333715"/>
                  </a:lnTo>
                  <a:lnTo>
                    <a:pt x="186791" y="333177"/>
                  </a:lnTo>
                  <a:lnTo>
                    <a:pt x="192034" y="332473"/>
                  </a:lnTo>
                  <a:lnTo>
                    <a:pt x="197252" y="331603"/>
                  </a:lnTo>
                  <a:lnTo>
                    <a:pt x="202439" y="330568"/>
                  </a:lnTo>
                  <a:lnTo>
                    <a:pt x="207591" y="329370"/>
                  </a:lnTo>
                  <a:lnTo>
                    <a:pt x="212703" y="328010"/>
                  </a:lnTo>
                  <a:lnTo>
                    <a:pt x="217769" y="326488"/>
                  </a:lnTo>
                  <a:lnTo>
                    <a:pt x="222784" y="324807"/>
                  </a:lnTo>
                  <a:lnTo>
                    <a:pt x="227744" y="322968"/>
                  </a:lnTo>
                  <a:lnTo>
                    <a:pt x="232643" y="320973"/>
                  </a:lnTo>
                  <a:lnTo>
                    <a:pt x="237476" y="318824"/>
                  </a:lnTo>
                  <a:lnTo>
                    <a:pt x="242239" y="316524"/>
                  </a:lnTo>
                  <a:lnTo>
                    <a:pt x="246927" y="314073"/>
                  </a:lnTo>
                  <a:lnTo>
                    <a:pt x="251535" y="311476"/>
                  </a:lnTo>
                  <a:lnTo>
                    <a:pt x="256059" y="308734"/>
                  </a:lnTo>
                  <a:lnTo>
                    <a:pt x="260493" y="305850"/>
                  </a:lnTo>
                  <a:lnTo>
                    <a:pt x="264834" y="302828"/>
                  </a:lnTo>
                  <a:lnTo>
                    <a:pt x="269077" y="299670"/>
                  </a:lnTo>
                  <a:lnTo>
                    <a:pt x="273219" y="296379"/>
                  </a:lnTo>
                  <a:lnTo>
                    <a:pt x="277254" y="292958"/>
                  </a:lnTo>
                  <a:lnTo>
                    <a:pt x="281178" y="289412"/>
                  </a:lnTo>
                  <a:lnTo>
                    <a:pt x="284989" y="285743"/>
                  </a:lnTo>
                  <a:lnTo>
                    <a:pt x="288682" y="281956"/>
                  </a:lnTo>
                  <a:lnTo>
                    <a:pt x="292253" y="278054"/>
                  </a:lnTo>
                  <a:lnTo>
                    <a:pt x="295698" y="274040"/>
                  </a:lnTo>
                  <a:lnTo>
                    <a:pt x="299015" y="269920"/>
                  </a:lnTo>
                  <a:lnTo>
                    <a:pt x="302200" y="265696"/>
                  </a:lnTo>
                  <a:lnTo>
                    <a:pt x="305250" y="261374"/>
                  </a:lnTo>
                  <a:lnTo>
                    <a:pt x="308161" y="256958"/>
                  </a:lnTo>
                  <a:lnTo>
                    <a:pt x="310932" y="252452"/>
                  </a:lnTo>
                  <a:lnTo>
                    <a:pt x="313558" y="247861"/>
                  </a:lnTo>
                  <a:lnTo>
                    <a:pt x="316038" y="243188"/>
                  </a:lnTo>
                  <a:lnTo>
                    <a:pt x="318368" y="238440"/>
                  </a:lnTo>
                  <a:lnTo>
                    <a:pt x="320548" y="233620"/>
                  </a:lnTo>
                  <a:lnTo>
                    <a:pt x="322573" y="228733"/>
                  </a:lnTo>
                  <a:lnTo>
                    <a:pt x="324443" y="223785"/>
                  </a:lnTo>
                  <a:lnTo>
                    <a:pt x="326156" y="218781"/>
                  </a:lnTo>
                  <a:lnTo>
                    <a:pt x="327709" y="213724"/>
                  </a:lnTo>
                  <a:lnTo>
                    <a:pt x="329102" y="208621"/>
                  </a:lnTo>
                  <a:lnTo>
                    <a:pt x="330332" y="203477"/>
                  </a:lnTo>
                  <a:lnTo>
                    <a:pt x="331400" y="198296"/>
                  </a:lnTo>
                  <a:lnTo>
                    <a:pt x="332302" y="193084"/>
                  </a:lnTo>
                  <a:lnTo>
                    <a:pt x="333040" y="187846"/>
                  </a:lnTo>
                  <a:lnTo>
                    <a:pt x="333611" y="182587"/>
                  </a:lnTo>
                  <a:lnTo>
                    <a:pt x="334015" y="177313"/>
                  </a:lnTo>
                  <a:lnTo>
                    <a:pt x="334253" y="172029"/>
                  </a:lnTo>
                  <a:lnTo>
                    <a:pt x="334323" y="166740"/>
                  </a:lnTo>
                  <a:lnTo>
                    <a:pt x="334226" y="161451"/>
                  </a:lnTo>
                  <a:lnTo>
                    <a:pt x="333961" y="156168"/>
                  </a:lnTo>
                  <a:lnTo>
                    <a:pt x="333530" y="150896"/>
                  </a:lnTo>
                  <a:lnTo>
                    <a:pt x="332932" y="145640"/>
                  </a:lnTo>
                  <a:lnTo>
                    <a:pt x="332168" y="140406"/>
                  </a:lnTo>
                  <a:lnTo>
                    <a:pt x="331238" y="135199"/>
                  </a:lnTo>
                  <a:lnTo>
                    <a:pt x="330145" y="130024"/>
                  </a:lnTo>
                  <a:lnTo>
                    <a:pt x="328888" y="124885"/>
                  </a:lnTo>
                  <a:lnTo>
                    <a:pt x="327469" y="119790"/>
                  </a:lnTo>
                  <a:lnTo>
                    <a:pt x="325890" y="114741"/>
                  </a:lnTo>
                  <a:lnTo>
                    <a:pt x="324152" y="109745"/>
                  </a:lnTo>
                  <a:lnTo>
                    <a:pt x="322257" y="104807"/>
                  </a:lnTo>
                  <a:lnTo>
                    <a:pt x="320206" y="99931"/>
                  </a:lnTo>
                  <a:lnTo>
                    <a:pt x="318002" y="95122"/>
                  </a:lnTo>
                  <a:lnTo>
                    <a:pt x="315647" y="90386"/>
                  </a:lnTo>
                  <a:lnTo>
                    <a:pt x="313144" y="85726"/>
                  </a:lnTo>
                  <a:lnTo>
                    <a:pt x="310494" y="81148"/>
                  </a:lnTo>
                  <a:lnTo>
                    <a:pt x="307701" y="76656"/>
                  </a:lnTo>
                  <a:lnTo>
                    <a:pt x="304767" y="72255"/>
                  </a:lnTo>
                  <a:lnTo>
                    <a:pt x="301695" y="67949"/>
                  </a:lnTo>
                  <a:lnTo>
                    <a:pt x="298488" y="63742"/>
                  </a:lnTo>
                  <a:lnTo>
                    <a:pt x="295150" y="59638"/>
                  </a:lnTo>
                  <a:lnTo>
                    <a:pt x="291684" y="55643"/>
                  </a:lnTo>
                  <a:lnTo>
                    <a:pt x="288093" y="51758"/>
                  </a:lnTo>
                  <a:lnTo>
                    <a:pt x="284382" y="47990"/>
                  </a:lnTo>
                  <a:lnTo>
                    <a:pt x="280552" y="44341"/>
                  </a:lnTo>
                  <a:lnTo>
                    <a:pt x="276609" y="40815"/>
                  </a:lnTo>
                  <a:lnTo>
                    <a:pt x="272557" y="37415"/>
                  </a:lnTo>
                  <a:lnTo>
                    <a:pt x="268399" y="34145"/>
                  </a:lnTo>
                  <a:lnTo>
                    <a:pt x="264140" y="31008"/>
                  </a:lnTo>
                  <a:lnTo>
                    <a:pt x="259783" y="28008"/>
                  </a:lnTo>
                  <a:lnTo>
                    <a:pt x="255334" y="25147"/>
                  </a:lnTo>
                  <a:lnTo>
                    <a:pt x="250797" y="22429"/>
                  </a:lnTo>
                  <a:lnTo>
                    <a:pt x="246176" y="19855"/>
                  </a:lnTo>
                  <a:lnTo>
                    <a:pt x="241475" y="17428"/>
                  </a:lnTo>
                  <a:lnTo>
                    <a:pt x="236700" y="15152"/>
                  </a:lnTo>
                  <a:lnTo>
                    <a:pt x="231856" y="13028"/>
                  </a:lnTo>
                  <a:lnTo>
                    <a:pt x="226947" y="11058"/>
                  </a:lnTo>
                  <a:lnTo>
                    <a:pt x="221978" y="9244"/>
                  </a:lnTo>
                  <a:lnTo>
                    <a:pt x="216954" y="758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21410"/>
              <a:ext cx="49797" cy="159577"/>
            </a:xfrm>
            <a:custGeom>
              <a:avLst/>
              <a:pathLst>
                <a:path w="49797" h="159577">
                  <a:moveTo>
                    <a:pt x="49797" y="0"/>
                  </a:moveTo>
                  <a:lnTo>
                    <a:pt x="0" y="1595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49797" cy="167167"/>
            </a:xfrm>
            <a:custGeom>
              <a:avLst/>
              <a:pathLst>
                <a:path w="49797" h="167167">
                  <a:moveTo>
                    <a:pt x="49797" y="7589"/>
                  </a:moveTo>
                  <a:lnTo>
                    <a:pt x="43730" y="5821"/>
                  </a:lnTo>
                  <a:lnTo>
                    <a:pt x="37599" y="4283"/>
                  </a:lnTo>
                  <a:lnTo>
                    <a:pt x="31415" y="2978"/>
                  </a:lnTo>
                  <a:lnTo>
                    <a:pt x="25186" y="1908"/>
                  </a:lnTo>
                  <a:lnTo>
                    <a:pt x="18921" y="1074"/>
                  </a:lnTo>
                  <a:lnTo>
                    <a:pt x="12629" y="477"/>
                  </a:lnTo>
                  <a:lnTo>
                    <a:pt x="6319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19359" y="4659281"/>
              <a:ext cx="167165" cy="263695"/>
            </a:xfrm>
            <a:custGeom>
              <a:avLst/>
              <a:pathLst>
                <a:path w="167165" h="263695">
                  <a:moveTo>
                    <a:pt x="167165" y="0"/>
                  </a:moveTo>
                  <a:lnTo>
                    <a:pt x="161791" y="86"/>
                  </a:lnTo>
                  <a:lnTo>
                    <a:pt x="156423" y="345"/>
                  </a:lnTo>
                  <a:lnTo>
                    <a:pt x="151065" y="777"/>
                  </a:lnTo>
                  <a:lnTo>
                    <a:pt x="145725" y="1380"/>
                  </a:lnTo>
                  <a:lnTo>
                    <a:pt x="140406" y="2155"/>
                  </a:lnTo>
                  <a:lnTo>
                    <a:pt x="135116" y="3101"/>
                  </a:lnTo>
                  <a:lnTo>
                    <a:pt x="129858" y="4216"/>
                  </a:lnTo>
                  <a:lnTo>
                    <a:pt x="124639" y="5499"/>
                  </a:lnTo>
                  <a:lnTo>
                    <a:pt x="119464" y="6950"/>
                  </a:lnTo>
                  <a:lnTo>
                    <a:pt x="114338" y="8566"/>
                  </a:lnTo>
                  <a:lnTo>
                    <a:pt x="109266" y="10346"/>
                  </a:lnTo>
                  <a:lnTo>
                    <a:pt x="104255" y="12289"/>
                  </a:lnTo>
                  <a:lnTo>
                    <a:pt x="99309" y="14391"/>
                  </a:lnTo>
                  <a:lnTo>
                    <a:pt x="94432" y="16651"/>
                  </a:lnTo>
                  <a:lnTo>
                    <a:pt x="89631" y="19067"/>
                  </a:lnTo>
                  <a:lnTo>
                    <a:pt x="84911" y="21636"/>
                  </a:lnTo>
                  <a:lnTo>
                    <a:pt x="80275" y="24356"/>
                  </a:lnTo>
                  <a:lnTo>
                    <a:pt x="75729" y="27223"/>
                  </a:lnTo>
                  <a:lnTo>
                    <a:pt x="71277" y="30235"/>
                  </a:lnTo>
                  <a:lnTo>
                    <a:pt x="66925" y="33388"/>
                  </a:lnTo>
                  <a:lnTo>
                    <a:pt x="62676" y="36680"/>
                  </a:lnTo>
                  <a:lnTo>
                    <a:pt x="58535" y="40106"/>
                  </a:lnTo>
                  <a:lnTo>
                    <a:pt x="54507" y="43664"/>
                  </a:lnTo>
                  <a:lnTo>
                    <a:pt x="50595" y="47349"/>
                  </a:lnTo>
                  <a:lnTo>
                    <a:pt x="46803" y="51159"/>
                  </a:lnTo>
                  <a:lnTo>
                    <a:pt x="43136" y="55088"/>
                  </a:lnTo>
                  <a:lnTo>
                    <a:pt x="39597" y="59133"/>
                  </a:lnTo>
                  <a:lnTo>
                    <a:pt x="36190" y="63290"/>
                  </a:lnTo>
                  <a:lnTo>
                    <a:pt x="32918" y="67554"/>
                  </a:lnTo>
                  <a:lnTo>
                    <a:pt x="29785" y="71921"/>
                  </a:lnTo>
                  <a:lnTo>
                    <a:pt x="26795" y="76387"/>
                  </a:lnTo>
                  <a:lnTo>
                    <a:pt x="23949" y="80946"/>
                  </a:lnTo>
                  <a:lnTo>
                    <a:pt x="21251" y="85595"/>
                  </a:lnTo>
                  <a:lnTo>
                    <a:pt x="18704" y="90328"/>
                  </a:lnTo>
                  <a:lnTo>
                    <a:pt x="16311" y="95140"/>
                  </a:lnTo>
                  <a:lnTo>
                    <a:pt x="14073" y="100027"/>
                  </a:lnTo>
                  <a:lnTo>
                    <a:pt x="11994" y="104983"/>
                  </a:lnTo>
                  <a:lnTo>
                    <a:pt x="10075" y="110003"/>
                  </a:lnTo>
                  <a:lnTo>
                    <a:pt x="8319" y="115083"/>
                  </a:lnTo>
                  <a:lnTo>
                    <a:pt x="6726" y="120216"/>
                  </a:lnTo>
                  <a:lnTo>
                    <a:pt x="5300" y="125398"/>
                  </a:lnTo>
                  <a:lnTo>
                    <a:pt x="4041" y="130623"/>
                  </a:lnTo>
                  <a:lnTo>
                    <a:pt x="2950" y="135886"/>
                  </a:lnTo>
                  <a:lnTo>
                    <a:pt x="2030" y="141181"/>
                  </a:lnTo>
                  <a:lnTo>
                    <a:pt x="1280" y="146503"/>
                  </a:lnTo>
                  <a:lnTo>
                    <a:pt x="701" y="151847"/>
                  </a:lnTo>
                  <a:lnTo>
                    <a:pt x="295" y="157206"/>
                  </a:lnTo>
                  <a:lnTo>
                    <a:pt x="61" y="162575"/>
                  </a:lnTo>
                  <a:lnTo>
                    <a:pt x="0" y="167950"/>
                  </a:lnTo>
                  <a:lnTo>
                    <a:pt x="111" y="173323"/>
                  </a:lnTo>
                  <a:lnTo>
                    <a:pt x="395" y="178690"/>
                  </a:lnTo>
                  <a:lnTo>
                    <a:pt x="852" y="184045"/>
                  </a:lnTo>
                  <a:lnTo>
                    <a:pt x="1481" y="189383"/>
                  </a:lnTo>
                  <a:lnTo>
                    <a:pt x="2280" y="194698"/>
                  </a:lnTo>
                  <a:lnTo>
                    <a:pt x="3251" y="199984"/>
                  </a:lnTo>
                  <a:lnTo>
                    <a:pt x="4390" y="205237"/>
                  </a:lnTo>
                  <a:lnTo>
                    <a:pt x="5698" y="210450"/>
                  </a:lnTo>
                  <a:lnTo>
                    <a:pt x="7173" y="215618"/>
                  </a:lnTo>
                  <a:lnTo>
                    <a:pt x="8813" y="220736"/>
                  </a:lnTo>
                  <a:lnTo>
                    <a:pt x="10617" y="225799"/>
                  </a:lnTo>
                  <a:lnTo>
                    <a:pt x="12583" y="230802"/>
                  </a:lnTo>
                  <a:lnTo>
                    <a:pt x="14709" y="235738"/>
                  </a:lnTo>
                  <a:lnTo>
                    <a:pt x="16992" y="240604"/>
                  </a:lnTo>
                  <a:lnTo>
                    <a:pt x="19430" y="245393"/>
                  </a:lnTo>
                  <a:lnTo>
                    <a:pt x="22021" y="250102"/>
                  </a:lnTo>
                  <a:lnTo>
                    <a:pt x="24762" y="254725"/>
                  </a:lnTo>
                  <a:lnTo>
                    <a:pt x="27651" y="259258"/>
                  </a:lnTo>
                  <a:lnTo>
                    <a:pt x="30683" y="26369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50043" y="4826449"/>
              <a:ext cx="136481" cy="96528"/>
            </a:xfrm>
            <a:custGeom>
              <a:avLst/>
              <a:pathLst>
                <a:path w="136481" h="96528">
                  <a:moveTo>
                    <a:pt x="0" y="96528"/>
                  </a:moveTo>
                  <a:lnTo>
                    <a:pt x="13648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50043" y="4826449"/>
              <a:ext cx="136481" cy="113733"/>
            </a:xfrm>
            <a:custGeom>
              <a:avLst/>
              <a:pathLst>
                <a:path w="136481" h="113733">
                  <a:moveTo>
                    <a:pt x="0" y="96528"/>
                  </a:moveTo>
                  <a:lnTo>
                    <a:pt x="4400" y="102467"/>
                  </a:lnTo>
                  <a:lnTo>
                    <a:pt x="9059" y="108206"/>
                  </a:lnTo>
                  <a:lnTo>
                    <a:pt x="13968" y="113733"/>
                  </a:lnTo>
                  <a:lnTo>
                    <a:pt x="13648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64011" y="4659281"/>
              <a:ext cx="289662" cy="334334"/>
            </a:xfrm>
            <a:custGeom>
              <a:avLst/>
              <a:pathLst>
                <a:path w="289662" h="334334">
                  <a:moveTo>
                    <a:pt x="0" y="280901"/>
                  </a:moveTo>
                  <a:lnTo>
                    <a:pt x="3667" y="284728"/>
                  </a:lnTo>
                  <a:lnTo>
                    <a:pt x="7455" y="288437"/>
                  </a:lnTo>
                  <a:lnTo>
                    <a:pt x="11358" y="292025"/>
                  </a:lnTo>
                  <a:lnTo>
                    <a:pt x="15373" y="295486"/>
                  </a:lnTo>
                  <a:lnTo>
                    <a:pt x="19495" y="298819"/>
                  </a:lnTo>
                  <a:lnTo>
                    <a:pt x="23721" y="302019"/>
                  </a:lnTo>
                  <a:lnTo>
                    <a:pt x="28047" y="305084"/>
                  </a:lnTo>
                  <a:lnTo>
                    <a:pt x="32468" y="308010"/>
                  </a:lnTo>
                  <a:lnTo>
                    <a:pt x="36979" y="310794"/>
                  </a:lnTo>
                  <a:lnTo>
                    <a:pt x="41576" y="313434"/>
                  </a:lnTo>
                  <a:lnTo>
                    <a:pt x="46254" y="315927"/>
                  </a:lnTo>
                  <a:lnTo>
                    <a:pt x="51009" y="318270"/>
                  </a:lnTo>
                  <a:lnTo>
                    <a:pt x="55837" y="320461"/>
                  </a:lnTo>
                  <a:lnTo>
                    <a:pt x="60731" y="322498"/>
                  </a:lnTo>
                  <a:lnTo>
                    <a:pt x="65687" y="324379"/>
                  </a:lnTo>
                  <a:lnTo>
                    <a:pt x="70700" y="326102"/>
                  </a:lnTo>
                  <a:lnTo>
                    <a:pt x="75766" y="327665"/>
                  </a:lnTo>
                  <a:lnTo>
                    <a:pt x="80878" y="329067"/>
                  </a:lnTo>
                  <a:lnTo>
                    <a:pt x="86033" y="330305"/>
                  </a:lnTo>
                  <a:lnTo>
                    <a:pt x="91224" y="331380"/>
                  </a:lnTo>
                  <a:lnTo>
                    <a:pt x="96447" y="332290"/>
                  </a:lnTo>
                  <a:lnTo>
                    <a:pt x="101695" y="333033"/>
                  </a:lnTo>
                  <a:lnTo>
                    <a:pt x="106965" y="333610"/>
                  </a:lnTo>
                  <a:lnTo>
                    <a:pt x="112250" y="334019"/>
                  </a:lnTo>
                  <a:lnTo>
                    <a:pt x="117546" y="334261"/>
                  </a:lnTo>
                  <a:lnTo>
                    <a:pt x="122847" y="334334"/>
                  </a:lnTo>
                  <a:lnTo>
                    <a:pt x="128147" y="334239"/>
                  </a:lnTo>
                  <a:lnTo>
                    <a:pt x="133442" y="333977"/>
                  </a:lnTo>
                  <a:lnTo>
                    <a:pt x="138725" y="333546"/>
                  </a:lnTo>
                  <a:lnTo>
                    <a:pt x="143993" y="332949"/>
                  </a:lnTo>
                  <a:lnTo>
                    <a:pt x="149239" y="332184"/>
                  </a:lnTo>
                  <a:lnTo>
                    <a:pt x="154457" y="331254"/>
                  </a:lnTo>
                  <a:lnTo>
                    <a:pt x="159644" y="330158"/>
                  </a:lnTo>
                  <a:lnTo>
                    <a:pt x="164794" y="328899"/>
                  </a:lnTo>
                  <a:lnTo>
                    <a:pt x="169901" y="327477"/>
                  </a:lnTo>
                  <a:lnTo>
                    <a:pt x="174960" y="325894"/>
                  </a:lnTo>
                  <a:lnTo>
                    <a:pt x="179966" y="324151"/>
                  </a:lnTo>
                  <a:lnTo>
                    <a:pt x="184915" y="322251"/>
                  </a:lnTo>
                  <a:lnTo>
                    <a:pt x="189801" y="320194"/>
                  </a:lnTo>
                  <a:lnTo>
                    <a:pt x="194619" y="317984"/>
                  </a:lnTo>
                  <a:lnTo>
                    <a:pt x="199365" y="315621"/>
                  </a:lnTo>
                  <a:lnTo>
                    <a:pt x="204034" y="313110"/>
                  </a:lnTo>
                  <a:lnTo>
                    <a:pt x="208620" y="310452"/>
                  </a:lnTo>
                  <a:lnTo>
                    <a:pt x="213120" y="307649"/>
                  </a:lnTo>
                  <a:lnTo>
                    <a:pt x="217529" y="304706"/>
                  </a:lnTo>
                  <a:lnTo>
                    <a:pt x="221842" y="301624"/>
                  </a:lnTo>
                  <a:lnTo>
                    <a:pt x="226056" y="298407"/>
                  </a:lnTo>
                  <a:lnTo>
                    <a:pt x="230165" y="295058"/>
                  </a:lnTo>
                  <a:lnTo>
                    <a:pt x="234166" y="291580"/>
                  </a:lnTo>
                  <a:lnTo>
                    <a:pt x="238055" y="287977"/>
                  </a:lnTo>
                  <a:lnTo>
                    <a:pt x="241827" y="284253"/>
                  </a:lnTo>
                  <a:lnTo>
                    <a:pt x="245480" y="280411"/>
                  </a:lnTo>
                  <a:lnTo>
                    <a:pt x="249009" y="276455"/>
                  </a:lnTo>
                  <a:lnTo>
                    <a:pt x="252410" y="272389"/>
                  </a:lnTo>
                  <a:lnTo>
                    <a:pt x="255681" y="268217"/>
                  </a:lnTo>
                  <a:lnTo>
                    <a:pt x="258818" y="263944"/>
                  </a:lnTo>
                  <a:lnTo>
                    <a:pt x="261819" y="259574"/>
                  </a:lnTo>
                  <a:lnTo>
                    <a:pt x="264678" y="255110"/>
                  </a:lnTo>
                  <a:lnTo>
                    <a:pt x="267395" y="250558"/>
                  </a:lnTo>
                  <a:lnTo>
                    <a:pt x="269967" y="245922"/>
                  </a:lnTo>
                  <a:lnTo>
                    <a:pt x="272390" y="241207"/>
                  </a:lnTo>
                  <a:lnTo>
                    <a:pt x="274662" y="236418"/>
                  </a:lnTo>
                  <a:lnTo>
                    <a:pt x="276781" y="231559"/>
                  </a:lnTo>
                  <a:lnTo>
                    <a:pt x="278746" y="226635"/>
                  </a:lnTo>
                  <a:lnTo>
                    <a:pt x="280553" y="221651"/>
                  </a:lnTo>
                  <a:lnTo>
                    <a:pt x="282201" y="216613"/>
                  </a:lnTo>
                  <a:lnTo>
                    <a:pt x="283688" y="211524"/>
                  </a:lnTo>
                  <a:lnTo>
                    <a:pt x="285014" y="206392"/>
                  </a:lnTo>
                  <a:lnTo>
                    <a:pt x="286176" y="201219"/>
                  </a:lnTo>
                  <a:lnTo>
                    <a:pt x="287173" y="196013"/>
                  </a:lnTo>
                  <a:lnTo>
                    <a:pt x="288005" y="190777"/>
                  </a:lnTo>
                  <a:lnTo>
                    <a:pt x="288670" y="185518"/>
                  </a:lnTo>
                  <a:lnTo>
                    <a:pt x="289169" y="180240"/>
                  </a:lnTo>
                  <a:lnTo>
                    <a:pt x="289499" y="174949"/>
                  </a:lnTo>
                  <a:lnTo>
                    <a:pt x="289662" y="169651"/>
                  </a:lnTo>
                  <a:lnTo>
                    <a:pt x="289657" y="164350"/>
                  </a:lnTo>
                  <a:lnTo>
                    <a:pt x="289483" y="159051"/>
                  </a:lnTo>
                  <a:lnTo>
                    <a:pt x="289142" y="153761"/>
                  </a:lnTo>
                  <a:lnTo>
                    <a:pt x="288633" y="148484"/>
                  </a:lnTo>
                  <a:lnTo>
                    <a:pt x="287957" y="143226"/>
                  </a:lnTo>
                  <a:lnTo>
                    <a:pt x="287115" y="137993"/>
                  </a:lnTo>
                  <a:lnTo>
                    <a:pt x="286107" y="132788"/>
                  </a:lnTo>
                  <a:lnTo>
                    <a:pt x="284935" y="127618"/>
                  </a:lnTo>
                  <a:lnTo>
                    <a:pt x="283599" y="122488"/>
                  </a:lnTo>
                  <a:lnTo>
                    <a:pt x="282102" y="117403"/>
                  </a:lnTo>
                  <a:lnTo>
                    <a:pt x="280444" y="112368"/>
                  </a:lnTo>
                  <a:lnTo>
                    <a:pt x="278627" y="107388"/>
                  </a:lnTo>
                  <a:lnTo>
                    <a:pt x="276653" y="102468"/>
                  </a:lnTo>
                  <a:lnTo>
                    <a:pt x="274524" y="97613"/>
                  </a:lnTo>
                  <a:lnTo>
                    <a:pt x="272242" y="92828"/>
                  </a:lnTo>
                  <a:lnTo>
                    <a:pt x="269809" y="88118"/>
                  </a:lnTo>
                  <a:lnTo>
                    <a:pt x="267229" y="83487"/>
                  </a:lnTo>
                  <a:lnTo>
                    <a:pt x="264503" y="78940"/>
                  </a:lnTo>
                  <a:lnTo>
                    <a:pt x="261634" y="74483"/>
                  </a:lnTo>
                  <a:lnTo>
                    <a:pt x="258625" y="70118"/>
                  </a:lnTo>
                  <a:lnTo>
                    <a:pt x="255479" y="65851"/>
                  </a:lnTo>
                  <a:lnTo>
                    <a:pt x="252200" y="61686"/>
                  </a:lnTo>
                  <a:lnTo>
                    <a:pt x="248790" y="57627"/>
                  </a:lnTo>
                  <a:lnTo>
                    <a:pt x="245254" y="53678"/>
                  </a:lnTo>
                  <a:lnTo>
                    <a:pt x="241593" y="49843"/>
                  </a:lnTo>
                  <a:lnTo>
                    <a:pt x="237813" y="46126"/>
                  </a:lnTo>
                  <a:lnTo>
                    <a:pt x="233917" y="42531"/>
                  </a:lnTo>
                  <a:lnTo>
                    <a:pt x="229910" y="39062"/>
                  </a:lnTo>
                  <a:lnTo>
                    <a:pt x="225794" y="35721"/>
                  </a:lnTo>
                  <a:lnTo>
                    <a:pt x="221574" y="32512"/>
                  </a:lnTo>
                  <a:lnTo>
                    <a:pt x="217254" y="29439"/>
                  </a:lnTo>
                  <a:lnTo>
                    <a:pt x="212840" y="26504"/>
                  </a:lnTo>
                  <a:lnTo>
                    <a:pt x="208334" y="23711"/>
                  </a:lnTo>
                  <a:lnTo>
                    <a:pt x="203742" y="21062"/>
                  </a:lnTo>
                  <a:lnTo>
                    <a:pt x="199069" y="18559"/>
                  </a:lnTo>
                  <a:lnTo>
                    <a:pt x="194318" y="16207"/>
                  </a:lnTo>
                  <a:lnTo>
                    <a:pt x="189496" y="14006"/>
                  </a:lnTo>
                  <a:lnTo>
                    <a:pt x="184605" y="11959"/>
                  </a:lnTo>
                  <a:lnTo>
                    <a:pt x="179653" y="10068"/>
                  </a:lnTo>
                  <a:lnTo>
                    <a:pt x="174643" y="8335"/>
                  </a:lnTo>
                  <a:lnTo>
                    <a:pt x="169581" y="6762"/>
                  </a:lnTo>
                  <a:lnTo>
                    <a:pt x="164471" y="5351"/>
                  </a:lnTo>
                  <a:lnTo>
                    <a:pt x="159319" y="4102"/>
                  </a:lnTo>
                  <a:lnTo>
                    <a:pt x="154130" y="3017"/>
                  </a:lnTo>
                  <a:lnTo>
                    <a:pt x="148909" y="2097"/>
                  </a:lnTo>
                  <a:lnTo>
                    <a:pt x="143662" y="1343"/>
                  </a:lnTo>
                  <a:lnTo>
                    <a:pt x="138393" y="755"/>
                  </a:lnTo>
                  <a:lnTo>
                    <a:pt x="133109" y="336"/>
                  </a:lnTo>
                  <a:lnTo>
                    <a:pt x="127814" y="84"/>
                  </a:lnTo>
                  <a:lnTo>
                    <a:pt x="122513" y="0"/>
                  </a:lnTo>
                  <a:lnTo>
                    <a:pt x="1225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321570" y="5018213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1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3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3" y="23691"/>
                  </a:lnTo>
                  <a:lnTo>
                    <a:pt x="76859" y="26482"/>
                  </a:lnTo>
                  <a:lnTo>
                    <a:pt x="72445" y="29414"/>
                  </a:lnTo>
                  <a:lnTo>
                    <a:pt x="68127" y="32485"/>
                  </a:lnTo>
                  <a:lnTo>
                    <a:pt x="63908" y="35691"/>
                  </a:lnTo>
                  <a:lnTo>
                    <a:pt x="59793" y="39029"/>
                  </a:lnTo>
                  <a:lnTo>
                    <a:pt x="55785" y="42496"/>
                  </a:lnTo>
                  <a:lnTo>
                    <a:pt x="51890" y="46088"/>
                  </a:lnTo>
                  <a:lnTo>
                    <a:pt x="48110" y="49802"/>
                  </a:lnTo>
                  <a:lnTo>
                    <a:pt x="44450" y="53634"/>
                  </a:lnTo>
                  <a:lnTo>
                    <a:pt x="40914" y="57580"/>
                  </a:lnTo>
                  <a:lnTo>
                    <a:pt x="37504" y="61636"/>
                  </a:lnTo>
                  <a:lnTo>
                    <a:pt x="34224" y="65798"/>
                  </a:lnTo>
                  <a:lnTo>
                    <a:pt x="31078" y="70062"/>
                  </a:lnTo>
                  <a:lnTo>
                    <a:pt x="28069" y="74423"/>
                  </a:lnTo>
                  <a:lnTo>
                    <a:pt x="25200" y="78878"/>
                  </a:lnTo>
                  <a:lnTo>
                    <a:pt x="22473" y="83421"/>
                  </a:lnTo>
                  <a:lnTo>
                    <a:pt x="19891" y="88049"/>
                  </a:lnTo>
                  <a:lnTo>
                    <a:pt x="17457" y="92756"/>
                  </a:lnTo>
                  <a:lnTo>
                    <a:pt x="15174" y="97537"/>
                  </a:lnTo>
                  <a:lnTo>
                    <a:pt x="13044" y="102389"/>
                  </a:lnTo>
                  <a:lnTo>
                    <a:pt x="11068" y="107306"/>
                  </a:lnTo>
                  <a:lnTo>
                    <a:pt x="9249" y="112283"/>
                  </a:lnTo>
                  <a:lnTo>
                    <a:pt x="7589" y="117315"/>
                  </a:lnTo>
                  <a:lnTo>
                    <a:pt x="6089" y="122397"/>
                  </a:lnTo>
                  <a:lnTo>
                    <a:pt x="4751" y="127524"/>
                  </a:lnTo>
                  <a:lnTo>
                    <a:pt x="3576" y="132691"/>
                  </a:lnTo>
                  <a:lnTo>
                    <a:pt x="2566" y="137893"/>
                  </a:lnTo>
                  <a:lnTo>
                    <a:pt x="1721" y="143124"/>
                  </a:lnTo>
                  <a:lnTo>
                    <a:pt x="1042" y="148379"/>
                  </a:lnTo>
                  <a:lnTo>
                    <a:pt x="530" y="153653"/>
                  </a:lnTo>
                  <a:lnTo>
                    <a:pt x="185" y="158941"/>
                  </a:lnTo>
                  <a:lnTo>
                    <a:pt x="8" y="164237"/>
                  </a:lnTo>
                  <a:lnTo>
                    <a:pt x="0" y="169536"/>
                  </a:lnTo>
                  <a:lnTo>
                    <a:pt x="159" y="174832"/>
                  </a:lnTo>
                  <a:lnTo>
                    <a:pt x="485" y="180121"/>
                  </a:lnTo>
                  <a:lnTo>
                    <a:pt x="980" y="185397"/>
                  </a:lnTo>
                  <a:lnTo>
                    <a:pt x="1641" y="190654"/>
                  </a:lnTo>
                  <a:lnTo>
                    <a:pt x="2468" y="195888"/>
                  </a:lnTo>
                  <a:lnTo>
                    <a:pt x="3462" y="201093"/>
                  </a:lnTo>
                  <a:lnTo>
                    <a:pt x="4619" y="206264"/>
                  </a:lnTo>
                  <a:lnTo>
                    <a:pt x="5940" y="211396"/>
                  </a:lnTo>
                  <a:lnTo>
                    <a:pt x="7423" y="216483"/>
                  </a:lnTo>
                  <a:lnTo>
                    <a:pt x="9066" y="221520"/>
                  </a:lnTo>
                  <a:lnTo>
                    <a:pt x="10868" y="226503"/>
                  </a:lnTo>
                  <a:lnTo>
                    <a:pt x="12827" y="231427"/>
                  </a:lnTo>
                  <a:lnTo>
                    <a:pt x="14941" y="236286"/>
                  </a:lnTo>
                  <a:lnTo>
                    <a:pt x="17208" y="241075"/>
                  </a:lnTo>
                  <a:lnTo>
                    <a:pt x="19626" y="245790"/>
                  </a:lnTo>
                  <a:lnTo>
                    <a:pt x="22192" y="250426"/>
                  </a:lnTo>
                  <a:lnTo>
                    <a:pt x="24904" y="254979"/>
                  </a:lnTo>
                  <a:lnTo>
                    <a:pt x="27758" y="259443"/>
                  </a:lnTo>
                  <a:lnTo>
                    <a:pt x="30753" y="263815"/>
                  </a:lnTo>
                  <a:lnTo>
                    <a:pt x="33885" y="268089"/>
                  </a:lnTo>
                  <a:lnTo>
                    <a:pt x="37150" y="272262"/>
                  </a:lnTo>
                  <a:lnTo>
                    <a:pt x="40546" y="276329"/>
                  </a:lnTo>
                  <a:lnTo>
                    <a:pt x="44070" y="280287"/>
                  </a:lnTo>
                  <a:lnTo>
                    <a:pt x="47717" y="284131"/>
                  </a:lnTo>
                  <a:lnTo>
                    <a:pt x="51484" y="287858"/>
                  </a:lnTo>
                  <a:lnTo>
                    <a:pt x="55367" y="291463"/>
                  </a:lnTo>
                  <a:lnTo>
                    <a:pt x="59363" y="294943"/>
                  </a:lnTo>
                  <a:lnTo>
                    <a:pt x="63467" y="298295"/>
                  </a:lnTo>
                  <a:lnTo>
                    <a:pt x="67675" y="301516"/>
                  </a:lnTo>
                  <a:lnTo>
                    <a:pt x="71983" y="304601"/>
                  </a:lnTo>
                  <a:lnTo>
                    <a:pt x="76386" y="307548"/>
                  </a:lnTo>
                  <a:lnTo>
                    <a:pt x="80881" y="310354"/>
                  </a:lnTo>
                  <a:lnTo>
                    <a:pt x="85463" y="313017"/>
                  </a:lnTo>
                  <a:lnTo>
                    <a:pt x="90126" y="315532"/>
                  </a:lnTo>
                  <a:lnTo>
                    <a:pt x="94867" y="317899"/>
                  </a:lnTo>
                  <a:lnTo>
                    <a:pt x="99681" y="320114"/>
                  </a:lnTo>
                  <a:lnTo>
                    <a:pt x="104562" y="322176"/>
                  </a:lnTo>
                  <a:lnTo>
                    <a:pt x="109507" y="324082"/>
                  </a:lnTo>
                  <a:lnTo>
                    <a:pt x="114509" y="325830"/>
                  </a:lnTo>
                  <a:lnTo>
                    <a:pt x="119564" y="327418"/>
                  </a:lnTo>
                  <a:lnTo>
                    <a:pt x="124667" y="328846"/>
                  </a:lnTo>
                  <a:lnTo>
                    <a:pt x="129813" y="330111"/>
                  </a:lnTo>
                  <a:lnTo>
                    <a:pt x="134996" y="331213"/>
                  </a:lnTo>
                  <a:lnTo>
                    <a:pt x="140211" y="332149"/>
                  </a:lnTo>
                  <a:lnTo>
                    <a:pt x="145454" y="332920"/>
                  </a:lnTo>
                  <a:lnTo>
                    <a:pt x="150718" y="333525"/>
                  </a:lnTo>
                  <a:lnTo>
                    <a:pt x="155999" y="333962"/>
                  </a:lnTo>
                  <a:lnTo>
                    <a:pt x="161291" y="334232"/>
                  </a:lnTo>
                  <a:lnTo>
                    <a:pt x="166589" y="334333"/>
                  </a:lnTo>
                  <a:lnTo>
                    <a:pt x="171887" y="334267"/>
                  </a:lnTo>
                  <a:lnTo>
                    <a:pt x="177181" y="334033"/>
                  </a:lnTo>
                  <a:lnTo>
                    <a:pt x="182464" y="333631"/>
                  </a:lnTo>
                  <a:lnTo>
                    <a:pt x="187733" y="333062"/>
                  </a:lnTo>
                  <a:lnTo>
                    <a:pt x="192980" y="332327"/>
                  </a:lnTo>
                  <a:lnTo>
                    <a:pt x="198202" y="331425"/>
                  </a:lnTo>
                  <a:lnTo>
                    <a:pt x="203392" y="330358"/>
                  </a:lnTo>
                  <a:lnTo>
                    <a:pt x="208546" y="329128"/>
                  </a:lnTo>
                  <a:lnTo>
                    <a:pt x="213659" y="327734"/>
                  </a:lnTo>
                  <a:lnTo>
                    <a:pt x="218724" y="326180"/>
                  </a:lnTo>
                  <a:lnTo>
                    <a:pt x="223738" y="324465"/>
                  </a:lnTo>
                  <a:lnTo>
                    <a:pt x="228695" y="322593"/>
                  </a:lnTo>
                  <a:lnTo>
                    <a:pt x="233590" y="320564"/>
                  </a:lnTo>
                  <a:lnTo>
                    <a:pt x="238419" y="318381"/>
                  </a:lnTo>
                  <a:lnTo>
                    <a:pt x="243175" y="316046"/>
                  </a:lnTo>
                  <a:lnTo>
                    <a:pt x="247856" y="313562"/>
                  </a:lnTo>
                  <a:lnTo>
                    <a:pt x="252455" y="310931"/>
                  </a:lnTo>
                  <a:lnTo>
                    <a:pt x="256969" y="308155"/>
                  </a:lnTo>
                  <a:lnTo>
                    <a:pt x="261392" y="305237"/>
                  </a:lnTo>
                  <a:lnTo>
                    <a:pt x="265721" y="302181"/>
                  </a:lnTo>
                  <a:lnTo>
                    <a:pt x="269950" y="298989"/>
                  </a:lnTo>
                  <a:lnTo>
                    <a:pt x="274077" y="295665"/>
                  </a:lnTo>
                  <a:lnTo>
                    <a:pt x="278096" y="292211"/>
                  </a:lnTo>
                  <a:lnTo>
                    <a:pt x="282003" y="288632"/>
                  </a:lnTo>
                  <a:lnTo>
                    <a:pt x="285795" y="284931"/>
                  </a:lnTo>
                  <a:lnTo>
                    <a:pt x="289468" y="281111"/>
                  </a:lnTo>
                  <a:lnTo>
                    <a:pt x="293018" y="277177"/>
                  </a:lnTo>
                  <a:lnTo>
                    <a:pt x="296441" y="273133"/>
                  </a:lnTo>
                  <a:lnTo>
                    <a:pt x="299735" y="268982"/>
                  </a:lnTo>
                  <a:lnTo>
                    <a:pt x="302895" y="264729"/>
                  </a:lnTo>
                  <a:lnTo>
                    <a:pt x="305919" y="260377"/>
                  </a:lnTo>
                  <a:lnTo>
                    <a:pt x="308803" y="255932"/>
                  </a:lnTo>
                  <a:lnTo>
                    <a:pt x="311546" y="251398"/>
                  </a:lnTo>
                  <a:lnTo>
                    <a:pt x="314143" y="246779"/>
                  </a:lnTo>
                  <a:lnTo>
                    <a:pt x="316592" y="242081"/>
                  </a:lnTo>
                  <a:lnTo>
                    <a:pt x="318891" y="237307"/>
                  </a:lnTo>
                  <a:lnTo>
                    <a:pt x="321038" y="232462"/>
                  </a:lnTo>
                  <a:lnTo>
                    <a:pt x="323030" y="227552"/>
                  </a:lnTo>
                  <a:lnTo>
                    <a:pt x="324866" y="222581"/>
                  </a:lnTo>
                  <a:lnTo>
                    <a:pt x="326543" y="217555"/>
                  </a:lnTo>
                  <a:lnTo>
                    <a:pt x="328060" y="212478"/>
                  </a:lnTo>
                  <a:lnTo>
                    <a:pt x="329415" y="207355"/>
                  </a:lnTo>
                  <a:lnTo>
                    <a:pt x="330607" y="202192"/>
                  </a:lnTo>
                  <a:lnTo>
                    <a:pt x="331635" y="196994"/>
                  </a:lnTo>
                  <a:lnTo>
                    <a:pt x="332498" y="191766"/>
                  </a:lnTo>
                  <a:lnTo>
                    <a:pt x="333194" y="186513"/>
                  </a:lnTo>
                  <a:lnTo>
                    <a:pt x="333724" y="181240"/>
                  </a:lnTo>
                  <a:lnTo>
                    <a:pt x="334087" y="175954"/>
                  </a:lnTo>
                  <a:lnTo>
                    <a:pt x="334281" y="170659"/>
                  </a:lnTo>
                  <a:lnTo>
                    <a:pt x="334308" y="165360"/>
                  </a:lnTo>
                  <a:lnTo>
                    <a:pt x="334167" y="160063"/>
                  </a:lnTo>
                  <a:lnTo>
                    <a:pt x="333858" y="154773"/>
                  </a:lnTo>
                  <a:lnTo>
                    <a:pt x="333381" y="149495"/>
                  </a:lnTo>
                  <a:lnTo>
                    <a:pt x="332737" y="144236"/>
                  </a:lnTo>
                  <a:lnTo>
                    <a:pt x="331927" y="138999"/>
                  </a:lnTo>
                  <a:lnTo>
                    <a:pt x="330952" y="133791"/>
                  </a:lnTo>
                  <a:lnTo>
                    <a:pt x="329812" y="128616"/>
                  </a:lnTo>
                  <a:lnTo>
                    <a:pt x="328508" y="123480"/>
                  </a:lnTo>
                  <a:lnTo>
                    <a:pt x="327043" y="118388"/>
                  </a:lnTo>
                  <a:lnTo>
                    <a:pt x="325416" y="113345"/>
                  </a:lnTo>
                  <a:lnTo>
                    <a:pt x="323631" y="108356"/>
                  </a:lnTo>
                  <a:lnTo>
                    <a:pt x="321688" y="103426"/>
                  </a:lnTo>
                  <a:lnTo>
                    <a:pt x="319590" y="98560"/>
                  </a:lnTo>
                  <a:lnTo>
                    <a:pt x="317339" y="93763"/>
                  </a:lnTo>
                  <a:lnTo>
                    <a:pt x="314937" y="89040"/>
                  </a:lnTo>
                  <a:lnTo>
                    <a:pt x="312387" y="84395"/>
                  </a:lnTo>
                  <a:lnTo>
                    <a:pt x="309691" y="79833"/>
                  </a:lnTo>
                  <a:lnTo>
                    <a:pt x="306851" y="75360"/>
                  </a:lnTo>
                  <a:lnTo>
                    <a:pt x="303871" y="70978"/>
                  </a:lnTo>
                  <a:lnTo>
                    <a:pt x="300754" y="66693"/>
                  </a:lnTo>
                  <a:lnTo>
                    <a:pt x="297502" y="62509"/>
                  </a:lnTo>
                  <a:lnTo>
                    <a:pt x="294120" y="58430"/>
                  </a:lnTo>
                  <a:lnTo>
                    <a:pt x="290610" y="54461"/>
                  </a:lnTo>
                  <a:lnTo>
                    <a:pt x="286976" y="50605"/>
                  </a:lnTo>
                  <a:lnTo>
                    <a:pt x="283221" y="46865"/>
                  </a:lnTo>
                  <a:lnTo>
                    <a:pt x="279350" y="43247"/>
                  </a:lnTo>
                  <a:lnTo>
                    <a:pt x="275366" y="39753"/>
                  </a:lnTo>
                  <a:lnTo>
                    <a:pt x="271273" y="36387"/>
                  </a:lnTo>
                  <a:lnTo>
                    <a:pt x="267076" y="33153"/>
                  </a:lnTo>
                  <a:lnTo>
                    <a:pt x="262779" y="30053"/>
                  </a:lnTo>
                  <a:lnTo>
                    <a:pt x="258385" y="27091"/>
                  </a:lnTo>
                  <a:lnTo>
                    <a:pt x="253899" y="24270"/>
                  </a:lnTo>
                  <a:lnTo>
                    <a:pt x="249327" y="21592"/>
                  </a:lnTo>
                  <a:lnTo>
                    <a:pt x="244672" y="19061"/>
                  </a:lnTo>
                  <a:lnTo>
                    <a:pt x="239939" y="16679"/>
                  </a:lnTo>
                  <a:lnTo>
                    <a:pt x="235133" y="14447"/>
                  </a:lnTo>
                  <a:lnTo>
                    <a:pt x="230258" y="12369"/>
                  </a:lnTo>
                  <a:lnTo>
                    <a:pt x="225320" y="10447"/>
                  </a:lnTo>
                  <a:lnTo>
                    <a:pt x="220324" y="868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53173" cy="167167"/>
            </a:xfrm>
            <a:custGeom>
              <a:avLst/>
              <a:pathLst>
                <a:path w="53173" h="167167">
                  <a:moveTo>
                    <a:pt x="53173" y="8682"/>
                  </a:moveTo>
                  <a:lnTo>
                    <a:pt x="47440" y="6872"/>
                  </a:lnTo>
                  <a:lnTo>
                    <a:pt x="41645" y="5270"/>
                  </a:lnTo>
                  <a:lnTo>
                    <a:pt x="35796" y="3877"/>
                  </a:lnTo>
                  <a:lnTo>
                    <a:pt x="29901" y="2696"/>
                  </a:lnTo>
                  <a:lnTo>
                    <a:pt x="23967" y="1727"/>
                  </a:lnTo>
                  <a:lnTo>
                    <a:pt x="18003" y="972"/>
                  </a:lnTo>
                  <a:lnTo>
                    <a:pt x="12014" y="432"/>
                  </a:lnTo>
                  <a:lnTo>
                    <a:pt x="601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797335" y="5269756"/>
              <a:ext cx="167165" cy="272185"/>
            </a:xfrm>
            <a:custGeom>
              <a:avLst/>
              <a:pathLst>
                <a:path w="167165" h="272185">
                  <a:moveTo>
                    <a:pt x="167165" y="0"/>
                  </a:moveTo>
                  <a:lnTo>
                    <a:pt x="161793" y="86"/>
                  </a:lnTo>
                  <a:lnTo>
                    <a:pt x="156426" y="345"/>
                  </a:lnTo>
                  <a:lnTo>
                    <a:pt x="151070" y="776"/>
                  </a:lnTo>
                  <a:lnTo>
                    <a:pt x="145731" y="1379"/>
                  </a:lnTo>
                  <a:lnTo>
                    <a:pt x="140414" y="2154"/>
                  </a:lnTo>
                  <a:lnTo>
                    <a:pt x="135125" y="3099"/>
                  </a:lnTo>
                  <a:lnTo>
                    <a:pt x="129868" y="4213"/>
                  </a:lnTo>
                  <a:lnTo>
                    <a:pt x="124651" y="5496"/>
                  </a:lnTo>
                  <a:lnTo>
                    <a:pt x="119477" y="6946"/>
                  </a:lnTo>
                  <a:lnTo>
                    <a:pt x="114352" y="8561"/>
                  </a:lnTo>
                  <a:lnTo>
                    <a:pt x="109282" y="10341"/>
                  </a:lnTo>
                  <a:lnTo>
                    <a:pt x="104272" y="12282"/>
                  </a:lnTo>
                  <a:lnTo>
                    <a:pt x="99327" y="14383"/>
                  </a:lnTo>
                  <a:lnTo>
                    <a:pt x="94452" y="16642"/>
                  </a:lnTo>
                  <a:lnTo>
                    <a:pt x="89652" y="19057"/>
                  </a:lnTo>
                  <a:lnTo>
                    <a:pt x="84932" y="21625"/>
                  </a:lnTo>
                  <a:lnTo>
                    <a:pt x="80297" y="24343"/>
                  </a:lnTo>
                  <a:lnTo>
                    <a:pt x="75751" y="27208"/>
                  </a:lnTo>
                  <a:lnTo>
                    <a:pt x="71301" y="30218"/>
                  </a:lnTo>
                  <a:lnTo>
                    <a:pt x="66949" y="33370"/>
                  </a:lnTo>
                  <a:lnTo>
                    <a:pt x="62701" y="36660"/>
                  </a:lnTo>
                  <a:lnTo>
                    <a:pt x="58560" y="40085"/>
                  </a:lnTo>
                  <a:lnTo>
                    <a:pt x="54532" y="43641"/>
                  </a:lnTo>
                  <a:lnTo>
                    <a:pt x="50621" y="47324"/>
                  </a:lnTo>
                  <a:lnTo>
                    <a:pt x="46829" y="51132"/>
                  </a:lnTo>
                  <a:lnTo>
                    <a:pt x="43162" y="55059"/>
                  </a:lnTo>
                  <a:lnTo>
                    <a:pt x="39623" y="59102"/>
                  </a:lnTo>
                  <a:lnTo>
                    <a:pt x="36216" y="63257"/>
                  </a:lnTo>
                  <a:lnTo>
                    <a:pt x="32944" y="67519"/>
                  </a:lnTo>
                  <a:lnTo>
                    <a:pt x="29811" y="71884"/>
                  </a:lnTo>
                  <a:lnTo>
                    <a:pt x="26820" y="76348"/>
                  </a:lnTo>
                  <a:lnTo>
                    <a:pt x="23974" y="80905"/>
                  </a:lnTo>
                  <a:lnTo>
                    <a:pt x="21275" y="85552"/>
                  </a:lnTo>
                  <a:lnTo>
                    <a:pt x="18728" y="90283"/>
                  </a:lnTo>
                  <a:lnTo>
                    <a:pt x="16334" y="95093"/>
                  </a:lnTo>
                  <a:lnTo>
                    <a:pt x="14095" y="99977"/>
                  </a:lnTo>
                  <a:lnTo>
                    <a:pt x="12015" y="104932"/>
                  </a:lnTo>
                  <a:lnTo>
                    <a:pt x="10095" y="109950"/>
                  </a:lnTo>
                  <a:lnTo>
                    <a:pt x="8337" y="115027"/>
                  </a:lnTo>
                  <a:lnTo>
                    <a:pt x="6744" y="120159"/>
                  </a:lnTo>
                  <a:lnTo>
                    <a:pt x="5316" y="125339"/>
                  </a:lnTo>
                  <a:lnTo>
                    <a:pt x="4055" y="130562"/>
                  </a:lnTo>
                  <a:lnTo>
                    <a:pt x="2963" y="135823"/>
                  </a:lnTo>
                  <a:lnTo>
                    <a:pt x="2040" y="141116"/>
                  </a:lnTo>
                  <a:lnTo>
                    <a:pt x="1288" y="146437"/>
                  </a:lnTo>
                  <a:lnTo>
                    <a:pt x="708" y="151778"/>
                  </a:lnTo>
                  <a:lnTo>
                    <a:pt x="299" y="157136"/>
                  </a:lnTo>
                  <a:lnTo>
                    <a:pt x="63" y="162504"/>
                  </a:lnTo>
                  <a:lnTo>
                    <a:pt x="0" y="167877"/>
                  </a:lnTo>
                  <a:lnTo>
                    <a:pt x="109" y="173249"/>
                  </a:lnTo>
                  <a:lnTo>
                    <a:pt x="390" y="178614"/>
                  </a:lnTo>
                  <a:lnTo>
                    <a:pt x="844" y="183968"/>
                  </a:lnTo>
                  <a:lnTo>
                    <a:pt x="1470" y="189305"/>
                  </a:lnTo>
                  <a:lnTo>
                    <a:pt x="2267" y="194619"/>
                  </a:lnTo>
                  <a:lnTo>
                    <a:pt x="3235" y="199904"/>
                  </a:lnTo>
                  <a:lnTo>
                    <a:pt x="4372" y="205155"/>
                  </a:lnTo>
                  <a:lnTo>
                    <a:pt x="5677" y="210368"/>
                  </a:lnTo>
                  <a:lnTo>
                    <a:pt x="7148" y="215535"/>
                  </a:lnTo>
                  <a:lnTo>
                    <a:pt x="8786" y="220653"/>
                  </a:lnTo>
                  <a:lnTo>
                    <a:pt x="10586" y="225715"/>
                  </a:lnTo>
                  <a:lnTo>
                    <a:pt x="12549" y="230717"/>
                  </a:lnTo>
                  <a:lnTo>
                    <a:pt x="14671" y="235654"/>
                  </a:lnTo>
                  <a:lnTo>
                    <a:pt x="16951" y="240519"/>
                  </a:lnTo>
                  <a:lnTo>
                    <a:pt x="19386" y="245309"/>
                  </a:lnTo>
                  <a:lnTo>
                    <a:pt x="21974" y="250018"/>
                  </a:lnTo>
                  <a:lnTo>
                    <a:pt x="24711" y="254641"/>
                  </a:lnTo>
                  <a:lnTo>
                    <a:pt x="27596" y="259174"/>
                  </a:lnTo>
                  <a:lnTo>
                    <a:pt x="30625" y="263612"/>
                  </a:lnTo>
                  <a:lnTo>
                    <a:pt x="33795" y="267951"/>
                  </a:lnTo>
                  <a:lnTo>
                    <a:pt x="37103" y="272185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834439" y="5269756"/>
              <a:ext cx="297211" cy="334334"/>
            </a:xfrm>
            <a:custGeom>
              <a:avLst/>
              <a:pathLst>
                <a:path w="297211" h="334334">
                  <a:moveTo>
                    <a:pt x="0" y="272185"/>
                  </a:moveTo>
                  <a:lnTo>
                    <a:pt x="3400" y="276262"/>
                  </a:lnTo>
                  <a:lnTo>
                    <a:pt x="6927" y="280228"/>
                  </a:lnTo>
                  <a:lnTo>
                    <a:pt x="10579" y="284081"/>
                  </a:lnTo>
                  <a:lnTo>
                    <a:pt x="14352" y="287816"/>
                  </a:lnTo>
                  <a:lnTo>
                    <a:pt x="18241" y="291429"/>
                  </a:lnTo>
                  <a:lnTo>
                    <a:pt x="22243" y="294917"/>
                  </a:lnTo>
                  <a:lnTo>
                    <a:pt x="26353" y="298276"/>
                  </a:lnTo>
                  <a:lnTo>
                    <a:pt x="30569" y="301503"/>
                  </a:lnTo>
                  <a:lnTo>
                    <a:pt x="34884" y="304594"/>
                  </a:lnTo>
                  <a:lnTo>
                    <a:pt x="39296" y="307547"/>
                  </a:lnTo>
                  <a:lnTo>
                    <a:pt x="43799" y="310358"/>
                  </a:lnTo>
                  <a:lnTo>
                    <a:pt x="48389" y="313025"/>
                  </a:lnTo>
                  <a:lnTo>
                    <a:pt x="53061" y="315544"/>
                  </a:lnTo>
                  <a:lnTo>
                    <a:pt x="57811" y="317914"/>
                  </a:lnTo>
                  <a:lnTo>
                    <a:pt x="62634" y="320132"/>
                  </a:lnTo>
                  <a:lnTo>
                    <a:pt x="67525" y="322196"/>
                  </a:lnTo>
                  <a:lnTo>
                    <a:pt x="72479" y="324104"/>
                  </a:lnTo>
                  <a:lnTo>
                    <a:pt x="77491" y="325853"/>
                  </a:lnTo>
                  <a:lnTo>
                    <a:pt x="82556" y="327442"/>
                  </a:lnTo>
                  <a:lnTo>
                    <a:pt x="87669" y="328870"/>
                  </a:lnTo>
                  <a:lnTo>
                    <a:pt x="92825" y="330134"/>
                  </a:lnTo>
                  <a:lnTo>
                    <a:pt x="98018" y="331234"/>
                  </a:lnTo>
                  <a:lnTo>
                    <a:pt x="103243" y="332169"/>
                  </a:lnTo>
                  <a:lnTo>
                    <a:pt x="108496" y="332937"/>
                  </a:lnTo>
                  <a:lnTo>
                    <a:pt x="113770" y="333539"/>
                  </a:lnTo>
                  <a:lnTo>
                    <a:pt x="119061" y="333972"/>
                  </a:lnTo>
                  <a:lnTo>
                    <a:pt x="124363" y="334237"/>
                  </a:lnTo>
                  <a:lnTo>
                    <a:pt x="129671" y="334334"/>
                  </a:lnTo>
                  <a:lnTo>
                    <a:pt x="134979" y="334262"/>
                  </a:lnTo>
                  <a:lnTo>
                    <a:pt x="140282" y="334022"/>
                  </a:lnTo>
                  <a:lnTo>
                    <a:pt x="145574" y="333613"/>
                  </a:lnTo>
                  <a:lnTo>
                    <a:pt x="150851" y="333037"/>
                  </a:lnTo>
                  <a:lnTo>
                    <a:pt x="156108" y="332293"/>
                  </a:lnTo>
                  <a:lnTo>
                    <a:pt x="161337" y="331383"/>
                  </a:lnTo>
                  <a:lnTo>
                    <a:pt x="166536" y="330307"/>
                  </a:lnTo>
                  <a:lnTo>
                    <a:pt x="171697" y="329066"/>
                  </a:lnTo>
                  <a:lnTo>
                    <a:pt x="176817" y="327663"/>
                  </a:lnTo>
                  <a:lnTo>
                    <a:pt x="181889" y="326097"/>
                  </a:lnTo>
                  <a:lnTo>
                    <a:pt x="186910" y="324372"/>
                  </a:lnTo>
                  <a:lnTo>
                    <a:pt x="191872" y="322487"/>
                  </a:lnTo>
                  <a:lnTo>
                    <a:pt x="196773" y="320446"/>
                  </a:lnTo>
                  <a:lnTo>
                    <a:pt x="201606" y="318251"/>
                  </a:lnTo>
                  <a:lnTo>
                    <a:pt x="206367" y="315903"/>
                  </a:lnTo>
                  <a:lnTo>
                    <a:pt x="211051" y="313405"/>
                  </a:lnTo>
                  <a:lnTo>
                    <a:pt x="215654" y="310760"/>
                  </a:lnTo>
                  <a:lnTo>
                    <a:pt x="220170" y="307970"/>
                  </a:lnTo>
                  <a:lnTo>
                    <a:pt x="224595" y="305038"/>
                  </a:lnTo>
                  <a:lnTo>
                    <a:pt x="228925" y="301967"/>
                  </a:lnTo>
                  <a:lnTo>
                    <a:pt x="233155" y="298760"/>
                  </a:lnTo>
                  <a:lnTo>
                    <a:pt x="237282" y="295420"/>
                  </a:lnTo>
                  <a:lnTo>
                    <a:pt x="241300" y="291951"/>
                  </a:lnTo>
                  <a:lnTo>
                    <a:pt x="245206" y="288356"/>
                  </a:lnTo>
                  <a:lnTo>
                    <a:pt x="248996" y="284639"/>
                  </a:lnTo>
                  <a:lnTo>
                    <a:pt x="252666" y="280803"/>
                  </a:lnTo>
                  <a:lnTo>
                    <a:pt x="256212" y="276853"/>
                  </a:lnTo>
                  <a:lnTo>
                    <a:pt x="259631" y="272792"/>
                  </a:lnTo>
                  <a:lnTo>
                    <a:pt x="262920" y="268625"/>
                  </a:lnTo>
                  <a:lnTo>
                    <a:pt x="266074" y="264356"/>
                  </a:lnTo>
                  <a:lnTo>
                    <a:pt x="269091" y="259988"/>
                  </a:lnTo>
                  <a:lnTo>
                    <a:pt x="271968" y="255527"/>
                  </a:lnTo>
                  <a:lnTo>
                    <a:pt x="274702" y="250976"/>
                  </a:lnTo>
                  <a:lnTo>
                    <a:pt x="277291" y="246342"/>
                  </a:lnTo>
                  <a:lnTo>
                    <a:pt x="279730" y="241627"/>
                  </a:lnTo>
                  <a:lnTo>
                    <a:pt x="282019" y="236837"/>
                  </a:lnTo>
                  <a:lnTo>
                    <a:pt x="284155" y="231977"/>
                  </a:lnTo>
                  <a:lnTo>
                    <a:pt x="286135" y="227052"/>
                  </a:lnTo>
                  <a:lnTo>
                    <a:pt x="287957" y="222066"/>
                  </a:lnTo>
                  <a:lnTo>
                    <a:pt x="289621" y="217025"/>
                  </a:lnTo>
                  <a:lnTo>
                    <a:pt x="291124" y="211934"/>
                  </a:lnTo>
                  <a:lnTo>
                    <a:pt x="292464" y="206797"/>
                  </a:lnTo>
                  <a:lnTo>
                    <a:pt x="293640" y="201620"/>
                  </a:lnTo>
                  <a:lnTo>
                    <a:pt x="294652" y="196409"/>
                  </a:lnTo>
                  <a:lnTo>
                    <a:pt x="295497" y="191169"/>
                  </a:lnTo>
                  <a:lnTo>
                    <a:pt x="296176" y="185904"/>
                  </a:lnTo>
                  <a:lnTo>
                    <a:pt x="296687" y="180620"/>
                  </a:lnTo>
                  <a:lnTo>
                    <a:pt x="297030" y="175322"/>
                  </a:lnTo>
                  <a:lnTo>
                    <a:pt x="297205" y="170017"/>
                  </a:lnTo>
                  <a:lnTo>
                    <a:pt x="297211" y="164708"/>
                  </a:lnTo>
                  <a:lnTo>
                    <a:pt x="297049" y="159402"/>
                  </a:lnTo>
                  <a:lnTo>
                    <a:pt x="296718" y="154104"/>
                  </a:lnTo>
                  <a:lnTo>
                    <a:pt x="296219" y="148819"/>
                  </a:lnTo>
                  <a:lnTo>
                    <a:pt x="295553" y="143553"/>
                  </a:lnTo>
                  <a:lnTo>
                    <a:pt x="294720" y="138310"/>
                  </a:lnTo>
                  <a:lnTo>
                    <a:pt x="293720" y="133096"/>
                  </a:lnTo>
                  <a:lnTo>
                    <a:pt x="292556" y="127917"/>
                  </a:lnTo>
                  <a:lnTo>
                    <a:pt x="291228" y="122777"/>
                  </a:lnTo>
                  <a:lnTo>
                    <a:pt x="289737" y="117682"/>
                  </a:lnTo>
                  <a:lnTo>
                    <a:pt x="288085" y="112637"/>
                  </a:lnTo>
                  <a:lnTo>
                    <a:pt x="286274" y="107647"/>
                  </a:lnTo>
                  <a:lnTo>
                    <a:pt x="284306" y="102717"/>
                  </a:lnTo>
                  <a:lnTo>
                    <a:pt x="282182" y="97852"/>
                  </a:lnTo>
                  <a:lnTo>
                    <a:pt x="279904" y="93057"/>
                  </a:lnTo>
                  <a:lnTo>
                    <a:pt x="277475" y="88337"/>
                  </a:lnTo>
                  <a:lnTo>
                    <a:pt x="274898" y="83696"/>
                  </a:lnTo>
                  <a:lnTo>
                    <a:pt x="272175" y="79139"/>
                  </a:lnTo>
                  <a:lnTo>
                    <a:pt x="269308" y="74672"/>
                  </a:lnTo>
                  <a:lnTo>
                    <a:pt x="266301" y="70297"/>
                  </a:lnTo>
                  <a:lnTo>
                    <a:pt x="263157" y="66020"/>
                  </a:lnTo>
                  <a:lnTo>
                    <a:pt x="259878" y="61845"/>
                  </a:lnTo>
                  <a:lnTo>
                    <a:pt x="256468" y="57776"/>
                  </a:lnTo>
                  <a:lnTo>
                    <a:pt x="252931" y="53818"/>
                  </a:lnTo>
                  <a:lnTo>
                    <a:pt x="249270" y="49974"/>
                  </a:lnTo>
                  <a:lnTo>
                    <a:pt x="245489" y="46248"/>
                  </a:lnTo>
                  <a:lnTo>
                    <a:pt x="241592" y="42644"/>
                  </a:lnTo>
                  <a:lnTo>
                    <a:pt x="237581" y="39165"/>
                  </a:lnTo>
                  <a:lnTo>
                    <a:pt x="233463" y="35816"/>
                  </a:lnTo>
                  <a:lnTo>
                    <a:pt x="229240" y="32599"/>
                  </a:lnTo>
                  <a:lnTo>
                    <a:pt x="224918" y="29518"/>
                  </a:lnTo>
                  <a:lnTo>
                    <a:pt x="220499" y="26575"/>
                  </a:lnTo>
                  <a:lnTo>
                    <a:pt x="215990" y="23775"/>
                  </a:lnTo>
                  <a:lnTo>
                    <a:pt x="211393" y="21119"/>
                  </a:lnTo>
                  <a:lnTo>
                    <a:pt x="206715" y="18610"/>
                  </a:lnTo>
                  <a:lnTo>
                    <a:pt x="201959" y="16251"/>
                  </a:lnTo>
                  <a:lnTo>
                    <a:pt x="197131" y="14044"/>
                  </a:lnTo>
                  <a:lnTo>
                    <a:pt x="192236" y="11992"/>
                  </a:lnTo>
                  <a:lnTo>
                    <a:pt x="187277" y="10096"/>
                  </a:lnTo>
                  <a:lnTo>
                    <a:pt x="182261" y="8358"/>
                  </a:lnTo>
                  <a:lnTo>
                    <a:pt x="177192" y="6781"/>
                  </a:lnTo>
                  <a:lnTo>
                    <a:pt x="172076" y="5365"/>
                  </a:lnTo>
                  <a:lnTo>
                    <a:pt x="166917" y="4113"/>
                  </a:lnTo>
                  <a:lnTo>
                    <a:pt x="161722" y="3025"/>
                  </a:lnTo>
                  <a:lnTo>
                    <a:pt x="156494" y="2102"/>
                  </a:lnTo>
                  <a:lnTo>
                    <a:pt x="151240" y="1346"/>
                  </a:lnTo>
                  <a:lnTo>
                    <a:pt x="145964" y="758"/>
                  </a:lnTo>
                  <a:lnTo>
                    <a:pt x="140672" y="337"/>
                  </a:lnTo>
                  <a:lnTo>
                    <a:pt x="135370" y="84"/>
                  </a:lnTo>
                  <a:lnTo>
                    <a:pt x="130062" y="0"/>
                  </a:lnTo>
                  <a:lnTo>
                    <a:pt x="1300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7090" y="5399291"/>
              <a:ext cx="29125" cy="167167"/>
            </a:xfrm>
            <a:custGeom>
              <a:avLst/>
              <a:pathLst>
                <a:path w="29125" h="167167">
                  <a:moveTo>
                    <a:pt x="29125" y="0"/>
                  </a:moveTo>
                  <a:lnTo>
                    <a:pt x="21809" y="160"/>
                  </a:lnTo>
                  <a:lnTo>
                    <a:pt x="14506" y="640"/>
                  </a:lnTo>
                  <a:lnTo>
                    <a:pt x="7232" y="1439"/>
                  </a:lnTo>
                  <a:lnTo>
                    <a:pt x="0" y="2556"/>
                  </a:lnTo>
                  <a:lnTo>
                    <a:pt x="2912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7090" y="5401848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7090" y="5401848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7090" y="5401848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7090" y="5401848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57090" y="5401848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57090" y="5401848"/>
              <a:ext cx="29125" cy="164610"/>
            </a:xfrm>
            <a:custGeom>
              <a:avLst/>
              <a:pathLst>
                <a:path w="29125" h="164610">
                  <a:moveTo>
                    <a:pt x="0" y="0"/>
                  </a:moveTo>
                  <a:lnTo>
                    <a:pt x="29125" y="1646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319049" y="5401848"/>
              <a:ext cx="334320" cy="331772"/>
            </a:xfrm>
            <a:custGeom>
              <a:avLst/>
              <a:pathLst>
                <a:path w="334320" h="331772">
                  <a:moveTo>
                    <a:pt x="138041" y="0"/>
                  </a:moveTo>
                  <a:lnTo>
                    <a:pt x="132847" y="1003"/>
                  </a:lnTo>
                  <a:lnTo>
                    <a:pt x="127689" y="2171"/>
                  </a:lnTo>
                  <a:lnTo>
                    <a:pt x="122569" y="3501"/>
                  </a:lnTo>
                  <a:lnTo>
                    <a:pt x="117495" y="4993"/>
                  </a:lnTo>
                  <a:lnTo>
                    <a:pt x="112470" y="6644"/>
                  </a:lnTo>
                  <a:lnTo>
                    <a:pt x="107500" y="8453"/>
                  </a:lnTo>
                  <a:lnTo>
                    <a:pt x="102589" y="10419"/>
                  </a:lnTo>
                  <a:lnTo>
                    <a:pt x="97744" y="12539"/>
                  </a:lnTo>
                  <a:lnTo>
                    <a:pt x="92967" y="14812"/>
                  </a:lnTo>
                  <a:lnTo>
                    <a:pt x="88265" y="17234"/>
                  </a:lnTo>
                  <a:lnTo>
                    <a:pt x="83642" y="19804"/>
                  </a:lnTo>
                  <a:lnTo>
                    <a:pt x="79103" y="22519"/>
                  </a:lnTo>
                  <a:lnTo>
                    <a:pt x="74652" y="25376"/>
                  </a:lnTo>
                  <a:lnTo>
                    <a:pt x="70293" y="28373"/>
                  </a:lnTo>
                  <a:lnTo>
                    <a:pt x="66032" y="31506"/>
                  </a:lnTo>
                  <a:lnTo>
                    <a:pt x="61871" y="34772"/>
                  </a:lnTo>
                  <a:lnTo>
                    <a:pt x="57817" y="38168"/>
                  </a:lnTo>
                  <a:lnTo>
                    <a:pt x="53871" y="41691"/>
                  </a:lnTo>
                  <a:lnTo>
                    <a:pt x="50039" y="45336"/>
                  </a:lnTo>
                  <a:lnTo>
                    <a:pt x="46324" y="49102"/>
                  </a:lnTo>
                  <a:lnTo>
                    <a:pt x="42730" y="52982"/>
                  </a:lnTo>
                  <a:lnTo>
                    <a:pt x="39261" y="56975"/>
                  </a:lnTo>
                  <a:lnTo>
                    <a:pt x="35920" y="61075"/>
                  </a:lnTo>
                  <a:lnTo>
                    <a:pt x="32710" y="65279"/>
                  </a:lnTo>
                  <a:lnTo>
                    <a:pt x="29635" y="69583"/>
                  </a:lnTo>
                  <a:lnTo>
                    <a:pt x="26698" y="73981"/>
                  </a:lnTo>
                  <a:lnTo>
                    <a:pt x="23901" y="78471"/>
                  </a:lnTo>
                  <a:lnTo>
                    <a:pt x="21247" y="83046"/>
                  </a:lnTo>
                  <a:lnTo>
                    <a:pt x="18740" y="87703"/>
                  </a:lnTo>
                  <a:lnTo>
                    <a:pt x="16381" y="92438"/>
                  </a:lnTo>
                  <a:lnTo>
                    <a:pt x="14173" y="97244"/>
                  </a:lnTo>
                  <a:lnTo>
                    <a:pt x="12119" y="102118"/>
                  </a:lnTo>
                  <a:lnTo>
                    <a:pt x="10219" y="107054"/>
                  </a:lnTo>
                  <a:lnTo>
                    <a:pt x="8477" y="112048"/>
                  </a:lnTo>
                  <a:lnTo>
                    <a:pt x="6893" y="117095"/>
                  </a:lnTo>
                  <a:lnTo>
                    <a:pt x="5470" y="122189"/>
                  </a:lnTo>
                  <a:lnTo>
                    <a:pt x="4209" y="127326"/>
                  </a:lnTo>
                  <a:lnTo>
                    <a:pt x="3111" y="132500"/>
                  </a:lnTo>
                  <a:lnTo>
                    <a:pt x="2178" y="137706"/>
                  </a:lnTo>
                  <a:lnTo>
                    <a:pt x="1409" y="142939"/>
                  </a:lnTo>
                  <a:lnTo>
                    <a:pt x="806" y="148194"/>
                  </a:lnTo>
                  <a:lnTo>
                    <a:pt x="370" y="153465"/>
                  </a:lnTo>
                  <a:lnTo>
                    <a:pt x="101" y="158748"/>
                  </a:lnTo>
                  <a:lnTo>
                    <a:pt x="0" y="164036"/>
                  </a:lnTo>
                  <a:lnTo>
                    <a:pt x="65" y="169325"/>
                  </a:lnTo>
                  <a:lnTo>
                    <a:pt x="298" y="174609"/>
                  </a:lnTo>
                  <a:lnTo>
                    <a:pt x="698" y="179883"/>
                  </a:lnTo>
                  <a:lnTo>
                    <a:pt x="1264" y="185142"/>
                  </a:lnTo>
                  <a:lnTo>
                    <a:pt x="1997" y="190380"/>
                  </a:lnTo>
                  <a:lnTo>
                    <a:pt x="2895" y="195593"/>
                  </a:lnTo>
                  <a:lnTo>
                    <a:pt x="3957" y="200774"/>
                  </a:lnTo>
                  <a:lnTo>
                    <a:pt x="5183" y="205920"/>
                  </a:lnTo>
                  <a:lnTo>
                    <a:pt x="6571" y="211023"/>
                  </a:lnTo>
                  <a:lnTo>
                    <a:pt x="8120" y="216081"/>
                  </a:lnTo>
                  <a:lnTo>
                    <a:pt x="9828" y="221087"/>
                  </a:lnTo>
                  <a:lnTo>
                    <a:pt x="11693" y="226036"/>
                  </a:lnTo>
                  <a:lnTo>
                    <a:pt x="13714" y="230924"/>
                  </a:lnTo>
                  <a:lnTo>
                    <a:pt x="15889" y="235746"/>
                  </a:lnTo>
                  <a:lnTo>
                    <a:pt x="18215" y="240496"/>
                  </a:lnTo>
                  <a:lnTo>
                    <a:pt x="20691" y="245170"/>
                  </a:lnTo>
                  <a:lnTo>
                    <a:pt x="23313" y="249764"/>
                  </a:lnTo>
                  <a:lnTo>
                    <a:pt x="26078" y="254272"/>
                  </a:lnTo>
                  <a:lnTo>
                    <a:pt x="28986" y="258691"/>
                  </a:lnTo>
                  <a:lnTo>
                    <a:pt x="32031" y="263015"/>
                  </a:lnTo>
                  <a:lnTo>
                    <a:pt x="35212" y="267241"/>
                  </a:lnTo>
                  <a:lnTo>
                    <a:pt x="38525" y="271364"/>
                  </a:lnTo>
                  <a:lnTo>
                    <a:pt x="41967" y="275381"/>
                  </a:lnTo>
                  <a:lnTo>
                    <a:pt x="45534" y="279286"/>
                  </a:lnTo>
                  <a:lnTo>
                    <a:pt x="49223" y="283077"/>
                  </a:lnTo>
                  <a:lnTo>
                    <a:pt x="53030" y="286749"/>
                  </a:lnTo>
                  <a:lnTo>
                    <a:pt x="56951" y="290298"/>
                  </a:lnTo>
                  <a:lnTo>
                    <a:pt x="60982" y="293722"/>
                  </a:lnTo>
                  <a:lnTo>
                    <a:pt x="65120" y="297017"/>
                  </a:lnTo>
                  <a:lnTo>
                    <a:pt x="69360" y="300179"/>
                  </a:lnTo>
                  <a:lnTo>
                    <a:pt x="73698" y="303206"/>
                  </a:lnTo>
                  <a:lnTo>
                    <a:pt x="78129" y="306093"/>
                  </a:lnTo>
                  <a:lnTo>
                    <a:pt x="82650" y="308839"/>
                  </a:lnTo>
                  <a:lnTo>
                    <a:pt x="87255" y="311441"/>
                  </a:lnTo>
                  <a:lnTo>
                    <a:pt x="91940" y="313895"/>
                  </a:lnTo>
                  <a:lnTo>
                    <a:pt x="96701" y="316201"/>
                  </a:lnTo>
                  <a:lnTo>
                    <a:pt x="101532" y="318354"/>
                  </a:lnTo>
                  <a:lnTo>
                    <a:pt x="106429" y="320353"/>
                  </a:lnTo>
                  <a:lnTo>
                    <a:pt x="111386" y="322197"/>
                  </a:lnTo>
                  <a:lnTo>
                    <a:pt x="116400" y="323883"/>
                  </a:lnTo>
                  <a:lnTo>
                    <a:pt x="121464" y="325409"/>
                  </a:lnTo>
                  <a:lnTo>
                    <a:pt x="126574" y="326774"/>
                  </a:lnTo>
                  <a:lnTo>
                    <a:pt x="131725" y="327977"/>
                  </a:lnTo>
                  <a:lnTo>
                    <a:pt x="136911" y="329017"/>
                  </a:lnTo>
                  <a:lnTo>
                    <a:pt x="142127" y="329892"/>
                  </a:lnTo>
                  <a:lnTo>
                    <a:pt x="147369" y="330601"/>
                  </a:lnTo>
                  <a:lnTo>
                    <a:pt x="152630" y="331144"/>
                  </a:lnTo>
                  <a:lnTo>
                    <a:pt x="157906" y="331521"/>
                  </a:lnTo>
                  <a:lnTo>
                    <a:pt x="163191" y="331730"/>
                  </a:lnTo>
                  <a:lnTo>
                    <a:pt x="168480" y="331772"/>
                  </a:lnTo>
                  <a:lnTo>
                    <a:pt x="173768" y="331647"/>
                  </a:lnTo>
                  <a:lnTo>
                    <a:pt x="179049" y="331355"/>
                  </a:lnTo>
                  <a:lnTo>
                    <a:pt x="184318" y="330895"/>
                  </a:lnTo>
                  <a:lnTo>
                    <a:pt x="189570" y="330269"/>
                  </a:lnTo>
                  <a:lnTo>
                    <a:pt x="194800" y="329478"/>
                  </a:lnTo>
                  <a:lnTo>
                    <a:pt x="200002" y="328521"/>
                  </a:lnTo>
                  <a:lnTo>
                    <a:pt x="205171" y="327400"/>
                  </a:lnTo>
                  <a:lnTo>
                    <a:pt x="210302" y="326116"/>
                  </a:lnTo>
                  <a:lnTo>
                    <a:pt x="215390" y="324671"/>
                  </a:lnTo>
                  <a:lnTo>
                    <a:pt x="220430" y="323065"/>
                  </a:lnTo>
                  <a:lnTo>
                    <a:pt x="225416" y="321301"/>
                  </a:lnTo>
                  <a:lnTo>
                    <a:pt x="230344" y="319379"/>
                  </a:lnTo>
                  <a:lnTo>
                    <a:pt x="235209" y="317303"/>
                  </a:lnTo>
                  <a:lnTo>
                    <a:pt x="240005" y="315074"/>
                  </a:lnTo>
                  <a:lnTo>
                    <a:pt x="244729" y="312694"/>
                  </a:lnTo>
                  <a:lnTo>
                    <a:pt x="249375" y="310166"/>
                  </a:lnTo>
                  <a:lnTo>
                    <a:pt x="253939" y="307493"/>
                  </a:lnTo>
                  <a:lnTo>
                    <a:pt x="258416" y="304676"/>
                  </a:lnTo>
                  <a:lnTo>
                    <a:pt x="262801" y="301719"/>
                  </a:lnTo>
                  <a:lnTo>
                    <a:pt x="267091" y="298625"/>
                  </a:lnTo>
                  <a:lnTo>
                    <a:pt x="271281" y="295396"/>
                  </a:lnTo>
                  <a:lnTo>
                    <a:pt x="275366" y="292037"/>
                  </a:lnTo>
                  <a:lnTo>
                    <a:pt x="279343" y="288550"/>
                  </a:lnTo>
                  <a:lnTo>
                    <a:pt x="283208" y="284939"/>
                  </a:lnTo>
                  <a:lnTo>
                    <a:pt x="286957" y="281208"/>
                  </a:lnTo>
                  <a:lnTo>
                    <a:pt x="290586" y="277360"/>
                  </a:lnTo>
                  <a:lnTo>
                    <a:pt x="294091" y="273399"/>
                  </a:lnTo>
                  <a:lnTo>
                    <a:pt x="297469" y="269329"/>
                  </a:lnTo>
                  <a:lnTo>
                    <a:pt x="300717" y="265154"/>
                  </a:lnTo>
                  <a:lnTo>
                    <a:pt x="303831" y="260879"/>
                  </a:lnTo>
                  <a:lnTo>
                    <a:pt x="306808" y="256507"/>
                  </a:lnTo>
                  <a:lnTo>
                    <a:pt x="309646" y="252043"/>
                  </a:lnTo>
                  <a:lnTo>
                    <a:pt x="312340" y="247492"/>
                  </a:lnTo>
                  <a:lnTo>
                    <a:pt x="314890" y="242857"/>
                  </a:lnTo>
                  <a:lnTo>
                    <a:pt x="317291" y="238145"/>
                  </a:lnTo>
                  <a:lnTo>
                    <a:pt x="319543" y="233359"/>
                  </a:lnTo>
                  <a:lnTo>
                    <a:pt x="321641" y="228503"/>
                  </a:lnTo>
                  <a:lnTo>
                    <a:pt x="323585" y="223584"/>
                  </a:lnTo>
                  <a:lnTo>
                    <a:pt x="325373" y="218606"/>
                  </a:lnTo>
                  <a:lnTo>
                    <a:pt x="327002" y="213574"/>
                  </a:lnTo>
                  <a:lnTo>
                    <a:pt x="328471" y="208493"/>
                  </a:lnTo>
                  <a:lnTo>
                    <a:pt x="329778" y="203368"/>
                  </a:lnTo>
                  <a:lnTo>
                    <a:pt x="330923" y="198204"/>
                  </a:lnTo>
                  <a:lnTo>
                    <a:pt x="331904" y="193007"/>
                  </a:lnTo>
                  <a:lnTo>
                    <a:pt x="332720" y="187781"/>
                  </a:lnTo>
                  <a:lnTo>
                    <a:pt x="333370" y="182531"/>
                  </a:lnTo>
                  <a:lnTo>
                    <a:pt x="333854" y="177264"/>
                  </a:lnTo>
                  <a:lnTo>
                    <a:pt x="334171" y="171985"/>
                  </a:lnTo>
                  <a:lnTo>
                    <a:pt x="334320" y="166697"/>
                  </a:lnTo>
                  <a:lnTo>
                    <a:pt x="334303" y="161408"/>
                  </a:lnTo>
                  <a:lnTo>
                    <a:pt x="334118" y="156122"/>
                  </a:lnTo>
                  <a:lnTo>
                    <a:pt x="333766" y="150845"/>
                  </a:lnTo>
                  <a:lnTo>
                    <a:pt x="333247" y="145581"/>
                  </a:lnTo>
                  <a:lnTo>
                    <a:pt x="332562" y="140336"/>
                  </a:lnTo>
                  <a:lnTo>
                    <a:pt x="331711" y="135116"/>
                  </a:lnTo>
                  <a:lnTo>
                    <a:pt x="330695" y="129925"/>
                  </a:lnTo>
                  <a:lnTo>
                    <a:pt x="329516" y="124769"/>
                  </a:lnTo>
                  <a:lnTo>
                    <a:pt x="328175" y="119653"/>
                  </a:lnTo>
                  <a:lnTo>
                    <a:pt x="326672" y="114581"/>
                  </a:lnTo>
                  <a:lnTo>
                    <a:pt x="325009" y="109560"/>
                  </a:lnTo>
                  <a:lnTo>
                    <a:pt x="323188" y="104594"/>
                  </a:lnTo>
                  <a:lnTo>
                    <a:pt x="321212" y="99688"/>
                  </a:lnTo>
                  <a:lnTo>
                    <a:pt x="319081" y="94847"/>
                  </a:lnTo>
                  <a:lnTo>
                    <a:pt x="316798" y="90076"/>
                  </a:lnTo>
                  <a:lnTo>
                    <a:pt x="314365" y="85379"/>
                  </a:lnTo>
                  <a:lnTo>
                    <a:pt x="311784" y="80762"/>
                  </a:lnTo>
                  <a:lnTo>
                    <a:pt x="309059" y="76229"/>
                  </a:lnTo>
                  <a:lnTo>
                    <a:pt x="306192" y="71784"/>
                  </a:lnTo>
                  <a:lnTo>
                    <a:pt x="303186" y="67432"/>
                  </a:lnTo>
                  <a:lnTo>
                    <a:pt x="300043" y="63178"/>
                  </a:lnTo>
                  <a:lnTo>
                    <a:pt x="296768" y="59025"/>
                  </a:lnTo>
                  <a:lnTo>
                    <a:pt x="293363" y="54978"/>
                  </a:lnTo>
                  <a:lnTo>
                    <a:pt x="289831" y="51040"/>
                  </a:lnTo>
                  <a:lnTo>
                    <a:pt x="286177" y="47216"/>
                  </a:lnTo>
                  <a:lnTo>
                    <a:pt x="282403" y="43510"/>
                  </a:lnTo>
                  <a:lnTo>
                    <a:pt x="278514" y="39925"/>
                  </a:lnTo>
                  <a:lnTo>
                    <a:pt x="274514" y="36464"/>
                  </a:lnTo>
                  <a:lnTo>
                    <a:pt x="270406" y="33132"/>
                  </a:lnTo>
                  <a:lnTo>
                    <a:pt x="266195" y="29932"/>
                  </a:lnTo>
                  <a:lnTo>
                    <a:pt x="261885" y="26867"/>
                  </a:lnTo>
                  <a:lnTo>
                    <a:pt x="257480" y="23939"/>
                  </a:lnTo>
                  <a:lnTo>
                    <a:pt x="252984" y="21152"/>
                  </a:lnTo>
                  <a:lnTo>
                    <a:pt x="248403" y="18509"/>
                  </a:lnTo>
                  <a:lnTo>
                    <a:pt x="243740" y="16012"/>
                  </a:lnTo>
                  <a:lnTo>
                    <a:pt x="239000" y="13664"/>
                  </a:lnTo>
                  <a:lnTo>
                    <a:pt x="234189" y="11467"/>
                  </a:lnTo>
                  <a:lnTo>
                    <a:pt x="229310" y="9423"/>
                  </a:lnTo>
                  <a:lnTo>
                    <a:pt x="224370" y="7535"/>
                  </a:lnTo>
                  <a:lnTo>
                    <a:pt x="219372" y="5804"/>
                  </a:lnTo>
                  <a:lnTo>
                    <a:pt x="214322" y="4232"/>
                  </a:lnTo>
                  <a:lnTo>
                    <a:pt x="209224" y="2820"/>
                  </a:lnTo>
                  <a:lnTo>
                    <a:pt x="204085" y="1570"/>
                  </a:lnTo>
                  <a:lnTo>
                    <a:pt x="198908" y="484"/>
                  </a:lnTo>
                  <a:lnTo>
                    <a:pt x="167166" y="1646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31742" cy="167167"/>
            </a:xfrm>
            <a:custGeom>
              <a:avLst/>
              <a:pathLst>
                <a:path w="31742" h="167167">
                  <a:moveTo>
                    <a:pt x="31742" y="3041"/>
                  </a:moveTo>
                  <a:lnTo>
                    <a:pt x="25449" y="1948"/>
                  </a:lnTo>
                  <a:lnTo>
                    <a:pt x="19119" y="1097"/>
                  </a:lnTo>
                  <a:lnTo>
                    <a:pt x="12762" y="487"/>
                  </a:lnTo>
                  <a:lnTo>
                    <a:pt x="638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56378" y="5399291"/>
              <a:ext cx="167165" cy="320572"/>
            </a:xfrm>
            <a:custGeom>
              <a:avLst/>
              <a:pathLst>
                <a:path w="167165" h="320572">
                  <a:moveTo>
                    <a:pt x="167165" y="0"/>
                  </a:moveTo>
                  <a:lnTo>
                    <a:pt x="161791" y="86"/>
                  </a:lnTo>
                  <a:lnTo>
                    <a:pt x="156423" y="345"/>
                  </a:lnTo>
                  <a:lnTo>
                    <a:pt x="151065" y="777"/>
                  </a:lnTo>
                  <a:lnTo>
                    <a:pt x="145725" y="1380"/>
                  </a:lnTo>
                  <a:lnTo>
                    <a:pt x="140406" y="2155"/>
                  </a:lnTo>
                  <a:lnTo>
                    <a:pt x="135116" y="3101"/>
                  </a:lnTo>
                  <a:lnTo>
                    <a:pt x="129858" y="4216"/>
                  </a:lnTo>
                  <a:lnTo>
                    <a:pt x="124639" y="5499"/>
                  </a:lnTo>
                  <a:lnTo>
                    <a:pt x="119464" y="6950"/>
                  </a:lnTo>
                  <a:lnTo>
                    <a:pt x="114338" y="8566"/>
                  </a:lnTo>
                  <a:lnTo>
                    <a:pt x="109266" y="10346"/>
                  </a:lnTo>
                  <a:lnTo>
                    <a:pt x="104255" y="12289"/>
                  </a:lnTo>
                  <a:lnTo>
                    <a:pt x="99309" y="14391"/>
                  </a:lnTo>
                  <a:lnTo>
                    <a:pt x="94432" y="16651"/>
                  </a:lnTo>
                  <a:lnTo>
                    <a:pt x="89631" y="19067"/>
                  </a:lnTo>
                  <a:lnTo>
                    <a:pt x="84911" y="21636"/>
                  </a:lnTo>
                  <a:lnTo>
                    <a:pt x="80275" y="24356"/>
                  </a:lnTo>
                  <a:lnTo>
                    <a:pt x="75729" y="27223"/>
                  </a:lnTo>
                  <a:lnTo>
                    <a:pt x="71277" y="30235"/>
                  </a:lnTo>
                  <a:lnTo>
                    <a:pt x="66925" y="33388"/>
                  </a:lnTo>
                  <a:lnTo>
                    <a:pt x="62676" y="36680"/>
                  </a:lnTo>
                  <a:lnTo>
                    <a:pt x="58535" y="40106"/>
                  </a:lnTo>
                  <a:lnTo>
                    <a:pt x="54507" y="43664"/>
                  </a:lnTo>
                  <a:lnTo>
                    <a:pt x="50595" y="47349"/>
                  </a:lnTo>
                  <a:lnTo>
                    <a:pt x="46803" y="51159"/>
                  </a:lnTo>
                  <a:lnTo>
                    <a:pt x="43136" y="55088"/>
                  </a:lnTo>
                  <a:lnTo>
                    <a:pt x="39597" y="59133"/>
                  </a:lnTo>
                  <a:lnTo>
                    <a:pt x="36190" y="63290"/>
                  </a:lnTo>
                  <a:lnTo>
                    <a:pt x="32918" y="67554"/>
                  </a:lnTo>
                  <a:lnTo>
                    <a:pt x="29785" y="71921"/>
                  </a:lnTo>
                  <a:lnTo>
                    <a:pt x="26795" y="76387"/>
                  </a:lnTo>
                  <a:lnTo>
                    <a:pt x="23949" y="80946"/>
                  </a:lnTo>
                  <a:lnTo>
                    <a:pt x="21251" y="85595"/>
                  </a:lnTo>
                  <a:lnTo>
                    <a:pt x="18704" y="90328"/>
                  </a:lnTo>
                  <a:lnTo>
                    <a:pt x="16311" y="95140"/>
                  </a:lnTo>
                  <a:lnTo>
                    <a:pt x="14073" y="100027"/>
                  </a:lnTo>
                  <a:lnTo>
                    <a:pt x="11994" y="104983"/>
                  </a:lnTo>
                  <a:lnTo>
                    <a:pt x="10075" y="110003"/>
                  </a:lnTo>
                  <a:lnTo>
                    <a:pt x="8319" y="115083"/>
                  </a:lnTo>
                  <a:lnTo>
                    <a:pt x="6726" y="120216"/>
                  </a:lnTo>
                  <a:lnTo>
                    <a:pt x="5300" y="125398"/>
                  </a:lnTo>
                  <a:lnTo>
                    <a:pt x="4041" y="130623"/>
                  </a:lnTo>
                  <a:lnTo>
                    <a:pt x="2950" y="135886"/>
                  </a:lnTo>
                  <a:lnTo>
                    <a:pt x="2030" y="141181"/>
                  </a:lnTo>
                  <a:lnTo>
                    <a:pt x="1280" y="146503"/>
                  </a:lnTo>
                  <a:lnTo>
                    <a:pt x="701" y="151847"/>
                  </a:lnTo>
                  <a:lnTo>
                    <a:pt x="295" y="157206"/>
                  </a:lnTo>
                  <a:lnTo>
                    <a:pt x="61" y="162575"/>
                  </a:lnTo>
                  <a:lnTo>
                    <a:pt x="0" y="167950"/>
                  </a:lnTo>
                  <a:lnTo>
                    <a:pt x="111" y="173323"/>
                  </a:lnTo>
                  <a:lnTo>
                    <a:pt x="395" y="178690"/>
                  </a:lnTo>
                  <a:lnTo>
                    <a:pt x="852" y="184045"/>
                  </a:lnTo>
                  <a:lnTo>
                    <a:pt x="1481" y="189383"/>
                  </a:lnTo>
                  <a:lnTo>
                    <a:pt x="2280" y="194698"/>
                  </a:lnTo>
                  <a:lnTo>
                    <a:pt x="3251" y="199984"/>
                  </a:lnTo>
                  <a:lnTo>
                    <a:pt x="4390" y="205237"/>
                  </a:lnTo>
                  <a:lnTo>
                    <a:pt x="5698" y="210450"/>
                  </a:lnTo>
                  <a:lnTo>
                    <a:pt x="7173" y="215618"/>
                  </a:lnTo>
                  <a:lnTo>
                    <a:pt x="8813" y="220736"/>
                  </a:lnTo>
                  <a:lnTo>
                    <a:pt x="10617" y="225799"/>
                  </a:lnTo>
                  <a:lnTo>
                    <a:pt x="12583" y="230802"/>
                  </a:lnTo>
                  <a:lnTo>
                    <a:pt x="14709" y="235738"/>
                  </a:lnTo>
                  <a:lnTo>
                    <a:pt x="16992" y="240604"/>
                  </a:lnTo>
                  <a:lnTo>
                    <a:pt x="19430" y="245393"/>
                  </a:lnTo>
                  <a:lnTo>
                    <a:pt x="22021" y="250102"/>
                  </a:lnTo>
                  <a:lnTo>
                    <a:pt x="24762" y="254725"/>
                  </a:lnTo>
                  <a:lnTo>
                    <a:pt x="27651" y="259258"/>
                  </a:lnTo>
                  <a:lnTo>
                    <a:pt x="30683" y="263695"/>
                  </a:lnTo>
                  <a:lnTo>
                    <a:pt x="33857" y="268033"/>
                  </a:lnTo>
                  <a:lnTo>
                    <a:pt x="37168" y="272266"/>
                  </a:lnTo>
                  <a:lnTo>
                    <a:pt x="40614" y="276391"/>
                  </a:lnTo>
                  <a:lnTo>
                    <a:pt x="44191" y="280403"/>
                  </a:lnTo>
                  <a:lnTo>
                    <a:pt x="47895" y="284297"/>
                  </a:lnTo>
                  <a:lnTo>
                    <a:pt x="51722" y="288071"/>
                  </a:lnTo>
                  <a:lnTo>
                    <a:pt x="55668" y="291720"/>
                  </a:lnTo>
                  <a:lnTo>
                    <a:pt x="59730" y="295240"/>
                  </a:lnTo>
                  <a:lnTo>
                    <a:pt x="63902" y="298627"/>
                  </a:lnTo>
                  <a:lnTo>
                    <a:pt x="68182" y="301879"/>
                  </a:lnTo>
                  <a:lnTo>
                    <a:pt x="72564" y="304991"/>
                  </a:lnTo>
                  <a:lnTo>
                    <a:pt x="77043" y="307961"/>
                  </a:lnTo>
                  <a:lnTo>
                    <a:pt x="81616" y="310785"/>
                  </a:lnTo>
                  <a:lnTo>
                    <a:pt x="86277" y="313461"/>
                  </a:lnTo>
                  <a:lnTo>
                    <a:pt x="91022" y="315986"/>
                  </a:lnTo>
                  <a:lnTo>
                    <a:pt x="95845" y="318357"/>
                  </a:lnTo>
                  <a:lnTo>
                    <a:pt x="100742" y="320572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57121" y="5566459"/>
              <a:ext cx="66422" cy="153404"/>
            </a:xfrm>
            <a:custGeom>
              <a:avLst/>
              <a:pathLst>
                <a:path w="66422" h="153404">
                  <a:moveTo>
                    <a:pt x="0" y="153404"/>
                  </a:moveTo>
                  <a:lnTo>
                    <a:pt x="664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57121" y="5566459"/>
              <a:ext cx="66422" cy="153404"/>
            </a:xfrm>
            <a:custGeom>
              <a:avLst/>
              <a:pathLst>
                <a:path w="66422" h="153404">
                  <a:moveTo>
                    <a:pt x="0" y="153404"/>
                  </a:moveTo>
                  <a:lnTo>
                    <a:pt x="664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57121" y="5566459"/>
              <a:ext cx="66422" cy="153404"/>
            </a:xfrm>
            <a:custGeom>
              <a:avLst/>
              <a:pathLst>
                <a:path w="66422" h="153404">
                  <a:moveTo>
                    <a:pt x="0" y="153404"/>
                  </a:moveTo>
                  <a:lnTo>
                    <a:pt x="6642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57121" y="5566459"/>
              <a:ext cx="66422" cy="153404"/>
            </a:xfrm>
            <a:custGeom>
              <a:avLst/>
              <a:pathLst>
                <a:path w="66422" h="153404">
                  <a:moveTo>
                    <a:pt x="0" y="153404"/>
                  </a:moveTo>
                  <a:lnTo>
                    <a:pt x="6642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57121" y="5566459"/>
              <a:ext cx="66422" cy="153404"/>
            </a:xfrm>
            <a:custGeom>
              <a:avLst/>
              <a:pathLst>
                <a:path w="66422" h="153404">
                  <a:moveTo>
                    <a:pt x="0" y="153404"/>
                  </a:moveTo>
                  <a:lnTo>
                    <a:pt x="6642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57121" y="5566459"/>
              <a:ext cx="133658" cy="167151"/>
            </a:xfrm>
            <a:custGeom>
              <a:avLst/>
              <a:pathLst>
                <a:path w="133658" h="167151">
                  <a:moveTo>
                    <a:pt x="0" y="153404"/>
                  </a:moveTo>
                  <a:lnTo>
                    <a:pt x="5082" y="155506"/>
                  </a:lnTo>
                  <a:lnTo>
                    <a:pt x="10231" y="157440"/>
                  </a:lnTo>
                  <a:lnTo>
                    <a:pt x="15440" y="159203"/>
                  </a:lnTo>
                  <a:lnTo>
                    <a:pt x="20705" y="160794"/>
                  </a:lnTo>
                  <a:lnTo>
                    <a:pt x="26019" y="162211"/>
                  </a:lnTo>
                  <a:lnTo>
                    <a:pt x="31377" y="163452"/>
                  </a:lnTo>
                  <a:lnTo>
                    <a:pt x="36773" y="164517"/>
                  </a:lnTo>
                  <a:lnTo>
                    <a:pt x="42201" y="165403"/>
                  </a:lnTo>
                  <a:lnTo>
                    <a:pt x="47655" y="166110"/>
                  </a:lnTo>
                  <a:lnTo>
                    <a:pt x="53130" y="166638"/>
                  </a:lnTo>
                  <a:lnTo>
                    <a:pt x="58618" y="166985"/>
                  </a:lnTo>
                  <a:lnTo>
                    <a:pt x="64116" y="167151"/>
                  </a:lnTo>
                  <a:lnTo>
                    <a:pt x="69616" y="167136"/>
                  </a:lnTo>
                  <a:lnTo>
                    <a:pt x="75112" y="166941"/>
                  </a:lnTo>
                  <a:lnTo>
                    <a:pt x="80599" y="166565"/>
                  </a:lnTo>
                  <a:lnTo>
                    <a:pt x="86071" y="166008"/>
                  </a:lnTo>
                  <a:lnTo>
                    <a:pt x="91521" y="165272"/>
                  </a:lnTo>
                  <a:lnTo>
                    <a:pt x="96944" y="164357"/>
                  </a:lnTo>
                  <a:lnTo>
                    <a:pt x="102334" y="163264"/>
                  </a:lnTo>
                  <a:lnTo>
                    <a:pt x="107686" y="161994"/>
                  </a:lnTo>
                  <a:lnTo>
                    <a:pt x="112992" y="160549"/>
                  </a:lnTo>
                  <a:lnTo>
                    <a:pt x="118249" y="158930"/>
                  </a:lnTo>
                  <a:lnTo>
                    <a:pt x="123449" y="157139"/>
                  </a:lnTo>
                  <a:lnTo>
                    <a:pt x="128587" y="155178"/>
                  </a:lnTo>
                  <a:lnTo>
                    <a:pt x="133658" y="153049"/>
                  </a:lnTo>
                  <a:lnTo>
                    <a:pt x="6642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167167" cy="320217"/>
            </a:xfrm>
            <a:custGeom>
              <a:avLst/>
              <a:pathLst>
                <a:path w="167167" h="320217">
                  <a:moveTo>
                    <a:pt x="67235" y="320217"/>
                  </a:moveTo>
                  <a:lnTo>
                    <a:pt x="72111" y="317981"/>
                  </a:lnTo>
                  <a:lnTo>
                    <a:pt x="76913" y="315590"/>
                  </a:lnTo>
                  <a:lnTo>
                    <a:pt x="81636" y="313045"/>
                  </a:lnTo>
                  <a:lnTo>
                    <a:pt x="86274" y="310351"/>
                  </a:lnTo>
                  <a:lnTo>
                    <a:pt x="90824" y="307509"/>
                  </a:lnTo>
                  <a:lnTo>
                    <a:pt x="95280" y="304523"/>
                  </a:lnTo>
                  <a:lnTo>
                    <a:pt x="99638" y="301395"/>
                  </a:lnTo>
                  <a:lnTo>
                    <a:pt x="103893" y="298129"/>
                  </a:lnTo>
                  <a:lnTo>
                    <a:pt x="108041" y="294728"/>
                  </a:lnTo>
                  <a:lnTo>
                    <a:pt x="112079" y="291196"/>
                  </a:lnTo>
                  <a:lnTo>
                    <a:pt x="116000" y="287536"/>
                  </a:lnTo>
                  <a:lnTo>
                    <a:pt x="119803" y="283752"/>
                  </a:lnTo>
                  <a:lnTo>
                    <a:pt x="123481" y="279849"/>
                  </a:lnTo>
                  <a:lnTo>
                    <a:pt x="127033" y="275829"/>
                  </a:lnTo>
                  <a:lnTo>
                    <a:pt x="130454" y="271697"/>
                  </a:lnTo>
                  <a:lnTo>
                    <a:pt x="133741" y="267458"/>
                  </a:lnTo>
                  <a:lnTo>
                    <a:pt x="136890" y="263115"/>
                  </a:lnTo>
                  <a:lnTo>
                    <a:pt x="139898" y="258673"/>
                  </a:lnTo>
                  <a:lnTo>
                    <a:pt x="142762" y="254138"/>
                  </a:lnTo>
                  <a:lnTo>
                    <a:pt x="145479" y="249512"/>
                  </a:lnTo>
                  <a:lnTo>
                    <a:pt x="148046" y="244802"/>
                  </a:lnTo>
                  <a:lnTo>
                    <a:pt x="150460" y="240012"/>
                  </a:lnTo>
                  <a:lnTo>
                    <a:pt x="152720" y="235147"/>
                  </a:lnTo>
                  <a:lnTo>
                    <a:pt x="154823" y="230212"/>
                  </a:lnTo>
                  <a:lnTo>
                    <a:pt x="156766" y="225212"/>
                  </a:lnTo>
                  <a:lnTo>
                    <a:pt x="158547" y="220153"/>
                  </a:lnTo>
                  <a:lnTo>
                    <a:pt x="160166" y="215039"/>
                  </a:lnTo>
                  <a:lnTo>
                    <a:pt x="161619" y="209875"/>
                  </a:lnTo>
                  <a:lnTo>
                    <a:pt x="162906" y="204667"/>
                  </a:lnTo>
                  <a:lnTo>
                    <a:pt x="164026" y="199421"/>
                  </a:lnTo>
                  <a:lnTo>
                    <a:pt x="164976" y="194142"/>
                  </a:lnTo>
                  <a:lnTo>
                    <a:pt x="165757" y="188835"/>
                  </a:lnTo>
                  <a:lnTo>
                    <a:pt x="166367" y="183505"/>
                  </a:lnTo>
                  <a:lnTo>
                    <a:pt x="166805" y="178159"/>
                  </a:lnTo>
                  <a:lnTo>
                    <a:pt x="167072" y="172802"/>
                  </a:lnTo>
                  <a:lnTo>
                    <a:pt x="167167" y="167438"/>
                  </a:lnTo>
                  <a:lnTo>
                    <a:pt x="167089" y="162075"/>
                  </a:lnTo>
                  <a:lnTo>
                    <a:pt x="166840" y="156716"/>
                  </a:lnTo>
                  <a:lnTo>
                    <a:pt x="166419" y="151369"/>
                  </a:lnTo>
                  <a:lnTo>
                    <a:pt x="165826" y="146037"/>
                  </a:lnTo>
                  <a:lnTo>
                    <a:pt x="165063" y="140728"/>
                  </a:lnTo>
                  <a:lnTo>
                    <a:pt x="164130" y="135445"/>
                  </a:lnTo>
                  <a:lnTo>
                    <a:pt x="163027" y="130195"/>
                  </a:lnTo>
                  <a:lnTo>
                    <a:pt x="161757" y="124984"/>
                  </a:lnTo>
                  <a:lnTo>
                    <a:pt x="160320" y="119816"/>
                  </a:lnTo>
                  <a:lnTo>
                    <a:pt x="158719" y="114696"/>
                  </a:lnTo>
                  <a:lnTo>
                    <a:pt x="156953" y="109631"/>
                  </a:lnTo>
                  <a:lnTo>
                    <a:pt x="155027" y="104624"/>
                  </a:lnTo>
                  <a:lnTo>
                    <a:pt x="152940" y="99683"/>
                  </a:lnTo>
                  <a:lnTo>
                    <a:pt x="150696" y="94810"/>
                  </a:lnTo>
                  <a:lnTo>
                    <a:pt x="148297" y="90013"/>
                  </a:lnTo>
                  <a:lnTo>
                    <a:pt x="145745" y="85294"/>
                  </a:lnTo>
                  <a:lnTo>
                    <a:pt x="143043" y="80660"/>
                  </a:lnTo>
                  <a:lnTo>
                    <a:pt x="140194" y="76115"/>
                  </a:lnTo>
                  <a:lnTo>
                    <a:pt x="137201" y="71664"/>
                  </a:lnTo>
                  <a:lnTo>
                    <a:pt x="134066" y="67311"/>
                  </a:lnTo>
                  <a:lnTo>
                    <a:pt x="130793" y="63061"/>
                  </a:lnTo>
                  <a:lnTo>
                    <a:pt x="127385" y="58918"/>
                  </a:lnTo>
                  <a:lnTo>
                    <a:pt x="123847" y="54887"/>
                  </a:lnTo>
                  <a:lnTo>
                    <a:pt x="120180" y="50971"/>
                  </a:lnTo>
                  <a:lnTo>
                    <a:pt x="116390" y="47175"/>
                  </a:lnTo>
                  <a:lnTo>
                    <a:pt x="112481" y="43502"/>
                  </a:lnTo>
                  <a:lnTo>
                    <a:pt x="108455" y="39957"/>
                  </a:lnTo>
                  <a:lnTo>
                    <a:pt x="104318" y="36543"/>
                  </a:lnTo>
                  <a:lnTo>
                    <a:pt x="100073" y="33263"/>
                  </a:lnTo>
                  <a:lnTo>
                    <a:pt x="95725" y="30121"/>
                  </a:lnTo>
                  <a:lnTo>
                    <a:pt x="91279" y="27120"/>
                  </a:lnTo>
                  <a:lnTo>
                    <a:pt x="86738" y="24264"/>
                  </a:lnTo>
                  <a:lnTo>
                    <a:pt x="82109" y="21554"/>
                  </a:lnTo>
                  <a:lnTo>
                    <a:pt x="77394" y="18995"/>
                  </a:lnTo>
                  <a:lnTo>
                    <a:pt x="72601" y="16588"/>
                  </a:lnTo>
                  <a:lnTo>
                    <a:pt x="67732" y="14336"/>
                  </a:lnTo>
                  <a:lnTo>
                    <a:pt x="62794" y="12242"/>
                  </a:lnTo>
                  <a:lnTo>
                    <a:pt x="57790" y="10307"/>
                  </a:lnTo>
                  <a:lnTo>
                    <a:pt x="52728" y="8533"/>
                  </a:lnTo>
                  <a:lnTo>
                    <a:pt x="47611" y="6923"/>
                  </a:lnTo>
                  <a:lnTo>
                    <a:pt x="42445" y="5478"/>
                  </a:lnTo>
                  <a:lnTo>
                    <a:pt x="37236" y="4199"/>
                  </a:lnTo>
                  <a:lnTo>
                    <a:pt x="31988" y="3089"/>
                  </a:lnTo>
                  <a:lnTo>
                    <a:pt x="26707" y="2147"/>
                  </a:lnTo>
                  <a:lnTo>
                    <a:pt x="21398" y="1375"/>
                  </a:lnTo>
                  <a:lnTo>
                    <a:pt x="16068" y="774"/>
                  </a:lnTo>
                  <a:lnTo>
                    <a:pt x="10721" y="344"/>
                  </a:lnTo>
                  <a:lnTo>
                    <a:pt x="536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421544" y="5269756"/>
              <a:ext cx="123713" cy="167167"/>
            </a:xfrm>
            <a:custGeom>
              <a:avLst/>
              <a:pathLst>
                <a:path w="123713" h="167167">
                  <a:moveTo>
                    <a:pt x="123713" y="0"/>
                  </a:moveTo>
                  <a:lnTo>
                    <a:pt x="118143" y="92"/>
                  </a:lnTo>
                  <a:lnTo>
                    <a:pt x="112579" y="371"/>
                  </a:lnTo>
                  <a:lnTo>
                    <a:pt x="107028" y="834"/>
                  </a:lnTo>
                  <a:lnTo>
                    <a:pt x="101495" y="1483"/>
                  </a:lnTo>
                  <a:lnTo>
                    <a:pt x="95987" y="2315"/>
                  </a:lnTo>
                  <a:lnTo>
                    <a:pt x="90509" y="3330"/>
                  </a:lnTo>
                  <a:lnTo>
                    <a:pt x="85069" y="4528"/>
                  </a:lnTo>
                  <a:lnTo>
                    <a:pt x="79671" y="5906"/>
                  </a:lnTo>
                  <a:lnTo>
                    <a:pt x="74322" y="7463"/>
                  </a:lnTo>
                  <a:lnTo>
                    <a:pt x="69028" y="9197"/>
                  </a:lnTo>
                  <a:lnTo>
                    <a:pt x="63795" y="11107"/>
                  </a:lnTo>
                  <a:lnTo>
                    <a:pt x="58628" y="13190"/>
                  </a:lnTo>
                  <a:lnTo>
                    <a:pt x="53534" y="15444"/>
                  </a:lnTo>
                  <a:lnTo>
                    <a:pt x="48517" y="17867"/>
                  </a:lnTo>
                  <a:lnTo>
                    <a:pt x="43584" y="20455"/>
                  </a:lnTo>
                  <a:lnTo>
                    <a:pt x="38740" y="23207"/>
                  </a:lnTo>
                  <a:lnTo>
                    <a:pt x="33991" y="26118"/>
                  </a:lnTo>
                  <a:lnTo>
                    <a:pt x="29341" y="29186"/>
                  </a:lnTo>
                  <a:lnTo>
                    <a:pt x="24796" y="32407"/>
                  </a:lnTo>
                  <a:lnTo>
                    <a:pt x="20360" y="35778"/>
                  </a:lnTo>
                  <a:lnTo>
                    <a:pt x="16040" y="39294"/>
                  </a:lnTo>
                  <a:lnTo>
                    <a:pt x="11839" y="42953"/>
                  </a:lnTo>
                  <a:lnTo>
                    <a:pt x="7762" y="46750"/>
                  </a:lnTo>
                  <a:lnTo>
                    <a:pt x="3814" y="50680"/>
                  </a:lnTo>
                  <a:lnTo>
                    <a:pt x="0" y="54740"/>
                  </a:lnTo>
                  <a:lnTo>
                    <a:pt x="12371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421544" y="5324496"/>
              <a:ext cx="123713" cy="112427"/>
            </a:xfrm>
            <a:custGeom>
              <a:avLst/>
              <a:pathLst>
                <a:path w="123713" h="112427">
                  <a:moveTo>
                    <a:pt x="0" y="0"/>
                  </a:moveTo>
                  <a:lnTo>
                    <a:pt x="123713" y="1124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421544" y="5324496"/>
              <a:ext cx="123713" cy="112427"/>
            </a:xfrm>
            <a:custGeom>
              <a:avLst/>
              <a:pathLst>
                <a:path w="123713" h="112427">
                  <a:moveTo>
                    <a:pt x="0" y="0"/>
                  </a:moveTo>
                  <a:lnTo>
                    <a:pt x="123713" y="1124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421544" y="5324496"/>
              <a:ext cx="123713" cy="112427"/>
            </a:xfrm>
            <a:custGeom>
              <a:avLst/>
              <a:pathLst>
                <a:path w="123713" h="112427">
                  <a:moveTo>
                    <a:pt x="0" y="0"/>
                  </a:moveTo>
                  <a:lnTo>
                    <a:pt x="123713" y="1124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421544" y="5324496"/>
              <a:ext cx="123713" cy="112427"/>
            </a:xfrm>
            <a:custGeom>
              <a:avLst/>
              <a:pathLst>
                <a:path w="123713" h="112427">
                  <a:moveTo>
                    <a:pt x="0" y="0"/>
                  </a:moveTo>
                  <a:lnTo>
                    <a:pt x="123713" y="1124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96797" y="5324496"/>
              <a:ext cx="148460" cy="112427"/>
            </a:xfrm>
            <a:custGeom>
              <a:avLst/>
              <a:pathLst>
                <a:path w="148460" h="112427">
                  <a:moveTo>
                    <a:pt x="24747" y="0"/>
                  </a:moveTo>
                  <a:lnTo>
                    <a:pt x="20657" y="4672"/>
                  </a:lnTo>
                  <a:lnTo>
                    <a:pt x="16743" y="9492"/>
                  </a:lnTo>
                  <a:lnTo>
                    <a:pt x="13011" y="14455"/>
                  </a:lnTo>
                  <a:lnTo>
                    <a:pt x="9466" y="19553"/>
                  </a:lnTo>
                  <a:lnTo>
                    <a:pt x="6113" y="24779"/>
                  </a:lnTo>
                  <a:lnTo>
                    <a:pt x="2956" y="30126"/>
                  </a:lnTo>
                  <a:lnTo>
                    <a:pt x="0" y="35587"/>
                  </a:lnTo>
                  <a:lnTo>
                    <a:pt x="148460" y="1124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78091" y="5269756"/>
              <a:ext cx="334323" cy="334328"/>
            </a:xfrm>
            <a:custGeom>
              <a:avLst/>
              <a:pathLst>
                <a:path w="334323" h="334328">
                  <a:moveTo>
                    <a:pt x="18705" y="90328"/>
                  </a:moveTo>
                  <a:lnTo>
                    <a:pt x="16348" y="95063"/>
                  </a:lnTo>
                  <a:lnTo>
                    <a:pt x="14142" y="99872"/>
                  </a:lnTo>
                  <a:lnTo>
                    <a:pt x="12090" y="104747"/>
                  </a:lnTo>
                  <a:lnTo>
                    <a:pt x="10192" y="109685"/>
                  </a:lnTo>
                  <a:lnTo>
                    <a:pt x="8452" y="114681"/>
                  </a:lnTo>
                  <a:lnTo>
                    <a:pt x="6871" y="119729"/>
                  </a:lnTo>
                  <a:lnTo>
                    <a:pt x="5450" y="124825"/>
                  </a:lnTo>
                  <a:lnTo>
                    <a:pt x="4191" y="129963"/>
                  </a:lnTo>
                  <a:lnTo>
                    <a:pt x="3096" y="135138"/>
                  </a:lnTo>
                  <a:lnTo>
                    <a:pt x="2165" y="140345"/>
                  </a:lnTo>
                  <a:lnTo>
                    <a:pt x="1398" y="145580"/>
                  </a:lnTo>
                  <a:lnTo>
                    <a:pt x="798" y="150836"/>
                  </a:lnTo>
                  <a:lnTo>
                    <a:pt x="365" y="156108"/>
                  </a:lnTo>
                  <a:lnTo>
                    <a:pt x="99" y="161391"/>
                  </a:lnTo>
                  <a:lnTo>
                    <a:pt x="0" y="166680"/>
                  </a:lnTo>
                  <a:lnTo>
                    <a:pt x="68" y="171970"/>
                  </a:lnTo>
                  <a:lnTo>
                    <a:pt x="303" y="177254"/>
                  </a:lnTo>
                  <a:lnTo>
                    <a:pt x="706" y="182529"/>
                  </a:lnTo>
                  <a:lnTo>
                    <a:pt x="1276" y="187788"/>
                  </a:lnTo>
                  <a:lnTo>
                    <a:pt x="2011" y="193027"/>
                  </a:lnTo>
                  <a:lnTo>
                    <a:pt x="2912" y="198240"/>
                  </a:lnTo>
                  <a:lnTo>
                    <a:pt x="3977" y="203421"/>
                  </a:lnTo>
                  <a:lnTo>
                    <a:pt x="5206" y="208567"/>
                  </a:lnTo>
                  <a:lnTo>
                    <a:pt x="6597" y="213671"/>
                  </a:lnTo>
                  <a:lnTo>
                    <a:pt x="8149" y="218728"/>
                  </a:lnTo>
                  <a:lnTo>
                    <a:pt x="9860" y="223733"/>
                  </a:lnTo>
                  <a:lnTo>
                    <a:pt x="11729" y="228682"/>
                  </a:lnTo>
                  <a:lnTo>
                    <a:pt x="13753" y="233570"/>
                  </a:lnTo>
                  <a:lnTo>
                    <a:pt x="15931" y="238391"/>
                  </a:lnTo>
                  <a:lnTo>
                    <a:pt x="18260" y="243140"/>
                  </a:lnTo>
                  <a:lnTo>
                    <a:pt x="20739" y="247814"/>
                  </a:lnTo>
                  <a:lnTo>
                    <a:pt x="23364" y="252407"/>
                  </a:lnTo>
                  <a:lnTo>
                    <a:pt x="26133" y="256914"/>
                  </a:lnTo>
                  <a:lnTo>
                    <a:pt x="29043" y="261331"/>
                  </a:lnTo>
                  <a:lnTo>
                    <a:pt x="32092" y="265655"/>
                  </a:lnTo>
                  <a:lnTo>
                    <a:pt x="35276" y="269879"/>
                  </a:lnTo>
                  <a:lnTo>
                    <a:pt x="38592" y="274001"/>
                  </a:lnTo>
                  <a:lnTo>
                    <a:pt x="42036" y="278016"/>
                  </a:lnTo>
                  <a:lnTo>
                    <a:pt x="45606" y="281919"/>
                  </a:lnTo>
                  <a:lnTo>
                    <a:pt x="49298" y="285708"/>
                  </a:lnTo>
                  <a:lnTo>
                    <a:pt x="53108" y="289378"/>
                  </a:lnTo>
                  <a:lnTo>
                    <a:pt x="57032" y="292926"/>
                  </a:lnTo>
                  <a:lnTo>
                    <a:pt x="61066" y="296348"/>
                  </a:lnTo>
                  <a:lnTo>
                    <a:pt x="65207" y="299640"/>
                  </a:lnTo>
                  <a:lnTo>
                    <a:pt x="69449" y="302800"/>
                  </a:lnTo>
                  <a:lnTo>
                    <a:pt x="73790" y="305824"/>
                  </a:lnTo>
                  <a:lnTo>
                    <a:pt x="78224" y="308709"/>
                  </a:lnTo>
                  <a:lnTo>
                    <a:pt x="82747" y="311453"/>
                  </a:lnTo>
                  <a:lnTo>
                    <a:pt x="87355" y="314051"/>
                  </a:lnTo>
                  <a:lnTo>
                    <a:pt x="92042" y="316503"/>
                  </a:lnTo>
                  <a:lnTo>
                    <a:pt x="96805" y="318805"/>
                  </a:lnTo>
                  <a:lnTo>
                    <a:pt x="101638" y="320956"/>
                  </a:lnTo>
                  <a:lnTo>
                    <a:pt x="106537" y="322952"/>
                  </a:lnTo>
                  <a:lnTo>
                    <a:pt x="111497" y="324793"/>
                  </a:lnTo>
                  <a:lnTo>
                    <a:pt x="116512" y="326475"/>
                  </a:lnTo>
                  <a:lnTo>
                    <a:pt x="121578" y="327998"/>
                  </a:lnTo>
                  <a:lnTo>
                    <a:pt x="126690" y="329360"/>
                  </a:lnTo>
                  <a:lnTo>
                    <a:pt x="131842" y="330560"/>
                  </a:lnTo>
                  <a:lnTo>
                    <a:pt x="137029" y="331595"/>
                  </a:lnTo>
                  <a:lnTo>
                    <a:pt x="142247" y="332467"/>
                  </a:lnTo>
                  <a:lnTo>
                    <a:pt x="147490" y="333172"/>
                  </a:lnTo>
                  <a:lnTo>
                    <a:pt x="152752" y="333712"/>
                  </a:lnTo>
                  <a:lnTo>
                    <a:pt x="158029" y="334084"/>
                  </a:lnTo>
                  <a:lnTo>
                    <a:pt x="163315" y="334290"/>
                  </a:lnTo>
                  <a:lnTo>
                    <a:pt x="168605" y="334328"/>
                  </a:lnTo>
                  <a:lnTo>
                    <a:pt x="173894" y="334199"/>
                  </a:lnTo>
                  <a:lnTo>
                    <a:pt x="179175" y="333902"/>
                  </a:lnTo>
                  <a:lnTo>
                    <a:pt x="184445" y="333439"/>
                  </a:lnTo>
                  <a:lnTo>
                    <a:pt x="189697" y="332809"/>
                  </a:lnTo>
                  <a:lnTo>
                    <a:pt x="194927" y="332013"/>
                  </a:lnTo>
                  <a:lnTo>
                    <a:pt x="200129" y="331052"/>
                  </a:lnTo>
                  <a:lnTo>
                    <a:pt x="205298" y="329927"/>
                  </a:lnTo>
                  <a:lnTo>
                    <a:pt x="210429" y="328639"/>
                  </a:lnTo>
                  <a:lnTo>
                    <a:pt x="215516" y="327190"/>
                  </a:lnTo>
                  <a:lnTo>
                    <a:pt x="220555" y="325580"/>
                  </a:lnTo>
                  <a:lnTo>
                    <a:pt x="225541" y="323811"/>
                  </a:lnTo>
                  <a:lnTo>
                    <a:pt x="230468" y="321885"/>
                  </a:lnTo>
                  <a:lnTo>
                    <a:pt x="235332" y="319805"/>
                  </a:lnTo>
                  <a:lnTo>
                    <a:pt x="240127" y="317572"/>
                  </a:lnTo>
                  <a:lnTo>
                    <a:pt x="244850" y="315188"/>
                  </a:lnTo>
                  <a:lnTo>
                    <a:pt x="249495" y="312656"/>
                  </a:lnTo>
                  <a:lnTo>
                    <a:pt x="254057" y="309978"/>
                  </a:lnTo>
                  <a:lnTo>
                    <a:pt x="258532" y="307157"/>
                  </a:lnTo>
                  <a:lnTo>
                    <a:pt x="262916" y="304196"/>
                  </a:lnTo>
                  <a:lnTo>
                    <a:pt x="267203" y="301098"/>
                  </a:lnTo>
                  <a:lnTo>
                    <a:pt x="271391" y="297866"/>
                  </a:lnTo>
                  <a:lnTo>
                    <a:pt x="275474" y="294502"/>
                  </a:lnTo>
                  <a:lnTo>
                    <a:pt x="279449" y="291012"/>
                  </a:lnTo>
                  <a:lnTo>
                    <a:pt x="283311" y="287397"/>
                  </a:lnTo>
                  <a:lnTo>
                    <a:pt x="287057" y="283662"/>
                  </a:lnTo>
                  <a:lnTo>
                    <a:pt x="290683" y="279810"/>
                  </a:lnTo>
                  <a:lnTo>
                    <a:pt x="294186" y="275845"/>
                  </a:lnTo>
                  <a:lnTo>
                    <a:pt x="297561" y="271772"/>
                  </a:lnTo>
                  <a:lnTo>
                    <a:pt x="300805" y="267594"/>
                  </a:lnTo>
                  <a:lnTo>
                    <a:pt x="303916" y="263315"/>
                  </a:lnTo>
                  <a:lnTo>
                    <a:pt x="306890" y="258940"/>
                  </a:lnTo>
                  <a:lnTo>
                    <a:pt x="309724" y="254473"/>
                  </a:lnTo>
                  <a:lnTo>
                    <a:pt x="312415" y="249919"/>
                  </a:lnTo>
                  <a:lnTo>
                    <a:pt x="314960" y="245281"/>
                  </a:lnTo>
                  <a:lnTo>
                    <a:pt x="317358" y="240566"/>
                  </a:lnTo>
                  <a:lnTo>
                    <a:pt x="319605" y="235777"/>
                  </a:lnTo>
                  <a:lnTo>
                    <a:pt x="321700" y="230919"/>
                  </a:lnTo>
                  <a:lnTo>
                    <a:pt x="323640" y="225998"/>
                  </a:lnTo>
                  <a:lnTo>
                    <a:pt x="325423" y="221017"/>
                  </a:lnTo>
                  <a:lnTo>
                    <a:pt x="327047" y="215983"/>
                  </a:lnTo>
                  <a:lnTo>
                    <a:pt x="328512" y="210900"/>
                  </a:lnTo>
                  <a:lnTo>
                    <a:pt x="329815" y="205773"/>
                  </a:lnTo>
                  <a:lnTo>
                    <a:pt x="330955" y="200607"/>
                  </a:lnTo>
                  <a:lnTo>
                    <a:pt x="331931" y="195408"/>
                  </a:lnTo>
                  <a:lnTo>
                    <a:pt x="332742" y="190180"/>
                  </a:lnTo>
                  <a:lnTo>
                    <a:pt x="333387" y="184930"/>
                  </a:lnTo>
                  <a:lnTo>
                    <a:pt x="333866" y="179661"/>
                  </a:lnTo>
                  <a:lnTo>
                    <a:pt x="334178" y="174381"/>
                  </a:lnTo>
                  <a:lnTo>
                    <a:pt x="334323" y="169093"/>
                  </a:lnTo>
                  <a:lnTo>
                    <a:pt x="334300" y="163803"/>
                  </a:lnTo>
                  <a:lnTo>
                    <a:pt x="334110" y="158516"/>
                  </a:lnTo>
                  <a:lnTo>
                    <a:pt x="333752" y="153238"/>
                  </a:lnTo>
                  <a:lnTo>
                    <a:pt x="333228" y="147974"/>
                  </a:lnTo>
                  <a:lnTo>
                    <a:pt x="332538" y="142729"/>
                  </a:lnTo>
                  <a:lnTo>
                    <a:pt x="331682" y="137509"/>
                  </a:lnTo>
                  <a:lnTo>
                    <a:pt x="330661" y="132318"/>
                  </a:lnTo>
                  <a:lnTo>
                    <a:pt x="329476" y="127163"/>
                  </a:lnTo>
                  <a:lnTo>
                    <a:pt x="328129" y="122047"/>
                  </a:lnTo>
                  <a:lnTo>
                    <a:pt x="326621" y="116977"/>
                  </a:lnTo>
                  <a:lnTo>
                    <a:pt x="324953" y="111956"/>
                  </a:lnTo>
                  <a:lnTo>
                    <a:pt x="323127" y="106992"/>
                  </a:lnTo>
                  <a:lnTo>
                    <a:pt x="321145" y="102087"/>
                  </a:lnTo>
                  <a:lnTo>
                    <a:pt x="319009" y="97247"/>
                  </a:lnTo>
                  <a:lnTo>
                    <a:pt x="316721" y="92478"/>
                  </a:lnTo>
                  <a:lnTo>
                    <a:pt x="314283" y="87783"/>
                  </a:lnTo>
                  <a:lnTo>
                    <a:pt x="311697" y="83168"/>
                  </a:lnTo>
                  <a:lnTo>
                    <a:pt x="308967" y="78637"/>
                  </a:lnTo>
                  <a:lnTo>
                    <a:pt x="306095" y="74195"/>
                  </a:lnTo>
                  <a:lnTo>
                    <a:pt x="303083" y="69845"/>
                  </a:lnTo>
                  <a:lnTo>
                    <a:pt x="299936" y="65594"/>
                  </a:lnTo>
                  <a:lnTo>
                    <a:pt x="296656" y="61444"/>
                  </a:lnTo>
                  <a:lnTo>
                    <a:pt x="293246" y="57399"/>
                  </a:lnTo>
                  <a:lnTo>
                    <a:pt x="289709" y="53465"/>
                  </a:lnTo>
                  <a:lnTo>
                    <a:pt x="286050" y="49645"/>
                  </a:lnTo>
                  <a:lnTo>
                    <a:pt x="282272" y="45942"/>
                  </a:lnTo>
                  <a:lnTo>
                    <a:pt x="278379" y="42360"/>
                  </a:lnTo>
                  <a:lnTo>
                    <a:pt x="274374" y="38904"/>
                  </a:lnTo>
                  <a:lnTo>
                    <a:pt x="270262" y="35576"/>
                  </a:lnTo>
                  <a:lnTo>
                    <a:pt x="266047" y="32380"/>
                  </a:lnTo>
                  <a:lnTo>
                    <a:pt x="261733" y="29319"/>
                  </a:lnTo>
                  <a:lnTo>
                    <a:pt x="257324" y="26395"/>
                  </a:lnTo>
                  <a:lnTo>
                    <a:pt x="252824" y="23613"/>
                  </a:lnTo>
                  <a:lnTo>
                    <a:pt x="248239" y="20975"/>
                  </a:lnTo>
                  <a:lnTo>
                    <a:pt x="243573" y="18483"/>
                  </a:lnTo>
                  <a:lnTo>
                    <a:pt x="238830" y="16140"/>
                  </a:lnTo>
                  <a:lnTo>
                    <a:pt x="234016" y="13948"/>
                  </a:lnTo>
                  <a:lnTo>
                    <a:pt x="229134" y="11909"/>
                  </a:lnTo>
                  <a:lnTo>
                    <a:pt x="224191" y="10026"/>
                  </a:lnTo>
                  <a:lnTo>
                    <a:pt x="219190" y="8301"/>
                  </a:lnTo>
                  <a:lnTo>
                    <a:pt x="214137" y="6734"/>
                  </a:lnTo>
                  <a:lnTo>
                    <a:pt x="209037" y="5328"/>
                  </a:lnTo>
                  <a:lnTo>
                    <a:pt x="203896" y="4084"/>
                  </a:lnTo>
                  <a:lnTo>
                    <a:pt x="198717" y="3004"/>
                  </a:lnTo>
                  <a:lnTo>
                    <a:pt x="193507" y="2088"/>
                  </a:lnTo>
                  <a:lnTo>
                    <a:pt x="188271" y="1337"/>
                  </a:lnTo>
                  <a:lnTo>
                    <a:pt x="183013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53891" y="5018213"/>
              <a:ext cx="167147" cy="175148"/>
            </a:xfrm>
            <a:custGeom>
              <a:avLst/>
              <a:pathLst>
                <a:path w="167147" h="175148">
                  <a:moveTo>
                    <a:pt x="167147" y="0"/>
                  </a:moveTo>
                  <a:lnTo>
                    <a:pt x="161737" y="87"/>
                  </a:lnTo>
                  <a:lnTo>
                    <a:pt x="156332" y="350"/>
                  </a:lnTo>
                  <a:lnTo>
                    <a:pt x="150938" y="787"/>
                  </a:lnTo>
                  <a:lnTo>
                    <a:pt x="145562" y="1399"/>
                  </a:lnTo>
                  <a:lnTo>
                    <a:pt x="140208" y="2184"/>
                  </a:lnTo>
                  <a:lnTo>
                    <a:pt x="134882" y="3143"/>
                  </a:lnTo>
                  <a:lnTo>
                    <a:pt x="129591" y="4273"/>
                  </a:lnTo>
                  <a:lnTo>
                    <a:pt x="124338" y="5574"/>
                  </a:lnTo>
                  <a:lnTo>
                    <a:pt x="119131" y="7044"/>
                  </a:lnTo>
                  <a:lnTo>
                    <a:pt x="113973" y="8682"/>
                  </a:lnTo>
                  <a:lnTo>
                    <a:pt x="108872" y="10486"/>
                  </a:lnTo>
                  <a:lnTo>
                    <a:pt x="103831" y="12454"/>
                  </a:lnTo>
                  <a:lnTo>
                    <a:pt x="98857" y="14584"/>
                  </a:lnTo>
                  <a:lnTo>
                    <a:pt x="93954" y="16875"/>
                  </a:lnTo>
                  <a:lnTo>
                    <a:pt x="89128" y="19322"/>
                  </a:lnTo>
                  <a:lnTo>
                    <a:pt x="84384" y="21925"/>
                  </a:lnTo>
                  <a:lnTo>
                    <a:pt x="79727" y="24680"/>
                  </a:lnTo>
                  <a:lnTo>
                    <a:pt x="75161" y="27584"/>
                  </a:lnTo>
                  <a:lnTo>
                    <a:pt x="70691" y="30634"/>
                  </a:lnTo>
                  <a:lnTo>
                    <a:pt x="66323" y="33827"/>
                  </a:lnTo>
                  <a:lnTo>
                    <a:pt x="62060" y="37160"/>
                  </a:lnTo>
                  <a:lnTo>
                    <a:pt x="57908" y="40630"/>
                  </a:lnTo>
                  <a:lnTo>
                    <a:pt x="53869" y="44232"/>
                  </a:lnTo>
                  <a:lnTo>
                    <a:pt x="49950" y="47962"/>
                  </a:lnTo>
                  <a:lnTo>
                    <a:pt x="46153" y="51818"/>
                  </a:lnTo>
                  <a:lnTo>
                    <a:pt x="42483" y="55794"/>
                  </a:lnTo>
                  <a:lnTo>
                    <a:pt x="38944" y="59888"/>
                  </a:lnTo>
                  <a:lnTo>
                    <a:pt x="35539" y="64093"/>
                  </a:lnTo>
                  <a:lnTo>
                    <a:pt x="32272" y="68407"/>
                  </a:lnTo>
                  <a:lnTo>
                    <a:pt x="29146" y="72824"/>
                  </a:lnTo>
                  <a:lnTo>
                    <a:pt x="26165" y="77340"/>
                  </a:lnTo>
                  <a:lnTo>
                    <a:pt x="23331" y="81950"/>
                  </a:lnTo>
                  <a:lnTo>
                    <a:pt x="20649" y="86649"/>
                  </a:lnTo>
                  <a:lnTo>
                    <a:pt x="18119" y="91433"/>
                  </a:lnTo>
                  <a:lnTo>
                    <a:pt x="15746" y="96296"/>
                  </a:lnTo>
                  <a:lnTo>
                    <a:pt x="13532" y="101233"/>
                  </a:lnTo>
                  <a:lnTo>
                    <a:pt x="11478" y="106239"/>
                  </a:lnTo>
                  <a:lnTo>
                    <a:pt x="9588" y="111310"/>
                  </a:lnTo>
                  <a:lnTo>
                    <a:pt x="7863" y="116438"/>
                  </a:lnTo>
                  <a:lnTo>
                    <a:pt x="6304" y="121620"/>
                  </a:lnTo>
                  <a:lnTo>
                    <a:pt x="4914" y="126850"/>
                  </a:lnTo>
                  <a:lnTo>
                    <a:pt x="3694" y="132122"/>
                  </a:lnTo>
                  <a:lnTo>
                    <a:pt x="2646" y="137430"/>
                  </a:lnTo>
                  <a:lnTo>
                    <a:pt x="1770" y="142770"/>
                  </a:lnTo>
                  <a:lnTo>
                    <a:pt x="1067" y="148135"/>
                  </a:lnTo>
                  <a:lnTo>
                    <a:pt x="538" y="153521"/>
                  </a:lnTo>
                  <a:lnTo>
                    <a:pt x="183" y="158920"/>
                  </a:lnTo>
                  <a:lnTo>
                    <a:pt x="4" y="164328"/>
                  </a:lnTo>
                  <a:lnTo>
                    <a:pt x="0" y="169739"/>
                  </a:lnTo>
                  <a:lnTo>
                    <a:pt x="170" y="17514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4062" y="5185380"/>
              <a:ext cx="166976" cy="7980"/>
            </a:xfrm>
            <a:custGeom>
              <a:avLst/>
              <a:pathLst>
                <a:path w="166976" h="7980">
                  <a:moveTo>
                    <a:pt x="0" y="7980"/>
                  </a:moveTo>
                  <a:lnTo>
                    <a:pt x="16697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4062" y="5185380"/>
              <a:ext cx="166976" cy="7980"/>
            </a:xfrm>
            <a:custGeom>
              <a:avLst/>
              <a:pathLst>
                <a:path w="166976" h="7980">
                  <a:moveTo>
                    <a:pt x="0" y="7980"/>
                  </a:moveTo>
                  <a:lnTo>
                    <a:pt x="16697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54062" y="5185380"/>
              <a:ext cx="166976" cy="7980"/>
            </a:xfrm>
            <a:custGeom>
              <a:avLst/>
              <a:pathLst>
                <a:path w="166976" h="7980">
                  <a:moveTo>
                    <a:pt x="0" y="7980"/>
                  </a:moveTo>
                  <a:lnTo>
                    <a:pt x="16697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4062" y="5185380"/>
              <a:ext cx="166976" cy="83839"/>
            </a:xfrm>
            <a:custGeom>
              <a:avLst/>
              <a:pathLst>
                <a:path w="166976" h="83839">
                  <a:moveTo>
                    <a:pt x="0" y="7980"/>
                  </a:moveTo>
                  <a:lnTo>
                    <a:pt x="369" y="13671"/>
                  </a:lnTo>
                  <a:lnTo>
                    <a:pt x="932" y="19346"/>
                  </a:lnTo>
                  <a:lnTo>
                    <a:pt x="1689" y="24998"/>
                  </a:lnTo>
                  <a:lnTo>
                    <a:pt x="2637" y="30621"/>
                  </a:lnTo>
                  <a:lnTo>
                    <a:pt x="3778" y="36209"/>
                  </a:lnTo>
                  <a:lnTo>
                    <a:pt x="5107" y="41754"/>
                  </a:lnTo>
                  <a:lnTo>
                    <a:pt x="6626" y="47251"/>
                  </a:lnTo>
                  <a:lnTo>
                    <a:pt x="8331" y="52693"/>
                  </a:lnTo>
                  <a:lnTo>
                    <a:pt x="10220" y="58073"/>
                  </a:lnTo>
                  <a:lnTo>
                    <a:pt x="12292" y="63386"/>
                  </a:lnTo>
                  <a:lnTo>
                    <a:pt x="14544" y="68625"/>
                  </a:lnTo>
                  <a:lnTo>
                    <a:pt x="16974" y="73784"/>
                  </a:lnTo>
                  <a:lnTo>
                    <a:pt x="19578" y="78858"/>
                  </a:lnTo>
                  <a:lnTo>
                    <a:pt x="22353" y="83839"/>
                  </a:lnTo>
                  <a:lnTo>
                    <a:pt x="1669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76415" y="5018213"/>
              <a:ext cx="311771" cy="334334"/>
            </a:xfrm>
            <a:custGeom>
              <a:avLst/>
              <a:pathLst>
                <a:path w="311771" h="334334">
                  <a:moveTo>
                    <a:pt x="0" y="251007"/>
                  </a:moveTo>
                  <a:lnTo>
                    <a:pt x="2731" y="255551"/>
                  </a:lnTo>
                  <a:lnTo>
                    <a:pt x="5606" y="260007"/>
                  </a:lnTo>
                  <a:lnTo>
                    <a:pt x="8620" y="264369"/>
                  </a:lnTo>
                  <a:lnTo>
                    <a:pt x="11771" y="268633"/>
                  </a:lnTo>
                  <a:lnTo>
                    <a:pt x="15056" y="272795"/>
                  </a:lnTo>
                  <a:lnTo>
                    <a:pt x="18471" y="276852"/>
                  </a:lnTo>
                  <a:lnTo>
                    <a:pt x="22013" y="280797"/>
                  </a:lnTo>
                  <a:lnTo>
                    <a:pt x="25678" y="284629"/>
                  </a:lnTo>
                  <a:lnTo>
                    <a:pt x="29464" y="288342"/>
                  </a:lnTo>
                  <a:lnTo>
                    <a:pt x="33364" y="291933"/>
                  </a:lnTo>
                  <a:lnTo>
                    <a:pt x="37377" y="295399"/>
                  </a:lnTo>
                  <a:lnTo>
                    <a:pt x="41498" y="298735"/>
                  </a:lnTo>
                  <a:lnTo>
                    <a:pt x="45723" y="301940"/>
                  </a:lnTo>
                  <a:lnTo>
                    <a:pt x="50047" y="305009"/>
                  </a:lnTo>
                  <a:lnTo>
                    <a:pt x="54466" y="307939"/>
                  </a:lnTo>
                  <a:lnTo>
                    <a:pt x="58976" y="310727"/>
                  </a:lnTo>
                  <a:lnTo>
                    <a:pt x="63572" y="313371"/>
                  </a:lnTo>
                  <a:lnTo>
                    <a:pt x="68249" y="315868"/>
                  </a:lnTo>
                  <a:lnTo>
                    <a:pt x="73004" y="318215"/>
                  </a:lnTo>
                  <a:lnTo>
                    <a:pt x="77830" y="320411"/>
                  </a:lnTo>
                  <a:lnTo>
                    <a:pt x="82724" y="322452"/>
                  </a:lnTo>
                  <a:lnTo>
                    <a:pt x="87680" y="324337"/>
                  </a:lnTo>
                  <a:lnTo>
                    <a:pt x="92693" y="326064"/>
                  </a:lnTo>
                  <a:lnTo>
                    <a:pt x="97758" y="327631"/>
                  </a:lnTo>
                  <a:lnTo>
                    <a:pt x="102871" y="329036"/>
                  </a:lnTo>
                  <a:lnTo>
                    <a:pt x="108026" y="330279"/>
                  </a:lnTo>
                  <a:lnTo>
                    <a:pt x="113217" y="331358"/>
                  </a:lnTo>
                  <a:lnTo>
                    <a:pt x="118440" y="332271"/>
                  </a:lnTo>
                  <a:lnTo>
                    <a:pt x="123689" y="333019"/>
                  </a:lnTo>
                  <a:lnTo>
                    <a:pt x="128960" y="333599"/>
                  </a:lnTo>
                  <a:lnTo>
                    <a:pt x="134246" y="334012"/>
                  </a:lnTo>
                  <a:lnTo>
                    <a:pt x="139543" y="334257"/>
                  </a:lnTo>
                  <a:lnTo>
                    <a:pt x="144844" y="334334"/>
                  </a:lnTo>
                  <a:lnTo>
                    <a:pt x="150146" y="334243"/>
                  </a:lnTo>
                  <a:lnTo>
                    <a:pt x="155442" y="333984"/>
                  </a:lnTo>
                  <a:lnTo>
                    <a:pt x="160727" y="333557"/>
                  </a:lnTo>
                  <a:lnTo>
                    <a:pt x="165996" y="332962"/>
                  </a:lnTo>
                  <a:lnTo>
                    <a:pt x="171243" y="332201"/>
                  </a:lnTo>
                  <a:lnTo>
                    <a:pt x="176464" y="331274"/>
                  </a:lnTo>
                  <a:lnTo>
                    <a:pt x="181652" y="330182"/>
                  </a:lnTo>
                  <a:lnTo>
                    <a:pt x="186804" y="328925"/>
                  </a:lnTo>
                  <a:lnTo>
                    <a:pt x="191913" y="327506"/>
                  </a:lnTo>
                  <a:lnTo>
                    <a:pt x="196974" y="325926"/>
                  </a:lnTo>
                  <a:lnTo>
                    <a:pt x="201983" y="324185"/>
                  </a:lnTo>
                  <a:lnTo>
                    <a:pt x="206933" y="322287"/>
                  </a:lnTo>
                  <a:lnTo>
                    <a:pt x="211822" y="320233"/>
                  </a:lnTo>
                  <a:lnTo>
                    <a:pt x="216642" y="318025"/>
                  </a:lnTo>
                  <a:lnTo>
                    <a:pt x="221390" y="315665"/>
                  </a:lnTo>
                  <a:lnTo>
                    <a:pt x="226061" y="313156"/>
                  </a:lnTo>
                  <a:lnTo>
                    <a:pt x="230650" y="310499"/>
                  </a:lnTo>
                  <a:lnTo>
                    <a:pt x="235153" y="307699"/>
                  </a:lnTo>
                  <a:lnTo>
                    <a:pt x="239564" y="304757"/>
                  </a:lnTo>
                  <a:lnTo>
                    <a:pt x="243880" y="301677"/>
                  </a:lnTo>
                  <a:lnTo>
                    <a:pt x="248096" y="298461"/>
                  </a:lnTo>
                  <a:lnTo>
                    <a:pt x="252208" y="295114"/>
                  </a:lnTo>
                  <a:lnTo>
                    <a:pt x="256212" y="291637"/>
                  </a:lnTo>
                  <a:lnTo>
                    <a:pt x="260103" y="288036"/>
                  </a:lnTo>
                  <a:lnTo>
                    <a:pt x="263878" y="284313"/>
                  </a:lnTo>
                  <a:lnTo>
                    <a:pt x="267533" y="280471"/>
                  </a:lnTo>
                  <a:lnTo>
                    <a:pt x="271065" y="276516"/>
                  </a:lnTo>
                  <a:lnTo>
                    <a:pt x="274469" y="272451"/>
                  </a:lnTo>
                  <a:lnTo>
                    <a:pt x="277743" y="268280"/>
                  </a:lnTo>
                  <a:lnTo>
                    <a:pt x="280883" y="264008"/>
                  </a:lnTo>
                  <a:lnTo>
                    <a:pt x="283886" y="259637"/>
                  </a:lnTo>
                  <a:lnTo>
                    <a:pt x="286748" y="255174"/>
                  </a:lnTo>
                  <a:lnTo>
                    <a:pt x="289468" y="250623"/>
                  </a:lnTo>
                  <a:lnTo>
                    <a:pt x="292042" y="245987"/>
                  </a:lnTo>
                  <a:lnTo>
                    <a:pt x="294467" y="241272"/>
                  </a:lnTo>
                  <a:lnTo>
                    <a:pt x="296742" y="236482"/>
                  </a:lnTo>
                  <a:lnTo>
                    <a:pt x="298864" y="231623"/>
                  </a:lnTo>
                  <a:lnTo>
                    <a:pt x="300830" y="226699"/>
                  </a:lnTo>
                  <a:lnTo>
                    <a:pt x="302640" y="221715"/>
                  </a:lnTo>
                  <a:lnTo>
                    <a:pt x="304290" y="216676"/>
                  </a:lnTo>
                  <a:lnTo>
                    <a:pt x="305780" y="211587"/>
                  </a:lnTo>
                  <a:lnTo>
                    <a:pt x="307108" y="206454"/>
                  </a:lnTo>
                  <a:lnTo>
                    <a:pt x="308272" y="201281"/>
                  </a:lnTo>
                  <a:lnTo>
                    <a:pt x="309272" y="196074"/>
                  </a:lnTo>
                  <a:lnTo>
                    <a:pt x="310106" y="190838"/>
                  </a:lnTo>
                  <a:lnTo>
                    <a:pt x="310773" y="185577"/>
                  </a:lnTo>
                  <a:lnTo>
                    <a:pt x="311274" y="180299"/>
                  </a:lnTo>
                  <a:lnTo>
                    <a:pt x="311606" y="175007"/>
                  </a:lnTo>
                  <a:lnTo>
                    <a:pt x="311771" y="169707"/>
                  </a:lnTo>
                  <a:lnTo>
                    <a:pt x="311767" y="164405"/>
                  </a:lnTo>
                  <a:lnTo>
                    <a:pt x="311596" y="159105"/>
                  </a:lnTo>
                  <a:lnTo>
                    <a:pt x="311256" y="153814"/>
                  </a:lnTo>
                  <a:lnTo>
                    <a:pt x="310749" y="148536"/>
                  </a:lnTo>
                  <a:lnTo>
                    <a:pt x="310074" y="143277"/>
                  </a:lnTo>
                  <a:lnTo>
                    <a:pt x="309233" y="138042"/>
                  </a:lnTo>
                  <a:lnTo>
                    <a:pt x="308227" y="132836"/>
                  </a:lnTo>
                  <a:lnTo>
                    <a:pt x="307056" y="127664"/>
                  </a:lnTo>
                  <a:lnTo>
                    <a:pt x="305721" y="122533"/>
                  </a:lnTo>
                  <a:lnTo>
                    <a:pt x="304225" y="117446"/>
                  </a:lnTo>
                  <a:lnTo>
                    <a:pt x="302567" y="112409"/>
                  </a:lnTo>
                  <a:lnTo>
                    <a:pt x="300751" y="107428"/>
                  </a:lnTo>
                  <a:lnTo>
                    <a:pt x="298778" y="102506"/>
                  </a:lnTo>
                  <a:lnTo>
                    <a:pt x="296650" y="97650"/>
                  </a:lnTo>
                  <a:lnTo>
                    <a:pt x="294369" y="92863"/>
                  </a:lnTo>
                  <a:lnTo>
                    <a:pt x="291937" y="88151"/>
                  </a:lnTo>
                  <a:lnTo>
                    <a:pt x="289357" y="83519"/>
                  </a:lnTo>
                  <a:lnTo>
                    <a:pt x="286631" y="78971"/>
                  </a:lnTo>
                  <a:lnTo>
                    <a:pt x="283763" y="74512"/>
                  </a:lnTo>
                  <a:lnTo>
                    <a:pt x="280754" y="70146"/>
                  </a:lnTo>
                  <a:lnTo>
                    <a:pt x="277609" y="65877"/>
                  </a:lnTo>
                  <a:lnTo>
                    <a:pt x="274330" y="61710"/>
                  </a:lnTo>
                  <a:lnTo>
                    <a:pt x="270920" y="57650"/>
                  </a:lnTo>
                  <a:lnTo>
                    <a:pt x="267383" y="53699"/>
                  </a:lnTo>
                  <a:lnTo>
                    <a:pt x="263723" y="49863"/>
                  </a:lnTo>
                  <a:lnTo>
                    <a:pt x="259942" y="46145"/>
                  </a:lnTo>
                  <a:lnTo>
                    <a:pt x="256046" y="42549"/>
                  </a:lnTo>
                  <a:lnTo>
                    <a:pt x="252038" y="39078"/>
                  </a:lnTo>
                  <a:lnTo>
                    <a:pt x="247922" y="35735"/>
                  </a:lnTo>
                  <a:lnTo>
                    <a:pt x="243701" y="32525"/>
                  </a:lnTo>
                  <a:lnTo>
                    <a:pt x="239382" y="29451"/>
                  </a:lnTo>
                  <a:lnTo>
                    <a:pt x="234966" y="26515"/>
                  </a:lnTo>
                  <a:lnTo>
                    <a:pt x="230460" y="23720"/>
                  </a:lnTo>
                  <a:lnTo>
                    <a:pt x="225868" y="21070"/>
                  </a:lnTo>
                  <a:lnTo>
                    <a:pt x="221193" y="18567"/>
                  </a:lnTo>
                  <a:lnTo>
                    <a:pt x="216442" y="16214"/>
                  </a:lnTo>
                  <a:lnTo>
                    <a:pt x="211619" y="14012"/>
                  </a:lnTo>
                  <a:lnTo>
                    <a:pt x="206728" y="11964"/>
                  </a:lnTo>
                  <a:lnTo>
                    <a:pt x="201774" y="10073"/>
                  </a:lnTo>
                  <a:lnTo>
                    <a:pt x="196763" y="8339"/>
                  </a:lnTo>
                  <a:lnTo>
                    <a:pt x="191700" y="6765"/>
                  </a:lnTo>
                  <a:lnTo>
                    <a:pt x="186589" y="5353"/>
                  </a:lnTo>
                  <a:lnTo>
                    <a:pt x="181436" y="4103"/>
                  </a:lnTo>
                  <a:lnTo>
                    <a:pt x="176246" y="3018"/>
                  </a:lnTo>
                  <a:lnTo>
                    <a:pt x="171024" y="2098"/>
                  </a:lnTo>
                  <a:lnTo>
                    <a:pt x="165776" y="1343"/>
                  </a:lnTo>
                  <a:lnTo>
                    <a:pt x="160506" y="756"/>
                  </a:lnTo>
                  <a:lnTo>
                    <a:pt x="155221" y="336"/>
                  </a:lnTo>
                  <a:lnTo>
                    <a:pt x="149924" y="84"/>
                  </a:lnTo>
                  <a:lnTo>
                    <a:pt x="144623" y="0"/>
                  </a:lnTo>
                  <a:lnTo>
                    <a:pt x="1446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256069" y="4659281"/>
              <a:ext cx="167165" cy="329798"/>
            </a:xfrm>
            <a:custGeom>
              <a:avLst/>
              <a:pathLst>
                <a:path w="167165" h="329798">
                  <a:moveTo>
                    <a:pt x="167165" y="0"/>
                  </a:moveTo>
                  <a:lnTo>
                    <a:pt x="161824" y="85"/>
                  </a:lnTo>
                  <a:lnTo>
                    <a:pt x="156488" y="341"/>
                  </a:lnTo>
                  <a:lnTo>
                    <a:pt x="151163" y="767"/>
                  </a:lnTo>
                  <a:lnTo>
                    <a:pt x="145854" y="1363"/>
                  </a:lnTo>
                  <a:lnTo>
                    <a:pt x="140568" y="2129"/>
                  </a:lnTo>
                  <a:lnTo>
                    <a:pt x="135308" y="3063"/>
                  </a:lnTo>
                  <a:lnTo>
                    <a:pt x="130081" y="4165"/>
                  </a:lnTo>
                  <a:lnTo>
                    <a:pt x="124891" y="5433"/>
                  </a:lnTo>
                  <a:lnTo>
                    <a:pt x="119745" y="6866"/>
                  </a:lnTo>
                  <a:lnTo>
                    <a:pt x="114648" y="8463"/>
                  </a:lnTo>
                  <a:lnTo>
                    <a:pt x="109604" y="10222"/>
                  </a:lnTo>
                  <a:lnTo>
                    <a:pt x="104618" y="12141"/>
                  </a:lnTo>
                  <a:lnTo>
                    <a:pt x="99697" y="14219"/>
                  </a:lnTo>
                  <a:lnTo>
                    <a:pt x="94845" y="16453"/>
                  </a:lnTo>
                  <a:lnTo>
                    <a:pt x="90066" y="18841"/>
                  </a:lnTo>
                  <a:lnTo>
                    <a:pt x="85366" y="21380"/>
                  </a:lnTo>
                  <a:lnTo>
                    <a:pt x="80750" y="24068"/>
                  </a:lnTo>
                  <a:lnTo>
                    <a:pt x="76222" y="26902"/>
                  </a:lnTo>
                  <a:lnTo>
                    <a:pt x="71786" y="29879"/>
                  </a:lnTo>
                  <a:lnTo>
                    <a:pt x="67448" y="32997"/>
                  </a:lnTo>
                  <a:lnTo>
                    <a:pt x="63212" y="36252"/>
                  </a:lnTo>
                  <a:lnTo>
                    <a:pt x="59082" y="39640"/>
                  </a:lnTo>
                  <a:lnTo>
                    <a:pt x="55063" y="43158"/>
                  </a:lnTo>
                  <a:lnTo>
                    <a:pt x="51158" y="46804"/>
                  </a:lnTo>
                  <a:lnTo>
                    <a:pt x="47371" y="50572"/>
                  </a:lnTo>
                  <a:lnTo>
                    <a:pt x="43707" y="54459"/>
                  </a:lnTo>
                  <a:lnTo>
                    <a:pt x="40169" y="58461"/>
                  </a:lnTo>
                  <a:lnTo>
                    <a:pt x="36760" y="62574"/>
                  </a:lnTo>
                  <a:lnTo>
                    <a:pt x="33485" y="66794"/>
                  </a:lnTo>
                  <a:lnTo>
                    <a:pt x="30346" y="71117"/>
                  </a:lnTo>
                  <a:lnTo>
                    <a:pt x="27347" y="75538"/>
                  </a:lnTo>
                  <a:lnTo>
                    <a:pt x="24491" y="80052"/>
                  </a:lnTo>
                  <a:lnTo>
                    <a:pt x="21780" y="84655"/>
                  </a:lnTo>
                  <a:lnTo>
                    <a:pt x="19218" y="89342"/>
                  </a:lnTo>
                  <a:lnTo>
                    <a:pt x="16807" y="94109"/>
                  </a:lnTo>
                  <a:lnTo>
                    <a:pt x="14549" y="98951"/>
                  </a:lnTo>
                  <a:lnTo>
                    <a:pt x="12448" y="103862"/>
                  </a:lnTo>
                  <a:lnTo>
                    <a:pt x="10504" y="108838"/>
                  </a:lnTo>
                  <a:lnTo>
                    <a:pt x="8720" y="113873"/>
                  </a:lnTo>
                  <a:lnTo>
                    <a:pt x="7098" y="118963"/>
                  </a:lnTo>
                  <a:lnTo>
                    <a:pt x="5640" y="124102"/>
                  </a:lnTo>
                  <a:lnTo>
                    <a:pt x="4346" y="129285"/>
                  </a:lnTo>
                  <a:lnTo>
                    <a:pt x="3219" y="134506"/>
                  </a:lnTo>
                  <a:lnTo>
                    <a:pt x="2259" y="139761"/>
                  </a:lnTo>
                  <a:lnTo>
                    <a:pt x="1468" y="145044"/>
                  </a:lnTo>
                  <a:lnTo>
                    <a:pt x="846" y="150350"/>
                  </a:lnTo>
                  <a:lnTo>
                    <a:pt x="393" y="155673"/>
                  </a:lnTo>
                  <a:lnTo>
                    <a:pt x="111" y="161007"/>
                  </a:lnTo>
                  <a:lnTo>
                    <a:pt x="0" y="166348"/>
                  </a:lnTo>
                  <a:lnTo>
                    <a:pt x="59" y="171690"/>
                  </a:lnTo>
                  <a:lnTo>
                    <a:pt x="289" y="177027"/>
                  </a:lnTo>
                  <a:lnTo>
                    <a:pt x="689" y="182354"/>
                  </a:lnTo>
                  <a:lnTo>
                    <a:pt x="1259" y="187665"/>
                  </a:lnTo>
                  <a:lnTo>
                    <a:pt x="1999" y="192956"/>
                  </a:lnTo>
                  <a:lnTo>
                    <a:pt x="2907" y="198220"/>
                  </a:lnTo>
                  <a:lnTo>
                    <a:pt x="3983" y="203452"/>
                  </a:lnTo>
                  <a:lnTo>
                    <a:pt x="5226" y="208648"/>
                  </a:lnTo>
                  <a:lnTo>
                    <a:pt x="6634" y="213801"/>
                  </a:lnTo>
                  <a:lnTo>
                    <a:pt x="8206" y="218906"/>
                  </a:lnTo>
                  <a:lnTo>
                    <a:pt x="9940" y="223959"/>
                  </a:lnTo>
                  <a:lnTo>
                    <a:pt x="11835" y="228953"/>
                  </a:lnTo>
                  <a:lnTo>
                    <a:pt x="13888" y="233885"/>
                  </a:lnTo>
                  <a:lnTo>
                    <a:pt x="16098" y="238748"/>
                  </a:lnTo>
                  <a:lnTo>
                    <a:pt x="18463" y="243538"/>
                  </a:lnTo>
                  <a:lnTo>
                    <a:pt x="20979" y="248251"/>
                  </a:lnTo>
                  <a:lnTo>
                    <a:pt x="23644" y="252880"/>
                  </a:lnTo>
                  <a:lnTo>
                    <a:pt x="26456" y="257422"/>
                  </a:lnTo>
                  <a:lnTo>
                    <a:pt x="29412" y="261872"/>
                  </a:lnTo>
                  <a:lnTo>
                    <a:pt x="32508" y="266225"/>
                  </a:lnTo>
                  <a:lnTo>
                    <a:pt x="35742" y="270477"/>
                  </a:lnTo>
                  <a:lnTo>
                    <a:pt x="39110" y="274623"/>
                  </a:lnTo>
                  <a:lnTo>
                    <a:pt x="42609" y="278660"/>
                  </a:lnTo>
                  <a:lnTo>
                    <a:pt x="46235" y="282583"/>
                  </a:lnTo>
                  <a:lnTo>
                    <a:pt x="49984" y="286388"/>
                  </a:lnTo>
                  <a:lnTo>
                    <a:pt x="53853" y="290071"/>
                  </a:lnTo>
                  <a:lnTo>
                    <a:pt x="57838" y="293629"/>
                  </a:lnTo>
                  <a:lnTo>
                    <a:pt x="61935" y="297058"/>
                  </a:lnTo>
                  <a:lnTo>
                    <a:pt x="66139" y="300353"/>
                  </a:lnTo>
                  <a:lnTo>
                    <a:pt x="70446" y="303513"/>
                  </a:lnTo>
                  <a:lnTo>
                    <a:pt x="74852" y="306534"/>
                  </a:lnTo>
                  <a:lnTo>
                    <a:pt x="79352" y="309413"/>
                  </a:lnTo>
                  <a:lnTo>
                    <a:pt x="83942" y="312146"/>
                  </a:lnTo>
                  <a:lnTo>
                    <a:pt x="88616" y="314731"/>
                  </a:lnTo>
                  <a:lnTo>
                    <a:pt x="93372" y="317165"/>
                  </a:lnTo>
                  <a:lnTo>
                    <a:pt x="98202" y="319446"/>
                  </a:lnTo>
                  <a:lnTo>
                    <a:pt x="103103" y="321572"/>
                  </a:lnTo>
                  <a:lnTo>
                    <a:pt x="108069" y="323540"/>
                  </a:lnTo>
                  <a:lnTo>
                    <a:pt x="113095" y="325349"/>
                  </a:lnTo>
                  <a:lnTo>
                    <a:pt x="118177" y="326995"/>
                  </a:lnTo>
                  <a:lnTo>
                    <a:pt x="123309" y="328479"/>
                  </a:lnTo>
                  <a:lnTo>
                    <a:pt x="128486" y="32979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384555" y="4826449"/>
              <a:ext cx="38679" cy="162631"/>
            </a:xfrm>
            <a:custGeom>
              <a:avLst/>
              <a:pathLst>
                <a:path w="38679" h="162631">
                  <a:moveTo>
                    <a:pt x="0" y="162631"/>
                  </a:moveTo>
                  <a:lnTo>
                    <a:pt x="386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384555" y="4826449"/>
              <a:ext cx="38679" cy="162631"/>
            </a:xfrm>
            <a:custGeom>
              <a:avLst/>
              <a:pathLst>
                <a:path w="38679" h="162631">
                  <a:moveTo>
                    <a:pt x="0" y="162631"/>
                  </a:moveTo>
                  <a:lnTo>
                    <a:pt x="386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384555" y="4826449"/>
              <a:ext cx="115518" cy="167166"/>
            </a:xfrm>
            <a:custGeom>
              <a:avLst/>
              <a:pathLst>
                <a:path w="115518" h="167166">
                  <a:moveTo>
                    <a:pt x="0" y="162631"/>
                  </a:moveTo>
                  <a:lnTo>
                    <a:pt x="5528" y="163847"/>
                  </a:lnTo>
                  <a:lnTo>
                    <a:pt x="11094" y="164875"/>
                  </a:lnTo>
                  <a:lnTo>
                    <a:pt x="16692" y="165715"/>
                  </a:lnTo>
                  <a:lnTo>
                    <a:pt x="22315" y="166364"/>
                  </a:lnTo>
                  <a:lnTo>
                    <a:pt x="27956" y="166823"/>
                  </a:lnTo>
                  <a:lnTo>
                    <a:pt x="33610" y="167090"/>
                  </a:lnTo>
                  <a:lnTo>
                    <a:pt x="39270" y="167166"/>
                  </a:lnTo>
                  <a:lnTo>
                    <a:pt x="44929" y="167050"/>
                  </a:lnTo>
                  <a:lnTo>
                    <a:pt x="50581" y="166743"/>
                  </a:lnTo>
                  <a:lnTo>
                    <a:pt x="56220" y="166244"/>
                  </a:lnTo>
                  <a:lnTo>
                    <a:pt x="61838" y="165555"/>
                  </a:lnTo>
                  <a:lnTo>
                    <a:pt x="67430" y="164676"/>
                  </a:lnTo>
                  <a:lnTo>
                    <a:pt x="72989" y="163608"/>
                  </a:lnTo>
                  <a:lnTo>
                    <a:pt x="78508" y="162353"/>
                  </a:lnTo>
                  <a:lnTo>
                    <a:pt x="83982" y="160911"/>
                  </a:lnTo>
                  <a:lnTo>
                    <a:pt x="89403" y="159285"/>
                  </a:lnTo>
                  <a:lnTo>
                    <a:pt x="94767" y="157477"/>
                  </a:lnTo>
                  <a:lnTo>
                    <a:pt x="100066" y="155487"/>
                  </a:lnTo>
                  <a:lnTo>
                    <a:pt x="105295" y="153320"/>
                  </a:lnTo>
                  <a:lnTo>
                    <a:pt x="110448" y="150977"/>
                  </a:lnTo>
                  <a:lnTo>
                    <a:pt x="115518" y="148460"/>
                  </a:lnTo>
                  <a:lnTo>
                    <a:pt x="3867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167167" cy="315628"/>
            </a:xfrm>
            <a:custGeom>
              <a:avLst/>
              <a:pathLst>
                <a:path w="167167" h="315628">
                  <a:moveTo>
                    <a:pt x="76839" y="315628"/>
                  </a:moveTo>
                  <a:lnTo>
                    <a:pt x="81564" y="313086"/>
                  </a:lnTo>
                  <a:lnTo>
                    <a:pt x="86204" y="310393"/>
                  </a:lnTo>
                  <a:lnTo>
                    <a:pt x="90756" y="307553"/>
                  </a:lnTo>
                  <a:lnTo>
                    <a:pt x="95214" y="304568"/>
                  </a:lnTo>
                  <a:lnTo>
                    <a:pt x="99575" y="301442"/>
                  </a:lnTo>
                  <a:lnTo>
                    <a:pt x="103832" y="298177"/>
                  </a:lnTo>
                  <a:lnTo>
                    <a:pt x="107983" y="294778"/>
                  </a:lnTo>
                  <a:lnTo>
                    <a:pt x="112023" y="291247"/>
                  </a:lnTo>
                  <a:lnTo>
                    <a:pt x="115947" y="287588"/>
                  </a:lnTo>
                  <a:lnTo>
                    <a:pt x="119751" y="283805"/>
                  </a:lnTo>
                  <a:lnTo>
                    <a:pt x="123433" y="279902"/>
                  </a:lnTo>
                  <a:lnTo>
                    <a:pt x="126987" y="275883"/>
                  </a:lnTo>
                  <a:lnTo>
                    <a:pt x="130410" y="271752"/>
                  </a:lnTo>
                  <a:lnTo>
                    <a:pt x="133699" y="267513"/>
                  </a:lnTo>
                  <a:lnTo>
                    <a:pt x="136851" y="263171"/>
                  </a:lnTo>
                  <a:lnTo>
                    <a:pt x="139861" y="258730"/>
                  </a:lnTo>
                  <a:lnTo>
                    <a:pt x="142727" y="254194"/>
                  </a:lnTo>
                  <a:lnTo>
                    <a:pt x="145446" y="249569"/>
                  </a:lnTo>
                  <a:lnTo>
                    <a:pt x="148016" y="244859"/>
                  </a:lnTo>
                  <a:lnTo>
                    <a:pt x="150433" y="240069"/>
                  </a:lnTo>
                  <a:lnTo>
                    <a:pt x="152695" y="235204"/>
                  </a:lnTo>
                  <a:lnTo>
                    <a:pt x="154800" y="230269"/>
                  </a:lnTo>
                  <a:lnTo>
                    <a:pt x="156745" y="225269"/>
                  </a:lnTo>
                  <a:lnTo>
                    <a:pt x="158529" y="220209"/>
                  </a:lnTo>
                  <a:lnTo>
                    <a:pt x="160149" y="215094"/>
                  </a:lnTo>
                  <a:lnTo>
                    <a:pt x="161605" y="209930"/>
                  </a:lnTo>
                  <a:lnTo>
                    <a:pt x="162894" y="204722"/>
                  </a:lnTo>
                  <a:lnTo>
                    <a:pt x="164015" y="199476"/>
                  </a:lnTo>
                  <a:lnTo>
                    <a:pt x="164967" y="194196"/>
                  </a:lnTo>
                  <a:lnTo>
                    <a:pt x="165750" y="188888"/>
                  </a:lnTo>
                  <a:lnTo>
                    <a:pt x="166361" y="183558"/>
                  </a:lnTo>
                  <a:lnTo>
                    <a:pt x="166802" y="178210"/>
                  </a:lnTo>
                  <a:lnTo>
                    <a:pt x="167070" y="172852"/>
                  </a:lnTo>
                  <a:lnTo>
                    <a:pt x="167167" y="167488"/>
                  </a:lnTo>
                  <a:lnTo>
                    <a:pt x="167091" y="162123"/>
                  </a:lnTo>
                  <a:lnTo>
                    <a:pt x="166843" y="156763"/>
                  </a:lnTo>
                  <a:lnTo>
                    <a:pt x="166423" y="151415"/>
                  </a:lnTo>
                  <a:lnTo>
                    <a:pt x="165832" y="146082"/>
                  </a:lnTo>
                  <a:lnTo>
                    <a:pt x="165070" y="140771"/>
                  </a:lnTo>
                  <a:lnTo>
                    <a:pt x="164138" y="135488"/>
                  </a:lnTo>
                  <a:lnTo>
                    <a:pt x="163037" y="130237"/>
                  </a:lnTo>
                  <a:lnTo>
                    <a:pt x="161768" y="125024"/>
                  </a:lnTo>
                  <a:lnTo>
                    <a:pt x="160332" y="119854"/>
                  </a:lnTo>
                  <a:lnTo>
                    <a:pt x="158731" y="114733"/>
                  </a:lnTo>
                  <a:lnTo>
                    <a:pt x="156967" y="109667"/>
                  </a:lnTo>
                  <a:lnTo>
                    <a:pt x="155040" y="104659"/>
                  </a:lnTo>
                  <a:lnTo>
                    <a:pt x="152955" y="99716"/>
                  </a:lnTo>
                  <a:lnTo>
                    <a:pt x="150711" y="94842"/>
                  </a:lnTo>
                  <a:lnTo>
                    <a:pt x="148313" y="90043"/>
                  </a:lnTo>
                  <a:lnTo>
                    <a:pt x="145761" y="85323"/>
                  </a:lnTo>
                  <a:lnTo>
                    <a:pt x="143060" y="80688"/>
                  </a:lnTo>
                  <a:lnTo>
                    <a:pt x="140211" y="76141"/>
                  </a:lnTo>
                  <a:lnTo>
                    <a:pt x="137218" y="71689"/>
                  </a:lnTo>
                  <a:lnTo>
                    <a:pt x="134083" y="67334"/>
                  </a:lnTo>
                  <a:lnTo>
                    <a:pt x="130810" y="63083"/>
                  </a:lnTo>
                  <a:lnTo>
                    <a:pt x="127403" y="58939"/>
                  </a:lnTo>
                  <a:lnTo>
                    <a:pt x="123864" y="54906"/>
                  </a:lnTo>
                  <a:lnTo>
                    <a:pt x="120198" y="50989"/>
                  </a:lnTo>
                  <a:lnTo>
                    <a:pt x="116408" y="47192"/>
                  </a:lnTo>
                  <a:lnTo>
                    <a:pt x="112498" y="43518"/>
                  </a:lnTo>
                  <a:lnTo>
                    <a:pt x="108472" y="39971"/>
                  </a:lnTo>
                  <a:lnTo>
                    <a:pt x="104334" y="36556"/>
                  </a:lnTo>
                  <a:lnTo>
                    <a:pt x="100089" y="33275"/>
                  </a:lnTo>
                  <a:lnTo>
                    <a:pt x="95741" y="30132"/>
                  </a:lnTo>
                  <a:lnTo>
                    <a:pt x="91294" y="27130"/>
                  </a:lnTo>
                  <a:lnTo>
                    <a:pt x="86753" y="24273"/>
                  </a:lnTo>
                  <a:lnTo>
                    <a:pt x="82123" y="21562"/>
                  </a:lnTo>
                  <a:lnTo>
                    <a:pt x="77408" y="19002"/>
                  </a:lnTo>
                  <a:lnTo>
                    <a:pt x="72613" y="16594"/>
                  </a:lnTo>
                  <a:lnTo>
                    <a:pt x="67744" y="14341"/>
                  </a:lnTo>
                  <a:lnTo>
                    <a:pt x="62805" y="12246"/>
                  </a:lnTo>
                  <a:lnTo>
                    <a:pt x="57801" y="10310"/>
                  </a:lnTo>
                  <a:lnTo>
                    <a:pt x="52737" y="8536"/>
                  </a:lnTo>
                  <a:lnTo>
                    <a:pt x="47620" y="6926"/>
                  </a:lnTo>
                  <a:lnTo>
                    <a:pt x="42453" y="5480"/>
                  </a:lnTo>
                  <a:lnTo>
                    <a:pt x="37242" y="4201"/>
                  </a:lnTo>
                  <a:lnTo>
                    <a:pt x="31994" y="3090"/>
                  </a:lnTo>
                  <a:lnTo>
                    <a:pt x="26712" y="2148"/>
                  </a:lnTo>
                  <a:lnTo>
                    <a:pt x="21402" y="1375"/>
                  </a:lnTo>
                  <a:lnTo>
                    <a:pt x="16071" y="774"/>
                  </a:lnTo>
                  <a:lnTo>
                    <a:pt x="10723" y="344"/>
                  </a:lnTo>
                  <a:lnTo>
                    <a:pt x="5364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61318" y="4213821"/>
              <a:ext cx="240027" cy="334331"/>
            </a:xfrm>
            <a:custGeom>
              <a:avLst/>
              <a:pathLst>
                <a:path w="240027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3" y="759"/>
                  </a:lnTo>
                  <a:lnTo>
                    <a:pt x="145951" y="1349"/>
                  </a:lnTo>
                  <a:lnTo>
                    <a:pt x="140691" y="2107"/>
                  </a:lnTo>
                  <a:lnTo>
                    <a:pt x="135457" y="3032"/>
                  </a:lnTo>
                  <a:lnTo>
                    <a:pt x="130255" y="4122"/>
                  </a:lnTo>
                  <a:lnTo>
                    <a:pt x="125091" y="5378"/>
                  </a:lnTo>
                  <a:lnTo>
                    <a:pt x="119970" y="6797"/>
                  </a:lnTo>
                  <a:lnTo>
                    <a:pt x="114895" y="8377"/>
                  </a:lnTo>
                  <a:lnTo>
                    <a:pt x="109874" y="10119"/>
                  </a:lnTo>
                  <a:lnTo>
                    <a:pt x="104911" y="12019"/>
                  </a:lnTo>
                  <a:lnTo>
                    <a:pt x="100011" y="14076"/>
                  </a:lnTo>
                  <a:lnTo>
                    <a:pt x="95178" y="16288"/>
                  </a:lnTo>
                  <a:lnTo>
                    <a:pt x="90418" y="18652"/>
                  </a:lnTo>
                  <a:lnTo>
                    <a:pt x="85736" y="21166"/>
                  </a:lnTo>
                  <a:lnTo>
                    <a:pt x="81136" y="23828"/>
                  </a:lnTo>
                  <a:lnTo>
                    <a:pt x="76623" y="26635"/>
                  </a:lnTo>
                  <a:lnTo>
                    <a:pt x="72202" y="29584"/>
                  </a:lnTo>
                  <a:lnTo>
                    <a:pt x="67876" y="32671"/>
                  </a:lnTo>
                  <a:lnTo>
                    <a:pt x="63651" y="35895"/>
                  </a:lnTo>
                  <a:lnTo>
                    <a:pt x="59530" y="39252"/>
                  </a:lnTo>
                  <a:lnTo>
                    <a:pt x="55518" y="42738"/>
                  </a:lnTo>
                  <a:lnTo>
                    <a:pt x="51619" y="46349"/>
                  </a:lnTo>
                  <a:lnTo>
                    <a:pt x="47837" y="50083"/>
                  </a:lnTo>
                  <a:lnTo>
                    <a:pt x="44176" y="53935"/>
                  </a:lnTo>
                  <a:lnTo>
                    <a:pt x="40638" y="57901"/>
                  </a:lnTo>
                  <a:lnTo>
                    <a:pt x="37229" y="61978"/>
                  </a:lnTo>
                  <a:lnTo>
                    <a:pt x="33951" y="66161"/>
                  </a:lnTo>
                  <a:lnTo>
                    <a:pt x="30807" y="70447"/>
                  </a:lnTo>
                  <a:lnTo>
                    <a:pt x="27802" y="74830"/>
                  </a:lnTo>
                  <a:lnTo>
                    <a:pt x="24937" y="79306"/>
                  </a:lnTo>
                  <a:lnTo>
                    <a:pt x="22216" y="83871"/>
                  </a:lnTo>
                  <a:lnTo>
                    <a:pt x="19641" y="88521"/>
                  </a:lnTo>
                  <a:lnTo>
                    <a:pt x="17216" y="93249"/>
                  </a:lnTo>
                  <a:lnTo>
                    <a:pt x="14942" y="98053"/>
                  </a:lnTo>
                  <a:lnTo>
                    <a:pt x="12822" y="102926"/>
                  </a:lnTo>
                  <a:lnTo>
                    <a:pt x="10858" y="107865"/>
                  </a:lnTo>
                  <a:lnTo>
                    <a:pt x="9052" y="112863"/>
                  </a:lnTo>
                  <a:lnTo>
                    <a:pt x="7405" y="117916"/>
                  </a:lnTo>
                  <a:lnTo>
                    <a:pt x="5920" y="123019"/>
                  </a:lnTo>
                  <a:lnTo>
                    <a:pt x="4599" y="128167"/>
                  </a:lnTo>
                  <a:lnTo>
                    <a:pt x="3441" y="133354"/>
                  </a:lnTo>
                  <a:lnTo>
                    <a:pt x="2449" y="138575"/>
                  </a:lnTo>
                  <a:lnTo>
                    <a:pt x="1623" y="143825"/>
                  </a:lnTo>
                  <a:lnTo>
                    <a:pt x="965" y="149099"/>
                  </a:lnTo>
                  <a:lnTo>
                    <a:pt x="474" y="154391"/>
                  </a:lnTo>
                  <a:lnTo>
                    <a:pt x="153" y="159696"/>
                  </a:lnTo>
                  <a:lnTo>
                    <a:pt x="0" y="165008"/>
                  </a:lnTo>
                  <a:lnTo>
                    <a:pt x="15" y="170323"/>
                  </a:lnTo>
                  <a:lnTo>
                    <a:pt x="200" y="175634"/>
                  </a:lnTo>
                  <a:lnTo>
                    <a:pt x="554" y="180937"/>
                  </a:lnTo>
                  <a:lnTo>
                    <a:pt x="1076" y="186226"/>
                  </a:lnTo>
                  <a:lnTo>
                    <a:pt x="1765" y="191496"/>
                  </a:lnTo>
                  <a:lnTo>
                    <a:pt x="2622" y="196741"/>
                  </a:lnTo>
                  <a:lnTo>
                    <a:pt x="3646" y="201956"/>
                  </a:lnTo>
                  <a:lnTo>
                    <a:pt x="4834" y="207136"/>
                  </a:lnTo>
                  <a:lnTo>
                    <a:pt x="6187" y="212275"/>
                  </a:lnTo>
                  <a:lnTo>
                    <a:pt x="7702" y="217369"/>
                  </a:lnTo>
                  <a:lnTo>
                    <a:pt x="9378" y="222413"/>
                  </a:lnTo>
                  <a:lnTo>
                    <a:pt x="11214" y="227400"/>
                  </a:lnTo>
                  <a:lnTo>
                    <a:pt x="13208" y="232327"/>
                  </a:lnTo>
                  <a:lnTo>
                    <a:pt x="15357" y="237187"/>
                  </a:lnTo>
                  <a:lnTo>
                    <a:pt x="17659" y="241977"/>
                  </a:lnTo>
                  <a:lnTo>
                    <a:pt x="20113" y="246692"/>
                  </a:lnTo>
                  <a:lnTo>
                    <a:pt x="22715" y="251326"/>
                  </a:lnTo>
                  <a:lnTo>
                    <a:pt x="25463" y="255875"/>
                  </a:lnTo>
                  <a:lnTo>
                    <a:pt x="28355" y="260334"/>
                  </a:lnTo>
                  <a:lnTo>
                    <a:pt x="31387" y="264699"/>
                  </a:lnTo>
                  <a:lnTo>
                    <a:pt x="34556" y="268965"/>
                  </a:lnTo>
                  <a:lnTo>
                    <a:pt x="37859" y="273129"/>
                  </a:lnTo>
                  <a:lnTo>
                    <a:pt x="41292" y="277185"/>
                  </a:lnTo>
                  <a:lnTo>
                    <a:pt x="44853" y="281131"/>
                  </a:lnTo>
                  <a:lnTo>
                    <a:pt x="48538" y="284961"/>
                  </a:lnTo>
                  <a:lnTo>
                    <a:pt x="52342" y="288672"/>
                  </a:lnTo>
                  <a:lnTo>
                    <a:pt x="56263" y="292260"/>
                  </a:lnTo>
                  <a:lnTo>
                    <a:pt x="60295" y="295722"/>
                  </a:lnTo>
                  <a:lnTo>
                    <a:pt x="64436" y="299054"/>
                  </a:lnTo>
                  <a:lnTo>
                    <a:pt x="68680" y="302252"/>
                  </a:lnTo>
                  <a:lnTo>
                    <a:pt x="73024" y="305314"/>
                  </a:lnTo>
                  <a:lnTo>
                    <a:pt x="77463" y="308236"/>
                  </a:lnTo>
                  <a:lnTo>
                    <a:pt x="81992" y="311016"/>
                  </a:lnTo>
                  <a:lnTo>
                    <a:pt x="86608" y="313651"/>
                  </a:lnTo>
                  <a:lnTo>
                    <a:pt x="91305" y="316137"/>
                  </a:lnTo>
                  <a:lnTo>
                    <a:pt x="96079" y="318473"/>
                  </a:lnTo>
                  <a:lnTo>
                    <a:pt x="100925" y="320656"/>
                  </a:lnTo>
                  <a:lnTo>
                    <a:pt x="105837" y="322683"/>
                  </a:lnTo>
                  <a:lnTo>
                    <a:pt x="110812" y="324554"/>
                  </a:lnTo>
                  <a:lnTo>
                    <a:pt x="115843" y="326265"/>
                  </a:lnTo>
                  <a:lnTo>
                    <a:pt x="120927" y="327816"/>
                  </a:lnTo>
                  <a:lnTo>
                    <a:pt x="126057" y="329204"/>
                  </a:lnTo>
                  <a:lnTo>
                    <a:pt x="131229" y="330429"/>
                  </a:lnTo>
                  <a:lnTo>
                    <a:pt x="136437" y="331488"/>
                  </a:lnTo>
                  <a:lnTo>
                    <a:pt x="141676" y="332382"/>
                  </a:lnTo>
                  <a:lnTo>
                    <a:pt x="146940" y="333108"/>
                  </a:lnTo>
                  <a:lnTo>
                    <a:pt x="152225" y="333667"/>
                  </a:lnTo>
                  <a:lnTo>
                    <a:pt x="157526" y="334057"/>
                  </a:lnTo>
                  <a:lnTo>
                    <a:pt x="162836" y="334279"/>
                  </a:lnTo>
                  <a:lnTo>
                    <a:pt x="168150" y="334331"/>
                  </a:lnTo>
                  <a:lnTo>
                    <a:pt x="173463" y="334215"/>
                  </a:lnTo>
                  <a:lnTo>
                    <a:pt x="178770" y="333930"/>
                  </a:lnTo>
                  <a:lnTo>
                    <a:pt x="184066" y="333477"/>
                  </a:lnTo>
                  <a:lnTo>
                    <a:pt x="189344" y="332855"/>
                  </a:lnTo>
                  <a:lnTo>
                    <a:pt x="194599" y="332066"/>
                  </a:lnTo>
                  <a:lnTo>
                    <a:pt x="199827" y="331110"/>
                  </a:lnTo>
                  <a:lnTo>
                    <a:pt x="205022" y="329989"/>
                  </a:lnTo>
                  <a:lnTo>
                    <a:pt x="210179" y="328702"/>
                  </a:lnTo>
                  <a:lnTo>
                    <a:pt x="215292" y="327253"/>
                  </a:lnTo>
                  <a:lnTo>
                    <a:pt x="220357" y="325642"/>
                  </a:lnTo>
                  <a:lnTo>
                    <a:pt x="225367" y="323871"/>
                  </a:lnTo>
                  <a:lnTo>
                    <a:pt x="230319" y="321941"/>
                  </a:lnTo>
                  <a:lnTo>
                    <a:pt x="235207" y="319855"/>
                  </a:lnTo>
                  <a:lnTo>
                    <a:pt x="240027" y="317614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380988"/>
              <a:ext cx="72873" cy="150447"/>
            </a:xfrm>
            <a:custGeom>
              <a:avLst/>
              <a:pathLst>
                <a:path w="72873" h="150447">
                  <a:moveTo>
                    <a:pt x="72873" y="15044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380988"/>
              <a:ext cx="160842" cy="150447"/>
            </a:xfrm>
            <a:custGeom>
              <a:avLst/>
              <a:pathLst>
                <a:path w="160842" h="150447">
                  <a:moveTo>
                    <a:pt x="72873" y="150447"/>
                  </a:moveTo>
                  <a:lnTo>
                    <a:pt x="77908" y="147902"/>
                  </a:lnTo>
                  <a:lnTo>
                    <a:pt x="82855" y="145189"/>
                  </a:lnTo>
                  <a:lnTo>
                    <a:pt x="87707" y="142310"/>
                  </a:lnTo>
                  <a:lnTo>
                    <a:pt x="92459" y="139270"/>
                  </a:lnTo>
                  <a:lnTo>
                    <a:pt x="97106" y="136070"/>
                  </a:lnTo>
                  <a:lnTo>
                    <a:pt x="101643" y="132716"/>
                  </a:lnTo>
                  <a:lnTo>
                    <a:pt x="106063" y="129210"/>
                  </a:lnTo>
                  <a:lnTo>
                    <a:pt x="110363" y="125558"/>
                  </a:lnTo>
                  <a:lnTo>
                    <a:pt x="114537" y="121762"/>
                  </a:lnTo>
                  <a:lnTo>
                    <a:pt x="118581" y="117828"/>
                  </a:lnTo>
                  <a:lnTo>
                    <a:pt x="122489" y="113759"/>
                  </a:lnTo>
                  <a:lnTo>
                    <a:pt x="126258" y="109561"/>
                  </a:lnTo>
                  <a:lnTo>
                    <a:pt x="129883" y="105238"/>
                  </a:lnTo>
                  <a:lnTo>
                    <a:pt x="133360" y="100795"/>
                  </a:lnTo>
                  <a:lnTo>
                    <a:pt x="136686" y="96238"/>
                  </a:lnTo>
                  <a:lnTo>
                    <a:pt x="139855" y="91571"/>
                  </a:lnTo>
                  <a:lnTo>
                    <a:pt x="142866" y="86799"/>
                  </a:lnTo>
                  <a:lnTo>
                    <a:pt x="145714" y="81929"/>
                  </a:lnTo>
                  <a:lnTo>
                    <a:pt x="148395" y="76965"/>
                  </a:lnTo>
                  <a:lnTo>
                    <a:pt x="150908" y="71914"/>
                  </a:lnTo>
                  <a:lnTo>
                    <a:pt x="153249" y="66780"/>
                  </a:lnTo>
                  <a:lnTo>
                    <a:pt x="155415" y="61571"/>
                  </a:lnTo>
                  <a:lnTo>
                    <a:pt x="157404" y="56291"/>
                  </a:lnTo>
                  <a:lnTo>
                    <a:pt x="159214" y="50948"/>
                  </a:lnTo>
                  <a:lnTo>
                    <a:pt x="160842" y="45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167146" cy="212714"/>
            </a:xfrm>
            <a:custGeom>
              <a:avLst/>
              <a:pathLst>
                <a:path w="167146" h="212714">
                  <a:moveTo>
                    <a:pt x="160842" y="212714"/>
                  </a:moveTo>
                  <a:lnTo>
                    <a:pt x="162233" y="207480"/>
                  </a:lnTo>
                  <a:lnTo>
                    <a:pt x="163454" y="202203"/>
                  </a:lnTo>
                  <a:lnTo>
                    <a:pt x="164503" y="196890"/>
                  </a:lnTo>
                  <a:lnTo>
                    <a:pt x="165380" y="191545"/>
                  </a:lnTo>
                  <a:lnTo>
                    <a:pt x="166083" y="186175"/>
                  </a:lnTo>
                  <a:lnTo>
                    <a:pt x="166611" y="180785"/>
                  </a:lnTo>
                  <a:lnTo>
                    <a:pt x="166965" y="175381"/>
                  </a:lnTo>
                  <a:lnTo>
                    <a:pt x="167143" y="169968"/>
                  </a:lnTo>
                  <a:lnTo>
                    <a:pt x="167146" y="164552"/>
                  </a:lnTo>
                  <a:lnTo>
                    <a:pt x="166974" y="159139"/>
                  </a:lnTo>
                  <a:lnTo>
                    <a:pt x="166626" y="153735"/>
                  </a:lnTo>
                  <a:lnTo>
                    <a:pt x="166104" y="148344"/>
                  </a:lnTo>
                  <a:lnTo>
                    <a:pt x="165407" y="142973"/>
                  </a:lnTo>
                  <a:lnTo>
                    <a:pt x="164536" y="137628"/>
                  </a:lnTo>
                  <a:lnTo>
                    <a:pt x="163493" y="132313"/>
                  </a:lnTo>
                  <a:lnTo>
                    <a:pt x="162278" y="127036"/>
                  </a:lnTo>
                  <a:lnTo>
                    <a:pt x="160893" y="121800"/>
                  </a:lnTo>
                  <a:lnTo>
                    <a:pt x="159339" y="116612"/>
                  </a:lnTo>
                  <a:lnTo>
                    <a:pt x="157618" y="111477"/>
                  </a:lnTo>
                  <a:lnTo>
                    <a:pt x="155731" y="106400"/>
                  </a:lnTo>
                  <a:lnTo>
                    <a:pt x="153681" y="101387"/>
                  </a:lnTo>
                  <a:lnTo>
                    <a:pt x="151470" y="96444"/>
                  </a:lnTo>
                  <a:lnTo>
                    <a:pt x="149099" y="91574"/>
                  </a:lnTo>
                  <a:lnTo>
                    <a:pt x="146572" y="86784"/>
                  </a:lnTo>
                  <a:lnTo>
                    <a:pt x="143891" y="82078"/>
                  </a:lnTo>
                  <a:lnTo>
                    <a:pt x="141060" y="77462"/>
                  </a:lnTo>
                  <a:lnTo>
                    <a:pt x="138080" y="72939"/>
                  </a:lnTo>
                  <a:lnTo>
                    <a:pt x="134955" y="68516"/>
                  </a:lnTo>
                  <a:lnTo>
                    <a:pt x="131688" y="64196"/>
                  </a:lnTo>
                  <a:lnTo>
                    <a:pt x="128284" y="59984"/>
                  </a:lnTo>
                  <a:lnTo>
                    <a:pt x="124744" y="55885"/>
                  </a:lnTo>
                  <a:lnTo>
                    <a:pt x="121074" y="51902"/>
                  </a:lnTo>
                  <a:lnTo>
                    <a:pt x="117277" y="48041"/>
                  </a:lnTo>
                  <a:lnTo>
                    <a:pt x="113356" y="44304"/>
                  </a:lnTo>
                  <a:lnTo>
                    <a:pt x="109317" y="40697"/>
                  </a:lnTo>
                  <a:lnTo>
                    <a:pt x="105163" y="37222"/>
                  </a:lnTo>
                  <a:lnTo>
                    <a:pt x="100898" y="33884"/>
                  </a:lnTo>
                  <a:lnTo>
                    <a:pt x="96528" y="30685"/>
                  </a:lnTo>
                  <a:lnTo>
                    <a:pt x="92056" y="27630"/>
                  </a:lnTo>
                  <a:lnTo>
                    <a:pt x="87488" y="24721"/>
                  </a:lnTo>
                  <a:lnTo>
                    <a:pt x="82827" y="21962"/>
                  </a:lnTo>
                  <a:lnTo>
                    <a:pt x="78080" y="19355"/>
                  </a:lnTo>
                  <a:lnTo>
                    <a:pt x="73251" y="16903"/>
                  </a:lnTo>
                  <a:lnTo>
                    <a:pt x="68345" y="14609"/>
                  </a:lnTo>
                  <a:lnTo>
                    <a:pt x="63367" y="12475"/>
                  </a:lnTo>
                  <a:lnTo>
                    <a:pt x="58323" y="10504"/>
                  </a:lnTo>
                  <a:lnTo>
                    <a:pt x="53218" y="8697"/>
                  </a:lnTo>
                  <a:lnTo>
                    <a:pt x="48056" y="7056"/>
                  </a:lnTo>
                  <a:lnTo>
                    <a:pt x="42845" y="5583"/>
                  </a:lnTo>
                  <a:lnTo>
                    <a:pt x="37588" y="4280"/>
                  </a:lnTo>
                  <a:lnTo>
                    <a:pt x="32292" y="3148"/>
                  </a:lnTo>
                  <a:lnTo>
                    <a:pt x="26962" y="2188"/>
                  </a:lnTo>
                  <a:lnTo>
                    <a:pt x="21603" y="1401"/>
                  </a:lnTo>
                  <a:lnTo>
                    <a:pt x="16222" y="789"/>
                  </a:lnTo>
                  <a:lnTo>
                    <a:pt x="10824" y="350"/>
                  </a:lnTo>
                  <a:lnTo>
                    <a:pt x="541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751847" y="3707720"/>
              <a:ext cx="242423" cy="334322"/>
            </a:xfrm>
            <a:custGeom>
              <a:avLst/>
              <a:pathLst>
                <a:path w="242423" h="334322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3" y="766"/>
                  </a:lnTo>
                  <a:lnTo>
                    <a:pt x="145868" y="1361"/>
                  </a:lnTo>
                  <a:lnTo>
                    <a:pt x="140585" y="2126"/>
                  </a:lnTo>
                  <a:lnTo>
                    <a:pt x="135329" y="3059"/>
                  </a:lnTo>
                  <a:lnTo>
                    <a:pt x="130106" y="4159"/>
                  </a:lnTo>
                  <a:lnTo>
                    <a:pt x="124920" y="5425"/>
                  </a:lnTo>
                  <a:lnTo>
                    <a:pt x="119777" y="6856"/>
                  </a:lnTo>
                  <a:lnTo>
                    <a:pt x="114683" y="8451"/>
                  </a:lnTo>
                  <a:lnTo>
                    <a:pt x="109642" y="10208"/>
                  </a:lnTo>
                  <a:lnTo>
                    <a:pt x="104660" y="12124"/>
                  </a:lnTo>
                  <a:lnTo>
                    <a:pt x="99741" y="14199"/>
                  </a:lnTo>
                  <a:lnTo>
                    <a:pt x="94891" y="16430"/>
                  </a:lnTo>
                  <a:lnTo>
                    <a:pt x="90115" y="18814"/>
                  </a:lnTo>
                  <a:lnTo>
                    <a:pt x="85418" y="21350"/>
                  </a:lnTo>
                  <a:lnTo>
                    <a:pt x="80804" y="24034"/>
                  </a:lnTo>
                  <a:lnTo>
                    <a:pt x="76278" y="26865"/>
                  </a:lnTo>
                  <a:lnTo>
                    <a:pt x="71844" y="29838"/>
                  </a:lnTo>
                  <a:lnTo>
                    <a:pt x="67508" y="32952"/>
                  </a:lnTo>
                  <a:lnTo>
                    <a:pt x="63274" y="36202"/>
                  </a:lnTo>
                  <a:lnTo>
                    <a:pt x="59145" y="39586"/>
                  </a:lnTo>
                  <a:lnTo>
                    <a:pt x="55127" y="43100"/>
                  </a:lnTo>
                  <a:lnTo>
                    <a:pt x="51223" y="46740"/>
                  </a:lnTo>
                  <a:lnTo>
                    <a:pt x="47437" y="50504"/>
                  </a:lnTo>
                  <a:lnTo>
                    <a:pt x="43773" y="54386"/>
                  </a:lnTo>
                  <a:lnTo>
                    <a:pt x="40235" y="58383"/>
                  </a:lnTo>
                  <a:lnTo>
                    <a:pt x="36826" y="62491"/>
                  </a:lnTo>
                  <a:lnTo>
                    <a:pt x="33550" y="66706"/>
                  </a:lnTo>
                  <a:lnTo>
                    <a:pt x="30411" y="71024"/>
                  </a:lnTo>
                  <a:lnTo>
                    <a:pt x="27411" y="75439"/>
                  </a:lnTo>
                  <a:lnTo>
                    <a:pt x="24553" y="79948"/>
                  </a:lnTo>
                  <a:lnTo>
                    <a:pt x="21841" y="84546"/>
                  </a:lnTo>
                  <a:lnTo>
                    <a:pt x="19277" y="89228"/>
                  </a:lnTo>
                  <a:lnTo>
                    <a:pt x="16864" y="93990"/>
                  </a:lnTo>
                  <a:lnTo>
                    <a:pt x="14604" y="98826"/>
                  </a:lnTo>
                  <a:lnTo>
                    <a:pt x="12500" y="103732"/>
                  </a:lnTo>
                  <a:lnTo>
                    <a:pt x="10553" y="108702"/>
                  </a:lnTo>
                  <a:lnTo>
                    <a:pt x="8767" y="113733"/>
                  </a:lnTo>
                  <a:lnTo>
                    <a:pt x="7141" y="118817"/>
                  </a:lnTo>
                  <a:lnTo>
                    <a:pt x="5679" y="123951"/>
                  </a:lnTo>
                  <a:lnTo>
                    <a:pt x="4382" y="129129"/>
                  </a:lnTo>
                  <a:lnTo>
                    <a:pt x="3250" y="134346"/>
                  </a:lnTo>
                  <a:lnTo>
                    <a:pt x="2286" y="139597"/>
                  </a:lnTo>
                  <a:lnTo>
                    <a:pt x="1489" y="144875"/>
                  </a:lnTo>
                  <a:lnTo>
                    <a:pt x="862" y="150176"/>
                  </a:lnTo>
                  <a:lnTo>
                    <a:pt x="404" y="155495"/>
                  </a:lnTo>
                  <a:lnTo>
                    <a:pt x="117" y="160825"/>
                  </a:lnTo>
                  <a:lnTo>
                    <a:pt x="0" y="166162"/>
                  </a:lnTo>
                  <a:lnTo>
                    <a:pt x="53" y="171500"/>
                  </a:lnTo>
                  <a:lnTo>
                    <a:pt x="276" y="176833"/>
                  </a:lnTo>
                  <a:lnTo>
                    <a:pt x="670" y="182157"/>
                  </a:lnTo>
                  <a:lnTo>
                    <a:pt x="1233" y="187465"/>
                  </a:lnTo>
                  <a:lnTo>
                    <a:pt x="1966" y="192753"/>
                  </a:lnTo>
                  <a:lnTo>
                    <a:pt x="2867" y="198015"/>
                  </a:lnTo>
                  <a:lnTo>
                    <a:pt x="3936" y="203245"/>
                  </a:lnTo>
                  <a:lnTo>
                    <a:pt x="5171" y="208438"/>
                  </a:lnTo>
                  <a:lnTo>
                    <a:pt x="6571" y="213589"/>
                  </a:lnTo>
                  <a:lnTo>
                    <a:pt x="8136" y="218693"/>
                  </a:lnTo>
                  <a:lnTo>
                    <a:pt x="9862" y="223744"/>
                  </a:lnTo>
                  <a:lnTo>
                    <a:pt x="11749" y="228738"/>
                  </a:lnTo>
                  <a:lnTo>
                    <a:pt x="13794" y="233669"/>
                  </a:lnTo>
                  <a:lnTo>
                    <a:pt x="15995" y="238532"/>
                  </a:lnTo>
                  <a:lnTo>
                    <a:pt x="18351" y="243322"/>
                  </a:lnTo>
                  <a:lnTo>
                    <a:pt x="20858" y="248035"/>
                  </a:lnTo>
                  <a:lnTo>
                    <a:pt x="23515" y="252665"/>
                  </a:lnTo>
                  <a:lnTo>
                    <a:pt x="26318" y="257208"/>
                  </a:lnTo>
                  <a:lnTo>
                    <a:pt x="29265" y="261659"/>
                  </a:lnTo>
                  <a:lnTo>
                    <a:pt x="32352" y="266014"/>
                  </a:lnTo>
                  <a:lnTo>
                    <a:pt x="35577" y="270268"/>
                  </a:lnTo>
                  <a:lnTo>
                    <a:pt x="38936" y="274417"/>
                  </a:lnTo>
                  <a:lnTo>
                    <a:pt x="42426" y="278456"/>
                  </a:lnTo>
                  <a:lnTo>
                    <a:pt x="46043" y="282382"/>
                  </a:lnTo>
                  <a:lnTo>
                    <a:pt x="49783" y="286191"/>
                  </a:lnTo>
                  <a:lnTo>
                    <a:pt x="53643" y="289878"/>
                  </a:lnTo>
                  <a:lnTo>
                    <a:pt x="57619" y="293440"/>
                  </a:lnTo>
                  <a:lnTo>
                    <a:pt x="61707" y="296873"/>
                  </a:lnTo>
                  <a:lnTo>
                    <a:pt x="65902" y="300174"/>
                  </a:lnTo>
                  <a:lnTo>
                    <a:pt x="70200" y="303340"/>
                  </a:lnTo>
                  <a:lnTo>
                    <a:pt x="74598" y="306366"/>
                  </a:lnTo>
                  <a:lnTo>
                    <a:pt x="79089" y="309251"/>
                  </a:lnTo>
                  <a:lnTo>
                    <a:pt x="83671" y="311991"/>
                  </a:lnTo>
                  <a:lnTo>
                    <a:pt x="88338" y="314583"/>
                  </a:lnTo>
                  <a:lnTo>
                    <a:pt x="93085" y="317024"/>
                  </a:lnTo>
                  <a:lnTo>
                    <a:pt x="97907" y="319313"/>
                  </a:lnTo>
                  <a:lnTo>
                    <a:pt x="102800" y="321447"/>
                  </a:lnTo>
                  <a:lnTo>
                    <a:pt x="107759" y="323423"/>
                  </a:lnTo>
                  <a:lnTo>
                    <a:pt x="112778" y="325240"/>
                  </a:lnTo>
                  <a:lnTo>
                    <a:pt x="117853" y="326896"/>
                  </a:lnTo>
                  <a:lnTo>
                    <a:pt x="122978" y="328389"/>
                  </a:lnTo>
                  <a:lnTo>
                    <a:pt x="128149" y="329718"/>
                  </a:lnTo>
                  <a:lnTo>
                    <a:pt x="133359" y="330881"/>
                  </a:lnTo>
                  <a:lnTo>
                    <a:pt x="138603" y="331876"/>
                  </a:lnTo>
                  <a:lnTo>
                    <a:pt x="143877" y="332704"/>
                  </a:lnTo>
                  <a:lnTo>
                    <a:pt x="149174" y="333364"/>
                  </a:lnTo>
                  <a:lnTo>
                    <a:pt x="154490" y="333853"/>
                  </a:lnTo>
                  <a:lnTo>
                    <a:pt x="159818" y="334173"/>
                  </a:lnTo>
                  <a:lnTo>
                    <a:pt x="165154" y="334322"/>
                  </a:lnTo>
                  <a:lnTo>
                    <a:pt x="170492" y="334301"/>
                  </a:lnTo>
                  <a:lnTo>
                    <a:pt x="175827" y="334110"/>
                  </a:lnTo>
                  <a:lnTo>
                    <a:pt x="181153" y="333748"/>
                  </a:lnTo>
                  <a:lnTo>
                    <a:pt x="186465" y="333216"/>
                  </a:lnTo>
                  <a:lnTo>
                    <a:pt x="191757" y="332516"/>
                  </a:lnTo>
                  <a:lnTo>
                    <a:pt x="197023" y="331646"/>
                  </a:lnTo>
                  <a:lnTo>
                    <a:pt x="202260" y="330609"/>
                  </a:lnTo>
                  <a:lnTo>
                    <a:pt x="207460" y="329405"/>
                  </a:lnTo>
                  <a:lnTo>
                    <a:pt x="212620" y="328036"/>
                  </a:lnTo>
                  <a:lnTo>
                    <a:pt x="217733" y="326502"/>
                  </a:lnTo>
                  <a:lnTo>
                    <a:pt x="222795" y="324806"/>
                  </a:lnTo>
                  <a:lnTo>
                    <a:pt x="227800" y="322950"/>
                  </a:lnTo>
                  <a:lnTo>
                    <a:pt x="232743" y="320934"/>
                  </a:lnTo>
                  <a:lnTo>
                    <a:pt x="237619" y="318762"/>
                  </a:lnTo>
                  <a:lnTo>
                    <a:pt x="242423" y="316435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836"/>
              <a:ext cx="167158" cy="316320"/>
            </a:xfrm>
            <a:custGeom>
              <a:avLst/>
              <a:pathLst>
                <a:path w="167158" h="316320">
                  <a:moveTo>
                    <a:pt x="75259" y="316320"/>
                  </a:moveTo>
                  <a:lnTo>
                    <a:pt x="80020" y="313822"/>
                  </a:lnTo>
                  <a:lnTo>
                    <a:pt x="84699" y="311173"/>
                  </a:lnTo>
                  <a:lnTo>
                    <a:pt x="89290" y="308375"/>
                  </a:lnTo>
                  <a:lnTo>
                    <a:pt x="93788" y="305430"/>
                  </a:lnTo>
                  <a:lnTo>
                    <a:pt x="98190" y="302343"/>
                  </a:lnTo>
                  <a:lnTo>
                    <a:pt x="102490" y="299115"/>
                  </a:lnTo>
                  <a:lnTo>
                    <a:pt x="106684" y="295751"/>
                  </a:lnTo>
                  <a:lnTo>
                    <a:pt x="110767" y="292253"/>
                  </a:lnTo>
                  <a:lnTo>
                    <a:pt x="114736" y="288626"/>
                  </a:lnTo>
                  <a:lnTo>
                    <a:pt x="118587" y="284874"/>
                  </a:lnTo>
                  <a:lnTo>
                    <a:pt x="122314" y="280999"/>
                  </a:lnTo>
                  <a:lnTo>
                    <a:pt x="125915" y="277007"/>
                  </a:lnTo>
                  <a:lnTo>
                    <a:pt x="129386" y="272901"/>
                  </a:lnTo>
                  <a:lnTo>
                    <a:pt x="132723" y="268685"/>
                  </a:lnTo>
                  <a:lnTo>
                    <a:pt x="135923" y="264364"/>
                  </a:lnTo>
                  <a:lnTo>
                    <a:pt x="138982" y="259943"/>
                  </a:lnTo>
                  <a:lnTo>
                    <a:pt x="141897" y="255425"/>
                  </a:lnTo>
                  <a:lnTo>
                    <a:pt x="144666" y="250816"/>
                  </a:lnTo>
                  <a:lnTo>
                    <a:pt x="147285" y="246121"/>
                  </a:lnTo>
                  <a:lnTo>
                    <a:pt x="149752" y="241343"/>
                  </a:lnTo>
                  <a:lnTo>
                    <a:pt x="152063" y="236489"/>
                  </a:lnTo>
                  <a:lnTo>
                    <a:pt x="154218" y="231563"/>
                  </a:lnTo>
                  <a:lnTo>
                    <a:pt x="156212" y="226570"/>
                  </a:lnTo>
                  <a:lnTo>
                    <a:pt x="158046" y="221516"/>
                  </a:lnTo>
                  <a:lnTo>
                    <a:pt x="159715" y="216405"/>
                  </a:lnTo>
                  <a:lnTo>
                    <a:pt x="161220" y="211244"/>
                  </a:lnTo>
                  <a:lnTo>
                    <a:pt x="162558" y="206036"/>
                  </a:lnTo>
                  <a:lnTo>
                    <a:pt x="163727" y="200788"/>
                  </a:lnTo>
                  <a:lnTo>
                    <a:pt x="164728" y="195506"/>
                  </a:lnTo>
                  <a:lnTo>
                    <a:pt x="165557" y="190194"/>
                  </a:lnTo>
                  <a:lnTo>
                    <a:pt x="166216" y="184857"/>
                  </a:lnTo>
                  <a:lnTo>
                    <a:pt x="166703" y="179503"/>
                  </a:lnTo>
                  <a:lnTo>
                    <a:pt x="167017" y="174136"/>
                  </a:lnTo>
                  <a:lnTo>
                    <a:pt x="167158" y="168761"/>
                  </a:lnTo>
                  <a:lnTo>
                    <a:pt x="167127" y="163384"/>
                  </a:lnTo>
                  <a:lnTo>
                    <a:pt x="166922" y="158012"/>
                  </a:lnTo>
                  <a:lnTo>
                    <a:pt x="166545" y="152648"/>
                  </a:lnTo>
                  <a:lnTo>
                    <a:pt x="165996" y="147300"/>
                  </a:lnTo>
                  <a:lnTo>
                    <a:pt x="165275" y="141972"/>
                  </a:lnTo>
                  <a:lnTo>
                    <a:pt x="164383" y="136670"/>
                  </a:lnTo>
                  <a:lnTo>
                    <a:pt x="163321" y="131399"/>
                  </a:lnTo>
                  <a:lnTo>
                    <a:pt x="162090" y="126166"/>
                  </a:lnTo>
                  <a:lnTo>
                    <a:pt x="160691" y="120974"/>
                  </a:lnTo>
                  <a:lnTo>
                    <a:pt x="159126" y="115830"/>
                  </a:lnTo>
                  <a:lnTo>
                    <a:pt x="157397" y="110740"/>
                  </a:lnTo>
                  <a:lnTo>
                    <a:pt x="155505" y="105707"/>
                  </a:lnTo>
                  <a:lnTo>
                    <a:pt x="153451" y="100738"/>
                  </a:lnTo>
                  <a:lnTo>
                    <a:pt x="151239" y="95838"/>
                  </a:lnTo>
                  <a:lnTo>
                    <a:pt x="148871" y="91011"/>
                  </a:lnTo>
                  <a:lnTo>
                    <a:pt x="146349" y="86263"/>
                  </a:lnTo>
                  <a:lnTo>
                    <a:pt x="143675" y="81598"/>
                  </a:lnTo>
                  <a:lnTo>
                    <a:pt x="140853" y="77022"/>
                  </a:lnTo>
                  <a:lnTo>
                    <a:pt x="137885" y="72539"/>
                  </a:lnTo>
                  <a:lnTo>
                    <a:pt x="134774" y="68153"/>
                  </a:lnTo>
                  <a:lnTo>
                    <a:pt x="131524" y="63871"/>
                  </a:lnTo>
                  <a:lnTo>
                    <a:pt x="128138" y="59694"/>
                  </a:lnTo>
                  <a:lnTo>
                    <a:pt x="124619" y="55629"/>
                  </a:lnTo>
                  <a:lnTo>
                    <a:pt x="120971" y="51679"/>
                  </a:lnTo>
                  <a:lnTo>
                    <a:pt x="117198" y="47849"/>
                  </a:lnTo>
                  <a:lnTo>
                    <a:pt x="113304" y="44141"/>
                  </a:lnTo>
                  <a:lnTo>
                    <a:pt x="109293" y="40561"/>
                  </a:lnTo>
                  <a:lnTo>
                    <a:pt x="105169" y="37112"/>
                  </a:lnTo>
                  <a:lnTo>
                    <a:pt x="100936" y="33797"/>
                  </a:lnTo>
                  <a:lnTo>
                    <a:pt x="96598" y="30620"/>
                  </a:lnTo>
                  <a:lnTo>
                    <a:pt x="92161" y="27584"/>
                  </a:lnTo>
                  <a:lnTo>
                    <a:pt x="87628" y="24692"/>
                  </a:lnTo>
                  <a:lnTo>
                    <a:pt x="83005" y="21948"/>
                  </a:lnTo>
                  <a:lnTo>
                    <a:pt x="78296" y="19354"/>
                  </a:lnTo>
                  <a:lnTo>
                    <a:pt x="73505" y="16912"/>
                  </a:lnTo>
                  <a:lnTo>
                    <a:pt x="68639" y="14626"/>
                  </a:lnTo>
                  <a:lnTo>
                    <a:pt x="63702" y="12497"/>
                  </a:lnTo>
                  <a:lnTo>
                    <a:pt x="58699" y="10529"/>
                  </a:lnTo>
                  <a:lnTo>
                    <a:pt x="53635" y="8722"/>
                  </a:lnTo>
                  <a:lnTo>
                    <a:pt x="48515" y="7079"/>
                  </a:lnTo>
                  <a:lnTo>
                    <a:pt x="43346" y="5602"/>
                  </a:lnTo>
                  <a:lnTo>
                    <a:pt x="38131" y="4291"/>
                  </a:lnTo>
                  <a:lnTo>
                    <a:pt x="32877" y="3149"/>
                  </a:lnTo>
                  <a:lnTo>
                    <a:pt x="27590" y="2177"/>
                  </a:lnTo>
                  <a:lnTo>
                    <a:pt x="22273" y="1375"/>
                  </a:lnTo>
                  <a:lnTo>
                    <a:pt x="16934" y="744"/>
                  </a:lnTo>
                  <a:lnTo>
                    <a:pt x="11577" y="286"/>
                  </a:lnTo>
                  <a:lnTo>
                    <a:pt x="6208" y="0"/>
                  </a:lnTo>
                  <a:lnTo>
                    <a:pt x="0" y="1670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6208" cy="167167"/>
            </a:xfrm>
            <a:custGeom>
              <a:avLst/>
              <a:pathLst>
                <a:path w="6208" h="167167">
                  <a:moveTo>
                    <a:pt x="6208" y="1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tx80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2025-06-06T08:22:28Z</dcterms:modified>
  <cp:category/>
</cp:coreProperties>
</file>