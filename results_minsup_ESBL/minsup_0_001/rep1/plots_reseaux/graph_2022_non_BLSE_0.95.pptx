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0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64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3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7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7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244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213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45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8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0531" y="1227659"/>
              <a:ext cx="1647673" cy="290037"/>
            </a:xfrm>
            <a:custGeom>
              <a:avLst/>
              <a:pathLst>
                <a:path w="1647673" h="290037">
                  <a:moveTo>
                    <a:pt x="1647673" y="290037"/>
                  </a:moveTo>
                  <a:lnTo>
                    <a:pt x="0" y="0"/>
                  </a:lnTo>
                </a:path>
              </a:pathLst>
            </a:custGeom>
            <a:ln w="166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68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72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96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15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6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40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435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6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42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47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17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17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178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24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23" y="3170392"/>
              <a:ext cx="2555" cy="167167"/>
            </a:xfrm>
            <a:custGeom>
              <a:avLst/>
              <a:pathLst>
                <a:path w="2555" h="167167">
                  <a:moveTo>
                    <a:pt x="2555" y="0"/>
                  </a:moveTo>
                  <a:lnTo>
                    <a:pt x="0" y="19"/>
                  </a:lnTo>
                  <a:lnTo>
                    <a:pt x="25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223" y="3170412"/>
              <a:ext cx="2555" cy="167147"/>
            </a:xfrm>
            <a:custGeom>
              <a:avLst/>
              <a:pathLst>
                <a:path w="2555" h="167147">
                  <a:moveTo>
                    <a:pt x="0" y="0"/>
                  </a:moveTo>
                  <a:lnTo>
                    <a:pt x="2555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1" y="3170412"/>
              <a:ext cx="334334" cy="334297"/>
            </a:xfrm>
            <a:custGeom>
              <a:avLst/>
              <a:pathLst>
                <a:path w="334334" h="334297">
                  <a:moveTo>
                    <a:pt x="164611" y="0"/>
                  </a:moveTo>
                  <a:lnTo>
                    <a:pt x="159310" y="165"/>
                  </a:lnTo>
                  <a:lnTo>
                    <a:pt x="154017" y="498"/>
                  </a:lnTo>
                  <a:lnTo>
                    <a:pt x="148737" y="999"/>
                  </a:lnTo>
                  <a:lnTo>
                    <a:pt x="143476" y="1667"/>
                  </a:lnTo>
                  <a:lnTo>
                    <a:pt x="138239" y="2502"/>
                  </a:lnTo>
                  <a:lnTo>
                    <a:pt x="133031" y="3502"/>
                  </a:lnTo>
                  <a:lnTo>
                    <a:pt x="127857" y="4668"/>
                  </a:lnTo>
                  <a:lnTo>
                    <a:pt x="122722" y="5996"/>
                  </a:lnTo>
                  <a:lnTo>
                    <a:pt x="117633" y="7487"/>
                  </a:lnTo>
                  <a:lnTo>
                    <a:pt x="112593" y="9139"/>
                  </a:lnTo>
                  <a:lnTo>
                    <a:pt x="107608" y="10950"/>
                  </a:lnTo>
                  <a:lnTo>
                    <a:pt x="102684" y="12918"/>
                  </a:lnTo>
                  <a:lnTo>
                    <a:pt x="97824" y="15041"/>
                  </a:lnTo>
                  <a:lnTo>
                    <a:pt x="93033" y="17317"/>
                  </a:lnTo>
                  <a:lnTo>
                    <a:pt x="88318" y="19744"/>
                  </a:lnTo>
                  <a:lnTo>
                    <a:pt x="83682" y="22319"/>
                  </a:lnTo>
                  <a:lnTo>
                    <a:pt x="79130" y="25040"/>
                  </a:lnTo>
                  <a:lnTo>
                    <a:pt x="74666" y="27905"/>
                  </a:lnTo>
                  <a:lnTo>
                    <a:pt x="70296" y="30909"/>
                  </a:lnTo>
                  <a:lnTo>
                    <a:pt x="66023" y="34050"/>
                  </a:lnTo>
                  <a:lnTo>
                    <a:pt x="61851" y="37326"/>
                  </a:lnTo>
                  <a:lnTo>
                    <a:pt x="57786" y="40732"/>
                  </a:lnTo>
                  <a:lnTo>
                    <a:pt x="53831" y="44265"/>
                  </a:lnTo>
                  <a:lnTo>
                    <a:pt x="49990" y="47922"/>
                  </a:lnTo>
                  <a:lnTo>
                    <a:pt x="46267" y="51699"/>
                  </a:lnTo>
                  <a:lnTo>
                    <a:pt x="42666" y="55593"/>
                  </a:lnTo>
                  <a:lnTo>
                    <a:pt x="39190" y="59598"/>
                  </a:lnTo>
                  <a:lnTo>
                    <a:pt x="35843" y="63712"/>
                  </a:lnTo>
                  <a:lnTo>
                    <a:pt x="32628" y="67930"/>
                  </a:lnTo>
                  <a:lnTo>
                    <a:pt x="29548" y="72247"/>
                  </a:lnTo>
                  <a:lnTo>
                    <a:pt x="26607" y="76661"/>
                  </a:lnTo>
                  <a:lnTo>
                    <a:pt x="23807" y="81165"/>
                  </a:lnTo>
                  <a:lnTo>
                    <a:pt x="21152" y="85756"/>
                  </a:lnTo>
                  <a:lnTo>
                    <a:pt x="18644" y="90429"/>
                  </a:lnTo>
                  <a:lnTo>
                    <a:pt x="16285" y="95179"/>
                  </a:lnTo>
                  <a:lnTo>
                    <a:pt x="14078" y="100001"/>
                  </a:lnTo>
                  <a:lnTo>
                    <a:pt x="12025" y="104891"/>
                  </a:lnTo>
                  <a:lnTo>
                    <a:pt x="10128" y="109844"/>
                  </a:lnTo>
                  <a:lnTo>
                    <a:pt x="8389" y="114854"/>
                  </a:lnTo>
                  <a:lnTo>
                    <a:pt x="6810" y="119917"/>
                  </a:lnTo>
                  <a:lnTo>
                    <a:pt x="5393" y="125028"/>
                  </a:lnTo>
                  <a:lnTo>
                    <a:pt x="4138" y="130180"/>
                  </a:lnTo>
                  <a:lnTo>
                    <a:pt x="3047" y="135371"/>
                  </a:lnTo>
                  <a:lnTo>
                    <a:pt x="2122" y="140593"/>
                  </a:lnTo>
                  <a:lnTo>
                    <a:pt x="1363" y="145841"/>
                  </a:lnTo>
                  <a:lnTo>
                    <a:pt x="770" y="151112"/>
                  </a:lnTo>
                  <a:lnTo>
                    <a:pt x="345" y="156398"/>
                  </a:lnTo>
                  <a:lnTo>
                    <a:pt x="88" y="161695"/>
                  </a:lnTo>
                  <a:lnTo>
                    <a:pt x="0" y="166998"/>
                  </a:lnTo>
                  <a:lnTo>
                    <a:pt x="79" y="172301"/>
                  </a:lnTo>
                  <a:lnTo>
                    <a:pt x="326" y="177599"/>
                  </a:lnTo>
                  <a:lnTo>
                    <a:pt x="742" y="182886"/>
                  </a:lnTo>
                  <a:lnTo>
                    <a:pt x="1325" y="188157"/>
                  </a:lnTo>
                  <a:lnTo>
                    <a:pt x="2075" y="193407"/>
                  </a:lnTo>
                  <a:lnTo>
                    <a:pt x="2991" y="198631"/>
                  </a:lnTo>
                  <a:lnTo>
                    <a:pt x="4072" y="203823"/>
                  </a:lnTo>
                  <a:lnTo>
                    <a:pt x="5318" y="208978"/>
                  </a:lnTo>
                  <a:lnTo>
                    <a:pt x="6726" y="214091"/>
                  </a:lnTo>
                  <a:lnTo>
                    <a:pt x="8296" y="219157"/>
                  </a:lnTo>
                  <a:lnTo>
                    <a:pt x="10026" y="224171"/>
                  </a:lnTo>
                  <a:lnTo>
                    <a:pt x="11914" y="229127"/>
                  </a:lnTo>
                  <a:lnTo>
                    <a:pt x="13958" y="234020"/>
                  </a:lnTo>
                  <a:lnTo>
                    <a:pt x="16156" y="238847"/>
                  </a:lnTo>
                  <a:lnTo>
                    <a:pt x="18507" y="243601"/>
                  </a:lnTo>
                  <a:lnTo>
                    <a:pt x="21007" y="248278"/>
                  </a:lnTo>
                  <a:lnTo>
                    <a:pt x="23654" y="252874"/>
                  </a:lnTo>
                  <a:lnTo>
                    <a:pt x="26446" y="257383"/>
                  </a:lnTo>
                  <a:lnTo>
                    <a:pt x="29379" y="261802"/>
                  </a:lnTo>
                  <a:lnTo>
                    <a:pt x="32451" y="266125"/>
                  </a:lnTo>
                  <a:lnTo>
                    <a:pt x="35658" y="270348"/>
                  </a:lnTo>
                  <a:lnTo>
                    <a:pt x="38998" y="274468"/>
                  </a:lnTo>
                  <a:lnTo>
                    <a:pt x="42467" y="278480"/>
                  </a:lnTo>
                  <a:lnTo>
                    <a:pt x="46061" y="282379"/>
                  </a:lnTo>
                  <a:lnTo>
                    <a:pt x="49778" y="286163"/>
                  </a:lnTo>
                  <a:lnTo>
                    <a:pt x="53612" y="289827"/>
                  </a:lnTo>
                  <a:lnTo>
                    <a:pt x="57561" y="293367"/>
                  </a:lnTo>
                  <a:lnTo>
                    <a:pt x="61620" y="296781"/>
                  </a:lnTo>
                  <a:lnTo>
                    <a:pt x="65785" y="300064"/>
                  </a:lnTo>
                  <a:lnTo>
                    <a:pt x="70052" y="303213"/>
                  </a:lnTo>
                  <a:lnTo>
                    <a:pt x="74418" y="306225"/>
                  </a:lnTo>
                  <a:lnTo>
                    <a:pt x="78876" y="309097"/>
                  </a:lnTo>
                  <a:lnTo>
                    <a:pt x="83423" y="311826"/>
                  </a:lnTo>
                  <a:lnTo>
                    <a:pt x="88055" y="314410"/>
                  </a:lnTo>
                  <a:lnTo>
                    <a:pt x="92766" y="316845"/>
                  </a:lnTo>
                  <a:lnTo>
                    <a:pt x="97552" y="319130"/>
                  </a:lnTo>
                  <a:lnTo>
                    <a:pt x="102408" y="321262"/>
                  </a:lnTo>
                  <a:lnTo>
                    <a:pt x="107330" y="323239"/>
                  </a:lnTo>
                  <a:lnTo>
                    <a:pt x="112311" y="325058"/>
                  </a:lnTo>
                  <a:lnTo>
                    <a:pt x="117348" y="326719"/>
                  </a:lnTo>
                  <a:lnTo>
                    <a:pt x="122435" y="328219"/>
                  </a:lnTo>
                  <a:lnTo>
                    <a:pt x="127567" y="329557"/>
                  </a:lnTo>
                  <a:lnTo>
                    <a:pt x="132739" y="330731"/>
                  </a:lnTo>
                  <a:lnTo>
                    <a:pt x="137945" y="331741"/>
                  </a:lnTo>
                  <a:lnTo>
                    <a:pt x="143181" y="332585"/>
                  </a:lnTo>
                  <a:lnTo>
                    <a:pt x="148441" y="333263"/>
                  </a:lnTo>
                  <a:lnTo>
                    <a:pt x="153720" y="333773"/>
                  </a:lnTo>
                  <a:lnTo>
                    <a:pt x="159012" y="334116"/>
                  </a:lnTo>
                  <a:lnTo>
                    <a:pt x="164313" y="334290"/>
                  </a:lnTo>
                  <a:lnTo>
                    <a:pt x="169616" y="334297"/>
                  </a:lnTo>
                  <a:lnTo>
                    <a:pt x="174917" y="334135"/>
                  </a:lnTo>
                  <a:lnTo>
                    <a:pt x="180210" y="333805"/>
                  </a:lnTo>
                  <a:lnTo>
                    <a:pt x="185490" y="333308"/>
                  </a:lnTo>
                  <a:lnTo>
                    <a:pt x="190752" y="332643"/>
                  </a:lnTo>
                  <a:lnTo>
                    <a:pt x="195990" y="331811"/>
                  </a:lnTo>
                  <a:lnTo>
                    <a:pt x="201199" y="330814"/>
                  </a:lnTo>
                  <a:lnTo>
                    <a:pt x="206373" y="329652"/>
                  </a:lnTo>
                  <a:lnTo>
                    <a:pt x="211509" y="328327"/>
                  </a:lnTo>
                  <a:lnTo>
                    <a:pt x="216599" y="326839"/>
                  </a:lnTo>
                  <a:lnTo>
                    <a:pt x="221640" y="325191"/>
                  </a:lnTo>
                  <a:lnTo>
                    <a:pt x="226626" y="323383"/>
                  </a:lnTo>
                  <a:lnTo>
                    <a:pt x="231552" y="321418"/>
                  </a:lnTo>
                  <a:lnTo>
                    <a:pt x="236413" y="319298"/>
                  </a:lnTo>
                  <a:lnTo>
                    <a:pt x="241205" y="317025"/>
                  </a:lnTo>
                  <a:lnTo>
                    <a:pt x="245922" y="314601"/>
                  </a:lnTo>
                  <a:lnTo>
                    <a:pt x="250560" y="312029"/>
                  </a:lnTo>
                  <a:lnTo>
                    <a:pt x="255114" y="309310"/>
                  </a:lnTo>
                  <a:lnTo>
                    <a:pt x="259579" y="306449"/>
                  </a:lnTo>
                  <a:lnTo>
                    <a:pt x="263951" y="303447"/>
                  </a:lnTo>
                  <a:lnTo>
                    <a:pt x="268226" y="300309"/>
                  </a:lnTo>
                  <a:lnTo>
                    <a:pt x="272400" y="297036"/>
                  </a:lnTo>
                  <a:lnTo>
                    <a:pt x="276467" y="293632"/>
                  </a:lnTo>
                  <a:lnTo>
                    <a:pt x="280424" y="290102"/>
                  </a:lnTo>
                  <a:lnTo>
                    <a:pt x="284267" y="286447"/>
                  </a:lnTo>
                  <a:lnTo>
                    <a:pt x="287993" y="282672"/>
                  </a:lnTo>
                  <a:lnTo>
                    <a:pt x="291597" y="278782"/>
                  </a:lnTo>
                  <a:lnTo>
                    <a:pt x="295075" y="274778"/>
                  </a:lnTo>
                  <a:lnTo>
                    <a:pt x="298425" y="270667"/>
                  </a:lnTo>
                  <a:lnTo>
                    <a:pt x="301643" y="266451"/>
                  </a:lnTo>
                  <a:lnTo>
                    <a:pt x="304725" y="262135"/>
                  </a:lnTo>
                  <a:lnTo>
                    <a:pt x="307669" y="257724"/>
                  </a:lnTo>
                  <a:lnTo>
                    <a:pt x="310472" y="253221"/>
                  </a:lnTo>
                  <a:lnTo>
                    <a:pt x="313130" y="248632"/>
                  </a:lnTo>
                  <a:lnTo>
                    <a:pt x="315641" y="243961"/>
                  </a:lnTo>
                  <a:lnTo>
                    <a:pt x="318003" y="239212"/>
                  </a:lnTo>
                  <a:lnTo>
                    <a:pt x="320213" y="234391"/>
                  </a:lnTo>
                  <a:lnTo>
                    <a:pt x="322269" y="229503"/>
                  </a:lnTo>
                  <a:lnTo>
                    <a:pt x="324169" y="224551"/>
                  </a:lnTo>
                  <a:lnTo>
                    <a:pt x="325911" y="219542"/>
                  </a:lnTo>
                  <a:lnTo>
                    <a:pt x="327493" y="214480"/>
                  </a:lnTo>
                  <a:lnTo>
                    <a:pt x="328914" y="209370"/>
                  </a:lnTo>
                  <a:lnTo>
                    <a:pt x="330172" y="204218"/>
                  </a:lnTo>
                  <a:lnTo>
                    <a:pt x="331266" y="199029"/>
                  </a:lnTo>
                  <a:lnTo>
                    <a:pt x="332195" y="193807"/>
                  </a:lnTo>
                  <a:lnTo>
                    <a:pt x="332957" y="188559"/>
                  </a:lnTo>
                  <a:lnTo>
                    <a:pt x="333553" y="183289"/>
                  </a:lnTo>
                  <a:lnTo>
                    <a:pt x="333981" y="178003"/>
                  </a:lnTo>
                  <a:lnTo>
                    <a:pt x="334242" y="172706"/>
                  </a:lnTo>
                  <a:lnTo>
                    <a:pt x="334334" y="167403"/>
                  </a:lnTo>
                  <a:lnTo>
                    <a:pt x="334258" y="162100"/>
                  </a:lnTo>
                  <a:lnTo>
                    <a:pt x="334014" y="156802"/>
                  </a:lnTo>
                  <a:lnTo>
                    <a:pt x="333602" y="151515"/>
                  </a:lnTo>
                  <a:lnTo>
                    <a:pt x="333022" y="146243"/>
                  </a:lnTo>
                  <a:lnTo>
                    <a:pt x="332276" y="140993"/>
                  </a:lnTo>
                  <a:lnTo>
                    <a:pt x="331363" y="135768"/>
                  </a:lnTo>
                  <a:lnTo>
                    <a:pt x="330285" y="130575"/>
                  </a:lnTo>
                  <a:lnTo>
                    <a:pt x="329043" y="125420"/>
                  </a:lnTo>
                  <a:lnTo>
                    <a:pt x="327637" y="120306"/>
                  </a:lnTo>
                  <a:lnTo>
                    <a:pt x="326071" y="115239"/>
                  </a:lnTo>
                  <a:lnTo>
                    <a:pt x="324344" y="110224"/>
                  </a:lnTo>
                  <a:lnTo>
                    <a:pt x="322459" y="105267"/>
                  </a:lnTo>
                  <a:lnTo>
                    <a:pt x="320418" y="100372"/>
                  </a:lnTo>
                  <a:lnTo>
                    <a:pt x="318223" y="95544"/>
                  </a:lnTo>
                  <a:lnTo>
                    <a:pt x="315876" y="90789"/>
                  </a:lnTo>
                  <a:lnTo>
                    <a:pt x="313379" y="86110"/>
                  </a:lnTo>
                  <a:lnTo>
                    <a:pt x="310734" y="81512"/>
                  </a:lnTo>
                  <a:lnTo>
                    <a:pt x="307946" y="77001"/>
                  </a:lnTo>
                  <a:lnTo>
                    <a:pt x="305015" y="72581"/>
                  </a:lnTo>
                  <a:lnTo>
                    <a:pt x="301946" y="68256"/>
                  </a:lnTo>
                  <a:lnTo>
                    <a:pt x="298741" y="64030"/>
                  </a:lnTo>
                  <a:lnTo>
                    <a:pt x="295404" y="59908"/>
                  </a:lnTo>
                  <a:lnTo>
                    <a:pt x="291938" y="55895"/>
                  </a:lnTo>
                  <a:lnTo>
                    <a:pt x="288346" y="51993"/>
                  </a:lnTo>
                  <a:lnTo>
                    <a:pt x="284632" y="48207"/>
                  </a:lnTo>
                  <a:lnTo>
                    <a:pt x="280800" y="44540"/>
                  </a:lnTo>
                  <a:lnTo>
                    <a:pt x="276853" y="40997"/>
                  </a:lnTo>
                  <a:lnTo>
                    <a:pt x="272796" y="37581"/>
                  </a:lnTo>
                  <a:lnTo>
                    <a:pt x="268633" y="34296"/>
                  </a:lnTo>
                  <a:lnTo>
                    <a:pt x="264368" y="31144"/>
                  </a:lnTo>
                  <a:lnTo>
                    <a:pt x="260005" y="28129"/>
                  </a:lnTo>
                  <a:lnTo>
                    <a:pt x="255548" y="25254"/>
                  </a:lnTo>
                  <a:lnTo>
                    <a:pt x="251003" y="22522"/>
                  </a:lnTo>
                  <a:lnTo>
                    <a:pt x="246373" y="19935"/>
                  </a:lnTo>
                  <a:lnTo>
                    <a:pt x="241663" y="17497"/>
                  </a:lnTo>
                  <a:lnTo>
                    <a:pt x="236878" y="15209"/>
                  </a:lnTo>
                  <a:lnTo>
                    <a:pt x="232024" y="13074"/>
                  </a:lnTo>
                  <a:lnTo>
                    <a:pt x="227104" y="11094"/>
                  </a:lnTo>
                  <a:lnTo>
                    <a:pt x="222123" y="9272"/>
                  </a:lnTo>
                  <a:lnTo>
                    <a:pt x="217087" y="7608"/>
                  </a:lnTo>
                  <a:lnTo>
                    <a:pt x="212002" y="6105"/>
                  </a:lnTo>
                  <a:lnTo>
                    <a:pt x="206870" y="4763"/>
                  </a:lnTo>
                  <a:lnTo>
                    <a:pt x="201699" y="3586"/>
                  </a:lnTo>
                  <a:lnTo>
                    <a:pt x="196494" y="2573"/>
                  </a:lnTo>
                  <a:lnTo>
                    <a:pt x="191258" y="1725"/>
                  </a:lnTo>
                  <a:lnTo>
                    <a:pt x="185999" y="1044"/>
                  </a:lnTo>
                  <a:lnTo>
                    <a:pt x="180720" y="530"/>
                  </a:lnTo>
                  <a:lnTo>
                    <a:pt x="175428" y="184"/>
                  </a:lnTo>
                  <a:lnTo>
                    <a:pt x="170128" y="6"/>
                  </a:lnTo>
                  <a:lnTo>
                    <a:pt x="167167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960" cy="167167"/>
            </a:xfrm>
            <a:custGeom>
              <a:avLst/>
              <a:pathLst>
                <a:path w="2960" h="167167">
                  <a:moveTo>
                    <a:pt x="2960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640" y="2655501"/>
              <a:ext cx="32854" cy="167167"/>
            </a:xfrm>
            <a:custGeom>
              <a:avLst/>
              <a:pathLst>
                <a:path w="32854" h="167167">
                  <a:moveTo>
                    <a:pt x="32854" y="0"/>
                  </a:moveTo>
                  <a:lnTo>
                    <a:pt x="26242" y="130"/>
                  </a:lnTo>
                  <a:lnTo>
                    <a:pt x="19640" y="523"/>
                  </a:lnTo>
                  <a:lnTo>
                    <a:pt x="13059" y="1176"/>
                  </a:lnTo>
                  <a:lnTo>
                    <a:pt x="6509" y="2089"/>
                  </a:lnTo>
                  <a:lnTo>
                    <a:pt x="0" y="3260"/>
                  </a:lnTo>
                  <a:lnTo>
                    <a:pt x="328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0640" y="2658762"/>
              <a:ext cx="32854" cy="163907"/>
            </a:xfrm>
            <a:custGeom>
              <a:avLst/>
              <a:pathLst>
                <a:path w="32854" h="163907">
                  <a:moveTo>
                    <a:pt x="0" y="0"/>
                  </a:moveTo>
                  <a:lnTo>
                    <a:pt x="32854" y="1639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6334" y="2658762"/>
              <a:ext cx="334317" cy="331071"/>
            </a:xfrm>
            <a:custGeom>
              <a:avLst/>
              <a:pathLst>
                <a:path w="334317" h="331071">
                  <a:moveTo>
                    <a:pt x="134305" y="0"/>
                  </a:moveTo>
                  <a:lnTo>
                    <a:pt x="129124" y="1124"/>
                  </a:lnTo>
                  <a:lnTo>
                    <a:pt x="123981" y="2412"/>
                  </a:lnTo>
                  <a:lnTo>
                    <a:pt x="118882" y="3862"/>
                  </a:lnTo>
                  <a:lnTo>
                    <a:pt x="113831" y="5474"/>
                  </a:lnTo>
                  <a:lnTo>
                    <a:pt x="108834" y="7244"/>
                  </a:lnTo>
                  <a:lnTo>
                    <a:pt x="103896" y="9173"/>
                  </a:lnTo>
                  <a:lnTo>
                    <a:pt x="99021" y="11257"/>
                  </a:lnTo>
                  <a:lnTo>
                    <a:pt x="94214" y="13494"/>
                  </a:lnTo>
                  <a:lnTo>
                    <a:pt x="89481" y="15883"/>
                  </a:lnTo>
                  <a:lnTo>
                    <a:pt x="84826" y="18421"/>
                  </a:lnTo>
                  <a:lnTo>
                    <a:pt x="80254" y="21105"/>
                  </a:lnTo>
                  <a:lnTo>
                    <a:pt x="75770" y="23932"/>
                  </a:lnTo>
                  <a:lnTo>
                    <a:pt x="71377" y="26901"/>
                  </a:lnTo>
                  <a:lnTo>
                    <a:pt x="67081" y="30007"/>
                  </a:lnTo>
                  <a:lnTo>
                    <a:pt x="62885" y="33248"/>
                  </a:lnTo>
                  <a:lnTo>
                    <a:pt x="58794" y="36620"/>
                  </a:lnTo>
                  <a:lnTo>
                    <a:pt x="54812" y="40120"/>
                  </a:lnTo>
                  <a:lnTo>
                    <a:pt x="50944" y="43745"/>
                  </a:lnTo>
                  <a:lnTo>
                    <a:pt x="47192" y="47491"/>
                  </a:lnTo>
                  <a:lnTo>
                    <a:pt x="43560" y="51354"/>
                  </a:lnTo>
                  <a:lnTo>
                    <a:pt x="40053" y="55330"/>
                  </a:lnTo>
                  <a:lnTo>
                    <a:pt x="36674" y="59415"/>
                  </a:lnTo>
                  <a:lnTo>
                    <a:pt x="33426" y="63605"/>
                  </a:lnTo>
                  <a:lnTo>
                    <a:pt x="30313" y="67897"/>
                  </a:lnTo>
                  <a:lnTo>
                    <a:pt x="27337" y="72284"/>
                  </a:lnTo>
                  <a:lnTo>
                    <a:pt x="24502" y="76764"/>
                  </a:lnTo>
                  <a:lnTo>
                    <a:pt x="21811" y="81332"/>
                  </a:lnTo>
                  <a:lnTo>
                    <a:pt x="19265" y="85983"/>
                  </a:lnTo>
                  <a:lnTo>
                    <a:pt x="16869" y="90712"/>
                  </a:lnTo>
                  <a:lnTo>
                    <a:pt x="14623" y="95514"/>
                  </a:lnTo>
                  <a:lnTo>
                    <a:pt x="12531" y="100386"/>
                  </a:lnTo>
                  <a:lnTo>
                    <a:pt x="10595" y="105321"/>
                  </a:lnTo>
                  <a:lnTo>
                    <a:pt x="8816" y="110315"/>
                  </a:lnTo>
                  <a:lnTo>
                    <a:pt x="7196" y="115363"/>
                  </a:lnTo>
                  <a:lnTo>
                    <a:pt x="5737" y="120460"/>
                  </a:lnTo>
                  <a:lnTo>
                    <a:pt x="4440" y="125601"/>
                  </a:lnTo>
                  <a:lnTo>
                    <a:pt x="3308" y="130780"/>
                  </a:lnTo>
                  <a:lnTo>
                    <a:pt x="2339" y="135993"/>
                  </a:lnTo>
                  <a:lnTo>
                    <a:pt x="1537" y="141233"/>
                  </a:lnTo>
                  <a:lnTo>
                    <a:pt x="902" y="146497"/>
                  </a:lnTo>
                  <a:lnTo>
                    <a:pt x="433" y="151777"/>
                  </a:lnTo>
                  <a:lnTo>
                    <a:pt x="132" y="157071"/>
                  </a:lnTo>
                  <a:lnTo>
                    <a:pt x="0" y="162371"/>
                  </a:lnTo>
                  <a:lnTo>
                    <a:pt x="35" y="167672"/>
                  </a:lnTo>
                  <a:lnTo>
                    <a:pt x="238" y="172970"/>
                  </a:lnTo>
                  <a:lnTo>
                    <a:pt x="610" y="178258"/>
                  </a:lnTo>
                  <a:lnTo>
                    <a:pt x="1149" y="183533"/>
                  </a:lnTo>
                  <a:lnTo>
                    <a:pt x="1854" y="188787"/>
                  </a:lnTo>
                  <a:lnTo>
                    <a:pt x="2726" y="194016"/>
                  </a:lnTo>
                  <a:lnTo>
                    <a:pt x="3764" y="199216"/>
                  </a:lnTo>
                  <a:lnTo>
                    <a:pt x="4966" y="204379"/>
                  </a:lnTo>
                  <a:lnTo>
                    <a:pt x="6331" y="209502"/>
                  </a:lnTo>
                  <a:lnTo>
                    <a:pt x="7858" y="214579"/>
                  </a:lnTo>
                  <a:lnTo>
                    <a:pt x="9544" y="219605"/>
                  </a:lnTo>
                  <a:lnTo>
                    <a:pt x="11390" y="224575"/>
                  </a:lnTo>
                  <a:lnTo>
                    <a:pt x="13392" y="229484"/>
                  </a:lnTo>
                  <a:lnTo>
                    <a:pt x="15549" y="234327"/>
                  </a:lnTo>
                  <a:lnTo>
                    <a:pt x="17858" y="239100"/>
                  </a:lnTo>
                  <a:lnTo>
                    <a:pt x="20318" y="243796"/>
                  </a:lnTo>
                  <a:lnTo>
                    <a:pt x="22925" y="248413"/>
                  </a:lnTo>
                  <a:lnTo>
                    <a:pt x="25677" y="252944"/>
                  </a:lnTo>
                  <a:lnTo>
                    <a:pt x="28572" y="257386"/>
                  </a:lnTo>
                  <a:lnTo>
                    <a:pt x="31606" y="261733"/>
                  </a:lnTo>
                  <a:lnTo>
                    <a:pt x="34776" y="265983"/>
                  </a:lnTo>
                  <a:lnTo>
                    <a:pt x="38080" y="270129"/>
                  </a:lnTo>
                  <a:lnTo>
                    <a:pt x="41513" y="274169"/>
                  </a:lnTo>
                  <a:lnTo>
                    <a:pt x="45073" y="278098"/>
                  </a:lnTo>
                  <a:lnTo>
                    <a:pt x="48755" y="281912"/>
                  </a:lnTo>
                  <a:lnTo>
                    <a:pt x="52557" y="285607"/>
                  </a:lnTo>
                  <a:lnTo>
                    <a:pt x="56473" y="289180"/>
                  </a:lnTo>
                  <a:lnTo>
                    <a:pt x="60502" y="292627"/>
                  </a:lnTo>
                  <a:lnTo>
                    <a:pt x="64637" y="295945"/>
                  </a:lnTo>
                  <a:lnTo>
                    <a:pt x="68876" y="299129"/>
                  </a:lnTo>
                  <a:lnTo>
                    <a:pt x="73213" y="302178"/>
                  </a:lnTo>
                  <a:lnTo>
                    <a:pt x="77645" y="305087"/>
                  </a:lnTo>
                  <a:lnTo>
                    <a:pt x="82167" y="307855"/>
                  </a:lnTo>
                  <a:lnTo>
                    <a:pt x="86774" y="310478"/>
                  </a:lnTo>
                  <a:lnTo>
                    <a:pt x="91463" y="312953"/>
                  </a:lnTo>
                  <a:lnTo>
                    <a:pt x="96227" y="315279"/>
                  </a:lnTo>
                  <a:lnTo>
                    <a:pt x="101063" y="317452"/>
                  </a:lnTo>
                  <a:lnTo>
                    <a:pt x="105965" y="319471"/>
                  </a:lnTo>
                  <a:lnTo>
                    <a:pt x="110929" y="321333"/>
                  </a:lnTo>
                  <a:lnTo>
                    <a:pt x="115949" y="323037"/>
                  </a:lnTo>
                  <a:lnTo>
                    <a:pt x="121021" y="324581"/>
                  </a:lnTo>
                  <a:lnTo>
                    <a:pt x="126139" y="325963"/>
                  </a:lnTo>
                  <a:lnTo>
                    <a:pt x="131299" y="327182"/>
                  </a:lnTo>
                  <a:lnTo>
                    <a:pt x="136494" y="328237"/>
                  </a:lnTo>
                  <a:lnTo>
                    <a:pt x="141721" y="329127"/>
                  </a:lnTo>
                  <a:lnTo>
                    <a:pt x="146973" y="329851"/>
                  </a:lnTo>
                  <a:lnTo>
                    <a:pt x="152245" y="330407"/>
                  </a:lnTo>
                  <a:lnTo>
                    <a:pt x="157533" y="330797"/>
                  </a:lnTo>
                  <a:lnTo>
                    <a:pt x="162830" y="331018"/>
                  </a:lnTo>
                  <a:lnTo>
                    <a:pt x="168131" y="331071"/>
                  </a:lnTo>
                  <a:lnTo>
                    <a:pt x="173431" y="330956"/>
                  </a:lnTo>
                  <a:lnTo>
                    <a:pt x="178725" y="330673"/>
                  </a:lnTo>
                  <a:lnTo>
                    <a:pt x="184008" y="330223"/>
                  </a:lnTo>
                  <a:lnTo>
                    <a:pt x="189273" y="329605"/>
                  </a:lnTo>
                  <a:lnTo>
                    <a:pt x="194517" y="328820"/>
                  </a:lnTo>
                  <a:lnTo>
                    <a:pt x="199732" y="327870"/>
                  </a:lnTo>
                  <a:lnTo>
                    <a:pt x="204915" y="326755"/>
                  </a:lnTo>
                  <a:lnTo>
                    <a:pt x="210060" y="325475"/>
                  </a:lnTo>
                  <a:lnTo>
                    <a:pt x="215162" y="324034"/>
                  </a:lnTo>
                  <a:lnTo>
                    <a:pt x="220216" y="322431"/>
                  </a:lnTo>
                  <a:lnTo>
                    <a:pt x="225216" y="320669"/>
                  </a:lnTo>
                  <a:lnTo>
                    <a:pt x="230158" y="318749"/>
                  </a:lnTo>
                  <a:lnTo>
                    <a:pt x="235036" y="316674"/>
                  </a:lnTo>
                  <a:lnTo>
                    <a:pt x="239847" y="314444"/>
                  </a:lnTo>
                  <a:lnTo>
                    <a:pt x="244584" y="312064"/>
                  </a:lnTo>
                  <a:lnTo>
                    <a:pt x="249243" y="309534"/>
                  </a:lnTo>
                  <a:lnTo>
                    <a:pt x="253819" y="306858"/>
                  </a:lnTo>
                  <a:lnTo>
                    <a:pt x="258309" y="304038"/>
                  </a:lnTo>
                  <a:lnTo>
                    <a:pt x="262707" y="301077"/>
                  </a:lnTo>
                  <a:lnTo>
                    <a:pt x="267008" y="297978"/>
                  </a:lnTo>
                  <a:lnTo>
                    <a:pt x="271210" y="294745"/>
                  </a:lnTo>
                  <a:lnTo>
                    <a:pt x="275306" y="291379"/>
                  </a:lnTo>
                  <a:lnTo>
                    <a:pt x="279294" y="287886"/>
                  </a:lnTo>
                  <a:lnTo>
                    <a:pt x="283169" y="284268"/>
                  </a:lnTo>
                  <a:lnTo>
                    <a:pt x="286928" y="280528"/>
                  </a:lnTo>
                  <a:lnTo>
                    <a:pt x="290566" y="276672"/>
                  </a:lnTo>
                  <a:lnTo>
                    <a:pt x="294079" y="272702"/>
                  </a:lnTo>
                  <a:lnTo>
                    <a:pt x="297465" y="268622"/>
                  </a:lnTo>
                  <a:lnTo>
                    <a:pt x="300721" y="264438"/>
                  </a:lnTo>
                  <a:lnTo>
                    <a:pt x="303841" y="260152"/>
                  </a:lnTo>
                  <a:lnTo>
                    <a:pt x="306825" y="255769"/>
                  </a:lnTo>
                  <a:lnTo>
                    <a:pt x="309667" y="251294"/>
                  </a:lnTo>
                  <a:lnTo>
                    <a:pt x="312367" y="246731"/>
                  </a:lnTo>
                  <a:lnTo>
                    <a:pt x="314920" y="242085"/>
                  </a:lnTo>
                  <a:lnTo>
                    <a:pt x="317325" y="237360"/>
                  </a:lnTo>
                  <a:lnTo>
                    <a:pt x="319579" y="232561"/>
                  </a:lnTo>
                  <a:lnTo>
                    <a:pt x="321679" y="227694"/>
                  </a:lnTo>
                  <a:lnTo>
                    <a:pt x="323624" y="222762"/>
                  </a:lnTo>
                  <a:lnTo>
                    <a:pt x="325412" y="217770"/>
                  </a:lnTo>
                  <a:lnTo>
                    <a:pt x="327040" y="212725"/>
                  </a:lnTo>
                  <a:lnTo>
                    <a:pt x="328508" y="207631"/>
                  </a:lnTo>
                  <a:lnTo>
                    <a:pt x="329813" y="202492"/>
                  </a:lnTo>
                  <a:lnTo>
                    <a:pt x="330955" y="197315"/>
                  </a:lnTo>
                  <a:lnTo>
                    <a:pt x="331932" y="192104"/>
                  </a:lnTo>
                  <a:lnTo>
                    <a:pt x="332743" y="186865"/>
                  </a:lnTo>
                  <a:lnTo>
                    <a:pt x="333388" y="181603"/>
                  </a:lnTo>
                  <a:lnTo>
                    <a:pt x="333866" y="176323"/>
                  </a:lnTo>
                  <a:lnTo>
                    <a:pt x="334175" y="171030"/>
                  </a:lnTo>
                  <a:lnTo>
                    <a:pt x="334317" y="165730"/>
                  </a:lnTo>
                  <a:lnTo>
                    <a:pt x="334291" y="160429"/>
                  </a:lnTo>
                  <a:lnTo>
                    <a:pt x="334097" y="155131"/>
                  </a:lnTo>
                  <a:lnTo>
                    <a:pt x="333735" y="149841"/>
                  </a:lnTo>
                  <a:lnTo>
                    <a:pt x="333205" y="144566"/>
                  </a:lnTo>
                  <a:lnTo>
                    <a:pt x="332508" y="139311"/>
                  </a:lnTo>
                  <a:lnTo>
                    <a:pt x="331645" y="134080"/>
                  </a:lnTo>
                  <a:lnTo>
                    <a:pt x="330616" y="128879"/>
                  </a:lnTo>
                  <a:lnTo>
                    <a:pt x="329423" y="123713"/>
                  </a:lnTo>
                  <a:lnTo>
                    <a:pt x="328067" y="118588"/>
                  </a:lnTo>
                  <a:lnTo>
                    <a:pt x="326549" y="113508"/>
                  </a:lnTo>
                  <a:lnTo>
                    <a:pt x="324871" y="108479"/>
                  </a:lnTo>
                  <a:lnTo>
                    <a:pt x="323034" y="103506"/>
                  </a:lnTo>
                  <a:lnTo>
                    <a:pt x="321040" y="98594"/>
                  </a:lnTo>
                  <a:lnTo>
                    <a:pt x="318892" y="93747"/>
                  </a:lnTo>
                  <a:lnTo>
                    <a:pt x="316591" y="88971"/>
                  </a:lnTo>
                  <a:lnTo>
                    <a:pt x="314139" y="84270"/>
                  </a:lnTo>
                  <a:lnTo>
                    <a:pt x="311540" y="79649"/>
                  </a:lnTo>
                  <a:lnTo>
                    <a:pt x="308795" y="75113"/>
                  </a:lnTo>
                  <a:lnTo>
                    <a:pt x="305909" y="70666"/>
                  </a:lnTo>
                  <a:lnTo>
                    <a:pt x="302882" y="66313"/>
                  </a:lnTo>
                  <a:lnTo>
                    <a:pt x="299719" y="62059"/>
                  </a:lnTo>
                  <a:lnTo>
                    <a:pt x="296423" y="57906"/>
                  </a:lnTo>
                  <a:lnTo>
                    <a:pt x="292996" y="53861"/>
                  </a:lnTo>
                  <a:lnTo>
                    <a:pt x="289444" y="49926"/>
                  </a:lnTo>
                  <a:lnTo>
                    <a:pt x="285768" y="46105"/>
                  </a:lnTo>
                  <a:lnTo>
                    <a:pt x="281972" y="42403"/>
                  </a:lnTo>
                  <a:lnTo>
                    <a:pt x="278062" y="38824"/>
                  </a:lnTo>
                  <a:lnTo>
                    <a:pt x="274040" y="35370"/>
                  </a:lnTo>
                  <a:lnTo>
                    <a:pt x="269910" y="32045"/>
                  </a:lnTo>
                  <a:lnTo>
                    <a:pt x="265677" y="28853"/>
                  </a:lnTo>
                  <a:lnTo>
                    <a:pt x="261345" y="25797"/>
                  </a:lnTo>
                  <a:lnTo>
                    <a:pt x="256918" y="22880"/>
                  </a:lnTo>
                  <a:lnTo>
                    <a:pt x="252401" y="20105"/>
                  </a:lnTo>
                  <a:lnTo>
                    <a:pt x="247798" y="17474"/>
                  </a:lnTo>
                  <a:lnTo>
                    <a:pt x="243114" y="14991"/>
                  </a:lnTo>
                  <a:lnTo>
                    <a:pt x="238353" y="12657"/>
                  </a:lnTo>
                  <a:lnTo>
                    <a:pt x="233521" y="10475"/>
                  </a:lnTo>
                  <a:lnTo>
                    <a:pt x="228622" y="8448"/>
                  </a:lnTo>
                  <a:lnTo>
                    <a:pt x="223662" y="6577"/>
                  </a:lnTo>
                  <a:lnTo>
                    <a:pt x="218644" y="4865"/>
                  </a:lnTo>
                  <a:lnTo>
                    <a:pt x="213575" y="3312"/>
                  </a:lnTo>
                  <a:lnTo>
                    <a:pt x="208459" y="1921"/>
                  </a:lnTo>
                  <a:lnTo>
                    <a:pt x="203302" y="693"/>
                  </a:lnTo>
                  <a:lnTo>
                    <a:pt x="167160" y="163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495" y="2655501"/>
              <a:ext cx="36142" cy="167167"/>
            </a:xfrm>
            <a:custGeom>
              <a:avLst/>
              <a:pathLst>
                <a:path w="36142" h="167167">
                  <a:moveTo>
                    <a:pt x="36142" y="3953"/>
                  </a:moveTo>
                  <a:lnTo>
                    <a:pt x="28996" y="2534"/>
                  </a:lnTo>
                  <a:lnTo>
                    <a:pt x="21795" y="1426"/>
                  </a:lnTo>
                  <a:lnTo>
                    <a:pt x="14553" y="634"/>
                  </a:lnTo>
                  <a:lnTo>
                    <a:pt x="7283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39232" y="2168369"/>
              <a:ext cx="6660" cy="167167"/>
            </a:xfrm>
            <a:custGeom>
              <a:avLst/>
              <a:pathLst>
                <a:path w="6660" h="167167">
                  <a:moveTo>
                    <a:pt x="6660" y="0"/>
                  </a:moveTo>
                  <a:lnTo>
                    <a:pt x="0" y="132"/>
                  </a:lnTo>
                  <a:lnTo>
                    <a:pt x="66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39232" y="2168501"/>
              <a:ext cx="6660" cy="167034"/>
            </a:xfrm>
            <a:custGeom>
              <a:avLst/>
              <a:pathLst>
                <a:path w="6660" h="167034">
                  <a:moveTo>
                    <a:pt x="0" y="0"/>
                  </a:moveTo>
                  <a:lnTo>
                    <a:pt x="6660" y="1670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78728" y="2168501"/>
              <a:ext cx="167164" cy="333975"/>
            </a:xfrm>
            <a:custGeom>
              <a:avLst/>
              <a:pathLst>
                <a:path w="167164" h="333975">
                  <a:moveTo>
                    <a:pt x="160503" y="0"/>
                  </a:moveTo>
                  <a:lnTo>
                    <a:pt x="155201" y="295"/>
                  </a:lnTo>
                  <a:lnTo>
                    <a:pt x="149911" y="759"/>
                  </a:lnTo>
                  <a:lnTo>
                    <a:pt x="144639" y="1391"/>
                  </a:lnTo>
                  <a:lnTo>
                    <a:pt x="139389" y="2190"/>
                  </a:lnTo>
                  <a:lnTo>
                    <a:pt x="134167" y="3156"/>
                  </a:lnTo>
                  <a:lnTo>
                    <a:pt x="128979" y="4286"/>
                  </a:lnTo>
                  <a:lnTo>
                    <a:pt x="123829" y="5581"/>
                  </a:lnTo>
                  <a:lnTo>
                    <a:pt x="118723" y="7039"/>
                  </a:lnTo>
                  <a:lnTo>
                    <a:pt x="113666" y="8658"/>
                  </a:lnTo>
                  <a:lnTo>
                    <a:pt x="108663" y="10437"/>
                  </a:lnTo>
                  <a:lnTo>
                    <a:pt x="103718" y="12374"/>
                  </a:lnTo>
                  <a:lnTo>
                    <a:pt x="98838" y="14468"/>
                  </a:lnTo>
                  <a:lnTo>
                    <a:pt x="94027" y="16715"/>
                  </a:lnTo>
                  <a:lnTo>
                    <a:pt x="89289" y="19114"/>
                  </a:lnTo>
                  <a:lnTo>
                    <a:pt x="84630" y="21662"/>
                  </a:lnTo>
                  <a:lnTo>
                    <a:pt x="80055" y="24356"/>
                  </a:lnTo>
                  <a:lnTo>
                    <a:pt x="75567" y="27195"/>
                  </a:lnTo>
                  <a:lnTo>
                    <a:pt x="71172" y="30175"/>
                  </a:lnTo>
                  <a:lnTo>
                    <a:pt x="66873" y="33293"/>
                  </a:lnTo>
                  <a:lnTo>
                    <a:pt x="62676" y="36545"/>
                  </a:lnTo>
                  <a:lnTo>
                    <a:pt x="58584" y="39930"/>
                  </a:lnTo>
                  <a:lnTo>
                    <a:pt x="54602" y="43443"/>
                  </a:lnTo>
                  <a:lnTo>
                    <a:pt x="50734" y="47080"/>
                  </a:lnTo>
                  <a:lnTo>
                    <a:pt x="46982" y="50839"/>
                  </a:lnTo>
                  <a:lnTo>
                    <a:pt x="43352" y="54715"/>
                  </a:lnTo>
                  <a:lnTo>
                    <a:pt x="39847" y="58704"/>
                  </a:lnTo>
                  <a:lnTo>
                    <a:pt x="36471" y="62802"/>
                  </a:lnTo>
                  <a:lnTo>
                    <a:pt x="33226" y="67006"/>
                  </a:lnTo>
                  <a:lnTo>
                    <a:pt x="30117" y="71310"/>
                  </a:lnTo>
                  <a:lnTo>
                    <a:pt x="27146" y="75711"/>
                  </a:lnTo>
                  <a:lnTo>
                    <a:pt x="24316" y="80205"/>
                  </a:lnTo>
                  <a:lnTo>
                    <a:pt x="21630" y="84785"/>
                  </a:lnTo>
                  <a:lnTo>
                    <a:pt x="19091" y="89449"/>
                  </a:lnTo>
                  <a:lnTo>
                    <a:pt x="16702" y="94191"/>
                  </a:lnTo>
                  <a:lnTo>
                    <a:pt x="14464" y="99007"/>
                  </a:lnTo>
                  <a:lnTo>
                    <a:pt x="12380" y="103891"/>
                  </a:lnTo>
                  <a:lnTo>
                    <a:pt x="10453" y="108839"/>
                  </a:lnTo>
                  <a:lnTo>
                    <a:pt x="8684" y="113846"/>
                  </a:lnTo>
                  <a:lnTo>
                    <a:pt x="7074" y="118907"/>
                  </a:lnTo>
                  <a:lnTo>
                    <a:pt x="5626" y="124016"/>
                  </a:lnTo>
                  <a:lnTo>
                    <a:pt x="4342" y="129168"/>
                  </a:lnTo>
                  <a:lnTo>
                    <a:pt x="3221" y="134358"/>
                  </a:lnTo>
                  <a:lnTo>
                    <a:pt x="2266" y="139582"/>
                  </a:lnTo>
                  <a:lnTo>
                    <a:pt x="1477" y="144833"/>
                  </a:lnTo>
                  <a:lnTo>
                    <a:pt x="856" y="150107"/>
                  </a:lnTo>
                  <a:lnTo>
                    <a:pt x="402" y="155398"/>
                  </a:lnTo>
                  <a:lnTo>
                    <a:pt x="116" y="160700"/>
                  </a:lnTo>
                  <a:lnTo>
                    <a:pt x="0" y="166009"/>
                  </a:lnTo>
                  <a:lnTo>
                    <a:pt x="51" y="171319"/>
                  </a:lnTo>
                  <a:lnTo>
                    <a:pt x="272" y="176624"/>
                  </a:lnTo>
                  <a:lnTo>
                    <a:pt x="660" y="181920"/>
                  </a:lnTo>
                  <a:lnTo>
                    <a:pt x="1217" y="187201"/>
                  </a:lnTo>
                  <a:lnTo>
                    <a:pt x="1942" y="192462"/>
                  </a:lnTo>
                  <a:lnTo>
                    <a:pt x="2833" y="197697"/>
                  </a:lnTo>
                  <a:lnTo>
                    <a:pt x="3889" y="202901"/>
                  </a:lnTo>
                  <a:lnTo>
                    <a:pt x="5111" y="208068"/>
                  </a:lnTo>
                  <a:lnTo>
                    <a:pt x="6496" y="213195"/>
                  </a:lnTo>
                  <a:lnTo>
                    <a:pt x="8043" y="218274"/>
                  </a:lnTo>
                  <a:lnTo>
                    <a:pt x="9751" y="223303"/>
                  </a:lnTo>
                  <a:lnTo>
                    <a:pt x="11617" y="228274"/>
                  </a:lnTo>
                  <a:lnTo>
                    <a:pt x="13641" y="233183"/>
                  </a:lnTo>
                  <a:lnTo>
                    <a:pt x="15819" y="238026"/>
                  </a:lnTo>
                  <a:lnTo>
                    <a:pt x="18151" y="242797"/>
                  </a:lnTo>
                  <a:lnTo>
                    <a:pt x="20632" y="247492"/>
                  </a:lnTo>
                  <a:lnTo>
                    <a:pt x="23262" y="252105"/>
                  </a:lnTo>
                  <a:lnTo>
                    <a:pt x="26036" y="256633"/>
                  </a:lnTo>
                  <a:lnTo>
                    <a:pt x="28953" y="261070"/>
                  </a:lnTo>
                  <a:lnTo>
                    <a:pt x="32010" y="265412"/>
                  </a:lnTo>
                  <a:lnTo>
                    <a:pt x="35202" y="269656"/>
                  </a:lnTo>
                  <a:lnTo>
                    <a:pt x="38528" y="273795"/>
                  </a:lnTo>
                  <a:lnTo>
                    <a:pt x="41984" y="277827"/>
                  </a:lnTo>
                  <a:lnTo>
                    <a:pt x="45566" y="281747"/>
                  </a:lnTo>
                  <a:lnTo>
                    <a:pt x="49271" y="285551"/>
                  </a:lnTo>
                  <a:lnTo>
                    <a:pt x="53095" y="289236"/>
                  </a:lnTo>
                  <a:lnTo>
                    <a:pt x="57034" y="292797"/>
                  </a:lnTo>
                  <a:lnTo>
                    <a:pt x="61084" y="296232"/>
                  </a:lnTo>
                  <a:lnTo>
                    <a:pt x="65241" y="299536"/>
                  </a:lnTo>
                  <a:lnTo>
                    <a:pt x="69501" y="302706"/>
                  </a:lnTo>
                  <a:lnTo>
                    <a:pt x="73859" y="305739"/>
                  </a:lnTo>
                  <a:lnTo>
                    <a:pt x="78311" y="308633"/>
                  </a:lnTo>
                  <a:lnTo>
                    <a:pt x="82854" y="311384"/>
                  </a:lnTo>
                  <a:lnTo>
                    <a:pt x="87481" y="313989"/>
                  </a:lnTo>
                  <a:lnTo>
                    <a:pt x="92189" y="316445"/>
                  </a:lnTo>
                  <a:lnTo>
                    <a:pt x="96972" y="318751"/>
                  </a:lnTo>
                  <a:lnTo>
                    <a:pt x="101826" y="320904"/>
                  </a:lnTo>
                  <a:lnTo>
                    <a:pt x="106746" y="322902"/>
                  </a:lnTo>
                  <a:lnTo>
                    <a:pt x="111727" y="324742"/>
                  </a:lnTo>
                  <a:lnTo>
                    <a:pt x="116764" y="326423"/>
                  </a:lnTo>
                  <a:lnTo>
                    <a:pt x="121852" y="327944"/>
                  </a:lnTo>
                  <a:lnTo>
                    <a:pt x="126986" y="329302"/>
                  </a:lnTo>
                  <a:lnTo>
                    <a:pt x="132160" y="330496"/>
                  </a:lnTo>
                  <a:lnTo>
                    <a:pt x="137369" y="331525"/>
                  </a:lnTo>
                  <a:lnTo>
                    <a:pt x="142609" y="332388"/>
                  </a:lnTo>
                  <a:lnTo>
                    <a:pt x="147873" y="333085"/>
                  </a:lnTo>
                  <a:lnTo>
                    <a:pt x="153157" y="333614"/>
                  </a:lnTo>
                  <a:lnTo>
                    <a:pt x="158455" y="333975"/>
                  </a:lnTo>
                  <a:lnTo>
                    <a:pt x="167164" y="1670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37183" y="2168369"/>
              <a:ext cx="175873" cy="334323"/>
            </a:xfrm>
            <a:custGeom>
              <a:avLst/>
              <a:pathLst>
                <a:path w="175873" h="334323">
                  <a:moveTo>
                    <a:pt x="0" y="334107"/>
                  </a:moveTo>
                  <a:lnTo>
                    <a:pt x="5335" y="334300"/>
                  </a:lnTo>
                  <a:lnTo>
                    <a:pt x="10673" y="334323"/>
                  </a:lnTo>
                  <a:lnTo>
                    <a:pt x="16010" y="334175"/>
                  </a:lnTo>
                  <a:lnTo>
                    <a:pt x="21339" y="333857"/>
                  </a:lnTo>
                  <a:lnTo>
                    <a:pt x="26655" y="333368"/>
                  </a:lnTo>
                  <a:lnTo>
                    <a:pt x="31953" y="332710"/>
                  </a:lnTo>
                  <a:lnTo>
                    <a:pt x="37227" y="331884"/>
                  </a:lnTo>
                  <a:lnTo>
                    <a:pt x="42472" y="330889"/>
                  </a:lnTo>
                  <a:lnTo>
                    <a:pt x="47683" y="329727"/>
                  </a:lnTo>
                  <a:lnTo>
                    <a:pt x="52854" y="328400"/>
                  </a:lnTo>
                  <a:lnTo>
                    <a:pt x="57980" y="326908"/>
                  </a:lnTo>
                  <a:lnTo>
                    <a:pt x="63056" y="325253"/>
                  </a:lnTo>
                  <a:lnTo>
                    <a:pt x="68076" y="323437"/>
                  </a:lnTo>
                  <a:lnTo>
                    <a:pt x="73036" y="321462"/>
                  </a:lnTo>
                  <a:lnTo>
                    <a:pt x="77930" y="319329"/>
                  </a:lnTo>
                  <a:lnTo>
                    <a:pt x="82753" y="317041"/>
                  </a:lnTo>
                  <a:lnTo>
                    <a:pt x="87501" y="314600"/>
                  </a:lnTo>
                  <a:lnTo>
                    <a:pt x="92169" y="312009"/>
                  </a:lnTo>
                  <a:lnTo>
                    <a:pt x="96751" y="309270"/>
                  </a:lnTo>
                  <a:lnTo>
                    <a:pt x="101244" y="306387"/>
                  </a:lnTo>
                  <a:lnTo>
                    <a:pt x="105642" y="303361"/>
                  </a:lnTo>
                  <a:lnTo>
                    <a:pt x="109942" y="300196"/>
                  </a:lnTo>
                  <a:lnTo>
                    <a:pt x="114138" y="296896"/>
                  </a:lnTo>
                  <a:lnTo>
                    <a:pt x="118227" y="293463"/>
                  </a:lnTo>
                  <a:lnTo>
                    <a:pt x="122204" y="289901"/>
                  </a:lnTo>
                  <a:lnTo>
                    <a:pt x="126065" y="286215"/>
                  </a:lnTo>
                  <a:lnTo>
                    <a:pt x="129807" y="282407"/>
                  </a:lnTo>
                  <a:lnTo>
                    <a:pt x="133425" y="278481"/>
                  </a:lnTo>
                  <a:lnTo>
                    <a:pt x="136916" y="274442"/>
                  </a:lnTo>
                  <a:lnTo>
                    <a:pt x="140276" y="270293"/>
                  </a:lnTo>
                  <a:lnTo>
                    <a:pt x="143502" y="266040"/>
                  </a:lnTo>
                  <a:lnTo>
                    <a:pt x="146590" y="261685"/>
                  </a:lnTo>
                  <a:lnTo>
                    <a:pt x="149538" y="257234"/>
                  </a:lnTo>
                  <a:lnTo>
                    <a:pt x="152342" y="252691"/>
                  </a:lnTo>
                  <a:lnTo>
                    <a:pt x="155000" y="248061"/>
                  </a:lnTo>
                  <a:lnTo>
                    <a:pt x="157508" y="243348"/>
                  </a:lnTo>
                  <a:lnTo>
                    <a:pt x="159865" y="238558"/>
                  </a:lnTo>
                  <a:lnTo>
                    <a:pt x="162067" y="233695"/>
                  </a:lnTo>
                  <a:lnTo>
                    <a:pt x="164114" y="228764"/>
                  </a:lnTo>
                  <a:lnTo>
                    <a:pt x="166001" y="223770"/>
                  </a:lnTo>
                  <a:lnTo>
                    <a:pt x="167728" y="218719"/>
                  </a:lnTo>
                  <a:lnTo>
                    <a:pt x="169294" y="213615"/>
                  </a:lnTo>
                  <a:lnTo>
                    <a:pt x="170695" y="208463"/>
                  </a:lnTo>
                  <a:lnTo>
                    <a:pt x="171931" y="203270"/>
                  </a:lnTo>
                  <a:lnTo>
                    <a:pt x="173000" y="198039"/>
                  </a:lnTo>
                  <a:lnTo>
                    <a:pt x="173902" y="192778"/>
                  </a:lnTo>
                  <a:lnTo>
                    <a:pt x="174636" y="187490"/>
                  </a:lnTo>
                  <a:lnTo>
                    <a:pt x="175200" y="182181"/>
                  </a:lnTo>
                  <a:lnTo>
                    <a:pt x="175595" y="176857"/>
                  </a:lnTo>
                  <a:lnTo>
                    <a:pt x="175819" y="171523"/>
                  </a:lnTo>
                  <a:lnTo>
                    <a:pt x="175873" y="166185"/>
                  </a:lnTo>
                  <a:lnTo>
                    <a:pt x="175756" y="160847"/>
                  </a:lnTo>
                  <a:lnTo>
                    <a:pt x="175469" y="155516"/>
                  </a:lnTo>
                  <a:lnTo>
                    <a:pt x="175012" y="150197"/>
                  </a:lnTo>
                  <a:lnTo>
                    <a:pt x="174386" y="144896"/>
                  </a:lnTo>
                  <a:lnTo>
                    <a:pt x="173590" y="139617"/>
                  </a:lnTo>
                  <a:lnTo>
                    <a:pt x="172626" y="134366"/>
                  </a:lnTo>
                  <a:lnTo>
                    <a:pt x="171495" y="129148"/>
                  </a:lnTo>
                  <a:lnTo>
                    <a:pt x="170198" y="123970"/>
                  </a:lnTo>
                  <a:lnTo>
                    <a:pt x="168737" y="118835"/>
                  </a:lnTo>
                  <a:lnTo>
                    <a:pt x="167112" y="113750"/>
                  </a:lnTo>
                  <a:lnTo>
                    <a:pt x="165325" y="108719"/>
                  </a:lnTo>
                  <a:lnTo>
                    <a:pt x="163379" y="103748"/>
                  </a:lnTo>
                  <a:lnTo>
                    <a:pt x="161275" y="98841"/>
                  </a:lnTo>
                  <a:lnTo>
                    <a:pt x="159015" y="94004"/>
                  </a:lnTo>
                  <a:lnTo>
                    <a:pt x="156603" y="89242"/>
                  </a:lnTo>
                  <a:lnTo>
                    <a:pt x="154039" y="84559"/>
                  </a:lnTo>
                  <a:lnTo>
                    <a:pt x="151327" y="79961"/>
                  </a:lnTo>
                  <a:lnTo>
                    <a:pt x="148470" y="75451"/>
                  </a:lnTo>
                  <a:lnTo>
                    <a:pt x="145470" y="71035"/>
                  </a:lnTo>
                  <a:lnTo>
                    <a:pt x="142330" y="66717"/>
                  </a:lnTo>
                  <a:lnTo>
                    <a:pt x="139055" y="62501"/>
                  </a:lnTo>
                  <a:lnTo>
                    <a:pt x="135646" y="58393"/>
                  </a:lnTo>
                  <a:lnTo>
                    <a:pt x="132108" y="54395"/>
                  </a:lnTo>
                  <a:lnTo>
                    <a:pt x="128444" y="50512"/>
                  </a:lnTo>
                  <a:lnTo>
                    <a:pt x="124658" y="46748"/>
                  </a:lnTo>
                  <a:lnTo>
                    <a:pt x="120754" y="43107"/>
                  </a:lnTo>
                  <a:lnTo>
                    <a:pt x="116735" y="39592"/>
                  </a:lnTo>
                  <a:lnTo>
                    <a:pt x="112606" y="36208"/>
                  </a:lnTo>
                  <a:lnTo>
                    <a:pt x="108371" y="32957"/>
                  </a:lnTo>
                  <a:lnTo>
                    <a:pt x="104035" y="29843"/>
                  </a:lnTo>
                  <a:lnTo>
                    <a:pt x="99602" y="26869"/>
                  </a:lnTo>
                  <a:lnTo>
                    <a:pt x="95075" y="24039"/>
                  </a:lnTo>
                  <a:lnTo>
                    <a:pt x="90461" y="21354"/>
                  </a:lnTo>
                  <a:lnTo>
                    <a:pt x="85763" y="18818"/>
                  </a:lnTo>
                  <a:lnTo>
                    <a:pt x="80987" y="16433"/>
                  </a:lnTo>
                  <a:lnTo>
                    <a:pt x="76137" y="14202"/>
                  </a:lnTo>
                  <a:lnTo>
                    <a:pt x="71218" y="12127"/>
                  </a:lnTo>
                  <a:lnTo>
                    <a:pt x="66235" y="10210"/>
                  </a:lnTo>
                  <a:lnTo>
                    <a:pt x="61194" y="8453"/>
                  </a:lnTo>
                  <a:lnTo>
                    <a:pt x="56099" y="6858"/>
                  </a:lnTo>
                  <a:lnTo>
                    <a:pt x="50956" y="5426"/>
                  </a:lnTo>
                  <a:lnTo>
                    <a:pt x="45770" y="4160"/>
                  </a:lnTo>
                  <a:lnTo>
                    <a:pt x="40546" y="3059"/>
                  </a:lnTo>
                  <a:lnTo>
                    <a:pt x="35289" y="2126"/>
                  </a:lnTo>
                  <a:lnTo>
                    <a:pt x="30006" y="1362"/>
                  </a:lnTo>
                  <a:lnTo>
                    <a:pt x="24701" y="766"/>
                  </a:lnTo>
                  <a:lnTo>
                    <a:pt x="19379" y="340"/>
                  </a:lnTo>
                  <a:lnTo>
                    <a:pt x="14046" y="85"/>
                  </a:lnTo>
                  <a:lnTo>
                    <a:pt x="8708" y="0"/>
                  </a:lnTo>
                  <a:lnTo>
                    <a:pt x="87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3576" y="1735255"/>
              <a:ext cx="16970" cy="167167"/>
            </a:xfrm>
            <a:custGeom>
              <a:avLst/>
              <a:pathLst>
                <a:path w="16970" h="167167">
                  <a:moveTo>
                    <a:pt x="16970" y="0"/>
                  </a:moveTo>
                  <a:lnTo>
                    <a:pt x="8474" y="216"/>
                  </a:lnTo>
                  <a:lnTo>
                    <a:pt x="0" y="863"/>
                  </a:lnTo>
                  <a:lnTo>
                    <a:pt x="1697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43576" y="1736119"/>
              <a:ext cx="16970" cy="166303"/>
            </a:xfrm>
            <a:custGeom>
              <a:avLst/>
              <a:pathLst>
                <a:path w="16970" h="166303">
                  <a:moveTo>
                    <a:pt x="0" y="0"/>
                  </a:moveTo>
                  <a:lnTo>
                    <a:pt x="16970" y="166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293388" y="1736119"/>
              <a:ext cx="334314" cy="333469"/>
            </a:xfrm>
            <a:custGeom>
              <a:avLst/>
              <a:pathLst>
                <a:path w="334314" h="333469">
                  <a:moveTo>
                    <a:pt x="150188" y="0"/>
                  </a:moveTo>
                  <a:lnTo>
                    <a:pt x="144923" y="621"/>
                  </a:lnTo>
                  <a:lnTo>
                    <a:pt x="139680" y="1410"/>
                  </a:lnTo>
                  <a:lnTo>
                    <a:pt x="134465" y="2364"/>
                  </a:lnTo>
                  <a:lnTo>
                    <a:pt x="129283" y="3483"/>
                  </a:lnTo>
                  <a:lnTo>
                    <a:pt x="124139" y="4766"/>
                  </a:lnTo>
                  <a:lnTo>
                    <a:pt x="119038" y="6211"/>
                  </a:lnTo>
                  <a:lnTo>
                    <a:pt x="113986" y="7818"/>
                  </a:lnTo>
                  <a:lnTo>
                    <a:pt x="108987" y="9584"/>
                  </a:lnTo>
                  <a:lnTo>
                    <a:pt x="104047" y="11507"/>
                  </a:lnTo>
                  <a:lnTo>
                    <a:pt x="99170" y="13586"/>
                  </a:lnTo>
                  <a:lnTo>
                    <a:pt x="94361" y="15819"/>
                  </a:lnTo>
                  <a:lnTo>
                    <a:pt x="89626" y="18203"/>
                  </a:lnTo>
                  <a:lnTo>
                    <a:pt x="84969" y="20736"/>
                  </a:lnTo>
                  <a:lnTo>
                    <a:pt x="80394" y="23415"/>
                  </a:lnTo>
                  <a:lnTo>
                    <a:pt x="75907" y="26238"/>
                  </a:lnTo>
                  <a:lnTo>
                    <a:pt x="71511" y="29203"/>
                  </a:lnTo>
                  <a:lnTo>
                    <a:pt x="67212" y="32304"/>
                  </a:lnTo>
                  <a:lnTo>
                    <a:pt x="63013" y="35541"/>
                  </a:lnTo>
                  <a:lnTo>
                    <a:pt x="58919" y="38909"/>
                  </a:lnTo>
                  <a:lnTo>
                    <a:pt x="54934" y="42406"/>
                  </a:lnTo>
                  <a:lnTo>
                    <a:pt x="51061" y="46027"/>
                  </a:lnTo>
                  <a:lnTo>
                    <a:pt x="47306" y="49769"/>
                  </a:lnTo>
                  <a:lnTo>
                    <a:pt x="43671" y="53628"/>
                  </a:lnTo>
                  <a:lnTo>
                    <a:pt x="40160" y="57600"/>
                  </a:lnTo>
                  <a:lnTo>
                    <a:pt x="36777" y="61682"/>
                  </a:lnTo>
                  <a:lnTo>
                    <a:pt x="33525" y="65869"/>
                  </a:lnTo>
                  <a:lnTo>
                    <a:pt x="30407" y="70157"/>
                  </a:lnTo>
                  <a:lnTo>
                    <a:pt x="27427" y="74542"/>
                  </a:lnTo>
                  <a:lnTo>
                    <a:pt x="24588" y="79019"/>
                  </a:lnTo>
                  <a:lnTo>
                    <a:pt x="21892" y="83584"/>
                  </a:lnTo>
                  <a:lnTo>
                    <a:pt x="19342" y="88232"/>
                  </a:lnTo>
                  <a:lnTo>
                    <a:pt x="16940" y="92958"/>
                  </a:lnTo>
                  <a:lnTo>
                    <a:pt x="14690" y="97758"/>
                  </a:lnTo>
                  <a:lnTo>
                    <a:pt x="12593" y="102628"/>
                  </a:lnTo>
                  <a:lnTo>
                    <a:pt x="10652" y="107561"/>
                  </a:lnTo>
                  <a:lnTo>
                    <a:pt x="8868" y="112553"/>
                  </a:lnTo>
                  <a:lnTo>
                    <a:pt x="7243" y="117600"/>
                  </a:lnTo>
                  <a:lnTo>
                    <a:pt x="5779" y="122695"/>
                  </a:lnTo>
                  <a:lnTo>
                    <a:pt x="4477" y="127834"/>
                  </a:lnTo>
                  <a:lnTo>
                    <a:pt x="3339" y="133012"/>
                  </a:lnTo>
                  <a:lnTo>
                    <a:pt x="2366" y="138224"/>
                  </a:lnTo>
                  <a:lnTo>
                    <a:pt x="1558" y="143464"/>
                  </a:lnTo>
                  <a:lnTo>
                    <a:pt x="917" y="148726"/>
                  </a:lnTo>
                  <a:lnTo>
                    <a:pt x="444" y="154007"/>
                  </a:lnTo>
                  <a:lnTo>
                    <a:pt x="138" y="159299"/>
                  </a:lnTo>
                  <a:lnTo>
                    <a:pt x="0" y="164599"/>
                  </a:lnTo>
                  <a:lnTo>
                    <a:pt x="30" y="169900"/>
                  </a:lnTo>
                  <a:lnTo>
                    <a:pt x="228" y="175198"/>
                  </a:lnTo>
                  <a:lnTo>
                    <a:pt x="594" y="180487"/>
                  </a:lnTo>
                  <a:lnTo>
                    <a:pt x="1127" y="185762"/>
                  </a:lnTo>
                  <a:lnTo>
                    <a:pt x="1828" y="191017"/>
                  </a:lnTo>
                  <a:lnTo>
                    <a:pt x="2695" y="196247"/>
                  </a:lnTo>
                  <a:lnTo>
                    <a:pt x="3727" y="201447"/>
                  </a:lnTo>
                  <a:lnTo>
                    <a:pt x="4923" y="206612"/>
                  </a:lnTo>
                  <a:lnTo>
                    <a:pt x="6283" y="211736"/>
                  </a:lnTo>
                  <a:lnTo>
                    <a:pt x="7805" y="216815"/>
                  </a:lnTo>
                  <a:lnTo>
                    <a:pt x="9487" y="221842"/>
                  </a:lnTo>
                  <a:lnTo>
                    <a:pt x="11327" y="226814"/>
                  </a:lnTo>
                  <a:lnTo>
                    <a:pt x="13324" y="231725"/>
                  </a:lnTo>
                  <a:lnTo>
                    <a:pt x="15476" y="236570"/>
                  </a:lnTo>
                  <a:lnTo>
                    <a:pt x="17781" y="241345"/>
                  </a:lnTo>
                  <a:lnTo>
                    <a:pt x="20235" y="246044"/>
                  </a:lnTo>
                  <a:lnTo>
                    <a:pt x="22838" y="250663"/>
                  </a:lnTo>
                  <a:lnTo>
                    <a:pt x="25585" y="255197"/>
                  </a:lnTo>
                  <a:lnTo>
                    <a:pt x="28475" y="259641"/>
                  </a:lnTo>
                  <a:lnTo>
                    <a:pt x="31505" y="263992"/>
                  </a:lnTo>
                  <a:lnTo>
                    <a:pt x="34671" y="268245"/>
                  </a:lnTo>
                  <a:lnTo>
                    <a:pt x="37970" y="272394"/>
                  </a:lnTo>
                  <a:lnTo>
                    <a:pt x="41399" y="276438"/>
                  </a:lnTo>
                  <a:lnTo>
                    <a:pt x="44955" y="280370"/>
                  </a:lnTo>
                  <a:lnTo>
                    <a:pt x="48633" y="284188"/>
                  </a:lnTo>
                  <a:lnTo>
                    <a:pt x="52431" y="287887"/>
                  </a:lnTo>
                  <a:lnTo>
                    <a:pt x="56344" y="291464"/>
                  </a:lnTo>
                  <a:lnTo>
                    <a:pt x="60369" y="294915"/>
                  </a:lnTo>
                  <a:lnTo>
                    <a:pt x="64501" y="298236"/>
                  </a:lnTo>
                  <a:lnTo>
                    <a:pt x="68736" y="301425"/>
                  </a:lnTo>
                  <a:lnTo>
                    <a:pt x="73070" y="304478"/>
                  </a:lnTo>
                  <a:lnTo>
                    <a:pt x="77499" y="307392"/>
                  </a:lnTo>
                  <a:lnTo>
                    <a:pt x="82018" y="310165"/>
                  </a:lnTo>
                  <a:lnTo>
                    <a:pt x="86623" y="312792"/>
                  </a:lnTo>
                  <a:lnTo>
                    <a:pt x="91308" y="315272"/>
                  </a:lnTo>
                  <a:lnTo>
                    <a:pt x="96070" y="317602"/>
                  </a:lnTo>
                  <a:lnTo>
                    <a:pt x="100904" y="319781"/>
                  </a:lnTo>
                  <a:lnTo>
                    <a:pt x="105804" y="321804"/>
                  </a:lnTo>
                  <a:lnTo>
                    <a:pt x="110766" y="323672"/>
                  </a:lnTo>
                  <a:lnTo>
                    <a:pt x="115784" y="325381"/>
                  </a:lnTo>
                  <a:lnTo>
                    <a:pt x="120854" y="326930"/>
                  </a:lnTo>
                  <a:lnTo>
                    <a:pt x="125971" y="328317"/>
                  </a:lnTo>
                  <a:lnTo>
                    <a:pt x="131129" y="329542"/>
                  </a:lnTo>
                  <a:lnTo>
                    <a:pt x="136324" y="330602"/>
                  </a:lnTo>
                  <a:lnTo>
                    <a:pt x="141549" y="331497"/>
                  </a:lnTo>
                  <a:lnTo>
                    <a:pt x="146800" y="332226"/>
                  </a:lnTo>
                  <a:lnTo>
                    <a:pt x="152072" y="332789"/>
                  </a:lnTo>
                  <a:lnTo>
                    <a:pt x="157359" y="333183"/>
                  </a:lnTo>
                  <a:lnTo>
                    <a:pt x="162656" y="333410"/>
                  </a:lnTo>
                  <a:lnTo>
                    <a:pt x="167957" y="333469"/>
                  </a:lnTo>
                  <a:lnTo>
                    <a:pt x="173257" y="333359"/>
                  </a:lnTo>
                  <a:lnTo>
                    <a:pt x="178551" y="333082"/>
                  </a:lnTo>
                  <a:lnTo>
                    <a:pt x="183834" y="332637"/>
                  </a:lnTo>
                  <a:lnTo>
                    <a:pt x="189100" y="332024"/>
                  </a:lnTo>
                  <a:lnTo>
                    <a:pt x="194344" y="331245"/>
                  </a:lnTo>
                  <a:lnTo>
                    <a:pt x="199561" y="330300"/>
                  </a:lnTo>
                  <a:lnTo>
                    <a:pt x="204745" y="329190"/>
                  </a:lnTo>
                  <a:lnTo>
                    <a:pt x="209891" y="327917"/>
                  </a:lnTo>
                  <a:lnTo>
                    <a:pt x="214995" y="326480"/>
                  </a:lnTo>
                  <a:lnTo>
                    <a:pt x="220050" y="324883"/>
                  </a:lnTo>
                  <a:lnTo>
                    <a:pt x="225052" y="323126"/>
                  </a:lnTo>
                  <a:lnTo>
                    <a:pt x="229995" y="321211"/>
                  </a:lnTo>
                  <a:lnTo>
                    <a:pt x="234876" y="319141"/>
                  </a:lnTo>
                  <a:lnTo>
                    <a:pt x="239688" y="316916"/>
                  </a:lnTo>
                  <a:lnTo>
                    <a:pt x="244428" y="314541"/>
                  </a:lnTo>
                  <a:lnTo>
                    <a:pt x="249090" y="312016"/>
                  </a:lnTo>
                  <a:lnTo>
                    <a:pt x="253669" y="309345"/>
                  </a:lnTo>
                  <a:lnTo>
                    <a:pt x="258161" y="306529"/>
                  </a:lnTo>
                  <a:lnTo>
                    <a:pt x="262562" y="303573"/>
                  </a:lnTo>
                  <a:lnTo>
                    <a:pt x="266867" y="300479"/>
                  </a:lnTo>
                  <a:lnTo>
                    <a:pt x="271072" y="297250"/>
                  </a:lnTo>
                  <a:lnTo>
                    <a:pt x="275172" y="293889"/>
                  </a:lnTo>
                  <a:lnTo>
                    <a:pt x="279163" y="290400"/>
                  </a:lnTo>
                  <a:lnTo>
                    <a:pt x="283042" y="286785"/>
                  </a:lnTo>
                  <a:lnTo>
                    <a:pt x="286804" y="283050"/>
                  </a:lnTo>
                  <a:lnTo>
                    <a:pt x="290446" y="279197"/>
                  </a:lnTo>
                  <a:lnTo>
                    <a:pt x="293964" y="275231"/>
                  </a:lnTo>
                  <a:lnTo>
                    <a:pt x="297354" y="271155"/>
                  </a:lnTo>
                  <a:lnTo>
                    <a:pt x="300614" y="266974"/>
                  </a:lnTo>
                  <a:lnTo>
                    <a:pt x="303739" y="262692"/>
                  </a:lnTo>
                  <a:lnTo>
                    <a:pt x="306727" y="258312"/>
                  </a:lnTo>
                  <a:lnTo>
                    <a:pt x="309574" y="253840"/>
                  </a:lnTo>
                  <a:lnTo>
                    <a:pt x="312278" y="249280"/>
                  </a:lnTo>
                  <a:lnTo>
                    <a:pt x="314836" y="244637"/>
                  </a:lnTo>
                  <a:lnTo>
                    <a:pt x="317246" y="239914"/>
                  </a:lnTo>
                  <a:lnTo>
                    <a:pt x="319505" y="235118"/>
                  </a:lnTo>
                  <a:lnTo>
                    <a:pt x="321610" y="230253"/>
                  </a:lnTo>
                  <a:lnTo>
                    <a:pt x="323560" y="225323"/>
                  </a:lnTo>
                  <a:lnTo>
                    <a:pt x="325353" y="220334"/>
                  </a:lnTo>
                  <a:lnTo>
                    <a:pt x="326987" y="215290"/>
                  </a:lnTo>
                  <a:lnTo>
                    <a:pt x="328460" y="210197"/>
                  </a:lnTo>
                  <a:lnTo>
                    <a:pt x="329771" y="205060"/>
                  </a:lnTo>
                  <a:lnTo>
                    <a:pt x="330918" y="199884"/>
                  </a:lnTo>
                  <a:lnTo>
                    <a:pt x="331901" y="194675"/>
                  </a:lnTo>
                  <a:lnTo>
                    <a:pt x="332717" y="189436"/>
                  </a:lnTo>
                  <a:lnTo>
                    <a:pt x="333368" y="184175"/>
                  </a:lnTo>
                  <a:lnTo>
                    <a:pt x="333851" y="178895"/>
                  </a:lnTo>
                  <a:lnTo>
                    <a:pt x="334166" y="173603"/>
                  </a:lnTo>
                  <a:lnTo>
                    <a:pt x="334314" y="168304"/>
                  </a:lnTo>
                  <a:lnTo>
                    <a:pt x="334293" y="163002"/>
                  </a:lnTo>
                  <a:lnTo>
                    <a:pt x="334104" y="157704"/>
                  </a:lnTo>
                  <a:lnTo>
                    <a:pt x="333748" y="152414"/>
                  </a:lnTo>
                  <a:lnTo>
                    <a:pt x="333224" y="147139"/>
                  </a:lnTo>
                  <a:lnTo>
                    <a:pt x="332532" y="141883"/>
                  </a:lnTo>
                  <a:lnTo>
                    <a:pt x="331675" y="136651"/>
                  </a:lnTo>
                  <a:lnTo>
                    <a:pt x="330652" y="131449"/>
                  </a:lnTo>
                  <a:lnTo>
                    <a:pt x="329464" y="126282"/>
                  </a:lnTo>
                  <a:lnTo>
                    <a:pt x="328114" y="121155"/>
                  </a:lnTo>
                  <a:lnTo>
                    <a:pt x="326601" y="116074"/>
                  </a:lnTo>
                  <a:lnTo>
                    <a:pt x="324928" y="111044"/>
                  </a:lnTo>
                  <a:lnTo>
                    <a:pt x="323096" y="106068"/>
                  </a:lnTo>
                  <a:lnTo>
                    <a:pt x="321108" y="101154"/>
                  </a:lnTo>
                  <a:lnTo>
                    <a:pt x="318965" y="96305"/>
                  </a:lnTo>
                  <a:lnTo>
                    <a:pt x="316669" y="91526"/>
                  </a:lnTo>
                  <a:lnTo>
                    <a:pt x="314222" y="86823"/>
                  </a:lnTo>
                  <a:lnTo>
                    <a:pt x="311628" y="82200"/>
                  </a:lnTo>
                  <a:lnTo>
                    <a:pt x="308888" y="77661"/>
                  </a:lnTo>
                  <a:lnTo>
                    <a:pt x="306006" y="73211"/>
                  </a:lnTo>
                  <a:lnTo>
                    <a:pt x="302984" y="68855"/>
                  </a:lnTo>
                  <a:lnTo>
                    <a:pt x="299826" y="64597"/>
                  </a:lnTo>
                  <a:lnTo>
                    <a:pt x="296534" y="60441"/>
                  </a:lnTo>
                  <a:lnTo>
                    <a:pt x="293112" y="56392"/>
                  </a:lnTo>
                  <a:lnTo>
                    <a:pt x="289564" y="52453"/>
                  </a:lnTo>
                  <a:lnTo>
                    <a:pt x="285892" y="48629"/>
                  </a:lnTo>
                  <a:lnTo>
                    <a:pt x="282101" y="44923"/>
                  </a:lnTo>
                  <a:lnTo>
                    <a:pt x="278194" y="41339"/>
                  </a:lnTo>
                  <a:lnTo>
                    <a:pt x="274176" y="37881"/>
                  </a:lnTo>
                  <a:lnTo>
                    <a:pt x="270049" y="34552"/>
                  </a:lnTo>
                  <a:lnTo>
                    <a:pt x="265820" y="31356"/>
                  </a:lnTo>
                  <a:lnTo>
                    <a:pt x="261491" y="28295"/>
                  </a:lnTo>
                  <a:lnTo>
                    <a:pt x="257067" y="25373"/>
                  </a:lnTo>
                  <a:lnTo>
                    <a:pt x="252553" y="22593"/>
                  </a:lnTo>
                  <a:lnTo>
                    <a:pt x="247953" y="19957"/>
                  </a:lnTo>
                  <a:lnTo>
                    <a:pt x="243272" y="17469"/>
                  </a:lnTo>
                  <a:lnTo>
                    <a:pt x="238514" y="15130"/>
                  </a:lnTo>
                  <a:lnTo>
                    <a:pt x="233685" y="12944"/>
                  </a:lnTo>
                  <a:lnTo>
                    <a:pt x="228788" y="10911"/>
                  </a:lnTo>
                  <a:lnTo>
                    <a:pt x="223830" y="9035"/>
                  </a:lnTo>
                  <a:lnTo>
                    <a:pt x="218814" y="7317"/>
                  </a:lnTo>
                  <a:lnTo>
                    <a:pt x="213747" y="5759"/>
                  </a:lnTo>
                  <a:lnTo>
                    <a:pt x="208632" y="4362"/>
                  </a:lnTo>
                  <a:lnTo>
                    <a:pt x="203476" y="3129"/>
                  </a:lnTo>
                  <a:lnTo>
                    <a:pt x="198284" y="2059"/>
                  </a:lnTo>
                  <a:lnTo>
                    <a:pt x="193060" y="1155"/>
                  </a:lnTo>
                  <a:lnTo>
                    <a:pt x="187810" y="416"/>
                  </a:lnTo>
                  <a:lnTo>
                    <a:pt x="167158" y="166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60546" y="1735255"/>
              <a:ext cx="20651" cy="167167"/>
            </a:xfrm>
            <a:custGeom>
              <a:avLst/>
              <a:pathLst>
                <a:path w="20651" h="167167">
                  <a:moveTo>
                    <a:pt x="20651" y="1280"/>
                  </a:moveTo>
                  <a:lnTo>
                    <a:pt x="10345" y="3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5676" y="1379510"/>
              <a:ext cx="167163" cy="250479"/>
            </a:xfrm>
            <a:custGeom>
              <a:avLst/>
              <a:pathLst>
                <a:path w="167163" h="250479">
                  <a:moveTo>
                    <a:pt x="167163" y="0"/>
                  </a:moveTo>
                  <a:lnTo>
                    <a:pt x="161783" y="86"/>
                  </a:lnTo>
                  <a:lnTo>
                    <a:pt x="156408" y="346"/>
                  </a:lnTo>
                  <a:lnTo>
                    <a:pt x="151044" y="779"/>
                  </a:lnTo>
                  <a:lnTo>
                    <a:pt x="145696" y="1384"/>
                  </a:lnTo>
                  <a:lnTo>
                    <a:pt x="140371" y="2160"/>
                  </a:lnTo>
                  <a:lnTo>
                    <a:pt x="135074" y="3108"/>
                  </a:lnTo>
                  <a:lnTo>
                    <a:pt x="129810" y="4226"/>
                  </a:lnTo>
                  <a:lnTo>
                    <a:pt x="124585" y="5513"/>
                  </a:lnTo>
                  <a:lnTo>
                    <a:pt x="119404" y="6967"/>
                  </a:lnTo>
                  <a:lnTo>
                    <a:pt x="114272" y="8587"/>
                  </a:lnTo>
                  <a:lnTo>
                    <a:pt x="109196" y="10372"/>
                  </a:lnTo>
                  <a:lnTo>
                    <a:pt x="104179" y="12319"/>
                  </a:lnTo>
                  <a:lnTo>
                    <a:pt x="99227" y="14426"/>
                  </a:lnTo>
                  <a:lnTo>
                    <a:pt x="94346" y="16692"/>
                  </a:lnTo>
                  <a:lnTo>
                    <a:pt x="89541" y="19114"/>
                  </a:lnTo>
                  <a:lnTo>
                    <a:pt x="84815" y="21689"/>
                  </a:lnTo>
                  <a:lnTo>
                    <a:pt x="80176" y="24415"/>
                  </a:lnTo>
                  <a:lnTo>
                    <a:pt x="75626" y="27289"/>
                  </a:lnTo>
                  <a:lnTo>
                    <a:pt x="71171" y="30308"/>
                  </a:lnTo>
                  <a:lnTo>
                    <a:pt x="66816" y="33468"/>
                  </a:lnTo>
                  <a:lnTo>
                    <a:pt x="62564" y="36767"/>
                  </a:lnTo>
                  <a:lnTo>
                    <a:pt x="58421" y="40202"/>
                  </a:lnTo>
                  <a:lnTo>
                    <a:pt x="54391" y="43768"/>
                  </a:lnTo>
                  <a:lnTo>
                    <a:pt x="50478" y="47461"/>
                  </a:lnTo>
                  <a:lnTo>
                    <a:pt x="46685" y="51279"/>
                  </a:lnTo>
                  <a:lnTo>
                    <a:pt x="43017" y="55217"/>
                  </a:lnTo>
                  <a:lnTo>
                    <a:pt x="39478" y="59271"/>
                  </a:lnTo>
                  <a:lnTo>
                    <a:pt x="36072" y="63437"/>
                  </a:lnTo>
                  <a:lnTo>
                    <a:pt x="32801" y="67710"/>
                  </a:lnTo>
                  <a:lnTo>
                    <a:pt x="29669" y="72086"/>
                  </a:lnTo>
                  <a:lnTo>
                    <a:pt x="26680" y="76561"/>
                  </a:lnTo>
                  <a:lnTo>
                    <a:pt x="23837" y="81130"/>
                  </a:lnTo>
                  <a:lnTo>
                    <a:pt x="21142" y="85788"/>
                  </a:lnTo>
                  <a:lnTo>
                    <a:pt x="18598" y="90530"/>
                  </a:lnTo>
                  <a:lnTo>
                    <a:pt x="16208" y="95351"/>
                  </a:lnTo>
                  <a:lnTo>
                    <a:pt x="13975" y="100247"/>
                  </a:lnTo>
                  <a:lnTo>
                    <a:pt x="11900" y="105213"/>
                  </a:lnTo>
                  <a:lnTo>
                    <a:pt x="9986" y="110242"/>
                  </a:lnTo>
                  <a:lnTo>
                    <a:pt x="8236" y="115331"/>
                  </a:lnTo>
                  <a:lnTo>
                    <a:pt x="6650" y="120473"/>
                  </a:lnTo>
                  <a:lnTo>
                    <a:pt x="5230" y="125664"/>
                  </a:lnTo>
                  <a:lnTo>
                    <a:pt x="3978" y="130897"/>
                  </a:lnTo>
                  <a:lnTo>
                    <a:pt x="2895" y="136169"/>
                  </a:lnTo>
                  <a:lnTo>
                    <a:pt x="1982" y="141472"/>
                  </a:lnTo>
                  <a:lnTo>
                    <a:pt x="1241" y="146802"/>
                  </a:lnTo>
                  <a:lnTo>
                    <a:pt x="671" y="152153"/>
                  </a:lnTo>
                  <a:lnTo>
                    <a:pt x="274" y="157520"/>
                  </a:lnTo>
                  <a:lnTo>
                    <a:pt x="50" y="162896"/>
                  </a:lnTo>
                  <a:lnTo>
                    <a:pt x="0" y="168278"/>
                  </a:lnTo>
                  <a:lnTo>
                    <a:pt x="122" y="173658"/>
                  </a:lnTo>
                  <a:lnTo>
                    <a:pt x="417" y="179031"/>
                  </a:lnTo>
                  <a:lnTo>
                    <a:pt x="886" y="184392"/>
                  </a:lnTo>
                  <a:lnTo>
                    <a:pt x="1526" y="189735"/>
                  </a:lnTo>
                  <a:lnTo>
                    <a:pt x="2338" y="195054"/>
                  </a:lnTo>
                  <a:lnTo>
                    <a:pt x="3321" y="200345"/>
                  </a:lnTo>
                  <a:lnTo>
                    <a:pt x="4474" y="205602"/>
                  </a:lnTo>
                  <a:lnTo>
                    <a:pt x="5796" y="210818"/>
                  </a:lnTo>
                  <a:lnTo>
                    <a:pt x="7284" y="215990"/>
                  </a:lnTo>
                  <a:lnTo>
                    <a:pt x="8939" y="221110"/>
                  </a:lnTo>
                  <a:lnTo>
                    <a:pt x="10757" y="226175"/>
                  </a:lnTo>
                  <a:lnTo>
                    <a:pt x="12737" y="231179"/>
                  </a:lnTo>
                  <a:lnTo>
                    <a:pt x="14877" y="236116"/>
                  </a:lnTo>
                  <a:lnTo>
                    <a:pt x="17176" y="240982"/>
                  </a:lnTo>
                  <a:lnTo>
                    <a:pt x="19629" y="245772"/>
                  </a:lnTo>
                  <a:lnTo>
                    <a:pt x="22236" y="25047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37912" y="1546678"/>
              <a:ext cx="144927" cy="83312"/>
            </a:xfrm>
            <a:custGeom>
              <a:avLst/>
              <a:pathLst>
                <a:path w="144927" h="83312">
                  <a:moveTo>
                    <a:pt x="0" y="83312"/>
                  </a:moveTo>
                  <a:lnTo>
                    <a:pt x="1449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37912" y="1497682"/>
              <a:ext cx="312088" cy="216156"/>
            </a:xfrm>
            <a:custGeom>
              <a:avLst/>
              <a:pathLst>
                <a:path w="312088" h="216156">
                  <a:moveTo>
                    <a:pt x="0" y="132308"/>
                  </a:moveTo>
                  <a:lnTo>
                    <a:pt x="2744" y="136910"/>
                  </a:lnTo>
                  <a:lnTo>
                    <a:pt x="5635" y="141422"/>
                  </a:lnTo>
                  <a:lnTo>
                    <a:pt x="8670" y="145840"/>
                  </a:lnTo>
                  <a:lnTo>
                    <a:pt x="11844" y="150157"/>
                  </a:lnTo>
                  <a:lnTo>
                    <a:pt x="15155" y="154371"/>
                  </a:lnTo>
                  <a:lnTo>
                    <a:pt x="18599" y="158476"/>
                  </a:lnTo>
                  <a:lnTo>
                    <a:pt x="22173" y="162469"/>
                  </a:lnTo>
                  <a:lnTo>
                    <a:pt x="25873" y="166346"/>
                  </a:lnTo>
                  <a:lnTo>
                    <a:pt x="29696" y="170101"/>
                  </a:lnTo>
                  <a:lnTo>
                    <a:pt x="33637" y="173733"/>
                  </a:lnTo>
                  <a:lnTo>
                    <a:pt x="37692" y="177236"/>
                  </a:lnTo>
                  <a:lnTo>
                    <a:pt x="41858" y="180607"/>
                  </a:lnTo>
                  <a:lnTo>
                    <a:pt x="46130" y="183843"/>
                  </a:lnTo>
                  <a:lnTo>
                    <a:pt x="50503" y="186941"/>
                  </a:lnTo>
                  <a:lnTo>
                    <a:pt x="54973" y="189896"/>
                  </a:lnTo>
                  <a:lnTo>
                    <a:pt x="59535" y="192707"/>
                  </a:lnTo>
                  <a:lnTo>
                    <a:pt x="64186" y="195370"/>
                  </a:lnTo>
                  <a:lnTo>
                    <a:pt x="68919" y="197883"/>
                  </a:lnTo>
                  <a:lnTo>
                    <a:pt x="73730" y="200243"/>
                  </a:lnTo>
                  <a:lnTo>
                    <a:pt x="78615" y="202447"/>
                  </a:lnTo>
                  <a:lnTo>
                    <a:pt x="83567" y="204494"/>
                  </a:lnTo>
                  <a:lnTo>
                    <a:pt x="88583" y="206381"/>
                  </a:lnTo>
                  <a:lnTo>
                    <a:pt x="93657" y="208106"/>
                  </a:lnTo>
                  <a:lnTo>
                    <a:pt x="98783" y="209668"/>
                  </a:lnTo>
                  <a:lnTo>
                    <a:pt x="103957" y="211064"/>
                  </a:lnTo>
                  <a:lnTo>
                    <a:pt x="109173" y="212294"/>
                  </a:lnTo>
                  <a:lnTo>
                    <a:pt x="114425" y="213356"/>
                  </a:lnTo>
                  <a:lnTo>
                    <a:pt x="119709" y="214249"/>
                  </a:lnTo>
                  <a:lnTo>
                    <a:pt x="125019" y="214973"/>
                  </a:lnTo>
                  <a:lnTo>
                    <a:pt x="130349" y="215526"/>
                  </a:lnTo>
                  <a:lnTo>
                    <a:pt x="135695" y="215907"/>
                  </a:lnTo>
                  <a:lnTo>
                    <a:pt x="141050" y="216117"/>
                  </a:lnTo>
                  <a:lnTo>
                    <a:pt x="146408" y="216156"/>
                  </a:lnTo>
                  <a:lnTo>
                    <a:pt x="151766" y="216023"/>
                  </a:lnTo>
                  <a:lnTo>
                    <a:pt x="157116" y="215717"/>
                  </a:lnTo>
                  <a:lnTo>
                    <a:pt x="162454" y="215241"/>
                  </a:lnTo>
                  <a:lnTo>
                    <a:pt x="167773" y="214594"/>
                  </a:lnTo>
                  <a:lnTo>
                    <a:pt x="173069" y="213777"/>
                  </a:lnTo>
                  <a:lnTo>
                    <a:pt x="178337" y="212790"/>
                  </a:lnTo>
                  <a:lnTo>
                    <a:pt x="183570" y="211635"/>
                  </a:lnTo>
                  <a:lnTo>
                    <a:pt x="188763" y="210313"/>
                  </a:lnTo>
                  <a:lnTo>
                    <a:pt x="193911" y="208825"/>
                  </a:lnTo>
                  <a:lnTo>
                    <a:pt x="199009" y="207172"/>
                  </a:lnTo>
                  <a:lnTo>
                    <a:pt x="204051" y="205358"/>
                  </a:lnTo>
                  <a:lnTo>
                    <a:pt x="209033" y="203382"/>
                  </a:lnTo>
                  <a:lnTo>
                    <a:pt x="213948" y="201248"/>
                  </a:lnTo>
                  <a:lnTo>
                    <a:pt x="218793" y="198958"/>
                  </a:lnTo>
                  <a:lnTo>
                    <a:pt x="223562" y="196513"/>
                  </a:lnTo>
                  <a:lnTo>
                    <a:pt x="228250" y="193917"/>
                  </a:lnTo>
                  <a:lnTo>
                    <a:pt x="232852" y="191171"/>
                  </a:lnTo>
                  <a:lnTo>
                    <a:pt x="237364" y="188280"/>
                  </a:lnTo>
                  <a:lnTo>
                    <a:pt x="241781" y="185246"/>
                  </a:lnTo>
                  <a:lnTo>
                    <a:pt x="246099" y="182071"/>
                  </a:lnTo>
                  <a:lnTo>
                    <a:pt x="250312" y="178760"/>
                  </a:lnTo>
                  <a:lnTo>
                    <a:pt x="254417" y="175315"/>
                  </a:lnTo>
                  <a:lnTo>
                    <a:pt x="258410" y="171741"/>
                  </a:lnTo>
                  <a:lnTo>
                    <a:pt x="262286" y="168040"/>
                  </a:lnTo>
                  <a:lnTo>
                    <a:pt x="266042" y="164217"/>
                  </a:lnTo>
                  <a:lnTo>
                    <a:pt x="269673" y="160276"/>
                  </a:lnTo>
                  <a:lnTo>
                    <a:pt x="273175" y="156220"/>
                  </a:lnTo>
                  <a:lnTo>
                    <a:pt x="276546" y="152055"/>
                  </a:lnTo>
                  <a:lnTo>
                    <a:pt x="279782" y="147783"/>
                  </a:lnTo>
                  <a:lnTo>
                    <a:pt x="282879" y="143410"/>
                  </a:lnTo>
                  <a:lnTo>
                    <a:pt x="285835" y="138939"/>
                  </a:lnTo>
                  <a:lnTo>
                    <a:pt x="288645" y="134377"/>
                  </a:lnTo>
                  <a:lnTo>
                    <a:pt x="291308" y="129726"/>
                  </a:lnTo>
                  <a:lnTo>
                    <a:pt x="293821" y="124993"/>
                  </a:lnTo>
                  <a:lnTo>
                    <a:pt x="296180" y="120181"/>
                  </a:lnTo>
                  <a:lnTo>
                    <a:pt x="298384" y="115296"/>
                  </a:lnTo>
                  <a:lnTo>
                    <a:pt x="300430" y="110344"/>
                  </a:lnTo>
                  <a:lnTo>
                    <a:pt x="302317" y="105328"/>
                  </a:lnTo>
                  <a:lnTo>
                    <a:pt x="304042" y="100254"/>
                  </a:lnTo>
                  <a:lnTo>
                    <a:pt x="305603" y="95127"/>
                  </a:lnTo>
                  <a:lnTo>
                    <a:pt x="306999" y="89954"/>
                  </a:lnTo>
                  <a:lnTo>
                    <a:pt x="308229" y="84738"/>
                  </a:lnTo>
                  <a:lnTo>
                    <a:pt x="309290" y="79485"/>
                  </a:lnTo>
                  <a:lnTo>
                    <a:pt x="310183" y="74201"/>
                  </a:lnTo>
                  <a:lnTo>
                    <a:pt x="310906" y="68891"/>
                  </a:lnTo>
                  <a:lnTo>
                    <a:pt x="311459" y="63561"/>
                  </a:lnTo>
                  <a:lnTo>
                    <a:pt x="311840" y="58215"/>
                  </a:lnTo>
                  <a:lnTo>
                    <a:pt x="312050" y="52861"/>
                  </a:lnTo>
                  <a:lnTo>
                    <a:pt x="312088" y="47502"/>
                  </a:lnTo>
                  <a:lnTo>
                    <a:pt x="311954" y="42144"/>
                  </a:lnTo>
                  <a:lnTo>
                    <a:pt x="311649" y="36794"/>
                  </a:lnTo>
                  <a:lnTo>
                    <a:pt x="311172" y="31457"/>
                  </a:lnTo>
                  <a:lnTo>
                    <a:pt x="310524" y="26137"/>
                  </a:lnTo>
                  <a:lnTo>
                    <a:pt x="309707" y="20841"/>
                  </a:lnTo>
                  <a:lnTo>
                    <a:pt x="308719" y="15574"/>
                  </a:lnTo>
                  <a:lnTo>
                    <a:pt x="307564" y="10341"/>
                  </a:lnTo>
                  <a:lnTo>
                    <a:pt x="306241" y="5148"/>
                  </a:lnTo>
                  <a:lnTo>
                    <a:pt x="304753" y="0"/>
                  </a:lnTo>
                  <a:lnTo>
                    <a:pt x="144927" y="48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82840" y="1379510"/>
              <a:ext cx="159826" cy="167167"/>
            </a:xfrm>
            <a:custGeom>
              <a:avLst/>
              <a:pathLst>
                <a:path w="159826" h="167167">
                  <a:moveTo>
                    <a:pt x="159826" y="118171"/>
                  </a:moveTo>
                  <a:lnTo>
                    <a:pt x="158141" y="112980"/>
                  </a:lnTo>
                  <a:lnTo>
                    <a:pt x="156288" y="107847"/>
                  </a:lnTo>
                  <a:lnTo>
                    <a:pt x="154268" y="102776"/>
                  </a:lnTo>
                  <a:lnTo>
                    <a:pt x="152084" y="97775"/>
                  </a:lnTo>
                  <a:lnTo>
                    <a:pt x="149738" y="92847"/>
                  </a:lnTo>
                  <a:lnTo>
                    <a:pt x="147232" y="87999"/>
                  </a:lnTo>
                  <a:lnTo>
                    <a:pt x="144569" y="83235"/>
                  </a:lnTo>
                  <a:lnTo>
                    <a:pt x="141752" y="78560"/>
                  </a:lnTo>
                  <a:lnTo>
                    <a:pt x="138784" y="73980"/>
                  </a:lnTo>
                  <a:lnTo>
                    <a:pt x="135668" y="69499"/>
                  </a:lnTo>
                  <a:lnTo>
                    <a:pt x="132408" y="65123"/>
                  </a:lnTo>
                  <a:lnTo>
                    <a:pt x="129006" y="60855"/>
                  </a:lnTo>
                  <a:lnTo>
                    <a:pt x="125467" y="56700"/>
                  </a:lnTo>
                  <a:lnTo>
                    <a:pt x="121794" y="52663"/>
                  </a:lnTo>
                  <a:lnTo>
                    <a:pt x="117991" y="48748"/>
                  </a:lnTo>
                  <a:lnTo>
                    <a:pt x="114062" y="44960"/>
                  </a:lnTo>
                  <a:lnTo>
                    <a:pt x="110012" y="41301"/>
                  </a:lnTo>
                  <a:lnTo>
                    <a:pt x="105845" y="37777"/>
                  </a:lnTo>
                  <a:lnTo>
                    <a:pt x="101565" y="34391"/>
                  </a:lnTo>
                  <a:lnTo>
                    <a:pt x="97176" y="31146"/>
                  </a:lnTo>
                  <a:lnTo>
                    <a:pt x="92684" y="28047"/>
                  </a:lnTo>
                  <a:lnTo>
                    <a:pt x="88094" y="25095"/>
                  </a:lnTo>
                  <a:lnTo>
                    <a:pt x="83409" y="22295"/>
                  </a:lnTo>
                  <a:lnTo>
                    <a:pt x="78635" y="19650"/>
                  </a:lnTo>
                  <a:lnTo>
                    <a:pt x="73778" y="17161"/>
                  </a:lnTo>
                  <a:lnTo>
                    <a:pt x="68842" y="14833"/>
                  </a:lnTo>
                  <a:lnTo>
                    <a:pt x="63832" y="12667"/>
                  </a:lnTo>
                  <a:lnTo>
                    <a:pt x="58755" y="10665"/>
                  </a:lnTo>
                  <a:lnTo>
                    <a:pt x="53615" y="8831"/>
                  </a:lnTo>
                  <a:lnTo>
                    <a:pt x="48417" y="7165"/>
                  </a:lnTo>
                  <a:lnTo>
                    <a:pt x="43168" y="5670"/>
                  </a:lnTo>
                  <a:lnTo>
                    <a:pt x="37873" y="4346"/>
                  </a:lnTo>
                  <a:lnTo>
                    <a:pt x="32538" y="3197"/>
                  </a:lnTo>
                  <a:lnTo>
                    <a:pt x="27168" y="2222"/>
                  </a:lnTo>
                  <a:lnTo>
                    <a:pt x="21769" y="1423"/>
                  </a:lnTo>
                  <a:lnTo>
                    <a:pt x="16347" y="801"/>
                  </a:lnTo>
                  <a:lnTo>
                    <a:pt x="10908" y="356"/>
                  </a:lnTo>
                  <a:lnTo>
                    <a:pt x="545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65975" y="1120312"/>
              <a:ext cx="167159" cy="308742"/>
            </a:xfrm>
            <a:custGeom>
              <a:avLst/>
              <a:pathLst>
                <a:path w="167159" h="308742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4" y="763"/>
                  </a:lnTo>
                  <a:lnTo>
                    <a:pt x="145911" y="1355"/>
                  </a:lnTo>
                  <a:lnTo>
                    <a:pt x="140639" y="2117"/>
                  </a:lnTo>
                  <a:lnTo>
                    <a:pt x="135395" y="3045"/>
                  </a:lnTo>
                  <a:lnTo>
                    <a:pt x="130182" y="4140"/>
                  </a:lnTo>
                  <a:lnTo>
                    <a:pt x="125007" y="5401"/>
                  </a:lnTo>
                  <a:lnTo>
                    <a:pt x="119875" y="6826"/>
                  </a:lnTo>
                  <a:lnTo>
                    <a:pt x="114791" y="8414"/>
                  </a:lnTo>
                  <a:lnTo>
                    <a:pt x="109760" y="10163"/>
                  </a:lnTo>
                  <a:lnTo>
                    <a:pt x="104787" y="12071"/>
                  </a:lnTo>
                  <a:lnTo>
                    <a:pt x="99878" y="14137"/>
                  </a:lnTo>
                  <a:lnTo>
                    <a:pt x="95037" y="16358"/>
                  </a:lnTo>
                  <a:lnTo>
                    <a:pt x="90269" y="18732"/>
                  </a:lnTo>
                  <a:lnTo>
                    <a:pt x="85579" y="21257"/>
                  </a:lnTo>
                  <a:lnTo>
                    <a:pt x="80972" y="23930"/>
                  </a:lnTo>
                  <a:lnTo>
                    <a:pt x="76453" y="26749"/>
                  </a:lnTo>
                  <a:lnTo>
                    <a:pt x="72025" y="29710"/>
                  </a:lnTo>
                  <a:lnTo>
                    <a:pt x="67695" y="32810"/>
                  </a:lnTo>
                  <a:lnTo>
                    <a:pt x="63465" y="36047"/>
                  </a:lnTo>
                  <a:lnTo>
                    <a:pt x="59340" y="39417"/>
                  </a:lnTo>
                  <a:lnTo>
                    <a:pt x="55325" y="42917"/>
                  </a:lnTo>
                  <a:lnTo>
                    <a:pt x="51424" y="46543"/>
                  </a:lnTo>
                  <a:lnTo>
                    <a:pt x="47639" y="50291"/>
                  </a:lnTo>
                  <a:lnTo>
                    <a:pt x="43977" y="54158"/>
                  </a:lnTo>
                  <a:lnTo>
                    <a:pt x="40439" y="58140"/>
                  </a:lnTo>
                  <a:lnTo>
                    <a:pt x="37030" y="62232"/>
                  </a:lnTo>
                  <a:lnTo>
                    <a:pt x="33753" y="66431"/>
                  </a:lnTo>
                  <a:lnTo>
                    <a:pt x="30611" y="70732"/>
                  </a:lnTo>
                  <a:lnTo>
                    <a:pt x="27609" y="75132"/>
                  </a:lnTo>
                  <a:lnTo>
                    <a:pt x="24747" y="79624"/>
                  </a:lnTo>
                  <a:lnTo>
                    <a:pt x="22031" y="84205"/>
                  </a:lnTo>
                  <a:lnTo>
                    <a:pt x="19461" y="88871"/>
                  </a:lnTo>
                  <a:lnTo>
                    <a:pt x="17042" y="93616"/>
                  </a:lnTo>
                  <a:lnTo>
                    <a:pt x="14775" y="98436"/>
                  </a:lnTo>
                  <a:lnTo>
                    <a:pt x="12663" y="103325"/>
                  </a:lnTo>
                  <a:lnTo>
                    <a:pt x="10707" y="108280"/>
                  </a:lnTo>
                  <a:lnTo>
                    <a:pt x="8911" y="113294"/>
                  </a:lnTo>
                  <a:lnTo>
                    <a:pt x="7275" y="118363"/>
                  </a:lnTo>
                  <a:lnTo>
                    <a:pt x="5801" y="123481"/>
                  </a:lnTo>
                  <a:lnTo>
                    <a:pt x="4491" y="128644"/>
                  </a:lnTo>
                  <a:lnTo>
                    <a:pt x="3347" y="133846"/>
                  </a:lnTo>
                  <a:lnTo>
                    <a:pt x="2368" y="139081"/>
                  </a:lnTo>
                  <a:lnTo>
                    <a:pt x="1557" y="144345"/>
                  </a:lnTo>
                  <a:lnTo>
                    <a:pt x="914" y="149633"/>
                  </a:lnTo>
                  <a:lnTo>
                    <a:pt x="440" y="154938"/>
                  </a:lnTo>
                  <a:lnTo>
                    <a:pt x="135" y="160255"/>
                  </a:lnTo>
                  <a:lnTo>
                    <a:pt x="0" y="165580"/>
                  </a:lnTo>
                  <a:lnTo>
                    <a:pt x="34" y="170906"/>
                  </a:lnTo>
                  <a:lnTo>
                    <a:pt x="238" y="176229"/>
                  </a:lnTo>
                  <a:lnTo>
                    <a:pt x="611" y="181542"/>
                  </a:lnTo>
                  <a:lnTo>
                    <a:pt x="1154" y="186840"/>
                  </a:lnTo>
                  <a:lnTo>
                    <a:pt x="1865" y="192119"/>
                  </a:lnTo>
                  <a:lnTo>
                    <a:pt x="2744" y="197372"/>
                  </a:lnTo>
                  <a:lnTo>
                    <a:pt x="3789" y="202595"/>
                  </a:lnTo>
                  <a:lnTo>
                    <a:pt x="5001" y="207782"/>
                  </a:lnTo>
                  <a:lnTo>
                    <a:pt x="6377" y="212927"/>
                  </a:lnTo>
                  <a:lnTo>
                    <a:pt x="7916" y="218026"/>
                  </a:lnTo>
                  <a:lnTo>
                    <a:pt x="9618" y="223073"/>
                  </a:lnTo>
                  <a:lnTo>
                    <a:pt x="11479" y="228064"/>
                  </a:lnTo>
                  <a:lnTo>
                    <a:pt x="13498" y="232993"/>
                  </a:lnTo>
                  <a:lnTo>
                    <a:pt x="15673" y="237855"/>
                  </a:lnTo>
                  <a:lnTo>
                    <a:pt x="18002" y="242645"/>
                  </a:lnTo>
                  <a:lnTo>
                    <a:pt x="20482" y="247358"/>
                  </a:lnTo>
                  <a:lnTo>
                    <a:pt x="23111" y="251990"/>
                  </a:lnTo>
                  <a:lnTo>
                    <a:pt x="25886" y="256536"/>
                  </a:lnTo>
                  <a:lnTo>
                    <a:pt x="28805" y="260992"/>
                  </a:lnTo>
                  <a:lnTo>
                    <a:pt x="31865" y="265352"/>
                  </a:lnTo>
                  <a:lnTo>
                    <a:pt x="35061" y="269612"/>
                  </a:lnTo>
                  <a:lnTo>
                    <a:pt x="38392" y="273769"/>
                  </a:lnTo>
                  <a:lnTo>
                    <a:pt x="41853" y="277817"/>
                  </a:lnTo>
                  <a:lnTo>
                    <a:pt x="45442" y="281753"/>
                  </a:lnTo>
                  <a:lnTo>
                    <a:pt x="49154" y="285572"/>
                  </a:lnTo>
                  <a:lnTo>
                    <a:pt x="52986" y="289271"/>
                  </a:lnTo>
                  <a:lnTo>
                    <a:pt x="56934" y="292847"/>
                  </a:lnTo>
                  <a:lnTo>
                    <a:pt x="60994" y="296294"/>
                  </a:lnTo>
                  <a:lnTo>
                    <a:pt x="65162" y="299611"/>
                  </a:lnTo>
                  <a:lnTo>
                    <a:pt x="69433" y="302793"/>
                  </a:lnTo>
                  <a:lnTo>
                    <a:pt x="73803" y="305838"/>
                  </a:lnTo>
                  <a:lnTo>
                    <a:pt x="78269" y="30874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4244" y="1287480"/>
              <a:ext cx="88890" cy="141574"/>
            </a:xfrm>
            <a:custGeom>
              <a:avLst/>
              <a:pathLst>
                <a:path w="88890" h="141574">
                  <a:moveTo>
                    <a:pt x="0" y="141574"/>
                  </a:moveTo>
                  <a:lnTo>
                    <a:pt x="8889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4244" y="1122799"/>
              <a:ext cx="256058" cy="331836"/>
            </a:xfrm>
            <a:custGeom>
              <a:avLst/>
              <a:pathLst>
                <a:path w="256058" h="331836">
                  <a:moveTo>
                    <a:pt x="0" y="306255"/>
                  </a:moveTo>
                  <a:lnTo>
                    <a:pt x="4545" y="309009"/>
                  </a:lnTo>
                  <a:lnTo>
                    <a:pt x="9177" y="311618"/>
                  </a:lnTo>
                  <a:lnTo>
                    <a:pt x="13888" y="314078"/>
                  </a:lnTo>
                  <a:lnTo>
                    <a:pt x="18676" y="316387"/>
                  </a:lnTo>
                  <a:lnTo>
                    <a:pt x="23535" y="318542"/>
                  </a:lnTo>
                  <a:lnTo>
                    <a:pt x="28459" y="320542"/>
                  </a:lnTo>
                  <a:lnTo>
                    <a:pt x="33445" y="322385"/>
                  </a:lnTo>
                  <a:lnTo>
                    <a:pt x="38487" y="324068"/>
                  </a:lnTo>
                  <a:lnTo>
                    <a:pt x="43580" y="325590"/>
                  </a:lnTo>
                  <a:lnTo>
                    <a:pt x="48718" y="326949"/>
                  </a:lnTo>
                  <a:lnTo>
                    <a:pt x="53898" y="328144"/>
                  </a:lnTo>
                  <a:lnTo>
                    <a:pt x="59112" y="329174"/>
                  </a:lnTo>
                  <a:lnTo>
                    <a:pt x="64357" y="330038"/>
                  </a:lnTo>
                  <a:lnTo>
                    <a:pt x="69626" y="330734"/>
                  </a:lnTo>
                  <a:lnTo>
                    <a:pt x="74915" y="331262"/>
                  </a:lnTo>
                  <a:lnTo>
                    <a:pt x="80219" y="331623"/>
                  </a:lnTo>
                  <a:lnTo>
                    <a:pt x="85530" y="331814"/>
                  </a:lnTo>
                  <a:lnTo>
                    <a:pt x="90846" y="331836"/>
                  </a:lnTo>
                  <a:lnTo>
                    <a:pt x="96159" y="331690"/>
                  </a:lnTo>
                  <a:lnTo>
                    <a:pt x="101465" y="331374"/>
                  </a:lnTo>
                  <a:lnTo>
                    <a:pt x="106758" y="330890"/>
                  </a:lnTo>
                  <a:lnTo>
                    <a:pt x="112033" y="330238"/>
                  </a:lnTo>
                  <a:lnTo>
                    <a:pt x="117285" y="329418"/>
                  </a:lnTo>
                  <a:lnTo>
                    <a:pt x="122508" y="328432"/>
                  </a:lnTo>
                  <a:lnTo>
                    <a:pt x="127697" y="327281"/>
                  </a:lnTo>
                  <a:lnTo>
                    <a:pt x="132847" y="325965"/>
                  </a:lnTo>
                  <a:lnTo>
                    <a:pt x="137953" y="324486"/>
                  </a:lnTo>
                  <a:lnTo>
                    <a:pt x="143008" y="322845"/>
                  </a:lnTo>
                  <a:lnTo>
                    <a:pt x="148010" y="321045"/>
                  </a:lnTo>
                  <a:lnTo>
                    <a:pt x="152951" y="319086"/>
                  </a:lnTo>
                  <a:lnTo>
                    <a:pt x="157827" y="316971"/>
                  </a:lnTo>
                  <a:lnTo>
                    <a:pt x="162634" y="314703"/>
                  </a:lnTo>
                  <a:lnTo>
                    <a:pt x="167367" y="312282"/>
                  </a:lnTo>
                  <a:lnTo>
                    <a:pt x="172020" y="309713"/>
                  </a:lnTo>
                  <a:lnTo>
                    <a:pt x="176588" y="306997"/>
                  </a:lnTo>
                  <a:lnTo>
                    <a:pt x="181069" y="304137"/>
                  </a:lnTo>
                  <a:lnTo>
                    <a:pt x="185456" y="301136"/>
                  </a:lnTo>
                  <a:lnTo>
                    <a:pt x="189745" y="297997"/>
                  </a:lnTo>
                  <a:lnTo>
                    <a:pt x="193933" y="294723"/>
                  </a:lnTo>
                  <a:lnTo>
                    <a:pt x="198014" y="291317"/>
                  </a:lnTo>
                  <a:lnTo>
                    <a:pt x="201985" y="287784"/>
                  </a:lnTo>
                  <a:lnTo>
                    <a:pt x="205841" y="284126"/>
                  </a:lnTo>
                  <a:lnTo>
                    <a:pt x="209580" y="280348"/>
                  </a:lnTo>
                  <a:lnTo>
                    <a:pt x="213196" y="276452"/>
                  </a:lnTo>
                  <a:lnTo>
                    <a:pt x="216687" y="272444"/>
                  </a:lnTo>
                  <a:lnTo>
                    <a:pt x="220048" y="268326"/>
                  </a:lnTo>
                  <a:lnTo>
                    <a:pt x="223277" y="264104"/>
                  </a:lnTo>
                  <a:lnTo>
                    <a:pt x="226370" y="259781"/>
                  </a:lnTo>
                  <a:lnTo>
                    <a:pt x="229324" y="255363"/>
                  </a:lnTo>
                  <a:lnTo>
                    <a:pt x="232136" y="250852"/>
                  </a:lnTo>
                  <a:lnTo>
                    <a:pt x="234803" y="246254"/>
                  </a:lnTo>
                  <a:lnTo>
                    <a:pt x="237323" y="241574"/>
                  </a:lnTo>
                  <a:lnTo>
                    <a:pt x="239693" y="236816"/>
                  </a:lnTo>
                  <a:lnTo>
                    <a:pt x="241910" y="231985"/>
                  </a:lnTo>
                  <a:lnTo>
                    <a:pt x="243972" y="227086"/>
                  </a:lnTo>
                  <a:lnTo>
                    <a:pt x="245878" y="222125"/>
                  </a:lnTo>
                  <a:lnTo>
                    <a:pt x="247625" y="217104"/>
                  </a:lnTo>
                  <a:lnTo>
                    <a:pt x="249211" y="212031"/>
                  </a:lnTo>
                  <a:lnTo>
                    <a:pt x="250636" y="206910"/>
                  </a:lnTo>
                  <a:lnTo>
                    <a:pt x="251897" y="201747"/>
                  </a:lnTo>
                  <a:lnTo>
                    <a:pt x="252993" y="196546"/>
                  </a:lnTo>
                  <a:lnTo>
                    <a:pt x="253923" y="191312"/>
                  </a:lnTo>
                  <a:lnTo>
                    <a:pt x="254686" y="186052"/>
                  </a:lnTo>
                  <a:lnTo>
                    <a:pt x="255282" y="180770"/>
                  </a:lnTo>
                  <a:lnTo>
                    <a:pt x="255709" y="175472"/>
                  </a:lnTo>
                  <a:lnTo>
                    <a:pt x="255968" y="170163"/>
                  </a:lnTo>
                  <a:lnTo>
                    <a:pt x="256058" y="164849"/>
                  </a:lnTo>
                  <a:lnTo>
                    <a:pt x="255979" y="159534"/>
                  </a:lnTo>
                  <a:lnTo>
                    <a:pt x="255730" y="154224"/>
                  </a:lnTo>
                  <a:lnTo>
                    <a:pt x="255314" y="148925"/>
                  </a:lnTo>
                  <a:lnTo>
                    <a:pt x="254729" y="143642"/>
                  </a:lnTo>
                  <a:lnTo>
                    <a:pt x="253976" y="138381"/>
                  </a:lnTo>
                  <a:lnTo>
                    <a:pt x="253056" y="133145"/>
                  </a:lnTo>
                  <a:lnTo>
                    <a:pt x="251971" y="127942"/>
                  </a:lnTo>
                  <a:lnTo>
                    <a:pt x="250720" y="122776"/>
                  </a:lnTo>
                  <a:lnTo>
                    <a:pt x="249306" y="117652"/>
                  </a:lnTo>
                  <a:lnTo>
                    <a:pt x="247730" y="112576"/>
                  </a:lnTo>
                  <a:lnTo>
                    <a:pt x="245993" y="107552"/>
                  </a:lnTo>
                  <a:lnTo>
                    <a:pt x="244098" y="102587"/>
                  </a:lnTo>
                  <a:lnTo>
                    <a:pt x="242045" y="97684"/>
                  </a:lnTo>
                  <a:lnTo>
                    <a:pt x="239838" y="92848"/>
                  </a:lnTo>
                  <a:lnTo>
                    <a:pt x="237478" y="88086"/>
                  </a:lnTo>
                  <a:lnTo>
                    <a:pt x="234968" y="83400"/>
                  </a:lnTo>
                  <a:lnTo>
                    <a:pt x="232310" y="78797"/>
                  </a:lnTo>
                  <a:lnTo>
                    <a:pt x="229507" y="74281"/>
                  </a:lnTo>
                  <a:lnTo>
                    <a:pt x="226562" y="69856"/>
                  </a:lnTo>
                  <a:lnTo>
                    <a:pt x="223477" y="65527"/>
                  </a:lnTo>
                  <a:lnTo>
                    <a:pt x="220257" y="61299"/>
                  </a:lnTo>
                  <a:lnTo>
                    <a:pt x="216904" y="57174"/>
                  </a:lnTo>
                  <a:lnTo>
                    <a:pt x="213421" y="53159"/>
                  </a:lnTo>
                  <a:lnTo>
                    <a:pt x="209813" y="49256"/>
                  </a:lnTo>
                  <a:lnTo>
                    <a:pt x="206082" y="45470"/>
                  </a:lnTo>
                  <a:lnTo>
                    <a:pt x="202233" y="41804"/>
                  </a:lnTo>
                  <a:lnTo>
                    <a:pt x="198269" y="38263"/>
                  </a:lnTo>
                  <a:lnTo>
                    <a:pt x="194195" y="34850"/>
                  </a:lnTo>
                  <a:lnTo>
                    <a:pt x="190014" y="31567"/>
                  </a:lnTo>
                  <a:lnTo>
                    <a:pt x="185731" y="28420"/>
                  </a:lnTo>
                  <a:lnTo>
                    <a:pt x="181350" y="25410"/>
                  </a:lnTo>
                  <a:lnTo>
                    <a:pt x="176875" y="22541"/>
                  </a:lnTo>
                  <a:lnTo>
                    <a:pt x="172312" y="19815"/>
                  </a:lnTo>
                  <a:lnTo>
                    <a:pt x="167664" y="17236"/>
                  </a:lnTo>
                  <a:lnTo>
                    <a:pt x="162937" y="14806"/>
                  </a:lnTo>
                  <a:lnTo>
                    <a:pt x="158134" y="12528"/>
                  </a:lnTo>
                  <a:lnTo>
                    <a:pt x="153262" y="10404"/>
                  </a:lnTo>
                  <a:lnTo>
                    <a:pt x="148325" y="8435"/>
                  </a:lnTo>
                  <a:lnTo>
                    <a:pt x="143327" y="6625"/>
                  </a:lnTo>
                  <a:lnTo>
                    <a:pt x="138275" y="4974"/>
                  </a:lnTo>
                  <a:lnTo>
                    <a:pt x="133172" y="3484"/>
                  </a:lnTo>
                  <a:lnTo>
                    <a:pt x="128025" y="2158"/>
                  </a:lnTo>
                  <a:lnTo>
                    <a:pt x="122838" y="996"/>
                  </a:lnTo>
                  <a:lnTo>
                    <a:pt x="117617" y="0"/>
                  </a:lnTo>
                  <a:lnTo>
                    <a:pt x="88890" y="164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633135" y="1120312"/>
              <a:ext cx="28726" cy="167167"/>
            </a:xfrm>
            <a:custGeom>
              <a:avLst/>
              <a:pathLst>
                <a:path w="28726" h="167167">
                  <a:moveTo>
                    <a:pt x="28726" y="2486"/>
                  </a:moveTo>
                  <a:lnTo>
                    <a:pt x="21592" y="1400"/>
                  </a:lnTo>
                  <a:lnTo>
                    <a:pt x="14417" y="622"/>
                  </a:lnTo>
                  <a:lnTo>
                    <a:pt x="7215" y="15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68516" y="971635"/>
              <a:ext cx="167159" cy="277816"/>
            </a:xfrm>
            <a:custGeom>
              <a:avLst/>
              <a:pathLst>
                <a:path w="167159" h="277816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4" y="763"/>
                  </a:lnTo>
                  <a:lnTo>
                    <a:pt x="145911" y="1355"/>
                  </a:lnTo>
                  <a:lnTo>
                    <a:pt x="140639" y="2117"/>
                  </a:lnTo>
                  <a:lnTo>
                    <a:pt x="135395" y="3045"/>
                  </a:lnTo>
                  <a:lnTo>
                    <a:pt x="130182" y="4140"/>
                  </a:lnTo>
                  <a:lnTo>
                    <a:pt x="125007" y="5401"/>
                  </a:lnTo>
                  <a:lnTo>
                    <a:pt x="119875" y="6826"/>
                  </a:lnTo>
                  <a:lnTo>
                    <a:pt x="114791" y="8414"/>
                  </a:lnTo>
                  <a:lnTo>
                    <a:pt x="109760" y="10163"/>
                  </a:lnTo>
                  <a:lnTo>
                    <a:pt x="104788" y="12071"/>
                  </a:lnTo>
                  <a:lnTo>
                    <a:pt x="99878" y="14137"/>
                  </a:lnTo>
                  <a:lnTo>
                    <a:pt x="95037" y="16358"/>
                  </a:lnTo>
                  <a:lnTo>
                    <a:pt x="90269" y="18732"/>
                  </a:lnTo>
                  <a:lnTo>
                    <a:pt x="85580" y="21257"/>
                  </a:lnTo>
                  <a:lnTo>
                    <a:pt x="80973" y="23930"/>
                  </a:lnTo>
                  <a:lnTo>
                    <a:pt x="76453" y="26749"/>
                  </a:lnTo>
                  <a:lnTo>
                    <a:pt x="72026" y="29710"/>
                  </a:lnTo>
                  <a:lnTo>
                    <a:pt x="67695" y="32810"/>
                  </a:lnTo>
                  <a:lnTo>
                    <a:pt x="63465" y="36047"/>
                  </a:lnTo>
                  <a:lnTo>
                    <a:pt x="59341" y="39417"/>
                  </a:lnTo>
                  <a:lnTo>
                    <a:pt x="55325" y="42917"/>
                  </a:lnTo>
                  <a:lnTo>
                    <a:pt x="51424" y="46543"/>
                  </a:lnTo>
                  <a:lnTo>
                    <a:pt x="47640" y="50291"/>
                  </a:lnTo>
                  <a:lnTo>
                    <a:pt x="43977" y="54158"/>
                  </a:lnTo>
                  <a:lnTo>
                    <a:pt x="40439" y="58140"/>
                  </a:lnTo>
                  <a:lnTo>
                    <a:pt x="37030" y="62232"/>
                  </a:lnTo>
                  <a:lnTo>
                    <a:pt x="33753" y="66431"/>
                  </a:lnTo>
                  <a:lnTo>
                    <a:pt x="30612" y="70732"/>
                  </a:lnTo>
                  <a:lnTo>
                    <a:pt x="27609" y="75131"/>
                  </a:lnTo>
                  <a:lnTo>
                    <a:pt x="24748" y="79624"/>
                  </a:lnTo>
                  <a:lnTo>
                    <a:pt x="22031" y="84205"/>
                  </a:lnTo>
                  <a:lnTo>
                    <a:pt x="19462" y="88870"/>
                  </a:lnTo>
                  <a:lnTo>
                    <a:pt x="17042" y="93616"/>
                  </a:lnTo>
                  <a:lnTo>
                    <a:pt x="14775" y="98435"/>
                  </a:lnTo>
                  <a:lnTo>
                    <a:pt x="12663" y="103325"/>
                  </a:lnTo>
                  <a:lnTo>
                    <a:pt x="10708" y="108279"/>
                  </a:lnTo>
                  <a:lnTo>
                    <a:pt x="8911" y="113293"/>
                  </a:lnTo>
                  <a:lnTo>
                    <a:pt x="7275" y="118362"/>
                  </a:lnTo>
                  <a:lnTo>
                    <a:pt x="5801" y="123480"/>
                  </a:lnTo>
                  <a:lnTo>
                    <a:pt x="4491" y="128643"/>
                  </a:lnTo>
                  <a:lnTo>
                    <a:pt x="3347" y="133845"/>
                  </a:lnTo>
                  <a:lnTo>
                    <a:pt x="2368" y="139081"/>
                  </a:lnTo>
                  <a:lnTo>
                    <a:pt x="1557" y="144345"/>
                  </a:lnTo>
                  <a:lnTo>
                    <a:pt x="914" y="149632"/>
                  </a:lnTo>
                  <a:lnTo>
                    <a:pt x="440" y="154937"/>
                  </a:lnTo>
                  <a:lnTo>
                    <a:pt x="135" y="160255"/>
                  </a:lnTo>
                  <a:lnTo>
                    <a:pt x="0" y="165579"/>
                  </a:lnTo>
                  <a:lnTo>
                    <a:pt x="34" y="170905"/>
                  </a:lnTo>
                  <a:lnTo>
                    <a:pt x="238" y="176228"/>
                  </a:lnTo>
                  <a:lnTo>
                    <a:pt x="611" y="181541"/>
                  </a:lnTo>
                  <a:lnTo>
                    <a:pt x="1154" y="186839"/>
                  </a:lnTo>
                  <a:lnTo>
                    <a:pt x="1865" y="192118"/>
                  </a:lnTo>
                  <a:lnTo>
                    <a:pt x="2743" y="197371"/>
                  </a:lnTo>
                  <a:lnTo>
                    <a:pt x="3789" y="202594"/>
                  </a:lnTo>
                  <a:lnTo>
                    <a:pt x="5001" y="207781"/>
                  </a:lnTo>
                  <a:lnTo>
                    <a:pt x="6377" y="212926"/>
                  </a:lnTo>
                  <a:lnTo>
                    <a:pt x="7916" y="218025"/>
                  </a:lnTo>
                  <a:lnTo>
                    <a:pt x="9617" y="223072"/>
                  </a:lnTo>
                  <a:lnTo>
                    <a:pt x="11478" y="228063"/>
                  </a:lnTo>
                  <a:lnTo>
                    <a:pt x="13497" y="232992"/>
                  </a:lnTo>
                  <a:lnTo>
                    <a:pt x="15672" y="237854"/>
                  </a:lnTo>
                  <a:lnTo>
                    <a:pt x="18001" y="242644"/>
                  </a:lnTo>
                  <a:lnTo>
                    <a:pt x="20481" y="247357"/>
                  </a:lnTo>
                  <a:lnTo>
                    <a:pt x="23110" y="251989"/>
                  </a:lnTo>
                  <a:lnTo>
                    <a:pt x="25886" y="256535"/>
                  </a:lnTo>
                  <a:lnTo>
                    <a:pt x="28805" y="260991"/>
                  </a:lnTo>
                  <a:lnTo>
                    <a:pt x="31864" y="265351"/>
                  </a:lnTo>
                  <a:lnTo>
                    <a:pt x="35060" y="269611"/>
                  </a:lnTo>
                  <a:lnTo>
                    <a:pt x="38391" y="273768"/>
                  </a:lnTo>
                  <a:lnTo>
                    <a:pt x="41853" y="27781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10369" y="1138802"/>
              <a:ext cx="125306" cy="110648"/>
            </a:xfrm>
            <a:custGeom>
              <a:avLst/>
              <a:pathLst>
                <a:path w="125306" h="110648">
                  <a:moveTo>
                    <a:pt x="0" y="110648"/>
                  </a:moveTo>
                  <a:lnTo>
                    <a:pt x="1253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10369" y="1006743"/>
              <a:ext cx="292456" cy="299207"/>
            </a:xfrm>
            <a:custGeom>
              <a:avLst/>
              <a:pathLst>
                <a:path w="292456" h="299207">
                  <a:moveTo>
                    <a:pt x="0" y="242708"/>
                  </a:moveTo>
                  <a:lnTo>
                    <a:pt x="3605" y="246661"/>
                  </a:lnTo>
                  <a:lnTo>
                    <a:pt x="7335" y="250498"/>
                  </a:lnTo>
                  <a:lnTo>
                    <a:pt x="11186" y="254213"/>
                  </a:lnTo>
                  <a:lnTo>
                    <a:pt x="15154" y="257802"/>
                  </a:lnTo>
                  <a:lnTo>
                    <a:pt x="19235" y="261263"/>
                  </a:lnTo>
                  <a:lnTo>
                    <a:pt x="23424" y="264592"/>
                  </a:lnTo>
                  <a:lnTo>
                    <a:pt x="27718" y="267785"/>
                  </a:lnTo>
                  <a:lnTo>
                    <a:pt x="32112" y="270838"/>
                  </a:lnTo>
                  <a:lnTo>
                    <a:pt x="36601" y="273750"/>
                  </a:lnTo>
                  <a:lnTo>
                    <a:pt x="41181" y="276516"/>
                  </a:lnTo>
                  <a:lnTo>
                    <a:pt x="45848" y="279135"/>
                  </a:lnTo>
                  <a:lnTo>
                    <a:pt x="50595" y="281602"/>
                  </a:lnTo>
                  <a:lnTo>
                    <a:pt x="55420" y="283917"/>
                  </a:lnTo>
                  <a:lnTo>
                    <a:pt x="60316" y="286076"/>
                  </a:lnTo>
                  <a:lnTo>
                    <a:pt x="65278" y="288077"/>
                  </a:lnTo>
                  <a:lnTo>
                    <a:pt x="70302" y="289918"/>
                  </a:lnTo>
                  <a:lnTo>
                    <a:pt x="75382" y="291598"/>
                  </a:lnTo>
                  <a:lnTo>
                    <a:pt x="80514" y="293114"/>
                  </a:lnTo>
                  <a:lnTo>
                    <a:pt x="85691" y="294465"/>
                  </a:lnTo>
                  <a:lnTo>
                    <a:pt x="90909" y="295649"/>
                  </a:lnTo>
                  <a:lnTo>
                    <a:pt x="96162" y="296666"/>
                  </a:lnTo>
                  <a:lnTo>
                    <a:pt x="101446" y="297515"/>
                  </a:lnTo>
                  <a:lnTo>
                    <a:pt x="106753" y="298194"/>
                  </a:lnTo>
                  <a:lnTo>
                    <a:pt x="112080" y="298702"/>
                  </a:lnTo>
                  <a:lnTo>
                    <a:pt x="117420" y="299040"/>
                  </a:lnTo>
                  <a:lnTo>
                    <a:pt x="122768" y="299207"/>
                  </a:lnTo>
                  <a:lnTo>
                    <a:pt x="128119" y="299203"/>
                  </a:lnTo>
                  <a:lnTo>
                    <a:pt x="133466" y="299027"/>
                  </a:lnTo>
                  <a:lnTo>
                    <a:pt x="138806" y="298680"/>
                  </a:lnTo>
                  <a:lnTo>
                    <a:pt x="144132" y="298163"/>
                  </a:lnTo>
                  <a:lnTo>
                    <a:pt x="149438" y="297475"/>
                  </a:lnTo>
                  <a:lnTo>
                    <a:pt x="154720" y="296618"/>
                  </a:lnTo>
                  <a:lnTo>
                    <a:pt x="159971" y="295593"/>
                  </a:lnTo>
                  <a:lnTo>
                    <a:pt x="165187" y="294400"/>
                  </a:lnTo>
                  <a:lnTo>
                    <a:pt x="170363" y="293040"/>
                  </a:lnTo>
                  <a:lnTo>
                    <a:pt x="175492" y="291516"/>
                  </a:lnTo>
                  <a:lnTo>
                    <a:pt x="180569" y="289828"/>
                  </a:lnTo>
                  <a:lnTo>
                    <a:pt x="185590" y="287978"/>
                  </a:lnTo>
                  <a:lnTo>
                    <a:pt x="190549" y="285969"/>
                  </a:lnTo>
                  <a:lnTo>
                    <a:pt x="195442" y="283802"/>
                  </a:lnTo>
                  <a:lnTo>
                    <a:pt x="200262" y="281480"/>
                  </a:lnTo>
                  <a:lnTo>
                    <a:pt x="205006" y="279004"/>
                  </a:lnTo>
                  <a:lnTo>
                    <a:pt x="209668" y="276378"/>
                  </a:lnTo>
                  <a:lnTo>
                    <a:pt x="214244" y="273604"/>
                  </a:lnTo>
                  <a:lnTo>
                    <a:pt x="218728" y="270686"/>
                  </a:lnTo>
                  <a:lnTo>
                    <a:pt x="223117" y="267625"/>
                  </a:lnTo>
                  <a:lnTo>
                    <a:pt x="227405" y="264425"/>
                  </a:lnTo>
                  <a:lnTo>
                    <a:pt x="231589" y="261089"/>
                  </a:lnTo>
                  <a:lnTo>
                    <a:pt x="235665" y="257622"/>
                  </a:lnTo>
                  <a:lnTo>
                    <a:pt x="239627" y="254026"/>
                  </a:lnTo>
                  <a:lnTo>
                    <a:pt x="243471" y="250304"/>
                  </a:lnTo>
                  <a:lnTo>
                    <a:pt x="247195" y="246462"/>
                  </a:lnTo>
                  <a:lnTo>
                    <a:pt x="250794" y="242502"/>
                  </a:lnTo>
                  <a:lnTo>
                    <a:pt x="254265" y="238430"/>
                  </a:lnTo>
                  <a:lnTo>
                    <a:pt x="257603" y="234248"/>
                  </a:lnTo>
                  <a:lnTo>
                    <a:pt x="260806" y="229961"/>
                  </a:lnTo>
                  <a:lnTo>
                    <a:pt x="263869" y="225575"/>
                  </a:lnTo>
                  <a:lnTo>
                    <a:pt x="266791" y="221092"/>
                  </a:lnTo>
                  <a:lnTo>
                    <a:pt x="269568" y="216519"/>
                  </a:lnTo>
                  <a:lnTo>
                    <a:pt x="272198" y="211858"/>
                  </a:lnTo>
                  <a:lnTo>
                    <a:pt x="274676" y="207116"/>
                  </a:lnTo>
                  <a:lnTo>
                    <a:pt x="277002" y="202297"/>
                  </a:lnTo>
                  <a:lnTo>
                    <a:pt x="279172" y="197406"/>
                  </a:lnTo>
                  <a:lnTo>
                    <a:pt x="281185" y="192449"/>
                  </a:lnTo>
                  <a:lnTo>
                    <a:pt x="283038" y="187429"/>
                  </a:lnTo>
                  <a:lnTo>
                    <a:pt x="284729" y="182352"/>
                  </a:lnTo>
                  <a:lnTo>
                    <a:pt x="286257" y="177224"/>
                  </a:lnTo>
                  <a:lnTo>
                    <a:pt x="287620" y="172050"/>
                  </a:lnTo>
                  <a:lnTo>
                    <a:pt x="288817" y="166835"/>
                  </a:lnTo>
                  <a:lnTo>
                    <a:pt x="289846" y="161584"/>
                  </a:lnTo>
                  <a:lnTo>
                    <a:pt x="290706" y="156303"/>
                  </a:lnTo>
                  <a:lnTo>
                    <a:pt x="291398" y="150997"/>
                  </a:lnTo>
                  <a:lnTo>
                    <a:pt x="291919" y="145672"/>
                  </a:lnTo>
                  <a:lnTo>
                    <a:pt x="292269" y="140332"/>
                  </a:lnTo>
                  <a:lnTo>
                    <a:pt x="292448" y="134985"/>
                  </a:lnTo>
                  <a:lnTo>
                    <a:pt x="292456" y="129634"/>
                  </a:lnTo>
                  <a:lnTo>
                    <a:pt x="292293" y="124286"/>
                  </a:lnTo>
                  <a:lnTo>
                    <a:pt x="291959" y="118945"/>
                  </a:lnTo>
                  <a:lnTo>
                    <a:pt x="291454" y="113618"/>
                  </a:lnTo>
                  <a:lnTo>
                    <a:pt x="290778" y="108310"/>
                  </a:lnTo>
                  <a:lnTo>
                    <a:pt x="289933" y="103027"/>
                  </a:lnTo>
                  <a:lnTo>
                    <a:pt x="288920" y="97773"/>
                  </a:lnTo>
                  <a:lnTo>
                    <a:pt x="287739" y="92554"/>
                  </a:lnTo>
                  <a:lnTo>
                    <a:pt x="286391" y="87376"/>
                  </a:lnTo>
                  <a:lnTo>
                    <a:pt x="284879" y="82243"/>
                  </a:lnTo>
                  <a:lnTo>
                    <a:pt x="283203" y="77162"/>
                  </a:lnTo>
                  <a:lnTo>
                    <a:pt x="281365" y="72137"/>
                  </a:lnTo>
                  <a:lnTo>
                    <a:pt x="279367" y="67173"/>
                  </a:lnTo>
                  <a:lnTo>
                    <a:pt x="277212" y="62275"/>
                  </a:lnTo>
                  <a:lnTo>
                    <a:pt x="274900" y="57449"/>
                  </a:lnTo>
                  <a:lnTo>
                    <a:pt x="272436" y="52700"/>
                  </a:lnTo>
                  <a:lnTo>
                    <a:pt x="269821" y="48032"/>
                  </a:lnTo>
                  <a:lnTo>
                    <a:pt x="267057" y="43450"/>
                  </a:lnTo>
                  <a:lnTo>
                    <a:pt x="264149" y="38959"/>
                  </a:lnTo>
                  <a:lnTo>
                    <a:pt x="261098" y="34563"/>
                  </a:lnTo>
                  <a:lnTo>
                    <a:pt x="257908" y="30267"/>
                  </a:lnTo>
                  <a:lnTo>
                    <a:pt x="254583" y="26075"/>
                  </a:lnTo>
                  <a:lnTo>
                    <a:pt x="251124" y="21992"/>
                  </a:lnTo>
                  <a:lnTo>
                    <a:pt x="247537" y="18022"/>
                  </a:lnTo>
                  <a:lnTo>
                    <a:pt x="243825" y="14168"/>
                  </a:lnTo>
                  <a:lnTo>
                    <a:pt x="239991" y="10435"/>
                  </a:lnTo>
                  <a:lnTo>
                    <a:pt x="236040" y="6827"/>
                  </a:lnTo>
                  <a:lnTo>
                    <a:pt x="231975" y="3347"/>
                  </a:lnTo>
                  <a:lnTo>
                    <a:pt x="227801" y="0"/>
                  </a:lnTo>
                  <a:lnTo>
                    <a:pt x="125306" y="132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135676" y="971635"/>
              <a:ext cx="102495" cy="167167"/>
            </a:xfrm>
            <a:custGeom>
              <a:avLst/>
              <a:pathLst>
                <a:path w="102495" h="167167">
                  <a:moveTo>
                    <a:pt x="102495" y="35107"/>
                  </a:moveTo>
                  <a:lnTo>
                    <a:pt x="98082" y="31798"/>
                  </a:lnTo>
                  <a:lnTo>
                    <a:pt x="93562" y="28635"/>
                  </a:lnTo>
                  <a:lnTo>
                    <a:pt x="88940" y="25623"/>
                  </a:lnTo>
                  <a:lnTo>
                    <a:pt x="84221" y="22766"/>
                  </a:lnTo>
                  <a:lnTo>
                    <a:pt x="79411" y="20066"/>
                  </a:lnTo>
                  <a:lnTo>
                    <a:pt x="74514" y="17526"/>
                  </a:lnTo>
                  <a:lnTo>
                    <a:pt x="69536" y="15149"/>
                  </a:lnTo>
                  <a:lnTo>
                    <a:pt x="64483" y="12937"/>
                  </a:lnTo>
                  <a:lnTo>
                    <a:pt x="59359" y="10893"/>
                  </a:lnTo>
                  <a:lnTo>
                    <a:pt x="54170" y="9020"/>
                  </a:lnTo>
                  <a:lnTo>
                    <a:pt x="48923" y="7319"/>
                  </a:lnTo>
                  <a:lnTo>
                    <a:pt x="43622" y="5791"/>
                  </a:lnTo>
                  <a:lnTo>
                    <a:pt x="38274" y="4440"/>
                  </a:lnTo>
                  <a:lnTo>
                    <a:pt x="32884" y="3266"/>
                  </a:lnTo>
                  <a:lnTo>
                    <a:pt x="27458" y="2270"/>
                  </a:lnTo>
                  <a:lnTo>
                    <a:pt x="22002" y="1454"/>
                  </a:lnTo>
                  <a:lnTo>
                    <a:pt x="16522" y="818"/>
                  </a:lnTo>
                  <a:lnTo>
                    <a:pt x="11025" y="363"/>
                  </a:lnTo>
                  <a:lnTo>
                    <a:pt x="551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1998" y="941493"/>
              <a:ext cx="75281" cy="167167"/>
            </a:xfrm>
            <a:custGeom>
              <a:avLst/>
              <a:pathLst>
                <a:path w="75281" h="167167">
                  <a:moveTo>
                    <a:pt x="75281" y="0"/>
                  </a:moveTo>
                  <a:lnTo>
                    <a:pt x="69275" y="107"/>
                  </a:lnTo>
                  <a:lnTo>
                    <a:pt x="63277" y="431"/>
                  </a:lnTo>
                  <a:lnTo>
                    <a:pt x="57295" y="970"/>
                  </a:lnTo>
                  <a:lnTo>
                    <a:pt x="51336" y="1723"/>
                  </a:lnTo>
                  <a:lnTo>
                    <a:pt x="45407" y="2690"/>
                  </a:lnTo>
                  <a:lnTo>
                    <a:pt x="39518" y="3870"/>
                  </a:lnTo>
                  <a:lnTo>
                    <a:pt x="33674" y="5260"/>
                  </a:lnTo>
                  <a:lnTo>
                    <a:pt x="27884" y="6859"/>
                  </a:lnTo>
                  <a:lnTo>
                    <a:pt x="22156" y="8666"/>
                  </a:lnTo>
                  <a:lnTo>
                    <a:pt x="16496" y="10677"/>
                  </a:lnTo>
                  <a:lnTo>
                    <a:pt x="10911" y="12890"/>
                  </a:lnTo>
                  <a:lnTo>
                    <a:pt x="5410" y="15302"/>
                  </a:lnTo>
                  <a:lnTo>
                    <a:pt x="0" y="17910"/>
                  </a:lnTo>
                  <a:lnTo>
                    <a:pt x="752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541998" y="959403"/>
              <a:ext cx="75281" cy="149256"/>
            </a:xfrm>
            <a:custGeom>
              <a:avLst/>
              <a:pathLst>
                <a:path w="75281" h="149256">
                  <a:moveTo>
                    <a:pt x="0" y="0"/>
                  </a:moveTo>
                  <a:lnTo>
                    <a:pt x="75281" y="1492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50115" y="949079"/>
              <a:ext cx="334332" cy="326735"/>
            </a:xfrm>
            <a:custGeom>
              <a:avLst/>
              <a:pathLst>
                <a:path w="334332" h="326735">
                  <a:moveTo>
                    <a:pt x="91883" y="10324"/>
                  </a:moveTo>
                  <a:lnTo>
                    <a:pt x="87192" y="12784"/>
                  </a:lnTo>
                  <a:lnTo>
                    <a:pt x="82581" y="15392"/>
                  </a:lnTo>
                  <a:lnTo>
                    <a:pt x="78055" y="18144"/>
                  </a:lnTo>
                  <a:lnTo>
                    <a:pt x="73619" y="21038"/>
                  </a:lnTo>
                  <a:lnTo>
                    <a:pt x="69277" y="24071"/>
                  </a:lnTo>
                  <a:lnTo>
                    <a:pt x="65033" y="27241"/>
                  </a:lnTo>
                  <a:lnTo>
                    <a:pt x="60891" y="30543"/>
                  </a:lnTo>
                  <a:lnTo>
                    <a:pt x="56856" y="33975"/>
                  </a:lnTo>
                  <a:lnTo>
                    <a:pt x="52932" y="37533"/>
                  </a:lnTo>
                  <a:lnTo>
                    <a:pt x="49123" y="41213"/>
                  </a:lnTo>
                  <a:lnTo>
                    <a:pt x="45432" y="45012"/>
                  </a:lnTo>
                  <a:lnTo>
                    <a:pt x="41863" y="48927"/>
                  </a:lnTo>
                  <a:lnTo>
                    <a:pt x="38420" y="52952"/>
                  </a:lnTo>
                  <a:lnTo>
                    <a:pt x="35106" y="57084"/>
                  </a:lnTo>
                  <a:lnTo>
                    <a:pt x="31925" y="61320"/>
                  </a:lnTo>
                  <a:lnTo>
                    <a:pt x="28880" y="65654"/>
                  </a:lnTo>
                  <a:lnTo>
                    <a:pt x="25974" y="70082"/>
                  </a:lnTo>
                  <a:lnTo>
                    <a:pt x="23209" y="74600"/>
                  </a:lnTo>
                  <a:lnTo>
                    <a:pt x="20589" y="79204"/>
                  </a:lnTo>
                  <a:lnTo>
                    <a:pt x="18116" y="83888"/>
                  </a:lnTo>
                  <a:lnTo>
                    <a:pt x="15793" y="88648"/>
                  </a:lnTo>
                  <a:lnTo>
                    <a:pt x="13621" y="93480"/>
                  </a:lnTo>
                  <a:lnTo>
                    <a:pt x="11604" y="98377"/>
                  </a:lnTo>
                  <a:lnTo>
                    <a:pt x="9743" y="103337"/>
                  </a:lnTo>
                  <a:lnTo>
                    <a:pt x="8040" y="108352"/>
                  </a:lnTo>
                  <a:lnTo>
                    <a:pt x="6497" y="113419"/>
                  </a:lnTo>
                  <a:lnTo>
                    <a:pt x="5115" y="118533"/>
                  </a:lnTo>
                  <a:lnTo>
                    <a:pt x="3896" y="123688"/>
                  </a:lnTo>
                  <a:lnTo>
                    <a:pt x="2841" y="128878"/>
                  </a:lnTo>
                  <a:lnTo>
                    <a:pt x="1951" y="134100"/>
                  </a:lnTo>
                  <a:lnTo>
                    <a:pt x="1226" y="139347"/>
                  </a:lnTo>
                  <a:lnTo>
                    <a:pt x="668" y="144614"/>
                  </a:lnTo>
                  <a:lnTo>
                    <a:pt x="278" y="149897"/>
                  </a:lnTo>
                  <a:lnTo>
                    <a:pt x="55" y="155189"/>
                  </a:lnTo>
                  <a:lnTo>
                    <a:pt x="0" y="160486"/>
                  </a:lnTo>
                  <a:lnTo>
                    <a:pt x="112" y="165781"/>
                  </a:lnTo>
                  <a:lnTo>
                    <a:pt x="392" y="171071"/>
                  </a:lnTo>
                  <a:lnTo>
                    <a:pt x="840" y="176349"/>
                  </a:lnTo>
                  <a:lnTo>
                    <a:pt x="1455" y="181610"/>
                  </a:lnTo>
                  <a:lnTo>
                    <a:pt x="2236" y="186849"/>
                  </a:lnTo>
                  <a:lnTo>
                    <a:pt x="3183" y="192061"/>
                  </a:lnTo>
                  <a:lnTo>
                    <a:pt x="4294" y="197240"/>
                  </a:lnTo>
                  <a:lnTo>
                    <a:pt x="5569" y="202381"/>
                  </a:lnTo>
                  <a:lnTo>
                    <a:pt x="7006" y="207479"/>
                  </a:lnTo>
                  <a:lnTo>
                    <a:pt x="8604" y="212529"/>
                  </a:lnTo>
                  <a:lnTo>
                    <a:pt x="10361" y="217526"/>
                  </a:lnTo>
                  <a:lnTo>
                    <a:pt x="12276" y="222465"/>
                  </a:lnTo>
                  <a:lnTo>
                    <a:pt x="14346" y="227341"/>
                  </a:lnTo>
                  <a:lnTo>
                    <a:pt x="16569" y="232148"/>
                  </a:lnTo>
                  <a:lnTo>
                    <a:pt x="18944" y="236883"/>
                  </a:lnTo>
                  <a:lnTo>
                    <a:pt x="21467" y="241540"/>
                  </a:lnTo>
                  <a:lnTo>
                    <a:pt x="24137" y="246115"/>
                  </a:lnTo>
                  <a:lnTo>
                    <a:pt x="26950" y="250603"/>
                  </a:lnTo>
                  <a:lnTo>
                    <a:pt x="29905" y="255000"/>
                  </a:lnTo>
                  <a:lnTo>
                    <a:pt x="32997" y="259300"/>
                  </a:lnTo>
                  <a:lnTo>
                    <a:pt x="36223" y="263501"/>
                  </a:lnTo>
                  <a:lnTo>
                    <a:pt x="39581" y="267597"/>
                  </a:lnTo>
                  <a:lnTo>
                    <a:pt x="43068" y="271585"/>
                  </a:lnTo>
                  <a:lnTo>
                    <a:pt x="46678" y="275461"/>
                  </a:lnTo>
                  <a:lnTo>
                    <a:pt x="50410" y="279220"/>
                  </a:lnTo>
                  <a:lnTo>
                    <a:pt x="54259" y="282859"/>
                  </a:lnTo>
                  <a:lnTo>
                    <a:pt x="58222" y="286374"/>
                  </a:lnTo>
                  <a:lnTo>
                    <a:pt x="62293" y="289762"/>
                  </a:lnTo>
                  <a:lnTo>
                    <a:pt x="66471" y="293019"/>
                  </a:lnTo>
                  <a:lnTo>
                    <a:pt x="70749" y="296142"/>
                  </a:lnTo>
                  <a:lnTo>
                    <a:pt x="75124" y="299129"/>
                  </a:lnTo>
                  <a:lnTo>
                    <a:pt x="79591" y="301975"/>
                  </a:lnTo>
                  <a:lnTo>
                    <a:pt x="84146" y="304678"/>
                  </a:lnTo>
                  <a:lnTo>
                    <a:pt x="88785" y="307235"/>
                  </a:lnTo>
                  <a:lnTo>
                    <a:pt x="93502" y="309644"/>
                  </a:lnTo>
                  <a:lnTo>
                    <a:pt x="98294" y="311902"/>
                  </a:lnTo>
                  <a:lnTo>
                    <a:pt x="103154" y="314008"/>
                  </a:lnTo>
                  <a:lnTo>
                    <a:pt x="108079" y="315958"/>
                  </a:lnTo>
                  <a:lnTo>
                    <a:pt x="113063" y="317752"/>
                  </a:lnTo>
                  <a:lnTo>
                    <a:pt x="118101" y="319387"/>
                  </a:lnTo>
                  <a:lnTo>
                    <a:pt x="123189" y="320861"/>
                  </a:lnTo>
                  <a:lnTo>
                    <a:pt x="128321" y="322173"/>
                  </a:lnTo>
                  <a:lnTo>
                    <a:pt x="133491" y="323322"/>
                  </a:lnTo>
                  <a:lnTo>
                    <a:pt x="138696" y="324307"/>
                  </a:lnTo>
                  <a:lnTo>
                    <a:pt x="143929" y="325126"/>
                  </a:lnTo>
                  <a:lnTo>
                    <a:pt x="149186" y="325779"/>
                  </a:lnTo>
                  <a:lnTo>
                    <a:pt x="154460" y="326265"/>
                  </a:lnTo>
                  <a:lnTo>
                    <a:pt x="159748" y="326584"/>
                  </a:lnTo>
                  <a:lnTo>
                    <a:pt x="165042" y="326735"/>
                  </a:lnTo>
                  <a:lnTo>
                    <a:pt x="170339" y="326719"/>
                  </a:lnTo>
                  <a:lnTo>
                    <a:pt x="175633" y="326534"/>
                  </a:lnTo>
                  <a:lnTo>
                    <a:pt x="180918" y="326182"/>
                  </a:lnTo>
                  <a:lnTo>
                    <a:pt x="186189" y="325663"/>
                  </a:lnTo>
                  <a:lnTo>
                    <a:pt x="191442" y="324976"/>
                  </a:lnTo>
                  <a:lnTo>
                    <a:pt x="196670" y="324124"/>
                  </a:lnTo>
                  <a:lnTo>
                    <a:pt x="201868" y="323107"/>
                  </a:lnTo>
                  <a:lnTo>
                    <a:pt x="207031" y="321925"/>
                  </a:lnTo>
                  <a:lnTo>
                    <a:pt x="212155" y="320581"/>
                  </a:lnTo>
                  <a:lnTo>
                    <a:pt x="217233" y="319074"/>
                  </a:lnTo>
                  <a:lnTo>
                    <a:pt x="222261" y="317408"/>
                  </a:lnTo>
                  <a:lnTo>
                    <a:pt x="227234" y="315583"/>
                  </a:lnTo>
                  <a:lnTo>
                    <a:pt x="232146" y="313602"/>
                  </a:lnTo>
                  <a:lnTo>
                    <a:pt x="236993" y="311466"/>
                  </a:lnTo>
                  <a:lnTo>
                    <a:pt x="241770" y="309177"/>
                  </a:lnTo>
                  <a:lnTo>
                    <a:pt x="246472" y="306738"/>
                  </a:lnTo>
                  <a:lnTo>
                    <a:pt x="251095" y="304152"/>
                  </a:lnTo>
                  <a:lnTo>
                    <a:pt x="255633" y="301420"/>
                  </a:lnTo>
                  <a:lnTo>
                    <a:pt x="260082" y="298546"/>
                  </a:lnTo>
                  <a:lnTo>
                    <a:pt x="264438" y="295533"/>
                  </a:lnTo>
                  <a:lnTo>
                    <a:pt x="268697" y="292382"/>
                  </a:lnTo>
                  <a:lnTo>
                    <a:pt x="272853" y="289099"/>
                  </a:lnTo>
                  <a:lnTo>
                    <a:pt x="276903" y="285686"/>
                  </a:lnTo>
                  <a:lnTo>
                    <a:pt x="280844" y="282146"/>
                  </a:lnTo>
                  <a:lnTo>
                    <a:pt x="284670" y="278482"/>
                  </a:lnTo>
                  <a:lnTo>
                    <a:pt x="288378" y="274700"/>
                  </a:lnTo>
                  <a:lnTo>
                    <a:pt x="291964" y="270802"/>
                  </a:lnTo>
                  <a:lnTo>
                    <a:pt x="295425" y="266792"/>
                  </a:lnTo>
                  <a:lnTo>
                    <a:pt x="298757" y="262675"/>
                  </a:lnTo>
                  <a:lnTo>
                    <a:pt x="301958" y="258454"/>
                  </a:lnTo>
                  <a:lnTo>
                    <a:pt x="305022" y="254133"/>
                  </a:lnTo>
                  <a:lnTo>
                    <a:pt x="307949" y="249718"/>
                  </a:lnTo>
                  <a:lnTo>
                    <a:pt x="310734" y="245213"/>
                  </a:lnTo>
                  <a:lnTo>
                    <a:pt x="313375" y="240621"/>
                  </a:lnTo>
                  <a:lnTo>
                    <a:pt x="315869" y="235948"/>
                  </a:lnTo>
                  <a:lnTo>
                    <a:pt x="318214" y="231199"/>
                  </a:lnTo>
                  <a:lnTo>
                    <a:pt x="320407" y="226377"/>
                  </a:lnTo>
                  <a:lnTo>
                    <a:pt x="322446" y="221488"/>
                  </a:lnTo>
                  <a:lnTo>
                    <a:pt x="324330" y="216538"/>
                  </a:lnTo>
                  <a:lnTo>
                    <a:pt x="326055" y="211530"/>
                  </a:lnTo>
                  <a:lnTo>
                    <a:pt x="327621" y="206470"/>
                  </a:lnTo>
                  <a:lnTo>
                    <a:pt x="329026" y="201362"/>
                  </a:lnTo>
                  <a:lnTo>
                    <a:pt x="330269" y="196213"/>
                  </a:lnTo>
                  <a:lnTo>
                    <a:pt x="331348" y="191027"/>
                  </a:lnTo>
                  <a:lnTo>
                    <a:pt x="332261" y="185810"/>
                  </a:lnTo>
                  <a:lnTo>
                    <a:pt x="333010" y="180566"/>
                  </a:lnTo>
                  <a:lnTo>
                    <a:pt x="333591" y="175301"/>
                  </a:lnTo>
                  <a:lnTo>
                    <a:pt x="334006" y="170021"/>
                  </a:lnTo>
                  <a:lnTo>
                    <a:pt x="334253" y="164729"/>
                  </a:lnTo>
                  <a:lnTo>
                    <a:pt x="334332" y="159433"/>
                  </a:lnTo>
                  <a:lnTo>
                    <a:pt x="334243" y="154137"/>
                  </a:lnTo>
                  <a:lnTo>
                    <a:pt x="333987" y="148846"/>
                  </a:lnTo>
                  <a:lnTo>
                    <a:pt x="333563" y="143566"/>
                  </a:lnTo>
                  <a:lnTo>
                    <a:pt x="332972" y="138302"/>
                  </a:lnTo>
                  <a:lnTo>
                    <a:pt x="332215" y="133060"/>
                  </a:lnTo>
                  <a:lnTo>
                    <a:pt x="331292" y="127844"/>
                  </a:lnTo>
                  <a:lnTo>
                    <a:pt x="330204" y="122660"/>
                  </a:lnTo>
                  <a:lnTo>
                    <a:pt x="328952" y="117513"/>
                  </a:lnTo>
                  <a:lnTo>
                    <a:pt x="327538" y="112409"/>
                  </a:lnTo>
                  <a:lnTo>
                    <a:pt x="325963" y="107351"/>
                  </a:lnTo>
                  <a:lnTo>
                    <a:pt x="324229" y="102346"/>
                  </a:lnTo>
                  <a:lnTo>
                    <a:pt x="322336" y="97399"/>
                  </a:lnTo>
                  <a:lnTo>
                    <a:pt x="320288" y="92514"/>
                  </a:lnTo>
                  <a:lnTo>
                    <a:pt x="318087" y="87696"/>
                  </a:lnTo>
                  <a:lnTo>
                    <a:pt x="315733" y="82951"/>
                  </a:lnTo>
                  <a:lnTo>
                    <a:pt x="313231" y="78282"/>
                  </a:lnTo>
                  <a:lnTo>
                    <a:pt x="310582" y="73695"/>
                  </a:lnTo>
                  <a:lnTo>
                    <a:pt x="307789" y="69195"/>
                  </a:lnTo>
                  <a:lnTo>
                    <a:pt x="304855" y="64785"/>
                  </a:lnTo>
                  <a:lnTo>
                    <a:pt x="301782" y="60470"/>
                  </a:lnTo>
                  <a:lnTo>
                    <a:pt x="298575" y="56255"/>
                  </a:lnTo>
                  <a:lnTo>
                    <a:pt x="295235" y="52143"/>
                  </a:lnTo>
                  <a:lnTo>
                    <a:pt x="291767" y="48140"/>
                  </a:lnTo>
                  <a:lnTo>
                    <a:pt x="288174" y="44248"/>
                  </a:lnTo>
                  <a:lnTo>
                    <a:pt x="284459" y="40472"/>
                  </a:lnTo>
                  <a:lnTo>
                    <a:pt x="280626" y="36816"/>
                  </a:lnTo>
                  <a:lnTo>
                    <a:pt x="276680" y="33283"/>
                  </a:lnTo>
                  <a:lnTo>
                    <a:pt x="272623" y="29876"/>
                  </a:lnTo>
                  <a:lnTo>
                    <a:pt x="268461" y="26600"/>
                  </a:lnTo>
                  <a:lnTo>
                    <a:pt x="264197" y="23458"/>
                  </a:lnTo>
                  <a:lnTo>
                    <a:pt x="259836" y="20452"/>
                  </a:lnTo>
                  <a:lnTo>
                    <a:pt x="255381" y="17586"/>
                  </a:lnTo>
                  <a:lnTo>
                    <a:pt x="250838" y="14862"/>
                  </a:lnTo>
                  <a:lnTo>
                    <a:pt x="246211" y="12284"/>
                  </a:lnTo>
                  <a:lnTo>
                    <a:pt x="241505" y="9853"/>
                  </a:lnTo>
                  <a:lnTo>
                    <a:pt x="236724" y="7573"/>
                  </a:lnTo>
                  <a:lnTo>
                    <a:pt x="231873" y="5446"/>
                  </a:lnTo>
                  <a:lnTo>
                    <a:pt x="226957" y="3473"/>
                  </a:lnTo>
                  <a:lnTo>
                    <a:pt x="221981" y="1657"/>
                  </a:lnTo>
                  <a:lnTo>
                    <a:pt x="216950" y="0"/>
                  </a:lnTo>
                  <a:lnTo>
                    <a:pt x="167164" y="159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617280" y="941493"/>
              <a:ext cx="49785" cy="167167"/>
            </a:xfrm>
            <a:custGeom>
              <a:avLst/>
              <a:pathLst>
                <a:path w="49785" h="167167">
                  <a:moveTo>
                    <a:pt x="49785" y="7585"/>
                  </a:moveTo>
                  <a:lnTo>
                    <a:pt x="43719" y="5818"/>
                  </a:lnTo>
                  <a:lnTo>
                    <a:pt x="37590" y="4281"/>
                  </a:lnTo>
                  <a:lnTo>
                    <a:pt x="31407" y="2976"/>
                  </a:lnTo>
                  <a:lnTo>
                    <a:pt x="25180" y="1907"/>
                  </a:lnTo>
                  <a:lnTo>
                    <a:pt x="18916" y="1073"/>
                  </a:lnTo>
                  <a:lnTo>
                    <a:pt x="12626" y="477"/>
                  </a:lnTo>
                  <a:lnTo>
                    <a:pt x="6317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39219" y="1031511"/>
              <a:ext cx="166675" cy="167167"/>
            </a:xfrm>
            <a:custGeom>
              <a:avLst/>
              <a:pathLst>
                <a:path w="166675" h="167167">
                  <a:moveTo>
                    <a:pt x="166675" y="0"/>
                  </a:moveTo>
                  <a:lnTo>
                    <a:pt x="161246" y="88"/>
                  </a:lnTo>
                  <a:lnTo>
                    <a:pt x="155823" y="352"/>
                  </a:lnTo>
                  <a:lnTo>
                    <a:pt x="150412" y="792"/>
                  </a:lnTo>
                  <a:lnTo>
                    <a:pt x="145018" y="1408"/>
                  </a:lnTo>
                  <a:lnTo>
                    <a:pt x="139647" y="2199"/>
                  </a:lnTo>
                  <a:lnTo>
                    <a:pt x="134304" y="3164"/>
                  </a:lnTo>
                  <a:lnTo>
                    <a:pt x="128995" y="4301"/>
                  </a:lnTo>
                  <a:lnTo>
                    <a:pt x="123726" y="5611"/>
                  </a:lnTo>
                  <a:lnTo>
                    <a:pt x="118503" y="7091"/>
                  </a:lnTo>
                  <a:lnTo>
                    <a:pt x="113330" y="8739"/>
                  </a:lnTo>
                  <a:lnTo>
                    <a:pt x="108213" y="10555"/>
                  </a:lnTo>
                  <a:lnTo>
                    <a:pt x="103158" y="12536"/>
                  </a:lnTo>
                  <a:lnTo>
                    <a:pt x="98170" y="14681"/>
                  </a:lnTo>
                  <a:lnTo>
                    <a:pt x="93255" y="16986"/>
                  </a:lnTo>
                  <a:lnTo>
                    <a:pt x="88417" y="19449"/>
                  </a:lnTo>
                  <a:lnTo>
                    <a:pt x="83661" y="22068"/>
                  </a:lnTo>
                  <a:lnTo>
                    <a:pt x="78993" y="24840"/>
                  </a:lnTo>
                  <a:lnTo>
                    <a:pt x="74417" y="27763"/>
                  </a:lnTo>
                  <a:lnTo>
                    <a:pt x="69939" y="30832"/>
                  </a:lnTo>
                  <a:lnTo>
                    <a:pt x="65563" y="34045"/>
                  </a:lnTo>
                  <a:lnTo>
                    <a:pt x="61293" y="37399"/>
                  </a:lnTo>
                  <a:lnTo>
                    <a:pt x="57135" y="40890"/>
                  </a:lnTo>
                  <a:lnTo>
                    <a:pt x="53092" y="44513"/>
                  </a:lnTo>
                  <a:lnTo>
                    <a:pt x="49169" y="48267"/>
                  </a:lnTo>
                  <a:lnTo>
                    <a:pt x="45370" y="52145"/>
                  </a:lnTo>
                  <a:lnTo>
                    <a:pt x="41698" y="56145"/>
                  </a:lnTo>
                  <a:lnTo>
                    <a:pt x="38159" y="60262"/>
                  </a:lnTo>
                  <a:lnTo>
                    <a:pt x="34755" y="64492"/>
                  </a:lnTo>
                  <a:lnTo>
                    <a:pt x="31491" y="68830"/>
                  </a:lnTo>
                  <a:lnTo>
                    <a:pt x="28369" y="73271"/>
                  </a:lnTo>
                  <a:lnTo>
                    <a:pt x="25392" y="77812"/>
                  </a:lnTo>
                  <a:lnTo>
                    <a:pt x="22565" y="82447"/>
                  </a:lnTo>
                  <a:lnTo>
                    <a:pt x="19890" y="87172"/>
                  </a:lnTo>
                  <a:lnTo>
                    <a:pt x="17370" y="91980"/>
                  </a:lnTo>
                  <a:lnTo>
                    <a:pt x="15007" y="96869"/>
                  </a:lnTo>
                  <a:lnTo>
                    <a:pt x="12804" y="101831"/>
                  </a:lnTo>
                  <a:lnTo>
                    <a:pt x="10764" y="106862"/>
                  </a:lnTo>
                  <a:lnTo>
                    <a:pt x="8888" y="111957"/>
                  </a:lnTo>
                  <a:lnTo>
                    <a:pt x="7178" y="117110"/>
                  </a:lnTo>
                  <a:lnTo>
                    <a:pt x="5637" y="122316"/>
                  </a:lnTo>
                  <a:lnTo>
                    <a:pt x="4265" y="127569"/>
                  </a:lnTo>
                  <a:lnTo>
                    <a:pt x="3065" y="132864"/>
                  </a:lnTo>
                  <a:lnTo>
                    <a:pt x="2037" y="138195"/>
                  </a:lnTo>
                  <a:lnTo>
                    <a:pt x="1183" y="143556"/>
                  </a:lnTo>
                  <a:lnTo>
                    <a:pt x="504" y="148943"/>
                  </a:lnTo>
                  <a:lnTo>
                    <a:pt x="0" y="154349"/>
                  </a:lnTo>
                  <a:lnTo>
                    <a:pt x="16667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9219" y="1185860"/>
              <a:ext cx="166675" cy="12818"/>
            </a:xfrm>
            <a:custGeom>
              <a:avLst/>
              <a:pathLst>
                <a:path w="166675" h="12818">
                  <a:moveTo>
                    <a:pt x="0" y="0"/>
                  </a:moveTo>
                  <a:lnTo>
                    <a:pt x="166675" y="128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38738" y="1185860"/>
              <a:ext cx="174240" cy="179977"/>
            </a:xfrm>
            <a:custGeom>
              <a:avLst/>
              <a:pathLst>
                <a:path w="174240" h="179977">
                  <a:moveTo>
                    <a:pt x="480" y="0"/>
                  </a:moveTo>
                  <a:lnTo>
                    <a:pt x="152" y="5422"/>
                  </a:lnTo>
                  <a:lnTo>
                    <a:pt x="0" y="10852"/>
                  </a:lnTo>
                  <a:lnTo>
                    <a:pt x="24" y="16285"/>
                  </a:lnTo>
                  <a:lnTo>
                    <a:pt x="225" y="21714"/>
                  </a:lnTo>
                  <a:lnTo>
                    <a:pt x="602" y="27133"/>
                  </a:lnTo>
                  <a:lnTo>
                    <a:pt x="1155" y="32537"/>
                  </a:lnTo>
                  <a:lnTo>
                    <a:pt x="1884" y="37921"/>
                  </a:lnTo>
                  <a:lnTo>
                    <a:pt x="2786" y="43278"/>
                  </a:lnTo>
                  <a:lnTo>
                    <a:pt x="3863" y="48603"/>
                  </a:lnTo>
                  <a:lnTo>
                    <a:pt x="5112" y="53890"/>
                  </a:lnTo>
                  <a:lnTo>
                    <a:pt x="6532" y="59133"/>
                  </a:lnTo>
                  <a:lnTo>
                    <a:pt x="8122" y="64328"/>
                  </a:lnTo>
                  <a:lnTo>
                    <a:pt x="9880" y="69468"/>
                  </a:lnTo>
                  <a:lnTo>
                    <a:pt x="11803" y="74549"/>
                  </a:lnTo>
                  <a:lnTo>
                    <a:pt x="13891" y="79564"/>
                  </a:lnTo>
                  <a:lnTo>
                    <a:pt x="16141" y="84509"/>
                  </a:lnTo>
                  <a:lnTo>
                    <a:pt x="18550" y="89378"/>
                  </a:lnTo>
                  <a:lnTo>
                    <a:pt x="21116" y="94166"/>
                  </a:lnTo>
                  <a:lnTo>
                    <a:pt x="23837" y="98869"/>
                  </a:lnTo>
                  <a:lnTo>
                    <a:pt x="26709" y="103480"/>
                  </a:lnTo>
                  <a:lnTo>
                    <a:pt x="29729" y="107996"/>
                  </a:lnTo>
                  <a:lnTo>
                    <a:pt x="32894" y="112411"/>
                  </a:lnTo>
                  <a:lnTo>
                    <a:pt x="36201" y="116721"/>
                  </a:lnTo>
                  <a:lnTo>
                    <a:pt x="39646" y="120921"/>
                  </a:lnTo>
                  <a:lnTo>
                    <a:pt x="43226" y="125007"/>
                  </a:lnTo>
                  <a:lnTo>
                    <a:pt x="46937" y="128975"/>
                  </a:lnTo>
                  <a:lnTo>
                    <a:pt x="50775" y="132820"/>
                  </a:lnTo>
                  <a:lnTo>
                    <a:pt x="54735" y="136538"/>
                  </a:lnTo>
                  <a:lnTo>
                    <a:pt x="58815" y="140126"/>
                  </a:lnTo>
                  <a:lnTo>
                    <a:pt x="63009" y="143579"/>
                  </a:lnTo>
                  <a:lnTo>
                    <a:pt x="67313" y="146894"/>
                  </a:lnTo>
                  <a:lnTo>
                    <a:pt x="71722" y="150067"/>
                  </a:lnTo>
                  <a:lnTo>
                    <a:pt x="76232" y="153096"/>
                  </a:lnTo>
                  <a:lnTo>
                    <a:pt x="80838" y="155976"/>
                  </a:lnTo>
                  <a:lnTo>
                    <a:pt x="85535" y="158705"/>
                  </a:lnTo>
                  <a:lnTo>
                    <a:pt x="90319" y="161280"/>
                  </a:lnTo>
                  <a:lnTo>
                    <a:pt x="95183" y="163699"/>
                  </a:lnTo>
                  <a:lnTo>
                    <a:pt x="100124" y="165957"/>
                  </a:lnTo>
                  <a:lnTo>
                    <a:pt x="105135" y="168055"/>
                  </a:lnTo>
                  <a:lnTo>
                    <a:pt x="110212" y="169988"/>
                  </a:lnTo>
                  <a:lnTo>
                    <a:pt x="115349" y="171755"/>
                  </a:lnTo>
                  <a:lnTo>
                    <a:pt x="120541" y="173355"/>
                  </a:lnTo>
                  <a:lnTo>
                    <a:pt x="125782" y="174784"/>
                  </a:lnTo>
                  <a:lnTo>
                    <a:pt x="131067" y="176043"/>
                  </a:lnTo>
                  <a:lnTo>
                    <a:pt x="136389" y="177130"/>
                  </a:lnTo>
                  <a:lnTo>
                    <a:pt x="141745" y="178043"/>
                  </a:lnTo>
                  <a:lnTo>
                    <a:pt x="147127" y="178781"/>
                  </a:lnTo>
                  <a:lnTo>
                    <a:pt x="152530" y="179344"/>
                  </a:lnTo>
                  <a:lnTo>
                    <a:pt x="157949" y="179732"/>
                  </a:lnTo>
                  <a:lnTo>
                    <a:pt x="163377" y="179943"/>
                  </a:lnTo>
                  <a:lnTo>
                    <a:pt x="168810" y="179977"/>
                  </a:lnTo>
                  <a:lnTo>
                    <a:pt x="174240" y="179835"/>
                  </a:lnTo>
                  <a:lnTo>
                    <a:pt x="167155" y="128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105894" y="1031511"/>
              <a:ext cx="167165" cy="334184"/>
            </a:xfrm>
            <a:custGeom>
              <a:avLst/>
              <a:pathLst>
                <a:path w="167165" h="334184">
                  <a:moveTo>
                    <a:pt x="7084" y="334184"/>
                  </a:moveTo>
                  <a:lnTo>
                    <a:pt x="12416" y="333873"/>
                  </a:lnTo>
                  <a:lnTo>
                    <a:pt x="17735" y="333391"/>
                  </a:lnTo>
                  <a:lnTo>
                    <a:pt x="23036" y="332739"/>
                  </a:lnTo>
                  <a:lnTo>
                    <a:pt x="28314" y="331919"/>
                  </a:lnTo>
                  <a:lnTo>
                    <a:pt x="33562" y="330930"/>
                  </a:lnTo>
                  <a:lnTo>
                    <a:pt x="38777" y="329775"/>
                  </a:lnTo>
                  <a:lnTo>
                    <a:pt x="43951" y="328453"/>
                  </a:lnTo>
                  <a:lnTo>
                    <a:pt x="49081" y="326967"/>
                  </a:lnTo>
                  <a:lnTo>
                    <a:pt x="54161" y="325317"/>
                  </a:lnTo>
                  <a:lnTo>
                    <a:pt x="59185" y="323506"/>
                  </a:lnTo>
                  <a:lnTo>
                    <a:pt x="64149" y="321536"/>
                  </a:lnTo>
                  <a:lnTo>
                    <a:pt x="69048" y="319408"/>
                  </a:lnTo>
                  <a:lnTo>
                    <a:pt x="73876" y="317124"/>
                  </a:lnTo>
                  <a:lnTo>
                    <a:pt x="78629" y="314688"/>
                  </a:lnTo>
                  <a:lnTo>
                    <a:pt x="83301" y="312101"/>
                  </a:lnTo>
                  <a:lnTo>
                    <a:pt x="87889" y="309366"/>
                  </a:lnTo>
                  <a:lnTo>
                    <a:pt x="92386" y="306485"/>
                  </a:lnTo>
                  <a:lnTo>
                    <a:pt x="96790" y="303463"/>
                  </a:lnTo>
                  <a:lnTo>
                    <a:pt x="101094" y="300301"/>
                  </a:lnTo>
                  <a:lnTo>
                    <a:pt x="105296" y="297004"/>
                  </a:lnTo>
                  <a:lnTo>
                    <a:pt x="109390" y="293574"/>
                  </a:lnTo>
                  <a:lnTo>
                    <a:pt x="113372" y="290015"/>
                  </a:lnTo>
                  <a:lnTo>
                    <a:pt x="117238" y="286331"/>
                  </a:lnTo>
                  <a:lnTo>
                    <a:pt x="120985" y="282525"/>
                  </a:lnTo>
                  <a:lnTo>
                    <a:pt x="124609" y="278601"/>
                  </a:lnTo>
                  <a:lnTo>
                    <a:pt x="128105" y="274563"/>
                  </a:lnTo>
                  <a:lnTo>
                    <a:pt x="131470" y="270416"/>
                  </a:lnTo>
                  <a:lnTo>
                    <a:pt x="134701" y="266164"/>
                  </a:lnTo>
                  <a:lnTo>
                    <a:pt x="137795" y="261810"/>
                  </a:lnTo>
                  <a:lnTo>
                    <a:pt x="140748" y="257360"/>
                  </a:lnTo>
                  <a:lnTo>
                    <a:pt x="143558" y="252818"/>
                  </a:lnTo>
                  <a:lnTo>
                    <a:pt x="146220" y="248188"/>
                  </a:lnTo>
                  <a:lnTo>
                    <a:pt x="148734" y="243476"/>
                  </a:lnTo>
                  <a:lnTo>
                    <a:pt x="151096" y="238685"/>
                  </a:lnTo>
                  <a:lnTo>
                    <a:pt x="153303" y="233822"/>
                  </a:lnTo>
                  <a:lnTo>
                    <a:pt x="155354" y="228891"/>
                  </a:lnTo>
                  <a:lnTo>
                    <a:pt x="157247" y="223896"/>
                  </a:lnTo>
                  <a:lnTo>
                    <a:pt x="158979" y="218844"/>
                  </a:lnTo>
                  <a:lnTo>
                    <a:pt x="160548" y="213739"/>
                  </a:lnTo>
                  <a:lnTo>
                    <a:pt x="161954" y="208587"/>
                  </a:lnTo>
                  <a:lnTo>
                    <a:pt x="163195" y="203392"/>
                  </a:lnTo>
                  <a:lnTo>
                    <a:pt x="164269" y="198160"/>
                  </a:lnTo>
                  <a:lnTo>
                    <a:pt x="165175" y="192897"/>
                  </a:lnTo>
                  <a:lnTo>
                    <a:pt x="165913" y="187607"/>
                  </a:lnTo>
                  <a:lnTo>
                    <a:pt x="166481" y="182296"/>
                  </a:lnTo>
                  <a:lnTo>
                    <a:pt x="166879" y="176970"/>
                  </a:lnTo>
                  <a:lnTo>
                    <a:pt x="167107" y="171635"/>
                  </a:lnTo>
                  <a:lnTo>
                    <a:pt x="167165" y="166294"/>
                  </a:lnTo>
                  <a:lnTo>
                    <a:pt x="167051" y="160954"/>
                  </a:lnTo>
                  <a:lnTo>
                    <a:pt x="166768" y="155621"/>
                  </a:lnTo>
                  <a:lnTo>
                    <a:pt x="166314" y="150299"/>
                  </a:lnTo>
                  <a:lnTo>
                    <a:pt x="165690" y="144995"/>
                  </a:lnTo>
                  <a:lnTo>
                    <a:pt x="164897" y="139713"/>
                  </a:lnTo>
                  <a:lnTo>
                    <a:pt x="163936" y="134460"/>
                  </a:lnTo>
                  <a:lnTo>
                    <a:pt x="162808" y="129240"/>
                  </a:lnTo>
                  <a:lnTo>
                    <a:pt x="161513" y="124058"/>
                  </a:lnTo>
                  <a:lnTo>
                    <a:pt x="160053" y="118920"/>
                  </a:lnTo>
                  <a:lnTo>
                    <a:pt x="158430" y="113832"/>
                  </a:lnTo>
                  <a:lnTo>
                    <a:pt x="156646" y="108798"/>
                  </a:lnTo>
                  <a:lnTo>
                    <a:pt x="154701" y="103824"/>
                  </a:lnTo>
                  <a:lnTo>
                    <a:pt x="152599" y="98914"/>
                  </a:lnTo>
                  <a:lnTo>
                    <a:pt x="150341" y="94074"/>
                  </a:lnTo>
                  <a:lnTo>
                    <a:pt x="147929" y="89309"/>
                  </a:lnTo>
                  <a:lnTo>
                    <a:pt x="145366" y="84623"/>
                  </a:lnTo>
                  <a:lnTo>
                    <a:pt x="142655" y="80022"/>
                  </a:lnTo>
                  <a:lnTo>
                    <a:pt x="139798" y="75509"/>
                  </a:lnTo>
                  <a:lnTo>
                    <a:pt x="136799" y="71090"/>
                  </a:lnTo>
                  <a:lnTo>
                    <a:pt x="133660" y="66769"/>
                  </a:lnTo>
                  <a:lnTo>
                    <a:pt x="130385" y="62550"/>
                  </a:lnTo>
                  <a:lnTo>
                    <a:pt x="126976" y="58438"/>
                  </a:lnTo>
                  <a:lnTo>
                    <a:pt x="123438" y="54438"/>
                  </a:lnTo>
                  <a:lnTo>
                    <a:pt x="119774" y="50552"/>
                  </a:lnTo>
                  <a:lnTo>
                    <a:pt x="115987" y="46785"/>
                  </a:lnTo>
                  <a:lnTo>
                    <a:pt x="112083" y="43141"/>
                  </a:lnTo>
                  <a:lnTo>
                    <a:pt x="108063" y="39624"/>
                  </a:lnTo>
                  <a:lnTo>
                    <a:pt x="103934" y="36237"/>
                  </a:lnTo>
                  <a:lnTo>
                    <a:pt x="99698" y="32984"/>
                  </a:lnTo>
                  <a:lnTo>
                    <a:pt x="95361" y="29867"/>
                  </a:lnTo>
                  <a:lnTo>
                    <a:pt x="90926" y="26891"/>
                  </a:lnTo>
                  <a:lnTo>
                    <a:pt x="86399" y="24058"/>
                  </a:lnTo>
                  <a:lnTo>
                    <a:pt x="81783" y="21371"/>
                  </a:lnTo>
                  <a:lnTo>
                    <a:pt x="77084" y="18833"/>
                  </a:lnTo>
                  <a:lnTo>
                    <a:pt x="72306" y="16446"/>
                  </a:lnTo>
                  <a:lnTo>
                    <a:pt x="67454" y="14213"/>
                  </a:lnTo>
                  <a:lnTo>
                    <a:pt x="62534" y="12137"/>
                  </a:lnTo>
                  <a:lnTo>
                    <a:pt x="57549" y="10218"/>
                  </a:lnTo>
                  <a:lnTo>
                    <a:pt x="52506" y="8460"/>
                  </a:lnTo>
                  <a:lnTo>
                    <a:pt x="47410" y="6863"/>
                  </a:lnTo>
                  <a:lnTo>
                    <a:pt x="42264" y="5431"/>
                  </a:lnTo>
                  <a:lnTo>
                    <a:pt x="37076" y="4163"/>
                  </a:lnTo>
                  <a:lnTo>
                    <a:pt x="31850" y="3062"/>
                  </a:lnTo>
                  <a:lnTo>
                    <a:pt x="26591" y="2128"/>
                  </a:lnTo>
                  <a:lnTo>
                    <a:pt x="21306" y="1363"/>
                  </a:lnTo>
                  <a:lnTo>
                    <a:pt x="15998" y="767"/>
                  </a:lnTo>
                  <a:lnTo>
                    <a:pt x="10674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2797" y="1236837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2797" y="1386911"/>
              <a:ext cx="166291" cy="17093"/>
            </a:xfrm>
            <a:custGeom>
              <a:avLst/>
              <a:pathLst>
                <a:path w="166291" h="17093">
                  <a:moveTo>
                    <a:pt x="0" y="0"/>
                  </a:moveTo>
                  <a:lnTo>
                    <a:pt x="166291" y="17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61926" y="1236965"/>
              <a:ext cx="334314" cy="334206"/>
            </a:xfrm>
            <a:custGeom>
              <a:avLst/>
              <a:pathLst>
                <a:path w="334314" h="334206">
                  <a:moveTo>
                    <a:pt x="871" y="149946"/>
                  </a:moveTo>
                  <a:lnTo>
                    <a:pt x="414" y="155213"/>
                  </a:lnTo>
                  <a:lnTo>
                    <a:pt x="123" y="160492"/>
                  </a:lnTo>
                  <a:lnTo>
                    <a:pt x="0" y="165777"/>
                  </a:lnTo>
                  <a:lnTo>
                    <a:pt x="43" y="171064"/>
                  </a:lnTo>
                  <a:lnTo>
                    <a:pt x="254" y="176346"/>
                  </a:lnTo>
                  <a:lnTo>
                    <a:pt x="632" y="181620"/>
                  </a:lnTo>
                  <a:lnTo>
                    <a:pt x="1176" y="186879"/>
                  </a:lnTo>
                  <a:lnTo>
                    <a:pt x="1887" y="192117"/>
                  </a:lnTo>
                  <a:lnTo>
                    <a:pt x="2762" y="197331"/>
                  </a:lnTo>
                  <a:lnTo>
                    <a:pt x="3802" y="202515"/>
                  </a:lnTo>
                  <a:lnTo>
                    <a:pt x="5006" y="207663"/>
                  </a:lnTo>
                  <a:lnTo>
                    <a:pt x="6372" y="212770"/>
                  </a:lnTo>
                  <a:lnTo>
                    <a:pt x="7898" y="217832"/>
                  </a:lnTo>
                  <a:lnTo>
                    <a:pt x="9584" y="222843"/>
                  </a:lnTo>
                  <a:lnTo>
                    <a:pt x="11427" y="227798"/>
                  </a:lnTo>
                  <a:lnTo>
                    <a:pt x="13427" y="232692"/>
                  </a:lnTo>
                  <a:lnTo>
                    <a:pt x="15580" y="237521"/>
                  </a:lnTo>
                  <a:lnTo>
                    <a:pt x="17884" y="242279"/>
                  </a:lnTo>
                  <a:lnTo>
                    <a:pt x="20338" y="246962"/>
                  </a:lnTo>
                  <a:lnTo>
                    <a:pt x="22939" y="251565"/>
                  </a:lnTo>
                  <a:lnTo>
                    <a:pt x="25684" y="256083"/>
                  </a:lnTo>
                  <a:lnTo>
                    <a:pt x="28570" y="260513"/>
                  </a:lnTo>
                  <a:lnTo>
                    <a:pt x="31595" y="264848"/>
                  </a:lnTo>
                  <a:lnTo>
                    <a:pt x="34756" y="269086"/>
                  </a:lnTo>
                  <a:lnTo>
                    <a:pt x="38049" y="273222"/>
                  </a:lnTo>
                  <a:lnTo>
                    <a:pt x="41472" y="277252"/>
                  </a:lnTo>
                  <a:lnTo>
                    <a:pt x="45020" y="281172"/>
                  </a:lnTo>
                  <a:lnTo>
                    <a:pt x="48690" y="284977"/>
                  </a:lnTo>
                  <a:lnTo>
                    <a:pt x="52479" y="288664"/>
                  </a:lnTo>
                  <a:lnTo>
                    <a:pt x="56382" y="292230"/>
                  </a:lnTo>
                  <a:lnTo>
                    <a:pt x="60396" y="295671"/>
                  </a:lnTo>
                  <a:lnTo>
                    <a:pt x="64517" y="298982"/>
                  </a:lnTo>
                  <a:lnTo>
                    <a:pt x="68741" y="302162"/>
                  </a:lnTo>
                  <a:lnTo>
                    <a:pt x="73063" y="305207"/>
                  </a:lnTo>
                  <a:lnTo>
                    <a:pt x="77479" y="308114"/>
                  </a:lnTo>
                  <a:lnTo>
                    <a:pt x="81985" y="310879"/>
                  </a:lnTo>
                  <a:lnTo>
                    <a:pt x="86576" y="313501"/>
                  </a:lnTo>
                  <a:lnTo>
                    <a:pt x="91248" y="315976"/>
                  </a:lnTo>
                  <a:lnTo>
                    <a:pt x="95996" y="318302"/>
                  </a:lnTo>
                  <a:lnTo>
                    <a:pt x="100815" y="320477"/>
                  </a:lnTo>
                  <a:lnTo>
                    <a:pt x="105700" y="322498"/>
                  </a:lnTo>
                  <a:lnTo>
                    <a:pt x="110646" y="324364"/>
                  </a:lnTo>
                  <a:lnTo>
                    <a:pt x="115650" y="326072"/>
                  </a:lnTo>
                  <a:lnTo>
                    <a:pt x="120704" y="327622"/>
                  </a:lnTo>
                  <a:lnTo>
                    <a:pt x="125806" y="329010"/>
                  </a:lnTo>
                  <a:lnTo>
                    <a:pt x="130948" y="330237"/>
                  </a:lnTo>
                  <a:lnTo>
                    <a:pt x="136127" y="331301"/>
                  </a:lnTo>
                  <a:lnTo>
                    <a:pt x="141337" y="332200"/>
                  </a:lnTo>
                  <a:lnTo>
                    <a:pt x="146573" y="332934"/>
                  </a:lnTo>
                  <a:lnTo>
                    <a:pt x="151829" y="333502"/>
                  </a:lnTo>
                  <a:lnTo>
                    <a:pt x="157100" y="333904"/>
                  </a:lnTo>
                  <a:lnTo>
                    <a:pt x="162382" y="334138"/>
                  </a:lnTo>
                  <a:lnTo>
                    <a:pt x="167668" y="334206"/>
                  </a:lnTo>
                  <a:lnTo>
                    <a:pt x="172954" y="334106"/>
                  </a:lnTo>
                  <a:lnTo>
                    <a:pt x="178235" y="333840"/>
                  </a:lnTo>
                  <a:lnTo>
                    <a:pt x="183504" y="333406"/>
                  </a:lnTo>
                  <a:lnTo>
                    <a:pt x="188756" y="332806"/>
                  </a:lnTo>
                  <a:lnTo>
                    <a:pt x="193987" y="332040"/>
                  </a:lnTo>
                  <a:lnTo>
                    <a:pt x="199192" y="331110"/>
                  </a:lnTo>
                  <a:lnTo>
                    <a:pt x="204364" y="330015"/>
                  </a:lnTo>
                  <a:lnTo>
                    <a:pt x="209499" y="328757"/>
                  </a:lnTo>
                  <a:lnTo>
                    <a:pt x="214592" y="327337"/>
                  </a:lnTo>
                  <a:lnTo>
                    <a:pt x="219637" y="325757"/>
                  </a:lnTo>
                  <a:lnTo>
                    <a:pt x="224630" y="324018"/>
                  </a:lnTo>
                  <a:lnTo>
                    <a:pt x="229565" y="322123"/>
                  </a:lnTo>
                  <a:lnTo>
                    <a:pt x="234438" y="320072"/>
                  </a:lnTo>
                  <a:lnTo>
                    <a:pt x="239244" y="317868"/>
                  </a:lnTo>
                  <a:lnTo>
                    <a:pt x="243977" y="315513"/>
                  </a:lnTo>
                  <a:lnTo>
                    <a:pt x="248634" y="313010"/>
                  </a:lnTo>
                  <a:lnTo>
                    <a:pt x="253209" y="310360"/>
                  </a:lnTo>
                  <a:lnTo>
                    <a:pt x="257698" y="307568"/>
                  </a:lnTo>
                  <a:lnTo>
                    <a:pt x="262096" y="304635"/>
                  </a:lnTo>
                  <a:lnTo>
                    <a:pt x="266400" y="301564"/>
                  </a:lnTo>
                  <a:lnTo>
                    <a:pt x="270604" y="298358"/>
                  </a:lnTo>
                  <a:lnTo>
                    <a:pt x="274705" y="295022"/>
                  </a:lnTo>
                  <a:lnTo>
                    <a:pt x="278699" y="291557"/>
                  </a:lnTo>
                  <a:lnTo>
                    <a:pt x="282580" y="287967"/>
                  </a:lnTo>
                  <a:lnTo>
                    <a:pt x="286347" y="284257"/>
                  </a:lnTo>
                  <a:lnTo>
                    <a:pt x="289994" y="280430"/>
                  </a:lnTo>
                  <a:lnTo>
                    <a:pt x="293518" y="276489"/>
                  </a:lnTo>
                  <a:lnTo>
                    <a:pt x="296916" y="272438"/>
                  </a:lnTo>
                  <a:lnTo>
                    <a:pt x="300184" y="268283"/>
                  </a:lnTo>
                  <a:lnTo>
                    <a:pt x="303319" y="264026"/>
                  </a:lnTo>
                  <a:lnTo>
                    <a:pt x="306318" y="259671"/>
                  </a:lnTo>
                  <a:lnTo>
                    <a:pt x="309177" y="255225"/>
                  </a:lnTo>
                  <a:lnTo>
                    <a:pt x="311895" y="250690"/>
                  </a:lnTo>
                  <a:lnTo>
                    <a:pt x="314468" y="246071"/>
                  </a:lnTo>
                  <a:lnTo>
                    <a:pt x="316893" y="241374"/>
                  </a:lnTo>
                  <a:lnTo>
                    <a:pt x="319169" y="236601"/>
                  </a:lnTo>
                  <a:lnTo>
                    <a:pt x="321293" y="231760"/>
                  </a:lnTo>
                  <a:lnTo>
                    <a:pt x="323262" y="226854"/>
                  </a:lnTo>
                  <a:lnTo>
                    <a:pt x="325076" y="221887"/>
                  </a:lnTo>
                  <a:lnTo>
                    <a:pt x="326731" y="216866"/>
                  </a:lnTo>
                  <a:lnTo>
                    <a:pt x="328227" y="211796"/>
                  </a:lnTo>
                  <a:lnTo>
                    <a:pt x="329562" y="206680"/>
                  </a:lnTo>
                  <a:lnTo>
                    <a:pt x="330734" y="201525"/>
                  </a:lnTo>
                  <a:lnTo>
                    <a:pt x="331743" y="196335"/>
                  </a:lnTo>
                  <a:lnTo>
                    <a:pt x="332587" y="191116"/>
                  </a:lnTo>
                  <a:lnTo>
                    <a:pt x="333265" y="185873"/>
                  </a:lnTo>
                  <a:lnTo>
                    <a:pt x="333778" y="180611"/>
                  </a:lnTo>
                  <a:lnTo>
                    <a:pt x="334124" y="175335"/>
                  </a:lnTo>
                  <a:lnTo>
                    <a:pt x="334302" y="170051"/>
                  </a:lnTo>
                  <a:lnTo>
                    <a:pt x="334314" y="164765"/>
                  </a:lnTo>
                  <a:lnTo>
                    <a:pt x="334159" y="159480"/>
                  </a:lnTo>
                  <a:lnTo>
                    <a:pt x="333836" y="154203"/>
                  </a:lnTo>
                  <a:lnTo>
                    <a:pt x="333347" y="148939"/>
                  </a:lnTo>
                  <a:lnTo>
                    <a:pt x="332691" y="143693"/>
                  </a:lnTo>
                  <a:lnTo>
                    <a:pt x="331870" y="138470"/>
                  </a:lnTo>
                  <a:lnTo>
                    <a:pt x="330884" y="133276"/>
                  </a:lnTo>
                  <a:lnTo>
                    <a:pt x="329735" y="128115"/>
                  </a:lnTo>
                  <a:lnTo>
                    <a:pt x="328423" y="122994"/>
                  </a:lnTo>
                  <a:lnTo>
                    <a:pt x="326949" y="117917"/>
                  </a:lnTo>
                  <a:lnTo>
                    <a:pt x="325316" y="112888"/>
                  </a:lnTo>
                  <a:lnTo>
                    <a:pt x="323524" y="107914"/>
                  </a:lnTo>
                  <a:lnTo>
                    <a:pt x="321577" y="102999"/>
                  </a:lnTo>
                  <a:lnTo>
                    <a:pt x="319474" y="98148"/>
                  </a:lnTo>
                  <a:lnTo>
                    <a:pt x="317220" y="93366"/>
                  </a:lnTo>
                  <a:lnTo>
                    <a:pt x="314815" y="88658"/>
                  </a:lnTo>
                  <a:lnTo>
                    <a:pt x="312262" y="84028"/>
                  </a:lnTo>
                  <a:lnTo>
                    <a:pt x="309565" y="79481"/>
                  </a:lnTo>
                  <a:lnTo>
                    <a:pt x="306725" y="75022"/>
                  </a:lnTo>
                  <a:lnTo>
                    <a:pt x="303745" y="70655"/>
                  </a:lnTo>
                  <a:lnTo>
                    <a:pt x="300629" y="66384"/>
                  </a:lnTo>
                  <a:lnTo>
                    <a:pt x="297379" y="62214"/>
                  </a:lnTo>
                  <a:lnTo>
                    <a:pt x="293999" y="58148"/>
                  </a:lnTo>
                  <a:lnTo>
                    <a:pt x="290493" y="54192"/>
                  </a:lnTo>
                  <a:lnTo>
                    <a:pt x="286862" y="50348"/>
                  </a:lnTo>
                  <a:lnTo>
                    <a:pt x="283112" y="46621"/>
                  </a:lnTo>
                  <a:lnTo>
                    <a:pt x="279247" y="43015"/>
                  </a:lnTo>
                  <a:lnTo>
                    <a:pt x="275269" y="39533"/>
                  </a:lnTo>
                  <a:lnTo>
                    <a:pt x="271183" y="36178"/>
                  </a:lnTo>
                  <a:lnTo>
                    <a:pt x="266992" y="32954"/>
                  </a:lnTo>
                  <a:lnTo>
                    <a:pt x="262702" y="29864"/>
                  </a:lnTo>
                  <a:lnTo>
                    <a:pt x="258317" y="26912"/>
                  </a:lnTo>
                  <a:lnTo>
                    <a:pt x="253840" y="24099"/>
                  </a:lnTo>
                  <a:lnTo>
                    <a:pt x="249277" y="21430"/>
                  </a:lnTo>
                  <a:lnTo>
                    <a:pt x="244631" y="18906"/>
                  </a:lnTo>
                  <a:lnTo>
                    <a:pt x="239908" y="16530"/>
                  </a:lnTo>
                  <a:lnTo>
                    <a:pt x="235112" y="14305"/>
                  </a:lnTo>
                  <a:lnTo>
                    <a:pt x="230248" y="12233"/>
                  </a:lnTo>
                  <a:lnTo>
                    <a:pt x="225321" y="10315"/>
                  </a:lnTo>
                  <a:lnTo>
                    <a:pt x="220336" y="8555"/>
                  </a:lnTo>
                  <a:lnTo>
                    <a:pt x="215298" y="6952"/>
                  </a:lnTo>
                  <a:lnTo>
                    <a:pt x="210212" y="5510"/>
                  </a:lnTo>
                  <a:lnTo>
                    <a:pt x="205082" y="4230"/>
                  </a:lnTo>
                  <a:lnTo>
                    <a:pt x="199915" y="3112"/>
                  </a:lnTo>
                  <a:lnTo>
                    <a:pt x="194715" y="2158"/>
                  </a:lnTo>
                  <a:lnTo>
                    <a:pt x="189487" y="1369"/>
                  </a:lnTo>
                  <a:lnTo>
                    <a:pt x="184237" y="746"/>
                  </a:lnTo>
                  <a:lnTo>
                    <a:pt x="178970" y="289"/>
                  </a:lnTo>
                  <a:lnTo>
                    <a:pt x="173691" y="0"/>
                  </a:lnTo>
                  <a:lnTo>
                    <a:pt x="167162" y="1670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629088" y="1236837"/>
              <a:ext cx="6528" cy="167167"/>
            </a:xfrm>
            <a:custGeom>
              <a:avLst/>
              <a:pathLst>
                <a:path w="6528" h="167167">
                  <a:moveTo>
                    <a:pt x="6528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3997" y="1546402"/>
              <a:ext cx="38568" cy="167167"/>
            </a:xfrm>
            <a:custGeom>
              <a:avLst/>
              <a:pathLst>
                <a:path w="38568" h="167167">
                  <a:moveTo>
                    <a:pt x="38568" y="0"/>
                  </a:moveTo>
                  <a:lnTo>
                    <a:pt x="32083" y="125"/>
                  </a:lnTo>
                  <a:lnTo>
                    <a:pt x="25608" y="503"/>
                  </a:lnTo>
                  <a:lnTo>
                    <a:pt x="19153" y="1131"/>
                  </a:lnTo>
                  <a:lnTo>
                    <a:pt x="12726" y="2009"/>
                  </a:lnTo>
                  <a:lnTo>
                    <a:pt x="6339" y="3136"/>
                  </a:lnTo>
                  <a:lnTo>
                    <a:pt x="0" y="4510"/>
                  </a:lnTo>
                  <a:lnTo>
                    <a:pt x="3856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173997" y="1550912"/>
              <a:ext cx="38568" cy="162657"/>
            </a:xfrm>
            <a:custGeom>
              <a:avLst/>
              <a:pathLst>
                <a:path w="38568" h="162657">
                  <a:moveTo>
                    <a:pt x="0" y="0"/>
                  </a:moveTo>
                  <a:lnTo>
                    <a:pt x="38568" y="162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45405" y="1550912"/>
              <a:ext cx="334310" cy="329823"/>
            </a:xfrm>
            <a:custGeom>
              <a:avLst/>
              <a:pathLst>
                <a:path w="334310" h="329823">
                  <a:moveTo>
                    <a:pt x="128592" y="0"/>
                  </a:moveTo>
                  <a:lnTo>
                    <a:pt x="123464" y="1301"/>
                  </a:lnTo>
                  <a:lnTo>
                    <a:pt x="118380" y="2765"/>
                  </a:lnTo>
                  <a:lnTo>
                    <a:pt x="113344" y="4389"/>
                  </a:lnTo>
                  <a:lnTo>
                    <a:pt x="108363" y="6171"/>
                  </a:lnTo>
                  <a:lnTo>
                    <a:pt x="103440" y="8110"/>
                  </a:lnTo>
                  <a:lnTo>
                    <a:pt x="98581" y="10204"/>
                  </a:lnTo>
                  <a:lnTo>
                    <a:pt x="93791" y="12451"/>
                  </a:lnTo>
                  <a:lnTo>
                    <a:pt x="89075" y="14848"/>
                  </a:lnTo>
                  <a:lnTo>
                    <a:pt x="84436" y="17393"/>
                  </a:lnTo>
                  <a:lnTo>
                    <a:pt x="79881" y="20083"/>
                  </a:lnTo>
                  <a:lnTo>
                    <a:pt x="75413" y="22917"/>
                  </a:lnTo>
                  <a:lnTo>
                    <a:pt x="71036" y="25890"/>
                  </a:lnTo>
                  <a:lnTo>
                    <a:pt x="66756" y="29001"/>
                  </a:lnTo>
                  <a:lnTo>
                    <a:pt x="62577" y="32245"/>
                  </a:lnTo>
                  <a:lnTo>
                    <a:pt x="58503" y="35620"/>
                  </a:lnTo>
                  <a:lnTo>
                    <a:pt x="54537" y="39122"/>
                  </a:lnTo>
                  <a:lnTo>
                    <a:pt x="50684" y="42748"/>
                  </a:lnTo>
                  <a:lnTo>
                    <a:pt x="46948" y="46494"/>
                  </a:lnTo>
                  <a:lnTo>
                    <a:pt x="43332" y="50356"/>
                  </a:lnTo>
                  <a:lnTo>
                    <a:pt x="39840" y="54331"/>
                  </a:lnTo>
                  <a:lnTo>
                    <a:pt x="36476" y="58415"/>
                  </a:lnTo>
                  <a:lnTo>
                    <a:pt x="33243" y="62602"/>
                  </a:lnTo>
                  <a:lnTo>
                    <a:pt x="30143" y="66890"/>
                  </a:lnTo>
                  <a:lnTo>
                    <a:pt x="27181" y="71274"/>
                  </a:lnTo>
                  <a:lnTo>
                    <a:pt x="24360" y="75750"/>
                  </a:lnTo>
                  <a:lnTo>
                    <a:pt x="21681" y="80312"/>
                  </a:lnTo>
                  <a:lnTo>
                    <a:pt x="19148" y="84957"/>
                  </a:lnTo>
                  <a:lnTo>
                    <a:pt x="16763" y="89680"/>
                  </a:lnTo>
                  <a:lnTo>
                    <a:pt x="14529" y="94476"/>
                  </a:lnTo>
                  <a:lnTo>
                    <a:pt x="12448" y="99340"/>
                  </a:lnTo>
                  <a:lnTo>
                    <a:pt x="10522" y="104268"/>
                  </a:lnTo>
                  <a:lnTo>
                    <a:pt x="8753" y="109254"/>
                  </a:lnTo>
                  <a:lnTo>
                    <a:pt x="7142" y="114294"/>
                  </a:lnTo>
                  <a:lnTo>
                    <a:pt x="5692" y="119382"/>
                  </a:lnTo>
                  <a:lnTo>
                    <a:pt x="4403" y="124513"/>
                  </a:lnTo>
                  <a:lnTo>
                    <a:pt x="3278" y="129683"/>
                  </a:lnTo>
                  <a:lnTo>
                    <a:pt x="2316" y="134886"/>
                  </a:lnTo>
                  <a:lnTo>
                    <a:pt x="1520" y="140116"/>
                  </a:lnTo>
                  <a:lnTo>
                    <a:pt x="890" y="145369"/>
                  </a:lnTo>
                  <a:lnTo>
                    <a:pt x="426" y="150639"/>
                  </a:lnTo>
                  <a:lnTo>
                    <a:pt x="129" y="155922"/>
                  </a:lnTo>
                  <a:lnTo>
                    <a:pt x="0" y="161211"/>
                  </a:lnTo>
                  <a:lnTo>
                    <a:pt x="37" y="166502"/>
                  </a:lnTo>
                  <a:lnTo>
                    <a:pt x="243" y="171788"/>
                  </a:lnTo>
                  <a:lnTo>
                    <a:pt x="615" y="177066"/>
                  </a:lnTo>
                  <a:lnTo>
                    <a:pt x="1155" y="182329"/>
                  </a:lnTo>
                  <a:lnTo>
                    <a:pt x="1861" y="187573"/>
                  </a:lnTo>
                  <a:lnTo>
                    <a:pt x="2732" y="192791"/>
                  </a:lnTo>
                  <a:lnTo>
                    <a:pt x="3768" y="197980"/>
                  </a:lnTo>
                  <a:lnTo>
                    <a:pt x="4967" y="203133"/>
                  </a:lnTo>
                  <a:lnTo>
                    <a:pt x="6329" y="208245"/>
                  </a:lnTo>
                  <a:lnTo>
                    <a:pt x="7853" y="213312"/>
                  </a:lnTo>
                  <a:lnTo>
                    <a:pt x="9535" y="218328"/>
                  </a:lnTo>
                  <a:lnTo>
                    <a:pt x="11376" y="223288"/>
                  </a:lnTo>
                  <a:lnTo>
                    <a:pt x="13373" y="228187"/>
                  </a:lnTo>
                  <a:lnTo>
                    <a:pt x="15524" y="233021"/>
                  </a:lnTo>
                  <a:lnTo>
                    <a:pt x="17826" y="237785"/>
                  </a:lnTo>
                  <a:lnTo>
                    <a:pt x="20279" y="242473"/>
                  </a:lnTo>
                  <a:lnTo>
                    <a:pt x="22878" y="247081"/>
                  </a:lnTo>
                  <a:lnTo>
                    <a:pt x="25622" y="251605"/>
                  </a:lnTo>
                  <a:lnTo>
                    <a:pt x="28508" y="256039"/>
                  </a:lnTo>
                  <a:lnTo>
                    <a:pt x="31532" y="260380"/>
                  </a:lnTo>
                  <a:lnTo>
                    <a:pt x="34693" y="264623"/>
                  </a:lnTo>
                  <a:lnTo>
                    <a:pt x="37986" y="268764"/>
                  </a:lnTo>
                  <a:lnTo>
                    <a:pt x="41408" y="272799"/>
                  </a:lnTo>
                  <a:lnTo>
                    <a:pt x="44957" y="276723"/>
                  </a:lnTo>
                  <a:lnTo>
                    <a:pt x="48627" y="280533"/>
                  </a:lnTo>
                  <a:lnTo>
                    <a:pt x="52417" y="284225"/>
                  </a:lnTo>
                  <a:lnTo>
                    <a:pt x="56322" y="287795"/>
                  </a:lnTo>
                  <a:lnTo>
                    <a:pt x="60337" y="291240"/>
                  </a:lnTo>
                  <a:lnTo>
                    <a:pt x="64460" y="294556"/>
                  </a:lnTo>
                  <a:lnTo>
                    <a:pt x="68685" y="297740"/>
                  </a:lnTo>
                  <a:lnTo>
                    <a:pt x="73009" y="300789"/>
                  </a:lnTo>
                  <a:lnTo>
                    <a:pt x="77428" y="303699"/>
                  </a:lnTo>
                  <a:lnTo>
                    <a:pt x="81936" y="306468"/>
                  </a:lnTo>
                  <a:lnTo>
                    <a:pt x="86530" y="309093"/>
                  </a:lnTo>
                  <a:lnTo>
                    <a:pt x="91204" y="311571"/>
                  </a:lnTo>
                  <a:lnTo>
                    <a:pt x="95955" y="313900"/>
                  </a:lnTo>
                  <a:lnTo>
                    <a:pt x="100776" y="316078"/>
                  </a:lnTo>
                  <a:lnTo>
                    <a:pt x="105665" y="318102"/>
                  </a:lnTo>
                  <a:lnTo>
                    <a:pt x="110615" y="319970"/>
                  </a:lnTo>
                  <a:lnTo>
                    <a:pt x="115621" y="321681"/>
                  </a:lnTo>
                  <a:lnTo>
                    <a:pt x="120680" y="323232"/>
                  </a:lnTo>
                  <a:lnTo>
                    <a:pt x="125784" y="324623"/>
                  </a:lnTo>
                  <a:lnTo>
                    <a:pt x="130930" y="325851"/>
                  </a:lnTo>
                  <a:lnTo>
                    <a:pt x="136113" y="326916"/>
                  </a:lnTo>
                  <a:lnTo>
                    <a:pt x="141327" y="327816"/>
                  </a:lnTo>
                  <a:lnTo>
                    <a:pt x="146566" y="328551"/>
                  </a:lnTo>
                  <a:lnTo>
                    <a:pt x="151826" y="329119"/>
                  </a:lnTo>
                  <a:lnTo>
                    <a:pt x="157102" y="329521"/>
                  </a:lnTo>
                  <a:lnTo>
                    <a:pt x="162387" y="329756"/>
                  </a:lnTo>
                  <a:lnTo>
                    <a:pt x="167677" y="329823"/>
                  </a:lnTo>
                  <a:lnTo>
                    <a:pt x="172967" y="329723"/>
                  </a:lnTo>
                  <a:lnTo>
                    <a:pt x="178251" y="329456"/>
                  </a:lnTo>
                  <a:lnTo>
                    <a:pt x="183524" y="329021"/>
                  </a:lnTo>
                  <a:lnTo>
                    <a:pt x="188781" y="328420"/>
                  </a:lnTo>
                  <a:lnTo>
                    <a:pt x="194015" y="327653"/>
                  </a:lnTo>
                  <a:lnTo>
                    <a:pt x="199223" y="326721"/>
                  </a:lnTo>
                  <a:lnTo>
                    <a:pt x="204399" y="325624"/>
                  </a:lnTo>
                  <a:lnTo>
                    <a:pt x="209538" y="324364"/>
                  </a:lnTo>
                  <a:lnTo>
                    <a:pt x="214634" y="322942"/>
                  </a:lnTo>
                  <a:lnTo>
                    <a:pt x="219682" y="321359"/>
                  </a:lnTo>
                  <a:lnTo>
                    <a:pt x="224678" y="319618"/>
                  </a:lnTo>
                  <a:lnTo>
                    <a:pt x="229616" y="317719"/>
                  </a:lnTo>
                  <a:lnTo>
                    <a:pt x="234492" y="315665"/>
                  </a:lnTo>
                  <a:lnTo>
                    <a:pt x="239300" y="313457"/>
                  </a:lnTo>
                  <a:lnTo>
                    <a:pt x="244036" y="311099"/>
                  </a:lnTo>
                  <a:lnTo>
                    <a:pt x="248695" y="308592"/>
                  </a:lnTo>
                  <a:lnTo>
                    <a:pt x="253273" y="305939"/>
                  </a:lnTo>
                  <a:lnTo>
                    <a:pt x="257764" y="303142"/>
                  </a:lnTo>
                  <a:lnTo>
                    <a:pt x="262164" y="300204"/>
                  </a:lnTo>
                  <a:lnTo>
                    <a:pt x="266469" y="297129"/>
                  </a:lnTo>
                  <a:lnTo>
                    <a:pt x="270675" y="293919"/>
                  </a:lnTo>
                  <a:lnTo>
                    <a:pt x="274777" y="290577"/>
                  </a:lnTo>
                  <a:lnTo>
                    <a:pt x="278771" y="287108"/>
                  </a:lnTo>
                  <a:lnTo>
                    <a:pt x="282654" y="283513"/>
                  </a:lnTo>
                  <a:lnTo>
                    <a:pt x="286420" y="279798"/>
                  </a:lnTo>
                  <a:lnTo>
                    <a:pt x="290068" y="275965"/>
                  </a:lnTo>
                  <a:lnTo>
                    <a:pt x="293592" y="272019"/>
                  </a:lnTo>
                  <a:lnTo>
                    <a:pt x="296989" y="267963"/>
                  </a:lnTo>
                  <a:lnTo>
                    <a:pt x="300257" y="263802"/>
                  </a:lnTo>
                  <a:lnTo>
                    <a:pt x="303391" y="259540"/>
                  </a:lnTo>
                  <a:lnTo>
                    <a:pt x="306389" y="255180"/>
                  </a:lnTo>
                  <a:lnTo>
                    <a:pt x="309247" y="250728"/>
                  </a:lnTo>
                  <a:lnTo>
                    <a:pt x="311963" y="246187"/>
                  </a:lnTo>
                  <a:lnTo>
                    <a:pt x="314533" y="241563"/>
                  </a:lnTo>
                  <a:lnTo>
                    <a:pt x="316957" y="236860"/>
                  </a:lnTo>
                  <a:lnTo>
                    <a:pt x="319230" y="232082"/>
                  </a:lnTo>
                  <a:lnTo>
                    <a:pt x="321351" y="227235"/>
                  </a:lnTo>
                  <a:lnTo>
                    <a:pt x="323317" y="222324"/>
                  </a:lnTo>
                  <a:lnTo>
                    <a:pt x="325127" y="217352"/>
                  </a:lnTo>
                  <a:lnTo>
                    <a:pt x="326779" y="212326"/>
                  </a:lnTo>
                  <a:lnTo>
                    <a:pt x="328271" y="207250"/>
                  </a:lnTo>
                  <a:lnTo>
                    <a:pt x="329601" y="202129"/>
                  </a:lnTo>
                  <a:lnTo>
                    <a:pt x="330769" y="196969"/>
                  </a:lnTo>
                  <a:lnTo>
                    <a:pt x="331773" y="191774"/>
                  </a:lnTo>
                  <a:lnTo>
                    <a:pt x="332612" y="186550"/>
                  </a:lnTo>
                  <a:lnTo>
                    <a:pt x="333285" y="181303"/>
                  </a:lnTo>
                  <a:lnTo>
                    <a:pt x="333792" y="176036"/>
                  </a:lnTo>
                  <a:lnTo>
                    <a:pt x="334132" y="170756"/>
                  </a:lnTo>
                  <a:lnTo>
                    <a:pt x="334304" y="165468"/>
                  </a:lnTo>
                  <a:lnTo>
                    <a:pt x="334310" y="160178"/>
                  </a:lnTo>
                  <a:lnTo>
                    <a:pt x="334148" y="154889"/>
                  </a:lnTo>
                  <a:lnTo>
                    <a:pt x="333818" y="149609"/>
                  </a:lnTo>
                  <a:lnTo>
                    <a:pt x="333322" y="144341"/>
                  </a:lnTo>
                  <a:lnTo>
                    <a:pt x="332659" y="139092"/>
                  </a:lnTo>
                  <a:lnTo>
                    <a:pt x="331830" y="133867"/>
                  </a:lnTo>
                  <a:lnTo>
                    <a:pt x="330837" y="128670"/>
                  </a:lnTo>
                  <a:lnTo>
                    <a:pt x="329679" y="123508"/>
                  </a:lnTo>
                  <a:lnTo>
                    <a:pt x="328359" y="118384"/>
                  </a:lnTo>
                  <a:lnTo>
                    <a:pt x="326877" y="113305"/>
                  </a:lnTo>
                  <a:lnTo>
                    <a:pt x="325236" y="108276"/>
                  </a:lnTo>
                  <a:lnTo>
                    <a:pt x="323435" y="103301"/>
                  </a:lnTo>
                  <a:lnTo>
                    <a:pt x="321479" y="98385"/>
                  </a:lnTo>
                  <a:lnTo>
                    <a:pt x="319368" y="93534"/>
                  </a:lnTo>
                  <a:lnTo>
                    <a:pt x="317104" y="88752"/>
                  </a:lnTo>
                  <a:lnTo>
                    <a:pt x="314690" y="84044"/>
                  </a:lnTo>
                  <a:lnTo>
                    <a:pt x="312128" y="79414"/>
                  </a:lnTo>
                  <a:lnTo>
                    <a:pt x="309422" y="74869"/>
                  </a:lnTo>
                  <a:lnTo>
                    <a:pt x="306572" y="70411"/>
                  </a:lnTo>
                  <a:lnTo>
                    <a:pt x="303583" y="66045"/>
                  </a:lnTo>
                  <a:lnTo>
                    <a:pt x="300458" y="61776"/>
                  </a:lnTo>
                  <a:lnTo>
                    <a:pt x="297198" y="57609"/>
                  </a:lnTo>
                  <a:lnTo>
                    <a:pt x="293809" y="53546"/>
                  </a:lnTo>
                  <a:lnTo>
                    <a:pt x="290293" y="49593"/>
                  </a:lnTo>
                  <a:lnTo>
                    <a:pt x="286653" y="45753"/>
                  </a:lnTo>
                  <a:lnTo>
                    <a:pt x="282894" y="42030"/>
                  </a:lnTo>
                  <a:lnTo>
                    <a:pt x="279019" y="38428"/>
                  </a:lnTo>
                  <a:lnTo>
                    <a:pt x="275031" y="34951"/>
                  </a:lnTo>
                  <a:lnTo>
                    <a:pt x="270936" y="31601"/>
                  </a:lnTo>
                  <a:lnTo>
                    <a:pt x="266737" y="28382"/>
                  </a:lnTo>
                  <a:lnTo>
                    <a:pt x="262438" y="25299"/>
                  </a:lnTo>
                  <a:lnTo>
                    <a:pt x="258043" y="22352"/>
                  </a:lnTo>
                  <a:lnTo>
                    <a:pt x="253558" y="19547"/>
                  </a:lnTo>
                  <a:lnTo>
                    <a:pt x="248986" y="16884"/>
                  </a:lnTo>
                  <a:lnTo>
                    <a:pt x="244332" y="14368"/>
                  </a:lnTo>
                  <a:lnTo>
                    <a:pt x="239600" y="12000"/>
                  </a:lnTo>
                  <a:lnTo>
                    <a:pt x="234796" y="9783"/>
                  </a:lnTo>
                  <a:lnTo>
                    <a:pt x="229925" y="7719"/>
                  </a:lnTo>
                  <a:lnTo>
                    <a:pt x="224990" y="5811"/>
                  </a:lnTo>
                  <a:lnTo>
                    <a:pt x="219998" y="4059"/>
                  </a:lnTo>
                  <a:lnTo>
                    <a:pt x="214952" y="2467"/>
                  </a:lnTo>
                  <a:lnTo>
                    <a:pt x="167161" y="1626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212566" y="1546402"/>
              <a:ext cx="47791" cy="167167"/>
            </a:xfrm>
            <a:custGeom>
              <a:avLst/>
              <a:pathLst>
                <a:path w="47791" h="167167">
                  <a:moveTo>
                    <a:pt x="47791" y="6977"/>
                  </a:moveTo>
                  <a:lnTo>
                    <a:pt x="41955" y="5350"/>
                  </a:lnTo>
                  <a:lnTo>
                    <a:pt x="36065" y="3936"/>
                  </a:lnTo>
                  <a:lnTo>
                    <a:pt x="30126" y="2737"/>
                  </a:lnTo>
                  <a:lnTo>
                    <a:pt x="24149" y="1753"/>
                  </a:lnTo>
                  <a:lnTo>
                    <a:pt x="18139" y="987"/>
                  </a:lnTo>
                  <a:lnTo>
                    <a:pt x="12106" y="438"/>
                  </a:lnTo>
                  <a:lnTo>
                    <a:pt x="605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45050" y="1943516"/>
              <a:ext cx="33733" cy="167167"/>
            </a:xfrm>
            <a:custGeom>
              <a:avLst/>
              <a:pathLst>
                <a:path w="33733" h="167167">
                  <a:moveTo>
                    <a:pt x="33733" y="0"/>
                  </a:moveTo>
                  <a:lnTo>
                    <a:pt x="26942" y="138"/>
                  </a:lnTo>
                  <a:lnTo>
                    <a:pt x="20161" y="551"/>
                  </a:lnTo>
                  <a:lnTo>
                    <a:pt x="13403" y="1240"/>
                  </a:lnTo>
                  <a:lnTo>
                    <a:pt x="6679" y="2203"/>
                  </a:lnTo>
                  <a:lnTo>
                    <a:pt x="0" y="3439"/>
                  </a:lnTo>
                  <a:lnTo>
                    <a:pt x="3373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845050" y="1946955"/>
              <a:ext cx="33733" cy="163728"/>
            </a:xfrm>
            <a:custGeom>
              <a:avLst/>
              <a:pathLst>
                <a:path w="33733" h="163728">
                  <a:moveTo>
                    <a:pt x="0" y="0"/>
                  </a:moveTo>
                  <a:lnTo>
                    <a:pt x="33733" y="1637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5729" y="1946955"/>
              <a:ext cx="93054" cy="163728"/>
            </a:xfrm>
            <a:custGeom>
              <a:avLst/>
              <a:pathLst>
                <a:path w="93054" h="163728">
                  <a:moveTo>
                    <a:pt x="59320" y="0"/>
                  </a:moveTo>
                  <a:lnTo>
                    <a:pt x="53580" y="1288"/>
                  </a:lnTo>
                  <a:lnTo>
                    <a:pt x="47888" y="2778"/>
                  </a:lnTo>
                  <a:lnTo>
                    <a:pt x="42252" y="4467"/>
                  </a:lnTo>
                  <a:lnTo>
                    <a:pt x="36679" y="6353"/>
                  </a:lnTo>
                  <a:lnTo>
                    <a:pt x="31176" y="8434"/>
                  </a:lnTo>
                  <a:lnTo>
                    <a:pt x="25750" y="10708"/>
                  </a:lnTo>
                  <a:lnTo>
                    <a:pt x="20407" y="13171"/>
                  </a:lnTo>
                  <a:lnTo>
                    <a:pt x="15154" y="15821"/>
                  </a:lnTo>
                  <a:lnTo>
                    <a:pt x="9998" y="18653"/>
                  </a:lnTo>
                  <a:lnTo>
                    <a:pt x="4944" y="21666"/>
                  </a:lnTo>
                  <a:lnTo>
                    <a:pt x="0" y="24854"/>
                  </a:lnTo>
                  <a:lnTo>
                    <a:pt x="93054" y="1637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11616" y="1943516"/>
              <a:ext cx="334325" cy="334325"/>
            </a:xfrm>
            <a:custGeom>
              <a:avLst/>
              <a:pathLst>
                <a:path w="334325" h="334325">
                  <a:moveTo>
                    <a:pt x="74113" y="28294"/>
                  </a:moveTo>
                  <a:lnTo>
                    <a:pt x="69768" y="31305"/>
                  </a:lnTo>
                  <a:lnTo>
                    <a:pt x="65520" y="34453"/>
                  </a:lnTo>
                  <a:lnTo>
                    <a:pt x="61374" y="37734"/>
                  </a:lnTo>
                  <a:lnTo>
                    <a:pt x="57334" y="41144"/>
                  </a:lnTo>
                  <a:lnTo>
                    <a:pt x="53404" y="44680"/>
                  </a:lnTo>
                  <a:lnTo>
                    <a:pt x="49588" y="48339"/>
                  </a:lnTo>
                  <a:lnTo>
                    <a:pt x="45889" y="52116"/>
                  </a:lnTo>
                  <a:lnTo>
                    <a:pt x="42312" y="56009"/>
                  </a:lnTo>
                  <a:lnTo>
                    <a:pt x="38859" y="60012"/>
                  </a:lnTo>
                  <a:lnTo>
                    <a:pt x="35535" y="64123"/>
                  </a:lnTo>
                  <a:lnTo>
                    <a:pt x="32342" y="68337"/>
                  </a:lnTo>
                  <a:lnTo>
                    <a:pt x="29285" y="72650"/>
                  </a:lnTo>
                  <a:lnTo>
                    <a:pt x="26365" y="77057"/>
                  </a:lnTo>
                  <a:lnTo>
                    <a:pt x="23586" y="81555"/>
                  </a:lnTo>
                  <a:lnTo>
                    <a:pt x="20951" y="86138"/>
                  </a:lnTo>
                  <a:lnTo>
                    <a:pt x="18461" y="90802"/>
                  </a:lnTo>
                  <a:lnTo>
                    <a:pt x="16121" y="95542"/>
                  </a:lnTo>
                  <a:lnTo>
                    <a:pt x="13932" y="100355"/>
                  </a:lnTo>
                  <a:lnTo>
                    <a:pt x="11896" y="105234"/>
                  </a:lnTo>
                  <a:lnTo>
                    <a:pt x="10015" y="110174"/>
                  </a:lnTo>
                  <a:lnTo>
                    <a:pt x="8291" y="115172"/>
                  </a:lnTo>
                  <a:lnTo>
                    <a:pt x="6726" y="120222"/>
                  </a:lnTo>
                  <a:lnTo>
                    <a:pt x="5322" y="125319"/>
                  </a:lnTo>
                  <a:lnTo>
                    <a:pt x="4080" y="130458"/>
                  </a:lnTo>
                  <a:lnTo>
                    <a:pt x="3001" y="135633"/>
                  </a:lnTo>
                  <a:lnTo>
                    <a:pt x="2086" y="140840"/>
                  </a:lnTo>
                  <a:lnTo>
                    <a:pt x="1336" y="146073"/>
                  </a:lnTo>
                  <a:lnTo>
                    <a:pt x="752" y="151328"/>
                  </a:lnTo>
                  <a:lnTo>
                    <a:pt x="334" y="156598"/>
                  </a:lnTo>
                  <a:lnTo>
                    <a:pt x="83" y="161879"/>
                  </a:lnTo>
                  <a:lnTo>
                    <a:pt x="0" y="167165"/>
                  </a:lnTo>
                  <a:lnTo>
                    <a:pt x="83" y="172451"/>
                  </a:lnTo>
                  <a:lnTo>
                    <a:pt x="334" y="177732"/>
                  </a:lnTo>
                  <a:lnTo>
                    <a:pt x="751" y="183002"/>
                  </a:lnTo>
                  <a:lnTo>
                    <a:pt x="1335" y="188257"/>
                  </a:lnTo>
                  <a:lnTo>
                    <a:pt x="2085" y="193490"/>
                  </a:lnTo>
                  <a:lnTo>
                    <a:pt x="3000" y="198697"/>
                  </a:lnTo>
                  <a:lnTo>
                    <a:pt x="4079" y="203872"/>
                  </a:lnTo>
                  <a:lnTo>
                    <a:pt x="5321" y="209011"/>
                  </a:lnTo>
                  <a:lnTo>
                    <a:pt x="6725" y="214108"/>
                  </a:lnTo>
                  <a:lnTo>
                    <a:pt x="8290" y="219158"/>
                  </a:lnTo>
                  <a:lnTo>
                    <a:pt x="10013" y="224156"/>
                  </a:lnTo>
                  <a:lnTo>
                    <a:pt x="11894" y="229097"/>
                  </a:lnTo>
                  <a:lnTo>
                    <a:pt x="13930" y="233976"/>
                  </a:lnTo>
                  <a:lnTo>
                    <a:pt x="16119" y="238788"/>
                  </a:lnTo>
                  <a:lnTo>
                    <a:pt x="18460" y="243529"/>
                  </a:lnTo>
                  <a:lnTo>
                    <a:pt x="20949" y="248193"/>
                  </a:lnTo>
                  <a:lnTo>
                    <a:pt x="23584" y="252776"/>
                  </a:lnTo>
                  <a:lnTo>
                    <a:pt x="26363" y="257273"/>
                  </a:lnTo>
                  <a:lnTo>
                    <a:pt x="29283" y="261681"/>
                  </a:lnTo>
                  <a:lnTo>
                    <a:pt x="32340" y="265994"/>
                  </a:lnTo>
                  <a:lnTo>
                    <a:pt x="35533" y="270208"/>
                  </a:lnTo>
                  <a:lnTo>
                    <a:pt x="38857" y="274319"/>
                  </a:lnTo>
                  <a:lnTo>
                    <a:pt x="42309" y="278322"/>
                  </a:lnTo>
                  <a:lnTo>
                    <a:pt x="45887" y="282215"/>
                  </a:lnTo>
                  <a:lnTo>
                    <a:pt x="49585" y="285992"/>
                  </a:lnTo>
                  <a:lnTo>
                    <a:pt x="53402" y="289651"/>
                  </a:lnTo>
                  <a:lnTo>
                    <a:pt x="57332" y="293187"/>
                  </a:lnTo>
                  <a:lnTo>
                    <a:pt x="61371" y="296598"/>
                  </a:lnTo>
                  <a:lnTo>
                    <a:pt x="65517" y="299878"/>
                  </a:lnTo>
                  <a:lnTo>
                    <a:pt x="69765" y="303026"/>
                  </a:lnTo>
                  <a:lnTo>
                    <a:pt x="74109" y="306038"/>
                  </a:lnTo>
                  <a:lnTo>
                    <a:pt x="78547" y="308911"/>
                  </a:lnTo>
                  <a:lnTo>
                    <a:pt x="83074" y="311643"/>
                  </a:lnTo>
                  <a:lnTo>
                    <a:pt x="87684" y="314230"/>
                  </a:lnTo>
                  <a:lnTo>
                    <a:pt x="92374" y="316670"/>
                  </a:lnTo>
                  <a:lnTo>
                    <a:pt x="97139" y="318960"/>
                  </a:lnTo>
                  <a:lnTo>
                    <a:pt x="101974" y="321098"/>
                  </a:lnTo>
                  <a:lnTo>
                    <a:pt x="106874" y="323083"/>
                  </a:lnTo>
                  <a:lnTo>
                    <a:pt x="111835" y="324911"/>
                  </a:lnTo>
                  <a:lnTo>
                    <a:pt x="116851" y="326582"/>
                  </a:lnTo>
                  <a:lnTo>
                    <a:pt x="121917" y="328094"/>
                  </a:lnTo>
                  <a:lnTo>
                    <a:pt x="127028" y="329444"/>
                  </a:lnTo>
                  <a:lnTo>
                    <a:pt x="132180" y="330632"/>
                  </a:lnTo>
                  <a:lnTo>
                    <a:pt x="137366" y="331657"/>
                  </a:lnTo>
                  <a:lnTo>
                    <a:pt x="142583" y="332517"/>
                  </a:lnTo>
                  <a:lnTo>
                    <a:pt x="147823" y="333211"/>
                  </a:lnTo>
                  <a:lnTo>
                    <a:pt x="153084" y="333740"/>
                  </a:lnTo>
                  <a:lnTo>
                    <a:pt x="158358" y="334102"/>
                  </a:lnTo>
                  <a:lnTo>
                    <a:pt x="163641" y="334297"/>
                  </a:lnTo>
                  <a:lnTo>
                    <a:pt x="168928" y="334325"/>
                  </a:lnTo>
                  <a:lnTo>
                    <a:pt x="174213" y="334186"/>
                  </a:lnTo>
                  <a:lnTo>
                    <a:pt x="179491" y="333880"/>
                  </a:lnTo>
                  <a:lnTo>
                    <a:pt x="184756" y="333406"/>
                  </a:lnTo>
                  <a:lnTo>
                    <a:pt x="190004" y="332767"/>
                  </a:lnTo>
                  <a:lnTo>
                    <a:pt x="195229" y="331962"/>
                  </a:lnTo>
                  <a:lnTo>
                    <a:pt x="200426" y="330992"/>
                  </a:lnTo>
                  <a:lnTo>
                    <a:pt x="205590" y="329859"/>
                  </a:lnTo>
                  <a:lnTo>
                    <a:pt x="210716" y="328562"/>
                  </a:lnTo>
                  <a:lnTo>
                    <a:pt x="215797" y="327105"/>
                  </a:lnTo>
                  <a:lnTo>
                    <a:pt x="220831" y="325487"/>
                  </a:lnTo>
                  <a:lnTo>
                    <a:pt x="225810" y="323711"/>
                  </a:lnTo>
                  <a:lnTo>
                    <a:pt x="230731" y="321778"/>
                  </a:lnTo>
                  <a:lnTo>
                    <a:pt x="235588" y="319691"/>
                  </a:lnTo>
                  <a:lnTo>
                    <a:pt x="240377" y="317451"/>
                  </a:lnTo>
                  <a:lnTo>
                    <a:pt x="245093" y="315061"/>
                  </a:lnTo>
                  <a:lnTo>
                    <a:pt x="249730" y="312523"/>
                  </a:lnTo>
                  <a:lnTo>
                    <a:pt x="254285" y="309839"/>
                  </a:lnTo>
                  <a:lnTo>
                    <a:pt x="258753" y="307013"/>
                  </a:lnTo>
                  <a:lnTo>
                    <a:pt x="263130" y="304047"/>
                  </a:lnTo>
                  <a:lnTo>
                    <a:pt x="267410" y="300944"/>
                  </a:lnTo>
                  <a:lnTo>
                    <a:pt x="271590" y="297707"/>
                  </a:lnTo>
                  <a:lnTo>
                    <a:pt x="275666" y="294340"/>
                  </a:lnTo>
                  <a:lnTo>
                    <a:pt x="279633" y="290845"/>
                  </a:lnTo>
                  <a:lnTo>
                    <a:pt x="283488" y="287227"/>
                  </a:lnTo>
                  <a:lnTo>
                    <a:pt x="287226" y="283489"/>
                  </a:lnTo>
                  <a:lnTo>
                    <a:pt x="290844" y="279634"/>
                  </a:lnTo>
                  <a:lnTo>
                    <a:pt x="294339" y="275667"/>
                  </a:lnTo>
                  <a:lnTo>
                    <a:pt x="297706" y="271592"/>
                  </a:lnTo>
                  <a:lnTo>
                    <a:pt x="300943" y="267411"/>
                  </a:lnTo>
                  <a:lnTo>
                    <a:pt x="304046" y="263131"/>
                  </a:lnTo>
                  <a:lnTo>
                    <a:pt x="307012" y="258755"/>
                  </a:lnTo>
                  <a:lnTo>
                    <a:pt x="309838" y="254287"/>
                  </a:lnTo>
                  <a:lnTo>
                    <a:pt x="312522" y="249732"/>
                  </a:lnTo>
                  <a:lnTo>
                    <a:pt x="315060" y="245094"/>
                  </a:lnTo>
                  <a:lnTo>
                    <a:pt x="317450" y="240379"/>
                  </a:lnTo>
                  <a:lnTo>
                    <a:pt x="319690" y="235590"/>
                  </a:lnTo>
                  <a:lnTo>
                    <a:pt x="321777" y="230733"/>
                  </a:lnTo>
                  <a:lnTo>
                    <a:pt x="323710" y="225812"/>
                  </a:lnTo>
                  <a:lnTo>
                    <a:pt x="325486" y="220832"/>
                  </a:lnTo>
                  <a:lnTo>
                    <a:pt x="327104" y="215799"/>
                  </a:lnTo>
                  <a:lnTo>
                    <a:pt x="328562" y="210717"/>
                  </a:lnTo>
                  <a:lnTo>
                    <a:pt x="329858" y="205592"/>
                  </a:lnTo>
                  <a:lnTo>
                    <a:pt x="330992" y="200428"/>
                  </a:lnTo>
                  <a:lnTo>
                    <a:pt x="331962" y="195231"/>
                  </a:lnTo>
                  <a:lnTo>
                    <a:pt x="332767" y="190006"/>
                  </a:lnTo>
                  <a:lnTo>
                    <a:pt x="333406" y="184758"/>
                  </a:lnTo>
                  <a:lnTo>
                    <a:pt x="333879" y="179493"/>
                  </a:lnTo>
                  <a:lnTo>
                    <a:pt x="334186" y="174215"/>
                  </a:lnTo>
                  <a:lnTo>
                    <a:pt x="334325" y="168930"/>
                  </a:lnTo>
                  <a:lnTo>
                    <a:pt x="334297" y="163643"/>
                  </a:lnTo>
                  <a:lnTo>
                    <a:pt x="334102" y="158360"/>
                  </a:lnTo>
                  <a:lnTo>
                    <a:pt x="333740" y="153086"/>
                  </a:lnTo>
                  <a:lnTo>
                    <a:pt x="333212" y="147825"/>
                  </a:lnTo>
                  <a:lnTo>
                    <a:pt x="332517" y="142584"/>
                  </a:lnTo>
                  <a:lnTo>
                    <a:pt x="331657" y="137368"/>
                  </a:lnTo>
                  <a:lnTo>
                    <a:pt x="330632" y="132182"/>
                  </a:lnTo>
                  <a:lnTo>
                    <a:pt x="329444" y="127030"/>
                  </a:lnTo>
                  <a:lnTo>
                    <a:pt x="328094" y="121919"/>
                  </a:lnTo>
                  <a:lnTo>
                    <a:pt x="326583" y="116853"/>
                  </a:lnTo>
                  <a:lnTo>
                    <a:pt x="324912" y="111837"/>
                  </a:lnTo>
                  <a:lnTo>
                    <a:pt x="323084" y="106876"/>
                  </a:lnTo>
                  <a:lnTo>
                    <a:pt x="321099" y="101976"/>
                  </a:lnTo>
                  <a:lnTo>
                    <a:pt x="318961" y="97141"/>
                  </a:lnTo>
                  <a:lnTo>
                    <a:pt x="316670" y="92376"/>
                  </a:lnTo>
                  <a:lnTo>
                    <a:pt x="314231" y="87686"/>
                  </a:lnTo>
                  <a:lnTo>
                    <a:pt x="311644" y="83075"/>
                  </a:lnTo>
                  <a:lnTo>
                    <a:pt x="308912" y="78549"/>
                  </a:lnTo>
                  <a:lnTo>
                    <a:pt x="306039" y="74111"/>
                  </a:lnTo>
                  <a:lnTo>
                    <a:pt x="303027" y="69766"/>
                  </a:lnTo>
                  <a:lnTo>
                    <a:pt x="299879" y="65519"/>
                  </a:lnTo>
                  <a:lnTo>
                    <a:pt x="296599" y="61373"/>
                  </a:lnTo>
                  <a:lnTo>
                    <a:pt x="293189" y="57333"/>
                  </a:lnTo>
                  <a:lnTo>
                    <a:pt x="289652" y="53403"/>
                  </a:lnTo>
                  <a:lnTo>
                    <a:pt x="285994" y="49587"/>
                  </a:lnTo>
                  <a:lnTo>
                    <a:pt x="282216" y="45888"/>
                  </a:lnTo>
                  <a:lnTo>
                    <a:pt x="278324" y="42311"/>
                  </a:lnTo>
                  <a:lnTo>
                    <a:pt x="274320" y="38858"/>
                  </a:lnTo>
                  <a:lnTo>
                    <a:pt x="270209" y="35534"/>
                  </a:lnTo>
                  <a:lnTo>
                    <a:pt x="265995" y="32341"/>
                  </a:lnTo>
                  <a:lnTo>
                    <a:pt x="261682" y="29284"/>
                  </a:lnTo>
                  <a:lnTo>
                    <a:pt x="257275" y="26364"/>
                  </a:lnTo>
                  <a:lnTo>
                    <a:pt x="252777" y="23585"/>
                  </a:lnTo>
                  <a:lnTo>
                    <a:pt x="248194" y="20950"/>
                  </a:lnTo>
                  <a:lnTo>
                    <a:pt x="243530" y="18461"/>
                  </a:lnTo>
                  <a:lnTo>
                    <a:pt x="238790" y="16120"/>
                  </a:lnTo>
                  <a:lnTo>
                    <a:pt x="233978" y="13931"/>
                  </a:lnTo>
                  <a:lnTo>
                    <a:pt x="229099" y="11895"/>
                  </a:lnTo>
                  <a:lnTo>
                    <a:pt x="224158" y="10014"/>
                  </a:lnTo>
                  <a:lnTo>
                    <a:pt x="219160" y="8291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4" y="4079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8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323" y="2406772"/>
              <a:ext cx="19409" cy="167167"/>
            </a:xfrm>
            <a:custGeom>
              <a:avLst/>
              <a:pathLst>
                <a:path w="19409" h="167167">
                  <a:moveTo>
                    <a:pt x="19409" y="0"/>
                  </a:moveTo>
                  <a:lnTo>
                    <a:pt x="9688" y="282"/>
                  </a:lnTo>
                  <a:lnTo>
                    <a:pt x="0" y="1130"/>
                  </a:lnTo>
                  <a:lnTo>
                    <a:pt x="194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26323" y="2407902"/>
              <a:ext cx="19409" cy="166036"/>
            </a:xfrm>
            <a:custGeom>
              <a:avLst/>
              <a:pathLst>
                <a:path w="19409" h="166036">
                  <a:moveTo>
                    <a:pt x="0" y="0"/>
                  </a:moveTo>
                  <a:lnTo>
                    <a:pt x="19409" y="1660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78566" y="2407902"/>
              <a:ext cx="334330" cy="333189"/>
            </a:xfrm>
            <a:custGeom>
              <a:avLst/>
              <a:pathLst>
                <a:path w="334330" h="333189">
                  <a:moveTo>
                    <a:pt x="147757" y="0"/>
                  </a:moveTo>
                  <a:lnTo>
                    <a:pt x="142513" y="697"/>
                  </a:lnTo>
                  <a:lnTo>
                    <a:pt x="137293" y="1560"/>
                  </a:lnTo>
                  <a:lnTo>
                    <a:pt x="132103" y="2587"/>
                  </a:lnTo>
                  <a:lnTo>
                    <a:pt x="126949" y="3779"/>
                  </a:lnTo>
                  <a:lnTo>
                    <a:pt x="121834" y="5133"/>
                  </a:lnTo>
                  <a:lnTo>
                    <a:pt x="116766" y="6648"/>
                  </a:lnTo>
                  <a:lnTo>
                    <a:pt x="111747" y="8323"/>
                  </a:lnTo>
                  <a:lnTo>
                    <a:pt x="106784" y="10155"/>
                  </a:lnTo>
                  <a:lnTo>
                    <a:pt x="101882" y="12144"/>
                  </a:lnTo>
                  <a:lnTo>
                    <a:pt x="97045" y="14287"/>
                  </a:lnTo>
                  <a:lnTo>
                    <a:pt x="92278" y="16582"/>
                  </a:lnTo>
                  <a:lnTo>
                    <a:pt x="87586" y="19026"/>
                  </a:lnTo>
                  <a:lnTo>
                    <a:pt x="82974" y="21618"/>
                  </a:lnTo>
                  <a:lnTo>
                    <a:pt x="78446" y="24355"/>
                  </a:lnTo>
                  <a:lnTo>
                    <a:pt x="74008" y="27233"/>
                  </a:lnTo>
                  <a:lnTo>
                    <a:pt x="69662" y="30251"/>
                  </a:lnTo>
                  <a:lnTo>
                    <a:pt x="65414" y="33404"/>
                  </a:lnTo>
                  <a:lnTo>
                    <a:pt x="61268" y="36690"/>
                  </a:lnTo>
                  <a:lnTo>
                    <a:pt x="57228" y="40106"/>
                  </a:lnTo>
                  <a:lnTo>
                    <a:pt x="53298" y="43648"/>
                  </a:lnTo>
                  <a:lnTo>
                    <a:pt x="49482" y="47312"/>
                  </a:lnTo>
                  <a:lnTo>
                    <a:pt x="45785" y="51096"/>
                  </a:lnTo>
                  <a:lnTo>
                    <a:pt x="42208" y="54994"/>
                  </a:lnTo>
                  <a:lnTo>
                    <a:pt x="38757" y="59004"/>
                  </a:lnTo>
                  <a:lnTo>
                    <a:pt x="35434" y="63121"/>
                  </a:lnTo>
                  <a:lnTo>
                    <a:pt x="32244" y="67341"/>
                  </a:lnTo>
                  <a:lnTo>
                    <a:pt x="29188" y="71660"/>
                  </a:lnTo>
                  <a:lnTo>
                    <a:pt x="26271" y="76073"/>
                  </a:lnTo>
                  <a:lnTo>
                    <a:pt x="23495" y="80577"/>
                  </a:lnTo>
                  <a:lnTo>
                    <a:pt x="20862" y="85166"/>
                  </a:lnTo>
                  <a:lnTo>
                    <a:pt x="18377" y="89836"/>
                  </a:lnTo>
                  <a:lnTo>
                    <a:pt x="16040" y="94583"/>
                  </a:lnTo>
                  <a:lnTo>
                    <a:pt x="13855" y="99401"/>
                  </a:lnTo>
                  <a:lnTo>
                    <a:pt x="11823" y="104285"/>
                  </a:lnTo>
                  <a:lnTo>
                    <a:pt x="9947" y="109232"/>
                  </a:lnTo>
                  <a:lnTo>
                    <a:pt x="8228" y="114235"/>
                  </a:lnTo>
                  <a:lnTo>
                    <a:pt x="6668" y="119291"/>
                  </a:lnTo>
                  <a:lnTo>
                    <a:pt x="5269" y="124393"/>
                  </a:lnTo>
                  <a:lnTo>
                    <a:pt x="4033" y="129537"/>
                  </a:lnTo>
                  <a:lnTo>
                    <a:pt x="2959" y="134717"/>
                  </a:lnTo>
                  <a:lnTo>
                    <a:pt x="2051" y="139929"/>
                  </a:lnTo>
                  <a:lnTo>
                    <a:pt x="1307" y="145167"/>
                  </a:lnTo>
                  <a:lnTo>
                    <a:pt x="730" y="150426"/>
                  </a:lnTo>
                  <a:lnTo>
                    <a:pt x="319" y="155700"/>
                  </a:lnTo>
                  <a:lnTo>
                    <a:pt x="76" y="160985"/>
                  </a:lnTo>
                  <a:lnTo>
                    <a:pt x="0" y="166275"/>
                  </a:lnTo>
                  <a:lnTo>
                    <a:pt x="91" y="171565"/>
                  </a:lnTo>
                  <a:lnTo>
                    <a:pt x="349" y="176849"/>
                  </a:lnTo>
                  <a:lnTo>
                    <a:pt x="775" y="182122"/>
                  </a:lnTo>
                  <a:lnTo>
                    <a:pt x="1367" y="187379"/>
                  </a:lnTo>
                  <a:lnTo>
                    <a:pt x="2126" y="192615"/>
                  </a:lnTo>
                  <a:lnTo>
                    <a:pt x="3050" y="197824"/>
                  </a:lnTo>
                  <a:lnTo>
                    <a:pt x="4138" y="203002"/>
                  </a:lnTo>
                  <a:lnTo>
                    <a:pt x="5389" y="208142"/>
                  </a:lnTo>
                  <a:lnTo>
                    <a:pt x="6802" y="213240"/>
                  </a:lnTo>
                  <a:lnTo>
                    <a:pt x="8376" y="218291"/>
                  </a:lnTo>
                  <a:lnTo>
                    <a:pt x="10109" y="223290"/>
                  </a:lnTo>
                  <a:lnTo>
                    <a:pt x="12000" y="228231"/>
                  </a:lnTo>
                  <a:lnTo>
                    <a:pt x="14046" y="233110"/>
                  </a:lnTo>
                  <a:lnTo>
                    <a:pt x="16245" y="237921"/>
                  </a:lnTo>
                  <a:lnTo>
                    <a:pt x="18595" y="242661"/>
                  </a:lnTo>
                  <a:lnTo>
                    <a:pt x="21094" y="247324"/>
                  </a:lnTo>
                  <a:lnTo>
                    <a:pt x="23739" y="251906"/>
                  </a:lnTo>
                  <a:lnTo>
                    <a:pt x="26528" y="256401"/>
                  </a:lnTo>
                  <a:lnTo>
                    <a:pt x="29458" y="260806"/>
                  </a:lnTo>
                  <a:lnTo>
                    <a:pt x="32526" y="265116"/>
                  </a:lnTo>
                  <a:lnTo>
                    <a:pt x="35729" y="269327"/>
                  </a:lnTo>
                  <a:lnTo>
                    <a:pt x="39063" y="273435"/>
                  </a:lnTo>
                  <a:lnTo>
                    <a:pt x="42526" y="277435"/>
                  </a:lnTo>
                  <a:lnTo>
                    <a:pt x="46113" y="281323"/>
                  </a:lnTo>
                  <a:lnTo>
                    <a:pt x="49822" y="285096"/>
                  </a:lnTo>
                  <a:lnTo>
                    <a:pt x="53648" y="288749"/>
                  </a:lnTo>
                  <a:lnTo>
                    <a:pt x="57588" y="292280"/>
                  </a:lnTo>
                  <a:lnTo>
                    <a:pt x="61638" y="295684"/>
                  </a:lnTo>
                  <a:lnTo>
                    <a:pt x="65793" y="298959"/>
                  </a:lnTo>
                  <a:lnTo>
                    <a:pt x="70050" y="302100"/>
                  </a:lnTo>
                  <a:lnTo>
                    <a:pt x="74404" y="305105"/>
                  </a:lnTo>
                  <a:lnTo>
                    <a:pt x="78852" y="307971"/>
                  </a:lnTo>
                  <a:lnTo>
                    <a:pt x="83387" y="310694"/>
                  </a:lnTo>
                  <a:lnTo>
                    <a:pt x="88007" y="313273"/>
                  </a:lnTo>
                  <a:lnTo>
                    <a:pt x="92705" y="315704"/>
                  </a:lnTo>
                  <a:lnTo>
                    <a:pt x="97479" y="317985"/>
                  </a:lnTo>
                  <a:lnTo>
                    <a:pt x="102322" y="320114"/>
                  </a:lnTo>
                  <a:lnTo>
                    <a:pt x="107230" y="322089"/>
                  </a:lnTo>
                  <a:lnTo>
                    <a:pt x="112198" y="323908"/>
                  </a:lnTo>
                  <a:lnTo>
                    <a:pt x="117221" y="325568"/>
                  </a:lnTo>
                  <a:lnTo>
                    <a:pt x="122294" y="327069"/>
                  </a:lnTo>
                  <a:lnTo>
                    <a:pt x="127412" y="328408"/>
                  </a:lnTo>
                  <a:lnTo>
                    <a:pt x="132570" y="329585"/>
                  </a:lnTo>
                  <a:lnTo>
                    <a:pt x="137763" y="330597"/>
                  </a:lnTo>
                  <a:lnTo>
                    <a:pt x="142985" y="331445"/>
                  </a:lnTo>
                  <a:lnTo>
                    <a:pt x="148231" y="332128"/>
                  </a:lnTo>
                  <a:lnTo>
                    <a:pt x="153496" y="332644"/>
                  </a:lnTo>
                  <a:lnTo>
                    <a:pt x="158775" y="332993"/>
                  </a:lnTo>
                  <a:lnTo>
                    <a:pt x="164063" y="333175"/>
                  </a:lnTo>
                  <a:lnTo>
                    <a:pt x="169353" y="333189"/>
                  </a:lnTo>
                  <a:lnTo>
                    <a:pt x="174641" y="333037"/>
                  </a:lnTo>
                  <a:lnTo>
                    <a:pt x="179922" y="332716"/>
                  </a:lnTo>
                  <a:lnTo>
                    <a:pt x="185190" y="332229"/>
                  </a:lnTo>
                  <a:lnTo>
                    <a:pt x="190440" y="331576"/>
                  </a:lnTo>
                  <a:lnTo>
                    <a:pt x="195667" y="330756"/>
                  </a:lnTo>
                  <a:lnTo>
                    <a:pt x="200865" y="329772"/>
                  </a:lnTo>
                  <a:lnTo>
                    <a:pt x="206029" y="328624"/>
                  </a:lnTo>
                  <a:lnTo>
                    <a:pt x="211154" y="327313"/>
                  </a:lnTo>
                  <a:lnTo>
                    <a:pt x="216236" y="325840"/>
                  </a:lnTo>
                  <a:lnTo>
                    <a:pt x="221268" y="324207"/>
                  </a:lnTo>
                  <a:lnTo>
                    <a:pt x="226246" y="322416"/>
                  </a:lnTo>
                  <a:lnTo>
                    <a:pt x="231165" y="320468"/>
                  </a:lnTo>
                  <a:lnTo>
                    <a:pt x="236020" y="318366"/>
                  </a:lnTo>
                  <a:lnTo>
                    <a:pt x="240805" y="316111"/>
                  </a:lnTo>
                  <a:lnTo>
                    <a:pt x="245517" y="313705"/>
                  </a:lnTo>
                  <a:lnTo>
                    <a:pt x="250151" y="311152"/>
                  </a:lnTo>
                  <a:lnTo>
                    <a:pt x="254701" y="308453"/>
                  </a:lnTo>
                  <a:lnTo>
                    <a:pt x="259164" y="305612"/>
                  </a:lnTo>
                  <a:lnTo>
                    <a:pt x="263535" y="302631"/>
                  </a:lnTo>
                  <a:lnTo>
                    <a:pt x="267809" y="299513"/>
                  </a:lnTo>
                  <a:lnTo>
                    <a:pt x="271982" y="296262"/>
                  </a:lnTo>
                  <a:lnTo>
                    <a:pt x="276050" y="292880"/>
                  </a:lnTo>
                  <a:lnTo>
                    <a:pt x="280010" y="289371"/>
                  </a:lnTo>
                  <a:lnTo>
                    <a:pt x="283856" y="285738"/>
                  </a:lnTo>
                  <a:lnTo>
                    <a:pt x="287585" y="281986"/>
                  </a:lnTo>
                  <a:lnTo>
                    <a:pt x="291194" y="278117"/>
                  </a:lnTo>
                  <a:lnTo>
                    <a:pt x="294679" y="274137"/>
                  </a:lnTo>
                  <a:lnTo>
                    <a:pt x="298035" y="270047"/>
                  </a:lnTo>
                  <a:lnTo>
                    <a:pt x="301261" y="265854"/>
                  </a:lnTo>
                  <a:lnTo>
                    <a:pt x="304353" y="261561"/>
                  </a:lnTo>
                  <a:lnTo>
                    <a:pt x="307307" y="257172"/>
                  </a:lnTo>
                  <a:lnTo>
                    <a:pt x="310120" y="252692"/>
                  </a:lnTo>
                  <a:lnTo>
                    <a:pt x="312791" y="248125"/>
                  </a:lnTo>
                  <a:lnTo>
                    <a:pt x="315316" y="243476"/>
                  </a:lnTo>
                  <a:lnTo>
                    <a:pt x="317692" y="238749"/>
                  </a:lnTo>
                  <a:lnTo>
                    <a:pt x="319917" y="233949"/>
                  </a:lnTo>
                  <a:lnTo>
                    <a:pt x="321990" y="229082"/>
                  </a:lnTo>
                  <a:lnTo>
                    <a:pt x="323907" y="224151"/>
                  </a:lnTo>
                  <a:lnTo>
                    <a:pt x="325668" y="219162"/>
                  </a:lnTo>
                  <a:lnTo>
                    <a:pt x="327270" y="214120"/>
                  </a:lnTo>
                  <a:lnTo>
                    <a:pt x="328711" y="209030"/>
                  </a:lnTo>
                  <a:lnTo>
                    <a:pt x="329991" y="203896"/>
                  </a:lnTo>
                  <a:lnTo>
                    <a:pt x="331107" y="198725"/>
                  </a:lnTo>
                  <a:lnTo>
                    <a:pt x="332059" y="193521"/>
                  </a:lnTo>
                  <a:lnTo>
                    <a:pt x="332846" y="188289"/>
                  </a:lnTo>
                  <a:lnTo>
                    <a:pt x="333468" y="183036"/>
                  </a:lnTo>
                  <a:lnTo>
                    <a:pt x="333922" y="177765"/>
                  </a:lnTo>
                  <a:lnTo>
                    <a:pt x="334210" y="172482"/>
                  </a:lnTo>
                  <a:lnTo>
                    <a:pt x="334330" y="167193"/>
                  </a:lnTo>
                  <a:lnTo>
                    <a:pt x="334283" y="161903"/>
                  </a:lnTo>
                  <a:lnTo>
                    <a:pt x="334069" y="156617"/>
                  </a:lnTo>
                  <a:lnTo>
                    <a:pt x="333687" y="151340"/>
                  </a:lnTo>
                  <a:lnTo>
                    <a:pt x="333139" y="146078"/>
                  </a:lnTo>
                  <a:lnTo>
                    <a:pt x="332424" y="140836"/>
                  </a:lnTo>
                  <a:lnTo>
                    <a:pt x="331544" y="135619"/>
                  </a:lnTo>
                  <a:lnTo>
                    <a:pt x="330499" y="130433"/>
                  </a:lnTo>
                  <a:lnTo>
                    <a:pt x="329290" y="125282"/>
                  </a:lnTo>
                  <a:lnTo>
                    <a:pt x="327920" y="120173"/>
                  </a:lnTo>
                  <a:lnTo>
                    <a:pt x="326388" y="115109"/>
                  </a:lnTo>
                  <a:lnTo>
                    <a:pt x="324697" y="110096"/>
                  </a:lnTo>
                  <a:lnTo>
                    <a:pt x="322848" y="105139"/>
                  </a:lnTo>
                  <a:lnTo>
                    <a:pt x="320843" y="100243"/>
                  </a:lnTo>
                  <a:lnTo>
                    <a:pt x="318684" y="95413"/>
                  </a:lnTo>
                  <a:lnTo>
                    <a:pt x="316373" y="90654"/>
                  </a:lnTo>
                  <a:lnTo>
                    <a:pt x="313913" y="85971"/>
                  </a:lnTo>
                  <a:lnTo>
                    <a:pt x="311306" y="81367"/>
                  </a:lnTo>
                  <a:lnTo>
                    <a:pt x="308554" y="76848"/>
                  </a:lnTo>
                  <a:lnTo>
                    <a:pt x="305661" y="72419"/>
                  </a:lnTo>
                  <a:lnTo>
                    <a:pt x="302630" y="68083"/>
                  </a:lnTo>
                  <a:lnTo>
                    <a:pt x="299462" y="63846"/>
                  </a:lnTo>
                  <a:lnTo>
                    <a:pt x="296162" y="59711"/>
                  </a:lnTo>
                  <a:lnTo>
                    <a:pt x="292733" y="55682"/>
                  </a:lnTo>
                  <a:lnTo>
                    <a:pt x="289178" y="51764"/>
                  </a:lnTo>
                  <a:lnTo>
                    <a:pt x="285501" y="47960"/>
                  </a:lnTo>
                  <a:lnTo>
                    <a:pt x="281706" y="44275"/>
                  </a:lnTo>
                  <a:lnTo>
                    <a:pt x="277795" y="40712"/>
                  </a:lnTo>
                  <a:lnTo>
                    <a:pt x="273774" y="37274"/>
                  </a:lnTo>
                  <a:lnTo>
                    <a:pt x="269646" y="33965"/>
                  </a:lnTo>
                  <a:lnTo>
                    <a:pt x="265416" y="30788"/>
                  </a:lnTo>
                  <a:lnTo>
                    <a:pt x="261087" y="27747"/>
                  </a:lnTo>
                  <a:lnTo>
                    <a:pt x="256664" y="24844"/>
                  </a:lnTo>
                  <a:lnTo>
                    <a:pt x="252151" y="22083"/>
                  </a:lnTo>
                  <a:lnTo>
                    <a:pt x="247553" y="19466"/>
                  </a:lnTo>
                  <a:lnTo>
                    <a:pt x="242875" y="16995"/>
                  </a:lnTo>
                  <a:lnTo>
                    <a:pt x="238121" y="14674"/>
                  </a:lnTo>
                  <a:lnTo>
                    <a:pt x="233296" y="12505"/>
                  </a:lnTo>
                  <a:lnTo>
                    <a:pt x="228404" y="10489"/>
                  </a:lnTo>
                  <a:lnTo>
                    <a:pt x="223452" y="8629"/>
                  </a:lnTo>
                  <a:lnTo>
                    <a:pt x="218442" y="6927"/>
                  </a:lnTo>
                  <a:lnTo>
                    <a:pt x="213382" y="5384"/>
                  </a:lnTo>
                  <a:lnTo>
                    <a:pt x="208275" y="4002"/>
                  </a:lnTo>
                  <a:lnTo>
                    <a:pt x="203127" y="2782"/>
                  </a:lnTo>
                  <a:lnTo>
                    <a:pt x="197943" y="1726"/>
                  </a:lnTo>
                  <a:lnTo>
                    <a:pt x="192728" y="835"/>
                  </a:lnTo>
                  <a:lnTo>
                    <a:pt x="187488" y="109"/>
                  </a:lnTo>
                  <a:lnTo>
                    <a:pt x="167167" y="166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45733" y="2406772"/>
              <a:ext cx="20321" cy="167167"/>
            </a:xfrm>
            <a:custGeom>
              <a:avLst/>
              <a:pathLst>
                <a:path w="20321" h="167167">
                  <a:moveTo>
                    <a:pt x="20321" y="1239"/>
                  </a:moveTo>
                  <a:lnTo>
                    <a:pt x="10179" y="3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951" y="2911194"/>
              <a:ext cx="3029" cy="167167"/>
            </a:xfrm>
            <a:custGeom>
              <a:avLst/>
              <a:pathLst>
                <a:path w="3029" h="167167">
                  <a:moveTo>
                    <a:pt x="3029" y="0"/>
                  </a:moveTo>
                  <a:lnTo>
                    <a:pt x="0" y="27"/>
                  </a:lnTo>
                  <a:lnTo>
                    <a:pt x="30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2951" y="2911222"/>
              <a:ext cx="3029" cy="167139"/>
            </a:xfrm>
            <a:custGeom>
              <a:avLst/>
              <a:pathLst>
                <a:path w="3029" h="167139">
                  <a:moveTo>
                    <a:pt x="0" y="0"/>
                  </a:moveTo>
                  <a:lnTo>
                    <a:pt x="3029" y="167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358814" y="2911222"/>
              <a:ext cx="334315" cy="334303"/>
            </a:xfrm>
            <a:custGeom>
              <a:avLst/>
              <a:pathLst>
                <a:path w="334315" h="334303">
                  <a:moveTo>
                    <a:pt x="164136" y="0"/>
                  </a:moveTo>
                  <a:lnTo>
                    <a:pt x="158854" y="179"/>
                  </a:lnTo>
                  <a:lnTo>
                    <a:pt x="153580" y="525"/>
                  </a:lnTo>
                  <a:lnTo>
                    <a:pt x="148320" y="1038"/>
                  </a:lnTo>
                  <a:lnTo>
                    <a:pt x="143079" y="1716"/>
                  </a:lnTo>
                  <a:lnTo>
                    <a:pt x="137862" y="2561"/>
                  </a:lnTo>
                  <a:lnTo>
                    <a:pt x="132674" y="3569"/>
                  </a:lnTo>
                  <a:lnTo>
                    <a:pt x="127520" y="4741"/>
                  </a:lnTo>
                  <a:lnTo>
                    <a:pt x="122406" y="6076"/>
                  </a:lnTo>
                  <a:lnTo>
                    <a:pt x="117337" y="7571"/>
                  </a:lnTo>
                  <a:lnTo>
                    <a:pt x="112318" y="9226"/>
                  </a:lnTo>
                  <a:lnTo>
                    <a:pt x="107353" y="11039"/>
                  </a:lnTo>
                  <a:lnTo>
                    <a:pt x="102449" y="13008"/>
                  </a:lnTo>
                  <a:lnTo>
                    <a:pt x="97609" y="15130"/>
                  </a:lnTo>
                  <a:lnTo>
                    <a:pt x="92838" y="17405"/>
                  </a:lnTo>
                  <a:lnTo>
                    <a:pt x="88142" y="19830"/>
                  </a:lnTo>
                  <a:lnTo>
                    <a:pt x="83525" y="22401"/>
                  </a:lnTo>
                  <a:lnTo>
                    <a:pt x="78991" y="25118"/>
                  </a:lnTo>
                  <a:lnTo>
                    <a:pt x="74546" y="27976"/>
                  </a:lnTo>
                  <a:lnTo>
                    <a:pt x="70193" y="30974"/>
                  </a:lnTo>
                  <a:lnTo>
                    <a:pt x="65937" y="34107"/>
                  </a:lnTo>
                  <a:lnTo>
                    <a:pt x="61782" y="37374"/>
                  </a:lnTo>
                  <a:lnTo>
                    <a:pt x="57733" y="40770"/>
                  </a:lnTo>
                  <a:lnTo>
                    <a:pt x="53792" y="44292"/>
                  </a:lnTo>
                  <a:lnTo>
                    <a:pt x="49966" y="47938"/>
                  </a:lnTo>
                  <a:lnTo>
                    <a:pt x="46256" y="51702"/>
                  </a:lnTo>
                  <a:lnTo>
                    <a:pt x="42667" y="55582"/>
                  </a:lnTo>
                  <a:lnTo>
                    <a:pt x="39203" y="59573"/>
                  </a:lnTo>
                  <a:lnTo>
                    <a:pt x="35867" y="63672"/>
                  </a:lnTo>
                  <a:lnTo>
                    <a:pt x="32662" y="67875"/>
                  </a:lnTo>
                  <a:lnTo>
                    <a:pt x="29591" y="72176"/>
                  </a:lnTo>
                  <a:lnTo>
                    <a:pt x="26658" y="76573"/>
                  </a:lnTo>
                  <a:lnTo>
                    <a:pt x="23865" y="81060"/>
                  </a:lnTo>
                  <a:lnTo>
                    <a:pt x="21215" y="85633"/>
                  </a:lnTo>
                  <a:lnTo>
                    <a:pt x="18712" y="90287"/>
                  </a:lnTo>
                  <a:lnTo>
                    <a:pt x="16356" y="95018"/>
                  </a:lnTo>
                  <a:lnTo>
                    <a:pt x="14152" y="99822"/>
                  </a:lnTo>
                  <a:lnTo>
                    <a:pt x="12100" y="104692"/>
                  </a:lnTo>
                  <a:lnTo>
                    <a:pt x="10204" y="109626"/>
                  </a:lnTo>
                  <a:lnTo>
                    <a:pt x="8464" y="114616"/>
                  </a:lnTo>
                  <a:lnTo>
                    <a:pt x="6883" y="119659"/>
                  </a:lnTo>
                  <a:lnTo>
                    <a:pt x="5462" y="124750"/>
                  </a:lnTo>
                  <a:lnTo>
                    <a:pt x="4203" y="129883"/>
                  </a:lnTo>
                  <a:lnTo>
                    <a:pt x="3107" y="135053"/>
                  </a:lnTo>
                  <a:lnTo>
                    <a:pt x="2174" y="140255"/>
                  </a:lnTo>
                  <a:lnTo>
                    <a:pt x="1407" y="145484"/>
                  </a:lnTo>
                  <a:lnTo>
                    <a:pt x="805" y="150735"/>
                  </a:lnTo>
                  <a:lnTo>
                    <a:pt x="370" y="156002"/>
                  </a:lnTo>
                  <a:lnTo>
                    <a:pt x="101" y="161280"/>
                  </a:lnTo>
                  <a:lnTo>
                    <a:pt x="0" y="166564"/>
                  </a:lnTo>
                  <a:lnTo>
                    <a:pt x="65" y="171849"/>
                  </a:lnTo>
                  <a:lnTo>
                    <a:pt x="297" y="177129"/>
                  </a:lnTo>
                  <a:lnTo>
                    <a:pt x="696" y="182399"/>
                  </a:lnTo>
                  <a:lnTo>
                    <a:pt x="1262" y="187654"/>
                  </a:lnTo>
                  <a:lnTo>
                    <a:pt x="1993" y="192888"/>
                  </a:lnTo>
                  <a:lnTo>
                    <a:pt x="2890" y="198097"/>
                  </a:lnTo>
                  <a:lnTo>
                    <a:pt x="3951" y="203274"/>
                  </a:lnTo>
                  <a:lnTo>
                    <a:pt x="5175" y="208416"/>
                  </a:lnTo>
                  <a:lnTo>
                    <a:pt x="6560" y="213516"/>
                  </a:lnTo>
                  <a:lnTo>
                    <a:pt x="8107" y="218570"/>
                  </a:lnTo>
                  <a:lnTo>
                    <a:pt x="9812" y="223572"/>
                  </a:lnTo>
                  <a:lnTo>
                    <a:pt x="11674" y="228518"/>
                  </a:lnTo>
                  <a:lnTo>
                    <a:pt x="13692" y="233403"/>
                  </a:lnTo>
                  <a:lnTo>
                    <a:pt x="15864" y="238221"/>
                  </a:lnTo>
                  <a:lnTo>
                    <a:pt x="18186" y="242969"/>
                  </a:lnTo>
                  <a:lnTo>
                    <a:pt x="20658" y="247640"/>
                  </a:lnTo>
                  <a:lnTo>
                    <a:pt x="23276" y="252231"/>
                  </a:lnTo>
                  <a:lnTo>
                    <a:pt x="26038" y="256738"/>
                  </a:lnTo>
                  <a:lnTo>
                    <a:pt x="28941" y="261154"/>
                  </a:lnTo>
                  <a:lnTo>
                    <a:pt x="31982" y="265477"/>
                  </a:lnTo>
                  <a:lnTo>
                    <a:pt x="35158" y="269701"/>
                  </a:lnTo>
                  <a:lnTo>
                    <a:pt x="38466" y="273823"/>
                  </a:lnTo>
                  <a:lnTo>
                    <a:pt x="41903" y="277838"/>
                  </a:lnTo>
                  <a:lnTo>
                    <a:pt x="45465" y="281742"/>
                  </a:lnTo>
                  <a:lnTo>
                    <a:pt x="49148" y="285532"/>
                  </a:lnTo>
                  <a:lnTo>
                    <a:pt x="52950" y="289204"/>
                  </a:lnTo>
                  <a:lnTo>
                    <a:pt x="56866" y="292753"/>
                  </a:lnTo>
                  <a:lnTo>
                    <a:pt x="60892" y="296177"/>
                  </a:lnTo>
                  <a:lnTo>
                    <a:pt x="65024" y="299472"/>
                  </a:lnTo>
                  <a:lnTo>
                    <a:pt x="69258" y="302635"/>
                  </a:lnTo>
                  <a:lnTo>
                    <a:pt x="73590" y="305662"/>
                  </a:lnTo>
                  <a:lnTo>
                    <a:pt x="78016" y="308551"/>
                  </a:lnTo>
                  <a:lnTo>
                    <a:pt x="82531" y="311299"/>
                  </a:lnTo>
                  <a:lnTo>
                    <a:pt x="87130" y="313902"/>
                  </a:lnTo>
                  <a:lnTo>
                    <a:pt x="91810" y="316359"/>
                  </a:lnTo>
                  <a:lnTo>
                    <a:pt x="96565" y="318666"/>
                  </a:lnTo>
                  <a:lnTo>
                    <a:pt x="101390" y="320822"/>
                  </a:lnTo>
                  <a:lnTo>
                    <a:pt x="106281" y="322825"/>
                  </a:lnTo>
                  <a:lnTo>
                    <a:pt x="111233" y="324672"/>
                  </a:lnTo>
                  <a:lnTo>
                    <a:pt x="116241" y="326361"/>
                  </a:lnTo>
                  <a:lnTo>
                    <a:pt x="121299" y="327891"/>
                  </a:lnTo>
                  <a:lnTo>
                    <a:pt x="126404" y="329261"/>
                  </a:lnTo>
                  <a:lnTo>
                    <a:pt x="131549" y="330469"/>
                  </a:lnTo>
                  <a:lnTo>
                    <a:pt x="136730" y="331513"/>
                  </a:lnTo>
                  <a:lnTo>
                    <a:pt x="141941" y="332393"/>
                  </a:lnTo>
                  <a:lnTo>
                    <a:pt x="147178" y="333108"/>
                  </a:lnTo>
                  <a:lnTo>
                    <a:pt x="152435" y="333657"/>
                  </a:lnTo>
                  <a:lnTo>
                    <a:pt x="157706" y="334039"/>
                  </a:lnTo>
                  <a:lnTo>
                    <a:pt x="162986" y="334255"/>
                  </a:lnTo>
                  <a:lnTo>
                    <a:pt x="168271" y="334303"/>
                  </a:lnTo>
                  <a:lnTo>
                    <a:pt x="173555" y="334185"/>
                  </a:lnTo>
                  <a:lnTo>
                    <a:pt x="178833" y="333899"/>
                  </a:lnTo>
                  <a:lnTo>
                    <a:pt x="184098" y="333447"/>
                  </a:lnTo>
                  <a:lnTo>
                    <a:pt x="189347" y="332829"/>
                  </a:lnTo>
                  <a:lnTo>
                    <a:pt x="194574" y="332045"/>
                  </a:lnTo>
                  <a:lnTo>
                    <a:pt x="199773" y="331096"/>
                  </a:lnTo>
                  <a:lnTo>
                    <a:pt x="204940" y="329983"/>
                  </a:lnTo>
                  <a:lnTo>
                    <a:pt x="210069" y="328708"/>
                  </a:lnTo>
                  <a:lnTo>
                    <a:pt x="215155" y="327271"/>
                  </a:lnTo>
                  <a:lnTo>
                    <a:pt x="220193" y="325674"/>
                  </a:lnTo>
                  <a:lnTo>
                    <a:pt x="225178" y="323918"/>
                  </a:lnTo>
                  <a:lnTo>
                    <a:pt x="230105" y="322006"/>
                  </a:lnTo>
                  <a:lnTo>
                    <a:pt x="234969" y="319939"/>
                  </a:lnTo>
                  <a:lnTo>
                    <a:pt x="239765" y="317719"/>
                  </a:lnTo>
                  <a:lnTo>
                    <a:pt x="244489" y="315349"/>
                  </a:lnTo>
                  <a:lnTo>
                    <a:pt x="249135" y="312831"/>
                  </a:lnTo>
                  <a:lnTo>
                    <a:pt x="253700" y="310167"/>
                  </a:lnTo>
                  <a:lnTo>
                    <a:pt x="258178" y="307360"/>
                  </a:lnTo>
                  <a:lnTo>
                    <a:pt x="262565" y="304413"/>
                  </a:lnTo>
                  <a:lnTo>
                    <a:pt x="266857" y="301328"/>
                  </a:lnTo>
                  <a:lnTo>
                    <a:pt x="271049" y="298110"/>
                  </a:lnTo>
                  <a:lnTo>
                    <a:pt x="275137" y="294760"/>
                  </a:lnTo>
                  <a:lnTo>
                    <a:pt x="279118" y="291284"/>
                  </a:lnTo>
                  <a:lnTo>
                    <a:pt x="282986" y="287682"/>
                  </a:lnTo>
                  <a:lnTo>
                    <a:pt x="286739" y="283961"/>
                  </a:lnTo>
                  <a:lnTo>
                    <a:pt x="290372" y="280123"/>
                  </a:lnTo>
                  <a:lnTo>
                    <a:pt x="293882" y="276171"/>
                  </a:lnTo>
                  <a:lnTo>
                    <a:pt x="297265" y="272111"/>
                  </a:lnTo>
                  <a:lnTo>
                    <a:pt x="300519" y="267946"/>
                  </a:lnTo>
                  <a:lnTo>
                    <a:pt x="303639" y="263680"/>
                  </a:lnTo>
                  <a:lnTo>
                    <a:pt x="306622" y="259318"/>
                  </a:lnTo>
                  <a:lnTo>
                    <a:pt x="309467" y="254863"/>
                  </a:lnTo>
                  <a:lnTo>
                    <a:pt x="312169" y="250321"/>
                  </a:lnTo>
                  <a:lnTo>
                    <a:pt x="314726" y="245696"/>
                  </a:lnTo>
                  <a:lnTo>
                    <a:pt x="317135" y="240992"/>
                  </a:lnTo>
                  <a:lnTo>
                    <a:pt x="319395" y="236214"/>
                  </a:lnTo>
                  <a:lnTo>
                    <a:pt x="321502" y="231367"/>
                  </a:lnTo>
                  <a:lnTo>
                    <a:pt x="323456" y="226456"/>
                  </a:lnTo>
                  <a:lnTo>
                    <a:pt x="325253" y="221486"/>
                  </a:lnTo>
                  <a:lnTo>
                    <a:pt x="326892" y="216462"/>
                  </a:lnTo>
                  <a:lnTo>
                    <a:pt x="328371" y="211388"/>
                  </a:lnTo>
                  <a:lnTo>
                    <a:pt x="329689" y="206270"/>
                  </a:lnTo>
                  <a:lnTo>
                    <a:pt x="330845" y="201113"/>
                  </a:lnTo>
                  <a:lnTo>
                    <a:pt x="331837" y="195921"/>
                  </a:lnTo>
                  <a:lnTo>
                    <a:pt x="332665" y="190702"/>
                  </a:lnTo>
                  <a:lnTo>
                    <a:pt x="333327" y="185458"/>
                  </a:lnTo>
                  <a:lnTo>
                    <a:pt x="333823" y="180196"/>
                  </a:lnTo>
                  <a:lnTo>
                    <a:pt x="334152" y="174921"/>
                  </a:lnTo>
                  <a:lnTo>
                    <a:pt x="334315" y="169639"/>
                  </a:lnTo>
                  <a:lnTo>
                    <a:pt x="334310" y="164354"/>
                  </a:lnTo>
                  <a:lnTo>
                    <a:pt x="334139" y="159071"/>
                  </a:lnTo>
                  <a:lnTo>
                    <a:pt x="333800" y="153797"/>
                  </a:lnTo>
                  <a:lnTo>
                    <a:pt x="333295" y="148536"/>
                  </a:lnTo>
                  <a:lnTo>
                    <a:pt x="332624" y="143294"/>
                  </a:lnTo>
                  <a:lnTo>
                    <a:pt x="331787" y="138075"/>
                  </a:lnTo>
                  <a:lnTo>
                    <a:pt x="330786" y="132886"/>
                  </a:lnTo>
                  <a:lnTo>
                    <a:pt x="329622" y="127731"/>
                  </a:lnTo>
                  <a:lnTo>
                    <a:pt x="328295" y="122615"/>
                  </a:lnTo>
                  <a:lnTo>
                    <a:pt x="326807" y="117544"/>
                  </a:lnTo>
                  <a:lnTo>
                    <a:pt x="325159" y="112522"/>
                  </a:lnTo>
                  <a:lnTo>
                    <a:pt x="323354" y="107555"/>
                  </a:lnTo>
                  <a:lnTo>
                    <a:pt x="321392" y="102647"/>
                  </a:lnTo>
                  <a:lnTo>
                    <a:pt x="319276" y="97804"/>
                  </a:lnTo>
                  <a:lnTo>
                    <a:pt x="317008" y="93030"/>
                  </a:lnTo>
                  <a:lnTo>
                    <a:pt x="314591" y="88330"/>
                  </a:lnTo>
                  <a:lnTo>
                    <a:pt x="312026" y="83710"/>
                  </a:lnTo>
                  <a:lnTo>
                    <a:pt x="309316" y="79172"/>
                  </a:lnTo>
                  <a:lnTo>
                    <a:pt x="306464" y="74722"/>
                  </a:lnTo>
                  <a:lnTo>
                    <a:pt x="303473" y="70365"/>
                  </a:lnTo>
                  <a:lnTo>
                    <a:pt x="300346" y="66104"/>
                  </a:lnTo>
                  <a:lnTo>
                    <a:pt x="297085" y="61945"/>
                  </a:lnTo>
                  <a:lnTo>
                    <a:pt x="293695" y="57891"/>
                  </a:lnTo>
                  <a:lnTo>
                    <a:pt x="290178" y="53945"/>
                  </a:lnTo>
                  <a:lnTo>
                    <a:pt x="286539" y="50113"/>
                  </a:lnTo>
                  <a:lnTo>
                    <a:pt x="282780" y="46398"/>
                  </a:lnTo>
                  <a:lnTo>
                    <a:pt x="278905" y="42804"/>
                  </a:lnTo>
                  <a:lnTo>
                    <a:pt x="274919" y="39334"/>
                  </a:lnTo>
                  <a:lnTo>
                    <a:pt x="270825" y="35991"/>
                  </a:lnTo>
                  <a:lnTo>
                    <a:pt x="266627" y="32780"/>
                  </a:lnTo>
                  <a:lnTo>
                    <a:pt x="262330" y="29703"/>
                  </a:lnTo>
                  <a:lnTo>
                    <a:pt x="257938" y="26763"/>
                  </a:lnTo>
                  <a:lnTo>
                    <a:pt x="253455" y="23964"/>
                  </a:lnTo>
                  <a:lnTo>
                    <a:pt x="248886" y="21308"/>
                  </a:lnTo>
                  <a:lnTo>
                    <a:pt x="244235" y="18798"/>
                  </a:lnTo>
                  <a:lnTo>
                    <a:pt x="239507" y="16435"/>
                  </a:lnTo>
                  <a:lnTo>
                    <a:pt x="234707" y="14224"/>
                  </a:lnTo>
                  <a:lnTo>
                    <a:pt x="229839" y="12165"/>
                  </a:lnTo>
                  <a:lnTo>
                    <a:pt x="224909" y="10261"/>
                  </a:lnTo>
                  <a:lnTo>
                    <a:pt x="219921" y="8515"/>
                  </a:lnTo>
                  <a:lnTo>
                    <a:pt x="214880" y="6926"/>
                  </a:lnTo>
                  <a:lnTo>
                    <a:pt x="167166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2911194"/>
              <a:ext cx="47714" cy="167167"/>
            </a:xfrm>
            <a:custGeom>
              <a:avLst/>
              <a:pathLst>
                <a:path w="47714" h="167167">
                  <a:moveTo>
                    <a:pt x="47714" y="6954"/>
                  </a:moveTo>
                  <a:lnTo>
                    <a:pt x="41887" y="5332"/>
                  </a:lnTo>
                  <a:lnTo>
                    <a:pt x="36005" y="3923"/>
                  </a:lnTo>
                  <a:lnTo>
                    <a:pt x="30077" y="2728"/>
                  </a:lnTo>
                  <a:lnTo>
                    <a:pt x="24109" y="1747"/>
                  </a:lnTo>
                  <a:lnTo>
                    <a:pt x="18109" y="983"/>
                  </a:lnTo>
                  <a:lnTo>
                    <a:pt x="12086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8878" y="3429590"/>
              <a:ext cx="17101" cy="167167"/>
            </a:xfrm>
            <a:custGeom>
              <a:avLst/>
              <a:pathLst>
                <a:path w="17101" h="167167">
                  <a:moveTo>
                    <a:pt x="17101" y="0"/>
                  </a:moveTo>
                  <a:lnTo>
                    <a:pt x="8539" y="219"/>
                  </a:lnTo>
                  <a:lnTo>
                    <a:pt x="0" y="877"/>
                  </a:lnTo>
                  <a:lnTo>
                    <a:pt x="1710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08878" y="3430467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358820" y="3430467"/>
              <a:ext cx="334318" cy="333454"/>
            </a:xfrm>
            <a:custGeom>
              <a:avLst/>
              <a:pathLst>
                <a:path w="334318" h="333454">
                  <a:moveTo>
                    <a:pt x="150058" y="0"/>
                  </a:moveTo>
                  <a:lnTo>
                    <a:pt x="144793" y="625"/>
                  </a:lnTo>
                  <a:lnTo>
                    <a:pt x="139550" y="1418"/>
                  </a:lnTo>
                  <a:lnTo>
                    <a:pt x="134336" y="2377"/>
                  </a:lnTo>
                  <a:lnTo>
                    <a:pt x="129154" y="3500"/>
                  </a:lnTo>
                  <a:lnTo>
                    <a:pt x="124011" y="4787"/>
                  </a:lnTo>
                  <a:lnTo>
                    <a:pt x="118911" y="6237"/>
                  </a:lnTo>
                  <a:lnTo>
                    <a:pt x="113859" y="7847"/>
                  </a:lnTo>
                  <a:lnTo>
                    <a:pt x="108861" y="9617"/>
                  </a:lnTo>
                  <a:lnTo>
                    <a:pt x="103922" y="11545"/>
                  </a:lnTo>
                  <a:lnTo>
                    <a:pt x="99046" y="13628"/>
                  </a:lnTo>
                  <a:lnTo>
                    <a:pt x="94239" y="15865"/>
                  </a:lnTo>
                  <a:lnTo>
                    <a:pt x="89505" y="18253"/>
                  </a:lnTo>
                  <a:lnTo>
                    <a:pt x="84850" y="20791"/>
                  </a:lnTo>
                  <a:lnTo>
                    <a:pt x="80277" y="23474"/>
                  </a:lnTo>
                  <a:lnTo>
                    <a:pt x="75792" y="26301"/>
                  </a:lnTo>
                  <a:lnTo>
                    <a:pt x="71398" y="29269"/>
                  </a:lnTo>
                  <a:lnTo>
                    <a:pt x="67101" y="32375"/>
                  </a:lnTo>
                  <a:lnTo>
                    <a:pt x="62904" y="35616"/>
                  </a:lnTo>
                  <a:lnTo>
                    <a:pt x="58813" y="38988"/>
                  </a:lnTo>
                  <a:lnTo>
                    <a:pt x="54830" y="42488"/>
                  </a:lnTo>
                  <a:lnTo>
                    <a:pt x="50960" y="46112"/>
                  </a:lnTo>
                  <a:lnTo>
                    <a:pt x="47208" y="49858"/>
                  </a:lnTo>
                  <a:lnTo>
                    <a:pt x="43576" y="53720"/>
                  </a:lnTo>
                  <a:lnTo>
                    <a:pt x="40068" y="57696"/>
                  </a:lnTo>
                  <a:lnTo>
                    <a:pt x="36688" y="61781"/>
                  </a:lnTo>
                  <a:lnTo>
                    <a:pt x="33439" y="65971"/>
                  </a:lnTo>
                  <a:lnTo>
                    <a:pt x="30325" y="70263"/>
                  </a:lnTo>
                  <a:lnTo>
                    <a:pt x="27349" y="74650"/>
                  </a:lnTo>
                  <a:lnTo>
                    <a:pt x="24513" y="79130"/>
                  </a:lnTo>
                  <a:lnTo>
                    <a:pt x="21820" y="83698"/>
                  </a:lnTo>
                  <a:lnTo>
                    <a:pt x="19274" y="88348"/>
                  </a:lnTo>
                  <a:lnTo>
                    <a:pt x="16877" y="93078"/>
                  </a:lnTo>
                  <a:lnTo>
                    <a:pt x="14631" y="97880"/>
                  </a:lnTo>
                  <a:lnTo>
                    <a:pt x="12538" y="102752"/>
                  </a:lnTo>
                  <a:lnTo>
                    <a:pt x="10601" y="107687"/>
                  </a:lnTo>
                  <a:lnTo>
                    <a:pt x="8821" y="112682"/>
                  </a:lnTo>
                  <a:lnTo>
                    <a:pt x="7201" y="117730"/>
                  </a:lnTo>
                  <a:lnTo>
                    <a:pt x="5741" y="122827"/>
                  </a:lnTo>
                  <a:lnTo>
                    <a:pt x="4444" y="127968"/>
                  </a:lnTo>
                  <a:lnTo>
                    <a:pt x="3311" y="133148"/>
                  </a:lnTo>
                  <a:lnTo>
                    <a:pt x="2342" y="138361"/>
                  </a:lnTo>
                  <a:lnTo>
                    <a:pt x="1539" y="143602"/>
                  </a:lnTo>
                  <a:lnTo>
                    <a:pt x="903" y="148865"/>
                  </a:lnTo>
                  <a:lnTo>
                    <a:pt x="434" y="154147"/>
                  </a:lnTo>
                  <a:lnTo>
                    <a:pt x="133" y="159440"/>
                  </a:lnTo>
                  <a:lnTo>
                    <a:pt x="0" y="164740"/>
                  </a:lnTo>
                  <a:lnTo>
                    <a:pt x="34" y="170042"/>
                  </a:lnTo>
                  <a:lnTo>
                    <a:pt x="238" y="175341"/>
                  </a:lnTo>
                  <a:lnTo>
                    <a:pt x="608" y="180630"/>
                  </a:lnTo>
                  <a:lnTo>
                    <a:pt x="1147" y="185904"/>
                  </a:lnTo>
                  <a:lnTo>
                    <a:pt x="1853" y="191159"/>
                  </a:lnTo>
                  <a:lnTo>
                    <a:pt x="2724" y="196389"/>
                  </a:lnTo>
                  <a:lnTo>
                    <a:pt x="3762" y="201589"/>
                  </a:lnTo>
                  <a:lnTo>
                    <a:pt x="4963" y="206753"/>
                  </a:lnTo>
                  <a:lnTo>
                    <a:pt x="6328" y="211876"/>
                  </a:lnTo>
                  <a:lnTo>
                    <a:pt x="7855" y="216954"/>
                  </a:lnTo>
                  <a:lnTo>
                    <a:pt x="9541" y="221980"/>
                  </a:lnTo>
                  <a:lnTo>
                    <a:pt x="11387" y="226951"/>
                  </a:lnTo>
                  <a:lnTo>
                    <a:pt x="13389" y="231860"/>
                  </a:lnTo>
                  <a:lnTo>
                    <a:pt x="15546" y="236704"/>
                  </a:lnTo>
                  <a:lnTo>
                    <a:pt x="17855" y="241477"/>
                  </a:lnTo>
                  <a:lnTo>
                    <a:pt x="20315" y="246174"/>
                  </a:lnTo>
                  <a:lnTo>
                    <a:pt x="22922" y="250790"/>
                  </a:lnTo>
                  <a:lnTo>
                    <a:pt x="25674" y="255322"/>
                  </a:lnTo>
                  <a:lnTo>
                    <a:pt x="28569" y="259764"/>
                  </a:lnTo>
                  <a:lnTo>
                    <a:pt x="31603" y="264112"/>
                  </a:lnTo>
                  <a:lnTo>
                    <a:pt x="34773" y="268362"/>
                  </a:lnTo>
                  <a:lnTo>
                    <a:pt x="38077" y="272509"/>
                  </a:lnTo>
                  <a:lnTo>
                    <a:pt x="41510" y="276549"/>
                  </a:lnTo>
                  <a:lnTo>
                    <a:pt x="45070" y="280479"/>
                  </a:lnTo>
                  <a:lnTo>
                    <a:pt x="48753" y="284293"/>
                  </a:lnTo>
                  <a:lnTo>
                    <a:pt x="52555" y="287989"/>
                  </a:lnTo>
                  <a:lnTo>
                    <a:pt x="56472" y="291562"/>
                  </a:lnTo>
                  <a:lnTo>
                    <a:pt x="60500" y="295009"/>
                  </a:lnTo>
                  <a:lnTo>
                    <a:pt x="64636" y="298327"/>
                  </a:lnTo>
                  <a:lnTo>
                    <a:pt x="68875" y="301512"/>
                  </a:lnTo>
                  <a:lnTo>
                    <a:pt x="73212" y="304561"/>
                  </a:lnTo>
                  <a:lnTo>
                    <a:pt x="77645" y="307471"/>
                  </a:lnTo>
                  <a:lnTo>
                    <a:pt x="82167" y="310238"/>
                  </a:lnTo>
                  <a:lnTo>
                    <a:pt x="86775" y="312861"/>
                  </a:lnTo>
                  <a:lnTo>
                    <a:pt x="91463" y="315337"/>
                  </a:lnTo>
                  <a:lnTo>
                    <a:pt x="96228" y="317662"/>
                  </a:lnTo>
                  <a:lnTo>
                    <a:pt x="101064" y="319836"/>
                  </a:lnTo>
                  <a:lnTo>
                    <a:pt x="105967" y="321855"/>
                  </a:lnTo>
                  <a:lnTo>
                    <a:pt x="110931" y="323717"/>
                  </a:lnTo>
                  <a:lnTo>
                    <a:pt x="115952" y="325421"/>
                  </a:lnTo>
                  <a:lnTo>
                    <a:pt x="121024" y="326965"/>
                  </a:lnTo>
                  <a:lnTo>
                    <a:pt x="126143" y="328347"/>
                  </a:lnTo>
                  <a:lnTo>
                    <a:pt x="131303" y="329566"/>
                  </a:lnTo>
                  <a:lnTo>
                    <a:pt x="136499" y="330621"/>
                  </a:lnTo>
                  <a:lnTo>
                    <a:pt x="141726" y="331511"/>
                  </a:lnTo>
                  <a:lnTo>
                    <a:pt x="146978" y="332235"/>
                  </a:lnTo>
                  <a:lnTo>
                    <a:pt x="152251" y="332791"/>
                  </a:lnTo>
                  <a:lnTo>
                    <a:pt x="157539" y="333180"/>
                  </a:lnTo>
                  <a:lnTo>
                    <a:pt x="162836" y="333401"/>
                  </a:lnTo>
                  <a:lnTo>
                    <a:pt x="168138" y="333454"/>
                  </a:lnTo>
                  <a:lnTo>
                    <a:pt x="173439" y="333339"/>
                  </a:lnTo>
                  <a:lnTo>
                    <a:pt x="178733" y="333056"/>
                  </a:lnTo>
                  <a:lnTo>
                    <a:pt x="184016" y="332605"/>
                  </a:lnTo>
                  <a:lnTo>
                    <a:pt x="189282" y="331987"/>
                  </a:lnTo>
                  <a:lnTo>
                    <a:pt x="194526" y="331202"/>
                  </a:lnTo>
                  <a:lnTo>
                    <a:pt x="199742" y="330251"/>
                  </a:lnTo>
                  <a:lnTo>
                    <a:pt x="204925" y="329136"/>
                  </a:lnTo>
                  <a:lnTo>
                    <a:pt x="210071" y="327856"/>
                  </a:lnTo>
                  <a:lnTo>
                    <a:pt x="215173" y="326414"/>
                  </a:lnTo>
                  <a:lnTo>
                    <a:pt x="220227" y="324811"/>
                  </a:lnTo>
                  <a:lnTo>
                    <a:pt x="225227" y="323048"/>
                  </a:lnTo>
                  <a:lnTo>
                    <a:pt x="230169" y="321128"/>
                  </a:lnTo>
                  <a:lnTo>
                    <a:pt x="235048" y="319052"/>
                  </a:lnTo>
                  <a:lnTo>
                    <a:pt x="239858" y="316822"/>
                  </a:lnTo>
                  <a:lnTo>
                    <a:pt x="244596" y="314441"/>
                  </a:lnTo>
                  <a:lnTo>
                    <a:pt x="249255" y="311910"/>
                  </a:lnTo>
                  <a:lnTo>
                    <a:pt x="253832" y="309234"/>
                  </a:lnTo>
                  <a:lnTo>
                    <a:pt x="258321" y="306413"/>
                  </a:lnTo>
                  <a:lnTo>
                    <a:pt x="262719" y="303452"/>
                  </a:lnTo>
                  <a:lnTo>
                    <a:pt x="267021" y="300352"/>
                  </a:lnTo>
                  <a:lnTo>
                    <a:pt x="271222" y="297118"/>
                  </a:lnTo>
                  <a:lnTo>
                    <a:pt x="275319" y="293752"/>
                  </a:lnTo>
                  <a:lnTo>
                    <a:pt x="279307" y="290258"/>
                  </a:lnTo>
                  <a:lnTo>
                    <a:pt x="283182" y="286639"/>
                  </a:lnTo>
                  <a:lnTo>
                    <a:pt x="286940" y="282899"/>
                  </a:lnTo>
                  <a:lnTo>
                    <a:pt x="290578" y="279042"/>
                  </a:lnTo>
                  <a:lnTo>
                    <a:pt x="294091" y="275071"/>
                  </a:lnTo>
                  <a:lnTo>
                    <a:pt x="297477" y="270991"/>
                  </a:lnTo>
                  <a:lnTo>
                    <a:pt x="300732" y="266806"/>
                  </a:lnTo>
                  <a:lnTo>
                    <a:pt x="303853" y="262519"/>
                  </a:lnTo>
                  <a:lnTo>
                    <a:pt x="306835" y="258136"/>
                  </a:lnTo>
                  <a:lnTo>
                    <a:pt x="309678" y="253660"/>
                  </a:lnTo>
                  <a:lnTo>
                    <a:pt x="312377" y="249096"/>
                  </a:lnTo>
                  <a:lnTo>
                    <a:pt x="314930" y="244449"/>
                  </a:lnTo>
                  <a:lnTo>
                    <a:pt x="317334" y="239724"/>
                  </a:lnTo>
                  <a:lnTo>
                    <a:pt x="319588" y="234924"/>
                  </a:lnTo>
                  <a:lnTo>
                    <a:pt x="321688" y="230056"/>
                  </a:lnTo>
                  <a:lnTo>
                    <a:pt x="323632" y="225123"/>
                  </a:lnTo>
                  <a:lnTo>
                    <a:pt x="325419" y="220131"/>
                  </a:lnTo>
                  <a:lnTo>
                    <a:pt x="327047" y="215085"/>
                  </a:lnTo>
                  <a:lnTo>
                    <a:pt x="328514" y="209990"/>
                  </a:lnTo>
                  <a:lnTo>
                    <a:pt x="329819" y="204851"/>
                  </a:lnTo>
                  <a:lnTo>
                    <a:pt x="330960" y="199674"/>
                  </a:lnTo>
                  <a:lnTo>
                    <a:pt x="331936" y="194462"/>
                  </a:lnTo>
                  <a:lnTo>
                    <a:pt x="332747" y="189222"/>
                  </a:lnTo>
                  <a:lnTo>
                    <a:pt x="333391" y="183960"/>
                  </a:lnTo>
                  <a:lnTo>
                    <a:pt x="333867" y="178679"/>
                  </a:lnTo>
                  <a:lnTo>
                    <a:pt x="334177" y="173386"/>
                  </a:lnTo>
                  <a:lnTo>
                    <a:pt x="334318" y="168086"/>
                  </a:lnTo>
                  <a:lnTo>
                    <a:pt x="334290" y="162784"/>
                  </a:lnTo>
                  <a:lnTo>
                    <a:pt x="334095" y="157485"/>
                  </a:lnTo>
                  <a:lnTo>
                    <a:pt x="333732" y="152196"/>
                  </a:lnTo>
                  <a:lnTo>
                    <a:pt x="333201" y="146920"/>
                  </a:lnTo>
                  <a:lnTo>
                    <a:pt x="332503" y="141664"/>
                  </a:lnTo>
                  <a:lnTo>
                    <a:pt x="331639" y="136433"/>
                  </a:lnTo>
                  <a:lnTo>
                    <a:pt x="330610" y="131232"/>
                  </a:lnTo>
                  <a:lnTo>
                    <a:pt x="329416" y="126066"/>
                  </a:lnTo>
                  <a:lnTo>
                    <a:pt x="328059" y="120941"/>
                  </a:lnTo>
                  <a:lnTo>
                    <a:pt x="326539" y="115861"/>
                  </a:lnTo>
                  <a:lnTo>
                    <a:pt x="324860" y="110832"/>
                  </a:lnTo>
                  <a:lnTo>
                    <a:pt x="323022" y="105859"/>
                  </a:lnTo>
                  <a:lnTo>
                    <a:pt x="321027" y="100946"/>
                  </a:lnTo>
                  <a:lnTo>
                    <a:pt x="318878" y="96100"/>
                  </a:lnTo>
                  <a:lnTo>
                    <a:pt x="316575" y="91324"/>
                  </a:lnTo>
                  <a:lnTo>
                    <a:pt x="314123" y="86623"/>
                  </a:lnTo>
                  <a:lnTo>
                    <a:pt x="311522" y="82002"/>
                  </a:lnTo>
                  <a:lnTo>
                    <a:pt x="308777" y="77466"/>
                  </a:lnTo>
                  <a:lnTo>
                    <a:pt x="305889" y="73020"/>
                  </a:lnTo>
                  <a:lnTo>
                    <a:pt x="302861" y="68667"/>
                  </a:lnTo>
                  <a:lnTo>
                    <a:pt x="299697" y="64413"/>
                  </a:lnTo>
                  <a:lnTo>
                    <a:pt x="296399" y="60261"/>
                  </a:lnTo>
                  <a:lnTo>
                    <a:pt x="292972" y="56216"/>
                  </a:lnTo>
                  <a:lnTo>
                    <a:pt x="289418" y="52281"/>
                  </a:lnTo>
                  <a:lnTo>
                    <a:pt x="285741" y="48462"/>
                  </a:lnTo>
                  <a:lnTo>
                    <a:pt x="281944" y="44760"/>
                  </a:lnTo>
                  <a:lnTo>
                    <a:pt x="278033" y="41181"/>
                  </a:lnTo>
                  <a:lnTo>
                    <a:pt x="274009" y="37728"/>
                  </a:lnTo>
                  <a:lnTo>
                    <a:pt x="269878" y="34404"/>
                  </a:lnTo>
                  <a:lnTo>
                    <a:pt x="265644" y="31213"/>
                  </a:lnTo>
                  <a:lnTo>
                    <a:pt x="261311" y="28158"/>
                  </a:lnTo>
                  <a:lnTo>
                    <a:pt x="256883" y="25241"/>
                  </a:lnTo>
                  <a:lnTo>
                    <a:pt x="252365" y="22467"/>
                  </a:lnTo>
                  <a:lnTo>
                    <a:pt x="247761" y="19837"/>
                  </a:lnTo>
                  <a:lnTo>
                    <a:pt x="243076" y="17355"/>
                  </a:lnTo>
                  <a:lnTo>
                    <a:pt x="238315" y="15022"/>
                  </a:lnTo>
                  <a:lnTo>
                    <a:pt x="233482" y="12842"/>
                  </a:lnTo>
                  <a:lnTo>
                    <a:pt x="228582" y="10815"/>
                  </a:lnTo>
                  <a:lnTo>
                    <a:pt x="223620" y="8946"/>
                  </a:lnTo>
                  <a:lnTo>
                    <a:pt x="167160" y="166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429590"/>
              <a:ext cx="56460" cy="167167"/>
            </a:xfrm>
            <a:custGeom>
              <a:avLst/>
              <a:pathLst>
                <a:path w="56460" h="167167">
                  <a:moveTo>
                    <a:pt x="56460" y="9823"/>
                  </a:moveTo>
                  <a:lnTo>
                    <a:pt x="50397" y="7777"/>
                  </a:lnTo>
                  <a:lnTo>
                    <a:pt x="44260" y="5965"/>
                  </a:lnTo>
                  <a:lnTo>
                    <a:pt x="38058" y="4390"/>
                  </a:lnTo>
                  <a:lnTo>
                    <a:pt x="31801" y="3052"/>
                  </a:lnTo>
                  <a:lnTo>
                    <a:pt x="25497" y="1955"/>
                  </a:lnTo>
                  <a:lnTo>
                    <a:pt x="19155" y="1101"/>
                  </a:lnTo>
                  <a:lnTo>
                    <a:pt x="12786" y="489"/>
                  </a:lnTo>
                  <a:lnTo>
                    <a:pt x="6397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512" y="3934012"/>
              <a:ext cx="3221" cy="167167"/>
            </a:xfrm>
            <a:custGeom>
              <a:avLst/>
              <a:pathLst>
                <a:path w="3221" h="167167">
                  <a:moveTo>
                    <a:pt x="3221" y="0"/>
                  </a:moveTo>
                  <a:lnTo>
                    <a:pt x="0" y="31"/>
                  </a:lnTo>
                  <a:lnTo>
                    <a:pt x="32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2512" y="3934043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478566" y="3934012"/>
              <a:ext cx="334324" cy="334327"/>
            </a:xfrm>
            <a:custGeom>
              <a:avLst/>
              <a:pathLst>
                <a:path w="334324" h="334327">
                  <a:moveTo>
                    <a:pt x="163945" y="31"/>
                  </a:moveTo>
                  <a:lnTo>
                    <a:pt x="158660" y="216"/>
                  </a:lnTo>
                  <a:lnTo>
                    <a:pt x="153384" y="569"/>
                  </a:lnTo>
                  <a:lnTo>
                    <a:pt x="148121" y="1088"/>
                  </a:lnTo>
                  <a:lnTo>
                    <a:pt x="142877" y="1774"/>
                  </a:lnTo>
                  <a:lnTo>
                    <a:pt x="137658" y="2625"/>
                  </a:lnTo>
                  <a:lnTo>
                    <a:pt x="132468" y="3640"/>
                  </a:lnTo>
                  <a:lnTo>
                    <a:pt x="127313" y="4820"/>
                  </a:lnTo>
                  <a:lnTo>
                    <a:pt x="122198" y="6161"/>
                  </a:lnTo>
                  <a:lnTo>
                    <a:pt x="117128" y="7664"/>
                  </a:lnTo>
                  <a:lnTo>
                    <a:pt x="112108" y="9327"/>
                  </a:lnTo>
                  <a:lnTo>
                    <a:pt x="107143" y="11148"/>
                  </a:lnTo>
                  <a:lnTo>
                    <a:pt x="102238" y="13124"/>
                  </a:lnTo>
                  <a:lnTo>
                    <a:pt x="97398" y="15255"/>
                  </a:lnTo>
                  <a:lnTo>
                    <a:pt x="92628" y="17538"/>
                  </a:lnTo>
                  <a:lnTo>
                    <a:pt x="87932" y="19970"/>
                  </a:lnTo>
                  <a:lnTo>
                    <a:pt x="83316" y="22550"/>
                  </a:lnTo>
                  <a:lnTo>
                    <a:pt x="78783" y="25275"/>
                  </a:lnTo>
                  <a:lnTo>
                    <a:pt x="74340" y="28142"/>
                  </a:lnTo>
                  <a:lnTo>
                    <a:pt x="69989" y="31147"/>
                  </a:lnTo>
                  <a:lnTo>
                    <a:pt x="65735" y="34289"/>
                  </a:lnTo>
                  <a:lnTo>
                    <a:pt x="61583" y="37564"/>
                  </a:lnTo>
                  <a:lnTo>
                    <a:pt x="57536" y="40969"/>
                  </a:lnTo>
                  <a:lnTo>
                    <a:pt x="53599" y="44499"/>
                  </a:lnTo>
                  <a:lnTo>
                    <a:pt x="49776" y="48153"/>
                  </a:lnTo>
                  <a:lnTo>
                    <a:pt x="46070" y="51926"/>
                  </a:lnTo>
                  <a:lnTo>
                    <a:pt x="42486" y="55814"/>
                  </a:lnTo>
                  <a:lnTo>
                    <a:pt x="39026" y="59813"/>
                  </a:lnTo>
                  <a:lnTo>
                    <a:pt x="35694" y="63920"/>
                  </a:lnTo>
                  <a:lnTo>
                    <a:pt x="32494" y="68130"/>
                  </a:lnTo>
                  <a:lnTo>
                    <a:pt x="29429" y="72440"/>
                  </a:lnTo>
                  <a:lnTo>
                    <a:pt x="26502" y="76844"/>
                  </a:lnTo>
                  <a:lnTo>
                    <a:pt x="23715" y="81338"/>
                  </a:lnTo>
                  <a:lnTo>
                    <a:pt x="21072" y="85919"/>
                  </a:lnTo>
                  <a:lnTo>
                    <a:pt x="18575" y="90580"/>
                  </a:lnTo>
                  <a:lnTo>
                    <a:pt x="16227" y="95319"/>
                  </a:lnTo>
                  <a:lnTo>
                    <a:pt x="14030" y="100129"/>
                  </a:lnTo>
                  <a:lnTo>
                    <a:pt x="11986" y="105006"/>
                  </a:lnTo>
                  <a:lnTo>
                    <a:pt x="10098" y="109946"/>
                  </a:lnTo>
                  <a:lnTo>
                    <a:pt x="8366" y="114943"/>
                  </a:lnTo>
                  <a:lnTo>
                    <a:pt x="6794" y="119992"/>
                  </a:lnTo>
                  <a:lnTo>
                    <a:pt x="5382" y="125088"/>
                  </a:lnTo>
                  <a:lnTo>
                    <a:pt x="4132" y="130226"/>
                  </a:lnTo>
                  <a:lnTo>
                    <a:pt x="3045" y="135402"/>
                  </a:lnTo>
                  <a:lnTo>
                    <a:pt x="2122" y="140609"/>
                  </a:lnTo>
                  <a:lnTo>
                    <a:pt x="1365" y="145843"/>
                  </a:lnTo>
                  <a:lnTo>
                    <a:pt x="773" y="151098"/>
                  </a:lnTo>
                  <a:lnTo>
                    <a:pt x="348" y="156369"/>
                  </a:lnTo>
                  <a:lnTo>
                    <a:pt x="90" y="161651"/>
                  </a:lnTo>
                  <a:lnTo>
                    <a:pt x="0" y="166938"/>
                  </a:lnTo>
                  <a:lnTo>
                    <a:pt x="76" y="172226"/>
                  </a:lnTo>
                  <a:lnTo>
                    <a:pt x="320" y="177509"/>
                  </a:lnTo>
                  <a:lnTo>
                    <a:pt x="730" y="182781"/>
                  </a:lnTo>
                  <a:lnTo>
                    <a:pt x="1307" y="188038"/>
                  </a:lnTo>
                  <a:lnTo>
                    <a:pt x="2050" y="193273"/>
                  </a:lnTo>
                  <a:lnTo>
                    <a:pt x="2959" y="198483"/>
                  </a:lnTo>
                  <a:lnTo>
                    <a:pt x="4032" y="203661"/>
                  </a:lnTo>
                  <a:lnTo>
                    <a:pt x="5268" y="208803"/>
                  </a:lnTo>
                  <a:lnTo>
                    <a:pt x="6665" y="213903"/>
                  </a:lnTo>
                  <a:lnTo>
                    <a:pt x="8224" y="218957"/>
                  </a:lnTo>
                  <a:lnTo>
                    <a:pt x="9942" y="223958"/>
                  </a:lnTo>
                  <a:lnTo>
                    <a:pt x="11817" y="228903"/>
                  </a:lnTo>
                  <a:lnTo>
                    <a:pt x="13847" y="233786"/>
                  </a:lnTo>
                  <a:lnTo>
                    <a:pt x="16031" y="238602"/>
                  </a:lnTo>
                  <a:lnTo>
                    <a:pt x="18366" y="243347"/>
                  </a:lnTo>
                  <a:lnTo>
                    <a:pt x="20850" y="248015"/>
                  </a:lnTo>
                  <a:lnTo>
                    <a:pt x="23481" y="252603"/>
                  </a:lnTo>
                  <a:lnTo>
                    <a:pt x="26255" y="257105"/>
                  </a:lnTo>
                  <a:lnTo>
                    <a:pt x="29170" y="261517"/>
                  </a:lnTo>
                  <a:lnTo>
                    <a:pt x="32224" y="265835"/>
                  </a:lnTo>
                  <a:lnTo>
                    <a:pt x="35412" y="270054"/>
                  </a:lnTo>
                  <a:lnTo>
                    <a:pt x="38733" y="274170"/>
                  </a:lnTo>
                  <a:lnTo>
                    <a:pt x="42181" y="278179"/>
                  </a:lnTo>
                  <a:lnTo>
                    <a:pt x="45755" y="282077"/>
                  </a:lnTo>
                  <a:lnTo>
                    <a:pt x="49451" y="285859"/>
                  </a:lnTo>
                  <a:lnTo>
                    <a:pt x="53264" y="289523"/>
                  </a:lnTo>
                  <a:lnTo>
                    <a:pt x="57191" y="293065"/>
                  </a:lnTo>
                  <a:lnTo>
                    <a:pt x="61228" y="296481"/>
                  </a:lnTo>
                  <a:lnTo>
                    <a:pt x="65372" y="299767"/>
                  </a:lnTo>
                  <a:lnTo>
                    <a:pt x="69617" y="302920"/>
                  </a:lnTo>
                  <a:lnTo>
                    <a:pt x="73960" y="305938"/>
                  </a:lnTo>
                  <a:lnTo>
                    <a:pt x="78396" y="308817"/>
                  </a:lnTo>
                  <a:lnTo>
                    <a:pt x="82920" y="311554"/>
                  </a:lnTo>
                  <a:lnTo>
                    <a:pt x="87530" y="314146"/>
                  </a:lnTo>
                  <a:lnTo>
                    <a:pt x="92219" y="316592"/>
                  </a:lnTo>
                  <a:lnTo>
                    <a:pt x="96982" y="318887"/>
                  </a:lnTo>
                  <a:lnTo>
                    <a:pt x="101817" y="321031"/>
                  </a:lnTo>
                  <a:lnTo>
                    <a:pt x="106716" y="323022"/>
                  </a:lnTo>
                  <a:lnTo>
                    <a:pt x="111676" y="324856"/>
                  </a:lnTo>
                  <a:lnTo>
                    <a:pt x="116692" y="326532"/>
                  </a:lnTo>
                  <a:lnTo>
                    <a:pt x="121758" y="328049"/>
                  </a:lnTo>
                  <a:lnTo>
                    <a:pt x="126869" y="329405"/>
                  </a:lnTo>
                  <a:lnTo>
                    <a:pt x="132021" y="330598"/>
                  </a:lnTo>
                  <a:lnTo>
                    <a:pt x="137208" y="331628"/>
                  </a:lnTo>
                  <a:lnTo>
                    <a:pt x="142425" y="332493"/>
                  </a:lnTo>
                  <a:lnTo>
                    <a:pt x="147667" y="333193"/>
                  </a:lnTo>
                  <a:lnTo>
                    <a:pt x="152928" y="333727"/>
                  </a:lnTo>
                  <a:lnTo>
                    <a:pt x="158204" y="334094"/>
                  </a:lnTo>
                  <a:lnTo>
                    <a:pt x="163488" y="334294"/>
                  </a:lnTo>
                  <a:lnTo>
                    <a:pt x="168776" y="334327"/>
                  </a:lnTo>
                  <a:lnTo>
                    <a:pt x="174063" y="334192"/>
                  </a:lnTo>
                  <a:lnTo>
                    <a:pt x="179342" y="333890"/>
                  </a:lnTo>
                  <a:lnTo>
                    <a:pt x="184610" y="333422"/>
                  </a:lnTo>
                  <a:lnTo>
                    <a:pt x="189860" y="332787"/>
                  </a:lnTo>
                  <a:lnTo>
                    <a:pt x="195087" y="331986"/>
                  </a:lnTo>
                  <a:lnTo>
                    <a:pt x="200286" y="331021"/>
                  </a:lnTo>
                  <a:lnTo>
                    <a:pt x="205453" y="329891"/>
                  </a:lnTo>
                  <a:lnTo>
                    <a:pt x="210581" y="328599"/>
                  </a:lnTo>
                  <a:lnTo>
                    <a:pt x="215665" y="327145"/>
                  </a:lnTo>
                  <a:lnTo>
                    <a:pt x="220701" y="325531"/>
                  </a:lnTo>
                  <a:lnTo>
                    <a:pt x="225683" y="323758"/>
                  </a:lnTo>
                  <a:lnTo>
                    <a:pt x="230607" y="321829"/>
                  </a:lnTo>
                  <a:lnTo>
                    <a:pt x="235467" y="319745"/>
                  </a:lnTo>
                  <a:lnTo>
                    <a:pt x="240259" y="317508"/>
                  </a:lnTo>
                  <a:lnTo>
                    <a:pt x="244978" y="315121"/>
                  </a:lnTo>
                  <a:lnTo>
                    <a:pt x="249619" y="312586"/>
                  </a:lnTo>
                  <a:lnTo>
                    <a:pt x="254177" y="309905"/>
                  </a:lnTo>
                  <a:lnTo>
                    <a:pt x="258649" y="307081"/>
                  </a:lnTo>
                  <a:lnTo>
                    <a:pt x="263029" y="304118"/>
                  </a:lnTo>
                  <a:lnTo>
                    <a:pt x="267312" y="301017"/>
                  </a:lnTo>
                  <a:lnTo>
                    <a:pt x="271496" y="297782"/>
                  </a:lnTo>
                  <a:lnTo>
                    <a:pt x="275575" y="294417"/>
                  </a:lnTo>
                  <a:lnTo>
                    <a:pt x="279546" y="290924"/>
                  </a:lnTo>
                  <a:lnTo>
                    <a:pt x="283404" y="287308"/>
                  </a:lnTo>
                  <a:lnTo>
                    <a:pt x="287146" y="283571"/>
                  </a:lnTo>
                  <a:lnTo>
                    <a:pt x="290768" y="279718"/>
                  </a:lnTo>
                  <a:lnTo>
                    <a:pt x="294266" y="275752"/>
                  </a:lnTo>
                  <a:lnTo>
                    <a:pt x="297637" y="271677"/>
                  </a:lnTo>
                  <a:lnTo>
                    <a:pt x="300878" y="267498"/>
                  </a:lnTo>
                  <a:lnTo>
                    <a:pt x="303984" y="263218"/>
                  </a:lnTo>
                  <a:lnTo>
                    <a:pt x="306954" y="258843"/>
                  </a:lnTo>
                  <a:lnTo>
                    <a:pt x="309784" y="254375"/>
                  </a:lnTo>
                  <a:lnTo>
                    <a:pt x="312471" y="249821"/>
                  </a:lnTo>
                  <a:lnTo>
                    <a:pt x="315013" y="245183"/>
                  </a:lnTo>
                  <a:lnTo>
                    <a:pt x="317406" y="240468"/>
                  </a:lnTo>
                  <a:lnTo>
                    <a:pt x="319650" y="235679"/>
                  </a:lnTo>
                  <a:lnTo>
                    <a:pt x="321741" y="230821"/>
                  </a:lnTo>
                  <a:lnTo>
                    <a:pt x="323677" y="225900"/>
                  </a:lnTo>
                  <a:lnTo>
                    <a:pt x="325456" y="220921"/>
                  </a:lnTo>
                  <a:lnTo>
                    <a:pt x="327077" y="215887"/>
                  </a:lnTo>
                  <a:lnTo>
                    <a:pt x="328538" y="210804"/>
                  </a:lnTo>
                  <a:lnTo>
                    <a:pt x="329838" y="205678"/>
                  </a:lnTo>
                  <a:lnTo>
                    <a:pt x="330974" y="200514"/>
                  </a:lnTo>
                  <a:lnTo>
                    <a:pt x="331947" y="195316"/>
                  </a:lnTo>
                  <a:lnTo>
                    <a:pt x="332755" y="190089"/>
                  </a:lnTo>
                  <a:lnTo>
                    <a:pt x="333397" y="184840"/>
                  </a:lnTo>
                  <a:lnTo>
                    <a:pt x="333873" y="179574"/>
                  </a:lnTo>
                  <a:lnTo>
                    <a:pt x="334182" y="174294"/>
                  </a:lnTo>
                  <a:lnTo>
                    <a:pt x="334324" y="169008"/>
                  </a:lnTo>
                  <a:lnTo>
                    <a:pt x="334299" y="163720"/>
                  </a:lnTo>
                  <a:lnTo>
                    <a:pt x="334106" y="158435"/>
                  </a:lnTo>
                  <a:lnTo>
                    <a:pt x="333746" y="153159"/>
                  </a:lnTo>
                  <a:lnTo>
                    <a:pt x="333220" y="147897"/>
                  </a:lnTo>
                  <a:lnTo>
                    <a:pt x="332527" y="142654"/>
                  </a:lnTo>
                  <a:lnTo>
                    <a:pt x="331669" y="137436"/>
                  </a:lnTo>
                  <a:lnTo>
                    <a:pt x="330646" y="132248"/>
                  </a:lnTo>
                  <a:lnTo>
                    <a:pt x="329460" y="127094"/>
                  </a:lnTo>
                  <a:lnTo>
                    <a:pt x="328111" y="121981"/>
                  </a:lnTo>
                  <a:lnTo>
                    <a:pt x="326602" y="116913"/>
                  </a:lnTo>
                  <a:lnTo>
                    <a:pt x="324932" y="111895"/>
                  </a:lnTo>
                  <a:lnTo>
                    <a:pt x="323105" y="106932"/>
                  </a:lnTo>
                  <a:lnTo>
                    <a:pt x="321122" y="102030"/>
                  </a:lnTo>
                  <a:lnTo>
                    <a:pt x="318984" y="97193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8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5"/>
                  </a:lnTo>
                  <a:lnTo>
                    <a:pt x="278352" y="42336"/>
                  </a:lnTo>
                  <a:lnTo>
                    <a:pt x="274348" y="38881"/>
                  </a:lnTo>
                  <a:lnTo>
                    <a:pt x="270236" y="35555"/>
                  </a:lnTo>
                  <a:lnTo>
                    <a:pt x="266022" y="32361"/>
                  </a:lnTo>
                  <a:lnTo>
                    <a:pt x="261708" y="29301"/>
                  </a:lnTo>
                  <a:lnTo>
                    <a:pt x="257300" y="26380"/>
                  </a:lnTo>
                  <a:lnTo>
                    <a:pt x="252802" y="23600"/>
                  </a:lnTo>
                  <a:lnTo>
                    <a:pt x="248218" y="20963"/>
                  </a:lnTo>
                  <a:lnTo>
                    <a:pt x="243553" y="18472"/>
                  </a:lnTo>
                  <a:lnTo>
                    <a:pt x="238811" y="16130"/>
                  </a:lnTo>
                  <a:lnTo>
                    <a:pt x="233998" y="13940"/>
                  </a:lnTo>
                  <a:lnTo>
                    <a:pt x="229118" y="11903"/>
                  </a:lnTo>
                  <a:lnTo>
                    <a:pt x="224176" y="10021"/>
                  </a:lnTo>
                  <a:lnTo>
                    <a:pt x="219177" y="8296"/>
                  </a:lnTo>
                  <a:lnTo>
                    <a:pt x="214126" y="6731"/>
                  </a:lnTo>
                  <a:lnTo>
                    <a:pt x="209027" y="5326"/>
                  </a:lnTo>
                  <a:lnTo>
                    <a:pt x="203887" y="4082"/>
                  </a:lnTo>
                  <a:lnTo>
                    <a:pt x="198710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40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562" y="4397268"/>
              <a:ext cx="3221" cy="167167"/>
            </a:xfrm>
            <a:custGeom>
              <a:avLst/>
              <a:pathLst>
                <a:path w="3221" h="167167">
                  <a:moveTo>
                    <a:pt x="3221" y="0"/>
                  </a:moveTo>
                  <a:lnTo>
                    <a:pt x="0" y="31"/>
                  </a:lnTo>
                  <a:lnTo>
                    <a:pt x="32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875562" y="4397299"/>
              <a:ext cx="3221" cy="167136"/>
            </a:xfrm>
            <a:custGeom>
              <a:avLst/>
              <a:pathLst>
                <a:path w="3221" h="167136">
                  <a:moveTo>
                    <a:pt x="0" y="0"/>
                  </a:moveTo>
                  <a:lnTo>
                    <a:pt x="3221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11616" y="4397268"/>
              <a:ext cx="334324" cy="334327"/>
            </a:xfrm>
            <a:custGeom>
              <a:avLst/>
              <a:pathLst>
                <a:path w="334324" h="334327">
                  <a:moveTo>
                    <a:pt x="163945" y="31"/>
                  </a:moveTo>
                  <a:lnTo>
                    <a:pt x="158660" y="216"/>
                  </a:lnTo>
                  <a:lnTo>
                    <a:pt x="153384" y="569"/>
                  </a:lnTo>
                  <a:lnTo>
                    <a:pt x="148121" y="1088"/>
                  </a:lnTo>
                  <a:lnTo>
                    <a:pt x="142877" y="1774"/>
                  </a:lnTo>
                  <a:lnTo>
                    <a:pt x="137658" y="2625"/>
                  </a:lnTo>
                  <a:lnTo>
                    <a:pt x="132468" y="3640"/>
                  </a:lnTo>
                  <a:lnTo>
                    <a:pt x="127313" y="4820"/>
                  </a:lnTo>
                  <a:lnTo>
                    <a:pt x="122198" y="6161"/>
                  </a:lnTo>
                  <a:lnTo>
                    <a:pt x="117128" y="7664"/>
                  </a:lnTo>
                  <a:lnTo>
                    <a:pt x="112108" y="9327"/>
                  </a:lnTo>
                  <a:lnTo>
                    <a:pt x="107143" y="11148"/>
                  </a:lnTo>
                  <a:lnTo>
                    <a:pt x="102238" y="13124"/>
                  </a:lnTo>
                  <a:lnTo>
                    <a:pt x="97398" y="15255"/>
                  </a:lnTo>
                  <a:lnTo>
                    <a:pt x="92628" y="17538"/>
                  </a:lnTo>
                  <a:lnTo>
                    <a:pt x="87932" y="19970"/>
                  </a:lnTo>
                  <a:lnTo>
                    <a:pt x="83316" y="22550"/>
                  </a:lnTo>
                  <a:lnTo>
                    <a:pt x="78783" y="25275"/>
                  </a:lnTo>
                  <a:lnTo>
                    <a:pt x="74340" y="28142"/>
                  </a:lnTo>
                  <a:lnTo>
                    <a:pt x="69989" y="31147"/>
                  </a:lnTo>
                  <a:lnTo>
                    <a:pt x="65735" y="34289"/>
                  </a:lnTo>
                  <a:lnTo>
                    <a:pt x="61583" y="37564"/>
                  </a:lnTo>
                  <a:lnTo>
                    <a:pt x="57536" y="40969"/>
                  </a:lnTo>
                  <a:lnTo>
                    <a:pt x="53599" y="44499"/>
                  </a:lnTo>
                  <a:lnTo>
                    <a:pt x="49776" y="48153"/>
                  </a:lnTo>
                  <a:lnTo>
                    <a:pt x="46070" y="51926"/>
                  </a:lnTo>
                  <a:lnTo>
                    <a:pt x="42486" y="55814"/>
                  </a:lnTo>
                  <a:lnTo>
                    <a:pt x="39026" y="59813"/>
                  </a:lnTo>
                  <a:lnTo>
                    <a:pt x="35694" y="63920"/>
                  </a:lnTo>
                  <a:lnTo>
                    <a:pt x="32494" y="68130"/>
                  </a:lnTo>
                  <a:lnTo>
                    <a:pt x="29429" y="72440"/>
                  </a:lnTo>
                  <a:lnTo>
                    <a:pt x="26502" y="76844"/>
                  </a:lnTo>
                  <a:lnTo>
                    <a:pt x="23715" y="81338"/>
                  </a:lnTo>
                  <a:lnTo>
                    <a:pt x="21072" y="85919"/>
                  </a:lnTo>
                  <a:lnTo>
                    <a:pt x="18575" y="90580"/>
                  </a:lnTo>
                  <a:lnTo>
                    <a:pt x="16227" y="95319"/>
                  </a:lnTo>
                  <a:lnTo>
                    <a:pt x="14030" y="100129"/>
                  </a:lnTo>
                  <a:lnTo>
                    <a:pt x="11986" y="105006"/>
                  </a:lnTo>
                  <a:lnTo>
                    <a:pt x="10098" y="109946"/>
                  </a:lnTo>
                  <a:lnTo>
                    <a:pt x="8366" y="114943"/>
                  </a:lnTo>
                  <a:lnTo>
                    <a:pt x="6794" y="119992"/>
                  </a:lnTo>
                  <a:lnTo>
                    <a:pt x="5382" y="125088"/>
                  </a:lnTo>
                  <a:lnTo>
                    <a:pt x="4132" y="130226"/>
                  </a:lnTo>
                  <a:lnTo>
                    <a:pt x="3045" y="135402"/>
                  </a:lnTo>
                  <a:lnTo>
                    <a:pt x="2122" y="140609"/>
                  </a:lnTo>
                  <a:lnTo>
                    <a:pt x="1365" y="145843"/>
                  </a:lnTo>
                  <a:lnTo>
                    <a:pt x="773" y="151098"/>
                  </a:lnTo>
                  <a:lnTo>
                    <a:pt x="348" y="156369"/>
                  </a:lnTo>
                  <a:lnTo>
                    <a:pt x="90" y="161651"/>
                  </a:lnTo>
                  <a:lnTo>
                    <a:pt x="0" y="166938"/>
                  </a:lnTo>
                  <a:lnTo>
                    <a:pt x="76" y="172226"/>
                  </a:lnTo>
                  <a:lnTo>
                    <a:pt x="320" y="177509"/>
                  </a:lnTo>
                  <a:lnTo>
                    <a:pt x="730" y="182781"/>
                  </a:lnTo>
                  <a:lnTo>
                    <a:pt x="1307" y="188038"/>
                  </a:lnTo>
                  <a:lnTo>
                    <a:pt x="2050" y="193273"/>
                  </a:lnTo>
                  <a:lnTo>
                    <a:pt x="2959" y="198483"/>
                  </a:lnTo>
                  <a:lnTo>
                    <a:pt x="4032" y="203661"/>
                  </a:lnTo>
                  <a:lnTo>
                    <a:pt x="5268" y="208803"/>
                  </a:lnTo>
                  <a:lnTo>
                    <a:pt x="6665" y="213903"/>
                  </a:lnTo>
                  <a:lnTo>
                    <a:pt x="8224" y="218957"/>
                  </a:lnTo>
                  <a:lnTo>
                    <a:pt x="9942" y="223958"/>
                  </a:lnTo>
                  <a:lnTo>
                    <a:pt x="11817" y="228903"/>
                  </a:lnTo>
                  <a:lnTo>
                    <a:pt x="13847" y="233786"/>
                  </a:lnTo>
                  <a:lnTo>
                    <a:pt x="16031" y="238602"/>
                  </a:lnTo>
                  <a:lnTo>
                    <a:pt x="18366" y="243347"/>
                  </a:lnTo>
                  <a:lnTo>
                    <a:pt x="20850" y="248015"/>
                  </a:lnTo>
                  <a:lnTo>
                    <a:pt x="23481" y="252603"/>
                  </a:lnTo>
                  <a:lnTo>
                    <a:pt x="26255" y="257105"/>
                  </a:lnTo>
                  <a:lnTo>
                    <a:pt x="29170" y="261517"/>
                  </a:lnTo>
                  <a:lnTo>
                    <a:pt x="32224" y="265835"/>
                  </a:lnTo>
                  <a:lnTo>
                    <a:pt x="35412" y="270054"/>
                  </a:lnTo>
                  <a:lnTo>
                    <a:pt x="38733" y="274170"/>
                  </a:lnTo>
                  <a:lnTo>
                    <a:pt x="42181" y="278179"/>
                  </a:lnTo>
                  <a:lnTo>
                    <a:pt x="45755" y="282077"/>
                  </a:lnTo>
                  <a:lnTo>
                    <a:pt x="49451" y="285859"/>
                  </a:lnTo>
                  <a:lnTo>
                    <a:pt x="53264" y="289523"/>
                  </a:lnTo>
                  <a:lnTo>
                    <a:pt x="57191" y="293065"/>
                  </a:lnTo>
                  <a:lnTo>
                    <a:pt x="61228" y="296481"/>
                  </a:lnTo>
                  <a:lnTo>
                    <a:pt x="65372" y="299767"/>
                  </a:lnTo>
                  <a:lnTo>
                    <a:pt x="69617" y="302920"/>
                  </a:lnTo>
                  <a:lnTo>
                    <a:pt x="73960" y="305938"/>
                  </a:lnTo>
                  <a:lnTo>
                    <a:pt x="78396" y="308817"/>
                  </a:lnTo>
                  <a:lnTo>
                    <a:pt x="82920" y="311554"/>
                  </a:lnTo>
                  <a:lnTo>
                    <a:pt x="87530" y="314146"/>
                  </a:lnTo>
                  <a:lnTo>
                    <a:pt x="92219" y="316592"/>
                  </a:lnTo>
                  <a:lnTo>
                    <a:pt x="96982" y="318887"/>
                  </a:lnTo>
                  <a:lnTo>
                    <a:pt x="101817" y="321031"/>
                  </a:lnTo>
                  <a:lnTo>
                    <a:pt x="106716" y="323022"/>
                  </a:lnTo>
                  <a:lnTo>
                    <a:pt x="111676" y="324856"/>
                  </a:lnTo>
                  <a:lnTo>
                    <a:pt x="116692" y="326532"/>
                  </a:lnTo>
                  <a:lnTo>
                    <a:pt x="121758" y="328049"/>
                  </a:lnTo>
                  <a:lnTo>
                    <a:pt x="126869" y="329405"/>
                  </a:lnTo>
                  <a:lnTo>
                    <a:pt x="132021" y="330598"/>
                  </a:lnTo>
                  <a:lnTo>
                    <a:pt x="137208" y="331628"/>
                  </a:lnTo>
                  <a:lnTo>
                    <a:pt x="142425" y="332493"/>
                  </a:lnTo>
                  <a:lnTo>
                    <a:pt x="147667" y="333193"/>
                  </a:lnTo>
                  <a:lnTo>
                    <a:pt x="152928" y="333727"/>
                  </a:lnTo>
                  <a:lnTo>
                    <a:pt x="158204" y="334094"/>
                  </a:lnTo>
                  <a:lnTo>
                    <a:pt x="163488" y="334294"/>
                  </a:lnTo>
                  <a:lnTo>
                    <a:pt x="168776" y="334327"/>
                  </a:lnTo>
                  <a:lnTo>
                    <a:pt x="174063" y="334192"/>
                  </a:lnTo>
                  <a:lnTo>
                    <a:pt x="179342" y="333890"/>
                  </a:lnTo>
                  <a:lnTo>
                    <a:pt x="184610" y="333422"/>
                  </a:lnTo>
                  <a:lnTo>
                    <a:pt x="189860" y="332787"/>
                  </a:lnTo>
                  <a:lnTo>
                    <a:pt x="195087" y="331986"/>
                  </a:lnTo>
                  <a:lnTo>
                    <a:pt x="200286" y="331021"/>
                  </a:lnTo>
                  <a:lnTo>
                    <a:pt x="205453" y="329891"/>
                  </a:lnTo>
                  <a:lnTo>
                    <a:pt x="210581" y="328599"/>
                  </a:lnTo>
                  <a:lnTo>
                    <a:pt x="215665" y="327145"/>
                  </a:lnTo>
                  <a:lnTo>
                    <a:pt x="220701" y="325531"/>
                  </a:lnTo>
                  <a:lnTo>
                    <a:pt x="225683" y="323758"/>
                  </a:lnTo>
                  <a:lnTo>
                    <a:pt x="230607" y="321829"/>
                  </a:lnTo>
                  <a:lnTo>
                    <a:pt x="235467" y="319745"/>
                  </a:lnTo>
                  <a:lnTo>
                    <a:pt x="240259" y="317508"/>
                  </a:lnTo>
                  <a:lnTo>
                    <a:pt x="244978" y="315121"/>
                  </a:lnTo>
                  <a:lnTo>
                    <a:pt x="249619" y="312586"/>
                  </a:lnTo>
                  <a:lnTo>
                    <a:pt x="254177" y="309905"/>
                  </a:lnTo>
                  <a:lnTo>
                    <a:pt x="258649" y="307081"/>
                  </a:lnTo>
                  <a:lnTo>
                    <a:pt x="263029" y="304118"/>
                  </a:lnTo>
                  <a:lnTo>
                    <a:pt x="267312" y="301017"/>
                  </a:lnTo>
                  <a:lnTo>
                    <a:pt x="271496" y="297782"/>
                  </a:lnTo>
                  <a:lnTo>
                    <a:pt x="275575" y="294417"/>
                  </a:lnTo>
                  <a:lnTo>
                    <a:pt x="279546" y="290924"/>
                  </a:lnTo>
                  <a:lnTo>
                    <a:pt x="283404" y="287308"/>
                  </a:lnTo>
                  <a:lnTo>
                    <a:pt x="287146" y="283571"/>
                  </a:lnTo>
                  <a:lnTo>
                    <a:pt x="290768" y="279718"/>
                  </a:lnTo>
                  <a:lnTo>
                    <a:pt x="294266" y="275752"/>
                  </a:lnTo>
                  <a:lnTo>
                    <a:pt x="297637" y="271677"/>
                  </a:lnTo>
                  <a:lnTo>
                    <a:pt x="300878" y="267498"/>
                  </a:lnTo>
                  <a:lnTo>
                    <a:pt x="303984" y="263218"/>
                  </a:lnTo>
                  <a:lnTo>
                    <a:pt x="306954" y="258843"/>
                  </a:lnTo>
                  <a:lnTo>
                    <a:pt x="309784" y="254375"/>
                  </a:lnTo>
                  <a:lnTo>
                    <a:pt x="312471" y="249821"/>
                  </a:lnTo>
                  <a:lnTo>
                    <a:pt x="315013" y="245183"/>
                  </a:lnTo>
                  <a:lnTo>
                    <a:pt x="317406" y="240468"/>
                  </a:lnTo>
                  <a:lnTo>
                    <a:pt x="319650" y="235679"/>
                  </a:lnTo>
                  <a:lnTo>
                    <a:pt x="321741" y="230821"/>
                  </a:lnTo>
                  <a:lnTo>
                    <a:pt x="323677" y="225900"/>
                  </a:lnTo>
                  <a:lnTo>
                    <a:pt x="325456" y="220921"/>
                  </a:lnTo>
                  <a:lnTo>
                    <a:pt x="327077" y="215887"/>
                  </a:lnTo>
                  <a:lnTo>
                    <a:pt x="328538" y="210804"/>
                  </a:lnTo>
                  <a:lnTo>
                    <a:pt x="329838" y="205678"/>
                  </a:lnTo>
                  <a:lnTo>
                    <a:pt x="330974" y="200514"/>
                  </a:lnTo>
                  <a:lnTo>
                    <a:pt x="331947" y="195316"/>
                  </a:lnTo>
                  <a:lnTo>
                    <a:pt x="332755" y="190089"/>
                  </a:lnTo>
                  <a:lnTo>
                    <a:pt x="333397" y="184840"/>
                  </a:lnTo>
                  <a:lnTo>
                    <a:pt x="333873" y="179574"/>
                  </a:lnTo>
                  <a:lnTo>
                    <a:pt x="334182" y="174294"/>
                  </a:lnTo>
                  <a:lnTo>
                    <a:pt x="334324" y="169008"/>
                  </a:lnTo>
                  <a:lnTo>
                    <a:pt x="334299" y="163720"/>
                  </a:lnTo>
                  <a:lnTo>
                    <a:pt x="334106" y="158435"/>
                  </a:lnTo>
                  <a:lnTo>
                    <a:pt x="333746" y="153159"/>
                  </a:lnTo>
                  <a:lnTo>
                    <a:pt x="333220" y="147897"/>
                  </a:lnTo>
                  <a:lnTo>
                    <a:pt x="332527" y="142654"/>
                  </a:lnTo>
                  <a:lnTo>
                    <a:pt x="331669" y="137436"/>
                  </a:lnTo>
                  <a:lnTo>
                    <a:pt x="330646" y="132248"/>
                  </a:lnTo>
                  <a:lnTo>
                    <a:pt x="329460" y="127094"/>
                  </a:lnTo>
                  <a:lnTo>
                    <a:pt x="328111" y="121981"/>
                  </a:lnTo>
                  <a:lnTo>
                    <a:pt x="326602" y="116913"/>
                  </a:lnTo>
                  <a:lnTo>
                    <a:pt x="324932" y="111895"/>
                  </a:lnTo>
                  <a:lnTo>
                    <a:pt x="323105" y="106932"/>
                  </a:lnTo>
                  <a:lnTo>
                    <a:pt x="321122" y="102030"/>
                  </a:lnTo>
                  <a:lnTo>
                    <a:pt x="318984" y="97193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8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5"/>
                  </a:lnTo>
                  <a:lnTo>
                    <a:pt x="278352" y="42336"/>
                  </a:lnTo>
                  <a:lnTo>
                    <a:pt x="274348" y="38881"/>
                  </a:lnTo>
                  <a:lnTo>
                    <a:pt x="270236" y="35555"/>
                  </a:lnTo>
                  <a:lnTo>
                    <a:pt x="266022" y="32361"/>
                  </a:lnTo>
                  <a:lnTo>
                    <a:pt x="261708" y="29301"/>
                  </a:lnTo>
                  <a:lnTo>
                    <a:pt x="257300" y="26380"/>
                  </a:lnTo>
                  <a:lnTo>
                    <a:pt x="252802" y="23600"/>
                  </a:lnTo>
                  <a:lnTo>
                    <a:pt x="248218" y="20963"/>
                  </a:lnTo>
                  <a:lnTo>
                    <a:pt x="243553" y="18472"/>
                  </a:lnTo>
                  <a:lnTo>
                    <a:pt x="238811" y="16130"/>
                  </a:lnTo>
                  <a:lnTo>
                    <a:pt x="233998" y="13940"/>
                  </a:lnTo>
                  <a:lnTo>
                    <a:pt x="229118" y="11903"/>
                  </a:lnTo>
                  <a:lnTo>
                    <a:pt x="224176" y="10021"/>
                  </a:lnTo>
                  <a:lnTo>
                    <a:pt x="219177" y="8296"/>
                  </a:lnTo>
                  <a:lnTo>
                    <a:pt x="214126" y="6731"/>
                  </a:lnTo>
                  <a:lnTo>
                    <a:pt x="209027" y="5326"/>
                  </a:lnTo>
                  <a:lnTo>
                    <a:pt x="203887" y="4082"/>
                  </a:lnTo>
                  <a:lnTo>
                    <a:pt x="198710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40" y="334"/>
                  </a:lnTo>
                  <a:lnTo>
                    <a:pt x="172457" y="83"/>
                  </a:lnTo>
                  <a:lnTo>
                    <a:pt x="167170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51" y="4794382"/>
              <a:ext cx="614" cy="167167"/>
            </a:xfrm>
            <a:custGeom>
              <a:avLst/>
              <a:pathLst>
                <a:path w="614" h="167167">
                  <a:moveTo>
                    <a:pt x="614" y="0"/>
                  </a:moveTo>
                  <a:lnTo>
                    <a:pt x="0" y="1"/>
                  </a:lnTo>
                  <a:lnTo>
                    <a:pt x="61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211951" y="4794383"/>
              <a:ext cx="614" cy="167166"/>
            </a:xfrm>
            <a:custGeom>
              <a:avLst/>
              <a:pathLst>
                <a:path w="614" h="167166">
                  <a:moveTo>
                    <a:pt x="0" y="0"/>
                  </a:moveTo>
                  <a:lnTo>
                    <a:pt x="614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67693" y="4794383"/>
              <a:ext cx="144872" cy="167166"/>
            </a:xfrm>
            <a:custGeom>
              <a:avLst/>
              <a:pathLst>
                <a:path w="144872" h="167166">
                  <a:moveTo>
                    <a:pt x="144257" y="0"/>
                  </a:moveTo>
                  <a:lnTo>
                    <a:pt x="138801" y="109"/>
                  </a:lnTo>
                  <a:lnTo>
                    <a:pt x="133351" y="396"/>
                  </a:lnTo>
                  <a:lnTo>
                    <a:pt x="127914" y="861"/>
                  </a:lnTo>
                  <a:lnTo>
                    <a:pt x="122494" y="1503"/>
                  </a:lnTo>
                  <a:lnTo>
                    <a:pt x="117098" y="2322"/>
                  </a:lnTo>
                  <a:lnTo>
                    <a:pt x="111732" y="3316"/>
                  </a:lnTo>
                  <a:lnTo>
                    <a:pt x="106402" y="4485"/>
                  </a:lnTo>
                  <a:lnTo>
                    <a:pt x="101112" y="5828"/>
                  </a:lnTo>
                  <a:lnTo>
                    <a:pt x="95869" y="7342"/>
                  </a:lnTo>
                  <a:lnTo>
                    <a:pt x="90678" y="9027"/>
                  </a:lnTo>
                  <a:lnTo>
                    <a:pt x="85545" y="10880"/>
                  </a:lnTo>
                  <a:lnTo>
                    <a:pt x="80475" y="12900"/>
                  </a:lnTo>
                  <a:lnTo>
                    <a:pt x="75474" y="15084"/>
                  </a:lnTo>
                  <a:lnTo>
                    <a:pt x="70546" y="17431"/>
                  </a:lnTo>
                  <a:lnTo>
                    <a:pt x="65698" y="19937"/>
                  </a:lnTo>
                  <a:lnTo>
                    <a:pt x="60935" y="22600"/>
                  </a:lnTo>
                  <a:lnTo>
                    <a:pt x="56260" y="25417"/>
                  </a:lnTo>
                  <a:lnTo>
                    <a:pt x="51681" y="28385"/>
                  </a:lnTo>
                  <a:lnTo>
                    <a:pt x="47200" y="31501"/>
                  </a:lnTo>
                  <a:lnTo>
                    <a:pt x="42824" y="34761"/>
                  </a:lnTo>
                  <a:lnTo>
                    <a:pt x="38556" y="38163"/>
                  </a:lnTo>
                  <a:lnTo>
                    <a:pt x="34402" y="41702"/>
                  </a:lnTo>
                  <a:lnTo>
                    <a:pt x="30365" y="45375"/>
                  </a:lnTo>
                  <a:lnTo>
                    <a:pt x="26451" y="49177"/>
                  </a:lnTo>
                  <a:lnTo>
                    <a:pt x="22662" y="53106"/>
                  </a:lnTo>
                  <a:lnTo>
                    <a:pt x="19004" y="57156"/>
                  </a:lnTo>
                  <a:lnTo>
                    <a:pt x="15480" y="61323"/>
                  </a:lnTo>
                  <a:lnTo>
                    <a:pt x="12095" y="65603"/>
                  </a:lnTo>
                  <a:lnTo>
                    <a:pt x="8850" y="69991"/>
                  </a:lnTo>
                  <a:lnTo>
                    <a:pt x="5751" y="74483"/>
                  </a:lnTo>
                  <a:lnTo>
                    <a:pt x="2799" y="79074"/>
                  </a:lnTo>
                  <a:lnTo>
                    <a:pt x="0" y="83758"/>
                  </a:lnTo>
                  <a:lnTo>
                    <a:pt x="144872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45417" y="4794382"/>
              <a:ext cx="334296" cy="334334"/>
            </a:xfrm>
            <a:custGeom>
              <a:avLst/>
              <a:pathLst>
                <a:path w="334296" h="334334">
                  <a:moveTo>
                    <a:pt x="22276" y="83760"/>
                  </a:moveTo>
                  <a:lnTo>
                    <a:pt x="19703" y="88397"/>
                  </a:lnTo>
                  <a:lnTo>
                    <a:pt x="17279" y="93114"/>
                  </a:lnTo>
                  <a:lnTo>
                    <a:pt x="15005" y="97905"/>
                  </a:lnTo>
                  <a:lnTo>
                    <a:pt x="12885" y="102766"/>
                  </a:lnTo>
                  <a:lnTo>
                    <a:pt x="10919" y="107692"/>
                  </a:lnTo>
                  <a:lnTo>
                    <a:pt x="9111" y="112677"/>
                  </a:lnTo>
                  <a:lnTo>
                    <a:pt x="7462" y="117718"/>
                  </a:lnTo>
                  <a:lnTo>
                    <a:pt x="5974" y="122808"/>
                  </a:lnTo>
                  <a:lnTo>
                    <a:pt x="4648" y="127943"/>
                  </a:lnTo>
                  <a:lnTo>
                    <a:pt x="3486" y="133117"/>
                  </a:lnTo>
                  <a:lnTo>
                    <a:pt x="2488" y="138326"/>
                  </a:lnTo>
                  <a:lnTo>
                    <a:pt x="1656" y="143563"/>
                  </a:lnTo>
                  <a:lnTo>
                    <a:pt x="991" y="148825"/>
                  </a:lnTo>
                  <a:lnTo>
                    <a:pt x="492" y="154105"/>
                  </a:lnTo>
                  <a:lnTo>
                    <a:pt x="162" y="159398"/>
                  </a:lnTo>
                  <a:lnTo>
                    <a:pt x="0" y="164698"/>
                  </a:lnTo>
                  <a:lnTo>
                    <a:pt x="5" y="170002"/>
                  </a:lnTo>
                  <a:lnTo>
                    <a:pt x="179" y="175302"/>
                  </a:lnTo>
                  <a:lnTo>
                    <a:pt x="521" y="180594"/>
                  </a:lnTo>
                  <a:lnTo>
                    <a:pt x="1031" y="185873"/>
                  </a:lnTo>
                  <a:lnTo>
                    <a:pt x="1708" y="191133"/>
                  </a:lnTo>
                  <a:lnTo>
                    <a:pt x="2552" y="196369"/>
                  </a:lnTo>
                  <a:lnTo>
                    <a:pt x="3561" y="201575"/>
                  </a:lnTo>
                  <a:lnTo>
                    <a:pt x="4735" y="206747"/>
                  </a:lnTo>
                  <a:lnTo>
                    <a:pt x="6072" y="211879"/>
                  </a:lnTo>
                  <a:lnTo>
                    <a:pt x="7571" y="216966"/>
                  </a:lnTo>
                  <a:lnTo>
                    <a:pt x="9231" y="222003"/>
                  </a:lnTo>
                  <a:lnTo>
                    <a:pt x="11050" y="226984"/>
                  </a:lnTo>
                  <a:lnTo>
                    <a:pt x="13026" y="231906"/>
                  </a:lnTo>
                  <a:lnTo>
                    <a:pt x="15157" y="236762"/>
                  </a:lnTo>
                  <a:lnTo>
                    <a:pt x="17441" y="241548"/>
                  </a:lnTo>
                  <a:lnTo>
                    <a:pt x="19876" y="246260"/>
                  </a:lnTo>
                  <a:lnTo>
                    <a:pt x="22459" y="250892"/>
                  </a:lnTo>
                  <a:lnTo>
                    <a:pt x="25188" y="255439"/>
                  </a:lnTo>
                  <a:lnTo>
                    <a:pt x="28059" y="259898"/>
                  </a:lnTo>
                  <a:lnTo>
                    <a:pt x="31070" y="264263"/>
                  </a:lnTo>
                  <a:lnTo>
                    <a:pt x="34219" y="268531"/>
                  </a:lnTo>
                  <a:lnTo>
                    <a:pt x="37501" y="272696"/>
                  </a:lnTo>
                  <a:lnTo>
                    <a:pt x="40914" y="276756"/>
                  </a:lnTo>
                  <a:lnTo>
                    <a:pt x="44454" y="280705"/>
                  </a:lnTo>
                  <a:lnTo>
                    <a:pt x="48117" y="284540"/>
                  </a:lnTo>
                  <a:lnTo>
                    <a:pt x="51900" y="288256"/>
                  </a:lnTo>
                  <a:lnTo>
                    <a:pt x="55799" y="291851"/>
                  </a:lnTo>
                  <a:lnTo>
                    <a:pt x="59810" y="295320"/>
                  </a:lnTo>
                  <a:lnTo>
                    <a:pt x="63929" y="298661"/>
                  </a:lnTo>
                  <a:lnTo>
                    <a:pt x="68152" y="301869"/>
                  </a:lnTo>
                  <a:lnTo>
                    <a:pt x="72475" y="304941"/>
                  </a:lnTo>
                  <a:lnTo>
                    <a:pt x="76893" y="307875"/>
                  </a:lnTo>
                  <a:lnTo>
                    <a:pt x="81401" y="310667"/>
                  </a:lnTo>
                  <a:lnTo>
                    <a:pt x="85996" y="313315"/>
                  </a:lnTo>
                  <a:lnTo>
                    <a:pt x="90673" y="315816"/>
                  </a:lnTo>
                  <a:lnTo>
                    <a:pt x="95427" y="318167"/>
                  </a:lnTo>
                  <a:lnTo>
                    <a:pt x="100253" y="320366"/>
                  </a:lnTo>
                  <a:lnTo>
                    <a:pt x="105146" y="322411"/>
                  </a:lnTo>
                  <a:lnTo>
                    <a:pt x="110102" y="324299"/>
                  </a:lnTo>
                  <a:lnTo>
                    <a:pt x="115115" y="326030"/>
                  </a:lnTo>
                  <a:lnTo>
                    <a:pt x="120180" y="327600"/>
                  </a:lnTo>
                  <a:lnTo>
                    <a:pt x="125293" y="329010"/>
                  </a:lnTo>
                  <a:lnTo>
                    <a:pt x="130447" y="330256"/>
                  </a:lnTo>
                  <a:lnTo>
                    <a:pt x="135639" y="331338"/>
                  </a:lnTo>
                  <a:lnTo>
                    <a:pt x="140863" y="332255"/>
                  </a:lnTo>
                  <a:lnTo>
                    <a:pt x="146113" y="333006"/>
                  </a:lnTo>
                  <a:lnTo>
                    <a:pt x="151384" y="333589"/>
                  </a:lnTo>
                  <a:lnTo>
                    <a:pt x="156671" y="334006"/>
                  </a:lnTo>
                  <a:lnTo>
                    <a:pt x="161968" y="334254"/>
                  </a:lnTo>
                  <a:lnTo>
                    <a:pt x="167271" y="334334"/>
                  </a:lnTo>
                  <a:lnTo>
                    <a:pt x="172573" y="334246"/>
                  </a:lnTo>
                  <a:lnTo>
                    <a:pt x="177871" y="333990"/>
                  </a:lnTo>
                  <a:lnTo>
                    <a:pt x="183157" y="333566"/>
                  </a:lnTo>
                  <a:lnTo>
                    <a:pt x="188427" y="332975"/>
                  </a:lnTo>
                  <a:lnTo>
                    <a:pt x="193676" y="332216"/>
                  </a:lnTo>
                  <a:lnTo>
                    <a:pt x="198898" y="331292"/>
                  </a:lnTo>
                  <a:lnTo>
                    <a:pt x="204088" y="330202"/>
                  </a:lnTo>
                  <a:lnTo>
                    <a:pt x="209241" y="328948"/>
                  </a:lnTo>
                  <a:lnTo>
                    <a:pt x="214352" y="327532"/>
                  </a:lnTo>
                  <a:lnTo>
                    <a:pt x="219415" y="325954"/>
                  </a:lnTo>
                  <a:lnTo>
                    <a:pt x="224425" y="324216"/>
                  </a:lnTo>
                  <a:lnTo>
                    <a:pt x="229378" y="322320"/>
                  </a:lnTo>
                  <a:lnTo>
                    <a:pt x="234268" y="320268"/>
                  </a:lnTo>
                  <a:lnTo>
                    <a:pt x="239091" y="318062"/>
                  </a:lnTo>
                  <a:lnTo>
                    <a:pt x="243841" y="315704"/>
                  </a:lnTo>
                  <a:lnTo>
                    <a:pt x="248514" y="313196"/>
                  </a:lnTo>
                  <a:lnTo>
                    <a:pt x="253106" y="310542"/>
                  </a:lnTo>
                  <a:lnTo>
                    <a:pt x="257610" y="307743"/>
                  </a:lnTo>
                  <a:lnTo>
                    <a:pt x="262024" y="304803"/>
                  </a:lnTo>
                  <a:lnTo>
                    <a:pt x="266342" y="301724"/>
                  </a:lnTo>
                  <a:lnTo>
                    <a:pt x="270560" y="298510"/>
                  </a:lnTo>
                  <a:lnTo>
                    <a:pt x="274675" y="295164"/>
                  </a:lnTo>
                  <a:lnTo>
                    <a:pt x="278681" y="291688"/>
                  </a:lnTo>
                  <a:lnTo>
                    <a:pt x="282574" y="288088"/>
                  </a:lnTo>
                  <a:lnTo>
                    <a:pt x="286352" y="284366"/>
                  </a:lnTo>
                  <a:lnTo>
                    <a:pt x="290010" y="280525"/>
                  </a:lnTo>
                  <a:lnTo>
                    <a:pt x="293544" y="276571"/>
                  </a:lnTo>
                  <a:lnTo>
                    <a:pt x="296950" y="272507"/>
                  </a:lnTo>
                  <a:lnTo>
                    <a:pt x="300226" y="268336"/>
                  </a:lnTo>
                  <a:lnTo>
                    <a:pt x="303369" y="264064"/>
                  </a:lnTo>
                  <a:lnTo>
                    <a:pt x="306374" y="259695"/>
                  </a:lnTo>
                  <a:lnTo>
                    <a:pt x="309239" y="255232"/>
                  </a:lnTo>
                  <a:lnTo>
                    <a:pt x="311961" y="250680"/>
                  </a:lnTo>
                  <a:lnTo>
                    <a:pt x="314537" y="246045"/>
                  </a:lnTo>
                  <a:lnTo>
                    <a:pt x="316965" y="241330"/>
                  </a:lnTo>
                  <a:lnTo>
                    <a:pt x="319242" y="236540"/>
                  </a:lnTo>
                  <a:lnTo>
                    <a:pt x="321366" y="231681"/>
                  </a:lnTo>
                  <a:lnTo>
                    <a:pt x="323335" y="226756"/>
                  </a:lnTo>
                  <a:lnTo>
                    <a:pt x="325146" y="221772"/>
                  </a:lnTo>
                  <a:lnTo>
                    <a:pt x="326799" y="216733"/>
                  </a:lnTo>
                  <a:lnTo>
                    <a:pt x="328291" y="211644"/>
                  </a:lnTo>
                  <a:lnTo>
                    <a:pt x="329621" y="206510"/>
                  </a:lnTo>
                  <a:lnTo>
                    <a:pt x="330787" y="201336"/>
                  </a:lnTo>
                  <a:lnTo>
                    <a:pt x="331788" y="196128"/>
                  </a:lnTo>
                  <a:lnTo>
                    <a:pt x="332624" y="190891"/>
                  </a:lnTo>
                  <a:lnTo>
                    <a:pt x="333293" y="185631"/>
                  </a:lnTo>
                  <a:lnTo>
                    <a:pt x="333795" y="180351"/>
                  </a:lnTo>
                  <a:lnTo>
                    <a:pt x="334130" y="175058"/>
                  </a:lnTo>
                  <a:lnTo>
                    <a:pt x="334296" y="169758"/>
                  </a:lnTo>
                  <a:lnTo>
                    <a:pt x="334294" y="164454"/>
                  </a:lnTo>
                  <a:lnTo>
                    <a:pt x="334124" y="159154"/>
                  </a:lnTo>
                  <a:lnTo>
                    <a:pt x="333786" y="153861"/>
                  </a:lnTo>
                  <a:lnTo>
                    <a:pt x="333280" y="148582"/>
                  </a:lnTo>
                  <a:lnTo>
                    <a:pt x="332607" y="143322"/>
                  </a:lnTo>
                  <a:lnTo>
                    <a:pt x="331767" y="138085"/>
                  </a:lnTo>
                  <a:lnTo>
                    <a:pt x="330762" y="132878"/>
                  </a:lnTo>
                  <a:lnTo>
                    <a:pt x="329592" y="127705"/>
                  </a:lnTo>
                  <a:lnTo>
                    <a:pt x="328258" y="122572"/>
                  </a:lnTo>
                  <a:lnTo>
                    <a:pt x="326763" y="117484"/>
                  </a:lnTo>
                  <a:lnTo>
                    <a:pt x="325106" y="112446"/>
                  </a:lnTo>
                  <a:lnTo>
                    <a:pt x="323291" y="107463"/>
                  </a:lnTo>
                  <a:lnTo>
                    <a:pt x="321319" y="102541"/>
                  </a:lnTo>
                  <a:lnTo>
                    <a:pt x="319191" y="97683"/>
                  </a:lnTo>
                  <a:lnTo>
                    <a:pt x="316911" y="92895"/>
                  </a:lnTo>
                  <a:lnTo>
                    <a:pt x="314479" y="88182"/>
                  </a:lnTo>
                  <a:lnTo>
                    <a:pt x="311900" y="83548"/>
                  </a:lnTo>
                  <a:lnTo>
                    <a:pt x="309174" y="78998"/>
                  </a:lnTo>
                  <a:lnTo>
                    <a:pt x="306306" y="74538"/>
                  </a:lnTo>
                  <a:lnTo>
                    <a:pt x="303298" y="70170"/>
                  </a:lnTo>
                  <a:lnTo>
                    <a:pt x="300153" y="65900"/>
                  </a:lnTo>
                  <a:lnTo>
                    <a:pt x="296873" y="61732"/>
                  </a:lnTo>
                  <a:lnTo>
                    <a:pt x="293464" y="57670"/>
                  </a:lnTo>
                  <a:lnTo>
                    <a:pt x="289927" y="53719"/>
                  </a:lnTo>
                  <a:lnTo>
                    <a:pt x="286266" y="49881"/>
                  </a:lnTo>
                  <a:lnTo>
                    <a:pt x="282486" y="46162"/>
                  </a:lnTo>
                  <a:lnTo>
                    <a:pt x="278590" y="42564"/>
                  </a:lnTo>
                  <a:lnTo>
                    <a:pt x="274581" y="39092"/>
                  </a:lnTo>
                  <a:lnTo>
                    <a:pt x="270464" y="35748"/>
                  </a:lnTo>
                  <a:lnTo>
                    <a:pt x="266244" y="32537"/>
                  </a:lnTo>
                  <a:lnTo>
                    <a:pt x="261923" y="29462"/>
                  </a:lnTo>
                  <a:lnTo>
                    <a:pt x="257508" y="26525"/>
                  </a:lnTo>
                  <a:lnTo>
                    <a:pt x="253001" y="23729"/>
                  </a:lnTo>
                  <a:lnTo>
                    <a:pt x="248408" y="21078"/>
                  </a:lnTo>
                  <a:lnTo>
                    <a:pt x="243733" y="18574"/>
                  </a:lnTo>
                  <a:lnTo>
                    <a:pt x="238981" y="16220"/>
                  </a:lnTo>
                  <a:lnTo>
                    <a:pt x="234157" y="14017"/>
                  </a:lnTo>
                  <a:lnTo>
                    <a:pt x="229265" y="11969"/>
                  </a:lnTo>
                  <a:lnTo>
                    <a:pt x="224311" y="10076"/>
                  </a:lnTo>
                  <a:lnTo>
                    <a:pt x="219299" y="8342"/>
                  </a:lnTo>
                  <a:lnTo>
                    <a:pt x="214235" y="6768"/>
                  </a:lnTo>
                  <a:lnTo>
                    <a:pt x="209123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61938" y="5103947"/>
              <a:ext cx="334307" cy="334333"/>
            </a:xfrm>
            <a:custGeom>
              <a:avLst/>
              <a:pathLst>
                <a:path w="334307" h="334333">
                  <a:moveTo>
                    <a:pt x="167074" y="0"/>
                  </a:moveTo>
                  <a:lnTo>
                    <a:pt x="161777" y="86"/>
                  </a:lnTo>
                  <a:lnTo>
                    <a:pt x="156485" y="340"/>
                  </a:lnTo>
                  <a:lnTo>
                    <a:pt x="151203" y="762"/>
                  </a:lnTo>
                  <a:lnTo>
                    <a:pt x="145938" y="1351"/>
                  </a:lnTo>
                  <a:lnTo>
                    <a:pt x="140693" y="2106"/>
                  </a:lnTo>
                  <a:lnTo>
                    <a:pt x="135476" y="3028"/>
                  </a:lnTo>
                  <a:lnTo>
                    <a:pt x="130290" y="4114"/>
                  </a:lnTo>
                  <a:lnTo>
                    <a:pt x="125141" y="5364"/>
                  </a:lnTo>
                  <a:lnTo>
                    <a:pt x="120035" y="6776"/>
                  </a:lnTo>
                  <a:lnTo>
                    <a:pt x="114975" y="8350"/>
                  </a:lnTo>
                  <a:lnTo>
                    <a:pt x="109968" y="10083"/>
                  </a:lnTo>
                  <a:lnTo>
                    <a:pt x="105019" y="11974"/>
                  </a:lnTo>
                  <a:lnTo>
                    <a:pt x="100132" y="14021"/>
                  </a:lnTo>
                  <a:lnTo>
                    <a:pt x="95312" y="16222"/>
                  </a:lnTo>
                  <a:lnTo>
                    <a:pt x="90565" y="18574"/>
                  </a:lnTo>
                  <a:lnTo>
                    <a:pt x="85894" y="21076"/>
                  </a:lnTo>
                  <a:lnTo>
                    <a:pt x="81305" y="23724"/>
                  </a:lnTo>
                  <a:lnTo>
                    <a:pt x="76803" y="26517"/>
                  </a:lnTo>
                  <a:lnTo>
                    <a:pt x="72391" y="29451"/>
                  </a:lnTo>
                  <a:lnTo>
                    <a:pt x="68074" y="32523"/>
                  </a:lnTo>
                  <a:lnTo>
                    <a:pt x="63857" y="35730"/>
                  </a:lnTo>
                  <a:lnTo>
                    <a:pt x="59743" y="39070"/>
                  </a:lnTo>
                  <a:lnTo>
                    <a:pt x="55738" y="42538"/>
                  </a:lnTo>
                  <a:lnTo>
                    <a:pt x="51844" y="46131"/>
                  </a:lnTo>
                  <a:lnTo>
                    <a:pt x="48066" y="49846"/>
                  </a:lnTo>
                  <a:lnTo>
                    <a:pt x="44408" y="53679"/>
                  </a:lnTo>
                  <a:lnTo>
                    <a:pt x="40873" y="57626"/>
                  </a:lnTo>
                  <a:lnTo>
                    <a:pt x="37465" y="61683"/>
                  </a:lnTo>
                  <a:lnTo>
                    <a:pt x="34187" y="65845"/>
                  </a:lnTo>
                  <a:lnTo>
                    <a:pt x="31043" y="70110"/>
                  </a:lnTo>
                  <a:lnTo>
                    <a:pt x="28036" y="74472"/>
                  </a:lnTo>
                  <a:lnTo>
                    <a:pt x="25168" y="78927"/>
                  </a:lnTo>
                  <a:lnTo>
                    <a:pt x="22443" y="83471"/>
                  </a:lnTo>
                  <a:lnTo>
                    <a:pt x="19863" y="88099"/>
                  </a:lnTo>
                  <a:lnTo>
                    <a:pt x="17432" y="92806"/>
                  </a:lnTo>
                  <a:lnTo>
                    <a:pt x="15150" y="97588"/>
                  </a:lnTo>
                  <a:lnTo>
                    <a:pt x="13022" y="102440"/>
                  </a:lnTo>
                  <a:lnTo>
                    <a:pt x="11048" y="107357"/>
                  </a:lnTo>
                  <a:lnTo>
                    <a:pt x="9231" y="112334"/>
                  </a:lnTo>
                  <a:lnTo>
                    <a:pt x="7572" y="117366"/>
                  </a:lnTo>
                  <a:lnTo>
                    <a:pt x="6074" y="122449"/>
                  </a:lnTo>
                  <a:lnTo>
                    <a:pt x="4738" y="127576"/>
                  </a:lnTo>
                  <a:lnTo>
                    <a:pt x="3565" y="132743"/>
                  </a:lnTo>
                  <a:lnTo>
                    <a:pt x="2556" y="137944"/>
                  </a:lnTo>
                  <a:lnTo>
                    <a:pt x="1713" y="143175"/>
                  </a:lnTo>
                  <a:lnTo>
                    <a:pt x="1035" y="148430"/>
                  </a:lnTo>
                  <a:lnTo>
                    <a:pt x="525" y="153703"/>
                  </a:lnTo>
                  <a:lnTo>
                    <a:pt x="182" y="158991"/>
                  </a:lnTo>
                  <a:lnTo>
                    <a:pt x="7" y="164286"/>
                  </a:lnTo>
                  <a:lnTo>
                    <a:pt x="0" y="169584"/>
                  </a:lnTo>
                  <a:lnTo>
                    <a:pt x="160" y="174880"/>
                  </a:lnTo>
                  <a:lnTo>
                    <a:pt x="488" y="180168"/>
                  </a:lnTo>
                  <a:lnTo>
                    <a:pt x="984" y="185444"/>
                  </a:lnTo>
                  <a:lnTo>
                    <a:pt x="1647" y="190700"/>
                  </a:lnTo>
                  <a:lnTo>
                    <a:pt x="2476" y="195933"/>
                  </a:lnTo>
                  <a:lnTo>
                    <a:pt x="3470" y="201138"/>
                  </a:lnTo>
                  <a:lnTo>
                    <a:pt x="4629" y="206308"/>
                  </a:lnTo>
                  <a:lnTo>
                    <a:pt x="5951" y="211438"/>
                  </a:lnTo>
                  <a:lnTo>
                    <a:pt x="7435" y="216525"/>
                  </a:lnTo>
                  <a:lnTo>
                    <a:pt x="9079" y="221561"/>
                  </a:lnTo>
                  <a:lnTo>
                    <a:pt x="10882" y="226544"/>
                  </a:lnTo>
                  <a:lnTo>
                    <a:pt x="12843" y="231466"/>
                  </a:lnTo>
                  <a:lnTo>
                    <a:pt x="14958" y="236324"/>
                  </a:lnTo>
                  <a:lnTo>
                    <a:pt x="17226" y="241112"/>
                  </a:lnTo>
                  <a:lnTo>
                    <a:pt x="19645" y="245826"/>
                  </a:lnTo>
                  <a:lnTo>
                    <a:pt x="22212" y="250461"/>
                  </a:lnTo>
                  <a:lnTo>
                    <a:pt x="24924" y="255013"/>
                  </a:lnTo>
                  <a:lnTo>
                    <a:pt x="27779" y="259476"/>
                  </a:lnTo>
                  <a:lnTo>
                    <a:pt x="30775" y="263846"/>
                  </a:lnTo>
                  <a:lnTo>
                    <a:pt x="33907" y="268119"/>
                  </a:lnTo>
                  <a:lnTo>
                    <a:pt x="37173" y="272291"/>
                  </a:lnTo>
                  <a:lnTo>
                    <a:pt x="40570" y="276358"/>
                  </a:lnTo>
                  <a:lnTo>
                    <a:pt x="44094" y="280314"/>
                  </a:lnTo>
                  <a:lnTo>
                    <a:pt x="47741" y="284157"/>
                  </a:lnTo>
                  <a:lnTo>
                    <a:pt x="51509" y="287882"/>
                  </a:lnTo>
                  <a:lnTo>
                    <a:pt x="55393" y="291487"/>
                  </a:lnTo>
                  <a:lnTo>
                    <a:pt x="59389" y="294966"/>
                  </a:lnTo>
                  <a:lnTo>
                    <a:pt x="63493" y="298317"/>
                  </a:lnTo>
                  <a:lnTo>
                    <a:pt x="67701" y="301536"/>
                  </a:lnTo>
                  <a:lnTo>
                    <a:pt x="72009" y="304620"/>
                  </a:lnTo>
                  <a:lnTo>
                    <a:pt x="76413" y="307566"/>
                  </a:lnTo>
                  <a:lnTo>
                    <a:pt x="80908" y="310371"/>
                  </a:lnTo>
                  <a:lnTo>
                    <a:pt x="85490" y="313032"/>
                  </a:lnTo>
                  <a:lnTo>
                    <a:pt x="90153" y="315547"/>
                  </a:lnTo>
                  <a:lnTo>
                    <a:pt x="94894" y="317912"/>
                  </a:lnTo>
                  <a:lnTo>
                    <a:pt x="99708" y="320126"/>
                  </a:lnTo>
                  <a:lnTo>
                    <a:pt x="104589" y="322187"/>
                  </a:lnTo>
                  <a:lnTo>
                    <a:pt x="109533" y="324091"/>
                  </a:lnTo>
                  <a:lnTo>
                    <a:pt x="114535" y="325839"/>
                  </a:lnTo>
                  <a:lnTo>
                    <a:pt x="119590" y="327426"/>
                  </a:lnTo>
                  <a:lnTo>
                    <a:pt x="124693" y="328853"/>
                  </a:lnTo>
                  <a:lnTo>
                    <a:pt x="129838" y="330117"/>
                  </a:lnTo>
                  <a:lnTo>
                    <a:pt x="135021" y="331218"/>
                  </a:lnTo>
                  <a:lnTo>
                    <a:pt x="140236" y="332154"/>
                  </a:lnTo>
                  <a:lnTo>
                    <a:pt x="145478" y="332924"/>
                  </a:lnTo>
                  <a:lnTo>
                    <a:pt x="150742" y="333527"/>
                  </a:lnTo>
                  <a:lnTo>
                    <a:pt x="156022" y="333964"/>
                  </a:lnTo>
                  <a:lnTo>
                    <a:pt x="161314" y="334232"/>
                  </a:lnTo>
                  <a:lnTo>
                    <a:pt x="166611" y="334333"/>
                  </a:lnTo>
                  <a:lnTo>
                    <a:pt x="171909" y="334267"/>
                  </a:lnTo>
                  <a:lnTo>
                    <a:pt x="177202" y="334032"/>
                  </a:lnTo>
                  <a:lnTo>
                    <a:pt x="182485" y="333629"/>
                  </a:lnTo>
                  <a:lnTo>
                    <a:pt x="187753" y="333060"/>
                  </a:lnTo>
                  <a:lnTo>
                    <a:pt x="193000" y="332324"/>
                  </a:lnTo>
                  <a:lnTo>
                    <a:pt x="198221" y="331421"/>
                  </a:lnTo>
                  <a:lnTo>
                    <a:pt x="203410" y="330354"/>
                  </a:lnTo>
                  <a:lnTo>
                    <a:pt x="208564" y="329123"/>
                  </a:lnTo>
                  <a:lnTo>
                    <a:pt x="213676" y="327729"/>
                  </a:lnTo>
                  <a:lnTo>
                    <a:pt x="218741" y="326174"/>
                  </a:lnTo>
                  <a:lnTo>
                    <a:pt x="223754" y="324459"/>
                  </a:lnTo>
                  <a:lnTo>
                    <a:pt x="228710" y="322587"/>
                  </a:lnTo>
                  <a:lnTo>
                    <a:pt x="233604" y="320558"/>
                  </a:lnTo>
                  <a:lnTo>
                    <a:pt x="238432" y="318375"/>
                  </a:lnTo>
                  <a:lnTo>
                    <a:pt x="243188" y="316040"/>
                  </a:lnTo>
                  <a:lnTo>
                    <a:pt x="247868" y="313555"/>
                  </a:lnTo>
                  <a:lnTo>
                    <a:pt x="252467" y="310923"/>
                  </a:lnTo>
                  <a:lnTo>
                    <a:pt x="256980" y="308147"/>
                  </a:lnTo>
                  <a:lnTo>
                    <a:pt x="261402" y="305230"/>
                  </a:lnTo>
                  <a:lnTo>
                    <a:pt x="265730" y="302174"/>
                  </a:lnTo>
                  <a:lnTo>
                    <a:pt x="269959" y="298982"/>
                  </a:lnTo>
                  <a:lnTo>
                    <a:pt x="274085" y="295657"/>
                  </a:lnTo>
                  <a:lnTo>
                    <a:pt x="278103" y="292204"/>
                  </a:lnTo>
                  <a:lnTo>
                    <a:pt x="282010" y="288625"/>
                  </a:lnTo>
                  <a:lnTo>
                    <a:pt x="285801" y="284924"/>
                  </a:lnTo>
                  <a:lnTo>
                    <a:pt x="289474" y="281105"/>
                  </a:lnTo>
                  <a:lnTo>
                    <a:pt x="293023" y="277171"/>
                  </a:lnTo>
                  <a:lnTo>
                    <a:pt x="296446" y="273126"/>
                  </a:lnTo>
                  <a:lnTo>
                    <a:pt x="299739" y="268976"/>
                  </a:lnTo>
                  <a:lnTo>
                    <a:pt x="302899" y="264723"/>
                  </a:lnTo>
                  <a:lnTo>
                    <a:pt x="305922" y="260372"/>
                  </a:lnTo>
                  <a:lnTo>
                    <a:pt x="308806" y="255927"/>
                  </a:lnTo>
                  <a:lnTo>
                    <a:pt x="311548" y="251393"/>
                  </a:lnTo>
                  <a:lnTo>
                    <a:pt x="314144" y="246775"/>
                  </a:lnTo>
                  <a:lnTo>
                    <a:pt x="316593" y="242076"/>
                  </a:lnTo>
                  <a:lnTo>
                    <a:pt x="318892" y="237303"/>
                  </a:lnTo>
                  <a:lnTo>
                    <a:pt x="321039" y="232459"/>
                  </a:lnTo>
                  <a:lnTo>
                    <a:pt x="323031" y="227549"/>
                  </a:lnTo>
                  <a:lnTo>
                    <a:pt x="324866" y="222579"/>
                  </a:lnTo>
                  <a:lnTo>
                    <a:pt x="326543" y="217553"/>
                  </a:lnTo>
                  <a:lnTo>
                    <a:pt x="328059" y="212476"/>
                  </a:lnTo>
                  <a:lnTo>
                    <a:pt x="329415" y="207354"/>
                  </a:lnTo>
                  <a:lnTo>
                    <a:pt x="330607" y="202191"/>
                  </a:lnTo>
                  <a:lnTo>
                    <a:pt x="331634" y="196994"/>
                  </a:lnTo>
                  <a:lnTo>
                    <a:pt x="332497" y="191766"/>
                  </a:lnTo>
                  <a:lnTo>
                    <a:pt x="333194" y="186514"/>
                  </a:lnTo>
                  <a:lnTo>
                    <a:pt x="333723" y="181242"/>
                  </a:lnTo>
                  <a:lnTo>
                    <a:pt x="334086" y="175956"/>
                  </a:lnTo>
                  <a:lnTo>
                    <a:pt x="334280" y="170661"/>
                  </a:lnTo>
                  <a:lnTo>
                    <a:pt x="334307" y="165363"/>
                  </a:lnTo>
                  <a:lnTo>
                    <a:pt x="334166" y="160066"/>
                  </a:lnTo>
                  <a:lnTo>
                    <a:pt x="333857" y="154777"/>
                  </a:lnTo>
                  <a:lnTo>
                    <a:pt x="333381" y="149500"/>
                  </a:lnTo>
                  <a:lnTo>
                    <a:pt x="332737" y="144241"/>
                  </a:lnTo>
                  <a:lnTo>
                    <a:pt x="331928" y="139005"/>
                  </a:lnTo>
                  <a:lnTo>
                    <a:pt x="330952" y="133797"/>
                  </a:lnTo>
                  <a:lnTo>
                    <a:pt x="329813" y="128623"/>
                  </a:lnTo>
                  <a:lnTo>
                    <a:pt x="328509" y="123487"/>
                  </a:lnTo>
                  <a:lnTo>
                    <a:pt x="327044" y="118396"/>
                  </a:lnTo>
                  <a:lnTo>
                    <a:pt x="325418" y="113353"/>
                  </a:lnTo>
                  <a:lnTo>
                    <a:pt x="323633" y="108364"/>
                  </a:lnTo>
                  <a:lnTo>
                    <a:pt x="321691" y="103435"/>
                  </a:lnTo>
                  <a:lnTo>
                    <a:pt x="319594" y="98569"/>
                  </a:lnTo>
                  <a:lnTo>
                    <a:pt x="317343" y="93772"/>
                  </a:lnTo>
                  <a:lnTo>
                    <a:pt x="314942" y="89049"/>
                  </a:lnTo>
                  <a:lnTo>
                    <a:pt x="312392" y="84405"/>
                  </a:lnTo>
                  <a:lnTo>
                    <a:pt x="309696" y="79844"/>
                  </a:lnTo>
                  <a:lnTo>
                    <a:pt x="306857" y="75370"/>
                  </a:lnTo>
                  <a:lnTo>
                    <a:pt x="303878" y="70989"/>
                  </a:lnTo>
                  <a:lnTo>
                    <a:pt x="300761" y="66704"/>
                  </a:lnTo>
                  <a:lnTo>
                    <a:pt x="297511" y="62520"/>
                  </a:lnTo>
                  <a:lnTo>
                    <a:pt x="294129" y="58442"/>
                  </a:lnTo>
                  <a:lnTo>
                    <a:pt x="290619" y="54472"/>
                  </a:lnTo>
                  <a:lnTo>
                    <a:pt x="286986" y="50616"/>
                  </a:lnTo>
                  <a:lnTo>
                    <a:pt x="283232" y="46877"/>
                  </a:lnTo>
                  <a:lnTo>
                    <a:pt x="279362" y="43258"/>
                  </a:lnTo>
                  <a:lnTo>
                    <a:pt x="275379" y="39764"/>
                  </a:lnTo>
                  <a:lnTo>
                    <a:pt x="271287" y="36399"/>
                  </a:lnTo>
                  <a:lnTo>
                    <a:pt x="267090" y="33164"/>
                  </a:lnTo>
                  <a:lnTo>
                    <a:pt x="262793" y="30064"/>
                  </a:lnTo>
                  <a:lnTo>
                    <a:pt x="258400" y="27102"/>
                  </a:lnTo>
                  <a:lnTo>
                    <a:pt x="253916" y="24280"/>
                  </a:lnTo>
                  <a:lnTo>
                    <a:pt x="249344" y="21603"/>
                  </a:lnTo>
                  <a:lnTo>
                    <a:pt x="244690" y="19071"/>
                  </a:lnTo>
                  <a:lnTo>
                    <a:pt x="239957" y="16688"/>
                  </a:lnTo>
                  <a:lnTo>
                    <a:pt x="235152" y="14456"/>
                  </a:lnTo>
                  <a:lnTo>
                    <a:pt x="230278" y="12378"/>
                  </a:lnTo>
                  <a:lnTo>
                    <a:pt x="225341" y="10455"/>
                  </a:lnTo>
                  <a:lnTo>
                    <a:pt x="220346" y="8689"/>
                  </a:lnTo>
                  <a:lnTo>
                    <a:pt x="215297" y="7083"/>
                  </a:lnTo>
                  <a:lnTo>
                    <a:pt x="210199" y="5638"/>
                  </a:lnTo>
                  <a:lnTo>
                    <a:pt x="205059" y="4355"/>
                  </a:lnTo>
                  <a:lnTo>
                    <a:pt x="199880" y="3235"/>
                  </a:lnTo>
                  <a:lnTo>
                    <a:pt x="194668" y="2280"/>
                  </a:lnTo>
                  <a:lnTo>
                    <a:pt x="189429" y="1491"/>
                  </a:lnTo>
                  <a:lnTo>
                    <a:pt x="184168" y="868"/>
                  </a:lnTo>
                  <a:lnTo>
                    <a:pt x="178889" y="412"/>
                  </a:lnTo>
                  <a:lnTo>
                    <a:pt x="173598" y="124"/>
                  </a:lnTo>
                  <a:lnTo>
                    <a:pt x="168301" y="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629088" y="5103947"/>
              <a:ext cx="1151" cy="167167"/>
            </a:xfrm>
            <a:custGeom>
              <a:avLst/>
              <a:pathLst>
                <a:path w="1151" h="167167">
                  <a:moveTo>
                    <a:pt x="1151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56864" y="5309273"/>
              <a:ext cx="149030" cy="167167"/>
            </a:xfrm>
            <a:custGeom>
              <a:avLst/>
              <a:pathLst>
                <a:path w="149030" h="167167">
                  <a:moveTo>
                    <a:pt x="149027" y="0"/>
                  </a:moveTo>
                  <a:lnTo>
                    <a:pt x="143616" y="87"/>
                  </a:lnTo>
                  <a:lnTo>
                    <a:pt x="138211" y="350"/>
                  </a:lnTo>
                  <a:lnTo>
                    <a:pt x="132818" y="787"/>
                  </a:lnTo>
                  <a:lnTo>
                    <a:pt x="127441" y="1399"/>
                  </a:lnTo>
                  <a:lnTo>
                    <a:pt x="122087" y="2185"/>
                  </a:lnTo>
                  <a:lnTo>
                    <a:pt x="116762" y="3143"/>
                  </a:lnTo>
                  <a:lnTo>
                    <a:pt x="111470" y="4274"/>
                  </a:lnTo>
                  <a:lnTo>
                    <a:pt x="106217" y="5575"/>
                  </a:lnTo>
                  <a:lnTo>
                    <a:pt x="101010" y="7045"/>
                  </a:lnTo>
                  <a:lnTo>
                    <a:pt x="95852" y="8683"/>
                  </a:lnTo>
                  <a:lnTo>
                    <a:pt x="90751" y="10487"/>
                  </a:lnTo>
                  <a:lnTo>
                    <a:pt x="85710" y="12456"/>
                  </a:lnTo>
                  <a:lnTo>
                    <a:pt x="80736" y="14586"/>
                  </a:lnTo>
                  <a:lnTo>
                    <a:pt x="75833" y="16876"/>
                  </a:lnTo>
                  <a:lnTo>
                    <a:pt x="71007" y="19324"/>
                  </a:lnTo>
                  <a:lnTo>
                    <a:pt x="66263" y="21927"/>
                  </a:lnTo>
                  <a:lnTo>
                    <a:pt x="61606" y="24682"/>
                  </a:lnTo>
                  <a:lnTo>
                    <a:pt x="57040" y="27586"/>
                  </a:lnTo>
                  <a:lnTo>
                    <a:pt x="52570" y="30637"/>
                  </a:lnTo>
                  <a:lnTo>
                    <a:pt x="48202" y="33830"/>
                  </a:lnTo>
                  <a:lnTo>
                    <a:pt x="43939" y="37163"/>
                  </a:lnTo>
                  <a:lnTo>
                    <a:pt x="39787" y="40633"/>
                  </a:lnTo>
                  <a:lnTo>
                    <a:pt x="35748" y="44235"/>
                  </a:lnTo>
                  <a:lnTo>
                    <a:pt x="31829" y="47966"/>
                  </a:lnTo>
                  <a:lnTo>
                    <a:pt x="28032" y="51822"/>
                  </a:lnTo>
                  <a:lnTo>
                    <a:pt x="24362" y="55798"/>
                  </a:lnTo>
                  <a:lnTo>
                    <a:pt x="20823" y="59891"/>
                  </a:lnTo>
                  <a:lnTo>
                    <a:pt x="17418" y="64097"/>
                  </a:lnTo>
                  <a:lnTo>
                    <a:pt x="14151" y="68411"/>
                  </a:lnTo>
                  <a:lnTo>
                    <a:pt x="11026" y="72828"/>
                  </a:lnTo>
                  <a:lnTo>
                    <a:pt x="8045" y="77344"/>
                  </a:lnTo>
                  <a:lnTo>
                    <a:pt x="5211" y="81954"/>
                  </a:lnTo>
                  <a:lnTo>
                    <a:pt x="2529" y="86654"/>
                  </a:lnTo>
                  <a:lnTo>
                    <a:pt x="0" y="91438"/>
                  </a:lnTo>
                  <a:lnTo>
                    <a:pt x="14903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38731" y="5309273"/>
              <a:ext cx="334317" cy="334331"/>
            </a:xfrm>
            <a:custGeom>
              <a:avLst/>
              <a:pathLst>
                <a:path w="334317" h="334331">
                  <a:moveTo>
                    <a:pt x="18133" y="91438"/>
                  </a:moveTo>
                  <a:lnTo>
                    <a:pt x="15801" y="96214"/>
                  </a:lnTo>
                  <a:lnTo>
                    <a:pt x="13622" y="101061"/>
                  </a:lnTo>
                  <a:lnTo>
                    <a:pt x="11598" y="105975"/>
                  </a:lnTo>
                  <a:lnTo>
                    <a:pt x="9731" y="110952"/>
                  </a:lnTo>
                  <a:lnTo>
                    <a:pt x="8024" y="115985"/>
                  </a:lnTo>
                  <a:lnTo>
                    <a:pt x="6477" y="121070"/>
                  </a:lnTo>
                  <a:lnTo>
                    <a:pt x="5093" y="126201"/>
                  </a:lnTo>
                  <a:lnTo>
                    <a:pt x="3873" y="131374"/>
                  </a:lnTo>
                  <a:lnTo>
                    <a:pt x="2817" y="136583"/>
                  </a:lnTo>
                  <a:lnTo>
                    <a:pt x="1928" y="141823"/>
                  </a:lnTo>
                  <a:lnTo>
                    <a:pt x="1206" y="147088"/>
                  </a:lnTo>
                  <a:lnTo>
                    <a:pt x="651" y="152374"/>
                  </a:lnTo>
                  <a:lnTo>
                    <a:pt x="265" y="157675"/>
                  </a:lnTo>
                  <a:lnTo>
                    <a:pt x="48" y="162985"/>
                  </a:lnTo>
                  <a:lnTo>
                    <a:pt x="0" y="168300"/>
                  </a:lnTo>
                  <a:lnTo>
                    <a:pt x="120" y="173613"/>
                  </a:lnTo>
                  <a:lnTo>
                    <a:pt x="409" y="178920"/>
                  </a:lnTo>
                  <a:lnTo>
                    <a:pt x="867" y="184215"/>
                  </a:lnTo>
                  <a:lnTo>
                    <a:pt x="1493" y="189493"/>
                  </a:lnTo>
                  <a:lnTo>
                    <a:pt x="2287" y="194748"/>
                  </a:lnTo>
                  <a:lnTo>
                    <a:pt x="3247" y="199976"/>
                  </a:lnTo>
                  <a:lnTo>
                    <a:pt x="4373" y="205170"/>
                  </a:lnTo>
                  <a:lnTo>
                    <a:pt x="5663" y="210326"/>
                  </a:lnTo>
                  <a:lnTo>
                    <a:pt x="7117" y="215438"/>
                  </a:lnTo>
                  <a:lnTo>
                    <a:pt x="8732" y="220501"/>
                  </a:lnTo>
                  <a:lnTo>
                    <a:pt x="10508" y="225511"/>
                  </a:lnTo>
                  <a:lnTo>
                    <a:pt x="12441" y="230461"/>
                  </a:lnTo>
                  <a:lnTo>
                    <a:pt x="14532" y="235348"/>
                  </a:lnTo>
                  <a:lnTo>
                    <a:pt x="16776" y="240165"/>
                  </a:lnTo>
                  <a:lnTo>
                    <a:pt x="19173" y="244909"/>
                  </a:lnTo>
                  <a:lnTo>
                    <a:pt x="21719" y="249574"/>
                  </a:lnTo>
                  <a:lnTo>
                    <a:pt x="24412" y="254156"/>
                  </a:lnTo>
                  <a:lnTo>
                    <a:pt x="27250" y="258650"/>
                  </a:lnTo>
                  <a:lnTo>
                    <a:pt x="30229" y="263052"/>
                  </a:lnTo>
                  <a:lnTo>
                    <a:pt x="33346" y="267356"/>
                  </a:lnTo>
                  <a:lnTo>
                    <a:pt x="36598" y="271560"/>
                  </a:lnTo>
                  <a:lnTo>
                    <a:pt x="39983" y="275657"/>
                  </a:lnTo>
                  <a:lnTo>
                    <a:pt x="43496" y="279645"/>
                  </a:lnTo>
                  <a:lnTo>
                    <a:pt x="47134" y="283520"/>
                  </a:lnTo>
                  <a:lnTo>
                    <a:pt x="50894" y="287277"/>
                  </a:lnTo>
                  <a:lnTo>
                    <a:pt x="54771" y="290912"/>
                  </a:lnTo>
                  <a:lnTo>
                    <a:pt x="58761" y="294423"/>
                  </a:lnTo>
                  <a:lnTo>
                    <a:pt x="62861" y="297804"/>
                  </a:lnTo>
                  <a:lnTo>
                    <a:pt x="67067" y="301054"/>
                  </a:lnTo>
                  <a:lnTo>
                    <a:pt x="71374" y="304168"/>
                  </a:lnTo>
                  <a:lnTo>
                    <a:pt x="75777" y="307144"/>
                  </a:lnTo>
                  <a:lnTo>
                    <a:pt x="80273" y="309978"/>
                  </a:lnTo>
                  <a:lnTo>
                    <a:pt x="84857" y="312668"/>
                  </a:lnTo>
                  <a:lnTo>
                    <a:pt x="89524" y="315211"/>
                  </a:lnTo>
                  <a:lnTo>
                    <a:pt x="94270" y="317605"/>
                  </a:lnTo>
                  <a:lnTo>
                    <a:pt x="99089" y="319846"/>
                  </a:lnTo>
                  <a:lnTo>
                    <a:pt x="103977" y="321933"/>
                  </a:lnTo>
                  <a:lnTo>
                    <a:pt x="108928" y="323863"/>
                  </a:lnTo>
                  <a:lnTo>
                    <a:pt x="113939" y="325635"/>
                  </a:lnTo>
                  <a:lnTo>
                    <a:pt x="119004" y="327247"/>
                  </a:lnTo>
                  <a:lnTo>
                    <a:pt x="124117" y="328697"/>
                  </a:lnTo>
                  <a:lnTo>
                    <a:pt x="129274" y="329984"/>
                  </a:lnTo>
                  <a:lnTo>
                    <a:pt x="134469" y="331106"/>
                  </a:lnTo>
                  <a:lnTo>
                    <a:pt x="139697" y="332062"/>
                  </a:lnTo>
                  <a:lnTo>
                    <a:pt x="144952" y="332852"/>
                  </a:lnTo>
                  <a:lnTo>
                    <a:pt x="150231" y="333475"/>
                  </a:lnTo>
                  <a:lnTo>
                    <a:pt x="155526" y="333929"/>
                  </a:lnTo>
                  <a:lnTo>
                    <a:pt x="160833" y="334214"/>
                  </a:lnTo>
                  <a:lnTo>
                    <a:pt x="166147" y="334331"/>
                  </a:lnTo>
                  <a:lnTo>
                    <a:pt x="171461" y="334279"/>
                  </a:lnTo>
                  <a:lnTo>
                    <a:pt x="176771" y="334058"/>
                  </a:lnTo>
                  <a:lnTo>
                    <a:pt x="182072" y="333668"/>
                  </a:lnTo>
                  <a:lnTo>
                    <a:pt x="187357" y="333110"/>
                  </a:lnTo>
                  <a:lnTo>
                    <a:pt x="192622" y="332384"/>
                  </a:lnTo>
                  <a:lnTo>
                    <a:pt x="197862" y="331491"/>
                  </a:lnTo>
                  <a:lnTo>
                    <a:pt x="203070" y="330433"/>
                  </a:lnTo>
                  <a:lnTo>
                    <a:pt x="208242" y="329209"/>
                  </a:lnTo>
                  <a:lnTo>
                    <a:pt x="213372" y="327821"/>
                  </a:lnTo>
                  <a:lnTo>
                    <a:pt x="218456" y="326271"/>
                  </a:lnTo>
                  <a:lnTo>
                    <a:pt x="223488" y="324560"/>
                  </a:lnTo>
                  <a:lnTo>
                    <a:pt x="228463" y="322690"/>
                  </a:lnTo>
                  <a:lnTo>
                    <a:pt x="233376" y="320662"/>
                  </a:lnTo>
                  <a:lnTo>
                    <a:pt x="238222" y="318480"/>
                  </a:lnTo>
                  <a:lnTo>
                    <a:pt x="242996" y="316145"/>
                  </a:lnTo>
                  <a:lnTo>
                    <a:pt x="247694" y="313659"/>
                  </a:lnTo>
                  <a:lnTo>
                    <a:pt x="252310" y="311024"/>
                  </a:lnTo>
                  <a:lnTo>
                    <a:pt x="256840" y="308245"/>
                  </a:lnTo>
                  <a:lnTo>
                    <a:pt x="261279" y="305323"/>
                  </a:lnTo>
                  <a:lnTo>
                    <a:pt x="265624" y="302261"/>
                  </a:lnTo>
                  <a:lnTo>
                    <a:pt x="269868" y="299063"/>
                  </a:lnTo>
                  <a:lnTo>
                    <a:pt x="274009" y="295731"/>
                  </a:lnTo>
                  <a:lnTo>
                    <a:pt x="278042" y="292270"/>
                  </a:lnTo>
                  <a:lnTo>
                    <a:pt x="281963" y="288682"/>
                  </a:lnTo>
                  <a:lnTo>
                    <a:pt x="285768" y="284971"/>
                  </a:lnTo>
                  <a:lnTo>
                    <a:pt x="289453" y="281141"/>
                  </a:lnTo>
                  <a:lnTo>
                    <a:pt x="293014" y="277196"/>
                  </a:lnTo>
                  <a:lnTo>
                    <a:pt x="296449" y="273140"/>
                  </a:lnTo>
                  <a:lnTo>
                    <a:pt x="299752" y="268976"/>
                  </a:lnTo>
                  <a:lnTo>
                    <a:pt x="302922" y="264710"/>
                  </a:lnTo>
                  <a:lnTo>
                    <a:pt x="305954" y="260345"/>
                  </a:lnTo>
                  <a:lnTo>
                    <a:pt x="308846" y="255886"/>
                  </a:lnTo>
                  <a:lnTo>
                    <a:pt x="311594" y="251337"/>
                  </a:lnTo>
                  <a:lnTo>
                    <a:pt x="314197" y="246703"/>
                  </a:lnTo>
                  <a:lnTo>
                    <a:pt x="316651" y="241989"/>
                  </a:lnTo>
                  <a:lnTo>
                    <a:pt x="318954" y="237199"/>
                  </a:lnTo>
                  <a:lnTo>
                    <a:pt x="321104" y="232338"/>
                  </a:lnTo>
                  <a:lnTo>
                    <a:pt x="323098" y="227411"/>
                  </a:lnTo>
                  <a:lnTo>
                    <a:pt x="324934" y="222424"/>
                  </a:lnTo>
                  <a:lnTo>
                    <a:pt x="326611" y="217380"/>
                  </a:lnTo>
                  <a:lnTo>
                    <a:pt x="328126" y="212286"/>
                  </a:lnTo>
                  <a:lnTo>
                    <a:pt x="329479" y="207147"/>
                  </a:lnTo>
                  <a:lnTo>
                    <a:pt x="330668" y="201967"/>
                  </a:lnTo>
                  <a:lnTo>
                    <a:pt x="331692" y="196751"/>
                  </a:lnTo>
                  <a:lnTo>
                    <a:pt x="332549" y="191506"/>
                  </a:lnTo>
                  <a:lnTo>
                    <a:pt x="333239" y="186236"/>
                  </a:lnTo>
                  <a:lnTo>
                    <a:pt x="333762" y="180947"/>
                  </a:lnTo>
                  <a:lnTo>
                    <a:pt x="334115" y="175644"/>
                  </a:lnTo>
                  <a:lnTo>
                    <a:pt x="334301" y="170333"/>
                  </a:lnTo>
                  <a:lnTo>
                    <a:pt x="334317" y="165018"/>
                  </a:lnTo>
                  <a:lnTo>
                    <a:pt x="334164" y="159705"/>
                  </a:lnTo>
                  <a:lnTo>
                    <a:pt x="333842" y="154400"/>
                  </a:lnTo>
                  <a:lnTo>
                    <a:pt x="333352" y="149108"/>
                  </a:lnTo>
                  <a:lnTo>
                    <a:pt x="332694" y="143834"/>
                  </a:lnTo>
                  <a:lnTo>
                    <a:pt x="331869" y="138584"/>
                  </a:lnTo>
                  <a:lnTo>
                    <a:pt x="330877" y="133362"/>
                  </a:lnTo>
                  <a:lnTo>
                    <a:pt x="329719" y="128175"/>
                  </a:lnTo>
                  <a:lnTo>
                    <a:pt x="328398" y="123027"/>
                  </a:lnTo>
                  <a:lnTo>
                    <a:pt x="326913" y="117924"/>
                  </a:lnTo>
                  <a:lnTo>
                    <a:pt x="325267" y="112870"/>
                  </a:lnTo>
                  <a:lnTo>
                    <a:pt x="323461" y="107872"/>
                  </a:lnTo>
                  <a:lnTo>
                    <a:pt x="321497" y="102933"/>
                  </a:lnTo>
                  <a:lnTo>
                    <a:pt x="319377" y="98059"/>
                  </a:lnTo>
                  <a:lnTo>
                    <a:pt x="317103" y="93256"/>
                  </a:lnTo>
                  <a:lnTo>
                    <a:pt x="314678" y="88526"/>
                  </a:lnTo>
                  <a:lnTo>
                    <a:pt x="312103" y="83877"/>
                  </a:lnTo>
                  <a:lnTo>
                    <a:pt x="309382" y="79311"/>
                  </a:lnTo>
                  <a:lnTo>
                    <a:pt x="306518" y="74835"/>
                  </a:lnTo>
                  <a:lnTo>
                    <a:pt x="303512" y="70451"/>
                  </a:lnTo>
                  <a:lnTo>
                    <a:pt x="300369" y="66166"/>
                  </a:lnTo>
                  <a:lnTo>
                    <a:pt x="297091" y="61982"/>
                  </a:lnTo>
                  <a:lnTo>
                    <a:pt x="293681" y="57905"/>
                  </a:lnTo>
                  <a:lnTo>
                    <a:pt x="290144" y="53939"/>
                  </a:lnTo>
                  <a:lnTo>
                    <a:pt x="286482" y="50086"/>
                  </a:lnTo>
                  <a:lnTo>
                    <a:pt x="282700" y="46352"/>
                  </a:lnTo>
                  <a:lnTo>
                    <a:pt x="278801" y="42741"/>
                  </a:lnTo>
                  <a:lnTo>
                    <a:pt x="274789" y="39255"/>
                  </a:lnTo>
                  <a:lnTo>
                    <a:pt x="270669" y="35898"/>
                  </a:lnTo>
                  <a:lnTo>
                    <a:pt x="266443" y="32674"/>
                  </a:lnTo>
                  <a:lnTo>
                    <a:pt x="262118" y="29586"/>
                  </a:lnTo>
                  <a:lnTo>
                    <a:pt x="257696" y="26637"/>
                  </a:lnTo>
                  <a:lnTo>
                    <a:pt x="253183" y="23830"/>
                  </a:lnTo>
                  <a:lnTo>
                    <a:pt x="248583" y="21168"/>
                  </a:lnTo>
                  <a:lnTo>
                    <a:pt x="243901" y="18653"/>
                  </a:lnTo>
                  <a:lnTo>
                    <a:pt x="239141" y="16289"/>
                  </a:lnTo>
                  <a:lnTo>
                    <a:pt x="234308" y="14077"/>
                  </a:lnTo>
                  <a:lnTo>
                    <a:pt x="229407" y="12020"/>
                  </a:lnTo>
                  <a:lnTo>
                    <a:pt x="224444" y="10120"/>
                  </a:lnTo>
                  <a:lnTo>
                    <a:pt x="219422" y="8378"/>
                  </a:lnTo>
                  <a:lnTo>
                    <a:pt x="214348" y="6797"/>
                  </a:lnTo>
                  <a:lnTo>
                    <a:pt x="209226" y="5378"/>
                  </a:lnTo>
                  <a:lnTo>
                    <a:pt x="204062" y="4123"/>
                  </a:lnTo>
                  <a:lnTo>
                    <a:pt x="198860" y="3032"/>
                  </a:lnTo>
                  <a:lnTo>
                    <a:pt x="193626" y="2107"/>
                  </a:lnTo>
                  <a:lnTo>
                    <a:pt x="188366" y="1350"/>
                  </a:lnTo>
                  <a:lnTo>
                    <a:pt x="183084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877" y="5399291"/>
              <a:ext cx="4403" cy="167167"/>
            </a:xfrm>
            <a:custGeom>
              <a:avLst/>
              <a:pathLst>
                <a:path w="4403" h="167167">
                  <a:moveTo>
                    <a:pt x="4403" y="0"/>
                  </a:moveTo>
                  <a:lnTo>
                    <a:pt x="0" y="58"/>
                  </a:lnTo>
                  <a:lnTo>
                    <a:pt x="440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612877" y="5399349"/>
              <a:ext cx="4403" cy="167109"/>
            </a:xfrm>
            <a:custGeom>
              <a:avLst/>
              <a:pathLst>
                <a:path w="4403" h="167109">
                  <a:moveTo>
                    <a:pt x="0" y="0"/>
                  </a:moveTo>
                  <a:lnTo>
                    <a:pt x="4403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0115" y="5399349"/>
              <a:ext cx="334330" cy="334256"/>
            </a:xfrm>
            <a:custGeom>
              <a:avLst/>
              <a:pathLst>
                <a:path w="334330" h="334256">
                  <a:moveTo>
                    <a:pt x="162761" y="0"/>
                  </a:moveTo>
                  <a:lnTo>
                    <a:pt x="157479" y="222"/>
                  </a:lnTo>
                  <a:lnTo>
                    <a:pt x="152207" y="612"/>
                  </a:lnTo>
                  <a:lnTo>
                    <a:pt x="146949" y="1168"/>
                  </a:lnTo>
                  <a:lnTo>
                    <a:pt x="141712" y="1891"/>
                  </a:lnTo>
                  <a:lnTo>
                    <a:pt x="136500" y="2778"/>
                  </a:lnTo>
                  <a:lnTo>
                    <a:pt x="131318" y="3830"/>
                  </a:lnTo>
                  <a:lnTo>
                    <a:pt x="126173" y="5045"/>
                  </a:lnTo>
                  <a:lnTo>
                    <a:pt x="121069" y="6423"/>
                  </a:lnTo>
                  <a:lnTo>
                    <a:pt x="116010" y="7961"/>
                  </a:lnTo>
                  <a:lnTo>
                    <a:pt x="111003" y="9658"/>
                  </a:lnTo>
                  <a:lnTo>
                    <a:pt x="106052" y="11513"/>
                  </a:lnTo>
                  <a:lnTo>
                    <a:pt x="101163" y="13523"/>
                  </a:lnTo>
                  <a:lnTo>
                    <a:pt x="96339" y="15687"/>
                  </a:lnTo>
                  <a:lnTo>
                    <a:pt x="91586" y="18002"/>
                  </a:lnTo>
                  <a:lnTo>
                    <a:pt x="86908" y="20467"/>
                  </a:lnTo>
                  <a:lnTo>
                    <a:pt x="82311" y="23078"/>
                  </a:lnTo>
                  <a:lnTo>
                    <a:pt x="77799" y="25833"/>
                  </a:lnTo>
                  <a:lnTo>
                    <a:pt x="73376" y="28730"/>
                  </a:lnTo>
                  <a:lnTo>
                    <a:pt x="69047" y="31765"/>
                  </a:lnTo>
                  <a:lnTo>
                    <a:pt x="64816" y="34936"/>
                  </a:lnTo>
                  <a:lnTo>
                    <a:pt x="60688" y="38238"/>
                  </a:lnTo>
                  <a:lnTo>
                    <a:pt x="56666" y="41670"/>
                  </a:lnTo>
                  <a:lnTo>
                    <a:pt x="52755" y="45227"/>
                  </a:lnTo>
                  <a:lnTo>
                    <a:pt x="48957" y="48906"/>
                  </a:lnTo>
                  <a:lnTo>
                    <a:pt x="45279" y="52703"/>
                  </a:lnTo>
                  <a:lnTo>
                    <a:pt x="41722" y="56614"/>
                  </a:lnTo>
                  <a:lnTo>
                    <a:pt x="38290" y="60636"/>
                  </a:lnTo>
                  <a:lnTo>
                    <a:pt x="34988" y="64765"/>
                  </a:lnTo>
                  <a:lnTo>
                    <a:pt x="31818" y="68996"/>
                  </a:lnTo>
                  <a:lnTo>
                    <a:pt x="28783" y="73325"/>
                  </a:lnTo>
                  <a:lnTo>
                    <a:pt x="25886" y="77748"/>
                  </a:lnTo>
                  <a:lnTo>
                    <a:pt x="23131" y="82260"/>
                  </a:lnTo>
                  <a:lnTo>
                    <a:pt x="20520" y="86857"/>
                  </a:lnTo>
                  <a:lnTo>
                    <a:pt x="18056" y="91535"/>
                  </a:lnTo>
                  <a:lnTo>
                    <a:pt x="15740" y="96288"/>
                  </a:lnTo>
                  <a:lnTo>
                    <a:pt x="13576" y="101112"/>
                  </a:lnTo>
                  <a:lnTo>
                    <a:pt x="11566" y="106002"/>
                  </a:lnTo>
                  <a:lnTo>
                    <a:pt x="9712" y="110953"/>
                  </a:lnTo>
                  <a:lnTo>
                    <a:pt x="8015" y="115960"/>
                  </a:lnTo>
                  <a:lnTo>
                    <a:pt x="6477" y="121018"/>
                  </a:lnTo>
                  <a:lnTo>
                    <a:pt x="5100" y="126122"/>
                  </a:lnTo>
                  <a:lnTo>
                    <a:pt x="3885" y="131268"/>
                  </a:lnTo>
                  <a:lnTo>
                    <a:pt x="2833" y="136449"/>
                  </a:lnTo>
                  <a:lnTo>
                    <a:pt x="1945" y="141661"/>
                  </a:lnTo>
                  <a:lnTo>
                    <a:pt x="1223" y="146899"/>
                  </a:lnTo>
                  <a:lnTo>
                    <a:pt x="667" y="152156"/>
                  </a:lnTo>
                  <a:lnTo>
                    <a:pt x="278" y="157429"/>
                  </a:lnTo>
                  <a:lnTo>
                    <a:pt x="55" y="162711"/>
                  </a:lnTo>
                  <a:lnTo>
                    <a:pt x="0" y="167998"/>
                  </a:lnTo>
                  <a:lnTo>
                    <a:pt x="111" y="173283"/>
                  </a:lnTo>
                  <a:lnTo>
                    <a:pt x="390" y="178563"/>
                  </a:lnTo>
                  <a:lnTo>
                    <a:pt x="836" y="183831"/>
                  </a:lnTo>
                  <a:lnTo>
                    <a:pt x="1448" y="189083"/>
                  </a:lnTo>
                  <a:lnTo>
                    <a:pt x="2225" y="194312"/>
                  </a:lnTo>
                  <a:lnTo>
                    <a:pt x="3168" y="199514"/>
                  </a:lnTo>
                  <a:lnTo>
                    <a:pt x="4275" y="204684"/>
                  </a:lnTo>
                  <a:lnTo>
                    <a:pt x="5545" y="209816"/>
                  </a:lnTo>
                  <a:lnTo>
                    <a:pt x="6976" y="214906"/>
                  </a:lnTo>
                  <a:lnTo>
                    <a:pt x="8567" y="219947"/>
                  </a:lnTo>
                  <a:lnTo>
                    <a:pt x="10318" y="224936"/>
                  </a:lnTo>
                  <a:lnTo>
                    <a:pt x="12225" y="229867"/>
                  </a:lnTo>
                  <a:lnTo>
                    <a:pt x="14287" y="234735"/>
                  </a:lnTo>
                  <a:lnTo>
                    <a:pt x="16502" y="239536"/>
                  </a:lnTo>
                  <a:lnTo>
                    <a:pt x="18867" y="244264"/>
                  </a:lnTo>
                  <a:lnTo>
                    <a:pt x="21382" y="248915"/>
                  </a:lnTo>
                  <a:lnTo>
                    <a:pt x="24041" y="253484"/>
                  </a:lnTo>
                  <a:lnTo>
                    <a:pt x="26844" y="257967"/>
                  </a:lnTo>
                  <a:lnTo>
                    <a:pt x="29788" y="262359"/>
                  </a:lnTo>
                  <a:lnTo>
                    <a:pt x="32868" y="266655"/>
                  </a:lnTo>
                  <a:lnTo>
                    <a:pt x="36084" y="270852"/>
                  </a:lnTo>
                  <a:lnTo>
                    <a:pt x="39430" y="274946"/>
                  </a:lnTo>
                  <a:lnTo>
                    <a:pt x="42904" y="278931"/>
                  </a:lnTo>
                  <a:lnTo>
                    <a:pt x="46502" y="282805"/>
                  </a:lnTo>
                  <a:lnTo>
                    <a:pt x="50221" y="286562"/>
                  </a:lnTo>
                  <a:lnTo>
                    <a:pt x="54057" y="290201"/>
                  </a:lnTo>
                  <a:lnTo>
                    <a:pt x="58006" y="293716"/>
                  </a:lnTo>
                  <a:lnTo>
                    <a:pt x="62064" y="297105"/>
                  </a:lnTo>
                  <a:lnTo>
                    <a:pt x="66228" y="300363"/>
                  </a:lnTo>
                  <a:lnTo>
                    <a:pt x="70492" y="303488"/>
                  </a:lnTo>
                  <a:lnTo>
                    <a:pt x="74853" y="306477"/>
                  </a:lnTo>
                  <a:lnTo>
                    <a:pt x="79306" y="309327"/>
                  </a:lnTo>
                  <a:lnTo>
                    <a:pt x="83848" y="312034"/>
                  </a:lnTo>
                  <a:lnTo>
                    <a:pt x="88472" y="314596"/>
                  </a:lnTo>
                  <a:lnTo>
                    <a:pt x="93175" y="317011"/>
                  </a:lnTo>
                  <a:lnTo>
                    <a:pt x="97953" y="319276"/>
                  </a:lnTo>
                  <a:lnTo>
                    <a:pt x="102799" y="321388"/>
                  </a:lnTo>
                  <a:lnTo>
                    <a:pt x="107710" y="323346"/>
                  </a:lnTo>
                  <a:lnTo>
                    <a:pt x="112680" y="325148"/>
                  </a:lnTo>
                  <a:lnTo>
                    <a:pt x="117705" y="326792"/>
                  </a:lnTo>
                  <a:lnTo>
                    <a:pt x="122780" y="328276"/>
                  </a:lnTo>
                  <a:lnTo>
                    <a:pt x="127898" y="329599"/>
                  </a:lnTo>
                  <a:lnTo>
                    <a:pt x="133056" y="330760"/>
                  </a:lnTo>
                  <a:lnTo>
                    <a:pt x="138249" y="331757"/>
                  </a:lnTo>
                  <a:lnTo>
                    <a:pt x="143470" y="332589"/>
                  </a:lnTo>
                  <a:lnTo>
                    <a:pt x="148714" y="333255"/>
                  </a:lnTo>
                  <a:lnTo>
                    <a:pt x="153978" y="333755"/>
                  </a:lnTo>
                  <a:lnTo>
                    <a:pt x="159254" y="334089"/>
                  </a:lnTo>
                  <a:lnTo>
                    <a:pt x="164538" y="334256"/>
                  </a:lnTo>
                  <a:lnTo>
                    <a:pt x="169825" y="334255"/>
                  </a:lnTo>
                  <a:lnTo>
                    <a:pt x="175110" y="334087"/>
                  </a:lnTo>
                  <a:lnTo>
                    <a:pt x="180386" y="333753"/>
                  </a:lnTo>
                  <a:lnTo>
                    <a:pt x="185649" y="333251"/>
                  </a:lnTo>
                  <a:lnTo>
                    <a:pt x="190894" y="332584"/>
                  </a:lnTo>
                  <a:lnTo>
                    <a:pt x="196115" y="331751"/>
                  </a:lnTo>
                  <a:lnTo>
                    <a:pt x="201306" y="330753"/>
                  </a:lnTo>
                  <a:lnTo>
                    <a:pt x="206464" y="329591"/>
                  </a:lnTo>
                  <a:lnTo>
                    <a:pt x="211583" y="328267"/>
                  </a:lnTo>
                  <a:lnTo>
                    <a:pt x="216657" y="326782"/>
                  </a:lnTo>
                  <a:lnTo>
                    <a:pt x="221681" y="325137"/>
                  </a:lnTo>
                  <a:lnTo>
                    <a:pt x="226651" y="323334"/>
                  </a:lnTo>
                  <a:lnTo>
                    <a:pt x="231562" y="321375"/>
                  </a:lnTo>
                  <a:lnTo>
                    <a:pt x="236408" y="319261"/>
                  </a:lnTo>
                  <a:lnTo>
                    <a:pt x="241185" y="316995"/>
                  </a:lnTo>
                  <a:lnTo>
                    <a:pt x="245888" y="314580"/>
                  </a:lnTo>
                  <a:lnTo>
                    <a:pt x="250512" y="312017"/>
                  </a:lnTo>
                  <a:lnTo>
                    <a:pt x="255052" y="309308"/>
                  </a:lnTo>
                  <a:lnTo>
                    <a:pt x="259505" y="306458"/>
                  </a:lnTo>
                  <a:lnTo>
                    <a:pt x="263865" y="303468"/>
                  </a:lnTo>
                  <a:lnTo>
                    <a:pt x="268129" y="300342"/>
                  </a:lnTo>
                  <a:lnTo>
                    <a:pt x="272292" y="297083"/>
                  </a:lnTo>
                  <a:lnTo>
                    <a:pt x="276349" y="293693"/>
                  </a:lnTo>
                  <a:lnTo>
                    <a:pt x="280298" y="290177"/>
                  </a:lnTo>
                  <a:lnTo>
                    <a:pt x="284133" y="286538"/>
                  </a:lnTo>
                  <a:lnTo>
                    <a:pt x="287851" y="282780"/>
                  </a:lnTo>
                  <a:lnTo>
                    <a:pt x="291449" y="278905"/>
                  </a:lnTo>
                  <a:lnTo>
                    <a:pt x="294922" y="274919"/>
                  </a:lnTo>
                  <a:lnTo>
                    <a:pt x="298267" y="270825"/>
                  </a:lnTo>
                  <a:lnTo>
                    <a:pt x="301481" y="266628"/>
                  </a:lnTo>
                  <a:lnTo>
                    <a:pt x="304561" y="262330"/>
                  </a:lnTo>
                  <a:lnTo>
                    <a:pt x="307504" y="257938"/>
                  </a:lnTo>
                  <a:lnTo>
                    <a:pt x="310306" y="253455"/>
                  </a:lnTo>
                  <a:lnTo>
                    <a:pt x="312965" y="248885"/>
                  </a:lnTo>
                  <a:lnTo>
                    <a:pt x="315478" y="244234"/>
                  </a:lnTo>
                  <a:lnTo>
                    <a:pt x="317842" y="239505"/>
                  </a:lnTo>
                  <a:lnTo>
                    <a:pt x="320056" y="234704"/>
                  </a:lnTo>
                  <a:lnTo>
                    <a:pt x="322117" y="229835"/>
                  </a:lnTo>
                  <a:lnTo>
                    <a:pt x="324023" y="224904"/>
                  </a:lnTo>
                  <a:lnTo>
                    <a:pt x="325773" y="219915"/>
                  </a:lnTo>
                  <a:lnTo>
                    <a:pt x="327363" y="214873"/>
                  </a:lnTo>
                  <a:lnTo>
                    <a:pt x="328793" y="209783"/>
                  </a:lnTo>
                  <a:lnTo>
                    <a:pt x="330062" y="204650"/>
                  </a:lnTo>
                  <a:lnTo>
                    <a:pt x="331168" y="199480"/>
                  </a:lnTo>
                  <a:lnTo>
                    <a:pt x="332109" y="194278"/>
                  </a:lnTo>
                  <a:lnTo>
                    <a:pt x="332886" y="189048"/>
                  </a:lnTo>
                  <a:lnTo>
                    <a:pt x="333497" y="183797"/>
                  </a:lnTo>
                  <a:lnTo>
                    <a:pt x="333942" y="178529"/>
                  </a:lnTo>
                  <a:lnTo>
                    <a:pt x="334219" y="173249"/>
                  </a:lnTo>
                  <a:lnTo>
                    <a:pt x="334330" y="167963"/>
                  </a:lnTo>
                  <a:lnTo>
                    <a:pt x="334273" y="162676"/>
                  </a:lnTo>
                  <a:lnTo>
                    <a:pt x="334050" y="157394"/>
                  </a:lnTo>
                  <a:lnTo>
                    <a:pt x="333659" y="152122"/>
                  </a:lnTo>
                  <a:lnTo>
                    <a:pt x="333102" y="146864"/>
                  </a:lnTo>
                  <a:lnTo>
                    <a:pt x="332378" y="141627"/>
                  </a:lnTo>
                  <a:lnTo>
                    <a:pt x="331490" y="136415"/>
                  </a:lnTo>
                  <a:lnTo>
                    <a:pt x="330437" y="131234"/>
                  </a:lnTo>
                  <a:lnTo>
                    <a:pt x="329221" y="126089"/>
                  </a:lnTo>
                  <a:lnTo>
                    <a:pt x="327843" y="120985"/>
                  </a:lnTo>
                  <a:lnTo>
                    <a:pt x="326304" y="115927"/>
                  </a:lnTo>
                  <a:lnTo>
                    <a:pt x="324606" y="110920"/>
                  </a:lnTo>
                  <a:lnTo>
                    <a:pt x="322750" y="105969"/>
                  </a:lnTo>
                  <a:lnTo>
                    <a:pt x="320739" y="101080"/>
                  </a:lnTo>
                  <a:lnTo>
                    <a:pt x="318574" y="96257"/>
                  </a:lnTo>
                  <a:lnTo>
                    <a:pt x="316258" y="91504"/>
                  </a:lnTo>
                  <a:lnTo>
                    <a:pt x="313793" y="86827"/>
                  </a:lnTo>
                  <a:lnTo>
                    <a:pt x="311181" y="82231"/>
                  </a:lnTo>
                  <a:lnTo>
                    <a:pt x="308424" y="77719"/>
                  </a:lnTo>
                  <a:lnTo>
                    <a:pt x="305527" y="73296"/>
                  </a:lnTo>
                  <a:lnTo>
                    <a:pt x="302491" y="68968"/>
                  </a:lnTo>
                  <a:lnTo>
                    <a:pt x="299320" y="64738"/>
                  </a:lnTo>
                  <a:lnTo>
                    <a:pt x="296017" y="60610"/>
                  </a:lnTo>
                  <a:lnTo>
                    <a:pt x="292585" y="56588"/>
                  </a:lnTo>
                  <a:lnTo>
                    <a:pt x="289027" y="52678"/>
                  </a:lnTo>
                  <a:lnTo>
                    <a:pt x="285347" y="48881"/>
                  </a:lnTo>
                  <a:lnTo>
                    <a:pt x="281549" y="45203"/>
                  </a:lnTo>
                  <a:lnTo>
                    <a:pt x="277637" y="41647"/>
                  </a:lnTo>
                  <a:lnTo>
                    <a:pt x="273615" y="38216"/>
                  </a:lnTo>
                  <a:lnTo>
                    <a:pt x="269485" y="34914"/>
                  </a:lnTo>
                  <a:lnTo>
                    <a:pt x="265254" y="31745"/>
                  </a:lnTo>
                  <a:lnTo>
                    <a:pt x="260924" y="28711"/>
                  </a:lnTo>
                  <a:lnTo>
                    <a:pt x="256501" y="25815"/>
                  </a:lnTo>
                  <a:lnTo>
                    <a:pt x="251988" y="23061"/>
                  </a:lnTo>
                  <a:lnTo>
                    <a:pt x="247390" y="20450"/>
                  </a:lnTo>
                  <a:lnTo>
                    <a:pt x="242713" y="17987"/>
                  </a:lnTo>
                  <a:lnTo>
                    <a:pt x="237959" y="15672"/>
                  </a:lnTo>
                  <a:lnTo>
                    <a:pt x="233135" y="13509"/>
                  </a:lnTo>
                  <a:lnTo>
                    <a:pt x="228245" y="11500"/>
                  </a:lnTo>
                  <a:lnTo>
                    <a:pt x="223293" y="9646"/>
                  </a:lnTo>
                  <a:lnTo>
                    <a:pt x="218286" y="7950"/>
                  </a:lnTo>
                  <a:lnTo>
                    <a:pt x="213227" y="6413"/>
                  </a:lnTo>
                  <a:lnTo>
                    <a:pt x="208123" y="5037"/>
                  </a:lnTo>
                  <a:lnTo>
                    <a:pt x="202977" y="3823"/>
                  </a:lnTo>
                  <a:lnTo>
                    <a:pt x="197796" y="2772"/>
                  </a:lnTo>
                  <a:lnTo>
                    <a:pt x="167165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617280" y="5399291"/>
              <a:ext cx="30630" cy="167167"/>
            </a:xfrm>
            <a:custGeom>
              <a:avLst/>
              <a:pathLst>
                <a:path w="30630" h="167167">
                  <a:moveTo>
                    <a:pt x="30630" y="2830"/>
                  </a:moveTo>
                  <a:lnTo>
                    <a:pt x="23030" y="1594"/>
                  </a:lnTo>
                  <a:lnTo>
                    <a:pt x="15380" y="709"/>
                  </a:lnTo>
                  <a:lnTo>
                    <a:pt x="7698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101977" y="5369149"/>
              <a:ext cx="33698" cy="167167"/>
            </a:xfrm>
            <a:custGeom>
              <a:avLst/>
              <a:pathLst>
                <a:path w="33698" h="167167">
                  <a:moveTo>
                    <a:pt x="33698" y="0"/>
                  </a:moveTo>
                  <a:lnTo>
                    <a:pt x="26914" y="137"/>
                  </a:lnTo>
                  <a:lnTo>
                    <a:pt x="20140" y="550"/>
                  </a:lnTo>
                  <a:lnTo>
                    <a:pt x="13390" y="1238"/>
                  </a:lnTo>
                  <a:lnTo>
                    <a:pt x="6672" y="2199"/>
                  </a:lnTo>
                  <a:lnTo>
                    <a:pt x="0" y="3431"/>
                  </a:lnTo>
                  <a:lnTo>
                    <a:pt x="336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101977" y="5372581"/>
              <a:ext cx="33698" cy="163735"/>
            </a:xfrm>
            <a:custGeom>
              <a:avLst/>
              <a:pathLst>
                <a:path w="33698" h="163735">
                  <a:moveTo>
                    <a:pt x="0" y="0"/>
                  </a:moveTo>
                  <a:lnTo>
                    <a:pt x="33698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101977" y="5372581"/>
              <a:ext cx="33698" cy="163735"/>
            </a:xfrm>
            <a:custGeom>
              <a:avLst/>
              <a:pathLst>
                <a:path w="33698" h="163735">
                  <a:moveTo>
                    <a:pt x="0" y="0"/>
                  </a:moveTo>
                  <a:lnTo>
                    <a:pt x="33698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01977" y="5372581"/>
              <a:ext cx="33698" cy="163735"/>
            </a:xfrm>
            <a:custGeom>
              <a:avLst/>
              <a:pathLst>
                <a:path w="33698" h="163735">
                  <a:moveTo>
                    <a:pt x="0" y="0"/>
                  </a:moveTo>
                  <a:lnTo>
                    <a:pt x="33698" y="1637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01977" y="5372581"/>
              <a:ext cx="33698" cy="163735"/>
            </a:xfrm>
            <a:custGeom>
              <a:avLst/>
              <a:pathLst>
                <a:path w="33698" h="163735">
                  <a:moveTo>
                    <a:pt x="0" y="0"/>
                  </a:moveTo>
                  <a:lnTo>
                    <a:pt x="33698" y="1637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101977" y="5372581"/>
              <a:ext cx="33698" cy="163735"/>
            </a:xfrm>
            <a:custGeom>
              <a:avLst/>
              <a:pathLst>
                <a:path w="33698" h="163735">
                  <a:moveTo>
                    <a:pt x="0" y="0"/>
                  </a:moveTo>
                  <a:lnTo>
                    <a:pt x="33698" y="1637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68526" y="5372581"/>
              <a:ext cx="167149" cy="262190"/>
            </a:xfrm>
            <a:custGeom>
              <a:avLst/>
              <a:pathLst>
                <a:path w="167149" h="262190">
                  <a:moveTo>
                    <a:pt x="133451" y="0"/>
                  </a:moveTo>
                  <a:lnTo>
                    <a:pt x="128194" y="1170"/>
                  </a:lnTo>
                  <a:lnTo>
                    <a:pt x="122977" y="2509"/>
                  </a:lnTo>
                  <a:lnTo>
                    <a:pt x="117806" y="4016"/>
                  </a:lnTo>
                  <a:lnTo>
                    <a:pt x="112687" y="5688"/>
                  </a:lnTo>
                  <a:lnTo>
                    <a:pt x="107624" y="7525"/>
                  </a:lnTo>
                  <a:lnTo>
                    <a:pt x="102623" y="9523"/>
                  </a:lnTo>
                  <a:lnTo>
                    <a:pt x="97688" y="11682"/>
                  </a:lnTo>
                  <a:lnTo>
                    <a:pt x="92826" y="13999"/>
                  </a:lnTo>
                  <a:lnTo>
                    <a:pt x="88041" y="16470"/>
                  </a:lnTo>
                  <a:lnTo>
                    <a:pt x="83338" y="19095"/>
                  </a:lnTo>
                  <a:lnTo>
                    <a:pt x="78722" y="21870"/>
                  </a:lnTo>
                  <a:lnTo>
                    <a:pt x="74198" y="24792"/>
                  </a:lnTo>
                  <a:lnTo>
                    <a:pt x="69771" y="27859"/>
                  </a:lnTo>
                  <a:lnTo>
                    <a:pt x="65444" y="31066"/>
                  </a:lnTo>
                  <a:lnTo>
                    <a:pt x="61223" y="34411"/>
                  </a:lnTo>
                  <a:lnTo>
                    <a:pt x="57112" y="37891"/>
                  </a:lnTo>
                  <a:lnTo>
                    <a:pt x="53115" y="41501"/>
                  </a:lnTo>
                  <a:lnTo>
                    <a:pt x="49237" y="45238"/>
                  </a:lnTo>
                  <a:lnTo>
                    <a:pt x="45481" y="49097"/>
                  </a:lnTo>
                  <a:lnTo>
                    <a:pt x="41851" y="53076"/>
                  </a:lnTo>
                  <a:lnTo>
                    <a:pt x="38351" y="57170"/>
                  </a:lnTo>
                  <a:lnTo>
                    <a:pt x="34985" y="61374"/>
                  </a:lnTo>
                  <a:lnTo>
                    <a:pt x="31757" y="65685"/>
                  </a:lnTo>
                  <a:lnTo>
                    <a:pt x="28668" y="70097"/>
                  </a:lnTo>
                  <a:lnTo>
                    <a:pt x="25724" y="74607"/>
                  </a:lnTo>
                  <a:lnTo>
                    <a:pt x="22926" y="79209"/>
                  </a:lnTo>
                  <a:lnTo>
                    <a:pt x="20278" y="83899"/>
                  </a:lnTo>
                  <a:lnTo>
                    <a:pt x="17782" y="88672"/>
                  </a:lnTo>
                  <a:lnTo>
                    <a:pt x="15442" y="93522"/>
                  </a:lnTo>
                  <a:lnTo>
                    <a:pt x="13259" y="98446"/>
                  </a:lnTo>
                  <a:lnTo>
                    <a:pt x="11235" y="103437"/>
                  </a:lnTo>
                  <a:lnTo>
                    <a:pt x="9374" y="108491"/>
                  </a:lnTo>
                  <a:lnTo>
                    <a:pt x="7676" y="113602"/>
                  </a:lnTo>
                  <a:lnTo>
                    <a:pt x="6144" y="118765"/>
                  </a:lnTo>
                  <a:lnTo>
                    <a:pt x="4779" y="123975"/>
                  </a:lnTo>
                  <a:lnTo>
                    <a:pt x="3582" y="129226"/>
                  </a:lnTo>
                  <a:lnTo>
                    <a:pt x="2556" y="134513"/>
                  </a:lnTo>
                  <a:lnTo>
                    <a:pt x="1700" y="139831"/>
                  </a:lnTo>
                  <a:lnTo>
                    <a:pt x="1015" y="145173"/>
                  </a:lnTo>
                  <a:lnTo>
                    <a:pt x="504" y="150534"/>
                  </a:lnTo>
                  <a:lnTo>
                    <a:pt x="165" y="155909"/>
                  </a:lnTo>
                  <a:lnTo>
                    <a:pt x="0" y="161293"/>
                  </a:lnTo>
                  <a:lnTo>
                    <a:pt x="8" y="166678"/>
                  </a:lnTo>
                  <a:lnTo>
                    <a:pt x="189" y="172061"/>
                  </a:lnTo>
                  <a:lnTo>
                    <a:pt x="544" y="177435"/>
                  </a:lnTo>
                  <a:lnTo>
                    <a:pt x="1072" y="182795"/>
                  </a:lnTo>
                  <a:lnTo>
                    <a:pt x="1772" y="188135"/>
                  </a:lnTo>
                  <a:lnTo>
                    <a:pt x="2644" y="193450"/>
                  </a:lnTo>
                  <a:lnTo>
                    <a:pt x="3686" y="198734"/>
                  </a:lnTo>
                  <a:lnTo>
                    <a:pt x="4899" y="203981"/>
                  </a:lnTo>
                  <a:lnTo>
                    <a:pt x="6279" y="209187"/>
                  </a:lnTo>
                  <a:lnTo>
                    <a:pt x="7827" y="214346"/>
                  </a:lnTo>
                  <a:lnTo>
                    <a:pt x="9540" y="219452"/>
                  </a:lnTo>
                  <a:lnTo>
                    <a:pt x="11417" y="224500"/>
                  </a:lnTo>
                  <a:lnTo>
                    <a:pt x="13455" y="229485"/>
                  </a:lnTo>
                  <a:lnTo>
                    <a:pt x="15653" y="234402"/>
                  </a:lnTo>
                  <a:lnTo>
                    <a:pt x="18008" y="239246"/>
                  </a:lnTo>
                  <a:lnTo>
                    <a:pt x="20518" y="244011"/>
                  </a:lnTo>
                  <a:lnTo>
                    <a:pt x="23180" y="248693"/>
                  </a:lnTo>
                  <a:lnTo>
                    <a:pt x="25991" y="253286"/>
                  </a:lnTo>
                  <a:lnTo>
                    <a:pt x="28949" y="257787"/>
                  </a:lnTo>
                  <a:lnTo>
                    <a:pt x="32051" y="262190"/>
                  </a:lnTo>
                  <a:lnTo>
                    <a:pt x="167149" y="1637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00577" y="5369149"/>
              <a:ext cx="302260" cy="334313"/>
            </a:xfrm>
            <a:custGeom>
              <a:avLst/>
              <a:pathLst>
                <a:path w="302260" h="334313">
                  <a:moveTo>
                    <a:pt x="0" y="265622"/>
                  </a:moveTo>
                  <a:lnTo>
                    <a:pt x="3208" y="269880"/>
                  </a:lnTo>
                  <a:lnTo>
                    <a:pt x="6551" y="274034"/>
                  </a:lnTo>
                  <a:lnTo>
                    <a:pt x="10024" y="278079"/>
                  </a:lnTo>
                  <a:lnTo>
                    <a:pt x="13625" y="282011"/>
                  </a:lnTo>
                  <a:lnTo>
                    <a:pt x="17349" y="285827"/>
                  </a:lnTo>
                  <a:lnTo>
                    <a:pt x="21193" y="289521"/>
                  </a:lnTo>
                  <a:lnTo>
                    <a:pt x="25152" y="293091"/>
                  </a:lnTo>
                  <a:lnTo>
                    <a:pt x="29224" y="296534"/>
                  </a:lnTo>
                  <a:lnTo>
                    <a:pt x="33403" y="299844"/>
                  </a:lnTo>
                  <a:lnTo>
                    <a:pt x="37686" y="303020"/>
                  </a:lnTo>
                  <a:lnTo>
                    <a:pt x="42068" y="306057"/>
                  </a:lnTo>
                  <a:lnTo>
                    <a:pt x="46545" y="308953"/>
                  </a:lnTo>
                  <a:lnTo>
                    <a:pt x="51111" y="311705"/>
                  </a:lnTo>
                  <a:lnTo>
                    <a:pt x="55763" y="314310"/>
                  </a:lnTo>
                  <a:lnTo>
                    <a:pt x="60496" y="316765"/>
                  </a:lnTo>
                  <a:lnTo>
                    <a:pt x="65305" y="319068"/>
                  </a:lnTo>
                  <a:lnTo>
                    <a:pt x="70184" y="321216"/>
                  </a:lnTo>
                  <a:lnTo>
                    <a:pt x="75130" y="323208"/>
                  </a:lnTo>
                  <a:lnTo>
                    <a:pt x="80137" y="325041"/>
                  </a:lnTo>
                  <a:lnTo>
                    <a:pt x="85199" y="326713"/>
                  </a:lnTo>
                  <a:lnTo>
                    <a:pt x="90313" y="328224"/>
                  </a:lnTo>
                  <a:lnTo>
                    <a:pt x="95471" y="329570"/>
                  </a:lnTo>
                  <a:lnTo>
                    <a:pt x="100671" y="330751"/>
                  </a:lnTo>
                  <a:lnTo>
                    <a:pt x="105905" y="331766"/>
                  </a:lnTo>
                  <a:lnTo>
                    <a:pt x="111169" y="332613"/>
                  </a:lnTo>
                  <a:lnTo>
                    <a:pt x="116457" y="333292"/>
                  </a:lnTo>
                  <a:lnTo>
                    <a:pt x="121764" y="333802"/>
                  </a:lnTo>
                  <a:lnTo>
                    <a:pt x="127085" y="334142"/>
                  </a:lnTo>
                  <a:lnTo>
                    <a:pt x="132414" y="334313"/>
                  </a:lnTo>
                  <a:lnTo>
                    <a:pt x="137746" y="334313"/>
                  </a:lnTo>
                  <a:lnTo>
                    <a:pt x="143074" y="334144"/>
                  </a:lnTo>
                  <a:lnTo>
                    <a:pt x="148395" y="333805"/>
                  </a:lnTo>
                  <a:lnTo>
                    <a:pt x="153703" y="333296"/>
                  </a:lnTo>
                  <a:lnTo>
                    <a:pt x="158991" y="332618"/>
                  </a:lnTo>
                  <a:lnTo>
                    <a:pt x="164255" y="331772"/>
                  </a:lnTo>
                  <a:lnTo>
                    <a:pt x="169490" y="330758"/>
                  </a:lnTo>
                  <a:lnTo>
                    <a:pt x="174689" y="329578"/>
                  </a:lnTo>
                  <a:lnTo>
                    <a:pt x="179848" y="328233"/>
                  </a:lnTo>
                  <a:lnTo>
                    <a:pt x="184962" y="326724"/>
                  </a:lnTo>
                  <a:lnTo>
                    <a:pt x="190025" y="325053"/>
                  </a:lnTo>
                  <a:lnTo>
                    <a:pt x="195032" y="323221"/>
                  </a:lnTo>
                  <a:lnTo>
                    <a:pt x="199978" y="321230"/>
                  </a:lnTo>
                  <a:lnTo>
                    <a:pt x="204858" y="319083"/>
                  </a:lnTo>
                  <a:lnTo>
                    <a:pt x="209667" y="316781"/>
                  </a:lnTo>
                  <a:lnTo>
                    <a:pt x="214400" y="314327"/>
                  </a:lnTo>
                  <a:lnTo>
                    <a:pt x="219053" y="311723"/>
                  </a:lnTo>
                  <a:lnTo>
                    <a:pt x="223620" y="308972"/>
                  </a:lnTo>
                  <a:lnTo>
                    <a:pt x="228097" y="306077"/>
                  </a:lnTo>
                  <a:lnTo>
                    <a:pt x="232480" y="303041"/>
                  </a:lnTo>
                  <a:lnTo>
                    <a:pt x="236763" y="299866"/>
                  </a:lnTo>
                  <a:lnTo>
                    <a:pt x="240943" y="296556"/>
                  </a:lnTo>
                  <a:lnTo>
                    <a:pt x="245016" y="293115"/>
                  </a:lnTo>
                  <a:lnTo>
                    <a:pt x="248976" y="289546"/>
                  </a:lnTo>
                  <a:lnTo>
                    <a:pt x="252821" y="285852"/>
                  </a:lnTo>
                  <a:lnTo>
                    <a:pt x="256546" y="282037"/>
                  </a:lnTo>
                  <a:lnTo>
                    <a:pt x="260148" y="278106"/>
                  </a:lnTo>
                  <a:lnTo>
                    <a:pt x="263622" y="274062"/>
                  </a:lnTo>
                  <a:lnTo>
                    <a:pt x="266965" y="269909"/>
                  </a:lnTo>
                  <a:lnTo>
                    <a:pt x="270175" y="265651"/>
                  </a:lnTo>
                  <a:lnTo>
                    <a:pt x="273247" y="261294"/>
                  </a:lnTo>
                  <a:lnTo>
                    <a:pt x="276178" y="256840"/>
                  </a:lnTo>
                  <a:lnTo>
                    <a:pt x="278966" y="252295"/>
                  </a:lnTo>
                  <a:lnTo>
                    <a:pt x="281608" y="247664"/>
                  </a:lnTo>
                  <a:lnTo>
                    <a:pt x="284100" y="242951"/>
                  </a:lnTo>
                  <a:lnTo>
                    <a:pt x="286441" y="238161"/>
                  </a:lnTo>
                  <a:lnTo>
                    <a:pt x="288628" y="233298"/>
                  </a:lnTo>
                  <a:lnTo>
                    <a:pt x="290659" y="228369"/>
                  </a:lnTo>
                  <a:lnTo>
                    <a:pt x="292532" y="223377"/>
                  </a:lnTo>
                  <a:lnTo>
                    <a:pt x="294244" y="218327"/>
                  </a:lnTo>
                  <a:lnTo>
                    <a:pt x="295795" y="213226"/>
                  </a:lnTo>
                  <a:lnTo>
                    <a:pt x="297182" y="208078"/>
                  </a:lnTo>
                  <a:lnTo>
                    <a:pt x="298404" y="202889"/>
                  </a:lnTo>
                  <a:lnTo>
                    <a:pt x="299460" y="197663"/>
                  </a:lnTo>
                  <a:lnTo>
                    <a:pt x="300349" y="192406"/>
                  </a:lnTo>
                  <a:lnTo>
                    <a:pt x="301070" y="187123"/>
                  </a:lnTo>
                  <a:lnTo>
                    <a:pt x="301622" y="181820"/>
                  </a:lnTo>
                  <a:lnTo>
                    <a:pt x="302004" y="176502"/>
                  </a:lnTo>
                  <a:lnTo>
                    <a:pt x="302217" y="171174"/>
                  </a:lnTo>
                  <a:lnTo>
                    <a:pt x="302260" y="165843"/>
                  </a:lnTo>
                  <a:lnTo>
                    <a:pt x="302133" y="160513"/>
                  </a:lnTo>
                  <a:lnTo>
                    <a:pt x="301836" y="155190"/>
                  </a:lnTo>
                  <a:lnTo>
                    <a:pt x="301369" y="149878"/>
                  </a:lnTo>
                  <a:lnTo>
                    <a:pt x="300733" y="144585"/>
                  </a:lnTo>
                  <a:lnTo>
                    <a:pt x="299928" y="139314"/>
                  </a:lnTo>
                  <a:lnTo>
                    <a:pt x="298956" y="134072"/>
                  </a:lnTo>
                  <a:lnTo>
                    <a:pt x="297818" y="128863"/>
                  </a:lnTo>
                  <a:lnTo>
                    <a:pt x="296513" y="123694"/>
                  </a:lnTo>
                  <a:lnTo>
                    <a:pt x="295045" y="118568"/>
                  </a:lnTo>
                  <a:lnTo>
                    <a:pt x="293414" y="113492"/>
                  </a:lnTo>
                  <a:lnTo>
                    <a:pt x="291622" y="108471"/>
                  </a:lnTo>
                  <a:lnTo>
                    <a:pt x="289670" y="103509"/>
                  </a:lnTo>
                  <a:lnTo>
                    <a:pt x="287561" y="98612"/>
                  </a:lnTo>
                  <a:lnTo>
                    <a:pt x="285298" y="93785"/>
                  </a:lnTo>
                  <a:lnTo>
                    <a:pt x="282881" y="89032"/>
                  </a:lnTo>
                  <a:lnTo>
                    <a:pt x="280314" y="84359"/>
                  </a:lnTo>
                  <a:lnTo>
                    <a:pt x="277600" y="79770"/>
                  </a:lnTo>
                  <a:lnTo>
                    <a:pt x="274740" y="75270"/>
                  </a:lnTo>
                  <a:lnTo>
                    <a:pt x="271738" y="70864"/>
                  </a:lnTo>
                  <a:lnTo>
                    <a:pt x="268598" y="66555"/>
                  </a:lnTo>
                  <a:lnTo>
                    <a:pt x="265321" y="62349"/>
                  </a:lnTo>
                  <a:lnTo>
                    <a:pt x="261913" y="58250"/>
                  </a:lnTo>
                  <a:lnTo>
                    <a:pt x="258375" y="54261"/>
                  </a:lnTo>
                  <a:lnTo>
                    <a:pt x="254711" y="50387"/>
                  </a:lnTo>
                  <a:lnTo>
                    <a:pt x="250927" y="46632"/>
                  </a:lnTo>
                  <a:lnTo>
                    <a:pt x="247024" y="43000"/>
                  </a:lnTo>
                  <a:lnTo>
                    <a:pt x="243007" y="39493"/>
                  </a:lnTo>
                  <a:lnTo>
                    <a:pt x="238881" y="36117"/>
                  </a:lnTo>
                  <a:lnTo>
                    <a:pt x="234649" y="32874"/>
                  </a:lnTo>
                  <a:lnTo>
                    <a:pt x="230316" y="29768"/>
                  </a:lnTo>
                  <a:lnTo>
                    <a:pt x="225885" y="26801"/>
                  </a:lnTo>
                  <a:lnTo>
                    <a:pt x="221363" y="23977"/>
                  </a:lnTo>
                  <a:lnTo>
                    <a:pt x="216753" y="21299"/>
                  </a:lnTo>
                  <a:lnTo>
                    <a:pt x="212060" y="18769"/>
                  </a:lnTo>
                  <a:lnTo>
                    <a:pt x="207288" y="16391"/>
                  </a:lnTo>
                  <a:lnTo>
                    <a:pt x="202443" y="14165"/>
                  </a:lnTo>
                  <a:lnTo>
                    <a:pt x="197530" y="12095"/>
                  </a:lnTo>
                  <a:lnTo>
                    <a:pt x="192553" y="10183"/>
                  </a:lnTo>
                  <a:lnTo>
                    <a:pt x="187517" y="8431"/>
                  </a:lnTo>
                  <a:lnTo>
                    <a:pt x="182428" y="6840"/>
                  </a:lnTo>
                  <a:lnTo>
                    <a:pt x="177291" y="5412"/>
                  </a:lnTo>
                  <a:lnTo>
                    <a:pt x="172112" y="4149"/>
                  </a:lnTo>
                  <a:lnTo>
                    <a:pt x="166894" y="3051"/>
                  </a:lnTo>
                  <a:lnTo>
                    <a:pt x="161644" y="2121"/>
                  </a:lnTo>
                  <a:lnTo>
                    <a:pt x="156367" y="1358"/>
                  </a:lnTo>
                  <a:lnTo>
                    <a:pt x="151069" y="764"/>
                  </a:lnTo>
                  <a:lnTo>
                    <a:pt x="145754" y="340"/>
                  </a:lnTo>
                  <a:lnTo>
                    <a:pt x="140429" y="85"/>
                  </a:lnTo>
                  <a:lnTo>
                    <a:pt x="135098" y="0"/>
                  </a:lnTo>
                  <a:lnTo>
                    <a:pt x="1350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4861" y="5220472"/>
              <a:ext cx="18274" cy="167167"/>
            </a:xfrm>
            <a:custGeom>
              <a:avLst/>
              <a:pathLst>
                <a:path w="18274" h="167167">
                  <a:moveTo>
                    <a:pt x="18274" y="0"/>
                  </a:moveTo>
                  <a:lnTo>
                    <a:pt x="9123" y="250"/>
                  </a:lnTo>
                  <a:lnTo>
                    <a:pt x="0" y="1001"/>
                  </a:lnTo>
                  <a:lnTo>
                    <a:pt x="182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14861" y="5221473"/>
              <a:ext cx="18274" cy="166165"/>
            </a:xfrm>
            <a:custGeom>
              <a:avLst/>
              <a:pathLst>
                <a:path w="18274" h="166165">
                  <a:moveTo>
                    <a:pt x="0" y="0"/>
                  </a:moveTo>
                  <a:lnTo>
                    <a:pt x="18274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14861" y="5221473"/>
              <a:ext cx="18274" cy="166165"/>
            </a:xfrm>
            <a:custGeom>
              <a:avLst/>
              <a:pathLst>
                <a:path w="18274" h="166165">
                  <a:moveTo>
                    <a:pt x="0" y="0"/>
                  </a:moveTo>
                  <a:lnTo>
                    <a:pt x="18274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14861" y="5221473"/>
              <a:ext cx="18274" cy="166165"/>
            </a:xfrm>
            <a:custGeom>
              <a:avLst/>
              <a:pathLst>
                <a:path w="18274" h="166165">
                  <a:moveTo>
                    <a:pt x="0" y="0"/>
                  </a:moveTo>
                  <a:lnTo>
                    <a:pt x="18274" y="166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614861" y="5221473"/>
              <a:ext cx="18274" cy="166165"/>
            </a:xfrm>
            <a:custGeom>
              <a:avLst/>
              <a:pathLst>
                <a:path w="18274" h="166165">
                  <a:moveTo>
                    <a:pt x="0" y="0"/>
                  </a:moveTo>
                  <a:lnTo>
                    <a:pt x="18274" y="166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72695" y="5221473"/>
              <a:ext cx="160439" cy="166165"/>
            </a:xfrm>
            <a:custGeom>
              <a:avLst/>
              <a:pathLst>
                <a:path w="160439" h="166165">
                  <a:moveTo>
                    <a:pt x="142165" y="0"/>
                  </a:moveTo>
                  <a:lnTo>
                    <a:pt x="136745" y="685"/>
                  </a:lnTo>
                  <a:lnTo>
                    <a:pt x="131350" y="1548"/>
                  </a:lnTo>
                  <a:lnTo>
                    <a:pt x="125987" y="2587"/>
                  </a:lnTo>
                  <a:lnTo>
                    <a:pt x="120660" y="3800"/>
                  </a:lnTo>
                  <a:lnTo>
                    <a:pt x="115375" y="5186"/>
                  </a:lnTo>
                  <a:lnTo>
                    <a:pt x="110139" y="6745"/>
                  </a:lnTo>
                  <a:lnTo>
                    <a:pt x="104956" y="8474"/>
                  </a:lnTo>
                  <a:lnTo>
                    <a:pt x="99833" y="10371"/>
                  </a:lnTo>
                  <a:lnTo>
                    <a:pt x="94774" y="12435"/>
                  </a:lnTo>
                  <a:lnTo>
                    <a:pt x="89786" y="14662"/>
                  </a:lnTo>
                  <a:lnTo>
                    <a:pt x="84873" y="17052"/>
                  </a:lnTo>
                  <a:lnTo>
                    <a:pt x="80041" y="19601"/>
                  </a:lnTo>
                  <a:lnTo>
                    <a:pt x="75294" y="22307"/>
                  </a:lnTo>
                  <a:lnTo>
                    <a:pt x="70639" y="25166"/>
                  </a:lnTo>
                  <a:lnTo>
                    <a:pt x="66079" y="28175"/>
                  </a:lnTo>
                  <a:lnTo>
                    <a:pt x="61621" y="31333"/>
                  </a:lnTo>
                  <a:lnTo>
                    <a:pt x="57267" y="34634"/>
                  </a:lnTo>
                  <a:lnTo>
                    <a:pt x="53024" y="38075"/>
                  </a:lnTo>
                  <a:lnTo>
                    <a:pt x="48896" y="41654"/>
                  </a:lnTo>
                  <a:lnTo>
                    <a:pt x="44887" y="45365"/>
                  </a:lnTo>
                  <a:lnTo>
                    <a:pt x="41001" y="49206"/>
                  </a:lnTo>
                  <a:lnTo>
                    <a:pt x="37243" y="53171"/>
                  </a:lnTo>
                  <a:lnTo>
                    <a:pt x="33617" y="57257"/>
                  </a:lnTo>
                  <a:lnTo>
                    <a:pt x="30126" y="61460"/>
                  </a:lnTo>
                  <a:lnTo>
                    <a:pt x="26774" y="65774"/>
                  </a:lnTo>
                  <a:lnTo>
                    <a:pt x="23564" y="70195"/>
                  </a:lnTo>
                  <a:lnTo>
                    <a:pt x="20502" y="74719"/>
                  </a:lnTo>
                  <a:lnTo>
                    <a:pt x="17588" y="79341"/>
                  </a:lnTo>
                  <a:lnTo>
                    <a:pt x="14827" y="84055"/>
                  </a:lnTo>
                  <a:lnTo>
                    <a:pt x="12222" y="88857"/>
                  </a:lnTo>
                  <a:lnTo>
                    <a:pt x="9775" y="93742"/>
                  </a:lnTo>
                  <a:lnTo>
                    <a:pt x="7489" y="98704"/>
                  </a:lnTo>
                  <a:lnTo>
                    <a:pt x="5366" y="103738"/>
                  </a:lnTo>
                  <a:lnTo>
                    <a:pt x="3409" y="108839"/>
                  </a:lnTo>
                  <a:lnTo>
                    <a:pt x="1619" y="114001"/>
                  </a:lnTo>
                  <a:lnTo>
                    <a:pt x="0" y="119218"/>
                  </a:lnTo>
                  <a:lnTo>
                    <a:pt x="160439" y="166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65968" y="5220472"/>
              <a:ext cx="334325" cy="334325"/>
            </a:xfrm>
            <a:custGeom>
              <a:avLst/>
              <a:pathLst>
                <a:path w="334325" h="334325">
                  <a:moveTo>
                    <a:pt x="6727" y="120220"/>
                  </a:moveTo>
                  <a:lnTo>
                    <a:pt x="5323" y="125317"/>
                  </a:lnTo>
                  <a:lnTo>
                    <a:pt x="4080" y="130456"/>
                  </a:lnTo>
                  <a:lnTo>
                    <a:pt x="3001" y="135631"/>
                  </a:lnTo>
                  <a:lnTo>
                    <a:pt x="2086" y="140838"/>
                  </a:lnTo>
                  <a:lnTo>
                    <a:pt x="1336" y="146072"/>
                  </a:lnTo>
                  <a:lnTo>
                    <a:pt x="752" y="151326"/>
                  </a:lnTo>
                  <a:lnTo>
                    <a:pt x="334" y="156596"/>
                  </a:lnTo>
                  <a:lnTo>
                    <a:pt x="83" y="161877"/>
                  </a:lnTo>
                  <a:lnTo>
                    <a:pt x="0" y="167163"/>
                  </a:lnTo>
                  <a:lnTo>
                    <a:pt x="83" y="172449"/>
                  </a:lnTo>
                  <a:lnTo>
                    <a:pt x="334" y="177730"/>
                  </a:lnTo>
                  <a:lnTo>
                    <a:pt x="751" y="183000"/>
                  </a:lnTo>
                  <a:lnTo>
                    <a:pt x="1335" y="188255"/>
                  </a:lnTo>
                  <a:lnTo>
                    <a:pt x="2085" y="193488"/>
                  </a:lnTo>
                  <a:lnTo>
                    <a:pt x="3000" y="198695"/>
                  </a:lnTo>
                  <a:lnTo>
                    <a:pt x="4079" y="203871"/>
                  </a:lnTo>
                  <a:lnTo>
                    <a:pt x="5321" y="209009"/>
                  </a:lnTo>
                  <a:lnTo>
                    <a:pt x="6725" y="214106"/>
                  </a:lnTo>
                  <a:lnTo>
                    <a:pt x="8289" y="219156"/>
                  </a:lnTo>
                  <a:lnTo>
                    <a:pt x="10013" y="224154"/>
                  </a:lnTo>
                  <a:lnTo>
                    <a:pt x="11893" y="229095"/>
                  </a:lnTo>
                  <a:lnTo>
                    <a:pt x="13929" y="233974"/>
                  </a:lnTo>
                  <a:lnTo>
                    <a:pt x="16119" y="238786"/>
                  </a:lnTo>
                  <a:lnTo>
                    <a:pt x="18459" y="243527"/>
                  </a:lnTo>
                  <a:lnTo>
                    <a:pt x="20948" y="248191"/>
                  </a:lnTo>
                  <a:lnTo>
                    <a:pt x="23583" y="252774"/>
                  </a:lnTo>
                  <a:lnTo>
                    <a:pt x="26362" y="257272"/>
                  </a:lnTo>
                  <a:lnTo>
                    <a:pt x="29282" y="261679"/>
                  </a:lnTo>
                  <a:lnTo>
                    <a:pt x="32339" y="265992"/>
                  </a:lnTo>
                  <a:lnTo>
                    <a:pt x="35532" y="270206"/>
                  </a:lnTo>
                  <a:lnTo>
                    <a:pt x="38856" y="274317"/>
                  </a:lnTo>
                  <a:lnTo>
                    <a:pt x="42308" y="278321"/>
                  </a:lnTo>
                  <a:lnTo>
                    <a:pt x="45886" y="282214"/>
                  </a:lnTo>
                  <a:lnTo>
                    <a:pt x="49584" y="285991"/>
                  </a:lnTo>
                  <a:lnTo>
                    <a:pt x="53400" y="289650"/>
                  </a:lnTo>
                  <a:lnTo>
                    <a:pt x="57330" y="293186"/>
                  </a:lnTo>
                  <a:lnTo>
                    <a:pt x="61370" y="296597"/>
                  </a:lnTo>
                  <a:lnTo>
                    <a:pt x="65516" y="299877"/>
                  </a:lnTo>
                  <a:lnTo>
                    <a:pt x="69763" y="303025"/>
                  </a:lnTo>
                  <a:lnTo>
                    <a:pt x="74108" y="306037"/>
                  </a:lnTo>
                  <a:lnTo>
                    <a:pt x="78546" y="308911"/>
                  </a:lnTo>
                  <a:lnTo>
                    <a:pt x="83072" y="311642"/>
                  </a:lnTo>
                  <a:lnTo>
                    <a:pt x="87683" y="314229"/>
                  </a:lnTo>
                  <a:lnTo>
                    <a:pt x="92373" y="316669"/>
                  </a:lnTo>
                  <a:lnTo>
                    <a:pt x="97138" y="318959"/>
                  </a:lnTo>
                  <a:lnTo>
                    <a:pt x="101973" y="321098"/>
                  </a:lnTo>
                  <a:lnTo>
                    <a:pt x="106873" y="323082"/>
                  </a:lnTo>
                  <a:lnTo>
                    <a:pt x="111834" y="324911"/>
                  </a:lnTo>
                  <a:lnTo>
                    <a:pt x="116849" y="326582"/>
                  </a:lnTo>
                  <a:lnTo>
                    <a:pt x="121916" y="328093"/>
                  </a:lnTo>
                  <a:lnTo>
                    <a:pt x="127027" y="329444"/>
                  </a:lnTo>
                  <a:lnTo>
                    <a:pt x="132178" y="330632"/>
                  </a:lnTo>
                  <a:lnTo>
                    <a:pt x="137365" y="331656"/>
                  </a:lnTo>
                  <a:lnTo>
                    <a:pt x="142581" y="332517"/>
                  </a:lnTo>
                  <a:lnTo>
                    <a:pt x="147822" y="333211"/>
                  </a:lnTo>
                  <a:lnTo>
                    <a:pt x="153082" y="333740"/>
                  </a:lnTo>
                  <a:lnTo>
                    <a:pt x="158357" y="334102"/>
                  </a:lnTo>
                  <a:lnTo>
                    <a:pt x="163640" y="334297"/>
                  </a:lnTo>
                  <a:lnTo>
                    <a:pt x="168927" y="334325"/>
                  </a:lnTo>
                  <a:lnTo>
                    <a:pt x="174212" y="334186"/>
                  </a:lnTo>
                  <a:lnTo>
                    <a:pt x="179490" y="333880"/>
                  </a:lnTo>
                  <a:lnTo>
                    <a:pt x="184755" y="333407"/>
                  </a:lnTo>
                  <a:lnTo>
                    <a:pt x="190003" y="332767"/>
                  </a:lnTo>
                  <a:lnTo>
                    <a:pt x="195228" y="331962"/>
                  </a:lnTo>
                  <a:lnTo>
                    <a:pt x="200425" y="330993"/>
                  </a:lnTo>
                  <a:lnTo>
                    <a:pt x="205589" y="329859"/>
                  </a:lnTo>
                  <a:lnTo>
                    <a:pt x="210714" y="328563"/>
                  </a:lnTo>
                  <a:lnTo>
                    <a:pt x="215796" y="327105"/>
                  </a:lnTo>
                  <a:lnTo>
                    <a:pt x="220829" y="325487"/>
                  </a:lnTo>
                  <a:lnTo>
                    <a:pt x="225809" y="323711"/>
                  </a:lnTo>
                  <a:lnTo>
                    <a:pt x="230730" y="321778"/>
                  </a:lnTo>
                  <a:lnTo>
                    <a:pt x="235587" y="319691"/>
                  </a:lnTo>
                  <a:lnTo>
                    <a:pt x="240376" y="317451"/>
                  </a:lnTo>
                  <a:lnTo>
                    <a:pt x="245092" y="315061"/>
                  </a:lnTo>
                  <a:lnTo>
                    <a:pt x="249729" y="312523"/>
                  </a:lnTo>
                  <a:lnTo>
                    <a:pt x="254284" y="309840"/>
                  </a:lnTo>
                  <a:lnTo>
                    <a:pt x="258752" y="307013"/>
                  </a:lnTo>
                  <a:lnTo>
                    <a:pt x="263129" y="304047"/>
                  </a:lnTo>
                  <a:lnTo>
                    <a:pt x="267409" y="300945"/>
                  </a:lnTo>
                  <a:lnTo>
                    <a:pt x="271589" y="297708"/>
                  </a:lnTo>
                  <a:lnTo>
                    <a:pt x="275665" y="294341"/>
                  </a:lnTo>
                  <a:lnTo>
                    <a:pt x="279632" y="290846"/>
                  </a:lnTo>
                  <a:lnTo>
                    <a:pt x="283487" y="287228"/>
                  </a:lnTo>
                  <a:lnTo>
                    <a:pt x="287225" y="283490"/>
                  </a:lnTo>
                  <a:lnTo>
                    <a:pt x="290844" y="279635"/>
                  </a:lnTo>
                  <a:lnTo>
                    <a:pt x="294338" y="275668"/>
                  </a:lnTo>
                  <a:lnTo>
                    <a:pt x="297705" y="271592"/>
                  </a:lnTo>
                  <a:lnTo>
                    <a:pt x="300942" y="267412"/>
                  </a:lnTo>
                  <a:lnTo>
                    <a:pt x="304045" y="263132"/>
                  </a:lnTo>
                  <a:lnTo>
                    <a:pt x="307011" y="258756"/>
                  </a:lnTo>
                  <a:lnTo>
                    <a:pt x="309838" y="254288"/>
                  </a:lnTo>
                  <a:lnTo>
                    <a:pt x="312521" y="249733"/>
                  </a:lnTo>
                  <a:lnTo>
                    <a:pt x="315059" y="245095"/>
                  </a:lnTo>
                  <a:lnTo>
                    <a:pt x="317450" y="240379"/>
                  </a:lnTo>
                  <a:lnTo>
                    <a:pt x="319690" y="235591"/>
                  </a:lnTo>
                  <a:lnTo>
                    <a:pt x="321777" y="230733"/>
                  </a:lnTo>
                  <a:lnTo>
                    <a:pt x="323710" y="225813"/>
                  </a:lnTo>
                  <a:lnTo>
                    <a:pt x="325486" y="220833"/>
                  </a:lnTo>
                  <a:lnTo>
                    <a:pt x="327104" y="215800"/>
                  </a:lnTo>
                  <a:lnTo>
                    <a:pt x="328562" y="210718"/>
                  </a:lnTo>
                  <a:lnTo>
                    <a:pt x="329858" y="205593"/>
                  </a:lnTo>
                  <a:lnTo>
                    <a:pt x="330992" y="200429"/>
                  </a:lnTo>
                  <a:lnTo>
                    <a:pt x="331962" y="195232"/>
                  </a:lnTo>
                  <a:lnTo>
                    <a:pt x="332767" y="190007"/>
                  </a:lnTo>
                  <a:lnTo>
                    <a:pt x="333406" y="184759"/>
                  </a:lnTo>
                  <a:lnTo>
                    <a:pt x="333879" y="179493"/>
                  </a:lnTo>
                  <a:lnTo>
                    <a:pt x="334186" y="174215"/>
                  </a:lnTo>
                  <a:lnTo>
                    <a:pt x="334325" y="168931"/>
                  </a:lnTo>
                  <a:lnTo>
                    <a:pt x="334297" y="163644"/>
                  </a:lnTo>
                  <a:lnTo>
                    <a:pt x="334102" y="158361"/>
                  </a:lnTo>
                  <a:lnTo>
                    <a:pt x="333740" y="153086"/>
                  </a:lnTo>
                  <a:lnTo>
                    <a:pt x="333212" y="147826"/>
                  </a:lnTo>
                  <a:lnTo>
                    <a:pt x="332517" y="142585"/>
                  </a:lnTo>
                  <a:lnTo>
                    <a:pt x="331657" y="137369"/>
                  </a:lnTo>
                  <a:lnTo>
                    <a:pt x="330633" y="132182"/>
                  </a:lnTo>
                  <a:lnTo>
                    <a:pt x="329445" y="127031"/>
                  </a:lnTo>
                  <a:lnTo>
                    <a:pt x="328094" y="121919"/>
                  </a:lnTo>
                  <a:lnTo>
                    <a:pt x="326583" y="116853"/>
                  </a:lnTo>
                  <a:lnTo>
                    <a:pt x="324912" y="111837"/>
                  </a:lnTo>
                  <a:lnTo>
                    <a:pt x="323084" y="106877"/>
                  </a:lnTo>
                  <a:lnTo>
                    <a:pt x="321099" y="101976"/>
                  </a:lnTo>
                  <a:lnTo>
                    <a:pt x="318961" y="97141"/>
                  </a:lnTo>
                  <a:lnTo>
                    <a:pt x="316671" y="92377"/>
                  </a:lnTo>
                  <a:lnTo>
                    <a:pt x="314231" y="87686"/>
                  </a:lnTo>
                  <a:lnTo>
                    <a:pt x="311644" y="83076"/>
                  </a:lnTo>
                  <a:lnTo>
                    <a:pt x="308913" y="78549"/>
                  </a:lnTo>
                  <a:lnTo>
                    <a:pt x="306040" y="74111"/>
                  </a:lnTo>
                  <a:lnTo>
                    <a:pt x="303027" y="69766"/>
                  </a:lnTo>
                  <a:lnTo>
                    <a:pt x="299880" y="65519"/>
                  </a:lnTo>
                  <a:lnTo>
                    <a:pt x="296599" y="61373"/>
                  </a:lnTo>
                  <a:lnTo>
                    <a:pt x="293189" y="57333"/>
                  </a:lnTo>
                  <a:lnTo>
                    <a:pt x="289653" y="53403"/>
                  </a:lnTo>
                  <a:lnTo>
                    <a:pt x="285994" y="49587"/>
                  </a:lnTo>
                  <a:lnTo>
                    <a:pt x="282217" y="45888"/>
                  </a:lnTo>
                  <a:lnTo>
                    <a:pt x="278324" y="42311"/>
                  </a:lnTo>
                  <a:lnTo>
                    <a:pt x="274320" y="38858"/>
                  </a:lnTo>
                  <a:lnTo>
                    <a:pt x="270209" y="35534"/>
                  </a:lnTo>
                  <a:lnTo>
                    <a:pt x="265995" y="32341"/>
                  </a:lnTo>
                  <a:lnTo>
                    <a:pt x="261683" y="29284"/>
                  </a:lnTo>
                  <a:lnTo>
                    <a:pt x="257275" y="26364"/>
                  </a:lnTo>
                  <a:lnTo>
                    <a:pt x="252778" y="23585"/>
                  </a:lnTo>
                  <a:lnTo>
                    <a:pt x="248195" y="20950"/>
                  </a:lnTo>
                  <a:lnTo>
                    <a:pt x="243530" y="18461"/>
                  </a:lnTo>
                  <a:lnTo>
                    <a:pt x="238790" y="16120"/>
                  </a:lnTo>
                  <a:lnTo>
                    <a:pt x="233978" y="13931"/>
                  </a:lnTo>
                  <a:lnTo>
                    <a:pt x="229099" y="11895"/>
                  </a:lnTo>
                  <a:lnTo>
                    <a:pt x="224158" y="10014"/>
                  </a:lnTo>
                  <a:lnTo>
                    <a:pt x="219160" y="8291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4" y="4079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9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67774" y="4961274"/>
              <a:ext cx="15065" cy="167167"/>
            </a:xfrm>
            <a:custGeom>
              <a:avLst/>
              <a:pathLst>
                <a:path w="15065" h="167167">
                  <a:moveTo>
                    <a:pt x="15065" y="0"/>
                  </a:moveTo>
                  <a:lnTo>
                    <a:pt x="0" y="680"/>
                  </a:lnTo>
                  <a:lnTo>
                    <a:pt x="150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67774" y="4961954"/>
              <a:ext cx="15065" cy="166487"/>
            </a:xfrm>
            <a:custGeom>
              <a:avLst/>
              <a:pathLst>
                <a:path w="15065" h="166487">
                  <a:moveTo>
                    <a:pt x="0" y="0"/>
                  </a:moveTo>
                  <a:lnTo>
                    <a:pt x="15065" y="1664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67774" y="4961954"/>
              <a:ext cx="15065" cy="166487"/>
            </a:xfrm>
            <a:custGeom>
              <a:avLst/>
              <a:pathLst>
                <a:path w="15065" h="166487">
                  <a:moveTo>
                    <a:pt x="0" y="0"/>
                  </a:moveTo>
                  <a:lnTo>
                    <a:pt x="15065" y="1664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67774" y="4961954"/>
              <a:ext cx="15065" cy="166487"/>
            </a:xfrm>
            <a:custGeom>
              <a:avLst/>
              <a:pathLst>
                <a:path w="15065" h="166487">
                  <a:moveTo>
                    <a:pt x="0" y="0"/>
                  </a:moveTo>
                  <a:lnTo>
                    <a:pt x="15065" y="1664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50361" y="4961954"/>
              <a:ext cx="132479" cy="166487"/>
            </a:xfrm>
            <a:custGeom>
              <a:avLst/>
              <a:pathLst>
                <a:path w="132479" h="166487">
                  <a:moveTo>
                    <a:pt x="117413" y="0"/>
                  </a:moveTo>
                  <a:lnTo>
                    <a:pt x="111931" y="587"/>
                  </a:lnTo>
                  <a:lnTo>
                    <a:pt x="106470" y="1355"/>
                  </a:lnTo>
                  <a:lnTo>
                    <a:pt x="101039" y="2302"/>
                  </a:lnTo>
                  <a:lnTo>
                    <a:pt x="95641" y="3429"/>
                  </a:lnTo>
                  <a:lnTo>
                    <a:pt x="90283" y="4732"/>
                  </a:lnTo>
                  <a:lnTo>
                    <a:pt x="84972" y="6212"/>
                  </a:lnTo>
                  <a:lnTo>
                    <a:pt x="79712" y="7866"/>
                  </a:lnTo>
                  <a:lnTo>
                    <a:pt x="74509" y="9692"/>
                  </a:lnTo>
                  <a:lnTo>
                    <a:pt x="69370" y="11689"/>
                  </a:lnTo>
                  <a:lnTo>
                    <a:pt x="64299" y="13855"/>
                  </a:lnTo>
                  <a:lnTo>
                    <a:pt x="59302" y="16186"/>
                  </a:lnTo>
                  <a:lnTo>
                    <a:pt x="54385" y="18682"/>
                  </a:lnTo>
                  <a:lnTo>
                    <a:pt x="49553" y="21337"/>
                  </a:lnTo>
                  <a:lnTo>
                    <a:pt x="44811" y="24151"/>
                  </a:lnTo>
                  <a:lnTo>
                    <a:pt x="40165" y="27120"/>
                  </a:lnTo>
                  <a:lnTo>
                    <a:pt x="35619" y="30240"/>
                  </a:lnTo>
                  <a:lnTo>
                    <a:pt x="31178" y="33509"/>
                  </a:lnTo>
                  <a:lnTo>
                    <a:pt x="26847" y="36922"/>
                  </a:lnTo>
                  <a:lnTo>
                    <a:pt x="22632" y="40476"/>
                  </a:lnTo>
                  <a:lnTo>
                    <a:pt x="18536" y="44167"/>
                  </a:lnTo>
                  <a:lnTo>
                    <a:pt x="14564" y="47992"/>
                  </a:lnTo>
                  <a:lnTo>
                    <a:pt x="10720" y="51945"/>
                  </a:lnTo>
                  <a:lnTo>
                    <a:pt x="7009" y="56023"/>
                  </a:lnTo>
                  <a:lnTo>
                    <a:pt x="3434" y="60221"/>
                  </a:lnTo>
                  <a:lnTo>
                    <a:pt x="0" y="64535"/>
                  </a:lnTo>
                  <a:lnTo>
                    <a:pt x="132479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15683" y="4961274"/>
              <a:ext cx="334307" cy="334334"/>
            </a:xfrm>
            <a:custGeom>
              <a:avLst/>
              <a:pathLst>
                <a:path w="334307" h="334334">
                  <a:moveTo>
                    <a:pt x="34677" y="65215"/>
                  </a:moveTo>
                  <a:lnTo>
                    <a:pt x="31506" y="69474"/>
                  </a:lnTo>
                  <a:lnTo>
                    <a:pt x="28472" y="73831"/>
                  </a:lnTo>
                  <a:lnTo>
                    <a:pt x="25578" y="78283"/>
                  </a:lnTo>
                  <a:lnTo>
                    <a:pt x="22826" y="82824"/>
                  </a:lnTo>
                  <a:lnTo>
                    <a:pt x="20220" y="87451"/>
                  </a:lnTo>
                  <a:lnTo>
                    <a:pt x="17763" y="92158"/>
                  </a:lnTo>
                  <a:lnTo>
                    <a:pt x="15456" y="96940"/>
                  </a:lnTo>
                  <a:lnTo>
                    <a:pt x="13302" y="101794"/>
                  </a:lnTo>
                  <a:lnTo>
                    <a:pt x="11303" y="106713"/>
                  </a:lnTo>
                  <a:lnTo>
                    <a:pt x="9462" y="111693"/>
                  </a:lnTo>
                  <a:lnTo>
                    <a:pt x="7780" y="116730"/>
                  </a:lnTo>
                  <a:lnTo>
                    <a:pt x="6258" y="121817"/>
                  </a:lnTo>
                  <a:lnTo>
                    <a:pt x="4899" y="126950"/>
                  </a:lnTo>
                  <a:lnTo>
                    <a:pt x="3703" y="132123"/>
                  </a:lnTo>
                  <a:lnTo>
                    <a:pt x="2673" y="137332"/>
                  </a:lnTo>
                  <a:lnTo>
                    <a:pt x="1808" y="142571"/>
                  </a:lnTo>
                  <a:lnTo>
                    <a:pt x="1111" y="147835"/>
                  </a:lnTo>
                  <a:lnTo>
                    <a:pt x="580" y="153118"/>
                  </a:lnTo>
                  <a:lnTo>
                    <a:pt x="218" y="158416"/>
                  </a:lnTo>
                  <a:lnTo>
                    <a:pt x="25" y="163722"/>
                  </a:lnTo>
                  <a:lnTo>
                    <a:pt x="0" y="169032"/>
                  </a:lnTo>
                  <a:lnTo>
                    <a:pt x="143" y="174340"/>
                  </a:lnTo>
                  <a:lnTo>
                    <a:pt x="455" y="179641"/>
                  </a:lnTo>
                  <a:lnTo>
                    <a:pt x="935" y="184929"/>
                  </a:lnTo>
                  <a:lnTo>
                    <a:pt x="1583" y="190199"/>
                  </a:lnTo>
                  <a:lnTo>
                    <a:pt x="2398" y="195446"/>
                  </a:lnTo>
                  <a:lnTo>
                    <a:pt x="3380" y="200664"/>
                  </a:lnTo>
                  <a:lnTo>
                    <a:pt x="4526" y="205849"/>
                  </a:lnTo>
                  <a:lnTo>
                    <a:pt x="5837" y="210994"/>
                  </a:lnTo>
                  <a:lnTo>
                    <a:pt x="7310" y="216096"/>
                  </a:lnTo>
                  <a:lnTo>
                    <a:pt x="8945" y="221148"/>
                  </a:lnTo>
                  <a:lnTo>
                    <a:pt x="10739" y="226145"/>
                  </a:lnTo>
                  <a:lnTo>
                    <a:pt x="12691" y="231083"/>
                  </a:lnTo>
                  <a:lnTo>
                    <a:pt x="14799" y="235957"/>
                  </a:lnTo>
                  <a:lnTo>
                    <a:pt x="17060" y="240761"/>
                  </a:lnTo>
                  <a:lnTo>
                    <a:pt x="19473" y="245491"/>
                  </a:lnTo>
                  <a:lnTo>
                    <a:pt x="22035" y="250142"/>
                  </a:lnTo>
                  <a:lnTo>
                    <a:pt x="24744" y="254709"/>
                  </a:lnTo>
                  <a:lnTo>
                    <a:pt x="27596" y="259188"/>
                  </a:lnTo>
                  <a:lnTo>
                    <a:pt x="30589" y="263574"/>
                  </a:lnTo>
                  <a:lnTo>
                    <a:pt x="33720" y="267862"/>
                  </a:lnTo>
                  <a:lnTo>
                    <a:pt x="36985" y="272050"/>
                  </a:lnTo>
                  <a:lnTo>
                    <a:pt x="40382" y="276131"/>
                  </a:lnTo>
                  <a:lnTo>
                    <a:pt x="43907" y="280102"/>
                  </a:lnTo>
                  <a:lnTo>
                    <a:pt x="47555" y="283960"/>
                  </a:lnTo>
                  <a:lnTo>
                    <a:pt x="51325" y="287699"/>
                  </a:lnTo>
                  <a:lnTo>
                    <a:pt x="55212" y="291317"/>
                  </a:lnTo>
                  <a:lnTo>
                    <a:pt x="59211" y="294810"/>
                  </a:lnTo>
                  <a:lnTo>
                    <a:pt x="63319" y="298174"/>
                  </a:lnTo>
                  <a:lnTo>
                    <a:pt x="67533" y="301406"/>
                  </a:lnTo>
                  <a:lnTo>
                    <a:pt x="71846" y="304502"/>
                  </a:lnTo>
                  <a:lnTo>
                    <a:pt x="76256" y="307460"/>
                  </a:lnTo>
                  <a:lnTo>
                    <a:pt x="80758" y="310276"/>
                  </a:lnTo>
                  <a:lnTo>
                    <a:pt x="85346" y="312948"/>
                  </a:lnTo>
                  <a:lnTo>
                    <a:pt x="90017" y="315472"/>
                  </a:lnTo>
                  <a:lnTo>
                    <a:pt x="94767" y="317848"/>
                  </a:lnTo>
                  <a:lnTo>
                    <a:pt x="99589" y="320071"/>
                  </a:lnTo>
                  <a:lnTo>
                    <a:pt x="104479" y="322139"/>
                  </a:lnTo>
                  <a:lnTo>
                    <a:pt x="109432" y="324052"/>
                  </a:lnTo>
                  <a:lnTo>
                    <a:pt x="114444" y="325806"/>
                  </a:lnTo>
                  <a:lnTo>
                    <a:pt x="119509" y="327400"/>
                  </a:lnTo>
                  <a:lnTo>
                    <a:pt x="124622" y="328833"/>
                  </a:lnTo>
                  <a:lnTo>
                    <a:pt x="129778" y="330102"/>
                  </a:lnTo>
                  <a:lnTo>
                    <a:pt x="134972" y="331207"/>
                  </a:lnTo>
                  <a:lnTo>
                    <a:pt x="140198" y="332146"/>
                  </a:lnTo>
                  <a:lnTo>
                    <a:pt x="145451" y="332919"/>
                  </a:lnTo>
                  <a:lnTo>
                    <a:pt x="150726" y="333525"/>
                  </a:lnTo>
                  <a:lnTo>
                    <a:pt x="156018" y="333963"/>
                  </a:lnTo>
                  <a:lnTo>
                    <a:pt x="161321" y="334232"/>
                  </a:lnTo>
                  <a:lnTo>
                    <a:pt x="166630" y="334334"/>
                  </a:lnTo>
                  <a:lnTo>
                    <a:pt x="171939" y="334266"/>
                  </a:lnTo>
                  <a:lnTo>
                    <a:pt x="177244" y="334030"/>
                  </a:lnTo>
                  <a:lnTo>
                    <a:pt x="182538" y="333625"/>
                  </a:lnTo>
                  <a:lnTo>
                    <a:pt x="187817" y="333053"/>
                  </a:lnTo>
                  <a:lnTo>
                    <a:pt x="193075" y="332313"/>
                  </a:lnTo>
                  <a:lnTo>
                    <a:pt x="198307" y="331406"/>
                  </a:lnTo>
                  <a:lnTo>
                    <a:pt x="203508" y="330334"/>
                  </a:lnTo>
                  <a:lnTo>
                    <a:pt x="208672" y="329097"/>
                  </a:lnTo>
                  <a:lnTo>
                    <a:pt x="213793" y="327697"/>
                  </a:lnTo>
                  <a:lnTo>
                    <a:pt x="218868" y="326135"/>
                  </a:lnTo>
                  <a:lnTo>
                    <a:pt x="223891" y="324412"/>
                  </a:lnTo>
                  <a:lnTo>
                    <a:pt x="228857" y="322531"/>
                  </a:lnTo>
                  <a:lnTo>
                    <a:pt x="233760" y="320493"/>
                  </a:lnTo>
                  <a:lnTo>
                    <a:pt x="238596" y="318301"/>
                  </a:lnTo>
                  <a:lnTo>
                    <a:pt x="243360" y="315956"/>
                  </a:lnTo>
                  <a:lnTo>
                    <a:pt x="248047" y="313460"/>
                  </a:lnTo>
                  <a:lnTo>
                    <a:pt x="252652" y="310817"/>
                  </a:lnTo>
                  <a:lnTo>
                    <a:pt x="257171" y="308030"/>
                  </a:lnTo>
                  <a:lnTo>
                    <a:pt x="261600" y="305100"/>
                  </a:lnTo>
                  <a:lnTo>
                    <a:pt x="265933" y="302031"/>
                  </a:lnTo>
                  <a:lnTo>
                    <a:pt x="270166" y="298826"/>
                  </a:lnTo>
                  <a:lnTo>
                    <a:pt x="274296" y="295488"/>
                  </a:lnTo>
                  <a:lnTo>
                    <a:pt x="278317" y="292020"/>
                  </a:lnTo>
                  <a:lnTo>
                    <a:pt x="282226" y="288427"/>
                  </a:lnTo>
                  <a:lnTo>
                    <a:pt x="286019" y="284711"/>
                  </a:lnTo>
                  <a:lnTo>
                    <a:pt x="289693" y="280877"/>
                  </a:lnTo>
                  <a:lnTo>
                    <a:pt x="293242" y="276928"/>
                  </a:lnTo>
                  <a:lnTo>
                    <a:pt x="296664" y="272868"/>
                  </a:lnTo>
                  <a:lnTo>
                    <a:pt x="299956" y="268701"/>
                  </a:lnTo>
                  <a:lnTo>
                    <a:pt x="303114" y="264432"/>
                  </a:lnTo>
                  <a:lnTo>
                    <a:pt x="306134" y="260065"/>
                  </a:lnTo>
                  <a:lnTo>
                    <a:pt x="309015" y="255605"/>
                  </a:lnTo>
                  <a:lnTo>
                    <a:pt x="311752" y="251055"/>
                  </a:lnTo>
                  <a:lnTo>
                    <a:pt x="314343" y="246420"/>
                  </a:lnTo>
                  <a:lnTo>
                    <a:pt x="316786" y="241705"/>
                  </a:lnTo>
                  <a:lnTo>
                    <a:pt x="319078" y="236916"/>
                  </a:lnTo>
                  <a:lnTo>
                    <a:pt x="321216" y="232055"/>
                  </a:lnTo>
                  <a:lnTo>
                    <a:pt x="323200" y="227130"/>
                  </a:lnTo>
                  <a:lnTo>
                    <a:pt x="325025" y="222144"/>
                  </a:lnTo>
                  <a:lnTo>
                    <a:pt x="326692" y="217102"/>
                  </a:lnTo>
                  <a:lnTo>
                    <a:pt x="328197" y="212010"/>
                  </a:lnTo>
                  <a:lnTo>
                    <a:pt x="329540" y="206873"/>
                  </a:lnTo>
                  <a:lnTo>
                    <a:pt x="330719" y="201695"/>
                  </a:lnTo>
                  <a:lnTo>
                    <a:pt x="331733" y="196483"/>
                  </a:lnTo>
                  <a:lnTo>
                    <a:pt x="332581" y="191242"/>
                  </a:lnTo>
                  <a:lnTo>
                    <a:pt x="333262" y="185976"/>
                  </a:lnTo>
                  <a:lnTo>
                    <a:pt x="333776" y="180691"/>
                  </a:lnTo>
                  <a:lnTo>
                    <a:pt x="334122" y="175392"/>
                  </a:lnTo>
                  <a:lnTo>
                    <a:pt x="334299" y="170085"/>
                  </a:lnTo>
                  <a:lnTo>
                    <a:pt x="334307" y="164775"/>
                  </a:lnTo>
                  <a:lnTo>
                    <a:pt x="334147" y="159468"/>
                  </a:lnTo>
                  <a:lnTo>
                    <a:pt x="333818" y="154168"/>
                  </a:lnTo>
                  <a:lnTo>
                    <a:pt x="333321" y="148882"/>
                  </a:lnTo>
                  <a:lnTo>
                    <a:pt x="332656" y="143614"/>
                  </a:lnTo>
                  <a:lnTo>
                    <a:pt x="331825" y="138369"/>
                  </a:lnTo>
                  <a:lnTo>
                    <a:pt x="330827" y="133154"/>
                  </a:lnTo>
                  <a:lnTo>
                    <a:pt x="329664" y="127973"/>
                  </a:lnTo>
                  <a:lnTo>
                    <a:pt x="328338" y="122831"/>
                  </a:lnTo>
                  <a:lnTo>
                    <a:pt x="326848" y="117735"/>
                  </a:lnTo>
                  <a:lnTo>
                    <a:pt x="325198" y="112688"/>
                  </a:lnTo>
                  <a:lnTo>
                    <a:pt x="323388" y="107696"/>
                  </a:lnTo>
                  <a:lnTo>
                    <a:pt x="321420" y="102764"/>
                  </a:lnTo>
                  <a:lnTo>
                    <a:pt x="319297" y="97897"/>
                  </a:lnTo>
                  <a:lnTo>
                    <a:pt x="317020" y="93100"/>
                  </a:lnTo>
                  <a:lnTo>
                    <a:pt x="314592" y="88378"/>
                  </a:lnTo>
                  <a:lnTo>
                    <a:pt x="312015" y="83735"/>
                  </a:lnTo>
                  <a:lnTo>
                    <a:pt x="309293" y="79177"/>
                  </a:lnTo>
                  <a:lnTo>
                    <a:pt x="306426" y="74707"/>
                  </a:lnTo>
                  <a:lnTo>
                    <a:pt x="303420" y="70330"/>
                  </a:lnTo>
                  <a:lnTo>
                    <a:pt x="300275" y="66052"/>
                  </a:lnTo>
                  <a:lnTo>
                    <a:pt x="296997" y="61875"/>
                  </a:lnTo>
                  <a:lnTo>
                    <a:pt x="293587" y="57804"/>
                  </a:lnTo>
                  <a:lnTo>
                    <a:pt x="290050" y="53844"/>
                  </a:lnTo>
                  <a:lnTo>
                    <a:pt x="286389" y="49998"/>
                  </a:lnTo>
                  <a:lnTo>
                    <a:pt x="282608" y="46270"/>
                  </a:lnTo>
                  <a:lnTo>
                    <a:pt x="278710" y="42665"/>
                  </a:lnTo>
                  <a:lnTo>
                    <a:pt x="274699" y="39185"/>
                  </a:lnTo>
                  <a:lnTo>
                    <a:pt x="270580" y="35834"/>
                  </a:lnTo>
                  <a:lnTo>
                    <a:pt x="266357" y="32615"/>
                  </a:lnTo>
                  <a:lnTo>
                    <a:pt x="262034" y="29532"/>
                  </a:lnTo>
                  <a:lnTo>
                    <a:pt x="257615" y="26589"/>
                  </a:lnTo>
                  <a:lnTo>
                    <a:pt x="253104" y="23787"/>
                  </a:lnTo>
                  <a:lnTo>
                    <a:pt x="248507" y="21129"/>
                  </a:lnTo>
                  <a:lnTo>
                    <a:pt x="243828" y="18619"/>
                  </a:lnTo>
                  <a:lnTo>
                    <a:pt x="239071" y="16259"/>
                  </a:lnTo>
                  <a:lnTo>
                    <a:pt x="234242" y="14051"/>
                  </a:lnTo>
                  <a:lnTo>
                    <a:pt x="229346" y="11998"/>
                  </a:lnTo>
                  <a:lnTo>
                    <a:pt x="224386" y="10101"/>
                  </a:lnTo>
                  <a:lnTo>
                    <a:pt x="219369" y="8363"/>
                  </a:lnTo>
                  <a:lnTo>
                    <a:pt x="214299" y="6784"/>
                  </a:lnTo>
                  <a:lnTo>
                    <a:pt x="209181" y="5368"/>
                  </a:lnTo>
                  <a:lnTo>
                    <a:pt x="204022" y="4115"/>
                  </a:lnTo>
                  <a:lnTo>
                    <a:pt x="198825" y="3026"/>
                  </a:lnTo>
                  <a:lnTo>
                    <a:pt x="193595" y="2104"/>
                  </a:lnTo>
                  <a:lnTo>
                    <a:pt x="188340" y="1347"/>
                  </a:lnTo>
                  <a:lnTo>
                    <a:pt x="183063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62001" y="4605529"/>
              <a:ext cx="98545" cy="167167"/>
            </a:xfrm>
            <a:custGeom>
              <a:avLst/>
              <a:pathLst>
                <a:path w="98545" h="167167">
                  <a:moveTo>
                    <a:pt x="98545" y="0"/>
                  </a:moveTo>
                  <a:lnTo>
                    <a:pt x="92999" y="92"/>
                  </a:lnTo>
                  <a:lnTo>
                    <a:pt x="87459" y="367"/>
                  </a:lnTo>
                  <a:lnTo>
                    <a:pt x="81932" y="827"/>
                  </a:lnTo>
                  <a:lnTo>
                    <a:pt x="76423" y="1470"/>
                  </a:lnTo>
                  <a:lnTo>
                    <a:pt x="70938" y="2295"/>
                  </a:lnTo>
                  <a:lnTo>
                    <a:pt x="65484" y="3301"/>
                  </a:lnTo>
                  <a:lnTo>
                    <a:pt x="60065" y="4488"/>
                  </a:lnTo>
                  <a:lnTo>
                    <a:pt x="54690" y="5855"/>
                  </a:lnTo>
                  <a:lnTo>
                    <a:pt x="49362" y="7398"/>
                  </a:lnTo>
                  <a:lnTo>
                    <a:pt x="44089" y="9118"/>
                  </a:lnTo>
                  <a:lnTo>
                    <a:pt x="38876" y="11011"/>
                  </a:lnTo>
                  <a:lnTo>
                    <a:pt x="33728" y="13077"/>
                  </a:lnTo>
                  <a:lnTo>
                    <a:pt x="28652" y="15312"/>
                  </a:lnTo>
                  <a:lnTo>
                    <a:pt x="23653" y="17714"/>
                  </a:lnTo>
                  <a:lnTo>
                    <a:pt x="18736" y="20281"/>
                  </a:lnTo>
                  <a:lnTo>
                    <a:pt x="13907" y="23010"/>
                  </a:lnTo>
                  <a:lnTo>
                    <a:pt x="9171" y="25897"/>
                  </a:lnTo>
                  <a:lnTo>
                    <a:pt x="4533" y="28940"/>
                  </a:lnTo>
                  <a:lnTo>
                    <a:pt x="0" y="32135"/>
                  </a:lnTo>
                  <a:lnTo>
                    <a:pt x="985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2001" y="4637664"/>
              <a:ext cx="98545" cy="135032"/>
            </a:xfrm>
            <a:custGeom>
              <a:avLst/>
              <a:pathLst>
                <a:path w="98545" h="135032">
                  <a:moveTo>
                    <a:pt x="0" y="0"/>
                  </a:moveTo>
                  <a:lnTo>
                    <a:pt x="98545" y="135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2001" y="4637664"/>
              <a:ext cx="98545" cy="135032"/>
            </a:xfrm>
            <a:custGeom>
              <a:avLst/>
              <a:pathLst>
                <a:path w="98545" h="135032">
                  <a:moveTo>
                    <a:pt x="0" y="0"/>
                  </a:moveTo>
                  <a:lnTo>
                    <a:pt x="98545" y="135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293387" y="4637664"/>
              <a:ext cx="334326" cy="302192"/>
            </a:xfrm>
            <a:custGeom>
              <a:avLst/>
              <a:pathLst>
                <a:path w="334326" h="302192">
                  <a:moveTo>
                    <a:pt x="68614" y="0"/>
                  </a:moveTo>
                  <a:lnTo>
                    <a:pt x="64388" y="3187"/>
                  </a:lnTo>
                  <a:lnTo>
                    <a:pt x="60266" y="6507"/>
                  </a:lnTo>
                  <a:lnTo>
                    <a:pt x="56250" y="9955"/>
                  </a:lnTo>
                  <a:lnTo>
                    <a:pt x="52346" y="13529"/>
                  </a:lnTo>
                  <a:lnTo>
                    <a:pt x="48557" y="17225"/>
                  </a:lnTo>
                  <a:lnTo>
                    <a:pt x="44887" y="21039"/>
                  </a:lnTo>
                  <a:lnTo>
                    <a:pt x="41339" y="24967"/>
                  </a:lnTo>
                  <a:lnTo>
                    <a:pt x="37918" y="29006"/>
                  </a:lnTo>
                  <a:lnTo>
                    <a:pt x="34626" y="33150"/>
                  </a:lnTo>
                  <a:lnTo>
                    <a:pt x="31467" y="37397"/>
                  </a:lnTo>
                  <a:lnTo>
                    <a:pt x="28444" y="41742"/>
                  </a:lnTo>
                  <a:lnTo>
                    <a:pt x="25560" y="46181"/>
                  </a:lnTo>
                  <a:lnTo>
                    <a:pt x="22818" y="50708"/>
                  </a:lnTo>
                  <a:lnTo>
                    <a:pt x="20221" y="55320"/>
                  </a:lnTo>
                  <a:lnTo>
                    <a:pt x="17771" y="60012"/>
                  </a:lnTo>
                  <a:lnTo>
                    <a:pt x="15470" y="64779"/>
                  </a:lnTo>
                  <a:lnTo>
                    <a:pt x="13322" y="69617"/>
                  </a:lnTo>
                  <a:lnTo>
                    <a:pt x="11329" y="74520"/>
                  </a:lnTo>
                  <a:lnTo>
                    <a:pt x="9491" y="79484"/>
                  </a:lnTo>
                  <a:lnTo>
                    <a:pt x="7811" y="84503"/>
                  </a:lnTo>
                  <a:lnTo>
                    <a:pt x="6291" y="89573"/>
                  </a:lnTo>
                  <a:lnTo>
                    <a:pt x="4933" y="94689"/>
                  </a:lnTo>
                  <a:lnTo>
                    <a:pt x="3737" y="99845"/>
                  </a:lnTo>
                  <a:lnTo>
                    <a:pt x="2705" y="105036"/>
                  </a:lnTo>
                  <a:lnTo>
                    <a:pt x="1838" y="110258"/>
                  </a:lnTo>
                  <a:lnTo>
                    <a:pt x="1136" y="115504"/>
                  </a:lnTo>
                  <a:lnTo>
                    <a:pt x="601" y="120770"/>
                  </a:lnTo>
                  <a:lnTo>
                    <a:pt x="233" y="126050"/>
                  </a:lnTo>
                  <a:lnTo>
                    <a:pt x="33" y="131340"/>
                  </a:lnTo>
                  <a:lnTo>
                    <a:pt x="0" y="136633"/>
                  </a:lnTo>
                  <a:lnTo>
                    <a:pt x="134" y="141924"/>
                  </a:lnTo>
                  <a:lnTo>
                    <a:pt x="436" y="147208"/>
                  </a:lnTo>
                  <a:lnTo>
                    <a:pt x="905" y="152480"/>
                  </a:lnTo>
                  <a:lnTo>
                    <a:pt x="1541" y="157735"/>
                  </a:lnTo>
                  <a:lnTo>
                    <a:pt x="2342" y="162967"/>
                  </a:lnTo>
                  <a:lnTo>
                    <a:pt x="3309" y="168171"/>
                  </a:lnTo>
                  <a:lnTo>
                    <a:pt x="4441" y="173342"/>
                  </a:lnTo>
                  <a:lnTo>
                    <a:pt x="5735" y="178474"/>
                  </a:lnTo>
                  <a:lnTo>
                    <a:pt x="7191" y="183563"/>
                  </a:lnTo>
                  <a:lnTo>
                    <a:pt x="8808" y="188603"/>
                  </a:lnTo>
                  <a:lnTo>
                    <a:pt x="10583" y="193589"/>
                  </a:lnTo>
                  <a:lnTo>
                    <a:pt x="12516" y="198517"/>
                  </a:lnTo>
                  <a:lnTo>
                    <a:pt x="14603" y="203381"/>
                  </a:lnTo>
                  <a:lnTo>
                    <a:pt x="16844" y="208177"/>
                  </a:lnTo>
                  <a:lnTo>
                    <a:pt x="19235" y="212899"/>
                  </a:lnTo>
                  <a:lnTo>
                    <a:pt x="21774" y="217543"/>
                  </a:lnTo>
                  <a:lnTo>
                    <a:pt x="24459" y="222104"/>
                  </a:lnTo>
                  <a:lnTo>
                    <a:pt x="27287" y="226578"/>
                  </a:lnTo>
                  <a:lnTo>
                    <a:pt x="30256" y="230961"/>
                  </a:lnTo>
                  <a:lnTo>
                    <a:pt x="33361" y="235247"/>
                  </a:lnTo>
                  <a:lnTo>
                    <a:pt x="36601" y="239433"/>
                  </a:lnTo>
                  <a:lnTo>
                    <a:pt x="39972" y="243514"/>
                  </a:lnTo>
                  <a:lnTo>
                    <a:pt x="43470" y="247486"/>
                  </a:lnTo>
                  <a:lnTo>
                    <a:pt x="47092" y="251345"/>
                  </a:lnTo>
                  <a:lnTo>
                    <a:pt x="50835" y="255088"/>
                  </a:lnTo>
                  <a:lnTo>
                    <a:pt x="54694" y="258711"/>
                  </a:lnTo>
                  <a:lnTo>
                    <a:pt x="58666" y="262209"/>
                  </a:lnTo>
                  <a:lnTo>
                    <a:pt x="62746" y="265580"/>
                  </a:lnTo>
                  <a:lnTo>
                    <a:pt x="66932" y="268821"/>
                  </a:lnTo>
                  <a:lnTo>
                    <a:pt x="71218" y="271927"/>
                  </a:lnTo>
                  <a:lnTo>
                    <a:pt x="75600" y="274895"/>
                  </a:lnTo>
                  <a:lnTo>
                    <a:pt x="80074" y="277724"/>
                  </a:lnTo>
                  <a:lnTo>
                    <a:pt x="84635" y="280410"/>
                  </a:lnTo>
                  <a:lnTo>
                    <a:pt x="89279" y="282949"/>
                  </a:lnTo>
                  <a:lnTo>
                    <a:pt x="94001" y="285341"/>
                  </a:lnTo>
                  <a:lnTo>
                    <a:pt x="98796" y="287582"/>
                  </a:lnTo>
                  <a:lnTo>
                    <a:pt x="103660" y="289669"/>
                  </a:lnTo>
                  <a:lnTo>
                    <a:pt x="108587" y="291602"/>
                  </a:lnTo>
                  <a:lnTo>
                    <a:pt x="113573" y="293378"/>
                  </a:lnTo>
                  <a:lnTo>
                    <a:pt x="118613" y="294995"/>
                  </a:lnTo>
                  <a:lnTo>
                    <a:pt x="123702" y="296452"/>
                  </a:lnTo>
                  <a:lnTo>
                    <a:pt x="128834" y="297747"/>
                  </a:lnTo>
                  <a:lnTo>
                    <a:pt x="134005" y="298879"/>
                  </a:lnTo>
                  <a:lnTo>
                    <a:pt x="139209" y="299846"/>
                  </a:lnTo>
                  <a:lnTo>
                    <a:pt x="144441" y="300648"/>
                  </a:lnTo>
                  <a:lnTo>
                    <a:pt x="149695" y="301285"/>
                  </a:lnTo>
                  <a:lnTo>
                    <a:pt x="154967" y="301754"/>
                  </a:lnTo>
                  <a:lnTo>
                    <a:pt x="160252" y="302057"/>
                  </a:lnTo>
                  <a:lnTo>
                    <a:pt x="165543" y="302192"/>
                  </a:lnTo>
                  <a:lnTo>
                    <a:pt x="170836" y="302159"/>
                  </a:lnTo>
                  <a:lnTo>
                    <a:pt x="176125" y="301959"/>
                  </a:lnTo>
                  <a:lnTo>
                    <a:pt x="181405" y="301591"/>
                  </a:lnTo>
                  <a:lnTo>
                    <a:pt x="186671" y="301057"/>
                  </a:lnTo>
                  <a:lnTo>
                    <a:pt x="191918" y="300356"/>
                  </a:lnTo>
                  <a:lnTo>
                    <a:pt x="197139" y="299489"/>
                  </a:lnTo>
                  <a:lnTo>
                    <a:pt x="202331" y="298457"/>
                  </a:lnTo>
                  <a:lnTo>
                    <a:pt x="207487" y="297262"/>
                  </a:lnTo>
                  <a:lnTo>
                    <a:pt x="212603" y="295904"/>
                  </a:lnTo>
                  <a:lnTo>
                    <a:pt x="217673" y="294385"/>
                  </a:lnTo>
                  <a:lnTo>
                    <a:pt x="222693" y="292706"/>
                  </a:lnTo>
                  <a:lnTo>
                    <a:pt x="227657" y="290868"/>
                  </a:lnTo>
                  <a:lnTo>
                    <a:pt x="232560" y="288875"/>
                  </a:lnTo>
                  <a:lnTo>
                    <a:pt x="237398" y="286727"/>
                  </a:lnTo>
                  <a:lnTo>
                    <a:pt x="242165" y="284428"/>
                  </a:lnTo>
                  <a:lnTo>
                    <a:pt x="246857" y="281978"/>
                  </a:lnTo>
                  <a:lnTo>
                    <a:pt x="251470" y="279381"/>
                  </a:lnTo>
                  <a:lnTo>
                    <a:pt x="255997" y="276640"/>
                  </a:lnTo>
                  <a:lnTo>
                    <a:pt x="260436" y="273756"/>
                  </a:lnTo>
                  <a:lnTo>
                    <a:pt x="264781" y="270734"/>
                  </a:lnTo>
                  <a:lnTo>
                    <a:pt x="269028" y="267575"/>
                  </a:lnTo>
                  <a:lnTo>
                    <a:pt x="273173" y="264283"/>
                  </a:lnTo>
                  <a:lnTo>
                    <a:pt x="277212" y="260862"/>
                  </a:lnTo>
                  <a:lnTo>
                    <a:pt x="281141" y="257315"/>
                  </a:lnTo>
                  <a:lnTo>
                    <a:pt x="284955" y="253645"/>
                  </a:lnTo>
                  <a:lnTo>
                    <a:pt x="288651" y="249857"/>
                  </a:lnTo>
                  <a:lnTo>
                    <a:pt x="292225" y="245953"/>
                  </a:lnTo>
                  <a:lnTo>
                    <a:pt x="295674" y="241938"/>
                  </a:lnTo>
                  <a:lnTo>
                    <a:pt x="298995" y="237815"/>
                  </a:lnTo>
                  <a:lnTo>
                    <a:pt x="302182" y="233590"/>
                  </a:lnTo>
                  <a:lnTo>
                    <a:pt x="305235" y="229266"/>
                  </a:lnTo>
                  <a:lnTo>
                    <a:pt x="308149" y="224847"/>
                  </a:lnTo>
                  <a:lnTo>
                    <a:pt x="310922" y="220339"/>
                  </a:lnTo>
                  <a:lnTo>
                    <a:pt x="313551" y="215745"/>
                  </a:lnTo>
                  <a:lnTo>
                    <a:pt x="316033" y="211069"/>
                  </a:lnTo>
                  <a:lnTo>
                    <a:pt x="318365" y="206318"/>
                  </a:lnTo>
                  <a:lnTo>
                    <a:pt x="320546" y="201495"/>
                  </a:lnTo>
                  <a:lnTo>
                    <a:pt x="322574" y="196606"/>
                  </a:lnTo>
                  <a:lnTo>
                    <a:pt x="324445" y="191655"/>
                  </a:lnTo>
                  <a:lnTo>
                    <a:pt x="326159" y="186647"/>
                  </a:lnTo>
                  <a:lnTo>
                    <a:pt x="327713" y="181587"/>
                  </a:lnTo>
                  <a:lnTo>
                    <a:pt x="329107" y="176481"/>
                  </a:lnTo>
                  <a:lnTo>
                    <a:pt x="330338" y="171333"/>
                  </a:lnTo>
                  <a:lnTo>
                    <a:pt x="331405" y="166149"/>
                  </a:lnTo>
                  <a:lnTo>
                    <a:pt x="332308" y="160933"/>
                  </a:lnTo>
                  <a:lnTo>
                    <a:pt x="333045" y="155692"/>
                  </a:lnTo>
                  <a:lnTo>
                    <a:pt x="333616" y="150430"/>
                  </a:lnTo>
                  <a:lnTo>
                    <a:pt x="334020" y="145152"/>
                  </a:lnTo>
                  <a:lnTo>
                    <a:pt x="334257" y="139865"/>
                  </a:lnTo>
                  <a:lnTo>
                    <a:pt x="334326" y="134572"/>
                  </a:lnTo>
                  <a:lnTo>
                    <a:pt x="334228" y="129280"/>
                  </a:lnTo>
                  <a:lnTo>
                    <a:pt x="333962" y="123993"/>
                  </a:lnTo>
                  <a:lnTo>
                    <a:pt x="333529" y="118718"/>
                  </a:lnTo>
                  <a:lnTo>
                    <a:pt x="332929" y="113459"/>
                  </a:lnTo>
                  <a:lnTo>
                    <a:pt x="332163" y="108222"/>
                  </a:lnTo>
                  <a:lnTo>
                    <a:pt x="331231" y="103012"/>
                  </a:lnTo>
                  <a:lnTo>
                    <a:pt x="330135" y="97833"/>
                  </a:lnTo>
                  <a:lnTo>
                    <a:pt x="328876" y="92692"/>
                  </a:lnTo>
                  <a:lnTo>
                    <a:pt x="327455" y="87594"/>
                  </a:lnTo>
                  <a:lnTo>
                    <a:pt x="325872" y="82543"/>
                  </a:lnTo>
                  <a:lnTo>
                    <a:pt x="324131" y="77544"/>
                  </a:lnTo>
                  <a:lnTo>
                    <a:pt x="322232" y="72603"/>
                  </a:lnTo>
                  <a:lnTo>
                    <a:pt x="320178" y="67725"/>
                  </a:lnTo>
                  <a:lnTo>
                    <a:pt x="317971" y="62915"/>
                  </a:lnTo>
                  <a:lnTo>
                    <a:pt x="315612" y="58176"/>
                  </a:lnTo>
                  <a:lnTo>
                    <a:pt x="167159" y="135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60546" y="4605529"/>
              <a:ext cx="148452" cy="167167"/>
            </a:xfrm>
            <a:custGeom>
              <a:avLst/>
              <a:pathLst>
                <a:path w="148452" h="167167">
                  <a:moveTo>
                    <a:pt x="148452" y="90311"/>
                  </a:moveTo>
                  <a:lnTo>
                    <a:pt x="145825" y="85437"/>
                  </a:lnTo>
                  <a:lnTo>
                    <a:pt x="143039" y="80652"/>
                  </a:lnTo>
                  <a:lnTo>
                    <a:pt x="140095" y="75963"/>
                  </a:lnTo>
                  <a:lnTo>
                    <a:pt x="136998" y="71373"/>
                  </a:lnTo>
                  <a:lnTo>
                    <a:pt x="133750" y="66889"/>
                  </a:lnTo>
                  <a:lnTo>
                    <a:pt x="130356" y="62514"/>
                  </a:lnTo>
                  <a:lnTo>
                    <a:pt x="126818" y="58255"/>
                  </a:lnTo>
                  <a:lnTo>
                    <a:pt x="123142" y="54114"/>
                  </a:lnTo>
                  <a:lnTo>
                    <a:pt x="119330" y="50098"/>
                  </a:lnTo>
                  <a:lnTo>
                    <a:pt x="115388" y="46210"/>
                  </a:lnTo>
                  <a:lnTo>
                    <a:pt x="111319" y="42455"/>
                  </a:lnTo>
                  <a:lnTo>
                    <a:pt x="107128" y="38837"/>
                  </a:lnTo>
                  <a:lnTo>
                    <a:pt x="102819" y="35360"/>
                  </a:lnTo>
                  <a:lnTo>
                    <a:pt x="98397" y="32027"/>
                  </a:lnTo>
                  <a:lnTo>
                    <a:pt x="93868" y="28842"/>
                  </a:lnTo>
                  <a:lnTo>
                    <a:pt x="89235" y="25810"/>
                  </a:lnTo>
                  <a:lnTo>
                    <a:pt x="84505" y="22932"/>
                  </a:lnTo>
                  <a:lnTo>
                    <a:pt x="79682" y="20212"/>
                  </a:lnTo>
                  <a:lnTo>
                    <a:pt x="74771" y="17654"/>
                  </a:lnTo>
                  <a:lnTo>
                    <a:pt x="69779" y="15260"/>
                  </a:lnTo>
                  <a:lnTo>
                    <a:pt x="64710" y="13032"/>
                  </a:lnTo>
                  <a:lnTo>
                    <a:pt x="59570" y="10974"/>
                  </a:lnTo>
                  <a:lnTo>
                    <a:pt x="54364" y="9087"/>
                  </a:lnTo>
                  <a:lnTo>
                    <a:pt x="49099" y="7373"/>
                  </a:lnTo>
                  <a:lnTo>
                    <a:pt x="43780" y="5834"/>
                  </a:lnTo>
                  <a:lnTo>
                    <a:pt x="38413" y="4473"/>
                  </a:lnTo>
                  <a:lnTo>
                    <a:pt x="33004" y="3290"/>
                  </a:lnTo>
                  <a:lnTo>
                    <a:pt x="27559" y="2287"/>
                  </a:lnTo>
                  <a:lnTo>
                    <a:pt x="22084" y="1465"/>
                  </a:lnTo>
                  <a:lnTo>
                    <a:pt x="16584" y="824"/>
                  </a:lnTo>
                  <a:lnTo>
                    <a:pt x="11066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87581" y="4172415"/>
              <a:ext cx="58311" cy="167167"/>
            </a:xfrm>
            <a:custGeom>
              <a:avLst/>
              <a:pathLst>
                <a:path w="58311" h="167167">
                  <a:moveTo>
                    <a:pt x="58311" y="0"/>
                  </a:moveTo>
                  <a:lnTo>
                    <a:pt x="52356" y="106"/>
                  </a:lnTo>
                  <a:lnTo>
                    <a:pt x="46409" y="424"/>
                  </a:lnTo>
                  <a:lnTo>
                    <a:pt x="40476" y="954"/>
                  </a:lnTo>
                  <a:lnTo>
                    <a:pt x="34566" y="1695"/>
                  </a:lnTo>
                  <a:lnTo>
                    <a:pt x="28686" y="2645"/>
                  </a:lnTo>
                  <a:lnTo>
                    <a:pt x="22844" y="3805"/>
                  </a:lnTo>
                  <a:lnTo>
                    <a:pt x="17047" y="5172"/>
                  </a:lnTo>
                  <a:lnTo>
                    <a:pt x="11303" y="6745"/>
                  </a:lnTo>
                  <a:lnTo>
                    <a:pt x="5618" y="8522"/>
                  </a:lnTo>
                  <a:lnTo>
                    <a:pt x="0" y="10499"/>
                  </a:lnTo>
                  <a:lnTo>
                    <a:pt x="5831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687581" y="4182915"/>
              <a:ext cx="58311" cy="156667"/>
            </a:xfrm>
            <a:custGeom>
              <a:avLst/>
              <a:pathLst>
                <a:path w="58311" h="156667">
                  <a:moveTo>
                    <a:pt x="0" y="0"/>
                  </a:moveTo>
                  <a:lnTo>
                    <a:pt x="58311" y="1566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578725" y="4182915"/>
              <a:ext cx="167167" cy="320663"/>
            </a:xfrm>
            <a:custGeom>
              <a:avLst/>
              <a:pathLst>
                <a:path w="167167" h="320663">
                  <a:moveTo>
                    <a:pt x="108855" y="0"/>
                  </a:moveTo>
                  <a:lnTo>
                    <a:pt x="103876" y="1944"/>
                  </a:lnTo>
                  <a:lnTo>
                    <a:pt x="98961" y="4047"/>
                  </a:lnTo>
                  <a:lnTo>
                    <a:pt x="94117" y="6305"/>
                  </a:lnTo>
                  <a:lnTo>
                    <a:pt x="89347" y="8718"/>
                  </a:lnTo>
                  <a:lnTo>
                    <a:pt x="84656" y="11281"/>
                  </a:lnTo>
                  <a:lnTo>
                    <a:pt x="80050" y="13994"/>
                  </a:lnTo>
                  <a:lnTo>
                    <a:pt x="75533" y="16852"/>
                  </a:lnTo>
                  <a:lnTo>
                    <a:pt x="71110" y="19853"/>
                  </a:lnTo>
                  <a:lnTo>
                    <a:pt x="66785" y="22994"/>
                  </a:lnTo>
                  <a:lnTo>
                    <a:pt x="62562" y="26272"/>
                  </a:lnTo>
                  <a:lnTo>
                    <a:pt x="58447" y="29683"/>
                  </a:lnTo>
                  <a:lnTo>
                    <a:pt x="54442" y="33224"/>
                  </a:lnTo>
                  <a:lnTo>
                    <a:pt x="50553" y="36891"/>
                  </a:lnTo>
                  <a:lnTo>
                    <a:pt x="46783" y="40681"/>
                  </a:lnTo>
                  <a:lnTo>
                    <a:pt x="43136" y="44589"/>
                  </a:lnTo>
                  <a:lnTo>
                    <a:pt x="39616" y="48612"/>
                  </a:lnTo>
                  <a:lnTo>
                    <a:pt x="36227" y="52745"/>
                  </a:lnTo>
                  <a:lnTo>
                    <a:pt x="32971" y="56985"/>
                  </a:lnTo>
                  <a:lnTo>
                    <a:pt x="29853" y="61326"/>
                  </a:lnTo>
                  <a:lnTo>
                    <a:pt x="26875" y="65765"/>
                  </a:lnTo>
                  <a:lnTo>
                    <a:pt x="24040" y="70297"/>
                  </a:lnTo>
                  <a:lnTo>
                    <a:pt x="21352" y="74918"/>
                  </a:lnTo>
                  <a:lnTo>
                    <a:pt x="18813" y="79621"/>
                  </a:lnTo>
                  <a:lnTo>
                    <a:pt x="16425" y="84404"/>
                  </a:lnTo>
                  <a:lnTo>
                    <a:pt x="14192" y="89261"/>
                  </a:lnTo>
                  <a:lnTo>
                    <a:pt x="12115" y="94186"/>
                  </a:lnTo>
                  <a:lnTo>
                    <a:pt x="10197" y="99175"/>
                  </a:lnTo>
                  <a:lnTo>
                    <a:pt x="8439" y="104223"/>
                  </a:lnTo>
                  <a:lnTo>
                    <a:pt x="6843" y="109325"/>
                  </a:lnTo>
                  <a:lnTo>
                    <a:pt x="5412" y="114475"/>
                  </a:lnTo>
                  <a:lnTo>
                    <a:pt x="4145" y="119668"/>
                  </a:lnTo>
                  <a:lnTo>
                    <a:pt x="3046" y="124899"/>
                  </a:lnTo>
                  <a:lnTo>
                    <a:pt x="2114" y="130163"/>
                  </a:lnTo>
                  <a:lnTo>
                    <a:pt x="1351" y="135454"/>
                  </a:lnTo>
                  <a:lnTo>
                    <a:pt x="757" y="140766"/>
                  </a:lnTo>
                  <a:lnTo>
                    <a:pt x="334" y="146095"/>
                  </a:lnTo>
                  <a:lnTo>
                    <a:pt x="81" y="151434"/>
                  </a:lnTo>
                  <a:lnTo>
                    <a:pt x="0" y="156779"/>
                  </a:lnTo>
                  <a:lnTo>
                    <a:pt x="89" y="162123"/>
                  </a:lnTo>
                  <a:lnTo>
                    <a:pt x="348" y="167463"/>
                  </a:lnTo>
                  <a:lnTo>
                    <a:pt x="779" y="172791"/>
                  </a:lnTo>
                  <a:lnTo>
                    <a:pt x="1379" y="178102"/>
                  </a:lnTo>
                  <a:lnTo>
                    <a:pt x="2150" y="183392"/>
                  </a:lnTo>
                  <a:lnTo>
                    <a:pt x="3088" y="188654"/>
                  </a:lnTo>
                  <a:lnTo>
                    <a:pt x="4195" y="193884"/>
                  </a:lnTo>
                  <a:lnTo>
                    <a:pt x="5468" y="199075"/>
                  </a:lnTo>
                  <a:lnTo>
                    <a:pt x="6907" y="204223"/>
                  </a:lnTo>
                  <a:lnTo>
                    <a:pt x="8509" y="209323"/>
                  </a:lnTo>
                  <a:lnTo>
                    <a:pt x="10274" y="214369"/>
                  </a:lnTo>
                  <a:lnTo>
                    <a:pt x="12199" y="219355"/>
                  </a:lnTo>
                  <a:lnTo>
                    <a:pt x="14282" y="224278"/>
                  </a:lnTo>
                  <a:lnTo>
                    <a:pt x="16522" y="229131"/>
                  </a:lnTo>
                  <a:lnTo>
                    <a:pt x="18916" y="233911"/>
                  </a:lnTo>
                  <a:lnTo>
                    <a:pt x="21461" y="238611"/>
                  </a:lnTo>
                  <a:lnTo>
                    <a:pt x="24156" y="243228"/>
                  </a:lnTo>
                  <a:lnTo>
                    <a:pt x="26997" y="247756"/>
                  </a:lnTo>
                  <a:lnTo>
                    <a:pt x="29981" y="252191"/>
                  </a:lnTo>
                  <a:lnTo>
                    <a:pt x="33105" y="256528"/>
                  </a:lnTo>
                  <a:lnTo>
                    <a:pt x="36366" y="260764"/>
                  </a:lnTo>
                  <a:lnTo>
                    <a:pt x="39761" y="264892"/>
                  </a:lnTo>
                  <a:lnTo>
                    <a:pt x="43287" y="268910"/>
                  </a:lnTo>
                  <a:lnTo>
                    <a:pt x="46939" y="272814"/>
                  </a:lnTo>
                  <a:lnTo>
                    <a:pt x="50713" y="276598"/>
                  </a:lnTo>
                  <a:lnTo>
                    <a:pt x="54607" y="280260"/>
                  </a:lnTo>
                  <a:lnTo>
                    <a:pt x="58617" y="283796"/>
                  </a:lnTo>
                  <a:lnTo>
                    <a:pt x="62737" y="287202"/>
                  </a:lnTo>
                  <a:lnTo>
                    <a:pt x="66964" y="290474"/>
                  </a:lnTo>
                  <a:lnTo>
                    <a:pt x="71293" y="293609"/>
                  </a:lnTo>
                  <a:lnTo>
                    <a:pt x="75720" y="296604"/>
                  </a:lnTo>
                  <a:lnTo>
                    <a:pt x="80241" y="299456"/>
                  </a:lnTo>
                  <a:lnTo>
                    <a:pt x="84851" y="302163"/>
                  </a:lnTo>
                  <a:lnTo>
                    <a:pt x="89545" y="304720"/>
                  </a:lnTo>
                  <a:lnTo>
                    <a:pt x="94318" y="307126"/>
                  </a:lnTo>
                  <a:lnTo>
                    <a:pt x="99166" y="309378"/>
                  </a:lnTo>
                  <a:lnTo>
                    <a:pt x="104083" y="311474"/>
                  </a:lnTo>
                  <a:lnTo>
                    <a:pt x="109065" y="313412"/>
                  </a:lnTo>
                  <a:lnTo>
                    <a:pt x="114106" y="315190"/>
                  </a:lnTo>
                  <a:lnTo>
                    <a:pt x="119201" y="316805"/>
                  </a:lnTo>
                  <a:lnTo>
                    <a:pt x="124346" y="318257"/>
                  </a:lnTo>
                  <a:lnTo>
                    <a:pt x="129534" y="319543"/>
                  </a:lnTo>
                  <a:lnTo>
                    <a:pt x="134761" y="320663"/>
                  </a:lnTo>
                  <a:lnTo>
                    <a:pt x="167167" y="156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13486" y="4172415"/>
              <a:ext cx="199557" cy="334333"/>
            </a:xfrm>
            <a:custGeom>
              <a:avLst/>
              <a:pathLst>
                <a:path w="199557" h="334333">
                  <a:moveTo>
                    <a:pt x="0" y="331163"/>
                  </a:moveTo>
                  <a:lnTo>
                    <a:pt x="5226" y="332110"/>
                  </a:lnTo>
                  <a:lnTo>
                    <a:pt x="10481" y="332890"/>
                  </a:lnTo>
                  <a:lnTo>
                    <a:pt x="15757" y="333503"/>
                  </a:lnTo>
                  <a:lnTo>
                    <a:pt x="21051" y="333948"/>
                  </a:lnTo>
                  <a:lnTo>
                    <a:pt x="26356" y="334225"/>
                  </a:lnTo>
                  <a:lnTo>
                    <a:pt x="31666" y="334333"/>
                  </a:lnTo>
                  <a:lnTo>
                    <a:pt x="36978" y="334272"/>
                  </a:lnTo>
                  <a:lnTo>
                    <a:pt x="42285" y="334042"/>
                  </a:lnTo>
                  <a:lnTo>
                    <a:pt x="47582" y="333644"/>
                  </a:lnTo>
                  <a:lnTo>
                    <a:pt x="52864" y="333078"/>
                  </a:lnTo>
                  <a:lnTo>
                    <a:pt x="58125" y="332344"/>
                  </a:lnTo>
                  <a:lnTo>
                    <a:pt x="63360" y="331443"/>
                  </a:lnTo>
                  <a:lnTo>
                    <a:pt x="68564" y="330377"/>
                  </a:lnTo>
                  <a:lnTo>
                    <a:pt x="73731" y="329146"/>
                  </a:lnTo>
                  <a:lnTo>
                    <a:pt x="78857" y="327751"/>
                  </a:lnTo>
                  <a:lnTo>
                    <a:pt x="83936" y="326194"/>
                  </a:lnTo>
                  <a:lnTo>
                    <a:pt x="88962" y="324476"/>
                  </a:lnTo>
                  <a:lnTo>
                    <a:pt x="93932" y="322600"/>
                  </a:lnTo>
                  <a:lnTo>
                    <a:pt x="98839" y="320567"/>
                  </a:lnTo>
                  <a:lnTo>
                    <a:pt x="103680" y="318378"/>
                  </a:lnTo>
                  <a:lnTo>
                    <a:pt x="108448" y="316038"/>
                  </a:lnTo>
                  <a:lnTo>
                    <a:pt x="113140" y="313546"/>
                  </a:lnTo>
                  <a:lnTo>
                    <a:pt x="117750" y="310907"/>
                  </a:lnTo>
                  <a:lnTo>
                    <a:pt x="122274" y="308123"/>
                  </a:lnTo>
                  <a:lnTo>
                    <a:pt x="126707" y="305197"/>
                  </a:lnTo>
                  <a:lnTo>
                    <a:pt x="131045" y="302131"/>
                  </a:lnTo>
                  <a:lnTo>
                    <a:pt x="135283" y="298929"/>
                  </a:lnTo>
                  <a:lnTo>
                    <a:pt x="139418" y="295593"/>
                  </a:lnTo>
                  <a:lnTo>
                    <a:pt x="143444" y="292128"/>
                  </a:lnTo>
                  <a:lnTo>
                    <a:pt x="147358" y="288537"/>
                  </a:lnTo>
                  <a:lnTo>
                    <a:pt x="151157" y="284824"/>
                  </a:lnTo>
                  <a:lnTo>
                    <a:pt x="154835" y="280991"/>
                  </a:lnTo>
                  <a:lnTo>
                    <a:pt x="158390" y="277044"/>
                  </a:lnTo>
                  <a:lnTo>
                    <a:pt x="161817" y="272986"/>
                  </a:lnTo>
                  <a:lnTo>
                    <a:pt x="165114" y="268820"/>
                  </a:lnTo>
                  <a:lnTo>
                    <a:pt x="168277" y="264553"/>
                  </a:lnTo>
                  <a:lnTo>
                    <a:pt x="171302" y="260187"/>
                  </a:lnTo>
                  <a:lnTo>
                    <a:pt x="174188" y="255726"/>
                  </a:lnTo>
                  <a:lnTo>
                    <a:pt x="176930" y="251177"/>
                  </a:lnTo>
                  <a:lnTo>
                    <a:pt x="179526" y="246543"/>
                  </a:lnTo>
                  <a:lnTo>
                    <a:pt x="181974" y="241828"/>
                  </a:lnTo>
                  <a:lnTo>
                    <a:pt x="184270" y="237038"/>
                  </a:lnTo>
                  <a:lnTo>
                    <a:pt x="186414" y="232178"/>
                  </a:lnTo>
                  <a:lnTo>
                    <a:pt x="188401" y="227252"/>
                  </a:lnTo>
                  <a:lnTo>
                    <a:pt x="190232" y="222265"/>
                  </a:lnTo>
                  <a:lnTo>
                    <a:pt x="191903" y="217223"/>
                  </a:lnTo>
                  <a:lnTo>
                    <a:pt x="193413" y="212130"/>
                  </a:lnTo>
                  <a:lnTo>
                    <a:pt x="194760" y="206992"/>
                  </a:lnTo>
                  <a:lnTo>
                    <a:pt x="195943" y="201813"/>
                  </a:lnTo>
                  <a:lnTo>
                    <a:pt x="196961" y="196600"/>
                  </a:lnTo>
                  <a:lnTo>
                    <a:pt x="197814" y="191356"/>
                  </a:lnTo>
                  <a:lnTo>
                    <a:pt x="198499" y="186089"/>
                  </a:lnTo>
                  <a:lnTo>
                    <a:pt x="199016" y="180802"/>
                  </a:lnTo>
                  <a:lnTo>
                    <a:pt x="199365" y="175501"/>
                  </a:lnTo>
                  <a:lnTo>
                    <a:pt x="199546" y="170192"/>
                  </a:lnTo>
                  <a:lnTo>
                    <a:pt x="199557" y="164880"/>
                  </a:lnTo>
                  <a:lnTo>
                    <a:pt x="199400" y="159571"/>
                  </a:lnTo>
                  <a:lnTo>
                    <a:pt x="199075" y="154269"/>
                  </a:lnTo>
                  <a:lnTo>
                    <a:pt x="198581" y="148980"/>
                  </a:lnTo>
                  <a:lnTo>
                    <a:pt x="197919" y="143709"/>
                  </a:lnTo>
                  <a:lnTo>
                    <a:pt x="197090" y="138462"/>
                  </a:lnTo>
                  <a:lnTo>
                    <a:pt x="196095" y="133244"/>
                  </a:lnTo>
                  <a:lnTo>
                    <a:pt x="194934" y="128060"/>
                  </a:lnTo>
                  <a:lnTo>
                    <a:pt x="193610" y="122916"/>
                  </a:lnTo>
                  <a:lnTo>
                    <a:pt x="192122" y="117817"/>
                  </a:lnTo>
                  <a:lnTo>
                    <a:pt x="190474" y="112767"/>
                  </a:lnTo>
                  <a:lnTo>
                    <a:pt x="188666" y="107772"/>
                  </a:lnTo>
                  <a:lnTo>
                    <a:pt x="186700" y="102837"/>
                  </a:lnTo>
                  <a:lnTo>
                    <a:pt x="184578" y="97968"/>
                  </a:lnTo>
                  <a:lnTo>
                    <a:pt x="182302" y="93168"/>
                  </a:lnTo>
                  <a:lnTo>
                    <a:pt x="179875" y="88442"/>
                  </a:lnTo>
                  <a:lnTo>
                    <a:pt x="177300" y="83797"/>
                  </a:lnTo>
                  <a:lnTo>
                    <a:pt x="174578" y="79235"/>
                  </a:lnTo>
                  <a:lnTo>
                    <a:pt x="171712" y="74762"/>
                  </a:lnTo>
                  <a:lnTo>
                    <a:pt x="168706" y="70383"/>
                  </a:lnTo>
                  <a:lnTo>
                    <a:pt x="165562" y="66101"/>
                  </a:lnTo>
                  <a:lnTo>
                    <a:pt x="162284" y="61921"/>
                  </a:lnTo>
                  <a:lnTo>
                    <a:pt x="158874" y="57848"/>
                  </a:lnTo>
                  <a:lnTo>
                    <a:pt x="155337" y="53885"/>
                  </a:lnTo>
                  <a:lnTo>
                    <a:pt x="151676" y="50036"/>
                  </a:lnTo>
                  <a:lnTo>
                    <a:pt x="147894" y="46306"/>
                  </a:lnTo>
                  <a:lnTo>
                    <a:pt x="143995" y="42698"/>
                  </a:lnTo>
                  <a:lnTo>
                    <a:pt x="139984" y="39215"/>
                  </a:lnTo>
                  <a:lnTo>
                    <a:pt x="135865" y="35861"/>
                  </a:lnTo>
                  <a:lnTo>
                    <a:pt x="131641" y="32641"/>
                  </a:lnTo>
                  <a:lnTo>
                    <a:pt x="127316" y="29556"/>
                  </a:lnTo>
                  <a:lnTo>
                    <a:pt x="122896" y="26609"/>
                  </a:lnTo>
                  <a:lnTo>
                    <a:pt x="118384" y="23805"/>
                  </a:lnTo>
                  <a:lnTo>
                    <a:pt x="113786" y="21146"/>
                  </a:lnTo>
                  <a:lnTo>
                    <a:pt x="109106" y="18634"/>
                  </a:lnTo>
                  <a:lnTo>
                    <a:pt x="104348" y="16272"/>
                  </a:lnTo>
                  <a:lnTo>
                    <a:pt x="99517" y="14062"/>
                  </a:lnTo>
                  <a:lnTo>
                    <a:pt x="94618" y="12007"/>
                  </a:lnTo>
                  <a:lnTo>
                    <a:pt x="89657" y="10109"/>
                  </a:lnTo>
                  <a:lnTo>
                    <a:pt x="84638" y="8369"/>
                  </a:lnTo>
                  <a:lnTo>
                    <a:pt x="79566" y="6790"/>
                  </a:lnTo>
                  <a:lnTo>
                    <a:pt x="74447" y="5372"/>
                  </a:lnTo>
                  <a:lnTo>
                    <a:pt x="69285" y="4118"/>
                  </a:lnTo>
                  <a:lnTo>
                    <a:pt x="64086" y="3029"/>
                  </a:lnTo>
                  <a:lnTo>
                    <a:pt x="58855" y="2105"/>
                  </a:lnTo>
                  <a:lnTo>
                    <a:pt x="53597" y="1348"/>
                  </a:lnTo>
                  <a:lnTo>
                    <a:pt x="48318" y="759"/>
                  </a:lnTo>
                  <a:lnTo>
                    <a:pt x="43023" y="337"/>
                  </a:lnTo>
                  <a:lnTo>
                    <a:pt x="37717" y="84"/>
                  </a:lnTo>
                  <a:lnTo>
                    <a:pt x="32405" y="0"/>
                  </a:lnTo>
                  <a:lnTo>
                    <a:pt x="324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65460" y="3685283"/>
              <a:ext cx="158034" cy="167167"/>
            </a:xfrm>
            <a:custGeom>
              <a:avLst/>
              <a:pathLst>
                <a:path w="158034" h="167167">
                  <a:moveTo>
                    <a:pt x="158034" y="0"/>
                  </a:moveTo>
                  <a:lnTo>
                    <a:pt x="152586" y="88"/>
                  </a:lnTo>
                  <a:lnTo>
                    <a:pt x="147143" y="355"/>
                  </a:lnTo>
                  <a:lnTo>
                    <a:pt x="141712" y="798"/>
                  </a:lnTo>
                  <a:lnTo>
                    <a:pt x="136299" y="1419"/>
                  </a:lnTo>
                  <a:lnTo>
                    <a:pt x="130908" y="2215"/>
                  </a:lnTo>
                  <a:lnTo>
                    <a:pt x="125546" y="3187"/>
                  </a:lnTo>
                  <a:lnTo>
                    <a:pt x="120219" y="4333"/>
                  </a:lnTo>
                  <a:lnTo>
                    <a:pt x="114932" y="5652"/>
                  </a:lnTo>
                  <a:lnTo>
                    <a:pt x="109691" y="7142"/>
                  </a:lnTo>
                  <a:lnTo>
                    <a:pt x="104501" y="8803"/>
                  </a:lnTo>
                  <a:lnTo>
                    <a:pt x="99368" y="10632"/>
                  </a:lnTo>
                  <a:lnTo>
                    <a:pt x="94297" y="12627"/>
                  </a:lnTo>
                  <a:lnTo>
                    <a:pt x="89295" y="14786"/>
                  </a:lnTo>
                  <a:lnTo>
                    <a:pt x="84365" y="17108"/>
                  </a:lnTo>
                  <a:lnTo>
                    <a:pt x="79513" y="19589"/>
                  </a:lnTo>
                  <a:lnTo>
                    <a:pt x="74745" y="22226"/>
                  </a:lnTo>
                  <a:lnTo>
                    <a:pt x="70065" y="25018"/>
                  </a:lnTo>
                  <a:lnTo>
                    <a:pt x="65479" y="27960"/>
                  </a:lnTo>
                  <a:lnTo>
                    <a:pt x="60991" y="31051"/>
                  </a:lnTo>
                  <a:lnTo>
                    <a:pt x="56606" y="34286"/>
                  </a:lnTo>
                  <a:lnTo>
                    <a:pt x="52329" y="37662"/>
                  </a:lnTo>
                  <a:lnTo>
                    <a:pt x="48165" y="41176"/>
                  </a:lnTo>
                  <a:lnTo>
                    <a:pt x="44117" y="44824"/>
                  </a:lnTo>
                  <a:lnTo>
                    <a:pt x="40190" y="48602"/>
                  </a:lnTo>
                  <a:lnTo>
                    <a:pt x="36388" y="52506"/>
                  </a:lnTo>
                  <a:lnTo>
                    <a:pt x="32716" y="56531"/>
                  </a:lnTo>
                  <a:lnTo>
                    <a:pt x="29176" y="60675"/>
                  </a:lnTo>
                  <a:lnTo>
                    <a:pt x="25774" y="64931"/>
                  </a:lnTo>
                  <a:lnTo>
                    <a:pt x="22512" y="69296"/>
                  </a:lnTo>
                  <a:lnTo>
                    <a:pt x="19394" y="73765"/>
                  </a:lnTo>
                  <a:lnTo>
                    <a:pt x="16424" y="78333"/>
                  </a:lnTo>
                  <a:lnTo>
                    <a:pt x="13604" y="82996"/>
                  </a:lnTo>
                  <a:lnTo>
                    <a:pt x="10937" y="87748"/>
                  </a:lnTo>
                  <a:lnTo>
                    <a:pt x="8427" y="92584"/>
                  </a:lnTo>
                  <a:lnTo>
                    <a:pt x="6076" y="97500"/>
                  </a:lnTo>
                  <a:lnTo>
                    <a:pt x="3886" y="102489"/>
                  </a:lnTo>
                  <a:lnTo>
                    <a:pt x="1860" y="107548"/>
                  </a:lnTo>
                  <a:lnTo>
                    <a:pt x="0" y="112669"/>
                  </a:lnTo>
                  <a:lnTo>
                    <a:pt x="15803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56347" y="3685293"/>
              <a:ext cx="334308" cy="334323"/>
            </a:xfrm>
            <a:custGeom>
              <a:avLst/>
              <a:pathLst>
                <a:path w="334308" h="334323">
                  <a:moveTo>
                    <a:pt x="9112" y="112659"/>
                  </a:moveTo>
                  <a:lnTo>
                    <a:pt x="7466" y="117688"/>
                  </a:lnTo>
                  <a:lnTo>
                    <a:pt x="5981" y="122766"/>
                  </a:lnTo>
                  <a:lnTo>
                    <a:pt x="4657" y="127889"/>
                  </a:lnTo>
                  <a:lnTo>
                    <a:pt x="3495" y="133052"/>
                  </a:lnTo>
                  <a:lnTo>
                    <a:pt x="2498" y="138248"/>
                  </a:lnTo>
                  <a:lnTo>
                    <a:pt x="1665" y="143474"/>
                  </a:lnTo>
                  <a:lnTo>
                    <a:pt x="999" y="148723"/>
                  </a:lnTo>
                  <a:lnTo>
                    <a:pt x="499" y="153991"/>
                  </a:lnTo>
                  <a:lnTo>
                    <a:pt x="165" y="159272"/>
                  </a:lnTo>
                  <a:lnTo>
                    <a:pt x="0" y="164561"/>
                  </a:lnTo>
                  <a:lnTo>
                    <a:pt x="1" y="169852"/>
                  </a:lnTo>
                  <a:lnTo>
                    <a:pt x="170" y="175141"/>
                  </a:lnTo>
                  <a:lnTo>
                    <a:pt x="507" y="180422"/>
                  </a:lnTo>
                  <a:lnTo>
                    <a:pt x="1010" y="185689"/>
                  </a:lnTo>
                  <a:lnTo>
                    <a:pt x="1680" y="190938"/>
                  </a:lnTo>
                  <a:lnTo>
                    <a:pt x="2515" y="196163"/>
                  </a:lnTo>
                  <a:lnTo>
                    <a:pt x="3516" y="201359"/>
                  </a:lnTo>
                  <a:lnTo>
                    <a:pt x="4680" y="206521"/>
                  </a:lnTo>
                  <a:lnTo>
                    <a:pt x="6007" y="211643"/>
                  </a:lnTo>
                  <a:lnTo>
                    <a:pt x="7496" y="216721"/>
                  </a:lnTo>
                  <a:lnTo>
                    <a:pt x="9145" y="221749"/>
                  </a:lnTo>
                  <a:lnTo>
                    <a:pt x="10952" y="226722"/>
                  </a:lnTo>
                  <a:lnTo>
                    <a:pt x="12915" y="231636"/>
                  </a:lnTo>
                  <a:lnTo>
                    <a:pt x="15033" y="236485"/>
                  </a:lnTo>
                  <a:lnTo>
                    <a:pt x="17304" y="241264"/>
                  </a:lnTo>
                  <a:lnTo>
                    <a:pt x="19724" y="245970"/>
                  </a:lnTo>
                  <a:lnTo>
                    <a:pt x="22293" y="250596"/>
                  </a:lnTo>
                  <a:lnTo>
                    <a:pt x="25006" y="255139"/>
                  </a:lnTo>
                  <a:lnTo>
                    <a:pt x="27862" y="259594"/>
                  </a:lnTo>
                  <a:lnTo>
                    <a:pt x="30857" y="263956"/>
                  </a:lnTo>
                  <a:lnTo>
                    <a:pt x="33989" y="268221"/>
                  </a:lnTo>
                  <a:lnTo>
                    <a:pt x="37255" y="272384"/>
                  </a:lnTo>
                  <a:lnTo>
                    <a:pt x="40650" y="276443"/>
                  </a:lnTo>
                  <a:lnTo>
                    <a:pt x="44172" y="280391"/>
                  </a:lnTo>
                  <a:lnTo>
                    <a:pt x="47818" y="284227"/>
                  </a:lnTo>
                  <a:lnTo>
                    <a:pt x="51583" y="287945"/>
                  </a:lnTo>
                  <a:lnTo>
                    <a:pt x="55464" y="291542"/>
                  </a:lnTo>
                  <a:lnTo>
                    <a:pt x="59456" y="295014"/>
                  </a:lnTo>
                  <a:lnTo>
                    <a:pt x="63557" y="298359"/>
                  </a:lnTo>
                  <a:lnTo>
                    <a:pt x="67761" y="301571"/>
                  </a:lnTo>
                  <a:lnTo>
                    <a:pt x="72065" y="304650"/>
                  </a:lnTo>
                  <a:lnTo>
                    <a:pt x="76464" y="307590"/>
                  </a:lnTo>
                  <a:lnTo>
                    <a:pt x="80955" y="310390"/>
                  </a:lnTo>
                  <a:lnTo>
                    <a:pt x="85531" y="313046"/>
                  </a:lnTo>
                  <a:lnTo>
                    <a:pt x="90189" y="315556"/>
                  </a:lnTo>
                  <a:lnTo>
                    <a:pt x="94925" y="317917"/>
                  </a:lnTo>
                  <a:lnTo>
                    <a:pt x="99732" y="320128"/>
                  </a:lnTo>
                  <a:lnTo>
                    <a:pt x="104608" y="322185"/>
                  </a:lnTo>
                  <a:lnTo>
                    <a:pt x="109545" y="324086"/>
                  </a:lnTo>
                  <a:lnTo>
                    <a:pt x="114541" y="325831"/>
                  </a:lnTo>
                  <a:lnTo>
                    <a:pt x="119589" y="327416"/>
                  </a:lnTo>
                  <a:lnTo>
                    <a:pt x="124685" y="328841"/>
                  </a:lnTo>
                  <a:lnTo>
                    <a:pt x="129824" y="330104"/>
                  </a:lnTo>
                  <a:lnTo>
                    <a:pt x="135000" y="331204"/>
                  </a:lnTo>
                  <a:lnTo>
                    <a:pt x="140208" y="332139"/>
                  </a:lnTo>
                  <a:lnTo>
                    <a:pt x="145443" y="332909"/>
                  </a:lnTo>
                  <a:lnTo>
                    <a:pt x="150700" y="333513"/>
                  </a:lnTo>
                  <a:lnTo>
                    <a:pt x="155973" y="333950"/>
                  </a:lnTo>
                  <a:lnTo>
                    <a:pt x="161258" y="334220"/>
                  </a:lnTo>
                  <a:lnTo>
                    <a:pt x="166548" y="334323"/>
                  </a:lnTo>
                  <a:lnTo>
                    <a:pt x="171839" y="334258"/>
                  </a:lnTo>
                  <a:lnTo>
                    <a:pt x="177126" y="334026"/>
                  </a:lnTo>
                  <a:lnTo>
                    <a:pt x="182402" y="333626"/>
                  </a:lnTo>
                  <a:lnTo>
                    <a:pt x="187663" y="333060"/>
                  </a:lnTo>
                  <a:lnTo>
                    <a:pt x="192904" y="332327"/>
                  </a:lnTo>
                  <a:lnTo>
                    <a:pt x="198118" y="331429"/>
                  </a:lnTo>
                  <a:lnTo>
                    <a:pt x="203302" y="330367"/>
                  </a:lnTo>
                  <a:lnTo>
                    <a:pt x="208449" y="329141"/>
                  </a:lnTo>
                  <a:lnTo>
                    <a:pt x="213555" y="327753"/>
                  </a:lnTo>
                  <a:lnTo>
                    <a:pt x="218615" y="326203"/>
                  </a:lnTo>
                  <a:lnTo>
                    <a:pt x="223623" y="324495"/>
                  </a:lnTo>
                  <a:lnTo>
                    <a:pt x="228574" y="322628"/>
                  </a:lnTo>
                  <a:lnTo>
                    <a:pt x="233464" y="320606"/>
                  </a:lnTo>
                  <a:lnTo>
                    <a:pt x="238288" y="318431"/>
                  </a:lnTo>
                  <a:lnTo>
                    <a:pt x="243040" y="316103"/>
                  </a:lnTo>
                  <a:lnTo>
                    <a:pt x="247716" y="313627"/>
                  </a:lnTo>
                  <a:lnTo>
                    <a:pt x="252311" y="311003"/>
                  </a:lnTo>
                  <a:lnTo>
                    <a:pt x="256821" y="308236"/>
                  </a:lnTo>
                  <a:lnTo>
                    <a:pt x="261241" y="305327"/>
                  </a:lnTo>
                  <a:lnTo>
                    <a:pt x="265567" y="302280"/>
                  </a:lnTo>
                  <a:lnTo>
                    <a:pt x="269795" y="299097"/>
                  </a:lnTo>
                  <a:lnTo>
                    <a:pt x="273919" y="295782"/>
                  </a:lnTo>
                  <a:lnTo>
                    <a:pt x="277937" y="292338"/>
                  </a:lnTo>
                  <a:lnTo>
                    <a:pt x="281843" y="288769"/>
                  </a:lnTo>
                  <a:lnTo>
                    <a:pt x="285635" y="285078"/>
                  </a:lnTo>
                  <a:lnTo>
                    <a:pt x="289307" y="281269"/>
                  </a:lnTo>
                  <a:lnTo>
                    <a:pt x="292858" y="277346"/>
                  </a:lnTo>
                  <a:lnTo>
                    <a:pt x="296282" y="273312"/>
                  </a:lnTo>
                  <a:lnTo>
                    <a:pt x="299577" y="269171"/>
                  </a:lnTo>
                  <a:lnTo>
                    <a:pt x="302740" y="264929"/>
                  </a:lnTo>
                  <a:lnTo>
                    <a:pt x="305766" y="260588"/>
                  </a:lnTo>
                  <a:lnTo>
                    <a:pt x="308654" y="256154"/>
                  </a:lnTo>
                  <a:lnTo>
                    <a:pt x="311400" y="251631"/>
                  </a:lnTo>
                  <a:lnTo>
                    <a:pt x="314001" y="247023"/>
                  </a:lnTo>
                  <a:lnTo>
                    <a:pt x="316455" y="242335"/>
                  </a:lnTo>
                  <a:lnTo>
                    <a:pt x="318760" y="237572"/>
                  </a:lnTo>
                  <a:lnTo>
                    <a:pt x="320913" y="232738"/>
                  </a:lnTo>
                  <a:lnTo>
                    <a:pt x="322911" y="227839"/>
                  </a:lnTo>
                  <a:lnTo>
                    <a:pt x="324754" y="222879"/>
                  </a:lnTo>
                  <a:lnTo>
                    <a:pt x="326438" y="217863"/>
                  </a:lnTo>
                  <a:lnTo>
                    <a:pt x="327963" y="212796"/>
                  </a:lnTo>
                  <a:lnTo>
                    <a:pt x="329327" y="207683"/>
                  </a:lnTo>
                  <a:lnTo>
                    <a:pt x="330529" y="202530"/>
                  </a:lnTo>
                  <a:lnTo>
                    <a:pt x="331566" y="197341"/>
                  </a:lnTo>
                  <a:lnTo>
                    <a:pt x="332439" y="192122"/>
                  </a:lnTo>
                  <a:lnTo>
                    <a:pt x="333147" y="186878"/>
                  </a:lnTo>
                  <a:lnTo>
                    <a:pt x="333688" y="181614"/>
                  </a:lnTo>
                  <a:lnTo>
                    <a:pt x="334062" y="176336"/>
                  </a:lnTo>
                  <a:lnTo>
                    <a:pt x="334269" y="171049"/>
                  </a:lnTo>
                  <a:lnTo>
                    <a:pt x="334308" y="165758"/>
                  </a:lnTo>
                  <a:lnTo>
                    <a:pt x="334180" y="160468"/>
                  </a:lnTo>
                  <a:lnTo>
                    <a:pt x="333885" y="155184"/>
                  </a:lnTo>
                  <a:lnTo>
                    <a:pt x="333423" y="149913"/>
                  </a:lnTo>
                  <a:lnTo>
                    <a:pt x="332794" y="144659"/>
                  </a:lnTo>
                  <a:lnTo>
                    <a:pt x="331999" y="139428"/>
                  </a:lnTo>
                  <a:lnTo>
                    <a:pt x="331038" y="134224"/>
                  </a:lnTo>
                  <a:lnTo>
                    <a:pt x="329914" y="129054"/>
                  </a:lnTo>
                  <a:lnTo>
                    <a:pt x="328627" y="123921"/>
                  </a:lnTo>
                  <a:lnTo>
                    <a:pt x="327177" y="118832"/>
                  </a:lnTo>
                  <a:lnTo>
                    <a:pt x="325568" y="113792"/>
                  </a:lnTo>
                  <a:lnTo>
                    <a:pt x="323799" y="108804"/>
                  </a:lnTo>
                  <a:lnTo>
                    <a:pt x="321874" y="103876"/>
                  </a:lnTo>
                  <a:lnTo>
                    <a:pt x="319794" y="99010"/>
                  </a:lnTo>
                  <a:lnTo>
                    <a:pt x="317560" y="94213"/>
                  </a:lnTo>
                  <a:lnTo>
                    <a:pt x="315176" y="89489"/>
                  </a:lnTo>
                  <a:lnTo>
                    <a:pt x="312644" y="84843"/>
                  </a:lnTo>
                  <a:lnTo>
                    <a:pt x="309966" y="80279"/>
                  </a:lnTo>
                  <a:lnTo>
                    <a:pt x="307145" y="75803"/>
                  </a:lnTo>
                  <a:lnTo>
                    <a:pt x="304184" y="71418"/>
                  </a:lnTo>
                  <a:lnTo>
                    <a:pt x="301085" y="67128"/>
                  </a:lnTo>
                  <a:lnTo>
                    <a:pt x="297852" y="62939"/>
                  </a:lnTo>
                  <a:lnTo>
                    <a:pt x="294488" y="58855"/>
                  </a:lnTo>
                  <a:lnTo>
                    <a:pt x="290996" y="54879"/>
                  </a:lnTo>
                  <a:lnTo>
                    <a:pt x="287381" y="51015"/>
                  </a:lnTo>
                  <a:lnTo>
                    <a:pt x="283645" y="47268"/>
                  </a:lnTo>
                  <a:lnTo>
                    <a:pt x="279792" y="43641"/>
                  </a:lnTo>
                  <a:lnTo>
                    <a:pt x="275826" y="40138"/>
                  </a:lnTo>
                  <a:lnTo>
                    <a:pt x="271752" y="36762"/>
                  </a:lnTo>
                  <a:lnTo>
                    <a:pt x="267573" y="33516"/>
                  </a:lnTo>
                  <a:lnTo>
                    <a:pt x="263293" y="30405"/>
                  </a:lnTo>
                  <a:lnTo>
                    <a:pt x="258916" y="27430"/>
                  </a:lnTo>
                  <a:lnTo>
                    <a:pt x="254448" y="24596"/>
                  </a:lnTo>
                  <a:lnTo>
                    <a:pt x="249892" y="21904"/>
                  </a:lnTo>
                  <a:lnTo>
                    <a:pt x="245254" y="19358"/>
                  </a:lnTo>
                  <a:lnTo>
                    <a:pt x="240537" y="16960"/>
                  </a:lnTo>
                  <a:lnTo>
                    <a:pt x="235746" y="14713"/>
                  </a:lnTo>
                  <a:lnTo>
                    <a:pt x="230887" y="12618"/>
                  </a:lnTo>
                  <a:lnTo>
                    <a:pt x="225964" y="10678"/>
                  </a:lnTo>
                  <a:lnTo>
                    <a:pt x="220982" y="8895"/>
                  </a:lnTo>
                  <a:lnTo>
                    <a:pt x="215947" y="7270"/>
                  </a:lnTo>
                  <a:lnTo>
                    <a:pt x="210862" y="5806"/>
                  </a:lnTo>
                  <a:lnTo>
                    <a:pt x="205733" y="4503"/>
                  </a:lnTo>
                  <a:lnTo>
                    <a:pt x="200566" y="3363"/>
                  </a:lnTo>
                  <a:lnTo>
                    <a:pt x="195365" y="2388"/>
                  </a:lnTo>
                  <a:lnTo>
                    <a:pt x="190136" y="1577"/>
                  </a:lnTo>
                  <a:lnTo>
                    <a:pt x="184884" y="932"/>
                  </a:lnTo>
                  <a:lnTo>
                    <a:pt x="179614" y="454"/>
                  </a:lnTo>
                  <a:lnTo>
                    <a:pt x="174332" y="143"/>
                  </a:lnTo>
                  <a:lnTo>
                    <a:pt x="169043" y="0"/>
                  </a:lnTo>
                  <a:lnTo>
                    <a:pt x="16714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23495" y="3685283"/>
              <a:ext cx="1895" cy="167167"/>
            </a:xfrm>
            <a:custGeom>
              <a:avLst/>
              <a:pathLst>
                <a:path w="1895" h="167167">
                  <a:moveTo>
                    <a:pt x="1895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2025-06-26T11:28:26Z</dcterms:modified>
  <cp:category/>
</cp:coreProperties>
</file>