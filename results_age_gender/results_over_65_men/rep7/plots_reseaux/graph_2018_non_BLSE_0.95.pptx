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24433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912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25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099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343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157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921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1745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7039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219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013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285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707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13303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383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617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79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046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671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537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025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724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992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1869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455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338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71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418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527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290" y="3170392"/>
              <a:ext cx="1488" cy="167167"/>
            </a:xfrm>
            <a:custGeom>
              <a:avLst/>
              <a:pathLst>
                <a:path w="1488" h="167167">
                  <a:moveTo>
                    <a:pt x="1488" y="0"/>
                  </a:moveTo>
                  <a:lnTo>
                    <a:pt x="0" y="6"/>
                  </a:lnTo>
                  <a:lnTo>
                    <a:pt x="148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16618" y="3170399"/>
              <a:ext cx="334312" cy="334326"/>
            </a:xfrm>
            <a:custGeom>
              <a:avLst/>
              <a:pathLst>
                <a:path w="334312" h="334326">
                  <a:moveTo>
                    <a:pt x="165672" y="0"/>
                  </a:moveTo>
                  <a:lnTo>
                    <a:pt x="160376" y="131"/>
                  </a:lnTo>
                  <a:lnTo>
                    <a:pt x="155087" y="429"/>
                  </a:lnTo>
                  <a:lnTo>
                    <a:pt x="149811" y="896"/>
                  </a:lnTo>
                  <a:lnTo>
                    <a:pt x="144551" y="1529"/>
                  </a:lnTo>
                  <a:lnTo>
                    <a:pt x="139315" y="2328"/>
                  </a:lnTo>
                  <a:lnTo>
                    <a:pt x="134106" y="3293"/>
                  </a:lnTo>
                  <a:lnTo>
                    <a:pt x="128931" y="4423"/>
                  </a:lnTo>
                  <a:lnTo>
                    <a:pt x="123794" y="5716"/>
                  </a:lnTo>
                  <a:lnTo>
                    <a:pt x="118701" y="7171"/>
                  </a:lnTo>
                  <a:lnTo>
                    <a:pt x="113656" y="8787"/>
                  </a:lnTo>
                  <a:lnTo>
                    <a:pt x="108665" y="10561"/>
                  </a:lnTo>
                  <a:lnTo>
                    <a:pt x="103732" y="12493"/>
                  </a:lnTo>
                  <a:lnTo>
                    <a:pt x="98864" y="14581"/>
                  </a:lnTo>
                  <a:lnTo>
                    <a:pt x="94064" y="16821"/>
                  </a:lnTo>
                  <a:lnTo>
                    <a:pt x="89337" y="19213"/>
                  </a:lnTo>
                  <a:lnTo>
                    <a:pt x="84689" y="21753"/>
                  </a:lnTo>
                  <a:lnTo>
                    <a:pt x="80123" y="24439"/>
                  </a:lnTo>
                  <a:lnTo>
                    <a:pt x="75645" y="27268"/>
                  </a:lnTo>
                  <a:lnTo>
                    <a:pt x="71258" y="30238"/>
                  </a:lnTo>
                  <a:lnTo>
                    <a:pt x="66968" y="33345"/>
                  </a:lnTo>
                  <a:lnTo>
                    <a:pt x="62779" y="36587"/>
                  </a:lnTo>
                  <a:lnTo>
                    <a:pt x="58694" y="39959"/>
                  </a:lnTo>
                  <a:lnTo>
                    <a:pt x="54718" y="43460"/>
                  </a:lnTo>
                  <a:lnTo>
                    <a:pt x="50855" y="47085"/>
                  </a:lnTo>
                  <a:lnTo>
                    <a:pt x="47109" y="50830"/>
                  </a:lnTo>
                  <a:lnTo>
                    <a:pt x="43484" y="54692"/>
                  </a:lnTo>
                  <a:lnTo>
                    <a:pt x="39982" y="58667"/>
                  </a:lnTo>
                  <a:lnTo>
                    <a:pt x="36609" y="62751"/>
                  </a:lnTo>
                  <a:lnTo>
                    <a:pt x="33366" y="66940"/>
                  </a:lnTo>
                  <a:lnTo>
                    <a:pt x="30258" y="71229"/>
                  </a:lnTo>
                  <a:lnTo>
                    <a:pt x="27287" y="75615"/>
                  </a:lnTo>
                  <a:lnTo>
                    <a:pt x="24457" y="80093"/>
                  </a:lnTo>
                  <a:lnTo>
                    <a:pt x="21770" y="84658"/>
                  </a:lnTo>
                  <a:lnTo>
                    <a:pt x="19229" y="89306"/>
                  </a:lnTo>
                  <a:lnTo>
                    <a:pt x="16836" y="94032"/>
                  </a:lnTo>
                  <a:lnTo>
                    <a:pt x="14595" y="98832"/>
                  </a:lnTo>
                  <a:lnTo>
                    <a:pt x="12506" y="103700"/>
                  </a:lnTo>
                  <a:lnTo>
                    <a:pt x="10573" y="108632"/>
                  </a:lnTo>
                  <a:lnTo>
                    <a:pt x="8798" y="113622"/>
                  </a:lnTo>
                  <a:lnTo>
                    <a:pt x="7181" y="118667"/>
                  </a:lnTo>
                  <a:lnTo>
                    <a:pt x="5725" y="123760"/>
                  </a:lnTo>
                  <a:lnTo>
                    <a:pt x="4431" y="128897"/>
                  </a:lnTo>
                  <a:lnTo>
                    <a:pt x="3300" y="134072"/>
                  </a:lnTo>
                  <a:lnTo>
                    <a:pt x="2334" y="139280"/>
                  </a:lnTo>
                  <a:lnTo>
                    <a:pt x="1533" y="144516"/>
                  </a:lnTo>
                  <a:lnTo>
                    <a:pt x="899" y="149776"/>
                  </a:lnTo>
                  <a:lnTo>
                    <a:pt x="432" y="155052"/>
                  </a:lnTo>
                  <a:lnTo>
                    <a:pt x="132" y="160341"/>
                  </a:lnTo>
                  <a:lnTo>
                    <a:pt x="0" y="165636"/>
                  </a:lnTo>
                  <a:lnTo>
                    <a:pt x="35" y="170933"/>
                  </a:lnTo>
                  <a:lnTo>
                    <a:pt x="239" y="176227"/>
                  </a:lnTo>
                  <a:lnTo>
                    <a:pt x="610" y="181511"/>
                  </a:lnTo>
                  <a:lnTo>
                    <a:pt x="1148" y="186781"/>
                  </a:lnTo>
                  <a:lnTo>
                    <a:pt x="1853" y="192031"/>
                  </a:lnTo>
                  <a:lnTo>
                    <a:pt x="2724" y="197256"/>
                  </a:lnTo>
                  <a:lnTo>
                    <a:pt x="3760" y="202451"/>
                  </a:lnTo>
                  <a:lnTo>
                    <a:pt x="4960" y="207610"/>
                  </a:lnTo>
                  <a:lnTo>
                    <a:pt x="6323" y="212729"/>
                  </a:lnTo>
                  <a:lnTo>
                    <a:pt x="7848" y="217802"/>
                  </a:lnTo>
                  <a:lnTo>
                    <a:pt x="9532" y="222824"/>
                  </a:lnTo>
                  <a:lnTo>
                    <a:pt x="11375" y="227791"/>
                  </a:lnTo>
                  <a:lnTo>
                    <a:pt x="13374" y="232696"/>
                  </a:lnTo>
                  <a:lnTo>
                    <a:pt x="15528" y="237536"/>
                  </a:lnTo>
                  <a:lnTo>
                    <a:pt x="17834" y="242305"/>
                  </a:lnTo>
                  <a:lnTo>
                    <a:pt x="20290" y="246998"/>
                  </a:lnTo>
                  <a:lnTo>
                    <a:pt x="22893" y="251612"/>
                  </a:lnTo>
                  <a:lnTo>
                    <a:pt x="25641" y="256140"/>
                  </a:lnTo>
                  <a:lnTo>
                    <a:pt x="28532" y="260579"/>
                  </a:lnTo>
                  <a:lnTo>
                    <a:pt x="31561" y="264925"/>
                  </a:lnTo>
                  <a:lnTo>
                    <a:pt x="34727" y="269172"/>
                  </a:lnTo>
                  <a:lnTo>
                    <a:pt x="38025" y="273317"/>
                  </a:lnTo>
                  <a:lnTo>
                    <a:pt x="41454" y="277355"/>
                  </a:lnTo>
                  <a:lnTo>
                    <a:pt x="45008" y="281283"/>
                  </a:lnTo>
                  <a:lnTo>
                    <a:pt x="48685" y="285096"/>
                  </a:lnTo>
                  <a:lnTo>
                    <a:pt x="52482" y="288790"/>
                  </a:lnTo>
                  <a:lnTo>
                    <a:pt x="56393" y="292362"/>
                  </a:lnTo>
                  <a:lnTo>
                    <a:pt x="60415" y="295809"/>
                  </a:lnTo>
                  <a:lnTo>
                    <a:pt x="64545" y="299127"/>
                  </a:lnTo>
                  <a:lnTo>
                    <a:pt x="68778" y="302312"/>
                  </a:lnTo>
                  <a:lnTo>
                    <a:pt x="73109" y="305361"/>
                  </a:lnTo>
                  <a:lnTo>
                    <a:pt x="77535" y="308271"/>
                  </a:lnTo>
                  <a:lnTo>
                    <a:pt x="82051" y="311040"/>
                  </a:lnTo>
                  <a:lnTo>
                    <a:pt x="86653" y="313665"/>
                  </a:lnTo>
                  <a:lnTo>
                    <a:pt x="91335" y="316142"/>
                  </a:lnTo>
                  <a:lnTo>
                    <a:pt x="96093" y="318470"/>
                  </a:lnTo>
                  <a:lnTo>
                    <a:pt x="100923" y="320645"/>
                  </a:lnTo>
                  <a:lnTo>
                    <a:pt x="105819" y="322667"/>
                  </a:lnTo>
                  <a:lnTo>
                    <a:pt x="110777" y="324532"/>
                  </a:lnTo>
                  <a:lnTo>
                    <a:pt x="115792" y="326240"/>
                  </a:lnTo>
                  <a:lnTo>
                    <a:pt x="120858" y="327787"/>
                  </a:lnTo>
                  <a:lnTo>
                    <a:pt x="125970" y="329174"/>
                  </a:lnTo>
                  <a:lnTo>
                    <a:pt x="131124" y="330398"/>
                  </a:lnTo>
                  <a:lnTo>
                    <a:pt x="136314" y="331457"/>
                  </a:lnTo>
                  <a:lnTo>
                    <a:pt x="141535" y="332352"/>
                  </a:lnTo>
                  <a:lnTo>
                    <a:pt x="146782" y="333081"/>
                  </a:lnTo>
                  <a:lnTo>
                    <a:pt x="152050" y="333643"/>
                  </a:lnTo>
                  <a:lnTo>
                    <a:pt x="157332" y="334039"/>
                  </a:lnTo>
                  <a:lnTo>
                    <a:pt x="162624" y="334266"/>
                  </a:lnTo>
                  <a:lnTo>
                    <a:pt x="167921" y="334326"/>
                  </a:lnTo>
                  <a:lnTo>
                    <a:pt x="173217" y="334218"/>
                  </a:lnTo>
                  <a:lnTo>
                    <a:pt x="178507" y="333942"/>
                  </a:lnTo>
                  <a:lnTo>
                    <a:pt x="183786" y="333499"/>
                  </a:lnTo>
                  <a:lnTo>
                    <a:pt x="189048" y="332889"/>
                  </a:lnTo>
                  <a:lnTo>
                    <a:pt x="194288" y="332112"/>
                  </a:lnTo>
                  <a:lnTo>
                    <a:pt x="199500" y="331170"/>
                  </a:lnTo>
                  <a:lnTo>
                    <a:pt x="204681" y="330063"/>
                  </a:lnTo>
                  <a:lnTo>
                    <a:pt x="209823" y="328792"/>
                  </a:lnTo>
                  <a:lnTo>
                    <a:pt x="214923" y="327359"/>
                  </a:lnTo>
                  <a:lnTo>
                    <a:pt x="219975" y="325765"/>
                  </a:lnTo>
                  <a:lnTo>
                    <a:pt x="224973" y="324012"/>
                  </a:lnTo>
                  <a:lnTo>
                    <a:pt x="229914" y="322102"/>
                  </a:lnTo>
                  <a:lnTo>
                    <a:pt x="234792" y="320036"/>
                  </a:lnTo>
                  <a:lnTo>
                    <a:pt x="239602" y="317816"/>
                  </a:lnTo>
                  <a:lnTo>
                    <a:pt x="244339" y="315445"/>
                  </a:lnTo>
                  <a:lnTo>
                    <a:pt x="248998" y="312925"/>
                  </a:lnTo>
                  <a:lnTo>
                    <a:pt x="253575" y="310259"/>
                  </a:lnTo>
                  <a:lnTo>
                    <a:pt x="258066" y="307450"/>
                  </a:lnTo>
                  <a:lnTo>
                    <a:pt x="262465" y="304499"/>
                  </a:lnTo>
                  <a:lnTo>
                    <a:pt x="266769" y="301410"/>
                  </a:lnTo>
                  <a:lnTo>
                    <a:pt x="270972" y="298187"/>
                  </a:lnTo>
                  <a:lnTo>
                    <a:pt x="275072" y="294832"/>
                  </a:lnTo>
                  <a:lnTo>
                    <a:pt x="279063" y="291349"/>
                  </a:lnTo>
                  <a:lnTo>
                    <a:pt x="282941" y="287741"/>
                  </a:lnTo>
                  <a:lnTo>
                    <a:pt x="286704" y="284012"/>
                  </a:lnTo>
                  <a:lnTo>
                    <a:pt x="290346" y="280166"/>
                  </a:lnTo>
                  <a:lnTo>
                    <a:pt x="293865" y="276206"/>
                  </a:lnTo>
                  <a:lnTo>
                    <a:pt x="297256" y="272136"/>
                  </a:lnTo>
                  <a:lnTo>
                    <a:pt x="300517" y="267962"/>
                  </a:lnTo>
                  <a:lnTo>
                    <a:pt x="303644" y="263686"/>
                  </a:lnTo>
                  <a:lnTo>
                    <a:pt x="306633" y="259313"/>
                  </a:lnTo>
                  <a:lnTo>
                    <a:pt x="309483" y="254848"/>
                  </a:lnTo>
                  <a:lnTo>
                    <a:pt x="312190" y="250294"/>
                  </a:lnTo>
                  <a:lnTo>
                    <a:pt x="314751" y="245658"/>
                  </a:lnTo>
                  <a:lnTo>
                    <a:pt x="317164" y="240942"/>
                  </a:lnTo>
                  <a:lnTo>
                    <a:pt x="319427" y="236152"/>
                  </a:lnTo>
                  <a:lnTo>
                    <a:pt x="321536" y="231293"/>
                  </a:lnTo>
                  <a:lnTo>
                    <a:pt x="323490" y="226370"/>
                  </a:lnTo>
                  <a:lnTo>
                    <a:pt x="325288" y="221387"/>
                  </a:lnTo>
                  <a:lnTo>
                    <a:pt x="326927" y="216349"/>
                  </a:lnTo>
                  <a:lnTo>
                    <a:pt x="328405" y="211263"/>
                  </a:lnTo>
                  <a:lnTo>
                    <a:pt x="329721" y="206132"/>
                  </a:lnTo>
                  <a:lnTo>
                    <a:pt x="330875" y="200961"/>
                  </a:lnTo>
                  <a:lnTo>
                    <a:pt x="331863" y="195757"/>
                  </a:lnTo>
                  <a:lnTo>
                    <a:pt x="332687" y="190524"/>
                  </a:lnTo>
                  <a:lnTo>
                    <a:pt x="333344" y="185268"/>
                  </a:lnTo>
                  <a:lnTo>
                    <a:pt x="333834" y="179994"/>
                  </a:lnTo>
                  <a:lnTo>
                    <a:pt x="334157" y="174706"/>
                  </a:lnTo>
                  <a:lnTo>
                    <a:pt x="334312" y="169411"/>
                  </a:lnTo>
                  <a:lnTo>
                    <a:pt x="334300" y="164114"/>
                  </a:lnTo>
                  <a:lnTo>
                    <a:pt x="334119" y="158820"/>
                  </a:lnTo>
                  <a:lnTo>
                    <a:pt x="333771" y="153534"/>
                  </a:lnTo>
                  <a:lnTo>
                    <a:pt x="333256" y="148262"/>
                  </a:lnTo>
                  <a:lnTo>
                    <a:pt x="332574" y="143009"/>
                  </a:lnTo>
                  <a:lnTo>
                    <a:pt x="331725" y="137780"/>
                  </a:lnTo>
                  <a:lnTo>
                    <a:pt x="330712" y="132581"/>
                  </a:lnTo>
                  <a:lnTo>
                    <a:pt x="329534" y="127416"/>
                  </a:lnTo>
                  <a:lnTo>
                    <a:pt x="328193" y="122292"/>
                  </a:lnTo>
                  <a:lnTo>
                    <a:pt x="326691" y="117212"/>
                  </a:lnTo>
                  <a:lnTo>
                    <a:pt x="325028" y="112183"/>
                  </a:lnTo>
                  <a:lnTo>
                    <a:pt x="323207" y="107208"/>
                  </a:lnTo>
                  <a:lnTo>
                    <a:pt x="321229" y="102294"/>
                  </a:lnTo>
                  <a:lnTo>
                    <a:pt x="319097" y="97445"/>
                  </a:lnTo>
                  <a:lnTo>
                    <a:pt x="316812" y="92666"/>
                  </a:lnTo>
                  <a:lnTo>
                    <a:pt x="314376" y="87962"/>
                  </a:lnTo>
                  <a:lnTo>
                    <a:pt x="311793" y="83337"/>
                  </a:lnTo>
                  <a:lnTo>
                    <a:pt x="309064" y="78797"/>
                  </a:lnTo>
                  <a:lnTo>
                    <a:pt x="306193" y="74345"/>
                  </a:lnTo>
                  <a:lnTo>
                    <a:pt x="303183" y="69987"/>
                  </a:lnTo>
                  <a:lnTo>
                    <a:pt x="300036" y="65726"/>
                  </a:lnTo>
                  <a:lnTo>
                    <a:pt x="296755" y="61567"/>
                  </a:lnTo>
                  <a:lnTo>
                    <a:pt x="293344" y="57513"/>
                  </a:lnTo>
                  <a:lnTo>
                    <a:pt x="289807" y="53571"/>
                  </a:lnTo>
                  <a:lnTo>
                    <a:pt x="286147" y="49742"/>
                  </a:lnTo>
                  <a:lnTo>
                    <a:pt x="282366" y="46031"/>
                  </a:lnTo>
                  <a:lnTo>
                    <a:pt x="278471" y="42441"/>
                  </a:lnTo>
                  <a:lnTo>
                    <a:pt x="274463" y="38977"/>
                  </a:lnTo>
                  <a:lnTo>
                    <a:pt x="270348" y="35642"/>
                  </a:lnTo>
                  <a:lnTo>
                    <a:pt x="266129" y="32438"/>
                  </a:lnTo>
                  <a:lnTo>
                    <a:pt x="261811" y="29370"/>
                  </a:lnTo>
                  <a:lnTo>
                    <a:pt x="257398" y="26440"/>
                  </a:lnTo>
                  <a:lnTo>
                    <a:pt x="252894" y="23652"/>
                  </a:lnTo>
                  <a:lnTo>
                    <a:pt x="248304" y="21008"/>
                  </a:lnTo>
                  <a:lnTo>
                    <a:pt x="243632" y="18510"/>
                  </a:lnTo>
                  <a:lnTo>
                    <a:pt x="238884" y="16162"/>
                  </a:lnTo>
                  <a:lnTo>
                    <a:pt x="234064" y="13965"/>
                  </a:lnTo>
                  <a:lnTo>
                    <a:pt x="229176" y="11922"/>
                  </a:lnTo>
                  <a:lnTo>
                    <a:pt x="224227" y="10035"/>
                  </a:lnTo>
                  <a:lnTo>
                    <a:pt x="219220" y="8306"/>
                  </a:lnTo>
                  <a:lnTo>
                    <a:pt x="214160" y="6736"/>
                  </a:lnTo>
                  <a:lnTo>
                    <a:pt x="209054" y="5328"/>
                  </a:lnTo>
                  <a:lnTo>
                    <a:pt x="203905" y="4081"/>
                  </a:lnTo>
                  <a:lnTo>
                    <a:pt x="198720" y="2999"/>
                  </a:lnTo>
                  <a:lnTo>
                    <a:pt x="193503" y="2082"/>
                  </a:lnTo>
                  <a:lnTo>
                    <a:pt x="188259" y="1330"/>
                  </a:lnTo>
                  <a:lnTo>
                    <a:pt x="182995" y="745"/>
                  </a:lnTo>
                  <a:lnTo>
                    <a:pt x="167160" y="1671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983779" y="3170392"/>
              <a:ext cx="15834" cy="167167"/>
            </a:xfrm>
            <a:custGeom>
              <a:avLst/>
              <a:pathLst>
                <a:path w="15834" h="167167">
                  <a:moveTo>
                    <a:pt x="15834" y="751"/>
                  </a:moveTo>
                  <a:lnTo>
                    <a:pt x="7926" y="1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6074" y="2633064"/>
              <a:ext cx="32936" cy="167167"/>
            </a:xfrm>
            <a:custGeom>
              <a:avLst/>
              <a:pathLst>
                <a:path w="32936" h="167167">
                  <a:moveTo>
                    <a:pt x="32936" y="0"/>
                  </a:moveTo>
                  <a:lnTo>
                    <a:pt x="26307" y="131"/>
                  </a:lnTo>
                  <a:lnTo>
                    <a:pt x="19689" y="525"/>
                  </a:lnTo>
                  <a:lnTo>
                    <a:pt x="13091" y="1182"/>
                  </a:lnTo>
                  <a:lnTo>
                    <a:pt x="6524" y="2099"/>
                  </a:lnTo>
                  <a:lnTo>
                    <a:pt x="0" y="3276"/>
                  </a:lnTo>
                  <a:lnTo>
                    <a:pt x="3293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886074" y="2636341"/>
              <a:ext cx="32936" cy="163890"/>
            </a:xfrm>
            <a:custGeom>
              <a:avLst/>
              <a:pathLst>
                <a:path w="32936" h="163890">
                  <a:moveTo>
                    <a:pt x="0" y="0"/>
                  </a:moveTo>
                  <a:lnTo>
                    <a:pt x="32936" y="1638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51855" y="2636341"/>
              <a:ext cx="334311" cy="331058"/>
            </a:xfrm>
            <a:custGeom>
              <a:avLst/>
              <a:pathLst>
                <a:path w="334311" h="331058">
                  <a:moveTo>
                    <a:pt x="134219" y="0"/>
                  </a:moveTo>
                  <a:lnTo>
                    <a:pt x="129049" y="1124"/>
                  </a:lnTo>
                  <a:lnTo>
                    <a:pt x="123918" y="2411"/>
                  </a:lnTo>
                  <a:lnTo>
                    <a:pt x="118829" y="3860"/>
                  </a:lnTo>
                  <a:lnTo>
                    <a:pt x="113789" y="5470"/>
                  </a:lnTo>
                  <a:lnTo>
                    <a:pt x="108803" y="7238"/>
                  </a:lnTo>
                  <a:lnTo>
                    <a:pt x="103874" y="9163"/>
                  </a:lnTo>
                  <a:lnTo>
                    <a:pt x="99010" y="11243"/>
                  </a:lnTo>
                  <a:lnTo>
                    <a:pt x="94213" y="13476"/>
                  </a:lnTo>
                  <a:lnTo>
                    <a:pt x="89490" y="15860"/>
                  </a:lnTo>
                  <a:lnTo>
                    <a:pt x="84844" y="18392"/>
                  </a:lnTo>
                  <a:lnTo>
                    <a:pt x="80281" y="21069"/>
                  </a:lnTo>
                  <a:lnTo>
                    <a:pt x="75805" y="23890"/>
                  </a:lnTo>
                  <a:lnTo>
                    <a:pt x="71420" y="26851"/>
                  </a:lnTo>
                  <a:lnTo>
                    <a:pt x="67132" y="29949"/>
                  </a:lnTo>
                  <a:lnTo>
                    <a:pt x="62943" y="33182"/>
                  </a:lnTo>
                  <a:lnTo>
                    <a:pt x="58859" y="36545"/>
                  </a:lnTo>
                  <a:lnTo>
                    <a:pt x="54883" y="40036"/>
                  </a:lnTo>
                  <a:lnTo>
                    <a:pt x="51020" y="43651"/>
                  </a:lnTo>
                  <a:lnTo>
                    <a:pt x="47273" y="47386"/>
                  </a:lnTo>
                  <a:lnTo>
                    <a:pt x="43647" y="51238"/>
                  </a:lnTo>
                  <a:lnTo>
                    <a:pt x="40144" y="55203"/>
                  </a:lnTo>
                  <a:lnTo>
                    <a:pt x="36768" y="59277"/>
                  </a:lnTo>
                  <a:lnTo>
                    <a:pt x="33522" y="63456"/>
                  </a:lnTo>
                  <a:lnTo>
                    <a:pt x="30411" y="67735"/>
                  </a:lnTo>
                  <a:lnTo>
                    <a:pt x="27437" y="72110"/>
                  </a:lnTo>
                  <a:lnTo>
                    <a:pt x="24602" y="76578"/>
                  </a:lnTo>
                  <a:lnTo>
                    <a:pt x="21911" y="81133"/>
                  </a:lnTo>
                  <a:lnTo>
                    <a:pt x="19364" y="85771"/>
                  </a:lnTo>
                  <a:lnTo>
                    <a:pt x="16966" y="90487"/>
                  </a:lnTo>
                  <a:lnTo>
                    <a:pt x="14719" y="95276"/>
                  </a:lnTo>
                  <a:lnTo>
                    <a:pt x="12624" y="100135"/>
                  </a:lnTo>
                  <a:lnTo>
                    <a:pt x="10684" y="105057"/>
                  </a:lnTo>
                  <a:lnTo>
                    <a:pt x="8900" y="110038"/>
                  </a:lnTo>
                  <a:lnTo>
                    <a:pt x="7275" y="115073"/>
                  </a:lnTo>
                  <a:lnTo>
                    <a:pt x="5810" y="120157"/>
                  </a:lnTo>
                  <a:lnTo>
                    <a:pt x="4507" y="125285"/>
                  </a:lnTo>
                  <a:lnTo>
                    <a:pt x="3367" y="130451"/>
                  </a:lnTo>
                  <a:lnTo>
                    <a:pt x="2391" y="135651"/>
                  </a:lnTo>
                  <a:lnTo>
                    <a:pt x="1580" y="140879"/>
                  </a:lnTo>
                  <a:lnTo>
                    <a:pt x="935" y="146130"/>
                  </a:lnTo>
                  <a:lnTo>
                    <a:pt x="456" y="151400"/>
                  </a:lnTo>
                  <a:lnTo>
                    <a:pt x="144" y="156681"/>
                  </a:lnTo>
                  <a:lnTo>
                    <a:pt x="0" y="161970"/>
                  </a:lnTo>
                  <a:lnTo>
                    <a:pt x="22" y="167261"/>
                  </a:lnTo>
                  <a:lnTo>
                    <a:pt x="213" y="172548"/>
                  </a:lnTo>
                  <a:lnTo>
                    <a:pt x="570" y="177827"/>
                  </a:lnTo>
                  <a:lnTo>
                    <a:pt x="1095" y="183091"/>
                  </a:lnTo>
                  <a:lnTo>
                    <a:pt x="1786" y="188337"/>
                  </a:lnTo>
                  <a:lnTo>
                    <a:pt x="2642" y="193558"/>
                  </a:lnTo>
                  <a:lnTo>
                    <a:pt x="3663" y="198749"/>
                  </a:lnTo>
                  <a:lnTo>
                    <a:pt x="4848" y="203905"/>
                  </a:lnTo>
                  <a:lnTo>
                    <a:pt x="6196" y="209022"/>
                  </a:lnTo>
                  <a:lnTo>
                    <a:pt x="7705" y="214093"/>
                  </a:lnTo>
                  <a:lnTo>
                    <a:pt x="9373" y="219113"/>
                  </a:lnTo>
                  <a:lnTo>
                    <a:pt x="11200" y="224079"/>
                  </a:lnTo>
                  <a:lnTo>
                    <a:pt x="13183" y="228984"/>
                  </a:lnTo>
                  <a:lnTo>
                    <a:pt x="15320" y="233824"/>
                  </a:lnTo>
                  <a:lnTo>
                    <a:pt x="17609" y="238594"/>
                  </a:lnTo>
                  <a:lnTo>
                    <a:pt x="20048" y="243289"/>
                  </a:lnTo>
                  <a:lnTo>
                    <a:pt x="22634" y="247904"/>
                  </a:lnTo>
                  <a:lnTo>
                    <a:pt x="25365" y="252436"/>
                  </a:lnTo>
                  <a:lnTo>
                    <a:pt x="28238" y="256879"/>
                  </a:lnTo>
                  <a:lnTo>
                    <a:pt x="31251" y="261228"/>
                  </a:lnTo>
                  <a:lnTo>
                    <a:pt x="34399" y="265480"/>
                  </a:lnTo>
                  <a:lnTo>
                    <a:pt x="37680" y="269630"/>
                  </a:lnTo>
                  <a:lnTo>
                    <a:pt x="41091" y="273675"/>
                  </a:lnTo>
                  <a:lnTo>
                    <a:pt x="44629" y="277609"/>
                  </a:lnTo>
                  <a:lnTo>
                    <a:pt x="48289" y="281430"/>
                  </a:lnTo>
                  <a:lnTo>
                    <a:pt x="52068" y="285132"/>
                  </a:lnTo>
                  <a:lnTo>
                    <a:pt x="55962" y="288714"/>
                  </a:lnTo>
                  <a:lnTo>
                    <a:pt x="59968" y="292170"/>
                  </a:lnTo>
                  <a:lnTo>
                    <a:pt x="64081" y="295498"/>
                  </a:lnTo>
                  <a:lnTo>
                    <a:pt x="68298" y="298694"/>
                  </a:lnTo>
                  <a:lnTo>
                    <a:pt x="72613" y="301755"/>
                  </a:lnTo>
                  <a:lnTo>
                    <a:pt x="77023" y="304677"/>
                  </a:lnTo>
                  <a:lnTo>
                    <a:pt x="81524" y="307459"/>
                  </a:lnTo>
                  <a:lnTo>
                    <a:pt x="86110" y="310097"/>
                  </a:lnTo>
                  <a:lnTo>
                    <a:pt x="90777" y="312589"/>
                  </a:lnTo>
                  <a:lnTo>
                    <a:pt x="95521" y="314931"/>
                  </a:lnTo>
                  <a:lnTo>
                    <a:pt x="100337" y="317122"/>
                  </a:lnTo>
                  <a:lnTo>
                    <a:pt x="105219" y="319160"/>
                  </a:lnTo>
                  <a:lnTo>
                    <a:pt x="110164" y="321042"/>
                  </a:lnTo>
                  <a:lnTo>
                    <a:pt x="115166" y="322767"/>
                  </a:lnTo>
                  <a:lnTo>
                    <a:pt x="120219" y="324333"/>
                  </a:lnTo>
                  <a:lnTo>
                    <a:pt x="125320" y="325738"/>
                  </a:lnTo>
                  <a:lnTo>
                    <a:pt x="130463" y="326981"/>
                  </a:lnTo>
                  <a:lnTo>
                    <a:pt x="135642" y="328060"/>
                  </a:lnTo>
                  <a:lnTo>
                    <a:pt x="140853" y="328975"/>
                  </a:lnTo>
                  <a:lnTo>
                    <a:pt x="146091" y="329725"/>
                  </a:lnTo>
                  <a:lnTo>
                    <a:pt x="151349" y="330309"/>
                  </a:lnTo>
                  <a:lnTo>
                    <a:pt x="156624" y="330725"/>
                  </a:lnTo>
                  <a:lnTo>
                    <a:pt x="161909" y="330975"/>
                  </a:lnTo>
                  <a:lnTo>
                    <a:pt x="167199" y="331058"/>
                  </a:lnTo>
                  <a:lnTo>
                    <a:pt x="172489" y="330972"/>
                  </a:lnTo>
                  <a:lnTo>
                    <a:pt x="177773" y="330720"/>
                  </a:lnTo>
                  <a:lnTo>
                    <a:pt x="183048" y="330300"/>
                  </a:lnTo>
                  <a:lnTo>
                    <a:pt x="188306" y="329714"/>
                  </a:lnTo>
                  <a:lnTo>
                    <a:pt x="193543" y="328962"/>
                  </a:lnTo>
                  <a:lnTo>
                    <a:pt x="198753" y="328044"/>
                  </a:lnTo>
                  <a:lnTo>
                    <a:pt x="203932" y="326962"/>
                  </a:lnTo>
                  <a:lnTo>
                    <a:pt x="209074" y="325717"/>
                  </a:lnTo>
                  <a:lnTo>
                    <a:pt x="214174" y="324309"/>
                  </a:lnTo>
                  <a:lnTo>
                    <a:pt x="219227" y="322741"/>
                  </a:lnTo>
                  <a:lnTo>
                    <a:pt x="224228" y="321013"/>
                  </a:lnTo>
                  <a:lnTo>
                    <a:pt x="229172" y="319129"/>
                  </a:lnTo>
                  <a:lnTo>
                    <a:pt x="234053" y="317088"/>
                  </a:lnTo>
                  <a:lnTo>
                    <a:pt x="238868" y="314895"/>
                  </a:lnTo>
                  <a:lnTo>
                    <a:pt x="243611" y="312550"/>
                  </a:lnTo>
                  <a:lnTo>
                    <a:pt x="248277" y="310056"/>
                  </a:lnTo>
                  <a:lnTo>
                    <a:pt x="252862" y="307415"/>
                  </a:lnTo>
                  <a:lnTo>
                    <a:pt x="257361" y="304631"/>
                  </a:lnTo>
                  <a:lnTo>
                    <a:pt x="261769" y="301706"/>
                  </a:lnTo>
                  <a:lnTo>
                    <a:pt x="266083" y="298643"/>
                  </a:lnTo>
                  <a:lnTo>
                    <a:pt x="270298" y="295445"/>
                  </a:lnTo>
                  <a:lnTo>
                    <a:pt x="274409" y="292115"/>
                  </a:lnTo>
                  <a:lnTo>
                    <a:pt x="278413" y="288657"/>
                  </a:lnTo>
                  <a:lnTo>
                    <a:pt x="282306" y="285074"/>
                  </a:lnTo>
                  <a:lnTo>
                    <a:pt x="286083" y="281369"/>
                  </a:lnTo>
                  <a:lnTo>
                    <a:pt x="289741" y="277547"/>
                  </a:lnTo>
                  <a:lnTo>
                    <a:pt x="293277" y="273610"/>
                  </a:lnTo>
                  <a:lnTo>
                    <a:pt x="296686" y="269564"/>
                  </a:lnTo>
                  <a:lnTo>
                    <a:pt x="299965" y="265412"/>
                  </a:lnTo>
                  <a:lnTo>
                    <a:pt x="303111" y="261159"/>
                  </a:lnTo>
                  <a:lnTo>
                    <a:pt x="306121" y="256808"/>
                  </a:lnTo>
                  <a:lnTo>
                    <a:pt x="308992" y="252363"/>
                  </a:lnTo>
                  <a:lnTo>
                    <a:pt x="311721" y="247831"/>
                  </a:lnTo>
                  <a:lnTo>
                    <a:pt x="314305" y="243214"/>
                  </a:lnTo>
                  <a:lnTo>
                    <a:pt x="316741" y="238517"/>
                  </a:lnTo>
                  <a:lnTo>
                    <a:pt x="319028" y="233746"/>
                  </a:lnTo>
                  <a:lnTo>
                    <a:pt x="321162" y="228905"/>
                  </a:lnTo>
                  <a:lnTo>
                    <a:pt x="323143" y="223999"/>
                  </a:lnTo>
                  <a:lnTo>
                    <a:pt x="324967" y="219033"/>
                  </a:lnTo>
                  <a:lnTo>
                    <a:pt x="326633" y="214011"/>
                  </a:lnTo>
                  <a:lnTo>
                    <a:pt x="328139" y="208939"/>
                  </a:lnTo>
                  <a:lnTo>
                    <a:pt x="329484" y="203822"/>
                  </a:lnTo>
                  <a:lnTo>
                    <a:pt x="330666" y="198665"/>
                  </a:lnTo>
                  <a:lnTo>
                    <a:pt x="331685" y="193474"/>
                  </a:lnTo>
                  <a:lnTo>
                    <a:pt x="332539" y="188252"/>
                  </a:lnTo>
                  <a:lnTo>
                    <a:pt x="333227" y="183006"/>
                  </a:lnTo>
                  <a:lnTo>
                    <a:pt x="333749" y="177741"/>
                  </a:lnTo>
                  <a:lnTo>
                    <a:pt x="334103" y="172463"/>
                  </a:lnTo>
                  <a:lnTo>
                    <a:pt x="334291" y="167175"/>
                  </a:lnTo>
                  <a:lnTo>
                    <a:pt x="334311" y="161884"/>
                  </a:lnTo>
                  <a:lnTo>
                    <a:pt x="334164" y="156596"/>
                  </a:lnTo>
                  <a:lnTo>
                    <a:pt x="333850" y="151314"/>
                  </a:lnTo>
                  <a:lnTo>
                    <a:pt x="333368" y="146046"/>
                  </a:lnTo>
                  <a:lnTo>
                    <a:pt x="332720" y="140795"/>
                  </a:lnTo>
                  <a:lnTo>
                    <a:pt x="331906" y="135567"/>
                  </a:lnTo>
                  <a:lnTo>
                    <a:pt x="330928" y="130367"/>
                  </a:lnTo>
                  <a:lnTo>
                    <a:pt x="329785" y="125202"/>
                  </a:lnTo>
                  <a:lnTo>
                    <a:pt x="328479" y="120074"/>
                  </a:lnTo>
                  <a:lnTo>
                    <a:pt x="327012" y="114991"/>
                  </a:lnTo>
                  <a:lnTo>
                    <a:pt x="325384" y="109957"/>
                  </a:lnTo>
                  <a:lnTo>
                    <a:pt x="323598" y="104977"/>
                  </a:lnTo>
                  <a:lnTo>
                    <a:pt x="321655" y="100056"/>
                  </a:lnTo>
                  <a:lnTo>
                    <a:pt x="319558" y="95198"/>
                  </a:lnTo>
                  <a:lnTo>
                    <a:pt x="317308" y="90410"/>
                  </a:lnTo>
                  <a:lnTo>
                    <a:pt x="314907" y="85695"/>
                  </a:lnTo>
                  <a:lnTo>
                    <a:pt x="312359" y="81059"/>
                  </a:lnTo>
                  <a:lnTo>
                    <a:pt x="309665" y="76505"/>
                  </a:lnTo>
                  <a:lnTo>
                    <a:pt x="306828" y="72039"/>
                  </a:lnTo>
                  <a:lnTo>
                    <a:pt x="303852" y="67665"/>
                  </a:lnTo>
                  <a:lnTo>
                    <a:pt x="300738" y="63387"/>
                  </a:lnTo>
                  <a:lnTo>
                    <a:pt x="297491" y="59211"/>
                  </a:lnTo>
                  <a:lnTo>
                    <a:pt x="294113" y="55138"/>
                  </a:lnTo>
                  <a:lnTo>
                    <a:pt x="290608" y="51175"/>
                  </a:lnTo>
                  <a:lnTo>
                    <a:pt x="286979" y="47325"/>
                  </a:lnTo>
                  <a:lnTo>
                    <a:pt x="283230" y="43592"/>
                  </a:lnTo>
                  <a:lnTo>
                    <a:pt x="279365" y="39979"/>
                  </a:lnTo>
                  <a:lnTo>
                    <a:pt x="275388" y="36490"/>
                  </a:lnTo>
                  <a:lnTo>
                    <a:pt x="271302" y="33129"/>
                  </a:lnTo>
                  <a:lnTo>
                    <a:pt x="267112" y="29898"/>
                  </a:lnTo>
                  <a:lnTo>
                    <a:pt x="262821" y="26802"/>
                  </a:lnTo>
                  <a:lnTo>
                    <a:pt x="258435" y="23844"/>
                  </a:lnTo>
                  <a:lnTo>
                    <a:pt x="253958" y="21025"/>
                  </a:lnTo>
                  <a:lnTo>
                    <a:pt x="249393" y="18350"/>
                  </a:lnTo>
                  <a:lnTo>
                    <a:pt x="244746" y="15820"/>
                  </a:lnTo>
                  <a:lnTo>
                    <a:pt x="240022" y="13439"/>
                  </a:lnTo>
                  <a:lnTo>
                    <a:pt x="235224" y="11208"/>
                  </a:lnTo>
                  <a:lnTo>
                    <a:pt x="167156" y="1638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19011" y="2633064"/>
              <a:ext cx="68068" cy="167167"/>
            </a:xfrm>
            <a:custGeom>
              <a:avLst/>
              <a:pathLst>
                <a:path w="68068" h="167167">
                  <a:moveTo>
                    <a:pt x="68068" y="14485"/>
                  </a:moveTo>
                  <a:lnTo>
                    <a:pt x="62691" y="12200"/>
                  </a:lnTo>
                  <a:lnTo>
                    <a:pt x="57238" y="10104"/>
                  </a:lnTo>
                  <a:lnTo>
                    <a:pt x="51716" y="8200"/>
                  </a:lnTo>
                  <a:lnTo>
                    <a:pt x="46130" y="6490"/>
                  </a:lnTo>
                  <a:lnTo>
                    <a:pt x="40487" y="4977"/>
                  </a:lnTo>
                  <a:lnTo>
                    <a:pt x="34796" y="3661"/>
                  </a:lnTo>
                  <a:lnTo>
                    <a:pt x="29062" y="2545"/>
                  </a:lnTo>
                  <a:lnTo>
                    <a:pt x="23292" y="1630"/>
                  </a:lnTo>
                  <a:lnTo>
                    <a:pt x="17494" y="917"/>
                  </a:lnTo>
                  <a:lnTo>
                    <a:pt x="11674" y="408"/>
                  </a:lnTo>
                  <a:lnTo>
                    <a:pt x="5840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186" y="2126963"/>
              <a:ext cx="7285" cy="167167"/>
            </a:xfrm>
            <a:custGeom>
              <a:avLst/>
              <a:pathLst>
                <a:path w="7285" h="167167">
                  <a:moveTo>
                    <a:pt x="7285" y="0"/>
                  </a:moveTo>
                  <a:lnTo>
                    <a:pt x="0" y="158"/>
                  </a:lnTo>
                  <a:lnTo>
                    <a:pt x="728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186" y="2127122"/>
              <a:ext cx="7285" cy="167008"/>
            </a:xfrm>
            <a:custGeom>
              <a:avLst/>
              <a:pathLst>
                <a:path w="7285" h="167008">
                  <a:moveTo>
                    <a:pt x="0" y="0"/>
                  </a:moveTo>
                  <a:lnTo>
                    <a:pt x="7285" y="16700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186" y="2127122"/>
              <a:ext cx="7285" cy="167008"/>
            </a:xfrm>
            <a:custGeom>
              <a:avLst/>
              <a:pathLst>
                <a:path w="7285" h="167008">
                  <a:moveTo>
                    <a:pt x="0" y="0"/>
                  </a:moveTo>
                  <a:lnTo>
                    <a:pt x="7285" y="1670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186" y="2127122"/>
              <a:ext cx="7285" cy="167008"/>
            </a:xfrm>
            <a:custGeom>
              <a:avLst/>
              <a:pathLst>
                <a:path w="7285" h="167008">
                  <a:moveTo>
                    <a:pt x="0" y="0"/>
                  </a:moveTo>
                  <a:lnTo>
                    <a:pt x="7285" y="1670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186" y="2127122"/>
              <a:ext cx="7285" cy="167008"/>
            </a:xfrm>
            <a:custGeom>
              <a:avLst/>
              <a:pathLst>
                <a:path w="7285" h="167008">
                  <a:moveTo>
                    <a:pt x="0" y="0"/>
                  </a:moveTo>
                  <a:lnTo>
                    <a:pt x="7285" y="1670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186" y="2127122"/>
              <a:ext cx="7285" cy="167008"/>
            </a:xfrm>
            <a:custGeom>
              <a:avLst/>
              <a:pathLst>
                <a:path w="7285" h="167008">
                  <a:moveTo>
                    <a:pt x="0" y="0"/>
                  </a:moveTo>
                  <a:lnTo>
                    <a:pt x="7285" y="1670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186" y="2127122"/>
              <a:ext cx="7285" cy="167008"/>
            </a:xfrm>
            <a:custGeom>
              <a:avLst/>
              <a:pathLst>
                <a:path w="7285" h="167008">
                  <a:moveTo>
                    <a:pt x="0" y="0"/>
                  </a:moveTo>
                  <a:lnTo>
                    <a:pt x="7285" y="16700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186" y="2127122"/>
              <a:ext cx="7285" cy="167008"/>
            </a:xfrm>
            <a:custGeom>
              <a:avLst/>
              <a:pathLst>
                <a:path w="7285" h="167008">
                  <a:moveTo>
                    <a:pt x="0" y="0"/>
                  </a:moveTo>
                  <a:lnTo>
                    <a:pt x="7285" y="16700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186" y="2127122"/>
              <a:ext cx="7285" cy="167008"/>
            </a:xfrm>
            <a:custGeom>
              <a:avLst/>
              <a:pathLst>
                <a:path w="7285" h="167008">
                  <a:moveTo>
                    <a:pt x="0" y="0"/>
                  </a:moveTo>
                  <a:lnTo>
                    <a:pt x="7285" y="16700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186" y="2127122"/>
              <a:ext cx="7285" cy="167008"/>
            </a:xfrm>
            <a:custGeom>
              <a:avLst/>
              <a:pathLst>
                <a:path w="7285" h="167008">
                  <a:moveTo>
                    <a:pt x="0" y="0"/>
                  </a:moveTo>
                  <a:lnTo>
                    <a:pt x="7285" y="16700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186" y="2127122"/>
              <a:ext cx="7285" cy="167008"/>
            </a:xfrm>
            <a:custGeom>
              <a:avLst/>
              <a:pathLst>
                <a:path w="7285" h="167008">
                  <a:moveTo>
                    <a:pt x="0" y="0"/>
                  </a:moveTo>
                  <a:lnTo>
                    <a:pt x="7285" y="1670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186" y="2127122"/>
              <a:ext cx="7285" cy="167008"/>
            </a:xfrm>
            <a:custGeom>
              <a:avLst/>
              <a:pathLst>
                <a:path w="7285" h="167008">
                  <a:moveTo>
                    <a:pt x="0" y="0"/>
                  </a:moveTo>
                  <a:lnTo>
                    <a:pt x="7285" y="1670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186" y="2127122"/>
              <a:ext cx="7285" cy="167008"/>
            </a:xfrm>
            <a:custGeom>
              <a:avLst/>
              <a:pathLst>
                <a:path w="7285" h="167008">
                  <a:moveTo>
                    <a:pt x="0" y="0"/>
                  </a:moveTo>
                  <a:lnTo>
                    <a:pt x="7285" y="1670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186" y="2127122"/>
              <a:ext cx="7285" cy="167008"/>
            </a:xfrm>
            <a:custGeom>
              <a:avLst/>
              <a:pathLst>
                <a:path w="7285" h="167008">
                  <a:moveTo>
                    <a:pt x="0" y="0"/>
                  </a:moveTo>
                  <a:lnTo>
                    <a:pt x="7285" y="1670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186" y="2127122"/>
              <a:ext cx="7285" cy="167008"/>
            </a:xfrm>
            <a:custGeom>
              <a:avLst/>
              <a:pathLst>
                <a:path w="7285" h="167008">
                  <a:moveTo>
                    <a:pt x="0" y="0"/>
                  </a:moveTo>
                  <a:lnTo>
                    <a:pt x="7285" y="16700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186" y="2127122"/>
              <a:ext cx="7285" cy="167008"/>
            </a:xfrm>
            <a:custGeom>
              <a:avLst/>
              <a:pathLst>
                <a:path w="7285" h="167008">
                  <a:moveTo>
                    <a:pt x="0" y="0"/>
                  </a:moveTo>
                  <a:lnTo>
                    <a:pt x="7285" y="1670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186" y="2127122"/>
              <a:ext cx="7285" cy="167008"/>
            </a:xfrm>
            <a:custGeom>
              <a:avLst/>
              <a:pathLst>
                <a:path w="7285" h="167008">
                  <a:moveTo>
                    <a:pt x="0" y="0"/>
                  </a:moveTo>
                  <a:lnTo>
                    <a:pt x="7285" y="1670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186" y="2127122"/>
              <a:ext cx="7285" cy="167008"/>
            </a:xfrm>
            <a:custGeom>
              <a:avLst/>
              <a:pathLst>
                <a:path w="7285" h="167008">
                  <a:moveTo>
                    <a:pt x="0" y="0"/>
                  </a:moveTo>
                  <a:lnTo>
                    <a:pt x="7285" y="16700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186" y="2127122"/>
              <a:ext cx="7285" cy="167008"/>
            </a:xfrm>
            <a:custGeom>
              <a:avLst/>
              <a:pathLst>
                <a:path w="7285" h="167008">
                  <a:moveTo>
                    <a:pt x="0" y="0"/>
                  </a:moveTo>
                  <a:lnTo>
                    <a:pt x="7285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186" y="2127122"/>
              <a:ext cx="7285" cy="167008"/>
            </a:xfrm>
            <a:custGeom>
              <a:avLst/>
              <a:pathLst>
                <a:path w="7285" h="167008">
                  <a:moveTo>
                    <a:pt x="0" y="0"/>
                  </a:moveTo>
                  <a:lnTo>
                    <a:pt x="7285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186" y="2127122"/>
              <a:ext cx="7285" cy="167008"/>
            </a:xfrm>
            <a:custGeom>
              <a:avLst/>
              <a:pathLst>
                <a:path w="7285" h="167008">
                  <a:moveTo>
                    <a:pt x="0" y="0"/>
                  </a:moveTo>
                  <a:lnTo>
                    <a:pt x="7285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1186" y="2127122"/>
              <a:ext cx="7285" cy="167008"/>
            </a:xfrm>
            <a:custGeom>
              <a:avLst/>
              <a:pathLst>
                <a:path w="7285" h="167008">
                  <a:moveTo>
                    <a:pt x="0" y="0"/>
                  </a:moveTo>
                  <a:lnTo>
                    <a:pt x="7285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21186" y="2127122"/>
              <a:ext cx="7285" cy="167008"/>
            </a:xfrm>
            <a:custGeom>
              <a:avLst/>
              <a:pathLst>
                <a:path w="7285" h="167008">
                  <a:moveTo>
                    <a:pt x="0" y="0"/>
                  </a:moveTo>
                  <a:lnTo>
                    <a:pt x="7285" y="1670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1186" y="2127122"/>
              <a:ext cx="7285" cy="167008"/>
            </a:xfrm>
            <a:custGeom>
              <a:avLst/>
              <a:pathLst>
                <a:path w="7285" h="167008">
                  <a:moveTo>
                    <a:pt x="0" y="0"/>
                  </a:moveTo>
                  <a:lnTo>
                    <a:pt x="7285" y="1670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561308" y="2127122"/>
              <a:ext cx="334319" cy="334172"/>
            </a:xfrm>
            <a:custGeom>
              <a:avLst/>
              <a:pathLst>
                <a:path w="334319" h="334172">
                  <a:moveTo>
                    <a:pt x="159878" y="0"/>
                  </a:moveTo>
                  <a:lnTo>
                    <a:pt x="154592" y="314"/>
                  </a:lnTo>
                  <a:lnTo>
                    <a:pt x="149318" y="796"/>
                  </a:lnTo>
                  <a:lnTo>
                    <a:pt x="144062" y="1445"/>
                  </a:lnTo>
                  <a:lnTo>
                    <a:pt x="138829" y="2259"/>
                  </a:lnTo>
                  <a:lnTo>
                    <a:pt x="133625" y="3240"/>
                  </a:lnTo>
                  <a:lnTo>
                    <a:pt x="128454" y="4384"/>
                  </a:lnTo>
                  <a:lnTo>
                    <a:pt x="123322" y="5692"/>
                  </a:lnTo>
                  <a:lnTo>
                    <a:pt x="118235" y="7162"/>
                  </a:lnTo>
                  <a:lnTo>
                    <a:pt x="113196" y="8792"/>
                  </a:lnTo>
                  <a:lnTo>
                    <a:pt x="108211" y="10580"/>
                  </a:lnTo>
                  <a:lnTo>
                    <a:pt x="103286" y="12526"/>
                  </a:lnTo>
                  <a:lnTo>
                    <a:pt x="98425" y="14627"/>
                  </a:lnTo>
                  <a:lnTo>
                    <a:pt x="93632" y="16881"/>
                  </a:lnTo>
                  <a:lnTo>
                    <a:pt x="88914" y="19285"/>
                  </a:lnTo>
                  <a:lnTo>
                    <a:pt x="84274" y="21838"/>
                  </a:lnTo>
                  <a:lnTo>
                    <a:pt x="79717" y="24537"/>
                  </a:lnTo>
                  <a:lnTo>
                    <a:pt x="75248" y="27378"/>
                  </a:lnTo>
                  <a:lnTo>
                    <a:pt x="70871" y="30360"/>
                  </a:lnTo>
                  <a:lnTo>
                    <a:pt x="66591" y="33478"/>
                  </a:lnTo>
                  <a:lnTo>
                    <a:pt x="62412" y="36731"/>
                  </a:lnTo>
                  <a:lnTo>
                    <a:pt x="58338" y="40114"/>
                  </a:lnTo>
                  <a:lnTo>
                    <a:pt x="54373" y="43625"/>
                  </a:lnTo>
                  <a:lnTo>
                    <a:pt x="50522" y="47260"/>
                  </a:lnTo>
                  <a:lnTo>
                    <a:pt x="46787" y="51015"/>
                  </a:lnTo>
                  <a:lnTo>
                    <a:pt x="43173" y="54886"/>
                  </a:lnTo>
                  <a:lnTo>
                    <a:pt x="39684" y="58870"/>
                  </a:lnTo>
                  <a:lnTo>
                    <a:pt x="36323" y="62962"/>
                  </a:lnTo>
                  <a:lnTo>
                    <a:pt x="33092" y="67158"/>
                  </a:lnTo>
                  <a:lnTo>
                    <a:pt x="29997" y="71455"/>
                  </a:lnTo>
                  <a:lnTo>
                    <a:pt x="27039" y="75848"/>
                  </a:lnTo>
                  <a:lnTo>
                    <a:pt x="24222" y="80332"/>
                  </a:lnTo>
                  <a:lnTo>
                    <a:pt x="21548" y="84904"/>
                  </a:lnTo>
                  <a:lnTo>
                    <a:pt x="19020" y="89557"/>
                  </a:lnTo>
                  <a:lnTo>
                    <a:pt x="16641" y="94289"/>
                  </a:lnTo>
                  <a:lnTo>
                    <a:pt x="14414" y="99093"/>
                  </a:lnTo>
                  <a:lnTo>
                    <a:pt x="12339" y="103966"/>
                  </a:lnTo>
                  <a:lnTo>
                    <a:pt x="10420" y="108901"/>
                  </a:lnTo>
                  <a:lnTo>
                    <a:pt x="8658" y="113896"/>
                  </a:lnTo>
                  <a:lnTo>
                    <a:pt x="7055" y="118943"/>
                  </a:lnTo>
                  <a:lnTo>
                    <a:pt x="5613" y="124039"/>
                  </a:lnTo>
                  <a:lnTo>
                    <a:pt x="4333" y="129177"/>
                  </a:lnTo>
                  <a:lnTo>
                    <a:pt x="3216" y="134354"/>
                  </a:lnTo>
                  <a:lnTo>
                    <a:pt x="2264" y="139564"/>
                  </a:lnTo>
                  <a:lnTo>
                    <a:pt x="1478" y="144801"/>
                  </a:lnTo>
                  <a:lnTo>
                    <a:pt x="857" y="150060"/>
                  </a:lnTo>
                  <a:lnTo>
                    <a:pt x="404" y="155337"/>
                  </a:lnTo>
                  <a:lnTo>
                    <a:pt x="118" y="160625"/>
                  </a:lnTo>
                  <a:lnTo>
                    <a:pt x="0" y="165919"/>
                  </a:lnTo>
                  <a:lnTo>
                    <a:pt x="49" y="171215"/>
                  </a:lnTo>
                  <a:lnTo>
                    <a:pt x="266" y="176506"/>
                  </a:lnTo>
                  <a:lnTo>
                    <a:pt x="651" y="181788"/>
                  </a:lnTo>
                  <a:lnTo>
                    <a:pt x="1202" y="187055"/>
                  </a:lnTo>
                  <a:lnTo>
                    <a:pt x="1921" y="192302"/>
                  </a:lnTo>
                  <a:lnTo>
                    <a:pt x="2805" y="197523"/>
                  </a:lnTo>
                  <a:lnTo>
                    <a:pt x="3854" y="202714"/>
                  </a:lnTo>
                  <a:lnTo>
                    <a:pt x="5067" y="207869"/>
                  </a:lnTo>
                  <a:lnTo>
                    <a:pt x="6442" y="212983"/>
                  </a:lnTo>
                  <a:lnTo>
                    <a:pt x="7979" y="218051"/>
                  </a:lnTo>
                  <a:lnTo>
                    <a:pt x="9676" y="223068"/>
                  </a:lnTo>
                  <a:lnTo>
                    <a:pt x="11531" y="228028"/>
                  </a:lnTo>
                  <a:lnTo>
                    <a:pt x="13542" y="232927"/>
                  </a:lnTo>
                  <a:lnTo>
                    <a:pt x="15707" y="237760"/>
                  </a:lnTo>
                  <a:lnTo>
                    <a:pt x="18024" y="242522"/>
                  </a:lnTo>
                  <a:lnTo>
                    <a:pt x="20491" y="247208"/>
                  </a:lnTo>
                  <a:lnTo>
                    <a:pt x="23105" y="251814"/>
                  </a:lnTo>
                  <a:lnTo>
                    <a:pt x="25863" y="256335"/>
                  </a:lnTo>
                  <a:lnTo>
                    <a:pt x="28764" y="260766"/>
                  </a:lnTo>
                  <a:lnTo>
                    <a:pt x="31803" y="265102"/>
                  </a:lnTo>
                  <a:lnTo>
                    <a:pt x="34978" y="269341"/>
                  </a:lnTo>
                  <a:lnTo>
                    <a:pt x="38286" y="273477"/>
                  </a:lnTo>
                  <a:lnTo>
                    <a:pt x="41723" y="277505"/>
                  </a:lnTo>
                  <a:lnTo>
                    <a:pt x="45286" y="281423"/>
                  </a:lnTo>
                  <a:lnTo>
                    <a:pt x="48971" y="285227"/>
                  </a:lnTo>
                  <a:lnTo>
                    <a:pt x="52775" y="288911"/>
                  </a:lnTo>
                  <a:lnTo>
                    <a:pt x="56694" y="292473"/>
                  </a:lnTo>
                  <a:lnTo>
                    <a:pt x="60724" y="295909"/>
                  </a:lnTo>
                  <a:lnTo>
                    <a:pt x="64860" y="299216"/>
                  </a:lnTo>
                  <a:lnTo>
                    <a:pt x="69099" y="302390"/>
                  </a:lnTo>
                  <a:lnTo>
                    <a:pt x="73437" y="305429"/>
                  </a:lnTo>
                  <a:lnTo>
                    <a:pt x="77868" y="308328"/>
                  </a:lnTo>
                  <a:lnTo>
                    <a:pt x="82390" y="311086"/>
                  </a:lnTo>
                  <a:lnTo>
                    <a:pt x="86996" y="313699"/>
                  </a:lnTo>
                  <a:lnTo>
                    <a:pt x="91683" y="316164"/>
                  </a:lnTo>
                  <a:lnTo>
                    <a:pt x="96445" y="318481"/>
                  </a:lnTo>
                  <a:lnTo>
                    <a:pt x="101279" y="320645"/>
                  </a:lnTo>
                  <a:lnTo>
                    <a:pt x="106178" y="322654"/>
                  </a:lnTo>
                  <a:lnTo>
                    <a:pt x="111139" y="324508"/>
                  </a:lnTo>
                  <a:lnTo>
                    <a:pt x="116156" y="326204"/>
                  </a:lnTo>
                  <a:lnTo>
                    <a:pt x="121224" y="327739"/>
                  </a:lnTo>
                  <a:lnTo>
                    <a:pt x="126339" y="329114"/>
                  </a:lnTo>
                  <a:lnTo>
                    <a:pt x="131494" y="330326"/>
                  </a:lnTo>
                  <a:lnTo>
                    <a:pt x="136685" y="331374"/>
                  </a:lnTo>
                  <a:lnTo>
                    <a:pt x="141907" y="332257"/>
                  </a:lnTo>
                  <a:lnTo>
                    <a:pt x="147154" y="332974"/>
                  </a:lnTo>
                  <a:lnTo>
                    <a:pt x="152421" y="333524"/>
                  </a:lnTo>
                  <a:lnTo>
                    <a:pt x="157703" y="333908"/>
                  </a:lnTo>
                  <a:lnTo>
                    <a:pt x="162994" y="334124"/>
                  </a:lnTo>
                  <a:lnTo>
                    <a:pt x="168290" y="334172"/>
                  </a:lnTo>
                  <a:lnTo>
                    <a:pt x="173584" y="334052"/>
                  </a:lnTo>
                  <a:lnTo>
                    <a:pt x="178872" y="333765"/>
                  </a:lnTo>
                  <a:lnTo>
                    <a:pt x="184148" y="333310"/>
                  </a:lnTo>
                  <a:lnTo>
                    <a:pt x="189408" y="332689"/>
                  </a:lnTo>
                  <a:lnTo>
                    <a:pt x="194645" y="331901"/>
                  </a:lnTo>
                  <a:lnTo>
                    <a:pt x="199854" y="330948"/>
                  </a:lnTo>
                  <a:lnTo>
                    <a:pt x="205030" y="329830"/>
                  </a:lnTo>
                  <a:lnTo>
                    <a:pt x="210169" y="328549"/>
                  </a:lnTo>
                  <a:lnTo>
                    <a:pt x="215264" y="327106"/>
                  </a:lnTo>
                  <a:lnTo>
                    <a:pt x="220311" y="325502"/>
                  </a:lnTo>
                  <a:lnTo>
                    <a:pt x="225305" y="323739"/>
                  </a:lnTo>
                  <a:lnTo>
                    <a:pt x="230240" y="321818"/>
                  </a:lnTo>
                  <a:lnTo>
                    <a:pt x="235112" y="319743"/>
                  </a:lnTo>
                  <a:lnTo>
                    <a:pt x="239916" y="317514"/>
                  </a:lnTo>
                  <a:lnTo>
                    <a:pt x="244647" y="315134"/>
                  </a:lnTo>
                  <a:lnTo>
                    <a:pt x="249300" y="312605"/>
                  </a:lnTo>
                  <a:lnTo>
                    <a:pt x="253871" y="309930"/>
                  </a:lnTo>
                  <a:lnTo>
                    <a:pt x="258355" y="307112"/>
                  </a:lnTo>
                  <a:lnTo>
                    <a:pt x="262747" y="304153"/>
                  </a:lnTo>
                  <a:lnTo>
                    <a:pt x="267043" y="301057"/>
                  </a:lnTo>
                  <a:lnTo>
                    <a:pt x="271239" y="297826"/>
                  </a:lnTo>
                  <a:lnTo>
                    <a:pt x="275330" y="294463"/>
                  </a:lnTo>
                  <a:lnTo>
                    <a:pt x="279313" y="290973"/>
                  </a:lnTo>
                  <a:lnTo>
                    <a:pt x="283184" y="287359"/>
                  </a:lnTo>
                  <a:lnTo>
                    <a:pt x="286938" y="283623"/>
                  </a:lnTo>
                  <a:lnTo>
                    <a:pt x="290571" y="279771"/>
                  </a:lnTo>
                  <a:lnTo>
                    <a:pt x="294081" y="275805"/>
                  </a:lnTo>
                  <a:lnTo>
                    <a:pt x="297464" y="271730"/>
                  </a:lnTo>
                  <a:lnTo>
                    <a:pt x="300716" y="267550"/>
                  </a:lnTo>
                  <a:lnTo>
                    <a:pt x="303833" y="263270"/>
                  </a:lnTo>
                  <a:lnTo>
                    <a:pt x="306814" y="258892"/>
                  </a:lnTo>
                  <a:lnTo>
                    <a:pt x="309654" y="254423"/>
                  </a:lnTo>
                  <a:lnTo>
                    <a:pt x="312352" y="249865"/>
                  </a:lnTo>
                  <a:lnTo>
                    <a:pt x="314903" y="245225"/>
                  </a:lnTo>
                  <a:lnTo>
                    <a:pt x="317307" y="240506"/>
                  </a:lnTo>
                  <a:lnTo>
                    <a:pt x="319560" y="235713"/>
                  </a:lnTo>
                  <a:lnTo>
                    <a:pt x="321659" y="230851"/>
                  </a:lnTo>
                  <a:lnTo>
                    <a:pt x="323604" y="225925"/>
                  </a:lnTo>
                  <a:lnTo>
                    <a:pt x="325392" y="220940"/>
                  </a:lnTo>
                  <a:lnTo>
                    <a:pt x="327021" y="215901"/>
                  </a:lnTo>
                  <a:lnTo>
                    <a:pt x="328489" y="210813"/>
                  </a:lnTo>
                  <a:lnTo>
                    <a:pt x="329796" y="205681"/>
                  </a:lnTo>
                  <a:lnTo>
                    <a:pt x="330939" y="200510"/>
                  </a:lnTo>
                  <a:lnTo>
                    <a:pt x="331918" y="195306"/>
                  </a:lnTo>
                  <a:lnTo>
                    <a:pt x="332732" y="190073"/>
                  </a:lnTo>
                  <a:lnTo>
                    <a:pt x="333380" y="184817"/>
                  </a:lnTo>
                  <a:lnTo>
                    <a:pt x="333860" y="179543"/>
                  </a:lnTo>
                  <a:lnTo>
                    <a:pt x="334174" y="174256"/>
                  </a:lnTo>
                  <a:lnTo>
                    <a:pt x="334319" y="168962"/>
                  </a:lnTo>
                  <a:lnTo>
                    <a:pt x="334297" y="163667"/>
                  </a:lnTo>
                  <a:lnTo>
                    <a:pt x="334108" y="158374"/>
                  </a:lnTo>
                  <a:lnTo>
                    <a:pt x="333750" y="153090"/>
                  </a:lnTo>
                  <a:lnTo>
                    <a:pt x="167163" y="1670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28472" y="2126963"/>
              <a:ext cx="166587" cy="167167"/>
            </a:xfrm>
            <a:custGeom>
              <a:avLst/>
              <a:pathLst>
                <a:path w="166587" h="167167">
                  <a:moveTo>
                    <a:pt x="166587" y="153249"/>
                  </a:moveTo>
                  <a:lnTo>
                    <a:pt x="166050" y="147871"/>
                  </a:lnTo>
                  <a:lnTo>
                    <a:pt x="165339" y="142512"/>
                  </a:lnTo>
                  <a:lnTo>
                    <a:pt x="164455" y="137180"/>
                  </a:lnTo>
                  <a:lnTo>
                    <a:pt x="163400" y="131879"/>
                  </a:lnTo>
                  <a:lnTo>
                    <a:pt x="162174" y="126614"/>
                  </a:lnTo>
                  <a:lnTo>
                    <a:pt x="160778" y="121393"/>
                  </a:lnTo>
                  <a:lnTo>
                    <a:pt x="159214" y="116218"/>
                  </a:lnTo>
                  <a:lnTo>
                    <a:pt x="157483" y="111098"/>
                  </a:lnTo>
                  <a:lnTo>
                    <a:pt x="155588" y="106036"/>
                  </a:lnTo>
                  <a:lnTo>
                    <a:pt x="153531" y="101037"/>
                  </a:lnTo>
                  <a:lnTo>
                    <a:pt x="151312" y="96108"/>
                  </a:lnTo>
                  <a:lnTo>
                    <a:pt x="148936" y="91253"/>
                  </a:lnTo>
                  <a:lnTo>
                    <a:pt x="146404" y="86478"/>
                  </a:lnTo>
                  <a:lnTo>
                    <a:pt x="143719" y="81787"/>
                  </a:lnTo>
                  <a:lnTo>
                    <a:pt x="140883" y="77185"/>
                  </a:lnTo>
                  <a:lnTo>
                    <a:pt x="137900" y="72677"/>
                  </a:lnTo>
                  <a:lnTo>
                    <a:pt x="134773" y="68268"/>
                  </a:lnTo>
                  <a:lnTo>
                    <a:pt x="131506" y="63963"/>
                  </a:lnTo>
                  <a:lnTo>
                    <a:pt x="128100" y="59765"/>
                  </a:lnTo>
                  <a:lnTo>
                    <a:pt x="124561" y="55680"/>
                  </a:lnTo>
                  <a:lnTo>
                    <a:pt x="120891" y="51711"/>
                  </a:lnTo>
                  <a:lnTo>
                    <a:pt x="117096" y="47863"/>
                  </a:lnTo>
                  <a:lnTo>
                    <a:pt x="113177" y="44139"/>
                  </a:lnTo>
                  <a:lnTo>
                    <a:pt x="109141" y="40545"/>
                  </a:lnTo>
                  <a:lnTo>
                    <a:pt x="104990" y="37082"/>
                  </a:lnTo>
                  <a:lnTo>
                    <a:pt x="100729" y="33756"/>
                  </a:lnTo>
                  <a:lnTo>
                    <a:pt x="96363" y="30569"/>
                  </a:lnTo>
                  <a:lnTo>
                    <a:pt x="91897" y="27525"/>
                  </a:lnTo>
                  <a:lnTo>
                    <a:pt x="87334" y="24627"/>
                  </a:lnTo>
                  <a:lnTo>
                    <a:pt x="82680" y="21878"/>
                  </a:lnTo>
                  <a:lnTo>
                    <a:pt x="77940" y="19281"/>
                  </a:lnTo>
                  <a:lnTo>
                    <a:pt x="73118" y="16838"/>
                  </a:lnTo>
                  <a:lnTo>
                    <a:pt x="68219" y="14553"/>
                  </a:lnTo>
                  <a:lnTo>
                    <a:pt x="63250" y="12427"/>
                  </a:lnTo>
                  <a:lnTo>
                    <a:pt x="58214" y="10463"/>
                  </a:lnTo>
                  <a:lnTo>
                    <a:pt x="53117" y="8663"/>
                  </a:lnTo>
                  <a:lnTo>
                    <a:pt x="47965" y="7029"/>
                  </a:lnTo>
                  <a:lnTo>
                    <a:pt x="42763" y="5562"/>
                  </a:lnTo>
                  <a:lnTo>
                    <a:pt x="37516" y="4264"/>
                  </a:lnTo>
                  <a:lnTo>
                    <a:pt x="32229" y="3136"/>
                  </a:lnTo>
                  <a:lnTo>
                    <a:pt x="26909" y="2180"/>
                  </a:lnTo>
                  <a:lnTo>
                    <a:pt x="21561" y="1396"/>
                  </a:lnTo>
                  <a:lnTo>
                    <a:pt x="16191" y="785"/>
                  </a:lnTo>
                  <a:lnTo>
                    <a:pt x="10803" y="349"/>
                  </a:lnTo>
                  <a:lnTo>
                    <a:pt x="5404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5437" y="1681503"/>
              <a:ext cx="7798" cy="167167"/>
            </a:xfrm>
            <a:custGeom>
              <a:avLst/>
              <a:pathLst>
                <a:path w="7798" h="167167">
                  <a:moveTo>
                    <a:pt x="7798" y="0"/>
                  </a:moveTo>
                  <a:lnTo>
                    <a:pt x="0" y="181"/>
                  </a:lnTo>
                  <a:lnTo>
                    <a:pt x="7798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5437" y="1681685"/>
              <a:ext cx="7798" cy="166985"/>
            </a:xfrm>
            <a:custGeom>
              <a:avLst/>
              <a:pathLst>
                <a:path w="7798" h="166985">
                  <a:moveTo>
                    <a:pt x="0" y="0"/>
                  </a:moveTo>
                  <a:lnTo>
                    <a:pt x="7798" y="1669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5437" y="1681685"/>
              <a:ext cx="7798" cy="166985"/>
            </a:xfrm>
            <a:custGeom>
              <a:avLst/>
              <a:pathLst>
                <a:path w="7798" h="166985">
                  <a:moveTo>
                    <a:pt x="0" y="0"/>
                  </a:moveTo>
                  <a:lnTo>
                    <a:pt x="7798" y="1669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5437" y="1681685"/>
              <a:ext cx="7798" cy="166985"/>
            </a:xfrm>
            <a:custGeom>
              <a:avLst/>
              <a:pathLst>
                <a:path w="7798" h="166985">
                  <a:moveTo>
                    <a:pt x="0" y="0"/>
                  </a:moveTo>
                  <a:lnTo>
                    <a:pt x="7798" y="1669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5437" y="1681685"/>
              <a:ext cx="7798" cy="166985"/>
            </a:xfrm>
            <a:custGeom>
              <a:avLst/>
              <a:pathLst>
                <a:path w="7798" h="166985">
                  <a:moveTo>
                    <a:pt x="0" y="0"/>
                  </a:moveTo>
                  <a:lnTo>
                    <a:pt x="7798" y="1669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5437" y="1681685"/>
              <a:ext cx="7798" cy="166985"/>
            </a:xfrm>
            <a:custGeom>
              <a:avLst/>
              <a:pathLst>
                <a:path w="7798" h="166985">
                  <a:moveTo>
                    <a:pt x="0" y="0"/>
                  </a:moveTo>
                  <a:lnTo>
                    <a:pt x="7798" y="1669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5437" y="1681685"/>
              <a:ext cx="7798" cy="166985"/>
            </a:xfrm>
            <a:custGeom>
              <a:avLst/>
              <a:pathLst>
                <a:path w="7798" h="166985">
                  <a:moveTo>
                    <a:pt x="0" y="0"/>
                  </a:moveTo>
                  <a:lnTo>
                    <a:pt x="7798" y="1669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5437" y="1681685"/>
              <a:ext cx="7798" cy="166985"/>
            </a:xfrm>
            <a:custGeom>
              <a:avLst/>
              <a:pathLst>
                <a:path w="7798" h="166985">
                  <a:moveTo>
                    <a:pt x="0" y="0"/>
                  </a:moveTo>
                  <a:lnTo>
                    <a:pt x="7798" y="1669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5437" y="1681685"/>
              <a:ext cx="7798" cy="166985"/>
            </a:xfrm>
            <a:custGeom>
              <a:avLst/>
              <a:pathLst>
                <a:path w="7798" h="166985">
                  <a:moveTo>
                    <a:pt x="0" y="0"/>
                  </a:moveTo>
                  <a:lnTo>
                    <a:pt x="7798" y="1669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5437" y="1681685"/>
              <a:ext cx="7798" cy="166985"/>
            </a:xfrm>
            <a:custGeom>
              <a:avLst/>
              <a:pathLst>
                <a:path w="7798" h="166985">
                  <a:moveTo>
                    <a:pt x="0" y="0"/>
                  </a:moveTo>
                  <a:lnTo>
                    <a:pt x="7798" y="1669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5437" y="1681685"/>
              <a:ext cx="7798" cy="166985"/>
            </a:xfrm>
            <a:custGeom>
              <a:avLst/>
              <a:pathLst>
                <a:path w="7798" h="166985">
                  <a:moveTo>
                    <a:pt x="0" y="0"/>
                  </a:moveTo>
                  <a:lnTo>
                    <a:pt x="7798" y="1669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5437" y="1681685"/>
              <a:ext cx="7798" cy="166985"/>
            </a:xfrm>
            <a:custGeom>
              <a:avLst/>
              <a:pathLst>
                <a:path w="7798" h="166985">
                  <a:moveTo>
                    <a:pt x="0" y="0"/>
                  </a:moveTo>
                  <a:lnTo>
                    <a:pt x="7798" y="1669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5437" y="1681685"/>
              <a:ext cx="7798" cy="166985"/>
            </a:xfrm>
            <a:custGeom>
              <a:avLst/>
              <a:pathLst>
                <a:path w="7798" h="166985">
                  <a:moveTo>
                    <a:pt x="0" y="0"/>
                  </a:moveTo>
                  <a:lnTo>
                    <a:pt x="7798" y="1669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5437" y="1681685"/>
              <a:ext cx="7798" cy="166985"/>
            </a:xfrm>
            <a:custGeom>
              <a:avLst/>
              <a:pathLst>
                <a:path w="7798" h="166985">
                  <a:moveTo>
                    <a:pt x="0" y="0"/>
                  </a:moveTo>
                  <a:lnTo>
                    <a:pt x="7798" y="1669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5437" y="1681685"/>
              <a:ext cx="7798" cy="166985"/>
            </a:xfrm>
            <a:custGeom>
              <a:avLst/>
              <a:pathLst>
                <a:path w="7798" h="166985">
                  <a:moveTo>
                    <a:pt x="0" y="0"/>
                  </a:moveTo>
                  <a:lnTo>
                    <a:pt x="7798" y="1669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15437" y="1681685"/>
              <a:ext cx="7798" cy="166985"/>
            </a:xfrm>
            <a:custGeom>
              <a:avLst/>
              <a:pathLst>
                <a:path w="7798" h="166985">
                  <a:moveTo>
                    <a:pt x="0" y="0"/>
                  </a:moveTo>
                  <a:lnTo>
                    <a:pt x="7798" y="1669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15437" y="1681685"/>
              <a:ext cx="7798" cy="166985"/>
            </a:xfrm>
            <a:custGeom>
              <a:avLst/>
              <a:pathLst>
                <a:path w="7798" h="166985">
                  <a:moveTo>
                    <a:pt x="0" y="0"/>
                  </a:moveTo>
                  <a:lnTo>
                    <a:pt x="7798" y="1669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15437" y="1681685"/>
              <a:ext cx="7798" cy="166985"/>
            </a:xfrm>
            <a:custGeom>
              <a:avLst/>
              <a:pathLst>
                <a:path w="7798" h="166985">
                  <a:moveTo>
                    <a:pt x="0" y="0"/>
                  </a:moveTo>
                  <a:lnTo>
                    <a:pt x="7798" y="1669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15437" y="1681685"/>
              <a:ext cx="7798" cy="166985"/>
            </a:xfrm>
            <a:custGeom>
              <a:avLst/>
              <a:pathLst>
                <a:path w="7798" h="166985">
                  <a:moveTo>
                    <a:pt x="0" y="0"/>
                  </a:moveTo>
                  <a:lnTo>
                    <a:pt x="7798" y="1669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15437" y="1681685"/>
              <a:ext cx="7798" cy="166985"/>
            </a:xfrm>
            <a:custGeom>
              <a:avLst/>
              <a:pathLst>
                <a:path w="7798" h="166985">
                  <a:moveTo>
                    <a:pt x="0" y="0"/>
                  </a:moveTo>
                  <a:lnTo>
                    <a:pt x="7798" y="1669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15437" y="1681685"/>
              <a:ext cx="7798" cy="166985"/>
            </a:xfrm>
            <a:custGeom>
              <a:avLst/>
              <a:pathLst>
                <a:path w="7798" h="166985">
                  <a:moveTo>
                    <a:pt x="0" y="0"/>
                  </a:moveTo>
                  <a:lnTo>
                    <a:pt x="7798" y="1669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15437" y="1681685"/>
              <a:ext cx="7798" cy="166985"/>
            </a:xfrm>
            <a:custGeom>
              <a:avLst/>
              <a:pathLst>
                <a:path w="7798" h="166985">
                  <a:moveTo>
                    <a:pt x="0" y="0"/>
                  </a:moveTo>
                  <a:lnTo>
                    <a:pt x="7798" y="1669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15437" y="1681685"/>
              <a:ext cx="7798" cy="166985"/>
            </a:xfrm>
            <a:custGeom>
              <a:avLst/>
              <a:pathLst>
                <a:path w="7798" h="166985">
                  <a:moveTo>
                    <a:pt x="0" y="0"/>
                  </a:moveTo>
                  <a:lnTo>
                    <a:pt x="7798" y="1669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256069" y="1681685"/>
              <a:ext cx="334317" cy="334149"/>
            </a:xfrm>
            <a:custGeom>
              <a:avLst/>
              <a:pathLst>
                <a:path w="334317" h="334149">
                  <a:moveTo>
                    <a:pt x="159367" y="0"/>
                  </a:moveTo>
                  <a:lnTo>
                    <a:pt x="154087" y="330"/>
                  </a:lnTo>
                  <a:lnTo>
                    <a:pt x="148820" y="827"/>
                  </a:lnTo>
                  <a:lnTo>
                    <a:pt x="143572" y="1491"/>
                  </a:lnTo>
                  <a:lnTo>
                    <a:pt x="138347" y="2320"/>
                  </a:lnTo>
                  <a:lnTo>
                    <a:pt x="133152" y="3314"/>
                  </a:lnTo>
                  <a:lnTo>
                    <a:pt x="127990" y="4473"/>
                  </a:lnTo>
                  <a:lnTo>
                    <a:pt x="122867" y="5793"/>
                  </a:lnTo>
                  <a:lnTo>
                    <a:pt x="117789" y="7276"/>
                  </a:lnTo>
                  <a:lnTo>
                    <a:pt x="112761" y="8918"/>
                  </a:lnTo>
                  <a:lnTo>
                    <a:pt x="107786" y="10719"/>
                  </a:lnTo>
                  <a:lnTo>
                    <a:pt x="102872" y="12676"/>
                  </a:lnTo>
                  <a:lnTo>
                    <a:pt x="98021" y="14787"/>
                  </a:lnTo>
                  <a:lnTo>
                    <a:pt x="93240" y="17051"/>
                  </a:lnTo>
                  <a:lnTo>
                    <a:pt x="88533" y="19465"/>
                  </a:lnTo>
                  <a:lnTo>
                    <a:pt x="83905" y="22027"/>
                  </a:lnTo>
                  <a:lnTo>
                    <a:pt x="79360" y="24734"/>
                  </a:lnTo>
                  <a:lnTo>
                    <a:pt x="74903" y="27584"/>
                  </a:lnTo>
                  <a:lnTo>
                    <a:pt x="70538" y="30573"/>
                  </a:lnTo>
                  <a:lnTo>
                    <a:pt x="66270" y="33699"/>
                  </a:lnTo>
                  <a:lnTo>
                    <a:pt x="62103" y="36958"/>
                  </a:lnTo>
                  <a:lnTo>
                    <a:pt x="58042" y="40347"/>
                  </a:lnTo>
                  <a:lnTo>
                    <a:pt x="54089" y="43863"/>
                  </a:lnTo>
                  <a:lnTo>
                    <a:pt x="50250" y="47503"/>
                  </a:lnTo>
                  <a:lnTo>
                    <a:pt x="46528" y="51262"/>
                  </a:lnTo>
                  <a:lnTo>
                    <a:pt x="42927" y="55137"/>
                  </a:lnTo>
                  <a:lnTo>
                    <a:pt x="39450" y="59124"/>
                  </a:lnTo>
                  <a:lnTo>
                    <a:pt x="36101" y="63219"/>
                  </a:lnTo>
                  <a:lnTo>
                    <a:pt x="32884" y="67418"/>
                  </a:lnTo>
                  <a:lnTo>
                    <a:pt x="29800" y="71717"/>
                  </a:lnTo>
                  <a:lnTo>
                    <a:pt x="26855" y="76111"/>
                  </a:lnTo>
                  <a:lnTo>
                    <a:pt x="24050" y="80596"/>
                  </a:lnTo>
                  <a:lnTo>
                    <a:pt x="21388" y="85168"/>
                  </a:lnTo>
                  <a:lnTo>
                    <a:pt x="18872" y="89821"/>
                  </a:lnTo>
                  <a:lnTo>
                    <a:pt x="16505" y="94552"/>
                  </a:lnTo>
                  <a:lnTo>
                    <a:pt x="14288" y="99356"/>
                  </a:lnTo>
                  <a:lnTo>
                    <a:pt x="12225" y="104227"/>
                  </a:lnTo>
                  <a:lnTo>
                    <a:pt x="10317" y="109161"/>
                  </a:lnTo>
                  <a:lnTo>
                    <a:pt x="8566" y="114152"/>
                  </a:lnTo>
                  <a:lnTo>
                    <a:pt x="6973" y="119197"/>
                  </a:lnTo>
                  <a:lnTo>
                    <a:pt x="5542" y="124290"/>
                  </a:lnTo>
                  <a:lnTo>
                    <a:pt x="4272" y="129425"/>
                  </a:lnTo>
                  <a:lnTo>
                    <a:pt x="3165" y="134598"/>
                  </a:lnTo>
                  <a:lnTo>
                    <a:pt x="2222" y="139803"/>
                  </a:lnTo>
                  <a:lnTo>
                    <a:pt x="1445" y="145036"/>
                  </a:lnTo>
                  <a:lnTo>
                    <a:pt x="833" y="150291"/>
                  </a:lnTo>
                  <a:lnTo>
                    <a:pt x="388" y="155562"/>
                  </a:lnTo>
                  <a:lnTo>
                    <a:pt x="110" y="160845"/>
                  </a:lnTo>
                  <a:lnTo>
                    <a:pt x="0" y="166134"/>
                  </a:lnTo>
                  <a:lnTo>
                    <a:pt x="56" y="171423"/>
                  </a:lnTo>
                  <a:lnTo>
                    <a:pt x="280" y="176709"/>
                  </a:lnTo>
                  <a:lnTo>
                    <a:pt x="672" y="181984"/>
                  </a:lnTo>
                  <a:lnTo>
                    <a:pt x="1230" y="187245"/>
                  </a:lnTo>
                  <a:lnTo>
                    <a:pt x="1954" y="192485"/>
                  </a:lnTo>
                  <a:lnTo>
                    <a:pt x="2843" y="197700"/>
                  </a:lnTo>
                  <a:lnTo>
                    <a:pt x="3897" y="202884"/>
                  </a:lnTo>
                  <a:lnTo>
                    <a:pt x="5115" y="208032"/>
                  </a:lnTo>
                  <a:lnTo>
                    <a:pt x="6495" y="213139"/>
                  </a:lnTo>
                  <a:lnTo>
                    <a:pt x="8036" y="218200"/>
                  </a:lnTo>
                  <a:lnTo>
                    <a:pt x="9736" y="223209"/>
                  </a:lnTo>
                  <a:lnTo>
                    <a:pt x="11594" y="228162"/>
                  </a:lnTo>
                  <a:lnTo>
                    <a:pt x="13607" y="233054"/>
                  </a:lnTo>
                  <a:lnTo>
                    <a:pt x="15775" y="237880"/>
                  </a:lnTo>
                  <a:lnTo>
                    <a:pt x="18094" y="242634"/>
                  </a:lnTo>
                  <a:lnTo>
                    <a:pt x="20562" y="247313"/>
                  </a:lnTo>
                  <a:lnTo>
                    <a:pt x="23177" y="251912"/>
                  </a:lnTo>
                  <a:lnTo>
                    <a:pt x="25937" y="256425"/>
                  </a:lnTo>
                  <a:lnTo>
                    <a:pt x="28837" y="260849"/>
                  </a:lnTo>
                  <a:lnTo>
                    <a:pt x="31877" y="265179"/>
                  </a:lnTo>
                  <a:lnTo>
                    <a:pt x="35051" y="269410"/>
                  </a:lnTo>
                  <a:lnTo>
                    <a:pt x="38358" y="273539"/>
                  </a:lnTo>
                  <a:lnTo>
                    <a:pt x="41794" y="277562"/>
                  </a:lnTo>
                  <a:lnTo>
                    <a:pt x="45356" y="281473"/>
                  </a:lnTo>
                  <a:lnTo>
                    <a:pt x="49039" y="285270"/>
                  </a:lnTo>
                  <a:lnTo>
                    <a:pt x="52841" y="288948"/>
                  </a:lnTo>
                  <a:lnTo>
                    <a:pt x="56758" y="292505"/>
                  </a:lnTo>
                  <a:lnTo>
                    <a:pt x="60785" y="295935"/>
                  </a:lnTo>
                  <a:lnTo>
                    <a:pt x="64918" y="299237"/>
                  </a:lnTo>
                  <a:lnTo>
                    <a:pt x="69154" y="302406"/>
                  </a:lnTo>
                  <a:lnTo>
                    <a:pt x="73488" y="305439"/>
                  </a:lnTo>
                  <a:lnTo>
                    <a:pt x="77916" y="308334"/>
                  </a:lnTo>
                  <a:lnTo>
                    <a:pt x="82433" y="311087"/>
                  </a:lnTo>
                  <a:lnTo>
                    <a:pt x="87035" y="313696"/>
                  </a:lnTo>
                  <a:lnTo>
                    <a:pt x="91717" y="316158"/>
                  </a:lnTo>
                  <a:lnTo>
                    <a:pt x="96475" y="318471"/>
                  </a:lnTo>
                  <a:lnTo>
                    <a:pt x="101303" y="320631"/>
                  </a:lnTo>
                  <a:lnTo>
                    <a:pt x="106198" y="322638"/>
                  </a:lnTo>
                  <a:lnTo>
                    <a:pt x="111154" y="324490"/>
                  </a:lnTo>
                  <a:lnTo>
                    <a:pt x="116165" y="326183"/>
                  </a:lnTo>
                  <a:lnTo>
                    <a:pt x="121228" y="327717"/>
                  </a:lnTo>
                  <a:lnTo>
                    <a:pt x="126337" y="329090"/>
                  </a:lnTo>
                  <a:lnTo>
                    <a:pt x="131487" y="330301"/>
                  </a:lnTo>
                  <a:lnTo>
                    <a:pt x="136672" y="331348"/>
                  </a:lnTo>
                  <a:lnTo>
                    <a:pt x="141888" y="332230"/>
                  </a:lnTo>
                  <a:lnTo>
                    <a:pt x="147129" y="332947"/>
                  </a:lnTo>
                  <a:lnTo>
                    <a:pt x="152390" y="333498"/>
                  </a:lnTo>
                  <a:lnTo>
                    <a:pt x="157667" y="333882"/>
                  </a:lnTo>
                  <a:lnTo>
                    <a:pt x="162952" y="334099"/>
                  </a:lnTo>
                  <a:lnTo>
                    <a:pt x="168242" y="334149"/>
                  </a:lnTo>
                  <a:lnTo>
                    <a:pt x="173531" y="334031"/>
                  </a:lnTo>
                  <a:lnTo>
                    <a:pt x="178813" y="333746"/>
                  </a:lnTo>
                  <a:lnTo>
                    <a:pt x="184084" y="333294"/>
                  </a:lnTo>
                  <a:lnTo>
                    <a:pt x="189338" y="332675"/>
                  </a:lnTo>
                  <a:lnTo>
                    <a:pt x="194569" y="331891"/>
                  </a:lnTo>
                  <a:lnTo>
                    <a:pt x="199773" y="330941"/>
                  </a:lnTo>
                  <a:lnTo>
                    <a:pt x="204945" y="329827"/>
                  </a:lnTo>
                  <a:lnTo>
                    <a:pt x="210078" y="328550"/>
                  </a:lnTo>
                  <a:lnTo>
                    <a:pt x="215169" y="327112"/>
                  </a:lnTo>
                  <a:lnTo>
                    <a:pt x="220212" y="325513"/>
                  </a:lnTo>
                  <a:lnTo>
                    <a:pt x="225201" y="323755"/>
                  </a:lnTo>
                  <a:lnTo>
                    <a:pt x="230132" y="321840"/>
                  </a:lnTo>
                  <a:lnTo>
                    <a:pt x="235001" y="319770"/>
                  </a:lnTo>
                  <a:lnTo>
                    <a:pt x="239801" y="317547"/>
                  </a:lnTo>
                  <a:lnTo>
                    <a:pt x="244529" y="315173"/>
                  </a:lnTo>
                  <a:lnTo>
                    <a:pt x="249179" y="312651"/>
                  </a:lnTo>
                  <a:lnTo>
                    <a:pt x="253747" y="309983"/>
                  </a:lnTo>
                  <a:lnTo>
                    <a:pt x="258228" y="307172"/>
                  </a:lnTo>
                  <a:lnTo>
                    <a:pt x="262618" y="304220"/>
                  </a:lnTo>
                  <a:lnTo>
                    <a:pt x="266913" y="301131"/>
                  </a:lnTo>
                  <a:lnTo>
                    <a:pt x="271107" y="297908"/>
                  </a:lnTo>
                  <a:lnTo>
                    <a:pt x="275198" y="294554"/>
                  </a:lnTo>
                  <a:lnTo>
                    <a:pt x="279180" y="291071"/>
                  </a:lnTo>
                  <a:lnTo>
                    <a:pt x="283051" y="287465"/>
                  </a:lnTo>
                  <a:lnTo>
                    <a:pt x="286805" y="283738"/>
                  </a:lnTo>
                  <a:lnTo>
                    <a:pt x="290439" y="279894"/>
                  </a:lnTo>
                  <a:lnTo>
                    <a:pt x="293950" y="275937"/>
                  </a:lnTo>
                  <a:lnTo>
                    <a:pt x="297334" y="271871"/>
                  </a:lnTo>
                  <a:lnTo>
                    <a:pt x="300587" y="267699"/>
                  </a:lnTo>
                  <a:lnTo>
                    <a:pt x="303707" y="263427"/>
                  </a:lnTo>
                  <a:lnTo>
                    <a:pt x="306690" y="259059"/>
                  </a:lnTo>
                  <a:lnTo>
                    <a:pt x="309534" y="254598"/>
                  </a:lnTo>
                  <a:lnTo>
                    <a:pt x="312235" y="250049"/>
                  </a:lnTo>
                  <a:lnTo>
                    <a:pt x="314790" y="245417"/>
                  </a:lnTo>
                  <a:lnTo>
                    <a:pt x="317198" y="240707"/>
                  </a:lnTo>
                  <a:lnTo>
                    <a:pt x="319456" y="235923"/>
                  </a:lnTo>
                  <a:lnTo>
                    <a:pt x="321561" y="231070"/>
                  </a:lnTo>
                  <a:lnTo>
                    <a:pt x="323511" y="226152"/>
                  </a:lnTo>
                  <a:lnTo>
                    <a:pt x="325305" y="221175"/>
                  </a:lnTo>
                  <a:lnTo>
                    <a:pt x="326941" y="216145"/>
                  </a:lnTo>
                  <a:lnTo>
                    <a:pt x="328416" y="211064"/>
                  </a:lnTo>
                  <a:lnTo>
                    <a:pt x="329730" y="205940"/>
                  </a:lnTo>
                  <a:lnTo>
                    <a:pt x="330881" y="200777"/>
                  </a:lnTo>
                  <a:lnTo>
                    <a:pt x="331868" y="195580"/>
                  </a:lnTo>
                  <a:lnTo>
                    <a:pt x="332691" y="190354"/>
                  </a:lnTo>
                  <a:lnTo>
                    <a:pt x="333347" y="185105"/>
                  </a:lnTo>
                  <a:lnTo>
                    <a:pt x="333837" y="179837"/>
                  </a:lnTo>
                  <a:lnTo>
                    <a:pt x="334161" y="174557"/>
                  </a:lnTo>
                  <a:lnTo>
                    <a:pt x="334317" y="169270"/>
                  </a:lnTo>
                  <a:lnTo>
                    <a:pt x="334305" y="163979"/>
                  </a:lnTo>
                  <a:lnTo>
                    <a:pt x="334126" y="158692"/>
                  </a:lnTo>
                  <a:lnTo>
                    <a:pt x="333780" y="153414"/>
                  </a:lnTo>
                  <a:lnTo>
                    <a:pt x="333268" y="148149"/>
                  </a:lnTo>
                  <a:lnTo>
                    <a:pt x="332588" y="142902"/>
                  </a:lnTo>
                  <a:lnTo>
                    <a:pt x="331744" y="137680"/>
                  </a:lnTo>
                  <a:lnTo>
                    <a:pt x="330734" y="132487"/>
                  </a:lnTo>
                  <a:lnTo>
                    <a:pt x="329560" y="127329"/>
                  </a:lnTo>
                  <a:lnTo>
                    <a:pt x="328224" y="122210"/>
                  </a:lnTo>
                  <a:lnTo>
                    <a:pt x="326727" y="117137"/>
                  </a:lnTo>
                  <a:lnTo>
                    <a:pt x="325070" y="112113"/>
                  </a:lnTo>
                  <a:lnTo>
                    <a:pt x="323255" y="107144"/>
                  </a:lnTo>
                  <a:lnTo>
                    <a:pt x="321283" y="102235"/>
                  </a:lnTo>
                  <a:lnTo>
                    <a:pt x="319157" y="97391"/>
                  </a:lnTo>
                  <a:lnTo>
                    <a:pt x="316879" y="92617"/>
                  </a:lnTo>
                  <a:lnTo>
                    <a:pt x="314451" y="87917"/>
                  </a:lnTo>
                  <a:lnTo>
                    <a:pt x="311875" y="83296"/>
                  </a:lnTo>
                  <a:lnTo>
                    <a:pt x="309155" y="78759"/>
                  </a:lnTo>
                  <a:lnTo>
                    <a:pt x="306292" y="74310"/>
                  </a:lnTo>
                  <a:lnTo>
                    <a:pt x="303290" y="69955"/>
                  </a:lnTo>
                  <a:lnTo>
                    <a:pt x="300152" y="65696"/>
                  </a:lnTo>
                  <a:lnTo>
                    <a:pt x="296880" y="61539"/>
                  </a:lnTo>
                  <a:lnTo>
                    <a:pt x="293479" y="57487"/>
                  </a:lnTo>
                  <a:lnTo>
                    <a:pt x="289951" y="53545"/>
                  </a:lnTo>
                  <a:lnTo>
                    <a:pt x="286300" y="49717"/>
                  </a:lnTo>
                  <a:lnTo>
                    <a:pt x="282530" y="46006"/>
                  </a:lnTo>
                  <a:lnTo>
                    <a:pt x="278644" y="42416"/>
                  </a:lnTo>
                  <a:lnTo>
                    <a:pt x="274647" y="38951"/>
                  </a:lnTo>
                  <a:lnTo>
                    <a:pt x="270542" y="35615"/>
                  </a:lnTo>
                  <a:lnTo>
                    <a:pt x="266333" y="32409"/>
                  </a:lnTo>
                  <a:lnTo>
                    <a:pt x="262026" y="29339"/>
                  </a:lnTo>
                  <a:lnTo>
                    <a:pt x="257623" y="26406"/>
                  </a:lnTo>
                  <a:lnTo>
                    <a:pt x="253129" y="23615"/>
                  </a:lnTo>
                  <a:lnTo>
                    <a:pt x="248550" y="20966"/>
                  </a:lnTo>
                  <a:lnTo>
                    <a:pt x="243889" y="18464"/>
                  </a:lnTo>
                  <a:lnTo>
                    <a:pt x="239151" y="16111"/>
                  </a:lnTo>
                  <a:lnTo>
                    <a:pt x="234341" y="13909"/>
                  </a:lnTo>
                  <a:lnTo>
                    <a:pt x="167165" y="1669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423235" y="1681503"/>
              <a:ext cx="67176" cy="167167"/>
            </a:xfrm>
            <a:custGeom>
              <a:avLst/>
              <a:pathLst>
                <a:path w="67176" h="167167">
                  <a:moveTo>
                    <a:pt x="67176" y="14091"/>
                  </a:moveTo>
                  <a:lnTo>
                    <a:pt x="61862" y="11867"/>
                  </a:lnTo>
                  <a:lnTo>
                    <a:pt x="56474" y="9828"/>
                  </a:lnTo>
                  <a:lnTo>
                    <a:pt x="51020" y="7976"/>
                  </a:lnTo>
                  <a:lnTo>
                    <a:pt x="45505" y="6312"/>
                  </a:lnTo>
                  <a:lnTo>
                    <a:pt x="39935" y="4840"/>
                  </a:lnTo>
                  <a:lnTo>
                    <a:pt x="34319" y="3560"/>
                  </a:lnTo>
                  <a:lnTo>
                    <a:pt x="28661" y="2475"/>
                  </a:lnTo>
                  <a:lnTo>
                    <a:pt x="22970" y="1585"/>
                  </a:lnTo>
                  <a:lnTo>
                    <a:pt x="17251" y="892"/>
                  </a:lnTo>
                  <a:lnTo>
                    <a:pt x="11512" y="396"/>
                  </a:lnTo>
                  <a:lnTo>
                    <a:pt x="5759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853882" y="1322571"/>
              <a:ext cx="167156" cy="329305"/>
            </a:xfrm>
            <a:custGeom>
              <a:avLst/>
              <a:pathLst>
                <a:path w="167156" h="329305">
                  <a:moveTo>
                    <a:pt x="167156" y="0"/>
                  </a:moveTo>
                  <a:lnTo>
                    <a:pt x="161837" y="84"/>
                  </a:lnTo>
                  <a:lnTo>
                    <a:pt x="156524" y="338"/>
                  </a:lnTo>
                  <a:lnTo>
                    <a:pt x="151222" y="761"/>
                  </a:lnTo>
                  <a:lnTo>
                    <a:pt x="145936" y="1352"/>
                  </a:lnTo>
                  <a:lnTo>
                    <a:pt x="140671" y="2111"/>
                  </a:lnTo>
                  <a:lnTo>
                    <a:pt x="135433" y="3037"/>
                  </a:lnTo>
                  <a:lnTo>
                    <a:pt x="130227" y="4129"/>
                  </a:lnTo>
                  <a:lnTo>
                    <a:pt x="125059" y="5387"/>
                  </a:lnTo>
                  <a:lnTo>
                    <a:pt x="119933" y="6808"/>
                  </a:lnTo>
                  <a:lnTo>
                    <a:pt x="114855" y="8392"/>
                  </a:lnTo>
                  <a:lnTo>
                    <a:pt x="109830" y="10136"/>
                  </a:lnTo>
                  <a:lnTo>
                    <a:pt x="104863" y="12039"/>
                  </a:lnTo>
                  <a:lnTo>
                    <a:pt x="99959" y="14100"/>
                  </a:lnTo>
                  <a:lnTo>
                    <a:pt x="95123" y="16315"/>
                  </a:lnTo>
                  <a:lnTo>
                    <a:pt x="90360" y="18683"/>
                  </a:lnTo>
                  <a:lnTo>
                    <a:pt x="85675" y="21202"/>
                  </a:lnTo>
                  <a:lnTo>
                    <a:pt x="81073" y="23868"/>
                  </a:lnTo>
                  <a:lnTo>
                    <a:pt x="76557" y="26679"/>
                  </a:lnTo>
                  <a:lnTo>
                    <a:pt x="72133" y="29633"/>
                  </a:lnTo>
                  <a:lnTo>
                    <a:pt x="67806" y="32725"/>
                  </a:lnTo>
                  <a:lnTo>
                    <a:pt x="63579" y="35954"/>
                  </a:lnTo>
                  <a:lnTo>
                    <a:pt x="59457" y="39316"/>
                  </a:lnTo>
                  <a:lnTo>
                    <a:pt x="55443" y="42807"/>
                  </a:lnTo>
                  <a:lnTo>
                    <a:pt x="51543" y="46424"/>
                  </a:lnTo>
                  <a:lnTo>
                    <a:pt x="47761" y="50164"/>
                  </a:lnTo>
                  <a:lnTo>
                    <a:pt x="44098" y="54022"/>
                  </a:lnTo>
                  <a:lnTo>
                    <a:pt x="40561" y="57994"/>
                  </a:lnTo>
                  <a:lnTo>
                    <a:pt x="37152" y="62077"/>
                  </a:lnTo>
                  <a:lnTo>
                    <a:pt x="33874" y="66266"/>
                  </a:lnTo>
                  <a:lnTo>
                    <a:pt x="30731" y="70558"/>
                  </a:lnTo>
                  <a:lnTo>
                    <a:pt x="27727" y="74947"/>
                  </a:lnTo>
                  <a:lnTo>
                    <a:pt x="24863" y="79430"/>
                  </a:lnTo>
                  <a:lnTo>
                    <a:pt x="22144" y="84001"/>
                  </a:lnTo>
                  <a:lnTo>
                    <a:pt x="19571" y="88657"/>
                  </a:lnTo>
                  <a:lnTo>
                    <a:pt x="17148" y="93392"/>
                  </a:lnTo>
                  <a:lnTo>
                    <a:pt x="14877" y="98202"/>
                  </a:lnTo>
                  <a:lnTo>
                    <a:pt x="12760" y="103082"/>
                  </a:lnTo>
                  <a:lnTo>
                    <a:pt x="10799" y="108026"/>
                  </a:lnTo>
                  <a:lnTo>
                    <a:pt x="8997" y="113031"/>
                  </a:lnTo>
                  <a:lnTo>
                    <a:pt x="7355" y="118090"/>
                  </a:lnTo>
                  <a:lnTo>
                    <a:pt x="5874" y="123199"/>
                  </a:lnTo>
                  <a:lnTo>
                    <a:pt x="4557" y="128352"/>
                  </a:lnTo>
                  <a:lnTo>
                    <a:pt x="3404" y="133545"/>
                  </a:lnTo>
                  <a:lnTo>
                    <a:pt x="2418" y="138772"/>
                  </a:lnTo>
                  <a:lnTo>
                    <a:pt x="1598" y="144028"/>
                  </a:lnTo>
                  <a:lnTo>
                    <a:pt x="945" y="149307"/>
                  </a:lnTo>
                  <a:lnTo>
                    <a:pt x="461" y="154604"/>
                  </a:lnTo>
                  <a:lnTo>
                    <a:pt x="146" y="159913"/>
                  </a:lnTo>
                  <a:lnTo>
                    <a:pt x="0" y="165231"/>
                  </a:lnTo>
                  <a:lnTo>
                    <a:pt x="23" y="170550"/>
                  </a:lnTo>
                  <a:lnTo>
                    <a:pt x="215" y="175865"/>
                  </a:lnTo>
                  <a:lnTo>
                    <a:pt x="576" y="181172"/>
                  </a:lnTo>
                  <a:lnTo>
                    <a:pt x="1106" y="186465"/>
                  </a:lnTo>
                  <a:lnTo>
                    <a:pt x="1804" y="191738"/>
                  </a:lnTo>
                  <a:lnTo>
                    <a:pt x="2669" y="196986"/>
                  </a:lnTo>
                  <a:lnTo>
                    <a:pt x="3701" y="202204"/>
                  </a:lnTo>
                  <a:lnTo>
                    <a:pt x="4899" y="207387"/>
                  </a:lnTo>
                  <a:lnTo>
                    <a:pt x="6261" y="212529"/>
                  </a:lnTo>
                  <a:lnTo>
                    <a:pt x="7785" y="217625"/>
                  </a:lnTo>
                  <a:lnTo>
                    <a:pt x="9471" y="222670"/>
                  </a:lnTo>
                  <a:lnTo>
                    <a:pt x="11317" y="227658"/>
                  </a:lnTo>
                  <a:lnTo>
                    <a:pt x="13320" y="232586"/>
                  </a:lnTo>
                  <a:lnTo>
                    <a:pt x="15480" y="237447"/>
                  </a:lnTo>
                  <a:lnTo>
                    <a:pt x="17792" y="242237"/>
                  </a:lnTo>
                  <a:lnTo>
                    <a:pt x="20256" y="246951"/>
                  </a:lnTo>
                  <a:lnTo>
                    <a:pt x="22869" y="251584"/>
                  </a:lnTo>
                  <a:lnTo>
                    <a:pt x="25628" y="256132"/>
                  </a:lnTo>
                  <a:lnTo>
                    <a:pt x="28530" y="260590"/>
                  </a:lnTo>
                  <a:lnTo>
                    <a:pt x="31572" y="264953"/>
                  </a:lnTo>
                  <a:lnTo>
                    <a:pt x="34752" y="269217"/>
                  </a:lnTo>
                  <a:lnTo>
                    <a:pt x="38066" y="273378"/>
                  </a:lnTo>
                  <a:lnTo>
                    <a:pt x="41510" y="277431"/>
                  </a:lnTo>
                  <a:lnTo>
                    <a:pt x="45082" y="281373"/>
                  </a:lnTo>
                  <a:lnTo>
                    <a:pt x="48777" y="285199"/>
                  </a:lnTo>
                  <a:lnTo>
                    <a:pt x="52593" y="288905"/>
                  </a:lnTo>
                  <a:lnTo>
                    <a:pt x="56524" y="292489"/>
                  </a:lnTo>
                  <a:lnTo>
                    <a:pt x="60567" y="295945"/>
                  </a:lnTo>
                  <a:lnTo>
                    <a:pt x="64718" y="299271"/>
                  </a:lnTo>
                  <a:lnTo>
                    <a:pt x="68973" y="302463"/>
                  </a:lnTo>
                  <a:lnTo>
                    <a:pt x="73327" y="305518"/>
                  </a:lnTo>
                  <a:lnTo>
                    <a:pt x="77776" y="308433"/>
                  </a:lnTo>
                  <a:lnTo>
                    <a:pt x="82316" y="311206"/>
                  </a:lnTo>
                  <a:lnTo>
                    <a:pt x="86941" y="313832"/>
                  </a:lnTo>
                  <a:lnTo>
                    <a:pt x="91648" y="316310"/>
                  </a:lnTo>
                  <a:lnTo>
                    <a:pt x="96431" y="318637"/>
                  </a:lnTo>
                  <a:lnTo>
                    <a:pt x="101286" y="320810"/>
                  </a:lnTo>
                  <a:lnTo>
                    <a:pt x="106208" y="322828"/>
                  </a:lnTo>
                  <a:lnTo>
                    <a:pt x="111191" y="324688"/>
                  </a:lnTo>
                  <a:lnTo>
                    <a:pt x="116231" y="326389"/>
                  </a:lnTo>
                  <a:lnTo>
                    <a:pt x="121322" y="327928"/>
                  </a:lnTo>
                  <a:lnTo>
                    <a:pt x="126460" y="32930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80343" y="1489739"/>
              <a:ext cx="40695" cy="162138"/>
            </a:xfrm>
            <a:custGeom>
              <a:avLst/>
              <a:pathLst>
                <a:path w="40695" h="162138">
                  <a:moveTo>
                    <a:pt x="0" y="162138"/>
                  </a:moveTo>
                  <a:lnTo>
                    <a:pt x="4069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80343" y="1489739"/>
              <a:ext cx="40695" cy="162138"/>
            </a:xfrm>
            <a:custGeom>
              <a:avLst/>
              <a:pathLst>
                <a:path w="40695" h="162138">
                  <a:moveTo>
                    <a:pt x="0" y="162138"/>
                  </a:moveTo>
                  <a:lnTo>
                    <a:pt x="4069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80343" y="1489739"/>
              <a:ext cx="40695" cy="162138"/>
            </a:xfrm>
            <a:custGeom>
              <a:avLst/>
              <a:pathLst>
                <a:path w="40695" h="162138">
                  <a:moveTo>
                    <a:pt x="0" y="162138"/>
                  </a:moveTo>
                  <a:lnTo>
                    <a:pt x="4069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80343" y="1489739"/>
              <a:ext cx="40695" cy="162138"/>
            </a:xfrm>
            <a:custGeom>
              <a:avLst/>
              <a:pathLst>
                <a:path w="40695" h="162138">
                  <a:moveTo>
                    <a:pt x="0" y="162138"/>
                  </a:moveTo>
                  <a:lnTo>
                    <a:pt x="4069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80343" y="1489739"/>
              <a:ext cx="40695" cy="162138"/>
            </a:xfrm>
            <a:custGeom>
              <a:avLst/>
              <a:pathLst>
                <a:path w="40695" h="162138">
                  <a:moveTo>
                    <a:pt x="0" y="162138"/>
                  </a:moveTo>
                  <a:lnTo>
                    <a:pt x="4069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80343" y="1489739"/>
              <a:ext cx="40695" cy="162138"/>
            </a:xfrm>
            <a:custGeom>
              <a:avLst/>
              <a:pathLst>
                <a:path w="40695" h="162138">
                  <a:moveTo>
                    <a:pt x="0" y="162138"/>
                  </a:moveTo>
                  <a:lnTo>
                    <a:pt x="4069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80343" y="1489739"/>
              <a:ext cx="40695" cy="162138"/>
            </a:xfrm>
            <a:custGeom>
              <a:avLst/>
              <a:pathLst>
                <a:path w="40695" h="162138">
                  <a:moveTo>
                    <a:pt x="0" y="162138"/>
                  </a:moveTo>
                  <a:lnTo>
                    <a:pt x="4069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80343" y="1489739"/>
              <a:ext cx="40695" cy="162138"/>
            </a:xfrm>
            <a:custGeom>
              <a:avLst/>
              <a:pathLst>
                <a:path w="40695" h="162138">
                  <a:moveTo>
                    <a:pt x="0" y="162138"/>
                  </a:moveTo>
                  <a:lnTo>
                    <a:pt x="4069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80343" y="1489739"/>
              <a:ext cx="40695" cy="162138"/>
            </a:xfrm>
            <a:custGeom>
              <a:avLst/>
              <a:pathLst>
                <a:path w="40695" h="162138">
                  <a:moveTo>
                    <a:pt x="0" y="162138"/>
                  </a:moveTo>
                  <a:lnTo>
                    <a:pt x="4069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80343" y="1489739"/>
              <a:ext cx="40695" cy="162138"/>
            </a:xfrm>
            <a:custGeom>
              <a:avLst/>
              <a:pathLst>
                <a:path w="40695" h="162138">
                  <a:moveTo>
                    <a:pt x="0" y="162138"/>
                  </a:moveTo>
                  <a:lnTo>
                    <a:pt x="4069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80343" y="1489739"/>
              <a:ext cx="40695" cy="162138"/>
            </a:xfrm>
            <a:custGeom>
              <a:avLst/>
              <a:pathLst>
                <a:path w="40695" h="162138">
                  <a:moveTo>
                    <a:pt x="0" y="162138"/>
                  </a:moveTo>
                  <a:lnTo>
                    <a:pt x="4069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80343" y="1489739"/>
              <a:ext cx="40695" cy="162138"/>
            </a:xfrm>
            <a:custGeom>
              <a:avLst/>
              <a:pathLst>
                <a:path w="40695" h="162138">
                  <a:moveTo>
                    <a:pt x="0" y="162138"/>
                  </a:moveTo>
                  <a:lnTo>
                    <a:pt x="4069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80343" y="1489739"/>
              <a:ext cx="40695" cy="162138"/>
            </a:xfrm>
            <a:custGeom>
              <a:avLst/>
              <a:pathLst>
                <a:path w="40695" h="162138">
                  <a:moveTo>
                    <a:pt x="0" y="162138"/>
                  </a:moveTo>
                  <a:lnTo>
                    <a:pt x="4069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80343" y="1489739"/>
              <a:ext cx="40695" cy="162138"/>
            </a:xfrm>
            <a:custGeom>
              <a:avLst/>
              <a:pathLst>
                <a:path w="40695" h="162138">
                  <a:moveTo>
                    <a:pt x="0" y="162138"/>
                  </a:moveTo>
                  <a:lnTo>
                    <a:pt x="4069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80343" y="1489739"/>
              <a:ext cx="40695" cy="162138"/>
            </a:xfrm>
            <a:custGeom>
              <a:avLst/>
              <a:pathLst>
                <a:path w="40695" h="162138">
                  <a:moveTo>
                    <a:pt x="0" y="162138"/>
                  </a:moveTo>
                  <a:lnTo>
                    <a:pt x="4069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80343" y="1489739"/>
              <a:ext cx="40695" cy="162138"/>
            </a:xfrm>
            <a:custGeom>
              <a:avLst/>
              <a:pathLst>
                <a:path w="40695" h="162138">
                  <a:moveTo>
                    <a:pt x="0" y="162138"/>
                  </a:moveTo>
                  <a:lnTo>
                    <a:pt x="4069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80343" y="1489739"/>
              <a:ext cx="40695" cy="162138"/>
            </a:xfrm>
            <a:custGeom>
              <a:avLst/>
              <a:pathLst>
                <a:path w="40695" h="162138">
                  <a:moveTo>
                    <a:pt x="0" y="162138"/>
                  </a:moveTo>
                  <a:lnTo>
                    <a:pt x="4069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80343" y="1489739"/>
              <a:ext cx="40695" cy="162138"/>
            </a:xfrm>
            <a:custGeom>
              <a:avLst/>
              <a:pathLst>
                <a:path w="40695" h="162138">
                  <a:moveTo>
                    <a:pt x="0" y="162138"/>
                  </a:moveTo>
                  <a:lnTo>
                    <a:pt x="4069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80343" y="1489739"/>
              <a:ext cx="40695" cy="162138"/>
            </a:xfrm>
            <a:custGeom>
              <a:avLst/>
              <a:pathLst>
                <a:path w="40695" h="162138">
                  <a:moveTo>
                    <a:pt x="0" y="162138"/>
                  </a:moveTo>
                  <a:lnTo>
                    <a:pt x="4069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80343" y="1489739"/>
              <a:ext cx="40695" cy="162138"/>
            </a:xfrm>
            <a:custGeom>
              <a:avLst/>
              <a:pathLst>
                <a:path w="40695" h="162138">
                  <a:moveTo>
                    <a:pt x="0" y="162138"/>
                  </a:moveTo>
                  <a:lnTo>
                    <a:pt x="4069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80343" y="1489739"/>
              <a:ext cx="40695" cy="162138"/>
            </a:xfrm>
            <a:custGeom>
              <a:avLst/>
              <a:pathLst>
                <a:path w="40695" h="162138">
                  <a:moveTo>
                    <a:pt x="0" y="162138"/>
                  </a:moveTo>
                  <a:lnTo>
                    <a:pt x="406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980343" y="1322647"/>
              <a:ext cx="207859" cy="334251"/>
            </a:xfrm>
            <a:custGeom>
              <a:avLst/>
              <a:pathLst>
                <a:path w="207859" h="334251">
                  <a:moveTo>
                    <a:pt x="0" y="329230"/>
                  </a:moveTo>
                  <a:lnTo>
                    <a:pt x="5204" y="330448"/>
                  </a:lnTo>
                  <a:lnTo>
                    <a:pt x="10445" y="331499"/>
                  </a:lnTo>
                  <a:lnTo>
                    <a:pt x="15716" y="332382"/>
                  </a:lnTo>
                  <a:lnTo>
                    <a:pt x="21013" y="333096"/>
                  </a:lnTo>
                  <a:lnTo>
                    <a:pt x="26330" y="333640"/>
                  </a:lnTo>
                  <a:lnTo>
                    <a:pt x="31662" y="334015"/>
                  </a:lnTo>
                  <a:lnTo>
                    <a:pt x="37003" y="334218"/>
                  </a:lnTo>
                  <a:lnTo>
                    <a:pt x="42348" y="334251"/>
                  </a:lnTo>
                  <a:lnTo>
                    <a:pt x="47692" y="334112"/>
                  </a:lnTo>
                  <a:lnTo>
                    <a:pt x="53028" y="333803"/>
                  </a:lnTo>
                  <a:lnTo>
                    <a:pt x="58351" y="333324"/>
                  </a:lnTo>
                  <a:lnTo>
                    <a:pt x="63657" y="332674"/>
                  </a:lnTo>
                  <a:lnTo>
                    <a:pt x="68939" y="331856"/>
                  </a:lnTo>
                  <a:lnTo>
                    <a:pt x="74192" y="330868"/>
                  </a:lnTo>
                  <a:lnTo>
                    <a:pt x="79410" y="329714"/>
                  </a:lnTo>
                  <a:lnTo>
                    <a:pt x="84590" y="328393"/>
                  </a:lnTo>
                  <a:lnTo>
                    <a:pt x="89724" y="326907"/>
                  </a:lnTo>
                  <a:lnTo>
                    <a:pt x="94808" y="325258"/>
                  </a:lnTo>
                  <a:lnTo>
                    <a:pt x="99837" y="323447"/>
                  </a:lnTo>
                  <a:lnTo>
                    <a:pt x="104806" y="321476"/>
                  </a:lnTo>
                  <a:lnTo>
                    <a:pt x="109709" y="319348"/>
                  </a:lnTo>
                  <a:lnTo>
                    <a:pt x="114541" y="317064"/>
                  </a:lnTo>
                  <a:lnTo>
                    <a:pt x="119298" y="314626"/>
                  </a:lnTo>
                  <a:lnTo>
                    <a:pt x="123974" y="312038"/>
                  </a:lnTo>
                  <a:lnTo>
                    <a:pt x="128566" y="309301"/>
                  </a:lnTo>
                  <a:lnTo>
                    <a:pt x="133067" y="306419"/>
                  </a:lnTo>
                  <a:lnTo>
                    <a:pt x="137474" y="303395"/>
                  </a:lnTo>
                  <a:lnTo>
                    <a:pt x="141782" y="300231"/>
                  </a:lnTo>
                  <a:lnTo>
                    <a:pt x="145987" y="296931"/>
                  </a:lnTo>
                  <a:lnTo>
                    <a:pt x="150084" y="293499"/>
                  </a:lnTo>
                  <a:lnTo>
                    <a:pt x="154070" y="289937"/>
                  </a:lnTo>
                  <a:lnTo>
                    <a:pt x="157939" y="286250"/>
                  </a:lnTo>
                  <a:lnTo>
                    <a:pt x="161689" y="282441"/>
                  </a:lnTo>
                  <a:lnTo>
                    <a:pt x="165315" y="278513"/>
                  </a:lnTo>
                  <a:lnTo>
                    <a:pt x="168813" y="274472"/>
                  </a:lnTo>
                  <a:lnTo>
                    <a:pt x="172181" y="270322"/>
                  </a:lnTo>
                  <a:lnTo>
                    <a:pt x="175414" y="266065"/>
                  </a:lnTo>
                  <a:lnTo>
                    <a:pt x="178509" y="261708"/>
                  </a:lnTo>
                  <a:lnTo>
                    <a:pt x="181463" y="257253"/>
                  </a:lnTo>
                  <a:lnTo>
                    <a:pt x="184274" y="252707"/>
                  </a:lnTo>
                  <a:lnTo>
                    <a:pt x="186938" y="248073"/>
                  </a:lnTo>
                  <a:lnTo>
                    <a:pt x="189452" y="243356"/>
                  </a:lnTo>
                  <a:lnTo>
                    <a:pt x="191814" y="238561"/>
                  </a:lnTo>
                  <a:lnTo>
                    <a:pt x="194022" y="233694"/>
                  </a:lnTo>
                  <a:lnTo>
                    <a:pt x="196072" y="228758"/>
                  </a:lnTo>
                  <a:lnTo>
                    <a:pt x="197965" y="223759"/>
                  </a:lnTo>
                  <a:lnTo>
                    <a:pt x="199696" y="218702"/>
                  </a:lnTo>
                  <a:lnTo>
                    <a:pt x="201265" y="213592"/>
                  </a:lnTo>
                  <a:lnTo>
                    <a:pt x="202669" y="208435"/>
                  </a:lnTo>
                  <a:lnTo>
                    <a:pt x="203908" y="203236"/>
                  </a:lnTo>
                  <a:lnTo>
                    <a:pt x="204980" y="197999"/>
                  </a:lnTo>
                  <a:lnTo>
                    <a:pt x="205884" y="192731"/>
                  </a:lnTo>
                  <a:lnTo>
                    <a:pt x="206620" y="187437"/>
                  </a:lnTo>
                  <a:lnTo>
                    <a:pt x="207185" y="182122"/>
                  </a:lnTo>
                  <a:lnTo>
                    <a:pt x="207581" y="176792"/>
                  </a:lnTo>
                  <a:lnTo>
                    <a:pt x="207805" y="171451"/>
                  </a:lnTo>
                  <a:lnTo>
                    <a:pt x="207859" y="166107"/>
                  </a:lnTo>
                  <a:lnTo>
                    <a:pt x="207742" y="160763"/>
                  </a:lnTo>
                  <a:lnTo>
                    <a:pt x="207455" y="155426"/>
                  </a:lnTo>
                  <a:lnTo>
                    <a:pt x="206997" y="150100"/>
                  </a:lnTo>
                  <a:lnTo>
                    <a:pt x="206368" y="144792"/>
                  </a:lnTo>
                  <a:lnTo>
                    <a:pt x="205571" y="139507"/>
                  </a:lnTo>
                  <a:lnTo>
                    <a:pt x="204605" y="134250"/>
                  </a:lnTo>
                  <a:lnTo>
                    <a:pt x="203471" y="129027"/>
                  </a:lnTo>
                  <a:lnTo>
                    <a:pt x="202171" y="123842"/>
                  </a:lnTo>
                  <a:lnTo>
                    <a:pt x="200706" y="118702"/>
                  </a:lnTo>
                  <a:lnTo>
                    <a:pt x="199077" y="113611"/>
                  </a:lnTo>
                  <a:lnTo>
                    <a:pt x="197286" y="108575"/>
                  </a:lnTo>
                  <a:lnTo>
                    <a:pt x="195335" y="103599"/>
                  </a:lnTo>
                  <a:lnTo>
                    <a:pt x="193226" y="98687"/>
                  </a:lnTo>
                  <a:lnTo>
                    <a:pt x="190962" y="93846"/>
                  </a:lnTo>
                  <a:lnTo>
                    <a:pt x="188543" y="89079"/>
                  </a:lnTo>
                  <a:lnTo>
                    <a:pt x="185973" y="84393"/>
                  </a:lnTo>
                  <a:lnTo>
                    <a:pt x="183255" y="79790"/>
                  </a:lnTo>
                  <a:lnTo>
                    <a:pt x="180391" y="75277"/>
                  </a:lnTo>
                  <a:lnTo>
                    <a:pt x="177385" y="70858"/>
                  </a:lnTo>
                  <a:lnTo>
                    <a:pt x="174238" y="66537"/>
                  </a:lnTo>
                  <a:lnTo>
                    <a:pt x="170955" y="62319"/>
                  </a:lnTo>
                  <a:lnTo>
                    <a:pt x="167539" y="58208"/>
                  </a:lnTo>
                  <a:lnTo>
                    <a:pt x="163993" y="54209"/>
                  </a:lnTo>
                  <a:lnTo>
                    <a:pt x="160321" y="50325"/>
                  </a:lnTo>
                  <a:lnTo>
                    <a:pt x="156527" y="46560"/>
                  </a:lnTo>
                  <a:lnTo>
                    <a:pt x="152615" y="42918"/>
                  </a:lnTo>
                  <a:lnTo>
                    <a:pt x="148588" y="39404"/>
                  </a:lnTo>
                  <a:lnTo>
                    <a:pt x="144450" y="36020"/>
                  </a:lnTo>
                  <a:lnTo>
                    <a:pt x="140207" y="32770"/>
                  </a:lnTo>
                  <a:lnTo>
                    <a:pt x="135862" y="29657"/>
                  </a:lnTo>
                  <a:lnTo>
                    <a:pt x="131419" y="26685"/>
                  </a:lnTo>
                  <a:lnTo>
                    <a:pt x="126884" y="23856"/>
                  </a:lnTo>
                  <a:lnTo>
                    <a:pt x="122261" y="21174"/>
                  </a:lnTo>
                  <a:lnTo>
                    <a:pt x="117554" y="18641"/>
                  </a:lnTo>
                  <a:lnTo>
                    <a:pt x="112769" y="16259"/>
                  </a:lnTo>
                  <a:lnTo>
                    <a:pt x="107910" y="14032"/>
                  </a:lnTo>
                  <a:lnTo>
                    <a:pt x="102983" y="11962"/>
                  </a:lnTo>
                  <a:lnTo>
                    <a:pt x="97991" y="10050"/>
                  </a:lnTo>
                  <a:lnTo>
                    <a:pt x="92941" y="8298"/>
                  </a:lnTo>
                  <a:lnTo>
                    <a:pt x="87838" y="6709"/>
                  </a:lnTo>
                  <a:lnTo>
                    <a:pt x="82686" y="5284"/>
                  </a:lnTo>
                  <a:lnTo>
                    <a:pt x="77492" y="4024"/>
                  </a:lnTo>
                  <a:lnTo>
                    <a:pt x="72260" y="2931"/>
                  </a:lnTo>
                  <a:lnTo>
                    <a:pt x="66996" y="2006"/>
                  </a:lnTo>
                  <a:lnTo>
                    <a:pt x="61704" y="1249"/>
                  </a:lnTo>
                  <a:lnTo>
                    <a:pt x="56392" y="662"/>
                  </a:lnTo>
                  <a:lnTo>
                    <a:pt x="51063" y="246"/>
                  </a:lnTo>
                  <a:lnTo>
                    <a:pt x="45724" y="0"/>
                  </a:lnTo>
                  <a:lnTo>
                    <a:pt x="40695" y="1670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021039" y="1322571"/>
              <a:ext cx="5028" cy="167167"/>
            </a:xfrm>
            <a:custGeom>
              <a:avLst/>
              <a:pathLst>
                <a:path w="5028" h="167167">
                  <a:moveTo>
                    <a:pt x="5028" y="7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378092" y="1071028"/>
              <a:ext cx="167165" cy="290142"/>
            </a:xfrm>
            <a:custGeom>
              <a:avLst/>
              <a:pathLst>
                <a:path w="167165" h="290142">
                  <a:moveTo>
                    <a:pt x="167165" y="0"/>
                  </a:moveTo>
                  <a:lnTo>
                    <a:pt x="161823" y="85"/>
                  </a:lnTo>
                  <a:lnTo>
                    <a:pt x="156485" y="341"/>
                  </a:lnTo>
                  <a:lnTo>
                    <a:pt x="151159" y="768"/>
                  </a:lnTo>
                  <a:lnTo>
                    <a:pt x="145849" y="1364"/>
                  </a:lnTo>
                  <a:lnTo>
                    <a:pt x="140561" y="2130"/>
                  </a:lnTo>
                  <a:lnTo>
                    <a:pt x="135300" y="3065"/>
                  </a:lnTo>
                  <a:lnTo>
                    <a:pt x="130072" y="4167"/>
                  </a:lnTo>
                  <a:lnTo>
                    <a:pt x="124881" y="5436"/>
                  </a:lnTo>
                  <a:lnTo>
                    <a:pt x="119734" y="6870"/>
                  </a:lnTo>
                  <a:lnTo>
                    <a:pt x="114635" y="8468"/>
                  </a:lnTo>
                  <a:lnTo>
                    <a:pt x="109590" y="10227"/>
                  </a:lnTo>
                  <a:lnTo>
                    <a:pt x="104603" y="12148"/>
                  </a:lnTo>
                  <a:lnTo>
                    <a:pt x="99681" y="14226"/>
                  </a:lnTo>
                  <a:lnTo>
                    <a:pt x="94827" y="16461"/>
                  </a:lnTo>
                  <a:lnTo>
                    <a:pt x="90048" y="18850"/>
                  </a:lnTo>
                  <a:lnTo>
                    <a:pt x="85347" y="21391"/>
                  </a:lnTo>
                  <a:lnTo>
                    <a:pt x="80730" y="24080"/>
                  </a:lnTo>
                  <a:lnTo>
                    <a:pt x="76201" y="26916"/>
                  </a:lnTo>
                  <a:lnTo>
                    <a:pt x="71765" y="29895"/>
                  </a:lnTo>
                  <a:lnTo>
                    <a:pt x="67426" y="33014"/>
                  </a:lnTo>
                  <a:lnTo>
                    <a:pt x="63190" y="36270"/>
                  </a:lnTo>
                  <a:lnTo>
                    <a:pt x="59059" y="39660"/>
                  </a:lnTo>
                  <a:lnTo>
                    <a:pt x="55039" y="43180"/>
                  </a:lnTo>
                  <a:lnTo>
                    <a:pt x="51134" y="46827"/>
                  </a:lnTo>
                  <a:lnTo>
                    <a:pt x="47347" y="50597"/>
                  </a:lnTo>
                  <a:lnTo>
                    <a:pt x="43683" y="54486"/>
                  </a:lnTo>
                  <a:lnTo>
                    <a:pt x="40145" y="58490"/>
                  </a:lnTo>
                  <a:lnTo>
                    <a:pt x="36736" y="62605"/>
                  </a:lnTo>
                  <a:lnTo>
                    <a:pt x="33461" y="66827"/>
                  </a:lnTo>
                  <a:lnTo>
                    <a:pt x="30322" y="71151"/>
                  </a:lnTo>
                  <a:lnTo>
                    <a:pt x="27324" y="75574"/>
                  </a:lnTo>
                  <a:lnTo>
                    <a:pt x="24468" y="80090"/>
                  </a:lnTo>
                  <a:lnTo>
                    <a:pt x="21758" y="84695"/>
                  </a:lnTo>
                  <a:lnTo>
                    <a:pt x="19196" y="89384"/>
                  </a:lnTo>
                  <a:lnTo>
                    <a:pt x="16786" y="94153"/>
                  </a:lnTo>
                  <a:lnTo>
                    <a:pt x="14529" y="98997"/>
                  </a:lnTo>
                  <a:lnTo>
                    <a:pt x="12428" y="103910"/>
                  </a:lnTo>
                  <a:lnTo>
                    <a:pt x="10486" y="108887"/>
                  </a:lnTo>
                  <a:lnTo>
                    <a:pt x="8703" y="113925"/>
                  </a:lnTo>
                  <a:lnTo>
                    <a:pt x="7083" y="119016"/>
                  </a:lnTo>
                  <a:lnTo>
                    <a:pt x="5625" y="124157"/>
                  </a:lnTo>
                  <a:lnTo>
                    <a:pt x="4333" y="129342"/>
                  </a:lnTo>
                  <a:lnTo>
                    <a:pt x="3208" y="134565"/>
                  </a:lnTo>
                  <a:lnTo>
                    <a:pt x="2249" y="139822"/>
                  </a:lnTo>
                  <a:lnTo>
                    <a:pt x="1460" y="145107"/>
                  </a:lnTo>
                  <a:lnTo>
                    <a:pt x="839" y="150414"/>
                  </a:lnTo>
                  <a:lnTo>
                    <a:pt x="389" y="155738"/>
                  </a:lnTo>
                  <a:lnTo>
                    <a:pt x="109" y="161074"/>
                  </a:lnTo>
                  <a:lnTo>
                    <a:pt x="0" y="166417"/>
                  </a:lnTo>
                  <a:lnTo>
                    <a:pt x="61" y="171760"/>
                  </a:lnTo>
                  <a:lnTo>
                    <a:pt x="293" y="177098"/>
                  </a:lnTo>
                  <a:lnTo>
                    <a:pt x="696" y="182426"/>
                  </a:lnTo>
                  <a:lnTo>
                    <a:pt x="1268" y="187739"/>
                  </a:lnTo>
                  <a:lnTo>
                    <a:pt x="2011" y="193030"/>
                  </a:lnTo>
                  <a:lnTo>
                    <a:pt x="2922" y="198295"/>
                  </a:lnTo>
                  <a:lnTo>
                    <a:pt x="4000" y="203529"/>
                  </a:lnTo>
                  <a:lnTo>
                    <a:pt x="5246" y="208725"/>
                  </a:lnTo>
                  <a:lnTo>
                    <a:pt x="6657" y="213879"/>
                  </a:lnTo>
                  <a:lnTo>
                    <a:pt x="8232" y="218985"/>
                  </a:lnTo>
                  <a:lnTo>
                    <a:pt x="9969" y="224038"/>
                  </a:lnTo>
                  <a:lnTo>
                    <a:pt x="11867" y="229033"/>
                  </a:lnTo>
                  <a:lnTo>
                    <a:pt x="13923" y="233964"/>
                  </a:lnTo>
                  <a:lnTo>
                    <a:pt x="16137" y="238828"/>
                  </a:lnTo>
                  <a:lnTo>
                    <a:pt x="18504" y="243618"/>
                  </a:lnTo>
                  <a:lnTo>
                    <a:pt x="21023" y="248330"/>
                  </a:lnTo>
                  <a:lnTo>
                    <a:pt x="23692" y="252959"/>
                  </a:lnTo>
                  <a:lnTo>
                    <a:pt x="26507" y="257501"/>
                  </a:lnTo>
                  <a:lnTo>
                    <a:pt x="29466" y="261950"/>
                  </a:lnTo>
                  <a:lnTo>
                    <a:pt x="32566" y="266303"/>
                  </a:lnTo>
                  <a:lnTo>
                    <a:pt x="35803" y="270554"/>
                  </a:lnTo>
                  <a:lnTo>
                    <a:pt x="39174" y="274699"/>
                  </a:lnTo>
                  <a:lnTo>
                    <a:pt x="42676" y="278735"/>
                  </a:lnTo>
                  <a:lnTo>
                    <a:pt x="46306" y="282657"/>
                  </a:lnTo>
                  <a:lnTo>
                    <a:pt x="50058" y="286461"/>
                  </a:lnTo>
                  <a:lnTo>
                    <a:pt x="53931" y="29014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32024" y="1238196"/>
              <a:ext cx="113234" cy="122975"/>
            </a:xfrm>
            <a:custGeom>
              <a:avLst/>
              <a:pathLst>
                <a:path w="113234" h="122975">
                  <a:moveTo>
                    <a:pt x="0" y="122975"/>
                  </a:moveTo>
                  <a:lnTo>
                    <a:pt x="11323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32024" y="1238196"/>
              <a:ext cx="113234" cy="122975"/>
            </a:xfrm>
            <a:custGeom>
              <a:avLst/>
              <a:pathLst>
                <a:path w="113234" h="122975">
                  <a:moveTo>
                    <a:pt x="0" y="122975"/>
                  </a:moveTo>
                  <a:lnTo>
                    <a:pt x="11323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32024" y="1238196"/>
              <a:ext cx="113234" cy="122975"/>
            </a:xfrm>
            <a:custGeom>
              <a:avLst/>
              <a:pathLst>
                <a:path w="113234" h="122975">
                  <a:moveTo>
                    <a:pt x="0" y="122975"/>
                  </a:moveTo>
                  <a:lnTo>
                    <a:pt x="11323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32024" y="1238196"/>
              <a:ext cx="113234" cy="122975"/>
            </a:xfrm>
            <a:custGeom>
              <a:avLst/>
              <a:pathLst>
                <a:path w="113234" h="122975">
                  <a:moveTo>
                    <a:pt x="0" y="122975"/>
                  </a:moveTo>
                  <a:lnTo>
                    <a:pt x="11323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32024" y="1238196"/>
              <a:ext cx="113234" cy="122975"/>
            </a:xfrm>
            <a:custGeom>
              <a:avLst/>
              <a:pathLst>
                <a:path w="113234" h="122975">
                  <a:moveTo>
                    <a:pt x="0" y="122975"/>
                  </a:moveTo>
                  <a:lnTo>
                    <a:pt x="11323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32024" y="1238196"/>
              <a:ext cx="113234" cy="122975"/>
            </a:xfrm>
            <a:custGeom>
              <a:avLst/>
              <a:pathLst>
                <a:path w="113234" h="122975">
                  <a:moveTo>
                    <a:pt x="0" y="122975"/>
                  </a:moveTo>
                  <a:lnTo>
                    <a:pt x="11323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32024" y="1238196"/>
              <a:ext cx="113234" cy="122975"/>
            </a:xfrm>
            <a:custGeom>
              <a:avLst/>
              <a:pathLst>
                <a:path w="113234" h="122975">
                  <a:moveTo>
                    <a:pt x="0" y="122975"/>
                  </a:moveTo>
                  <a:lnTo>
                    <a:pt x="11323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32024" y="1238196"/>
              <a:ext cx="113234" cy="122975"/>
            </a:xfrm>
            <a:custGeom>
              <a:avLst/>
              <a:pathLst>
                <a:path w="113234" h="122975">
                  <a:moveTo>
                    <a:pt x="0" y="122975"/>
                  </a:moveTo>
                  <a:lnTo>
                    <a:pt x="11323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32024" y="1238196"/>
              <a:ext cx="113234" cy="122975"/>
            </a:xfrm>
            <a:custGeom>
              <a:avLst/>
              <a:pathLst>
                <a:path w="113234" h="122975">
                  <a:moveTo>
                    <a:pt x="0" y="122975"/>
                  </a:moveTo>
                  <a:lnTo>
                    <a:pt x="11323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32024" y="1238196"/>
              <a:ext cx="113234" cy="122975"/>
            </a:xfrm>
            <a:custGeom>
              <a:avLst/>
              <a:pathLst>
                <a:path w="113234" h="122975">
                  <a:moveTo>
                    <a:pt x="0" y="122975"/>
                  </a:moveTo>
                  <a:lnTo>
                    <a:pt x="11323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32024" y="1238196"/>
              <a:ext cx="113234" cy="122975"/>
            </a:xfrm>
            <a:custGeom>
              <a:avLst/>
              <a:pathLst>
                <a:path w="113234" h="122975">
                  <a:moveTo>
                    <a:pt x="0" y="122975"/>
                  </a:moveTo>
                  <a:lnTo>
                    <a:pt x="11323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32024" y="1238196"/>
              <a:ext cx="113234" cy="122975"/>
            </a:xfrm>
            <a:custGeom>
              <a:avLst/>
              <a:pathLst>
                <a:path w="113234" h="122975">
                  <a:moveTo>
                    <a:pt x="0" y="122975"/>
                  </a:moveTo>
                  <a:lnTo>
                    <a:pt x="11323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32024" y="1238196"/>
              <a:ext cx="113234" cy="122975"/>
            </a:xfrm>
            <a:custGeom>
              <a:avLst/>
              <a:pathLst>
                <a:path w="113234" h="122975">
                  <a:moveTo>
                    <a:pt x="0" y="122975"/>
                  </a:moveTo>
                  <a:lnTo>
                    <a:pt x="11323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32024" y="1238196"/>
              <a:ext cx="113234" cy="122975"/>
            </a:xfrm>
            <a:custGeom>
              <a:avLst/>
              <a:pathLst>
                <a:path w="113234" h="122975">
                  <a:moveTo>
                    <a:pt x="0" y="122975"/>
                  </a:moveTo>
                  <a:lnTo>
                    <a:pt x="11323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32024" y="1238196"/>
              <a:ext cx="113234" cy="122975"/>
            </a:xfrm>
            <a:custGeom>
              <a:avLst/>
              <a:pathLst>
                <a:path w="113234" h="122975">
                  <a:moveTo>
                    <a:pt x="0" y="122975"/>
                  </a:moveTo>
                  <a:lnTo>
                    <a:pt x="11323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32024" y="1238196"/>
              <a:ext cx="113234" cy="122975"/>
            </a:xfrm>
            <a:custGeom>
              <a:avLst/>
              <a:pathLst>
                <a:path w="113234" h="122975">
                  <a:moveTo>
                    <a:pt x="0" y="122975"/>
                  </a:moveTo>
                  <a:lnTo>
                    <a:pt x="11323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32024" y="1238196"/>
              <a:ext cx="113234" cy="122975"/>
            </a:xfrm>
            <a:custGeom>
              <a:avLst/>
              <a:pathLst>
                <a:path w="113234" h="122975">
                  <a:moveTo>
                    <a:pt x="0" y="122975"/>
                  </a:moveTo>
                  <a:lnTo>
                    <a:pt x="11323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32024" y="1238196"/>
              <a:ext cx="113234" cy="122975"/>
            </a:xfrm>
            <a:custGeom>
              <a:avLst/>
              <a:pathLst>
                <a:path w="113234" h="122975">
                  <a:moveTo>
                    <a:pt x="0" y="122975"/>
                  </a:moveTo>
                  <a:lnTo>
                    <a:pt x="11323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32024" y="1238196"/>
              <a:ext cx="113234" cy="122975"/>
            </a:xfrm>
            <a:custGeom>
              <a:avLst/>
              <a:pathLst>
                <a:path w="113234" h="122975">
                  <a:moveTo>
                    <a:pt x="0" y="122975"/>
                  </a:moveTo>
                  <a:lnTo>
                    <a:pt x="11323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432024" y="1238196"/>
              <a:ext cx="113234" cy="122975"/>
            </a:xfrm>
            <a:custGeom>
              <a:avLst/>
              <a:pathLst>
                <a:path w="113234" h="122975">
                  <a:moveTo>
                    <a:pt x="0" y="122975"/>
                  </a:moveTo>
                  <a:lnTo>
                    <a:pt x="11323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432024" y="1134342"/>
              <a:ext cx="280400" cy="271005"/>
            </a:xfrm>
            <a:custGeom>
              <a:avLst/>
              <a:pathLst>
                <a:path w="280400" h="271005">
                  <a:moveTo>
                    <a:pt x="0" y="226829"/>
                  </a:moveTo>
                  <a:lnTo>
                    <a:pt x="3961" y="230363"/>
                  </a:lnTo>
                  <a:lnTo>
                    <a:pt x="8034" y="233769"/>
                  </a:lnTo>
                  <a:lnTo>
                    <a:pt x="12212" y="237044"/>
                  </a:lnTo>
                  <a:lnTo>
                    <a:pt x="16492" y="240184"/>
                  </a:lnTo>
                  <a:lnTo>
                    <a:pt x="20870" y="243187"/>
                  </a:lnTo>
                  <a:lnTo>
                    <a:pt x="25341" y="246050"/>
                  </a:lnTo>
                  <a:lnTo>
                    <a:pt x="29900" y="248769"/>
                  </a:lnTo>
                  <a:lnTo>
                    <a:pt x="34544" y="251342"/>
                  </a:lnTo>
                  <a:lnTo>
                    <a:pt x="39267" y="253766"/>
                  </a:lnTo>
                  <a:lnTo>
                    <a:pt x="44064" y="256040"/>
                  </a:lnTo>
                  <a:lnTo>
                    <a:pt x="48932" y="258159"/>
                  </a:lnTo>
                  <a:lnTo>
                    <a:pt x="53864" y="260123"/>
                  </a:lnTo>
                  <a:lnTo>
                    <a:pt x="58856" y="261930"/>
                  </a:lnTo>
                  <a:lnTo>
                    <a:pt x="63903" y="263577"/>
                  </a:lnTo>
                  <a:lnTo>
                    <a:pt x="68999" y="265062"/>
                  </a:lnTo>
                  <a:lnTo>
                    <a:pt x="74141" y="266386"/>
                  </a:lnTo>
                  <a:lnTo>
                    <a:pt x="79321" y="267545"/>
                  </a:lnTo>
                  <a:lnTo>
                    <a:pt x="84536" y="268539"/>
                  </a:lnTo>
                  <a:lnTo>
                    <a:pt x="89780" y="269368"/>
                  </a:lnTo>
                  <a:lnTo>
                    <a:pt x="95048" y="270029"/>
                  </a:lnTo>
                  <a:lnTo>
                    <a:pt x="100333" y="270523"/>
                  </a:lnTo>
                  <a:lnTo>
                    <a:pt x="105632" y="270848"/>
                  </a:lnTo>
                  <a:lnTo>
                    <a:pt x="110939" y="271005"/>
                  </a:lnTo>
                  <a:lnTo>
                    <a:pt x="116247" y="270994"/>
                  </a:lnTo>
                  <a:lnTo>
                    <a:pt x="121553" y="270814"/>
                  </a:lnTo>
                  <a:lnTo>
                    <a:pt x="126851" y="270466"/>
                  </a:lnTo>
                  <a:lnTo>
                    <a:pt x="132134" y="269949"/>
                  </a:lnTo>
                  <a:lnTo>
                    <a:pt x="137399" y="269265"/>
                  </a:lnTo>
                  <a:lnTo>
                    <a:pt x="142639" y="268415"/>
                  </a:lnTo>
                  <a:lnTo>
                    <a:pt x="147850" y="267398"/>
                  </a:lnTo>
                  <a:lnTo>
                    <a:pt x="153025" y="266216"/>
                  </a:lnTo>
                  <a:lnTo>
                    <a:pt x="158161" y="264871"/>
                  </a:lnTo>
                  <a:lnTo>
                    <a:pt x="163251" y="263363"/>
                  </a:lnTo>
                  <a:lnTo>
                    <a:pt x="168291" y="261694"/>
                  </a:lnTo>
                  <a:lnTo>
                    <a:pt x="173275" y="259867"/>
                  </a:lnTo>
                  <a:lnTo>
                    <a:pt x="178199" y="257881"/>
                  </a:lnTo>
                  <a:lnTo>
                    <a:pt x="183057" y="255741"/>
                  </a:lnTo>
                  <a:lnTo>
                    <a:pt x="187844" y="253447"/>
                  </a:lnTo>
                  <a:lnTo>
                    <a:pt x="192557" y="251003"/>
                  </a:lnTo>
                  <a:lnTo>
                    <a:pt x="197189" y="248410"/>
                  </a:lnTo>
                  <a:lnTo>
                    <a:pt x="201737" y="245671"/>
                  </a:lnTo>
                  <a:lnTo>
                    <a:pt x="206196" y="242789"/>
                  </a:lnTo>
                  <a:lnTo>
                    <a:pt x="210561" y="239767"/>
                  </a:lnTo>
                  <a:lnTo>
                    <a:pt x="214827" y="236608"/>
                  </a:lnTo>
                  <a:lnTo>
                    <a:pt x="218991" y="233315"/>
                  </a:lnTo>
                  <a:lnTo>
                    <a:pt x="223049" y="229892"/>
                  </a:lnTo>
                  <a:lnTo>
                    <a:pt x="226996" y="226341"/>
                  </a:lnTo>
                  <a:lnTo>
                    <a:pt x="230828" y="222667"/>
                  </a:lnTo>
                  <a:lnTo>
                    <a:pt x="234541" y="218873"/>
                  </a:lnTo>
                  <a:lnTo>
                    <a:pt x="238132" y="214963"/>
                  </a:lnTo>
                  <a:lnTo>
                    <a:pt x="241597" y="210941"/>
                  </a:lnTo>
                  <a:lnTo>
                    <a:pt x="244933" y="206811"/>
                  </a:lnTo>
                  <a:lnTo>
                    <a:pt x="248136" y="202577"/>
                  </a:lnTo>
                  <a:lnTo>
                    <a:pt x="251203" y="198244"/>
                  </a:lnTo>
                  <a:lnTo>
                    <a:pt x="254130" y="193816"/>
                  </a:lnTo>
                  <a:lnTo>
                    <a:pt x="256916" y="189296"/>
                  </a:lnTo>
                  <a:lnTo>
                    <a:pt x="259557" y="184691"/>
                  </a:lnTo>
                  <a:lnTo>
                    <a:pt x="262050" y="180004"/>
                  </a:lnTo>
                  <a:lnTo>
                    <a:pt x="264393" y="175240"/>
                  </a:lnTo>
                  <a:lnTo>
                    <a:pt x="266583" y="170404"/>
                  </a:lnTo>
                  <a:lnTo>
                    <a:pt x="268619" y="165501"/>
                  </a:lnTo>
                  <a:lnTo>
                    <a:pt x="270498" y="160536"/>
                  </a:lnTo>
                  <a:lnTo>
                    <a:pt x="272219" y="155514"/>
                  </a:lnTo>
                  <a:lnTo>
                    <a:pt x="273779" y="150439"/>
                  </a:lnTo>
                  <a:lnTo>
                    <a:pt x="275177" y="145318"/>
                  </a:lnTo>
                  <a:lnTo>
                    <a:pt x="276412" y="140155"/>
                  </a:lnTo>
                  <a:lnTo>
                    <a:pt x="277483" y="134955"/>
                  </a:lnTo>
                  <a:lnTo>
                    <a:pt x="278387" y="129724"/>
                  </a:lnTo>
                  <a:lnTo>
                    <a:pt x="279126" y="124467"/>
                  </a:lnTo>
                  <a:lnTo>
                    <a:pt x="279696" y="119189"/>
                  </a:lnTo>
                  <a:lnTo>
                    <a:pt x="280099" y="113895"/>
                  </a:lnTo>
                  <a:lnTo>
                    <a:pt x="280334" y="108592"/>
                  </a:lnTo>
                  <a:lnTo>
                    <a:pt x="280400" y="103283"/>
                  </a:lnTo>
                  <a:lnTo>
                    <a:pt x="280298" y="97975"/>
                  </a:lnTo>
                  <a:lnTo>
                    <a:pt x="280027" y="92673"/>
                  </a:lnTo>
                  <a:lnTo>
                    <a:pt x="279588" y="87383"/>
                  </a:lnTo>
                  <a:lnTo>
                    <a:pt x="278981" y="82109"/>
                  </a:lnTo>
                  <a:lnTo>
                    <a:pt x="278207" y="76857"/>
                  </a:lnTo>
                  <a:lnTo>
                    <a:pt x="277266" y="71632"/>
                  </a:lnTo>
                  <a:lnTo>
                    <a:pt x="276161" y="66440"/>
                  </a:lnTo>
                  <a:lnTo>
                    <a:pt x="274890" y="61285"/>
                  </a:lnTo>
                  <a:lnTo>
                    <a:pt x="273457" y="56173"/>
                  </a:lnTo>
                  <a:lnTo>
                    <a:pt x="271862" y="51110"/>
                  </a:lnTo>
                  <a:lnTo>
                    <a:pt x="270108" y="46099"/>
                  </a:lnTo>
                  <a:lnTo>
                    <a:pt x="268195" y="41147"/>
                  </a:lnTo>
                  <a:lnTo>
                    <a:pt x="266125" y="36258"/>
                  </a:lnTo>
                  <a:lnTo>
                    <a:pt x="263902" y="31437"/>
                  </a:lnTo>
                  <a:lnTo>
                    <a:pt x="261526" y="26690"/>
                  </a:lnTo>
                  <a:lnTo>
                    <a:pt x="259001" y="22020"/>
                  </a:lnTo>
                  <a:lnTo>
                    <a:pt x="256329" y="17432"/>
                  </a:lnTo>
                  <a:lnTo>
                    <a:pt x="253513" y="12932"/>
                  </a:lnTo>
                  <a:lnTo>
                    <a:pt x="250555" y="8524"/>
                  </a:lnTo>
                  <a:lnTo>
                    <a:pt x="247459" y="4211"/>
                  </a:lnTo>
                  <a:lnTo>
                    <a:pt x="244227" y="0"/>
                  </a:lnTo>
                  <a:lnTo>
                    <a:pt x="113234" y="1038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545258" y="1071028"/>
              <a:ext cx="130993" cy="167167"/>
            </a:xfrm>
            <a:custGeom>
              <a:avLst/>
              <a:pathLst>
                <a:path w="130993" h="167167">
                  <a:moveTo>
                    <a:pt x="130993" y="63313"/>
                  </a:moveTo>
                  <a:lnTo>
                    <a:pt x="127457" y="59003"/>
                  </a:lnTo>
                  <a:lnTo>
                    <a:pt x="123780" y="54813"/>
                  </a:lnTo>
                  <a:lnTo>
                    <a:pt x="119965" y="50748"/>
                  </a:lnTo>
                  <a:lnTo>
                    <a:pt x="116016" y="46813"/>
                  </a:lnTo>
                  <a:lnTo>
                    <a:pt x="111938" y="43011"/>
                  </a:lnTo>
                  <a:lnTo>
                    <a:pt x="107736" y="39348"/>
                  </a:lnTo>
                  <a:lnTo>
                    <a:pt x="103414" y="35827"/>
                  </a:lnTo>
                  <a:lnTo>
                    <a:pt x="98978" y="32451"/>
                  </a:lnTo>
                  <a:lnTo>
                    <a:pt x="94431" y="29226"/>
                  </a:lnTo>
                  <a:lnTo>
                    <a:pt x="89779" y="26154"/>
                  </a:lnTo>
                  <a:lnTo>
                    <a:pt x="85027" y="23239"/>
                  </a:lnTo>
                  <a:lnTo>
                    <a:pt x="80180" y="20484"/>
                  </a:lnTo>
                  <a:lnTo>
                    <a:pt x="75245" y="17892"/>
                  </a:lnTo>
                  <a:lnTo>
                    <a:pt x="70226" y="15466"/>
                  </a:lnTo>
                  <a:lnTo>
                    <a:pt x="65128" y="13209"/>
                  </a:lnTo>
                  <a:lnTo>
                    <a:pt x="59959" y="11122"/>
                  </a:lnTo>
                  <a:lnTo>
                    <a:pt x="54722" y="9210"/>
                  </a:lnTo>
                  <a:lnTo>
                    <a:pt x="49425" y="7473"/>
                  </a:lnTo>
                  <a:lnTo>
                    <a:pt x="44072" y="5914"/>
                  </a:lnTo>
                  <a:lnTo>
                    <a:pt x="38671" y="4534"/>
                  </a:lnTo>
                  <a:lnTo>
                    <a:pt x="33227" y="3335"/>
                  </a:lnTo>
                  <a:lnTo>
                    <a:pt x="27746" y="2318"/>
                  </a:lnTo>
                  <a:lnTo>
                    <a:pt x="22234" y="1485"/>
                  </a:lnTo>
                  <a:lnTo>
                    <a:pt x="16697" y="835"/>
                  </a:lnTo>
                  <a:lnTo>
                    <a:pt x="11141" y="371"/>
                  </a:lnTo>
                  <a:lnTo>
                    <a:pt x="5573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6496" y="941493"/>
              <a:ext cx="87048" cy="167167"/>
            </a:xfrm>
            <a:custGeom>
              <a:avLst/>
              <a:pathLst>
                <a:path w="87048" h="167167">
                  <a:moveTo>
                    <a:pt x="87048" y="0"/>
                  </a:moveTo>
                  <a:lnTo>
                    <a:pt x="81326" y="97"/>
                  </a:lnTo>
                  <a:lnTo>
                    <a:pt x="75612" y="391"/>
                  </a:lnTo>
                  <a:lnTo>
                    <a:pt x="69911" y="880"/>
                  </a:lnTo>
                  <a:lnTo>
                    <a:pt x="64230" y="1564"/>
                  </a:lnTo>
                  <a:lnTo>
                    <a:pt x="58575" y="2442"/>
                  </a:lnTo>
                  <a:lnTo>
                    <a:pt x="52954" y="3513"/>
                  </a:lnTo>
                  <a:lnTo>
                    <a:pt x="47373" y="4776"/>
                  </a:lnTo>
                  <a:lnTo>
                    <a:pt x="41839" y="6229"/>
                  </a:lnTo>
                  <a:lnTo>
                    <a:pt x="36357" y="7870"/>
                  </a:lnTo>
                  <a:lnTo>
                    <a:pt x="30935" y="9698"/>
                  </a:lnTo>
                  <a:lnTo>
                    <a:pt x="25579" y="11711"/>
                  </a:lnTo>
                  <a:lnTo>
                    <a:pt x="20294" y="13906"/>
                  </a:lnTo>
                  <a:lnTo>
                    <a:pt x="15088" y="16280"/>
                  </a:lnTo>
                  <a:lnTo>
                    <a:pt x="9966" y="18831"/>
                  </a:lnTo>
                  <a:lnTo>
                    <a:pt x="4935" y="21556"/>
                  </a:lnTo>
                  <a:lnTo>
                    <a:pt x="0" y="24452"/>
                  </a:lnTo>
                  <a:lnTo>
                    <a:pt x="870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6496" y="965945"/>
              <a:ext cx="87048" cy="142715"/>
            </a:xfrm>
            <a:custGeom>
              <a:avLst/>
              <a:pathLst>
                <a:path w="87048" h="142715">
                  <a:moveTo>
                    <a:pt x="0" y="0"/>
                  </a:moveTo>
                  <a:lnTo>
                    <a:pt x="87048" y="1427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6496" y="965945"/>
              <a:ext cx="87048" cy="142715"/>
            </a:xfrm>
            <a:custGeom>
              <a:avLst/>
              <a:pathLst>
                <a:path w="87048" h="142715">
                  <a:moveTo>
                    <a:pt x="0" y="0"/>
                  </a:moveTo>
                  <a:lnTo>
                    <a:pt x="87048" y="1427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6496" y="965945"/>
              <a:ext cx="87048" cy="142715"/>
            </a:xfrm>
            <a:custGeom>
              <a:avLst/>
              <a:pathLst>
                <a:path w="87048" h="142715">
                  <a:moveTo>
                    <a:pt x="0" y="0"/>
                  </a:moveTo>
                  <a:lnTo>
                    <a:pt x="87048" y="1427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6496" y="965945"/>
              <a:ext cx="87048" cy="142715"/>
            </a:xfrm>
            <a:custGeom>
              <a:avLst/>
              <a:pathLst>
                <a:path w="87048" h="142715">
                  <a:moveTo>
                    <a:pt x="0" y="0"/>
                  </a:moveTo>
                  <a:lnTo>
                    <a:pt x="87048" y="1427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6496" y="965945"/>
              <a:ext cx="87048" cy="142715"/>
            </a:xfrm>
            <a:custGeom>
              <a:avLst/>
              <a:pathLst>
                <a:path w="87048" h="142715">
                  <a:moveTo>
                    <a:pt x="0" y="0"/>
                  </a:moveTo>
                  <a:lnTo>
                    <a:pt x="87048" y="1427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6496" y="965945"/>
              <a:ext cx="87048" cy="142715"/>
            </a:xfrm>
            <a:custGeom>
              <a:avLst/>
              <a:pathLst>
                <a:path w="87048" h="142715">
                  <a:moveTo>
                    <a:pt x="0" y="0"/>
                  </a:moveTo>
                  <a:lnTo>
                    <a:pt x="87048" y="142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6496" y="965945"/>
              <a:ext cx="87048" cy="142715"/>
            </a:xfrm>
            <a:custGeom>
              <a:avLst/>
              <a:pathLst>
                <a:path w="87048" h="142715">
                  <a:moveTo>
                    <a:pt x="0" y="0"/>
                  </a:moveTo>
                  <a:lnTo>
                    <a:pt x="87048" y="142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6496" y="965945"/>
              <a:ext cx="87048" cy="142715"/>
            </a:xfrm>
            <a:custGeom>
              <a:avLst/>
              <a:pathLst>
                <a:path w="87048" h="142715">
                  <a:moveTo>
                    <a:pt x="0" y="0"/>
                  </a:moveTo>
                  <a:lnTo>
                    <a:pt x="87048" y="142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6496" y="965945"/>
              <a:ext cx="87048" cy="142715"/>
            </a:xfrm>
            <a:custGeom>
              <a:avLst/>
              <a:pathLst>
                <a:path w="87048" h="142715">
                  <a:moveTo>
                    <a:pt x="0" y="0"/>
                  </a:moveTo>
                  <a:lnTo>
                    <a:pt x="87048" y="142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6496" y="965945"/>
              <a:ext cx="87048" cy="142715"/>
            </a:xfrm>
            <a:custGeom>
              <a:avLst/>
              <a:pathLst>
                <a:path w="87048" h="142715">
                  <a:moveTo>
                    <a:pt x="0" y="0"/>
                  </a:moveTo>
                  <a:lnTo>
                    <a:pt x="87048" y="1427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6496" y="965945"/>
              <a:ext cx="87048" cy="142715"/>
            </a:xfrm>
            <a:custGeom>
              <a:avLst/>
              <a:pathLst>
                <a:path w="87048" h="142715">
                  <a:moveTo>
                    <a:pt x="0" y="0"/>
                  </a:moveTo>
                  <a:lnTo>
                    <a:pt x="87048" y="1427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6496" y="965945"/>
              <a:ext cx="87048" cy="142715"/>
            </a:xfrm>
            <a:custGeom>
              <a:avLst/>
              <a:pathLst>
                <a:path w="87048" h="142715">
                  <a:moveTo>
                    <a:pt x="0" y="0"/>
                  </a:moveTo>
                  <a:lnTo>
                    <a:pt x="87048" y="1427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6496" y="965945"/>
              <a:ext cx="87048" cy="142715"/>
            </a:xfrm>
            <a:custGeom>
              <a:avLst/>
              <a:pathLst>
                <a:path w="87048" h="142715">
                  <a:moveTo>
                    <a:pt x="0" y="0"/>
                  </a:moveTo>
                  <a:lnTo>
                    <a:pt x="87048" y="1427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6496" y="965945"/>
              <a:ext cx="87048" cy="142715"/>
            </a:xfrm>
            <a:custGeom>
              <a:avLst/>
              <a:pathLst>
                <a:path w="87048" h="142715">
                  <a:moveTo>
                    <a:pt x="0" y="0"/>
                  </a:moveTo>
                  <a:lnTo>
                    <a:pt x="87048" y="142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6496" y="965945"/>
              <a:ext cx="87048" cy="142715"/>
            </a:xfrm>
            <a:custGeom>
              <a:avLst/>
              <a:pathLst>
                <a:path w="87048" h="142715">
                  <a:moveTo>
                    <a:pt x="0" y="0"/>
                  </a:moveTo>
                  <a:lnTo>
                    <a:pt x="87048" y="142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6496" y="965945"/>
              <a:ext cx="87048" cy="142715"/>
            </a:xfrm>
            <a:custGeom>
              <a:avLst/>
              <a:pathLst>
                <a:path w="87048" h="142715">
                  <a:moveTo>
                    <a:pt x="0" y="0"/>
                  </a:moveTo>
                  <a:lnTo>
                    <a:pt x="87048" y="142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6496" y="965945"/>
              <a:ext cx="87048" cy="142715"/>
            </a:xfrm>
            <a:custGeom>
              <a:avLst/>
              <a:pathLst>
                <a:path w="87048" h="142715">
                  <a:moveTo>
                    <a:pt x="0" y="0"/>
                  </a:moveTo>
                  <a:lnTo>
                    <a:pt x="87048" y="142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36496" y="965945"/>
              <a:ext cx="87048" cy="142715"/>
            </a:xfrm>
            <a:custGeom>
              <a:avLst/>
              <a:pathLst>
                <a:path w="87048" h="142715">
                  <a:moveTo>
                    <a:pt x="0" y="0"/>
                  </a:moveTo>
                  <a:lnTo>
                    <a:pt x="87048" y="1427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936496" y="965945"/>
              <a:ext cx="87048" cy="142715"/>
            </a:xfrm>
            <a:custGeom>
              <a:avLst/>
              <a:pathLst>
                <a:path w="87048" h="142715">
                  <a:moveTo>
                    <a:pt x="0" y="0"/>
                  </a:moveTo>
                  <a:lnTo>
                    <a:pt x="87048" y="1427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856381" y="949309"/>
              <a:ext cx="334327" cy="326511"/>
            </a:xfrm>
            <a:custGeom>
              <a:avLst/>
              <a:pathLst>
                <a:path w="334327" h="326511">
                  <a:moveTo>
                    <a:pt x="80114" y="16636"/>
                  </a:moveTo>
                  <a:lnTo>
                    <a:pt x="75629" y="19470"/>
                  </a:lnTo>
                  <a:lnTo>
                    <a:pt x="71235" y="22446"/>
                  </a:lnTo>
                  <a:lnTo>
                    <a:pt x="66938" y="25560"/>
                  </a:lnTo>
                  <a:lnTo>
                    <a:pt x="62742" y="28809"/>
                  </a:lnTo>
                  <a:lnTo>
                    <a:pt x="58651" y="32189"/>
                  </a:lnTo>
                  <a:lnTo>
                    <a:pt x="54669" y="35697"/>
                  </a:lnTo>
                  <a:lnTo>
                    <a:pt x="50801" y="39330"/>
                  </a:lnTo>
                  <a:lnTo>
                    <a:pt x="47050" y="43084"/>
                  </a:lnTo>
                  <a:lnTo>
                    <a:pt x="43421" y="46954"/>
                  </a:lnTo>
                  <a:lnTo>
                    <a:pt x="39916" y="50939"/>
                  </a:lnTo>
                  <a:lnTo>
                    <a:pt x="36539" y="55032"/>
                  </a:lnTo>
                  <a:lnTo>
                    <a:pt x="33293" y="59231"/>
                  </a:lnTo>
                  <a:lnTo>
                    <a:pt x="30183" y="63530"/>
                  </a:lnTo>
                  <a:lnTo>
                    <a:pt x="27211" y="67926"/>
                  </a:lnTo>
                  <a:lnTo>
                    <a:pt x="24379" y="72414"/>
                  </a:lnTo>
                  <a:lnTo>
                    <a:pt x="21692" y="76990"/>
                  </a:lnTo>
                  <a:lnTo>
                    <a:pt x="19151" y="81649"/>
                  </a:lnTo>
                  <a:lnTo>
                    <a:pt x="16759" y="86386"/>
                  </a:lnTo>
                  <a:lnTo>
                    <a:pt x="14519" y="91197"/>
                  </a:lnTo>
                  <a:lnTo>
                    <a:pt x="12433" y="96076"/>
                  </a:lnTo>
                  <a:lnTo>
                    <a:pt x="10503" y="101019"/>
                  </a:lnTo>
                  <a:lnTo>
                    <a:pt x="8730" y="106021"/>
                  </a:lnTo>
                  <a:lnTo>
                    <a:pt x="7117" y="111076"/>
                  </a:lnTo>
                  <a:lnTo>
                    <a:pt x="5666" y="116180"/>
                  </a:lnTo>
                  <a:lnTo>
                    <a:pt x="4377" y="121328"/>
                  </a:lnTo>
                  <a:lnTo>
                    <a:pt x="3252" y="126514"/>
                  </a:lnTo>
                  <a:lnTo>
                    <a:pt x="2292" y="131733"/>
                  </a:lnTo>
                  <a:lnTo>
                    <a:pt x="1499" y="136980"/>
                  </a:lnTo>
                  <a:lnTo>
                    <a:pt x="872" y="142250"/>
                  </a:lnTo>
                  <a:lnTo>
                    <a:pt x="413" y="147536"/>
                  </a:lnTo>
                  <a:lnTo>
                    <a:pt x="122" y="152835"/>
                  </a:lnTo>
                  <a:lnTo>
                    <a:pt x="0" y="158140"/>
                  </a:lnTo>
                  <a:lnTo>
                    <a:pt x="45" y="163446"/>
                  </a:lnTo>
                  <a:lnTo>
                    <a:pt x="260" y="168749"/>
                  </a:lnTo>
                  <a:lnTo>
                    <a:pt x="642" y="174042"/>
                  </a:lnTo>
                  <a:lnTo>
                    <a:pt x="1192" y="179320"/>
                  </a:lnTo>
                  <a:lnTo>
                    <a:pt x="1910" y="184577"/>
                  </a:lnTo>
                  <a:lnTo>
                    <a:pt x="2793" y="189810"/>
                  </a:lnTo>
                  <a:lnTo>
                    <a:pt x="3843" y="195012"/>
                  </a:lnTo>
                  <a:lnTo>
                    <a:pt x="5057" y="200177"/>
                  </a:lnTo>
                  <a:lnTo>
                    <a:pt x="6435" y="205302"/>
                  </a:lnTo>
                  <a:lnTo>
                    <a:pt x="7974" y="210380"/>
                  </a:lnTo>
                  <a:lnTo>
                    <a:pt x="9674" y="215407"/>
                  </a:lnTo>
                  <a:lnTo>
                    <a:pt x="11533" y="220378"/>
                  </a:lnTo>
                  <a:lnTo>
                    <a:pt x="13548" y="225287"/>
                  </a:lnTo>
                  <a:lnTo>
                    <a:pt x="15718" y="230129"/>
                  </a:lnTo>
                  <a:lnTo>
                    <a:pt x="18041" y="234901"/>
                  </a:lnTo>
                  <a:lnTo>
                    <a:pt x="20514" y="239596"/>
                  </a:lnTo>
                  <a:lnTo>
                    <a:pt x="23135" y="244210"/>
                  </a:lnTo>
                  <a:lnTo>
                    <a:pt x="25901" y="248739"/>
                  </a:lnTo>
                  <a:lnTo>
                    <a:pt x="28810" y="253177"/>
                  </a:lnTo>
                  <a:lnTo>
                    <a:pt x="31857" y="257521"/>
                  </a:lnTo>
                  <a:lnTo>
                    <a:pt x="35042" y="261766"/>
                  </a:lnTo>
                  <a:lnTo>
                    <a:pt x="38359" y="265908"/>
                  </a:lnTo>
                  <a:lnTo>
                    <a:pt x="41806" y="269943"/>
                  </a:lnTo>
                  <a:lnTo>
                    <a:pt x="45379" y="273866"/>
                  </a:lnTo>
                  <a:lnTo>
                    <a:pt x="49075" y="277674"/>
                  </a:lnTo>
                  <a:lnTo>
                    <a:pt x="52890" y="281362"/>
                  </a:lnTo>
                  <a:lnTo>
                    <a:pt x="56821" y="284928"/>
                  </a:lnTo>
                  <a:lnTo>
                    <a:pt x="60862" y="288367"/>
                  </a:lnTo>
                  <a:lnTo>
                    <a:pt x="65011" y="291676"/>
                  </a:lnTo>
                  <a:lnTo>
                    <a:pt x="69262" y="294851"/>
                  </a:lnTo>
                  <a:lnTo>
                    <a:pt x="73612" y="297891"/>
                  </a:lnTo>
                  <a:lnTo>
                    <a:pt x="78057" y="300790"/>
                  </a:lnTo>
                  <a:lnTo>
                    <a:pt x="82591" y="303547"/>
                  </a:lnTo>
                  <a:lnTo>
                    <a:pt x="87210" y="306159"/>
                  </a:lnTo>
                  <a:lnTo>
                    <a:pt x="91910" y="308622"/>
                  </a:lnTo>
                  <a:lnTo>
                    <a:pt x="96686" y="310936"/>
                  </a:lnTo>
                  <a:lnTo>
                    <a:pt x="101533" y="313096"/>
                  </a:lnTo>
                  <a:lnTo>
                    <a:pt x="106446" y="315102"/>
                  </a:lnTo>
                  <a:lnTo>
                    <a:pt x="111420" y="316951"/>
                  </a:lnTo>
                  <a:lnTo>
                    <a:pt x="116450" y="318640"/>
                  </a:lnTo>
                  <a:lnTo>
                    <a:pt x="121532" y="320170"/>
                  </a:lnTo>
                  <a:lnTo>
                    <a:pt x="126659" y="321537"/>
                  </a:lnTo>
                  <a:lnTo>
                    <a:pt x="131828" y="322741"/>
                  </a:lnTo>
                  <a:lnTo>
                    <a:pt x="137031" y="323780"/>
                  </a:lnTo>
                  <a:lnTo>
                    <a:pt x="142266" y="324654"/>
                  </a:lnTo>
                  <a:lnTo>
                    <a:pt x="147525" y="325361"/>
                  </a:lnTo>
                  <a:lnTo>
                    <a:pt x="152804" y="325900"/>
                  </a:lnTo>
                  <a:lnTo>
                    <a:pt x="158098" y="326272"/>
                  </a:lnTo>
                  <a:lnTo>
                    <a:pt x="163400" y="326476"/>
                  </a:lnTo>
                  <a:lnTo>
                    <a:pt x="168707" y="326511"/>
                  </a:lnTo>
                  <a:lnTo>
                    <a:pt x="174012" y="326378"/>
                  </a:lnTo>
                  <a:lnTo>
                    <a:pt x="179310" y="326076"/>
                  </a:lnTo>
                  <a:lnTo>
                    <a:pt x="184595" y="325607"/>
                  </a:lnTo>
                  <a:lnTo>
                    <a:pt x="189864" y="324970"/>
                  </a:lnTo>
                  <a:lnTo>
                    <a:pt x="195109" y="324166"/>
                  </a:lnTo>
                  <a:lnTo>
                    <a:pt x="200326" y="323195"/>
                  </a:lnTo>
                  <a:lnTo>
                    <a:pt x="205510" y="322060"/>
                  </a:lnTo>
                  <a:lnTo>
                    <a:pt x="210655" y="320761"/>
                  </a:lnTo>
                  <a:lnTo>
                    <a:pt x="215756" y="319299"/>
                  </a:lnTo>
                  <a:lnTo>
                    <a:pt x="220809" y="317676"/>
                  </a:lnTo>
                  <a:lnTo>
                    <a:pt x="225807" y="315894"/>
                  </a:lnTo>
                  <a:lnTo>
                    <a:pt x="230746" y="313954"/>
                  </a:lnTo>
                  <a:lnTo>
                    <a:pt x="235621" y="311858"/>
                  </a:lnTo>
                  <a:lnTo>
                    <a:pt x="240427" y="309608"/>
                  </a:lnTo>
                  <a:lnTo>
                    <a:pt x="245159" y="307207"/>
                  </a:lnTo>
                  <a:lnTo>
                    <a:pt x="249813" y="304657"/>
                  </a:lnTo>
                  <a:lnTo>
                    <a:pt x="254384" y="301960"/>
                  </a:lnTo>
                  <a:lnTo>
                    <a:pt x="258866" y="299120"/>
                  </a:lnTo>
                  <a:lnTo>
                    <a:pt x="263256" y="296139"/>
                  </a:lnTo>
                  <a:lnTo>
                    <a:pt x="267549" y="293020"/>
                  </a:lnTo>
                  <a:lnTo>
                    <a:pt x="271741" y="289766"/>
                  </a:lnTo>
                  <a:lnTo>
                    <a:pt x="275828" y="286381"/>
                  </a:lnTo>
                  <a:lnTo>
                    <a:pt x="279805" y="282868"/>
                  </a:lnTo>
                  <a:lnTo>
                    <a:pt x="283669" y="279230"/>
                  </a:lnTo>
                  <a:lnTo>
                    <a:pt x="287415" y="275472"/>
                  </a:lnTo>
                  <a:lnTo>
                    <a:pt x="291041" y="271597"/>
                  </a:lnTo>
                  <a:lnTo>
                    <a:pt x="294541" y="267608"/>
                  </a:lnTo>
                  <a:lnTo>
                    <a:pt x="297913" y="263511"/>
                  </a:lnTo>
                  <a:lnTo>
                    <a:pt x="301153" y="259308"/>
                  </a:lnTo>
                  <a:lnTo>
                    <a:pt x="304258" y="255005"/>
                  </a:lnTo>
                  <a:lnTo>
                    <a:pt x="307225" y="250605"/>
                  </a:lnTo>
                  <a:lnTo>
                    <a:pt x="310051" y="246114"/>
                  </a:lnTo>
                  <a:lnTo>
                    <a:pt x="312733" y="241535"/>
                  </a:lnTo>
                  <a:lnTo>
                    <a:pt x="315268" y="236873"/>
                  </a:lnTo>
                  <a:lnTo>
                    <a:pt x="317654" y="232133"/>
                  </a:lnTo>
                  <a:lnTo>
                    <a:pt x="319888" y="227320"/>
                  </a:lnTo>
                  <a:lnTo>
                    <a:pt x="321969" y="222438"/>
                  </a:lnTo>
                  <a:lnTo>
                    <a:pt x="323893" y="217493"/>
                  </a:lnTo>
                  <a:lnTo>
                    <a:pt x="325660" y="212489"/>
                  </a:lnTo>
                  <a:lnTo>
                    <a:pt x="327266" y="207431"/>
                  </a:lnTo>
                  <a:lnTo>
                    <a:pt x="328712" y="202325"/>
                  </a:lnTo>
                  <a:lnTo>
                    <a:pt x="329994" y="197176"/>
                  </a:lnTo>
                  <a:lnTo>
                    <a:pt x="331113" y="191988"/>
                  </a:lnTo>
                  <a:lnTo>
                    <a:pt x="332066" y="186768"/>
                  </a:lnTo>
                  <a:lnTo>
                    <a:pt x="332853" y="181520"/>
                  </a:lnTo>
                  <a:lnTo>
                    <a:pt x="333474" y="176250"/>
                  </a:lnTo>
                  <a:lnTo>
                    <a:pt x="333926" y="170963"/>
                  </a:lnTo>
                  <a:lnTo>
                    <a:pt x="334211" y="165664"/>
                  </a:lnTo>
                  <a:lnTo>
                    <a:pt x="334327" y="160359"/>
                  </a:lnTo>
                  <a:lnTo>
                    <a:pt x="334275" y="155052"/>
                  </a:lnTo>
                  <a:lnTo>
                    <a:pt x="334054" y="149750"/>
                  </a:lnTo>
                  <a:lnTo>
                    <a:pt x="333665" y="144458"/>
                  </a:lnTo>
                  <a:lnTo>
                    <a:pt x="333109" y="139181"/>
                  </a:lnTo>
                  <a:lnTo>
                    <a:pt x="332385" y="133924"/>
                  </a:lnTo>
                  <a:lnTo>
                    <a:pt x="331495" y="128692"/>
                  </a:lnTo>
                  <a:lnTo>
                    <a:pt x="330439" y="123492"/>
                  </a:lnTo>
                  <a:lnTo>
                    <a:pt x="329218" y="118327"/>
                  </a:lnTo>
                  <a:lnTo>
                    <a:pt x="327835" y="113204"/>
                  </a:lnTo>
                  <a:lnTo>
                    <a:pt x="326289" y="108128"/>
                  </a:lnTo>
                  <a:lnTo>
                    <a:pt x="324583" y="103103"/>
                  </a:lnTo>
                  <a:lnTo>
                    <a:pt x="322718" y="98135"/>
                  </a:lnTo>
                  <a:lnTo>
                    <a:pt x="320697" y="93228"/>
                  </a:lnTo>
                  <a:lnTo>
                    <a:pt x="318521" y="88388"/>
                  </a:lnTo>
                  <a:lnTo>
                    <a:pt x="316192" y="83620"/>
                  </a:lnTo>
                  <a:lnTo>
                    <a:pt x="313713" y="78928"/>
                  </a:lnTo>
                  <a:lnTo>
                    <a:pt x="311087" y="74317"/>
                  </a:lnTo>
                  <a:lnTo>
                    <a:pt x="308315" y="69792"/>
                  </a:lnTo>
                  <a:lnTo>
                    <a:pt x="305402" y="65356"/>
                  </a:lnTo>
                  <a:lnTo>
                    <a:pt x="302349" y="61016"/>
                  </a:lnTo>
                  <a:lnTo>
                    <a:pt x="299159" y="56775"/>
                  </a:lnTo>
                  <a:lnTo>
                    <a:pt x="295837" y="52637"/>
                  </a:lnTo>
                  <a:lnTo>
                    <a:pt x="292385" y="48607"/>
                  </a:lnTo>
                  <a:lnTo>
                    <a:pt x="288807" y="44688"/>
                  </a:lnTo>
                  <a:lnTo>
                    <a:pt x="285106" y="40884"/>
                  </a:lnTo>
                  <a:lnTo>
                    <a:pt x="281287" y="37201"/>
                  </a:lnTo>
                  <a:lnTo>
                    <a:pt x="277352" y="33640"/>
                  </a:lnTo>
                  <a:lnTo>
                    <a:pt x="273307" y="30206"/>
                  </a:lnTo>
                  <a:lnTo>
                    <a:pt x="269154" y="26902"/>
                  </a:lnTo>
                  <a:lnTo>
                    <a:pt x="264899" y="23731"/>
                  </a:lnTo>
                  <a:lnTo>
                    <a:pt x="260545" y="20697"/>
                  </a:lnTo>
                  <a:lnTo>
                    <a:pt x="256097" y="17803"/>
                  </a:lnTo>
                  <a:lnTo>
                    <a:pt x="251559" y="15052"/>
                  </a:lnTo>
                  <a:lnTo>
                    <a:pt x="246937" y="12446"/>
                  </a:lnTo>
                  <a:lnTo>
                    <a:pt x="242234" y="9988"/>
                  </a:lnTo>
                  <a:lnTo>
                    <a:pt x="237455" y="7680"/>
                  </a:lnTo>
                  <a:lnTo>
                    <a:pt x="232606" y="5526"/>
                  </a:lnTo>
                  <a:lnTo>
                    <a:pt x="227690" y="3526"/>
                  </a:lnTo>
                  <a:lnTo>
                    <a:pt x="222714" y="1683"/>
                  </a:lnTo>
                  <a:lnTo>
                    <a:pt x="217682" y="0"/>
                  </a:lnTo>
                  <a:lnTo>
                    <a:pt x="167163" y="1593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023544" y="941493"/>
              <a:ext cx="50519" cy="167167"/>
            </a:xfrm>
            <a:custGeom>
              <a:avLst/>
              <a:pathLst>
                <a:path w="50519" h="167167">
                  <a:moveTo>
                    <a:pt x="50519" y="7816"/>
                  </a:moveTo>
                  <a:lnTo>
                    <a:pt x="44368" y="5995"/>
                  </a:lnTo>
                  <a:lnTo>
                    <a:pt x="38151" y="4411"/>
                  </a:lnTo>
                  <a:lnTo>
                    <a:pt x="31879" y="3067"/>
                  </a:lnTo>
                  <a:lnTo>
                    <a:pt x="25560" y="1965"/>
                  </a:lnTo>
                  <a:lnTo>
                    <a:pt x="19203" y="1106"/>
                  </a:lnTo>
                  <a:lnTo>
                    <a:pt x="12817" y="492"/>
                  </a:lnTo>
                  <a:lnTo>
                    <a:pt x="6413" y="1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2527" y="941493"/>
              <a:ext cx="53688" cy="167167"/>
            </a:xfrm>
            <a:custGeom>
              <a:avLst/>
              <a:pathLst>
                <a:path w="53688" h="167167">
                  <a:moveTo>
                    <a:pt x="53688" y="0"/>
                  </a:moveTo>
                  <a:lnTo>
                    <a:pt x="47616" y="110"/>
                  </a:lnTo>
                  <a:lnTo>
                    <a:pt x="41553" y="441"/>
                  </a:lnTo>
                  <a:lnTo>
                    <a:pt x="35505" y="991"/>
                  </a:lnTo>
                  <a:lnTo>
                    <a:pt x="29481" y="1761"/>
                  </a:lnTo>
                  <a:lnTo>
                    <a:pt x="23490" y="2750"/>
                  </a:lnTo>
                  <a:lnTo>
                    <a:pt x="17538" y="3955"/>
                  </a:lnTo>
                  <a:lnTo>
                    <a:pt x="11634" y="5376"/>
                  </a:lnTo>
                  <a:lnTo>
                    <a:pt x="5785" y="7010"/>
                  </a:lnTo>
                  <a:lnTo>
                    <a:pt x="0" y="8856"/>
                  </a:lnTo>
                  <a:lnTo>
                    <a:pt x="5368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2527" y="950349"/>
              <a:ext cx="53688" cy="158311"/>
            </a:xfrm>
            <a:custGeom>
              <a:avLst/>
              <a:pathLst>
                <a:path w="53688" h="158311">
                  <a:moveTo>
                    <a:pt x="0" y="0"/>
                  </a:moveTo>
                  <a:lnTo>
                    <a:pt x="53688" y="1583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2527" y="950349"/>
              <a:ext cx="53688" cy="158311"/>
            </a:xfrm>
            <a:custGeom>
              <a:avLst/>
              <a:pathLst>
                <a:path w="53688" h="158311">
                  <a:moveTo>
                    <a:pt x="0" y="0"/>
                  </a:moveTo>
                  <a:lnTo>
                    <a:pt x="53688" y="1583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2527" y="950349"/>
              <a:ext cx="53688" cy="158311"/>
            </a:xfrm>
            <a:custGeom>
              <a:avLst/>
              <a:pathLst>
                <a:path w="53688" h="158311">
                  <a:moveTo>
                    <a:pt x="0" y="0"/>
                  </a:moveTo>
                  <a:lnTo>
                    <a:pt x="53688" y="1583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2527" y="950349"/>
              <a:ext cx="53688" cy="158311"/>
            </a:xfrm>
            <a:custGeom>
              <a:avLst/>
              <a:pathLst>
                <a:path w="53688" h="158311">
                  <a:moveTo>
                    <a:pt x="0" y="0"/>
                  </a:moveTo>
                  <a:lnTo>
                    <a:pt x="53688" y="1583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2527" y="950349"/>
              <a:ext cx="53688" cy="158311"/>
            </a:xfrm>
            <a:custGeom>
              <a:avLst/>
              <a:pathLst>
                <a:path w="53688" h="158311">
                  <a:moveTo>
                    <a:pt x="0" y="0"/>
                  </a:moveTo>
                  <a:lnTo>
                    <a:pt x="53688" y="1583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2527" y="950349"/>
              <a:ext cx="53688" cy="158311"/>
            </a:xfrm>
            <a:custGeom>
              <a:avLst/>
              <a:pathLst>
                <a:path w="53688" h="158311">
                  <a:moveTo>
                    <a:pt x="0" y="0"/>
                  </a:moveTo>
                  <a:lnTo>
                    <a:pt x="53688" y="1583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2527" y="950349"/>
              <a:ext cx="53688" cy="158311"/>
            </a:xfrm>
            <a:custGeom>
              <a:avLst/>
              <a:pathLst>
                <a:path w="53688" h="158311">
                  <a:moveTo>
                    <a:pt x="0" y="0"/>
                  </a:moveTo>
                  <a:lnTo>
                    <a:pt x="53688" y="1583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2527" y="950349"/>
              <a:ext cx="53688" cy="158311"/>
            </a:xfrm>
            <a:custGeom>
              <a:avLst/>
              <a:pathLst>
                <a:path w="53688" h="158311">
                  <a:moveTo>
                    <a:pt x="0" y="0"/>
                  </a:moveTo>
                  <a:lnTo>
                    <a:pt x="53688" y="1583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2527" y="950349"/>
              <a:ext cx="53688" cy="158311"/>
            </a:xfrm>
            <a:custGeom>
              <a:avLst/>
              <a:pathLst>
                <a:path w="53688" h="158311">
                  <a:moveTo>
                    <a:pt x="0" y="0"/>
                  </a:moveTo>
                  <a:lnTo>
                    <a:pt x="53688" y="1583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2527" y="950349"/>
              <a:ext cx="53688" cy="158311"/>
            </a:xfrm>
            <a:custGeom>
              <a:avLst/>
              <a:pathLst>
                <a:path w="53688" h="158311">
                  <a:moveTo>
                    <a:pt x="0" y="0"/>
                  </a:moveTo>
                  <a:lnTo>
                    <a:pt x="53688" y="1583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2527" y="950349"/>
              <a:ext cx="53688" cy="158311"/>
            </a:xfrm>
            <a:custGeom>
              <a:avLst/>
              <a:pathLst>
                <a:path w="53688" h="158311">
                  <a:moveTo>
                    <a:pt x="0" y="0"/>
                  </a:moveTo>
                  <a:lnTo>
                    <a:pt x="53688" y="1583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2527" y="950349"/>
              <a:ext cx="53688" cy="158311"/>
            </a:xfrm>
            <a:custGeom>
              <a:avLst/>
              <a:pathLst>
                <a:path w="53688" h="158311">
                  <a:moveTo>
                    <a:pt x="0" y="0"/>
                  </a:moveTo>
                  <a:lnTo>
                    <a:pt x="53688" y="1583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2527" y="950349"/>
              <a:ext cx="53688" cy="158311"/>
            </a:xfrm>
            <a:custGeom>
              <a:avLst/>
              <a:pathLst>
                <a:path w="53688" h="158311">
                  <a:moveTo>
                    <a:pt x="0" y="0"/>
                  </a:moveTo>
                  <a:lnTo>
                    <a:pt x="53688" y="1583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2527" y="950349"/>
              <a:ext cx="53688" cy="158311"/>
            </a:xfrm>
            <a:custGeom>
              <a:avLst/>
              <a:pathLst>
                <a:path w="53688" h="158311">
                  <a:moveTo>
                    <a:pt x="0" y="0"/>
                  </a:moveTo>
                  <a:lnTo>
                    <a:pt x="53688" y="1583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2527" y="950349"/>
              <a:ext cx="53688" cy="158311"/>
            </a:xfrm>
            <a:custGeom>
              <a:avLst/>
              <a:pathLst>
                <a:path w="53688" h="158311">
                  <a:moveTo>
                    <a:pt x="0" y="0"/>
                  </a:moveTo>
                  <a:lnTo>
                    <a:pt x="53688" y="1583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2527" y="950349"/>
              <a:ext cx="53688" cy="158311"/>
            </a:xfrm>
            <a:custGeom>
              <a:avLst/>
              <a:pathLst>
                <a:path w="53688" h="158311">
                  <a:moveTo>
                    <a:pt x="0" y="0"/>
                  </a:moveTo>
                  <a:lnTo>
                    <a:pt x="53688" y="1583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432527" y="950349"/>
              <a:ext cx="53688" cy="158311"/>
            </a:xfrm>
            <a:custGeom>
              <a:avLst/>
              <a:pathLst>
                <a:path w="53688" h="158311">
                  <a:moveTo>
                    <a:pt x="0" y="0"/>
                  </a:moveTo>
                  <a:lnTo>
                    <a:pt x="53688" y="1583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432527" y="950349"/>
              <a:ext cx="53688" cy="158311"/>
            </a:xfrm>
            <a:custGeom>
              <a:avLst/>
              <a:pathLst>
                <a:path w="53688" h="158311">
                  <a:moveTo>
                    <a:pt x="0" y="0"/>
                  </a:moveTo>
                  <a:lnTo>
                    <a:pt x="53688" y="1583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319048" y="950349"/>
              <a:ext cx="167166" cy="313165"/>
            </a:xfrm>
            <a:custGeom>
              <a:avLst/>
              <a:pathLst>
                <a:path w="167166" h="313165">
                  <a:moveTo>
                    <a:pt x="113478" y="0"/>
                  </a:moveTo>
                  <a:lnTo>
                    <a:pt x="108448" y="1796"/>
                  </a:lnTo>
                  <a:lnTo>
                    <a:pt x="103477" y="3751"/>
                  </a:lnTo>
                  <a:lnTo>
                    <a:pt x="98572" y="5865"/>
                  </a:lnTo>
                  <a:lnTo>
                    <a:pt x="93737" y="8134"/>
                  </a:lnTo>
                  <a:lnTo>
                    <a:pt x="88977" y="10557"/>
                  </a:lnTo>
                  <a:lnTo>
                    <a:pt x="84296" y="13130"/>
                  </a:lnTo>
                  <a:lnTo>
                    <a:pt x="79700" y="15852"/>
                  </a:lnTo>
                  <a:lnTo>
                    <a:pt x="75194" y="18719"/>
                  </a:lnTo>
                  <a:lnTo>
                    <a:pt x="70781" y="21728"/>
                  </a:lnTo>
                  <a:lnTo>
                    <a:pt x="66467" y="24877"/>
                  </a:lnTo>
                  <a:lnTo>
                    <a:pt x="62255" y="28162"/>
                  </a:lnTo>
                  <a:lnTo>
                    <a:pt x="58151" y="31581"/>
                  </a:lnTo>
                  <a:lnTo>
                    <a:pt x="54158" y="35128"/>
                  </a:lnTo>
                  <a:lnTo>
                    <a:pt x="50280" y="38801"/>
                  </a:lnTo>
                  <a:lnTo>
                    <a:pt x="46522" y="42596"/>
                  </a:lnTo>
                  <a:lnTo>
                    <a:pt x="42887" y="46510"/>
                  </a:lnTo>
                  <a:lnTo>
                    <a:pt x="39378" y="50537"/>
                  </a:lnTo>
                  <a:lnTo>
                    <a:pt x="36000" y="54675"/>
                  </a:lnTo>
                  <a:lnTo>
                    <a:pt x="32757" y="58918"/>
                  </a:lnTo>
                  <a:lnTo>
                    <a:pt x="29650" y="63263"/>
                  </a:lnTo>
                  <a:lnTo>
                    <a:pt x="26683" y="67705"/>
                  </a:lnTo>
                  <a:lnTo>
                    <a:pt x="23861" y="72239"/>
                  </a:lnTo>
                  <a:lnTo>
                    <a:pt x="21184" y="76861"/>
                  </a:lnTo>
                  <a:lnTo>
                    <a:pt x="18656" y="81567"/>
                  </a:lnTo>
                  <a:lnTo>
                    <a:pt x="16280" y="86350"/>
                  </a:lnTo>
                  <a:lnTo>
                    <a:pt x="14058" y="91207"/>
                  </a:lnTo>
                  <a:lnTo>
                    <a:pt x="11993" y="96133"/>
                  </a:lnTo>
                  <a:lnTo>
                    <a:pt x="10086" y="101122"/>
                  </a:lnTo>
                  <a:lnTo>
                    <a:pt x="8339" y="106170"/>
                  </a:lnTo>
                  <a:lnTo>
                    <a:pt x="6754" y="111271"/>
                  </a:lnTo>
                  <a:lnTo>
                    <a:pt x="5333" y="116419"/>
                  </a:lnTo>
                  <a:lnTo>
                    <a:pt x="4077" y="121611"/>
                  </a:lnTo>
                  <a:lnTo>
                    <a:pt x="2988" y="126840"/>
                  </a:lnTo>
                  <a:lnTo>
                    <a:pt x="2067" y="132101"/>
                  </a:lnTo>
                  <a:lnTo>
                    <a:pt x="1313" y="137389"/>
                  </a:lnTo>
                  <a:lnTo>
                    <a:pt x="730" y="142698"/>
                  </a:lnTo>
                  <a:lnTo>
                    <a:pt x="316" y="148023"/>
                  </a:lnTo>
                  <a:lnTo>
                    <a:pt x="72" y="153359"/>
                  </a:lnTo>
                  <a:lnTo>
                    <a:pt x="0" y="158700"/>
                  </a:lnTo>
                  <a:lnTo>
                    <a:pt x="97" y="164040"/>
                  </a:lnTo>
                  <a:lnTo>
                    <a:pt x="366" y="169375"/>
                  </a:lnTo>
                  <a:lnTo>
                    <a:pt x="804" y="174698"/>
                  </a:lnTo>
                  <a:lnTo>
                    <a:pt x="1413" y="180004"/>
                  </a:lnTo>
                  <a:lnTo>
                    <a:pt x="2190" y="185289"/>
                  </a:lnTo>
                  <a:lnTo>
                    <a:pt x="3136" y="190545"/>
                  </a:lnTo>
                  <a:lnTo>
                    <a:pt x="4250" y="195769"/>
                  </a:lnTo>
                  <a:lnTo>
                    <a:pt x="5530" y="200955"/>
                  </a:lnTo>
                  <a:lnTo>
                    <a:pt x="6975" y="206097"/>
                  </a:lnTo>
                  <a:lnTo>
                    <a:pt x="8583" y="211190"/>
                  </a:lnTo>
                  <a:lnTo>
                    <a:pt x="10353" y="216230"/>
                  </a:lnTo>
                  <a:lnTo>
                    <a:pt x="12284" y="221210"/>
                  </a:lnTo>
                  <a:lnTo>
                    <a:pt x="14372" y="226126"/>
                  </a:lnTo>
                  <a:lnTo>
                    <a:pt x="16617" y="230973"/>
                  </a:lnTo>
                  <a:lnTo>
                    <a:pt x="19015" y="235745"/>
                  </a:lnTo>
                  <a:lnTo>
                    <a:pt x="21565" y="240439"/>
                  </a:lnTo>
                  <a:lnTo>
                    <a:pt x="24263" y="245049"/>
                  </a:lnTo>
                  <a:lnTo>
                    <a:pt x="27107" y="249570"/>
                  </a:lnTo>
                  <a:lnTo>
                    <a:pt x="30094" y="253998"/>
                  </a:lnTo>
                  <a:lnTo>
                    <a:pt x="33220" y="258328"/>
                  </a:lnTo>
                  <a:lnTo>
                    <a:pt x="36484" y="262556"/>
                  </a:lnTo>
                  <a:lnTo>
                    <a:pt x="39881" y="266678"/>
                  </a:lnTo>
                  <a:lnTo>
                    <a:pt x="43408" y="270689"/>
                  </a:lnTo>
                  <a:lnTo>
                    <a:pt x="47062" y="274585"/>
                  </a:lnTo>
                  <a:lnTo>
                    <a:pt x="50838" y="278363"/>
                  </a:lnTo>
                  <a:lnTo>
                    <a:pt x="54732" y="282018"/>
                  </a:lnTo>
                  <a:lnTo>
                    <a:pt x="58742" y="285547"/>
                  </a:lnTo>
                  <a:lnTo>
                    <a:pt x="62862" y="288946"/>
                  </a:lnTo>
                  <a:lnTo>
                    <a:pt x="67089" y="292212"/>
                  </a:lnTo>
                  <a:lnTo>
                    <a:pt x="71418" y="295340"/>
                  </a:lnTo>
                  <a:lnTo>
                    <a:pt x="75844" y="298329"/>
                  </a:lnTo>
                  <a:lnTo>
                    <a:pt x="80364" y="301175"/>
                  </a:lnTo>
                  <a:lnTo>
                    <a:pt x="84973" y="303876"/>
                  </a:lnTo>
                  <a:lnTo>
                    <a:pt x="89665" y="306427"/>
                  </a:lnTo>
                  <a:lnTo>
                    <a:pt x="94436" y="308828"/>
                  </a:lnTo>
                  <a:lnTo>
                    <a:pt x="99282" y="311074"/>
                  </a:lnTo>
                  <a:lnTo>
                    <a:pt x="104197" y="313165"/>
                  </a:lnTo>
                  <a:lnTo>
                    <a:pt x="167166" y="1583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423246" y="941493"/>
              <a:ext cx="230121" cy="334332"/>
            </a:xfrm>
            <a:custGeom>
              <a:avLst/>
              <a:pathLst>
                <a:path w="230121" h="334332">
                  <a:moveTo>
                    <a:pt x="0" y="322021"/>
                  </a:moveTo>
                  <a:lnTo>
                    <a:pt x="4952" y="323944"/>
                  </a:lnTo>
                  <a:lnTo>
                    <a:pt x="9963" y="325708"/>
                  </a:lnTo>
                  <a:lnTo>
                    <a:pt x="15028" y="327313"/>
                  </a:lnTo>
                  <a:lnTo>
                    <a:pt x="20141" y="328755"/>
                  </a:lnTo>
                  <a:lnTo>
                    <a:pt x="25297" y="330034"/>
                  </a:lnTo>
                  <a:lnTo>
                    <a:pt x="30492" y="331149"/>
                  </a:lnTo>
                  <a:lnTo>
                    <a:pt x="35719" y="332098"/>
                  </a:lnTo>
                  <a:lnTo>
                    <a:pt x="40974" y="332881"/>
                  </a:lnTo>
                  <a:lnTo>
                    <a:pt x="46251" y="333496"/>
                  </a:lnTo>
                  <a:lnTo>
                    <a:pt x="51545" y="333944"/>
                  </a:lnTo>
                  <a:lnTo>
                    <a:pt x="56850" y="334222"/>
                  </a:lnTo>
                  <a:lnTo>
                    <a:pt x="62161" y="334332"/>
                  </a:lnTo>
                  <a:lnTo>
                    <a:pt x="67474" y="334274"/>
                  </a:lnTo>
                  <a:lnTo>
                    <a:pt x="72782" y="334046"/>
                  </a:lnTo>
                  <a:lnTo>
                    <a:pt x="78080" y="333650"/>
                  </a:lnTo>
                  <a:lnTo>
                    <a:pt x="83362" y="333086"/>
                  </a:lnTo>
                  <a:lnTo>
                    <a:pt x="88624" y="332354"/>
                  </a:lnTo>
                  <a:lnTo>
                    <a:pt x="93860" y="331455"/>
                  </a:lnTo>
                  <a:lnTo>
                    <a:pt x="99065" y="330391"/>
                  </a:lnTo>
                  <a:lnTo>
                    <a:pt x="104234" y="329161"/>
                  </a:lnTo>
                  <a:lnTo>
                    <a:pt x="109361" y="327768"/>
                  </a:lnTo>
                  <a:lnTo>
                    <a:pt x="114441" y="326213"/>
                  </a:lnTo>
                  <a:lnTo>
                    <a:pt x="119469" y="324497"/>
                  </a:lnTo>
                  <a:lnTo>
                    <a:pt x="124439" y="322622"/>
                  </a:lnTo>
                  <a:lnTo>
                    <a:pt x="129348" y="320590"/>
                  </a:lnTo>
                  <a:lnTo>
                    <a:pt x="134190" y="318403"/>
                  </a:lnTo>
                  <a:lnTo>
                    <a:pt x="138960" y="316064"/>
                  </a:lnTo>
                  <a:lnTo>
                    <a:pt x="143653" y="313574"/>
                  </a:lnTo>
                  <a:lnTo>
                    <a:pt x="148264" y="310936"/>
                  </a:lnTo>
                  <a:lnTo>
                    <a:pt x="152790" y="308153"/>
                  </a:lnTo>
                  <a:lnTo>
                    <a:pt x="157225" y="305228"/>
                  </a:lnTo>
                  <a:lnTo>
                    <a:pt x="161564" y="302163"/>
                  </a:lnTo>
                  <a:lnTo>
                    <a:pt x="165804" y="298962"/>
                  </a:lnTo>
                  <a:lnTo>
                    <a:pt x="169940" y="295627"/>
                  </a:lnTo>
                  <a:lnTo>
                    <a:pt x="173968" y="292163"/>
                  </a:lnTo>
                  <a:lnTo>
                    <a:pt x="177884" y="288573"/>
                  </a:lnTo>
                  <a:lnTo>
                    <a:pt x="181684" y="284860"/>
                  </a:lnTo>
                  <a:lnTo>
                    <a:pt x="185364" y="281028"/>
                  </a:lnTo>
                  <a:lnTo>
                    <a:pt x="188920" y="277081"/>
                  </a:lnTo>
                  <a:lnTo>
                    <a:pt x="192349" y="273024"/>
                  </a:lnTo>
                  <a:lnTo>
                    <a:pt x="195648" y="268859"/>
                  </a:lnTo>
                  <a:lnTo>
                    <a:pt x="198812" y="264591"/>
                  </a:lnTo>
                  <a:lnTo>
                    <a:pt x="201839" y="260225"/>
                  </a:lnTo>
                  <a:lnTo>
                    <a:pt x="204726" y="255766"/>
                  </a:lnTo>
                  <a:lnTo>
                    <a:pt x="207470" y="251216"/>
                  </a:lnTo>
                  <a:lnTo>
                    <a:pt x="210068" y="246582"/>
                  </a:lnTo>
                  <a:lnTo>
                    <a:pt x="212517" y="241868"/>
                  </a:lnTo>
                  <a:lnTo>
                    <a:pt x="214815" y="237078"/>
                  </a:lnTo>
                  <a:lnTo>
                    <a:pt x="216960" y="232217"/>
                  </a:lnTo>
                  <a:lnTo>
                    <a:pt x="218950" y="227291"/>
                  </a:lnTo>
                  <a:lnTo>
                    <a:pt x="220781" y="222304"/>
                  </a:lnTo>
                  <a:lnTo>
                    <a:pt x="222454" y="217262"/>
                  </a:lnTo>
                  <a:lnTo>
                    <a:pt x="223965" y="212168"/>
                  </a:lnTo>
                  <a:lnTo>
                    <a:pt x="225314" y="207030"/>
                  </a:lnTo>
                  <a:lnTo>
                    <a:pt x="226499" y="201851"/>
                  </a:lnTo>
                  <a:lnTo>
                    <a:pt x="227518" y="196637"/>
                  </a:lnTo>
                  <a:lnTo>
                    <a:pt x="228371" y="191393"/>
                  </a:lnTo>
                  <a:lnTo>
                    <a:pt x="229058" y="186125"/>
                  </a:lnTo>
                  <a:lnTo>
                    <a:pt x="229576" y="180838"/>
                  </a:lnTo>
                  <a:lnTo>
                    <a:pt x="229927" y="175536"/>
                  </a:lnTo>
                  <a:lnTo>
                    <a:pt x="230108" y="170227"/>
                  </a:lnTo>
                  <a:lnTo>
                    <a:pt x="230121" y="164914"/>
                  </a:lnTo>
                  <a:lnTo>
                    <a:pt x="229965" y="159604"/>
                  </a:lnTo>
                  <a:lnTo>
                    <a:pt x="229640" y="154301"/>
                  </a:lnTo>
                  <a:lnTo>
                    <a:pt x="229147" y="149011"/>
                  </a:lnTo>
                  <a:lnTo>
                    <a:pt x="228486" y="143740"/>
                  </a:lnTo>
                  <a:lnTo>
                    <a:pt x="227658" y="138492"/>
                  </a:lnTo>
                  <a:lnTo>
                    <a:pt x="226664" y="133273"/>
                  </a:lnTo>
                  <a:lnTo>
                    <a:pt x="225504" y="128089"/>
                  </a:lnTo>
                  <a:lnTo>
                    <a:pt x="224181" y="122944"/>
                  </a:lnTo>
                  <a:lnTo>
                    <a:pt x="222694" y="117843"/>
                  </a:lnTo>
                  <a:lnTo>
                    <a:pt x="221046" y="112792"/>
                  </a:lnTo>
                  <a:lnTo>
                    <a:pt x="219238" y="107797"/>
                  </a:lnTo>
                  <a:lnTo>
                    <a:pt x="217273" y="102861"/>
                  </a:lnTo>
                  <a:lnTo>
                    <a:pt x="215151" y="97990"/>
                  </a:lnTo>
                  <a:lnTo>
                    <a:pt x="212876" y="93189"/>
                  </a:lnTo>
                  <a:lnTo>
                    <a:pt x="210450" y="88463"/>
                  </a:lnTo>
                  <a:lnTo>
                    <a:pt x="207874" y="83816"/>
                  </a:lnTo>
                  <a:lnTo>
                    <a:pt x="205153" y="79254"/>
                  </a:lnTo>
                  <a:lnTo>
                    <a:pt x="202287" y="74780"/>
                  </a:lnTo>
                  <a:lnTo>
                    <a:pt x="199281" y="70400"/>
                  </a:lnTo>
                  <a:lnTo>
                    <a:pt x="196137" y="66117"/>
                  </a:lnTo>
                  <a:lnTo>
                    <a:pt x="192859" y="61936"/>
                  </a:lnTo>
                  <a:lnTo>
                    <a:pt x="189450" y="57862"/>
                  </a:lnTo>
                  <a:lnTo>
                    <a:pt x="185912" y="53898"/>
                  </a:lnTo>
                  <a:lnTo>
                    <a:pt x="182251" y="50049"/>
                  </a:lnTo>
                  <a:lnTo>
                    <a:pt x="178469" y="46317"/>
                  </a:lnTo>
                  <a:lnTo>
                    <a:pt x="174571" y="42708"/>
                  </a:lnTo>
                  <a:lnTo>
                    <a:pt x="170559" y="39225"/>
                  </a:lnTo>
                  <a:lnTo>
                    <a:pt x="166439" y="35870"/>
                  </a:lnTo>
                  <a:lnTo>
                    <a:pt x="162215" y="32649"/>
                  </a:lnTo>
                  <a:lnTo>
                    <a:pt x="157890" y="29563"/>
                  </a:lnTo>
                  <a:lnTo>
                    <a:pt x="153470" y="26616"/>
                  </a:lnTo>
                  <a:lnTo>
                    <a:pt x="148958" y="23811"/>
                  </a:lnTo>
                  <a:lnTo>
                    <a:pt x="144359" y="21151"/>
                  </a:lnTo>
                  <a:lnTo>
                    <a:pt x="139678" y="18639"/>
                  </a:lnTo>
                  <a:lnTo>
                    <a:pt x="134920" y="16276"/>
                  </a:lnTo>
                  <a:lnTo>
                    <a:pt x="130088" y="14066"/>
                  </a:lnTo>
                  <a:lnTo>
                    <a:pt x="125189" y="12010"/>
                  </a:lnTo>
                  <a:lnTo>
                    <a:pt x="120228" y="10112"/>
                  </a:lnTo>
                  <a:lnTo>
                    <a:pt x="115208" y="8371"/>
                  </a:lnTo>
                  <a:lnTo>
                    <a:pt x="110136" y="6792"/>
                  </a:lnTo>
                  <a:lnTo>
                    <a:pt x="105016" y="5374"/>
                  </a:lnTo>
                  <a:lnTo>
                    <a:pt x="99853" y="4119"/>
                  </a:lnTo>
                  <a:lnTo>
                    <a:pt x="94653" y="3030"/>
                  </a:lnTo>
                  <a:lnTo>
                    <a:pt x="89422" y="2106"/>
                  </a:lnTo>
                  <a:lnTo>
                    <a:pt x="84163" y="1349"/>
                  </a:lnTo>
                  <a:lnTo>
                    <a:pt x="78883" y="759"/>
                  </a:lnTo>
                  <a:lnTo>
                    <a:pt x="73587" y="337"/>
                  </a:lnTo>
                  <a:lnTo>
                    <a:pt x="68281" y="84"/>
                  </a:lnTo>
                  <a:lnTo>
                    <a:pt x="62969" y="0"/>
                  </a:lnTo>
                  <a:lnTo>
                    <a:pt x="6296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351" y="1071028"/>
              <a:ext cx="167150" cy="186395"/>
            </a:xfrm>
            <a:custGeom>
              <a:avLst/>
              <a:pathLst>
                <a:path w="167150" h="186395">
                  <a:moveTo>
                    <a:pt x="167150" y="0"/>
                  </a:moveTo>
                  <a:lnTo>
                    <a:pt x="161730" y="87"/>
                  </a:lnTo>
                  <a:lnTo>
                    <a:pt x="156317" y="351"/>
                  </a:lnTo>
                  <a:lnTo>
                    <a:pt x="150914" y="790"/>
                  </a:lnTo>
                  <a:lnTo>
                    <a:pt x="145529" y="1404"/>
                  </a:lnTo>
                  <a:lnTo>
                    <a:pt x="140166" y="2192"/>
                  </a:lnTo>
                  <a:lnTo>
                    <a:pt x="134832" y="3153"/>
                  </a:lnTo>
                  <a:lnTo>
                    <a:pt x="129532" y="4287"/>
                  </a:lnTo>
                  <a:lnTo>
                    <a:pt x="124272" y="5592"/>
                  </a:lnTo>
                  <a:lnTo>
                    <a:pt x="119056" y="7067"/>
                  </a:lnTo>
                  <a:lnTo>
                    <a:pt x="113891" y="8710"/>
                  </a:lnTo>
                  <a:lnTo>
                    <a:pt x="108782" y="10520"/>
                  </a:lnTo>
                  <a:lnTo>
                    <a:pt x="103734" y="12495"/>
                  </a:lnTo>
                  <a:lnTo>
                    <a:pt x="98753" y="14632"/>
                  </a:lnTo>
                  <a:lnTo>
                    <a:pt x="93844" y="16929"/>
                  </a:lnTo>
                  <a:lnTo>
                    <a:pt x="89012" y="19385"/>
                  </a:lnTo>
                  <a:lnTo>
                    <a:pt x="84263" y="21996"/>
                  </a:lnTo>
                  <a:lnTo>
                    <a:pt x="79600" y="24759"/>
                  </a:lnTo>
                  <a:lnTo>
                    <a:pt x="75029" y="27672"/>
                  </a:lnTo>
                  <a:lnTo>
                    <a:pt x="70555" y="30732"/>
                  </a:lnTo>
                  <a:lnTo>
                    <a:pt x="66183" y="33935"/>
                  </a:lnTo>
                  <a:lnTo>
                    <a:pt x="61917" y="37278"/>
                  </a:lnTo>
                  <a:lnTo>
                    <a:pt x="57761" y="40758"/>
                  </a:lnTo>
                  <a:lnTo>
                    <a:pt x="53721" y="44371"/>
                  </a:lnTo>
                  <a:lnTo>
                    <a:pt x="49800" y="48113"/>
                  </a:lnTo>
                  <a:lnTo>
                    <a:pt x="46002" y="51980"/>
                  </a:lnTo>
                  <a:lnTo>
                    <a:pt x="42331" y="55968"/>
                  </a:lnTo>
                  <a:lnTo>
                    <a:pt x="38792" y="60073"/>
                  </a:lnTo>
                  <a:lnTo>
                    <a:pt x="35387" y="64290"/>
                  </a:lnTo>
                  <a:lnTo>
                    <a:pt x="32121" y="68616"/>
                  </a:lnTo>
                  <a:lnTo>
                    <a:pt x="28997" y="73045"/>
                  </a:lnTo>
                  <a:lnTo>
                    <a:pt x="26019" y="77573"/>
                  </a:lnTo>
                  <a:lnTo>
                    <a:pt x="23188" y="82196"/>
                  </a:lnTo>
                  <a:lnTo>
                    <a:pt x="20509" y="86907"/>
                  </a:lnTo>
                  <a:lnTo>
                    <a:pt x="17985" y="91703"/>
                  </a:lnTo>
                  <a:lnTo>
                    <a:pt x="15616" y="96579"/>
                  </a:lnTo>
                  <a:lnTo>
                    <a:pt x="13408" y="101528"/>
                  </a:lnTo>
                  <a:lnTo>
                    <a:pt x="11361" y="106547"/>
                  </a:lnTo>
                  <a:lnTo>
                    <a:pt x="9477" y="111630"/>
                  </a:lnTo>
                  <a:lnTo>
                    <a:pt x="7760" y="116770"/>
                  </a:lnTo>
                  <a:lnTo>
                    <a:pt x="6210" y="121964"/>
                  </a:lnTo>
                  <a:lnTo>
                    <a:pt x="4829" y="127205"/>
                  </a:lnTo>
                  <a:lnTo>
                    <a:pt x="3619" y="132488"/>
                  </a:lnTo>
                  <a:lnTo>
                    <a:pt x="2580" y="137808"/>
                  </a:lnTo>
                  <a:lnTo>
                    <a:pt x="1715" y="143159"/>
                  </a:lnTo>
                  <a:lnTo>
                    <a:pt x="1024" y="148535"/>
                  </a:lnTo>
                  <a:lnTo>
                    <a:pt x="507" y="153930"/>
                  </a:lnTo>
                  <a:lnTo>
                    <a:pt x="165" y="159339"/>
                  </a:lnTo>
                  <a:lnTo>
                    <a:pt x="0" y="164757"/>
                  </a:lnTo>
                  <a:lnTo>
                    <a:pt x="9" y="170177"/>
                  </a:lnTo>
                  <a:lnTo>
                    <a:pt x="195" y="175594"/>
                  </a:lnTo>
                  <a:lnTo>
                    <a:pt x="556" y="181002"/>
                  </a:lnTo>
                  <a:lnTo>
                    <a:pt x="1092" y="186395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8443" y="1238196"/>
              <a:ext cx="166057" cy="19228"/>
            </a:xfrm>
            <a:custGeom>
              <a:avLst/>
              <a:pathLst>
                <a:path w="166057" h="19228">
                  <a:moveTo>
                    <a:pt x="0" y="19228"/>
                  </a:moveTo>
                  <a:lnTo>
                    <a:pt x="16605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8443" y="1238196"/>
              <a:ext cx="166057" cy="19228"/>
            </a:xfrm>
            <a:custGeom>
              <a:avLst/>
              <a:pathLst>
                <a:path w="166057" h="19228">
                  <a:moveTo>
                    <a:pt x="0" y="19228"/>
                  </a:moveTo>
                  <a:lnTo>
                    <a:pt x="16605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8443" y="1238196"/>
              <a:ext cx="166057" cy="19228"/>
            </a:xfrm>
            <a:custGeom>
              <a:avLst/>
              <a:pathLst>
                <a:path w="166057" h="19228">
                  <a:moveTo>
                    <a:pt x="0" y="19228"/>
                  </a:moveTo>
                  <a:lnTo>
                    <a:pt x="16605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8443" y="1238196"/>
              <a:ext cx="166057" cy="19228"/>
            </a:xfrm>
            <a:custGeom>
              <a:avLst/>
              <a:pathLst>
                <a:path w="166057" h="19228">
                  <a:moveTo>
                    <a:pt x="0" y="19228"/>
                  </a:moveTo>
                  <a:lnTo>
                    <a:pt x="16605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8443" y="1238196"/>
              <a:ext cx="166057" cy="19228"/>
            </a:xfrm>
            <a:custGeom>
              <a:avLst/>
              <a:pathLst>
                <a:path w="166057" h="19228">
                  <a:moveTo>
                    <a:pt x="0" y="19228"/>
                  </a:moveTo>
                  <a:lnTo>
                    <a:pt x="16605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8443" y="1238196"/>
              <a:ext cx="166057" cy="19228"/>
            </a:xfrm>
            <a:custGeom>
              <a:avLst/>
              <a:pathLst>
                <a:path w="166057" h="19228">
                  <a:moveTo>
                    <a:pt x="0" y="19228"/>
                  </a:moveTo>
                  <a:lnTo>
                    <a:pt x="16605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8443" y="1238196"/>
              <a:ext cx="166057" cy="19228"/>
            </a:xfrm>
            <a:custGeom>
              <a:avLst/>
              <a:pathLst>
                <a:path w="166057" h="19228">
                  <a:moveTo>
                    <a:pt x="0" y="19228"/>
                  </a:moveTo>
                  <a:lnTo>
                    <a:pt x="16605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8443" y="1238196"/>
              <a:ext cx="166057" cy="19228"/>
            </a:xfrm>
            <a:custGeom>
              <a:avLst/>
              <a:pathLst>
                <a:path w="166057" h="19228">
                  <a:moveTo>
                    <a:pt x="0" y="19228"/>
                  </a:moveTo>
                  <a:lnTo>
                    <a:pt x="16605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8443" y="1238196"/>
              <a:ext cx="166057" cy="19228"/>
            </a:xfrm>
            <a:custGeom>
              <a:avLst/>
              <a:pathLst>
                <a:path w="166057" h="19228">
                  <a:moveTo>
                    <a:pt x="0" y="19228"/>
                  </a:moveTo>
                  <a:lnTo>
                    <a:pt x="16605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8443" y="1238196"/>
              <a:ext cx="166057" cy="19228"/>
            </a:xfrm>
            <a:custGeom>
              <a:avLst/>
              <a:pathLst>
                <a:path w="166057" h="19228">
                  <a:moveTo>
                    <a:pt x="0" y="19228"/>
                  </a:moveTo>
                  <a:lnTo>
                    <a:pt x="16605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8443" y="1238196"/>
              <a:ext cx="166057" cy="19228"/>
            </a:xfrm>
            <a:custGeom>
              <a:avLst/>
              <a:pathLst>
                <a:path w="166057" h="19228">
                  <a:moveTo>
                    <a:pt x="0" y="19228"/>
                  </a:moveTo>
                  <a:lnTo>
                    <a:pt x="16605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8443" y="1238196"/>
              <a:ext cx="166057" cy="19228"/>
            </a:xfrm>
            <a:custGeom>
              <a:avLst/>
              <a:pathLst>
                <a:path w="166057" h="19228">
                  <a:moveTo>
                    <a:pt x="0" y="19228"/>
                  </a:moveTo>
                  <a:lnTo>
                    <a:pt x="16605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8443" y="1238196"/>
              <a:ext cx="166057" cy="19228"/>
            </a:xfrm>
            <a:custGeom>
              <a:avLst/>
              <a:pathLst>
                <a:path w="166057" h="19228">
                  <a:moveTo>
                    <a:pt x="0" y="19228"/>
                  </a:moveTo>
                  <a:lnTo>
                    <a:pt x="16605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8443" y="1238196"/>
              <a:ext cx="166057" cy="19228"/>
            </a:xfrm>
            <a:custGeom>
              <a:avLst/>
              <a:pathLst>
                <a:path w="166057" h="19228">
                  <a:moveTo>
                    <a:pt x="0" y="19228"/>
                  </a:moveTo>
                  <a:lnTo>
                    <a:pt x="16605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8443" y="1238196"/>
              <a:ext cx="166057" cy="19228"/>
            </a:xfrm>
            <a:custGeom>
              <a:avLst/>
              <a:pathLst>
                <a:path w="166057" h="19228">
                  <a:moveTo>
                    <a:pt x="0" y="19228"/>
                  </a:moveTo>
                  <a:lnTo>
                    <a:pt x="16605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8443" y="1238196"/>
              <a:ext cx="166057" cy="19228"/>
            </a:xfrm>
            <a:custGeom>
              <a:avLst/>
              <a:pathLst>
                <a:path w="166057" h="19228">
                  <a:moveTo>
                    <a:pt x="0" y="19228"/>
                  </a:moveTo>
                  <a:lnTo>
                    <a:pt x="16605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798443" y="1238196"/>
              <a:ext cx="166057" cy="19228"/>
            </a:xfrm>
            <a:custGeom>
              <a:avLst/>
              <a:pathLst>
                <a:path w="166057" h="19228">
                  <a:moveTo>
                    <a:pt x="0" y="19228"/>
                  </a:moveTo>
                  <a:lnTo>
                    <a:pt x="16605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798443" y="1074356"/>
              <a:ext cx="333225" cy="330998"/>
            </a:xfrm>
            <a:custGeom>
              <a:avLst/>
              <a:pathLst>
                <a:path w="333225" h="330998">
                  <a:moveTo>
                    <a:pt x="0" y="183068"/>
                  </a:moveTo>
                  <a:lnTo>
                    <a:pt x="696" y="188349"/>
                  </a:lnTo>
                  <a:lnTo>
                    <a:pt x="1561" y="193604"/>
                  </a:lnTo>
                  <a:lnTo>
                    <a:pt x="2593" y="198830"/>
                  </a:lnTo>
                  <a:lnTo>
                    <a:pt x="3791" y="204020"/>
                  </a:lnTo>
                  <a:lnTo>
                    <a:pt x="5153" y="209169"/>
                  </a:lnTo>
                  <a:lnTo>
                    <a:pt x="6679" y="214272"/>
                  </a:lnTo>
                  <a:lnTo>
                    <a:pt x="8367" y="219324"/>
                  </a:lnTo>
                  <a:lnTo>
                    <a:pt x="10214" y="224320"/>
                  </a:lnTo>
                  <a:lnTo>
                    <a:pt x="12220" y="229254"/>
                  </a:lnTo>
                  <a:lnTo>
                    <a:pt x="14382" y="234122"/>
                  </a:lnTo>
                  <a:lnTo>
                    <a:pt x="16698" y="238918"/>
                  </a:lnTo>
                  <a:lnTo>
                    <a:pt x="19166" y="243639"/>
                  </a:lnTo>
                  <a:lnTo>
                    <a:pt x="21783" y="248278"/>
                  </a:lnTo>
                  <a:lnTo>
                    <a:pt x="24546" y="252832"/>
                  </a:lnTo>
                  <a:lnTo>
                    <a:pt x="27453" y="257295"/>
                  </a:lnTo>
                  <a:lnTo>
                    <a:pt x="30501" y="261663"/>
                  </a:lnTo>
                  <a:lnTo>
                    <a:pt x="33687" y="265932"/>
                  </a:lnTo>
                  <a:lnTo>
                    <a:pt x="37006" y="270097"/>
                  </a:lnTo>
                  <a:lnTo>
                    <a:pt x="40457" y="274155"/>
                  </a:lnTo>
                  <a:lnTo>
                    <a:pt x="44035" y="278100"/>
                  </a:lnTo>
                  <a:lnTo>
                    <a:pt x="47737" y="281930"/>
                  </a:lnTo>
                  <a:lnTo>
                    <a:pt x="51560" y="285639"/>
                  </a:lnTo>
                  <a:lnTo>
                    <a:pt x="55498" y="289225"/>
                  </a:lnTo>
                  <a:lnTo>
                    <a:pt x="59549" y="292684"/>
                  </a:lnTo>
                  <a:lnTo>
                    <a:pt x="63708" y="296012"/>
                  </a:lnTo>
                  <a:lnTo>
                    <a:pt x="67971" y="299205"/>
                  </a:lnTo>
                  <a:lnTo>
                    <a:pt x="72333" y="302262"/>
                  </a:lnTo>
                  <a:lnTo>
                    <a:pt x="76791" y="305177"/>
                  </a:lnTo>
                  <a:lnTo>
                    <a:pt x="81339" y="307949"/>
                  </a:lnTo>
                  <a:lnTo>
                    <a:pt x="85973" y="310575"/>
                  </a:lnTo>
                  <a:lnTo>
                    <a:pt x="90688" y="313052"/>
                  </a:lnTo>
                  <a:lnTo>
                    <a:pt x="95480" y="315378"/>
                  </a:lnTo>
                  <a:lnTo>
                    <a:pt x="100344" y="317549"/>
                  </a:lnTo>
                  <a:lnTo>
                    <a:pt x="105274" y="319565"/>
                  </a:lnTo>
                  <a:lnTo>
                    <a:pt x="110266" y="321422"/>
                  </a:lnTo>
                  <a:lnTo>
                    <a:pt x="115315" y="323120"/>
                  </a:lnTo>
                  <a:lnTo>
                    <a:pt x="120415" y="324655"/>
                  </a:lnTo>
                  <a:lnTo>
                    <a:pt x="125562" y="326028"/>
                  </a:lnTo>
                  <a:lnTo>
                    <a:pt x="130750" y="327236"/>
                  </a:lnTo>
                  <a:lnTo>
                    <a:pt x="135973" y="328277"/>
                  </a:lnTo>
                  <a:lnTo>
                    <a:pt x="141227" y="329152"/>
                  </a:lnTo>
                  <a:lnTo>
                    <a:pt x="146506" y="329860"/>
                  </a:lnTo>
                  <a:lnTo>
                    <a:pt x="151805" y="330398"/>
                  </a:lnTo>
                  <a:lnTo>
                    <a:pt x="157119" y="330768"/>
                  </a:lnTo>
                  <a:lnTo>
                    <a:pt x="162442" y="330968"/>
                  </a:lnTo>
                  <a:lnTo>
                    <a:pt x="167768" y="330998"/>
                  </a:lnTo>
                  <a:lnTo>
                    <a:pt x="173093" y="330859"/>
                  </a:lnTo>
                  <a:lnTo>
                    <a:pt x="178410" y="330550"/>
                  </a:lnTo>
                  <a:lnTo>
                    <a:pt x="183715" y="330072"/>
                  </a:lnTo>
                  <a:lnTo>
                    <a:pt x="189002" y="329425"/>
                  </a:lnTo>
                  <a:lnTo>
                    <a:pt x="194266" y="328610"/>
                  </a:lnTo>
                  <a:lnTo>
                    <a:pt x="199501" y="327627"/>
                  </a:lnTo>
                  <a:lnTo>
                    <a:pt x="204702" y="326479"/>
                  </a:lnTo>
                  <a:lnTo>
                    <a:pt x="209864" y="325165"/>
                  </a:lnTo>
                  <a:lnTo>
                    <a:pt x="214981" y="323687"/>
                  </a:lnTo>
                  <a:lnTo>
                    <a:pt x="220049" y="322048"/>
                  </a:lnTo>
                  <a:lnTo>
                    <a:pt x="225062" y="320247"/>
                  </a:lnTo>
                  <a:lnTo>
                    <a:pt x="230015" y="318288"/>
                  </a:lnTo>
                  <a:lnTo>
                    <a:pt x="234903" y="316172"/>
                  </a:lnTo>
                  <a:lnTo>
                    <a:pt x="239721" y="313901"/>
                  </a:lnTo>
                  <a:lnTo>
                    <a:pt x="244464" y="311478"/>
                  </a:lnTo>
                  <a:lnTo>
                    <a:pt x="249128" y="308906"/>
                  </a:lnTo>
                  <a:lnTo>
                    <a:pt x="253708" y="306185"/>
                  </a:lnTo>
                  <a:lnTo>
                    <a:pt x="258198" y="303321"/>
                  </a:lnTo>
                  <a:lnTo>
                    <a:pt x="262595" y="300314"/>
                  </a:lnTo>
                  <a:lnTo>
                    <a:pt x="266894" y="297170"/>
                  </a:lnTo>
                  <a:lnTo>
                    <a:pt x="271090" y="293889"/>
                  </a:lnTo>
                  <a:lnTo>
                    <a:pt x="275180" y="290477"/>
                  </a:lnTo>
                  <a:lnTo>
                    <a:pt x="279159" y="286936"/>
                  </a:lnTo>
                  <a:lnTo>
                    <a:pt x="283024" y="283271"/>
                  </a:lnTo>
                  <a:lnTo>
                    <a:pt x="286769" y="279484"/>
                  </a:lnTo>
                  <a:lnTo>
                    <a:pt x="290392" y="275579"/>
                  </a:lnTo>
                  <a:lnTo>
                    <a:pt x="293889" y="271561"/>
                  </a:lnTo>
                  <a:lnTo>
                    <a:pt x="297256" y="267434"/>
                  </a:lnTo>
                  <a:lnTo>
                    <a:pt x="300490" y="263202"/>
                  </a:lnTo>
                  <a:lnTo>
                    <a:pt x="303587" y="258868"/>
                  </a:lnTo>
                  <a:lnTo>
                    <a:pt x="306545" y="254439"/>
                  </a:lnTo>
                  <a:lnTo>
                    <a:pt x="309360" y="249917"/>
                  </a:lnTo>
                  <a:lnTo>
                    <a:pt x="312030" y="245308"/>
                  </a:lnTo>
                  <a:lnTo>
                    <a:pt x="314551" y="240616"/>
                  </a:lnTo>
                  <a:lnTo>
                    <a:pt x="316922" y="235846"/>
                  </a:lnTo>
                  <a:lnTo>
                    <a:pt x="319139" y="231003"/>
                  </a:lnTo>
                  <a:lnTo>
                    <a:pt x="321201" y="226092"/>
                  </a:lnTo>
                  <a:lnTo>
                    <a:pt x="323106" y="221118"/>
                  </a:lnTo>
                  <a:lnTo>
                    <a:pt x="324851" y="216085"/>
                  </a:lnTo>
                  <a:lnTo>
                    <a:pt x="326435" y="211000"/>
                  </a:lnTo>
                  <a:lnTo>
                    <a:pt x="327856" y="205866"/>
                  </a:lnTo>
                  <a:lnTo>
                    <a:pt x="329112" y="200690"/>
                  </a:lnTo>
                  <a:lnTo>
                    <a:pt x="330204" y="195477"/>
                  </a:lnTo>
                  <a:lnTo>
                    <a:pt x="331128" y="190231"/>
                  </a:lnTo>
                  <a:lnTo>
                    <a:pt x="331885" y="184959"/>
                  </a:lnTo>
                  <a:lnTo>
                    <a:pt x="332474" y="179665"/>
                  </a:lnTo>
                  <a:lnTo>
                    <a:pt x="332894" y="174356"/>
                  </a:lnTo>
                  <a:lnTo>
                    <a:pt x="333144" y="169035"/>
                  </a:lnTo>
                  <a:lnTo>
                    <a:pt x="333225" y="163709"/>
                  </a:lnTo>
                  <a:lnTo>
                    <a:pt x="333136" y="158384"/>
                  </a:lnTo>
                  <a:lnTo>
                    <a:pt x="332877" y="153063"/>
                  </a:lnTo>
                  <a:lnTo>
                    <a:pt x="332449" y="147754"/>
                  </a:lnTo>
                  <a:lnTo>
                    <a:pt x="331852" y="142461"/>
                  </a:lnTo>
                  <a:lnTo>
                    <a:pt x="331087" y="137190"/>
                  </a:lnTo>
                  <a:lnTo>
                    <a:pt x="330154" y="131946"/>
                  </a:lnTo>
                  <a:lnTo>
                    <a:pt x="329055" y="126734"/>
                  </a:lnTo>
                  <a:lnTo>
                    <a:pt x="327790" y="121560"/>
                  </a:lnTo>
                  <a:lnTo>
                    <a:pt x="326361" y="116429"/>
                  </a:lnTo>
                  <a:lnTo>
                    <a:pt x="324769" y="111346"/>
                  </a:lnTo>
                  <a:lnTo>
                    <a:pt x="323016" y="106316"/>
                  </a:lnTo>
                  <a:lnTo>
                    <a:pt x="321104" y="101345"/>
                  </a:lnTo>
                  <a:lnTo>
                    <a:pt x="319034" y="96437"/>
                  </a:lnTo>
                  <a:lnTo>
                    <a:pt x="316809" y="91598"/>
                  </a:lnTo>
                  <a:lnTo>
                    <a:pt x="314431" y="86832"/>
                  </a:lnTo>
                  <a:lnTo>
                    <a:pt x="311902" y="82144"/>
                  </a:lnTo>
                  <a:lnTo>
                    <a:pt x="309226" y="77539"/>
                  </a:lnTo>
                  <a:lnTo>
                    <a:pt x="306404" y="73022"/>
                  </a:lnTo>
                  <a:lnTo>
                    <a:pt x="303439" y="68596"/>
                  </a:lnTo>
                  <a:lnTo>
                    <a:pt x="300335" y="64268"/>
                  </a:lnTo>
                  <a:lnTo>
                    <a:pt x="297095" y="60041"/>
                  </a:lnTo>
                  <a:lnTo>
                    <a:pt x="293721" y="55919"/>
                  </a:lnTo>
                  <a:lnTo>
                    <a:pt x="290218" y="51906"/>
                  </a:lnTo>
                  <a:lnTo>
                    <a:pt x="286589" y="48007"/>
                  </a:lnTo>
                  <a:lnTo>
                    <a:pt x="282838" y="44226"/>
                  </a:lnTo>
                  <a:lnTo>
                    <a:pt x="278968" y="40566"/>
                  </a:lnTo>
                  <a:lnTo>
                    <a:pt x="274983" y="37032"/>
                  </a:lnTo>
                  <a:lnTo>
                    <a:pt x="270888" y="33626"/>
                  </a:lnTo>
                  <a:lnTo>
                    <a:pt x="266686" y="30352"/>
                  </a:lnTo>
                  <a:lnTo>
                    <a:pt x="262382" y="27214"/>
                  </a:lnTo>
                  <a:lnTo>
                    <a:pt x="257981" y="24215"/>
                  </a:lnTo>
                  <a:lnTo>
                    <a:pt x="253486" y="21357"/>
                  </a:lnTo>
                  <a:lnTo>
                    <a:pt x="248902" y="18644"/>
                  </a:lnTo>
                  <a:lnTo>
                    <a:pt x="244234" y="16078"/>
                  </a:lnTo>
                  <a:lnTo>
                    <a:pt x="239487" y="13663"/>
                  </a:lnTo>
                  <a:lnTo>
                    <a:pt x="234665" y="11400"/>
                  </a:lnTo>
                  <a:lnTo>
                    <a:pt x="229774" y="9291"/>
                  </a:lnTo>
                  <a:lnTo>
                    <a:pt x="224818" y="7340"/>
                  </a:lnTo>
                  <a:lnTo>
                    <a:pt x="219802" y="5547"/>
                  </a:lnTo>
                  <a:lnTo>
                    <a:pt x="214732" y="3915"/>
                  </a:lnTo>
                  <a:lnTo>
                    <a:pt x="209612" y="2446"/>
                  </a:lnTo>
                  <a:lnTo>
                    <a:pt x="204449" y="1140"/>
                  </a:lnTo>
                  <a:lnTo>
                    <a:pt x="199246" y="0"/>
                  </a:lnTo>
                  <a:lnTo>
                    <a:pt x="166057" y="1638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964501" y="1071028"/>
              <a:ext cx="33188" cy="167167"/>
            </a:xfrm>
            <a:custGeom>
              <a:avLst/>
              <a:pathLst>
                <a:path w="33188" h="167167">
                  <a:moveTo>
                    <a:pt x="33188" y="3327"/>
                  </a:moveTo>
                  <a:lnTo>
                    <a:pt x="26614" y="2132"/>
                  </a:lnTo>
                  <a:lnTo>
                    <a:pt x="19998" y="1200"/>
                  </a:lnTo>
                  <a:lnTo>
                    <a:pt x="13349" y="533"/>
                  </a:lnTo>
                  <a:lnTo>
                    <a:pt x="6680" y="13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10050" y="1322571"/>
              <a:ext cx="78670" cy="167167"/>
            </a:xfrm>
            <a:custGeom>
              <a:avLst/>
              <a:pathLst>
                <a:path w="78670" h="167167">
                  <a:moveTo>
                    <a:pt x="78670" y="0"/>
                  </a:moveTo>
                  <a:lnTo>
                    <a:pt x="72821" y="102"/>
                  </a:lnTo>
                  <a:lnTo>
                    <a:pt x="66978" y="409"/>
                  </a:lnTo>
                  <a:lnTo>
                    <a:pt x="61150" y="920"/>
                  </a:lnTo>
                  <a:lnTo>
                    <a:pt x="55344" y="1635"/>
                  </a:lnTo>
                  <a:lnTo>
                    <a:pt x="49566" y="2553"/>
                  </a:lnTo>
                  <a:lnTo>
                    <a:pt x="43824" y="3672"/>
                  </a:lnTo>
                  <a:lnTo>
                    <a:pt x="38124" y="4991"/>
                  </a:lnTo>
                  <a:lnTo>
                    <a:pt x="32474" y="6509"/>
                  </a:lnTo>
                  <a:lnTo>
                    <a:pt x="26881" y="8224"/>
                  </a:lnTo>
                  <a:lnTo>
                    <a:pt x="21351" y="10134"/>
                  </a:lnTo>
                  <a:lnTo>
                    <a:pt x="15891" y="12236"/>
                  </a:lnTo>
                  <a:lnTo>
                    <a:pt x="10508" y="14527"/>
                  </a:lnTo>
                  <a:lnTo>
                    <a:pt x="5209" y="17006"/>
                  </a:lnTo>
                  <a:lnTo>
                    <a:pt x="0" y="19668"/>
                  </a:lnTo>
                  <a:lnTo>
                    <a:pt x="7867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10050" y="1342240"/>
              <a:ext cx="78670" cy="147498"/>
            </a:xfrm>
            <a:custGeom>
              <a:avLst/>
              <a:pathLst>
                <a:path w="78670" h="147498">
                  <a:moveTo>
                    <a:pt x="0" y="0"/>
                  </a:moveTo>
                  <a:lnTo>
                    <a:pt x="78670" y="1474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10050" y="1342240"/>
              <a:ext cx="78670" cy="147498"/>
            </a:xfrm>
            <a:custGeom>
              <a:avLst/>
              <a:pathLst>
                <a:path w="78670" h="147498">
                  <a:moveTo>
                    <a:pt x="0" y="0"/>
                  </a:moveTo>
                  <a:lnTo>
                    <a:pt x="78670" y="1474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10050" y="1342240"/>
              <a:ext cx="78670" cy="147498"/>
            </a:xfrm>
            <a:custGeom>
              <a:avLst/>
              <a:pathLst>
                <a:path w="78670" h="147498">
                  <a:moveTo>
                    <a:pt x="0" y="0"/>
                  </a:moveTo>
                  <a:lnTo>
                    <a:pt x="78670" y="1474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10050" y="1342240"/>
              <a:ext cx="78670" cy="147498"/>
            </a:xfrm>
            <a:custGeom>
              <a:avLst/>
              <a:pathLst>
                <a:path w="78670" h="147498">
                  <a:moveTo>
                    <a:pt x="0" y="0"/>
                  </a:moveTo>
                  <a:lnTo>
                    <a:pt x="78670" y="1474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10050" y="1342240"/>
              <a:ext cx="78670" cy="147498"/>
            </a:xfrm>
            <a:custGeom>
              <a:avLst/>
              <a:pathLst>
                <a:path w="78670" h="147498">
                  <a:moveTo>
                    <a:pt x="0" y="0"/>
                  </a:moveTo>
                  <a:lnTo>
                    <a:pt x="78670" y="1474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10050" y="1342240"/>
              <a:ext cx="78670" cy="147498"/>
            </a:xfrm>
            <a:custGeom>
              <a:avLst/>
              <a:pathLst>
                <a:path w="78670" h="147498">
                  <a:moveTo>
                    <a:pt x="0" y="0"/>
                  </a:moveTo>
                  <a:lnTo>
                    <a:pt x="78670" y="1474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10050" y="1342240"/>
              <a:ext cx="78670" cy="147498"/>
            </a:xfrm>
            <a:custGeom>
              <a:avLst/>
              <a:pathLst>
                <a:path w="78670" h="147498">
                  <a:moveTo>
                    <a:pt x="0" y="0"/>
                  </a:moveTo>
                  <a:lnTo>
                    <a:pt x="78670" y="1474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10050" y="1342240"/>
              <a:ext cx="78670" cy="147498"/>
            </a:xfrm>
            <a:custGeom>
              <a:avLst/>
              <a:pathLst>
                <a:path w="78670" h="147498">
                  <a:moveTo>
                    <a:pt x="0" y="0"/>
                  </a:moveTo>
                  <a:lnTo>
                    <a:pt x="78670" y="1474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10050" y="1342240"/>
              <a:ext cx="78670" cy="147498"/>
            </a:xfrm>
            <a:custGeom>
              <a:avLst/>
              <a:pathLst>
                <a:path w="78670" h="147498">
                  <a:moveTo>
                    <a:pt x="0" y="0"/>
                  </a:moveTo>
                  <a:lnTo>
                    <a:pt x="78670" y="1474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10050" y="1342240"/>
              <a:ext cx="78670" cy="147498"/>
            </a:xfrm>
            <a:custGeom>
              <a:avLst/>
              <a:pathLst>
                <a:path w="78670" h="147498">
                  <a:moveTo>
                    <a:pt x="0" y="0"/>
                  </a:moveTo>
                  <a:lnTo>
                    <a:pt x="78670" y="1474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10050" y="1342240"/>
              <a:ext cx="78670" cy="147498"/>
            </a:xfrm>
            <a:custGeom>
              <a:avLst/>
              <a:pathLst>
                <a:path w="78670" h="147498">
                  <a:moveTo>
                    <a:pt x="0" y="0"/>
                  </a:moveTo>
                  <a:lnTo>
                    <a:pt x="78670" y="1474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10050" y="1342240"/>
              <a:ext cx="78670" cy="147498"/>
            </a:xfrm>
            <a:custGeom>
              <a:avLst/>
              <a:pathLst>
                <a:path w="78670" h="147498">
                  <a:moveTo>
                    <a:pt x="0" y="0"/>
                  </a:moveTo>
                  <a:lnTo>
                    <a:pt x="78670" y="1474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10050" y="1342240"/>
              <a:ext cx="78670" cy="147498"/>
            </a:xfrm>
            <a:custGeom>
              <a:avLst/>
              <a:pathLst>
                <a:path w="78670" h="147498">
                  <a:moveTo>
                    <a:pt x="0" y="0"/>
                  </a:moveTo>
                  <a:lnTo>
                    <a:pt x="78670" y="1474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10050" y="1342240"/>
              <a:ext cx="78670" cy="147498"/>
            </a:xfrm>
            <a:custGeom>
              <a:avLst/>
              <a:pathLst>
                <a:path w="78670" h="147498">
                  <a:moveTo>
                    <a:pt x="0" y="0"/>
                  </a:moveTo>
                  <a:lnTo>
                    <a:pt x="78670" y="1474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10050" y="1342240"/>
              <a:ext cx="78670" cy="147498"/>
            </a:xfrm>
            <a:custGeom>
              <a:avLst/>
              <a:pathLst>
                <a:path w="78670" h="147498">
                  <a:moveTo>
                    <a:pt x="0" y="0"/>
                  </a:moveTo>
                  <a:lnTo>
                    <a:pt x="78670" y="1474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10050" y="1342240"/>
              <a:ext cx="78670" cy="147498"/>
            </a:xfrm>
            <a:custGeom>
              <a:avLst/>
              <a:pathLst>
                <a:path w="78670" h="147498">
                  <a:moveTo>
                    <a:pt x="0" y="0"/>
                  </a:moveTo>
                  <a:lnTo>
                    <a:pt x="78670" y="1474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321553" y="1342240"/>
              <a:ext cx="334331" cy="314652"/>
            </a:xfrm>
            <a:custGeom>
              <a:avLst/>
              <a:pathLst>
                <a:path w="334331" h="314652">
                  <a:moveTo>
                    <a:pt x="88496" y="0"/>
                  </a:moveTo>
                  <a:lnTo>
                    <a:pt x="83847" y="2575"/>
                  </a:lnTo>
                  <a:lnTo>
                    <a:pt x="79282" y="5297"/>
                  </a:lnTo>
                  <a:lnTo>
                    <a:pt x="74806" y="8163"/>
                  </a:lnTo>
                  <a:lnTo>
                    <a:pt x="70423" y="11169"/>
                  </a:lnTo>
                  <a:lnTo>
                    <a:pt x="66139" y="14313"/>
                  </a:lnTo>
                  <a:lnTo>
                    <a:pt x="61956" y="17592"/>
                  </a:lnTo>
                  <a:lnTo>
                    <a:pt x="57879" y="21003"/>
                  </a:lnTo>
                  <a:lnTo>
                    <a:pt x="53913" y="24541"/>
                  </a:lnTo>
                  <a:lnTo>
                    <a:pt x="50062" y="28203"/>
                  </a:lnTo>
                  <a:lnTo>
                    <a:pt x="46329" y="31986"/>
                  </a:lnTo>
                  <a:lnTo>
                    <a:pt x="42718" y="35886"/>
                  </a:lnTo>
                  <a:lnTo>
                    <a:pt x="39232" y="39899"/>
                  </a:lnTo>
                  <a:lnTo>
                    <a:pt x="35877" y="44020"/>
                  </a:lnTo>
                  <a:lnTo>
                    <a:pt x="32653" y="48246"/>
                  </a:lnTo>
                  <a:lnTo>
                    <a:pt x="29566" y="52572"/>
                  </a:lnTo>
                  <a:lnTo>
                    <a:pt x="26618" y="56994"/>
                  </a:lnTo>
                  <a:lnTo>
                    <a:pt x="23812" y="61508"/>
                  </a:lnTo>
                  <a:lnTo>
                    <a:pt x="21151" y="66109"/>
                  </a:lnTo>
                  <a:lnTo>
                    <a:pt x="18637" y="70792"/>
                  </a:lnTo>
                  <a:lnTo>
                    <a:pt x="16274" y="75552"/>
                  </a:lnTo>
                  <a:lnTo>
                    <a:pt x="14063" y="80385"/>
                  </a:lnTo>
                  <a:lnTo>
                    <a:pt x="12007" y="85286"/>
                  </a:lnTo>
                  <a:lnTo>
                    <a:pt x="10108" y="90250"/>
                  </a:lnTo>
                  <a:lnTo>
                    <a:pt x="8367" y="95272"/>
                  </a:lnTo>
                  <a:lnTo>
                    <a:pt x="6787" y="100346"/>
                  </a:lnTo>
                  <a:lnTo>
                    <a:pt x="5369" y="105469"/>
                  </a:lnTo>
                  <a:lnTo>
                    <a:pt x="4115" y="110633"/>
                  </a:lnTo>
                  <a:lnTo>
                    <a:pt x="3026" y="115835"/>
                  </a:lnTo>
                  <a:lnTo>
                    <a:pt x="2102" y="121069"/>
                  </a:lnTo>
                  <a:lnTo>
                    <a:pt x="1345" y="126330"/>
                  </a:lnTo>
                  <a:lnTo>
                    <a:pt x="756" y="131612"/>
                  </a:lnTo>
                  <a:lnTo>
                    <a:pt x="335" y="136910"/>
                  </a:lnTo>
                  <a:lnTo>
                    <a:pt x="83" y="142219"/>
                  </a:lnTo>
                  <a:lnTo>
                    <a:pt x="0" y="147533"/>
                  </a:lnTo>
                  <a:lnTo>
                    <a:pt x="85" y="152847"/>
                  </a:lnTo>
                  <a:lnTo>
                    <a:pt x="340" y="158156"/>
                  </a:lnTo>
                  <a:lnTo>
                    <a:pt x="763" y="163454"/>
                  </a:lnTo>
                  <a:lnTo>
                    <a:pt x="1354" y="168736"/>
                  </a:lnTo>
                  <a:lnTo>
                    <a:pt x="2113" y="173996"/>
                  </a:lnTo>
                  <a:lnTo>
                    <a:pt x="3039" y="179230"/>
                  </a:lnTo>
                  <a:lnTo>
                    <a:pt x="4130" y="184431"/>
                  </a:lnTo>
                  <a:lnTo>
                    <a:pt x="5387" y="189595"/>
                  </a:lnTo>
                  <a:lnTo>
                    <a:pt x="6807" y="194717"/>
                  </a:lnTo>
                  <a:lnTo>
                    <a:pt x="8389" y="199791"/>
                  </a:lnTo>
                  <a:lnTo>
                    <a:pt x="10132" y="204812"/>
                  </a:lnTo>
                  <a:lnTo>
                    <a:pt x="12033" y="209775"/>
                  </a:lnTo>
                  <a:lnTo>
                    <a:pt x="14091" y="214675"/>
                  </a:lnTo>
                  <a:lnTo>
                    <a:pt x="16304" y="219507"/>
                  </a:lnTo>
                  <a:lnTo>
                    <a:pt x="18669" y="224267"/>
                  </a:lnTo>
                  <a:lnTo>
                    <a:pt x="21185" y="228949"/>
                  </a:lnTo>
                  <a:lnTo>
                    <a:pt x="23848" y="233548"/>
                  </a:lnTo>
                  <a:lnTo>
                    <a:pt x="26656" y="238061"/>
                  </a:lnTo>
                  <a:lnTo>
                    <a:pt x="29606" y="242482"/>
                  </a:lnTo>
                  <a:lnTo>
                    <a:pt x="32695" y="246807"/>
                  </a:lnTo>
                  <a:lnTo>
                    <a:pt x="35920" y="251031"/>
                  </a:lnTo>
                  <a:lnTo>
                    <a:pt x="39277" y="255151"/>
                  </a:lnTo>
                  <a:lnTo>
                    <a:pt x="42764" y="259163"/>
                  </a:lnTo>
                  <a:lnTo>
                    <a:pt x="46377" y="263061"/>
                  </a:lnTo>
                  <a:lnTo>
                    <a:pt x="50112" y="266842"/>
                  </a:lnTo>
                  <a:lnTo>
                    <a:pt x="53965" y="270503"/>
                  </a:lnTo>
                  <a:lnTo>
                    <a:pt x="57932" y="274040"/>
                  </a:lnTo>
                  <a:lnTo>
                    <a:pt x="62010" y="277448"/>
                  </a:lnTo>
                  <a:lnTo>
                    <a:pt x="66194" y="280725"/>
                  </a:lnTo>
                  <a:lnTo>
                    <a:pt x="70480" y="283868"/>
                  </a:lnTo>
                  <a:lnTo>
                    <a:pt x="74864" y="286873"/>
                  </a:lnTo>
                  <a:lnTo>
                    <a:pt x="79342" y="289736"/>
                  </a:lnTo>
                  <a:lnTo>
                    <a:pt x="83908" y="292456"/>
                  </a:lnTo>
                  <a:lnTo>
                    <a:pt x="88558" y="295030"/>
                  </a:lnTo>
                  <a:lnTo>
                    <a:pt x="93288" y="297454"/>
                  </a:lnTo>
                  <a:lnTo>
                    <a:pt x="98092" y="299727"/>
                  </a:lnTo>
                  <a:lnTo>
                    <a:pt x="102966" y="301846"/>
                  </a:lnTo>
                  <a:lnTo>
                    <a:pt x="107905" y="303809"/>
                  </a:lnTo>
                  <a:lnTo>
                    <a:pt x="112904" y="305614"/>
                  </a:lnTo>
                  <a:lnTo>
                    <a:pt x="117958" y="307259"/>
                  </a:lnTo>
                  <a:lnTo>
                    <a:pt x="123062" y="308742"/>
                  </a:lnTo>
                  <a:lnTo>
                    <a:pt x="128210" y="310063"/>
                  </a:lnTo>
                  <a:lnTo>
                    <a:pt x="133397" y="311219"/>
                  </a:lnTo>
                  <a:lnTo>
                    <a:pt x="138619" y="312210"/>
                  </a:lnTo>
                  <a:lnTo>
                    <a:pt x="143869" y="313034"/>
                  </a:lnTo>
                  <a:lnTo>
                    <a:pt x="149143" y="313691"/>
                  </a:lnTo>
                  <a:lnTo>
                    <a:pt x="154436" y="314180"/>
                  </a:lnTo>
                  <a:lnTo>
                    <a:pt x="159741" y="314501"/>
                  </a:lnTo>
                  <a:lnTo>
                    <a:pt x="165054" y="314652"/>
                  </a:lnTo>
                  <a:lnTo>
                    <a:pt x="170368" y="314635"/>
                  </a:lnTo>
                  <a:lnTo>
                    <a:pt x="175680" y="314449"/>
                  </a:lnTo>
                  <a:lnTo>
                    <a:pt x="180983" y="314094"/>
                  </a:lnTo>
                  <a:lnTo>
                    <a:pt x="186272" y="313570"/>
                  </a:lnTo>
                  <a:lnTo>
                    <a:pt x="191542" y="312879"/>
                  </a:lnTo>
                  <a:lnTo>
                    <a:pt x="196787" y="312021"/>
                  </a:lnTo>
                  <a:lnTo>
                    <a:pt x="202002" y="310996"/>
                  </a:lnTo>
                  <a:lnTo>
                    <a:pt x="207182" y="309806"/>
                  </a:lnTo>
                  <a:lnTo>
                    <a:pt x="212321" y="308452"/>
                  </a:lnTo>
                  <a:lnTo>
                    <a:pt x="217415" y="306935"/>
                  </a:lnTo>
                  <a:lnTo>
                    <a:pt x="222458" y="305257"/>
                  </a:lnTo>
                  <a:lnTo>
                    <a:pt x="227445" y="303420"/>
                  </a:lnTo>
                  <a:lnTo>
                    <a:pt x="232371" y="301425"/>
                  </a:lnTo>
                  <a:lnTo>
                    <a:pt x="237232" y="299274"/>
                  </a:lnTo>
                  <a:lnTo>
                    <a:pt x="242021" y="296970"/>
                  </a:lnTo>
                  <a:lnTo>
                    <a:pt x="246735" y="294515"/>
                  </a:lnTo>
                  <a:lnTo>
                    <a:pt x="251368" y="291911"/>
                  </a:lnTo>
                  <a:lnTo>
                    <a:pt x="255916" y="289162"/>
                  </a:lnTo>
                  <a:lnTo>
                    <a:pt x="260375" y="286269"/>
                  </a:lnTo>
                  <a:lnTo>
                    <a:pt x="264739" y="283235"/>
                  </a:lnTo>
                  <a:lnTo>
                    <a:pt x="269005" y="280065"/>
                  </a:lnTo>
                  <a:lnTo>
                    <a:pt x="273168" y="276761"/>
                  </a:lnTo>
                  <a:lnTo>
                    <a:pt x="277223" y="273326"/>
                  </a:lnTo>
                  <a:lnTo>
                    <a:pt x="281168" y="269763"/>
                  </a:lnTo>
                  <a:lnTo>
                    <a:pt x="284997" y="266078"/>
                  </a:lnTo>
                  <a:lnTo>
                    <a:pt x="288707" y="262272"/>
                  </a:lnTo>
                  <a:lnTo>
                    <a:pt x="292294" y="258350"/>
                  </a:lnTo>
                  <a:lnTo>
                    <a:pt x="295755" y="254317"/>
                  </a:lnTo>
                  <a:lnTo>
                    <a:pt x="299085" y="250175"/>
                  </a:lnTo>
                  <a:lnTo>
                    <a:pt x="302283" y="245929"/>
                  </a:lnTo>
                  <a:lnTo>
                    <a:pt x="305344" y="241584"/>
                  </a:lnTo>
                  <a:lnTo>
                    <a:pt x="308265" y="237144"/>
                  </a:lnTo>
                  <a:lnTo>
                    <a:pt x="311043" y="232613"/>
                  </a:lnTo>
                  <a:lnTo>
                    <a:pt x="313676" y="227997"/>
                  </a:lnTo>
                  <a:lnTo>
                    <a:pt x="316161" y="223299"/>
                  </a:lnTo>
                  <a:lnTo>
                    <a:pt x="318495" y="218524"/>
                  </a:lnTo>
                  <a:lnTo>
                    <a:pt x="320677" y="213677"/>
                  </a:lnTo>
                  <a:lnTo>
                    <a:pt x="322703" y="208764"/>
                  </a:lnTo>
                  <a:lnTo>
                    <a:pt x="324572" y="203788"/>
                  </a:lnTo>
                  <a:lnTo>
                    <a:pt x="326282" y="198756"/>
                  </a:lnTo>
                  <a:lnTo>
                    <a:pt x="327831" y="193672"/>
                  </a:lnTo>
                  <a:lnTo>
                    <a:pt x="329218" y="188541"/>
                  </a:lnTo>
                  <a:lnTo>
                    <a:pt x="330440" y="183369"/>
                  </a:lnTo>
                  <a:lnTo>
                    <a:pt x="331498" y="178161"/>
                  </a:lnTo>
                  <a:lnTo>
                    <a:pt x="332390" y="172921"/>
                  </a:lnTo>
                  <a:lnTo>
                    <a:pt x="333115" y="167656"/>
                  </a:lnTo>
                  <a:lnTo>
                    <a:pt x="333672" y="162370"/>
                  </a:lnTo>
                  <a:lnTo>
                    <a:pt x="334060" y="157070"/>
                  </a:lnTo>
                  <a:lnTo>
                    <a:pt x="334280" y="151759"/>
                  </a:lnTo>
                  <a:lnTo>
                    <a:pt x="334331" y="146445"/>
                  </a:lnTo>
                  <a:lnTo>
                    <a:pt x="334213" y="141131"/>
                  </a:lnTo>
                  <a:lnTo>
                    <a:pt x="333926" y="135824"/>
                  </a:lnTo>
                  <a:lnTo>
                    <a:pt x="333471" y="130529"/>
                  </a:lnTo>
                  <a:lnTo>
                    <a:pt x="332847" y="125251"/>
                  </a:lnTo>
                  <a:lnTo>
                    <a:pt x="332056" y="119995"/>
                  </a:lnTo>
                  <a:lnTo>
                    <a:pt x="331099" y="114767"/>
                  </a:lnTo>
                  <a:lnTo>
                    <a:pt x="329975" y="109573"/>
                  </a:lnTo>
                  <a:lnTo>
                    <a:pt x="328687" y="104416"/>
                  </a:lnTo>
                  <a:lnTo>
                    <a:pt x="327236" y="99303"/>
                  </a:lnTo>
                  <a:lnTo>
                    <a:pt x="325623" y="94239"/>
                  </a:lnTo>
                  <a:lnTo>
                    <a:pt x="323850" y="89229"/>
                  </a:lnTo>
                  <a:lnTo>
                    <a:pt x="321919" y="84277"/>
                  </a:lnTo>
                  <a:lnTo>
                    <a:pt x="319831" y="79390"/>
                  </a:lnTo>
                  <a:lnTo>
                    <a:pt x="317588" y="74571"/>
                  </a:lnTo>
                  <a:lnTo>
                    <a:pt x="315194" y="69826"/>
                  </a:lnTo>
                  <a:lnTo>
                    <a:pt x="312650" y="65160"/>
                  </a:lnTo>
                  <a:lnTo>
                    <a:pt x="309959" y="60577"/>
                  </a:lnTo>
                  <a:lnTo>
                    <a:pt x="307124" y="56081"/>
                  </a:lnTo>
                  <a:lnTo>
                    <a:pt x="304147" y="51678"/>
                  </a:lnTo>
                  <a:lnTo>
                    <a:pt x="301032" y="47372"/>
                  </a:lnTo>
                  <a:lnTo>
                    <a:pt x="297781" y="43167"/>
                  </a:lnTo>
                  <a:lnTo>
                    <a:pt x="294398" y="39068"/>
                  </a:lnTo>
                  <a:lnTo>
                    <a:pt x="290887" y="35078"/>
                  </a:lnTo>
                  <a:lnTo>
                    <a:pt x="167167" y="1474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88720" y="1322571"/>
              <a:ext cx="123720" cy="167167"/>
            </a:xfrm>
            <a:custGeom>
              <a:avLst/>
              <a:pathLst>
                <a:path w="123720" h="167167">
                  <a:moveTo>
                    <a:pt x="123720" y="54747"/>
                  </a:moveTo>
                  <a:lnTo>
                    <a:pt x="119905" y="50687"/>
                  </a:lnTo>
                  <a:lnTo>
                    <a:pt x="115957" y="46756"/>
                  </a:lnTo>
                  <a:lnTo>
                    <a:pt x="111880" y="42959"/>
                  </a:lnTo>
                  <a:lnTo>
                    <a:pt x="107679" y="39299"/>
                  </a:lnTo>
                  <a:lnTo>
                    <a:pt x="103358" y="35782"/>
                  </a:lnTo>
                  <a:lnTo>
                    <a:pt x="98923" y="32411"/>
                  </a:lnTo>
                  <a:lnTo>
                    <a:pt x="94378" y="29190"/>
                  </a:lnTo>
                  <a:lnTo>
                    <a:pt x="89727" y="26121"/>
                  </a:lnTo>
                  <a:lnTo>
                    <a:pt x="84978" y="23210"/>
                  </a:lnTo>
                  <a:lnTo>
                    <a:pt x="80133" y="20458"/>
                  </a:lnTo>
                  <a:lnTo>
                    <a:pt x="75200" y="17869"/>
                  </a:lnTo>
                  <a:lnTo>
                    <a:pt x="70183" y="15446"/>
                  </a:lnTo>
                  <a:lnTo>
                    <a:pt x="65089" y="13192"/>
                  </a:lnTo>
                  <a:lnTo>
                    <a:pt x="59922" y="11108"/>
                  </a:lnTo>
                  <a:lnTo>
                    <a:pt x="54688" y="9198"/>
                  </a:lnTo>
                  <a:lnTo>
                    <a:pt x="49394" y="7464"/>
                  </a:lnTo>
                  <a:lnTo>
                    <a:pt x="44045" y="5906"/>
                  </a:lnTo>
                  <a:lnTo>
                    <a:pt x="38647" y="4528"/>
                  </a:lnTo>
                  <a:lnTo>
                    <a:pt x="33206" y="3331"/>
                  </a:lnTo>
                  <a:lnTo>
                    <a:pt x="27728" y="2315"/>
                  </a:lnTo>
                  <a:lnTo>
                    <a:pt x="22219" y="1483"/>
                  </a:lnTo>
                  <a:lnTo>
                    <a:pt x="16686" y="834"/>
                  </a:lnTo>
                  <a:lnTo>
                    <a:pt x="11134" y="371"/>
                  </a:lnTo>
                  <a:lnTo>
                    <a:pt x="5570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1188" y="1681503"/>
              <a:ext cx="5336" cy="167167"/>
            </a:xfrm>
            <a:custGeom>
              <a:avLst/>
              <a:pathLst>
                <a:path w="5336" h="167167">
                  <a:moveTo>
                    <a:pt x="5336" y="0"/>
                  </a:moveTo>
                  <a:lnTo>
                    <a:pt x="0" y="85"/>
                  </a:lnTo>
                  <a:lnTo>
                    <a:pt x="533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1188" y="1681588"/>
              <a:ext cx="5336" cy="167082"/>
            </a:xfrm>
            <a:custGeom>
              <a:avLst/>
              <a:pathLst>
                <a:path w="5336" h="167082">
                  <a:moveTo>
                    <a:pt x="0" y="0"/>
                  </a:moveTo>
                  <a:lnTo>
                    <a:pt x="5336" y="167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1188" y="1681588"/>
              <a:ext cx="5336" cy="167082"/>
            </a:xfrm>
            <a:custGeom>
              <a:avLst/>
              <a:pathLst>
                <a:path w="5336" h="167082">
                  <a:moveTo>
                    <a:pt x="0" y="0"/>
                  </a:moveTo>
                  <a:lnTo>
                    <a:pt x="5336" y="167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1188" y="1681588"/>
              <a:ext cx="5336" cy="167082"/>
            </a:xfrm>
            <a:custGeom>
              <a:avLst/>
              <a:pathLst>
                <a:path w="5336" h="167082">
                  <a:moveTo>
                    <a:pt x="0" y="0"/>
                  </a:moveTo>
                  <a:lnTo>
                    <a:pt x="5336" y="167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1188" y="1681588"/>
              <a:ext cx="5336" cy="167082"/>
            </a:xfrm>
            <a:custGeom>
              <a:avLst/>
              <a:pathLst>
                <a:path w="5336" h="167082">
                  <a:moveTo>
                    <a:pt x="0" y="0"/>
                  </a:moveTo>
                  <a:lnTo>
                    <a:pt x="5336" y="167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1188" y="1681588"/>
              <a:ext cx="5336" cy="167082"/>
            </a:xfrm>
            <a:custGeom>
              <a:avLst/>
              <a:pathLst>
                <a:path w="5336" h="167082">
                  <a:moveTo>
                    <a:pt x="0" y="0"/>
                  </a:moveTo>
                  <a:lnTo>
                    <a:pt x="5336" y="167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1188" y="1681588"/>
              <a:ext cx="5336" cy="167082"/>
            </a:xfrm>
            <a:custGeom>
              <a:avLst/>
              <a:pathLst>
                <a:path w="5336" h="167082">
                  <a:moveTo>
                    <a:pt x="0" y="0"/>
                  </a:moveTo>
                  <a:lnTo>
                    <a:pt x="5336" y="1670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81188" y="1681588"/>
              <a:ext cx="5336" cy="167082"/>
            </a:xfrm>
            <a:custGeom>
              <a:avLst/>
              <a:pathLst>
                <a:path w="5336" h="167082">
                  <a:moveTo>
                    <a:pt x="0" y="0"/>
                  </a:moveTo>
                  <a:lnTo>
                    <a:pt x="5336" y="167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81188" y="1681588"/>
              <a:ext cx="5336" cy="167082"/>
            </a:xfrm>
            <a:custGeom>
              <a:avLst/>
              <a:pathLst>
                <a:path w="5336" h="167082">
                  <a:moveTo>
                    <a:pt x="0" y="0"/>
                  </a:moveTo>
                  <a:lnTo>
                    <a:pt x="5336" y="167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81188" y="1681588"/>
              <a:ext cx="5336" cy="167082"/>
            </a:xfrm>
            <a:custGeom>
              <a:avLst/>
              <a:pathLst>
                <a:path w="5336" h="167082">
                  <a:moveTo>
                    <a:pt x="0" y="0"/>
                  </a:moveTo>
                  <a:lnTo>
                    <a:pt x="5336" y="1670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81188" y="1681588"/>
              <a:ext cx="5336" cy="167082"/>
            </a:xfrm>
            <a:custGeom>
              <a:avLst/>
              <a:pathLst>
                <a:path w="5336" h="167082">
                  <a:moveTo>
                    <a:pt x="0" y="0"/>
                  </a:moveTo>
                  <a:lnTo>
                    <a:pt x="5336" y="167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81188" y="1681588"/>
              <a:ext cx="5336" cy="167082"/>
            </a:xfrm>
            <a:custGeom>
              <a:avLst/>
              <a:pathLst>
                <a:path w="5336" h="167082">
                  <a:moveTo>
                    <a:pt x="0" y="0"/>
                  </a:moveTo>
                  <a:lnTo>
                    <a:pt x="5336" y="167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81188" y="1681588"/>
              <a:ext cx="5336" cy="167082"/>
            </a:xfrm>
            <a:custGeom>
              <a:avLst/>
              <a:pathLst>
                <a:path w="5336" h="167082">
                  <a:moveTo>
                    <a:pt x="0" y="0"/>
                  </a:moveTo>
                  <a:lnTo>
                    <a:pt x="5336" y="167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81188" y="1681588"/>
              <a:ext cx="5336" cy="167082"/>
            </a:xfrm>
            <a:custGeom>
              <a:avLst/>
              <a:pathLst>
                <a:path w="5336" h="167082">
                  <a:moveTo>
                    <a:pt x="0" y="0"/>
                  </a:moveTo>
                  <a:lnTo>
                    <a:pt x="5336" y="167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081188" y="1681588"/>
              <a:ext cx="5336" cy="167082"/>
            </a:xfrm>
            <a:custGeom>
              <a:avLst/>
              <a:pathLst>
                <a:path w="5336" h="167082">
                  <a:moveTo>
                    <a:pt x="0" y="0"/>
                  </a:moveTo>
                  <a:lnTo>
                    <a:pt x="5336" y="1670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081188" y="1681588"/>
              <a:ext cx="5336" cy="167082"/>
            </a:xfrm>
            <a:custGeom>
              <a:avLst/>
              <a:pathLst>
                <a:path w="5336" h="167082">
                  <a:moveTo>
                    <a:pt x="0" y="0"/>
                  </a:moveTo>
                  <a:lnTo>
                    <a:pt x="5336" y="1670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952313" y="1681588"/>
              <a:ext cx="134211" cy="167082"/>
            </a:xfrm>
            <a:custGeom>
              <a:avLst/>
              <a:pathLst>
                <a:path w="134211" h="167082">
                  <a:moveTo>
                    <a:pt x="128874" y="0"/>
                  </a:moveTo>
                  <a:lnTo>
                    <a:pt x="123308" y="270"/>
                  </a:lnTo>
                  <a:lnTo>
                    <a:pt x="117754" y="726"/>
                  </a:lnTo>
                  <a:lnTo>
                    <a:pt x="112218" y="1367"/>
                  </a:lnTo>
                  <a:lnTo>
                    <a:pt x="106707" y="2192"/>
                  </a:lnTo>
                  <a:lnTo>
                    <a:pt x="101226" y="3201"/>
                  </a:lnTo>
                  <a:lnTo>
                    <a:pt x="95781" y="4391"/>
                  </a:lnTo>
                  <a:lnTo>
                    <a:pt x="90380" y="5763"/>
                  </a:lnTo>
                  <a:lnTo>
                    <a:pt x="85027" y="7313"/>
                  </a:lnTo>
                  <a:lnTo>
                    <a:pt x="79729" y="9042"/>
                  </a:lnTo>
                  <a:lnTo>
                    <a:pt x="74491" y="10945"/>
                  </a:lnTo>
                  <a:lnTo>
                    <a:pt x="69320" y="13023"/>
                  </a:lnTo>
                  <a:lnTo>
                    <a:pt x="64221" y="15271"/>
                  </a:lnTo>
                  <a:lnTo>
                    <a:pt x="59200" y="17689"/>
                  </a:lnTo>
                  <a:lnTo>
                    <a:pt x="54262" y="20272"/>
                  </a:lnTo>
                  <a:lnTo>
                    <a:pt x="49413" y="23018"/>
                  </a:lnTo>
                  <a:lnTo>
                    <a:pt x="44658" y="25925"/>
                  </a:lnTo>
                  <a:lnTo>
                    <a:pt x="40003" y="28988"/>
                  </a:lnTo>
                  <a:lnTo>
                    <a:pt x="35452" y="32205"/>
                  </a:lnTo>
                  <a:lnTo>
                    <a:pt x="31011" y="35572"/>
                  </a:lnTo>
                  <a:lnTo>
                    <a:pt x="26685" y="39085"/>
                  </a:lnTo>
                  <a:lnTo>
                    <a:pt x="22478" y="42740"/>
                  </a:lnTo>
                  <a:lnTo>
                    <a:pt x="18396" y="46534"/>
                  </a:lnTo>
                  <a:lnTo>
                    <a:pt x="14442" y="50461"/>
                  </a:lnTo>
                  <a:lnTo>
                    <a:pt x="10621" y="54518"/>
                  </a:lnTo>
                  <a:lnTo>
                    <a:pt x="6938" y="58700"/>
                  </a:lnTo>
                  <a:lnTo>
                    <a:pt x="3396" y="63003"/>
                  </a:lnTo>
                  <a:lnTo>
                    <a:pt x="0" y="67421"/>
                  </a:lnTo>
                  <a:lnTo>
                    <a:pt x="134211" y="1670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919360" y="1681503"/>
              <a:ext cx="334319" cy="334330"/>
            </a:xfrm>
            <a:custGeom>
              <a:avLst/>
              <a:pathLst>
                <a:path w="334319" h="334330">
                  <a:moveTo>
                    <a:pt x="32953" y="67506"/>
                  </a:moveTo>
                  <a:lnTo>
                    <a:pt x="29865" y="71805"/>
                  </a:lnTo>
                  <a:lnTo>
                    <a:pt x="26915" y="76199"/>
                  </a:lnTo>
                  <a:lnTo>
                    <a:pt x="24106" y="80685"/>
                  </a:lnTo>
                  <a:lnTo>
                    <a:pt x="21439" y="85257"/>
                  </a:lnTo>
                  <a:lnTo>
                    <a:pt x="18919" y="89912"/>
                  </a:lnTo>
                  <a:lnTo>
                    <a:pt x="16548" y="94644"/>
                  </a:lnTo>
                  <a:lnTo>
                    <a:pt x="14327" y="99448"/>
                  </a:lnTo>
                  <a:lnTo>
                    <a:pt x="12260" y="104321"/>
                  </a:lnTo>
                  <a:lnTo>
                    <a:pt x="10348" y="109256"/>
                  </a:lnTo>
                  <a:lnTo>
                    <a:pt x="8594" y="114250"/>
                  </a:lnTo>
                  <a:lnTo>
                    <a:pt x="6998" y="119296"/>
                  </a:lnTo>
                  <a:lnTo>
                    <a:pt x="5563" y="124391"/>
                  </a:lnTo>
                  <a:lnTo>
                    <a:pt x="4289" y="129528"/>
                  </a:lnTo>
                  <a:lnTo>
                    <a:pt x="3179" y="134704"/>
                  </a:lnTo>
                  <a:lnTo>
                    <a:pt x="2234" y="139911"/>
                  </a:lnTo>
                  <a:lnTo>
                    <a:pt x="1454" y="145146"/>
                  </a:lnTo>
                  <a:lnTo>
                    <a:pt x="840" y="150403"/>
                  </a:lnTo>
                  <a:lnTo>
                    <a:pt x="392" y="155677"/>
                  </a:lnTo>
                  <a:lnTo>
                    <a:pt x="112" y="160963"/>
                  </a:lnTo>
                  <a:lnTo>
                    <a:pt x="0" y="166255"/>
                  </a:lnTo>
                  <a:lnTo>
                    <a:pt x="54" y="171547"/>
                  </a:lnTo>
                  <a:lnTo>
                    <a:pt x="277" y="176835"/>
                  </a:lnTo>
                  <a:lnTo>
                    <a:pt x="667" y="182114"/>
                  </a:lnTo>
                  <a:lnTo>
                    <a:pt x="1223" y="187377"/>
                  </a:lnTo>
                  <a:lnTo>
                    <a:pt x="1946" y="192621"/>
                  </a:lnTo>
                  <a:lnTo>
                    <a:pt x="2835" y="197838"/>
                  </a:lnTo>
                  <a:lnTo>
                    <a:pt x="3888" y="203025"/>
                  </a:lnTo>
                  <a:lnTo>
                    <a:pt x="5105" y="208176"/>
                  </a:lnTo>
                  <a:lnTo>
                    <a:pt x="6485" y="213286"/>
                  </a:lnTo>
                  <a:lnTo>
                    <a:pt x="8025" y="218350"/>
                  </a:lnTo>
                  <a:lnTo>
                    <a:pt x="9725" y="223362"/>
                  </a:lnTo>
                  <a:lnTo>
                    <a:pt x="11583" y="228318"/>
                  </a:lnTo>
                  <a:lnTo>
                    <a:pt x="13597" y="233213"/>
                  </a:lnTo>
                  <a:lnTo>
                    <a:pt x="15765" y="238042"/>
                  </a:lnTo>
                  <a:lnTo>
                    <a:pt x="18085" y="242799"/>
                  </a:lnTo>
                  <a:lnTo>
                    <a:pt x="20554" y="247481"/>
                  </a:lnTo>
                  <a:lnTo>
                    <a:pt x="23170" y="252082"/>
                  </a:lnTo>
                  <a:lnTo>
                    <a:pt x="25931" y="256598"/>
                  </a:lnTo>
                  <a:lnTo>
                    <a:pt x="28833" y="261024"/>
                  </a:lnTo>
                  <a:lnTo>
                    <a:pt x="31873" y="265357"/>
                  </a:lnTo>
                  <a:lnTo>
                    <a:pt x="35050" y="269591"/>
                  </a:lnTo>
                  <a:lnTo>
                    <a:pt x="38358" y="273722"/>
                  </a:lnTo>
                  <a:lnTo>
                    <a:pt x="41796" y="277746"/>
                  </a:lnTo>
                  <a:lnTo>
                    <a:pt x="45360" y="281660"/>
                  </a:lnTo>
                  <a:lnTo>
                    <a:pt x="49045" y="285458"/>
                  </a:lnTo>
                  <a:lnTo>
                    <a:pt x="52850" y="289138"/>
                  </a:lnTo>
                  <a:lnTo>
                    <a:pt x="56768" y="292696"/>
                  </a:lnTo>
                  <a:lnTo>
                    <a:pt x="60798" y="296128"/>
                  </a:lnTo>
                  <a:lnTo>
                    <a:pt x="64934" y="299431"/>
                  </a:lnTo>
                  <a:lnTo>
                    <a:pt x="69172" y="302601"/>
                  </a:lnTo>
                  <a:lnTo>
                    <a:pt x="73509" y="305636"/>
                  </a:lnTo>
                  <a:lnTo>
                    <a:pt x="77939" y="308531"/>
                  </a:lnTo>
                  <a:lnTo>
                    <a:pt x="82459" y="311285"/>
                  </a:lnTo>
                  <a:lnTo>
                    <a:pt x="87064" y="313894"/>
                  </a:lnTo>
                  <a:lnTo>
                    <a:pt x="91750" y="316357"/>
                  </a:lnTo>
                  <a:lnTo>
                    <a:pt x="96510" y="318669"/>
                  </a:lnTo>
                  <a:lnTo>
                    <a:pt x="101342" y="320830"/>
                  </a:lnTo>
                  <a:lnTo>
                    <a:pt x="106240" y="322837"/>
                  </a:lnTo>
                  <a:lnTo>
                    <a:pt x="111199" y="324688"/>
                  </a:lnTo>
                  <a:lnTo>
                    <a:pt x="116213" y="326380"/>
                  </a:lnTo>
                  <a:lnTo>
                    <a:pt x="121279" y="327914"/>
                  </a:lnTo>
                  <a:lnTo>
                    <a:pt x="126391" y="329286"/>
                  </a:lnTo>
                  <a:lnTo>
                    <a:pt x="131544" y="330495"/>
                  </a:lnTo>
                  <a:lnTo>
                    <a:pt x="136733" y="331541"/>
                  </a:lnTo>
                  <a:lnTo>
                    <a:pt x="141952" y="332422"/>
                  </a:lnTo>
                  <a:lnTo>
                    <a:pt x="147196" y="333137"/>
                  </a:lnTo>
                  <a:lnTo>
                    <a:pt x="152460" y="333686"/>
                  </a:lnTo>
                  <a:lnTo>
                    <a:pt x="157739" y="334068"/>
                  </a:lnTo>
                  <a:lnTo>
                    <a:pt x="163028" y="334283"/>
                  </a:lnTo>
                  <a:lnTo>
                    <a:pt x="168321" y="334330"/>
                  </a:lnTo>
                  <a:lnTo>
                    <a:pt x="173612" y="334210"/>
                  </a:lnTo>
                  <a:lnTo>
                    <a:pt x="178897" y="333922"/>
                  </a:lnTo>
                  <a:lnTo>
                    <a:pt x="184170" y="333467"/>
                  </a:lnTo>
                  <a:lnTo>
                    <a:pt x="189427" y="332845"/>
                  </a:lnTo>
                  <a:lnTo>
                    <a:pt x="194660" y="332058"/>
                  </a:lnTo>
                  <a:lnTo>
                    <a:pt x="199867" y="331104"/>
                  </a:lnTo>
                  <a:lnTo>
                    <a:pt x="205040" y="329987"/>
                  </a:lnTo>
                  <a:lnTo>
                    <a:pt x="210176" y="328706"/>
                  </a:lnTo>
                  <a:lnTo>
                    <a:pt x="215268" y="327264"/>
                  </a:lnTo>
                  <a:lnTo>
                    <a:pt x="220313" y="325661"/>
                  </a:lnTo>
                  <a:lnTo>
                    <a:pt x="225304" y="323899"/>
                  </a:lnTo>
                  <a:lnTo>
                    <a:pt x="230236" y="321979"/>
                  </a:lnTo>
                  <a:lnTo>
                    <a:pt x="235106" y="319905"/>
                  </a:lnTo>
                  <a:lnTo>
                    <a:pt x="239907" y="317678"/>
                  </a:lnTo>
                  <a:lnTo>
                    <a:pt x="244636" y="315299"/>
                  </a:lnTo>
                  <a:lnTo>
                    <a:pt x="249286" y="312772"/>
                  </a:lnTo>
                  <a:lnTo>
                    <a:pt x="253855" y="310100"/>
                  </a:lnTo>
                  <a:lnTo>
                    <a:pt x="258336" y="307284"/>
                  </a:lnTo>
                  <a:lnTo>
                    <a:pt x="262726" y="304327"/>
                  </a:lnTo>
                  <a:lnTo>
                    <a:pt x="267021" y="301233"/>
                  </a:lnTo>
                  <a:lnTo>
                    <a:pt x="271215" y="298004"/>
                  </a:lnTo>
                  <a:lnTo>
                    <a:pt x="275305" y="294645"/>
                  </a:lnTo>
                  <a:lnTo>
                    <a:pt x="279286" y="291157"/>
                  </a:lnTo>
                  <a:lnTo>
                    <a:pt x="283155" y="287546"/>
                  </a:lnTo>
                  <a:lnTo>
                    <a:pt x="286908" y="283813"/>
                  </a:lnTo>
                  <a:lnTo>
                    <a:pt x="290541" y="279964"/>
                  </a:lnTo>
                  <a:lnTo>
                    <a:pt x="294050" y="276002"/>
                  </a:lnTo>
                  <a:lnTo>
                    <a:pt x="297432" y="271930"/>
                  </a:lnTo>
                  <a:lnTo>
                    <a:pt x="300683" y="267753"/>
                  </a:lnTo>
                  <a:lnTo>
                    <a:pt x="303801" y="263476"/>
                  </a:lnTo>
                  <a:lnTo>
                    <a:pt x="306781" y="259102"/>
                  </a:lnTo>
                  <a:lnTo>
                    <a:pt x="309622" y="254636"/>
                  </a:lnTo>
                  <a:lnTo>
                    <a:pt x="312320" y="250082"/>
                  </a:lnTo>
                  <a:lnTo>
                    <a:pt x="314872" y="245445"/>
                  </a:lnTo>
                  <a:lnTo>
                    <a:pt x="317276" y="240730"/>
                  </a:lnTo>
                  <a:lnTo>
                    <a:pt x="319529" y="235941"/>
                  </a:lnTo>
                  <a:lnTo>
                    <a:pt x="321630" y="231083"/>
                  </a:lnTo>
                  <a:lnTo>
                    <a:pt x="323576" y="226161"/>
                  </a:lnTo>
                  <a:lnTo>
                    <a:pt x="325366" y="221179"/>
                  </a:lnTo>
                  <a:lnTo>
                    <a:pt x="326996" y="216144"/>
                  </a:lnTo>
                  <a:lnTo>
                    <a:pt x="328467" y="211060"/>
                  </a:lnTo>
                  <a:lnTo>
                    <a:pt x="329775" y="205931"/>
                  </a:lnTo>
                  <a:lnTo>
                    <a:pt x="330921" y="200764"/>
                  </a:lnTo>
                  <a:lnTo>
                    <a:pt x="331903" y="195563"/>
                  </a:lnTo>
                  <a:lnTo>
                    <a:pt x="332719" y="190333"/>
                  </a:lnTo>
                  <a:lnTo>
                    <a:pt x="333369" y="185080"/>
                  </a:lnTo>
                  <a:lnTo>
                    <a:pt x="333853" y="179810"/>
                  </a:lnTo>
                  <a:lnTo>
                    <a:pt x="334170" y="174526"/>
                  </a:lnTo>
                  <a:lnTo>
                    <a:pt x="334319" y="169235"/>
                  </a:lnTo>
                  <a:lnTo>
                    <a:pt x="334301" y="163943"/>
                  </a:lnTo>
                  <a:lnTo>
                    <a:pt x="334115" y="158653"/>
                  </a:lnTo>
                  <a:lnTo>
                    <a:pt x="333762" y="153372"/>
                  </a:lnTo>
                  <a:lnTo>
                    <a:pt x="333241" y="148105"/>
                  </a:lnTo>
                  <a:lnTo>
                    <a:pt x="332555" y="142857"/>
                  </a:lnTo>
                  <a:lnTo>
                    <a:pt x="331702" y="137633"/>
                  </a:lnTo>
                  <a:lnTo>
                    <a:pt x="330685" y="132439"/>
                  </a:lnTo>
                  <a:lnTo>
                    <a:pt x="329503" y="127279"/>
                  </a:lnTo>
                  <a:lnTo>
                    <a:pt x="328159" y="122160"/>
                  </a:lnTo>
                  <a:lnTo>
                    <a:pt x="326654" y="117086"/>
                  </a:lnTo>
                  <a:lnTo>
                    <a:pt x="324988" y="112062"/>
                  </a:lnTo>
                  <a:lnTo>
                    <a:pt x="323165" y="107093"/>
                  </a:lnTo>
                  <a:lnTo>
                    <a:pt x="321185" y="102184"/>
                  </a:lnTo>
                  <a:lnTo>
                    <a:pt x="319050" y="97341"/>
                  </a:lnTo>
                  <a:lnTo>
                    <a:pt x="316763" y="92567"/>
                  </a:lnTo>
                  <a:lnTo>
                    <a:pt x="314327" y="87869"/>
                  </a:lnTo>
                  <a:lnTo>
                    <a:pt x="311743" y="83250"/>
                  </a:lnTo>
                  <a:lnTo>
                    <a:pt x="309014" y="78715"/>
                  </a:lnTo>
                  <a:lnTo>
                    <a:pt x="306142" y="74268"/>
                  </a:lnTo>
                  <a:lnTo>
                    <a:pt x="303132" y="69915"/>
                  </a:lnTo>
                  <a:lnTo>
                    <a:pt x="299985" y="65659"/>
                  </a:lnTo>
                  <a:lnTo>
                    <a:pt x="296704" y="61505"/>
                  </a:lnTo>
                  <a:lnTo>
                    <a:pt x="293294" y="57457"/>
                  </a:lnTo>
                  <a:lnTo>
                    <a:pt x="289758" y="53519"/>
                  </a:lnTo>
                  <a:lnTo>
                    <a:pt x="286099" y="49695"/>
                  </a:lnTo>
                  <a:lnTo>
                    <a:pt x="282320" y="45989"/>
                  </a:lnTo>
                  <a:lnTo>
                    <a:pt x="278426" y="42404"/>
                  </a:lnTo>
                  <a:lnTo>
                    <a:pt x="274421" y="38944"/>
                  </a:lnTo>
                  <a:lnTo>
                    <a:pt x="270308" y="35613"/>
                  </a:lnTo>
                  <a:lnTo>
                    <a:pt x="266091" y="32414"/>
                  </a:lnTo>
                  <a:lnTo>
                    <a:pt x="261776" y="29349"/>
                  </a:lnTo>
                  <a:lnTo>
                    <a:pt x="257365" y="26423"/>
                  </a:lnTo>
                  <a:lnTo>
                    <a:pt x="252864" y="23638"/>
                  </a:lnTo>
                  <a:lnTo>
                    <a:pt x="248277" y="20997"/>
                  </a:lnTo>
                  <a:lnTo>
                    <a:pt x="243609" y="18502"/>
                  </a:lnTo>
                  <a:lnTo>
                    <a:pt x="238865" y="16157"/>
                  </a:lnTo>
                  <a:lnTo>
                    <a:pt x="234048" y="13963"/>
                  </a:lnTo>
                  <a:lnTo>
                    <a:pt x="229164" y="11922"/>
                  </a:lnTo>
                  <a:lnTo>
                    <a:pt x="224218" y="10037"/>
                  </a:lnTo>
                  <a:lnTo>
                    <a:pt x="219215" y="8310"/>
                  </a:lnTo>
                  <a:lnTo>
                    <a:pt x="214160" y="6741"/>
                  </a:lnTo>
                  <a:lnTo>
                    <a:pt x="209058" y="5334"/>
                  </a:lnTo>
                  <a:lnTo>
                    <a:pt x="203913" y="4089"/>
                  </a:lnTo>
                  <a:lnTo>
                    <a:pt x="198732" y="3007"/>
                  </a:lnTo>
                  <a:lnTo>
                    <a:pt x="193519" y="2090"/>
                  </a:lnTo>
                  <a:lnTo>
                    <a:pt x="188280" y="1338"/>
                  </a:lnTo>
                  <a:lnTo>
                    <a:pt x="183020" y="753"/>
                  </a:lnTo>
                  <a:lnTo>
                    <a:pt x="177744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4336" y="2126963"/>
              <a:ext cx="36951" cy="167167"/>
            </a:xfrm>
            <a:custGeom>
              <a:avLst/>
              <a:pathLst>
                <a:path w="36951" h="167167">
                  <a:moveTo>
                    <a:pt x="36951" y="0"/>
                  </a:moveTo>
                  <a:lnTo>
                    <a:pt x="30743" y="115"/>
                  </a:lnTo>
                  <a:lnTo>
                    <a:pt x="24543" y="461"/>
                  </a:lnTo>
                  <a:lnTo>
                    <a:pt x="18360" y="1037"/>
                  </a:lnTo>
                  <a:lnTo>
                    <a:pt x="12203" y="1842"/>
                  </a:lnTo>
                  <a:lnTo>
                    <a:pt x="6080" y="2875"/>
                  </a:lnTo>
                  <a:lnTo>
                    <a:pt x="0" y="4135"/>
                  </a:lnTo>
                  <a:lnTo>
                    <a:pt x="3695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4336" y="213109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4336" y="213109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4336" y="213109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4336" y="213109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4336" y="213109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4336" y="213109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4336" y="213109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4336" y="213109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4336" y="213109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4336" y="213109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4336" y="213109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4336" y="213109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44336" y="213109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44336" y="2131098"/>
              <a:ext cx="36951" cy="163032"/>
            </a:xfrm>
            <a:custGeom>
              <a:avLst/>
              <a:pathLst>
                <a:path w="36951" h="163032">
                  <a:moveTo>
                    <a:pt x="0" y="0"/>
                  </a:moveTo>
                  <a:lnTo>
                    <a:pt x="36951" y="1630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614129" y="2128178"/>
              <a:ext cx="334324" cy="333107"/>
            </a:xfrm>
            <a:custGeom>
              <a:avLst/>
              <a:pathLst>
                <a:path w="334324" h="333107">
                  <a:moveTo>
                    <a:pt x="130206" y="2919"/>
                  </a:moveTo>
                  <a:lnTo>
                    <a:pt x="125074" y="4168"/>
                  </a:lnTo>
                  <a:lnTo>
                    <a:pt x="119985" y="5578"/>
                  </a:lnTo>
                  <a:lnTo>
                    <a:pt x="114942" y="7148"/>
                  </a:lnTo>
                  <a:lnTo>
                    <a:pt x="109952" y="8877"/>
                  </a:lnTo>
                  <a:lnTo>
                    <a:pt x="105019" y="10762"/>
                  </a:lnTo>
                  <a:lnTo>
                    <a:pt x="100148" y="12803"/>
                  </a:lnTo>
                  <a:lnTo>
                    <a:pt x="95343" y="14996"/>
                  </a:lnTo>
                  <a:lnTo>
                    <a:pt x="90611" y="17340"/>
                  </a:lnTo>
                  <a:lnTo>
                    <a:pt x="85954" y="19832"/>
                  </a:lnTo>
                  <a:lnTo>
                    <a:pt x="81379" y="22470"/>
                  </a:lnTo>
                  <a:lnTo>
                    <a:pt x="76890" y="25251"/>
                  </a:lnTo>
                  <a:lnTo>
                    <a:pt x="72490" y="28173"/>
                  </a:lnTo>
                  <a:lnTo>
                    <a:pt x="68185" y="31232"/>
                  </a:lnTo>
                  <a:lnTo>
                    <a:pt x="63979" y="34425"/>
                  </a:lnTo>
                  <a:lnTo>
                    <a:pt x="59876" y="37750"/>
                  </a:lnTo>
                  <a:lnTo>
                    <a:pt x="55880" y="41203"/>
                  </a:lnTo>
                  <a:lnTo>
                    <a:pt x="51994" y="44781"/>
                  </a:lnTo>
                  <a:lnTo>
                    <a:pt x="48224" y="48479"/>
                  </a:lnTo>
                  <a:lnTo>
                    <a:pt x="44573" y="52294"/>
                  </a:lnTo>
                  <a:lnTo>
                    <a:pt x="41044" y="56223"/>
                  </a:lnTo>
                  <a:lnTo>
                    <a:pt x="37641" y="60262"/>
                  </a:lnTo>
                  <a:lnTo>
                    <a:pt x="34367" y="64406"/>
                  </a:lnTo>
                  <a:lnTo>
                    <a:pt x="31225" y="68651"/>
                  </a:lnTo>
                  <a:lnTo>
                    <a:pt x="28219" y="72994"/>
                  </a:lnTo>
                  <a:lnTo>
                    <a:pt x="25352" y="77429"/>
                  </a:lnTo>
                  <a:lnTo>
                    <a:pt x="22627" y="81953"/>
                  </a:lnTo>
                  <a:lnTo>
                    <a:pt x="20046" y="86560"/>
                  </a:lnTo>
                  <a:lnTo>
                    <a:pt x="17611" y="91247"/>
                  </a:lnTo>
                  <a:lnTo>
                    <a:pt x="15326" y="96008"/>
                  </a:lnTo>
                  <a:lnTo>
                    <a:pt x="13192" y="100839"/>
                  </a:lnTo>
                  <a:lnTo>
                    <a:pt x="11212" y="105735"/>
                  </a:lnTo>
                  <a:lnTo>
                    <a:pt x="9388" y="110691"/>
                  </a:lnTo>
                  <a:lnTo>
                    <a:pt x="7721" y="115703"/>
                  </a:lnTo>
                  <a:lnTo>
                    <a:pt x="6213" y="120764"/>
                  </a:lnTo>
                  <a:lnTo>
                    <a:pt x="4866" y="125871"/>
                  </a:lnTo>
                  <a:lnTo>
                    <a:pt x="3681" y="131017"/>
                  </a:lnTo>
                  <a:lnTo>
                    <a:pt x="2659" y="136199"/>
                  </a:lnTo>
                  <a:lnTo>
                    <a:pt x="1801" y="141410"/>
                  </a:lnTo>
                  <a:lnTo>
                    <a:pt x="1109" y="146645"/>
                  </a:lnTo>
                  <a:lnTo>
                    <a:pt x="582" y="151900"/>
                  </a:lnTo>
                  <a:lnTo>
                    <a:pt x="221" y="157169"/>
                  </a:lnTo>
                  <a:lnTo>
                    <a:pt x="27" y="162447"/>
                  </a:lnTo>
                  <a:lnTo>
                    <a:pt x="0" y="167728"/>
                  </a:lnTo>
                  <a:lnTo>
                    <a:pt x="139" y="173007"/>
                  </a:lnTo>
                  <a:lnTo>
                    <a:pt x="445" y="178280"/>
                  </a:lnTo>
                  <a:lnTo>
                    <a:pt x="918" y="183540"/>
                  </a:lnTo>
                  <a:lnTo>
                    <a:pt x="1556" y="188782"/>
                  </a:lnTo>
                  <a:lnTo>
                    <a:pt x="2360" y="194002"/>
                  </a:lnTo>
                  <a:lnTo>
                    <a:pt x="3329" y="199194"/>
                  </a:lnTo>
                  <a:lnTo>
                    <a:pt x="4460" y="204352"/>
                  </a:lnTo>
                  <a:lnTo>
                    <a:pt x="5755" y="209472"/>
                  </a:lnTo>
                  <a:lnTo>
                    <a:pt x="7210" y="214549"/>
                  </a:lnTo>
                  <a:lnTo>
                    <a:pt x="8825" y="219577"/>
                  </a:lnTo>
                  <a:lnTo>
                    <a:pt x="10598" y="224552"/>
                  </a:lnTo>
                  <a:lnTo>
                    <a:pt x="12527" y="229468"/>
                  </a:lnTo>
                  <a:lnTo>
                    <a:pt x="14611" y="234321"/>
                  </a:lnTo>
                  <a:lnTo>
                    <a:pt x="16846" y="239106"/>
                  </a:lnTo>
                  <a:lnTo>
                    <a:pt x="19232" y="243818"/>
                  </a:lnTo>
                  <a:lnTo>
                    <a:pt x="21766" y="248451"/>
                  </a:lnTo>
                  <a:lnTo>
                    <a:pt x="24444" y="253003"/>
                  </a:lnTo>
                  <a:lnTo>
                    <a:pt x="27266" y="257468"/>
                  </a:lnTo>
                  <a:lnTo>
                    <a:pt x="30226" y="261841"/>
                  </a:lnTo>
                  <a:lnTo>
                    <a:pt x="33324" y="266119"/>
                  </a:lnTo>
                  <a:lnTo>
                    <a:pt x="36554" y="270296"/>
                  </a:lnTo>
                  <a:lnTo>
                    <a:pt x="39916" y="274370"/>
                  </a:lnTo>
                  <a:lnTo>
                    <a:pt x="43404" y="278335"/>
                  </a:lnTo>
                  <a:lnTo>
                    <a:pt x="47016" y="282188"/>
                  </a:lnTo>
                  <a:lnTo>
                    <a:pt x="50747" y="285925"/>
                  </a:lnTo>
                  <a:lnTo>
                    <a:pt x="54595" y="289543"/>
                  </a:lnTo>
                  <a:lnTo>
                    <a:pt x="58556" y="293037"/>
                  </a:lnTo>
                  <a:lnTo>
                    <a:pt x="62624" y="296404"/>
                  </a:lnTo>
                  <a:lnTo>
                    <a:pt x="66797" y="299641"/>
                  </a:lnTo>
                  <a:lnTo>
                    <a:pt x="71070" y="302744"/>
                  </a:lnTo>
                  <a:lnTo>
                    <a:pt x="75439" y="305711"/>
                  </a:lnTo>
                  <a:lnTo>
                    <a:pt x="79900" y="308539"/>
                  </a:lnTo>
                  <a:lnTo>
                    <a:pt x="84448" y="311224"/>
                  </a:lnTo>
                  <a:lnTo>
                    <a:pt x="89078" y="313764"/>
                  </a:lnTo>
                  <a:lnTo>
                    <a:pt x="93786" y="316157"/>
                  </a:lnTo>
                  <a:lnTo>
                    <a:pt x="98567" y="318400"/>
                  </a:lnTo>
                  <a:lnTo>
                    <a:pt x="103417" y="320490"/>
                  </a:lnTo>
                  <a:lnTo>
                    <a:pt x="108331" y="322426"/>
                  </a:lnTo>
                  <a:lnTo>
                    <a:pt x="113303" y="324207"/>
                  </a:lnTo>
                  <a:lnTo>
                    <a:pt x="118329" y="325829"/>
                  </a:lnTo>
                  <a:lnTo>
                    <a:pt x="123404" y="327292"/>
                  </a:lnTo>
                  <a:lnTo>
                    <a:pt x="128522" y="328593"/>
                  </a:lnTo>
                  <a:lnTo>
                    <a:pt x="133679" y="329732"/>
                  </a:lnTo>
                  <a:lnTo>
                    <a:pt x="138869" y="330708"/>
                  </a:lnTo>
                  <a:lnTo>
                    <a:pt x="144088" y="331520"/>
                  </a:lnTo>
                  <a:lnTo>
                    <a:pt x="149329" y="332166"/>
                  </a:lnTo>
                  <a:lnTo>
                    <a:pt x="154589" y="332646"/>
                  </a:lnTo>
                  <a:lnTo>
                    <a:pt x="159860" y="332960"/>
                  </a:lnTo>
                  <a:lnTo>
                    <a:pt x="165140" y="333107"/>
                  </a:lnTo>
                  <a:lnTo>
                    <a:pt x="170421" y="333087"/>
                  </a:lnTo>
                  <a:lnTo>
                    <a:pt x="175699" y="332901"/>
                  </a:lnTo>
                  <a:lnTo>
                    <a:pt x="180968" y="332548"/>
                  </a:lnTo>
                  <a:lnTo>
                    <a:pt x="186224" y="332028"/>
                  </a:lnTo>
                  <a:lnTo>
                    <a:pt x="191460" y="331343"/>
                  </a:lnTo>
                  <a:lnTo>
                    <a:pt x="196673" y="330493"/>
                  </a:lnTo>
                  <a:lnTo>
                    <a:pt x="201856" y="329478"/>
                  </a:lnTo>
                  <a:lnTo>
                    <a:pt x="207004" y="328301"/>
                  </a:lnTo>
                  <a:lnTo>
                    <a:pt x="212112" y="326961"/>
                  </a:lnTo>
                  <a:lnTo>
                    <a:pt x="217176" y="325461"/>
                  </a:lnTo>
                  <a:lnTo>
                    <a:pt x="222190" y="323801"/>
                  </a:lnTo>
                  <a:lnTo>
                    <a:pt x="227149" y="321984"/>
                  </a:lnTo>
                  <a:lnTo>
                    <a:pt x="232047" y="320011"/>
                  </a:lnTo>
                  <a:lnTo>
                    <a:pt x="236882" y="317884"/>
                  </a:lnTo>
                  <a:lnTo>
                    <a:pt x="241646" y="315606"/>
                  </a:lnTo>
                  <a:lnTo>
                    <a:pt x="246336" y="313178"/>
                  </a:lnTo>
                  <a:lnTo>
                    <a:pt x="250948" y="310604"/>
                  </a:lnTo>
                  <a:lnTo>
                    <a:pt x="255475" y="307885"/>
                  </a:lnTo>
                  <a:lnTo>
                    <a:pt x="259914" y="305024"/>
                  </a:lnTo>
                  <a:lnTo>
                    <a:pt x="264261" y="302024"/>
                  </a:lnTo>
                  <a:lnTo>
                    <a:pt x="268511" y="298889"/>
                  </a:lnTo>
                  <a:lnTo>
                    <a:pt x="272660" y="295621"/>
                  </a:lnTo>
                  <a:lnTo>
                    <a:pt x="276703" y="292224"/>
                  </a:lnTo>
                  <a:lnTo>
                    <a:pt x="280637" y="288700"/>
                  </a:lnTo>
                  <a:lnTo>
                    <a:pt x="284458" y="285055"/>
                  </a:lnTo>
                  <a:lnTo>
                    <a:pt x="288162" y="281290"/>
                  </a:lnTo>
                  <a:lnTo>
                    <a:pt x="291745" y="277410"/>
                  </a:lnTo>
                  <a:lnTo>
                    <a:pt x="295204" y="273419"/>
                  </a:lnTo>
                  <a:lnTo>
                    <a:pt x="298534" y="269320"/>
                  </a:lnTo>
                  <a:lnTo>
                    <a:pt x="301734" y="265119"/>
                  </a:lnTo>
                  <a:lnTo>
                    <a:pt x="304800" y="260818"/>
                  </a:lnTo>
                  <a:lnTo>
                    <a:pt x="307728" y="256423"/>
                  </a:lnTo>
                  <a:lnTo>
                    <a:pt x="310515" y="251937"/>
                  </a:lnTo>
                  <a:lnTo>
                    <a:pt x="313160" y="247366"/>
                  </a:lnTo>
                  <a:lnTo>
                    <a:pt x="315659" y="242713"/>
                  </a:lnTo>
                  <a:lnTo>
                    <a:pt x="318009" y="237984"/>
                  </a:lnTo>
                  <a:lnTo>
                    <a:pt x="320210" y="233183"/>
                  </a:lnTo>
                  <a:lnTo>
                    <a:pt x="322257" y="228315"/>
                  </a:lnTo>
                  <a:lnTo>
                    <a:pt x="324149" y="223384"/>
                  </a:lnTo>
                  <a:lnTo>
                    <a:pt x="325885" y="218396"/>
                  </a:lnTo>
                  <a:lnTo>
                    <a:pt x="327463" y="213356"/>
                  </a:lnTo>
                  <a:lnTo>
                    <a:pt x="328880" y="208269"/>
                  </a:lnTo>
                  <a:lnTo>
                    <a:pt x="330136" y="203139"/>
                  </a:lnTo>
                  <a:lnTo>
                    <a:pt x="331230" y="197972"/>
                  </a:lnTo>
                  <a:lnTo>
                    <a:pt x="332159" y="192773"/>
                  </a:lnTo>
                  <a:lnTo>
                    <a:pt x="332924" y="187548"/>
                  </a:lnTo>
                  <a:lnTo>
                    <a:pt x="333524" y="182301"/>
                  </a:lnTo>
                  <a:lnTo>
                    <a:pt x="333957" y="177037"/>
                  </a:lnTo>
                  <a:lnTo>
                    <a:pt x="334224" y="171763"/>
                  </a:lnTo>
                  <a:lnTo>
                    <a:pt x="334324" y="166482"/>
                  </a:lnTo>
                  <a:lnTo>
                    <a:pt x="334257" y="161202"/>
                  </a:lnTo>
                  <a:lnTo>
                    <a:pt x="334024" y="155925"/>
                  </a:lnTo>
                  <a:lnTo>
                    <a:pt x="333624" y="150659"/>
                  </a:lnTo>
                  <a:lnTo>
                    <a:pt x="333058" y="145409"/>
                  </a:lnTo>
                  <a:lnTo>
                    <a:pt x="332326" y="140178"/>
                  </a:lnTo>
                  <a:lnTo>
                    <a:pt x="331430" y="134974"/>
                  </a:lnTo>
                  <a:lnTo>
                    <a:pt x="330369" y="129800"/>
                  </a:lnTo>
                  <a:lnTo>
                    <a:pt x="329146" y="124662"/>
                  </a:lnTo>
                  <a:lnTo>
                    <a:pt x="327761" y="119566"/>
                  </a:lnTo>
                  <a:lnTo>
                    <a:pt x="326215" y="114516"/>
                  </a:lnTo>
                  <a:lnTo>
                    <a:pt x="324511" y="109517"/>
                  </a:lnTo>
                  <a:lnTo>
                    <a:pt x="322650" y="104575"/>
                  </a:lnTo>
                  <a:lnTo>
                    <a:pt x="320633" y="99694"/>
                  </a:lnTo>
                  <a:lnTo>
                    <a:pt x="318464" y="94879"/>
                  </a:lnTo>
                  <a:lnTo>
                    <a:pt x="316143" y="90135"/>
                  </a:lnTo>
                  <a:lnTo>
                    <a:pt x="313674" y="85466"/>
                  </a:lnTo>
                  <a:lnTo>
                    <a:pt x="311058" y="80878"/>
                  </a:lnTo>
                  <a:lnTo>
                    <a:pt x="308299" y="76375"/>
                  </a:lnTo>
                  <a:lnTo>
                    <a:pt x="305399" y="71961"/>
                  </a:lnTo>
                  <a:lnTo>
                    <a:pt x="302361" y="67641"/>
                  </a:lnTo>
                  <a:lnTo>
                    <a:pt x="299188" y="63419"/>
                  </a:lnTo>
                  <a:lnTo>
                    <a:pt x="295883" y="59300"/>
                  </a:lnTo>
                  <a:lnTo>
                    <a:pt x="292450" y="55287"/>
                  </a:lnTo>
                  <a:lnTo>
                    <a:pt x="288892" y="51384"/>
                  </a:lnTo>
                  <a:lnTo>
                    <a:pt x="285212" y="47596"/>
                  </a:lnTo>
                  <a:lnTo>
                    <a:pt x="281414" y="43926"/>
                  </a:lnTo>
                  <a:lnTo>
                    <a:pt x="277503" y="40378"/>
                  </a:lnTo>
                  <a:lnTo>
                    <a:pt x="273481" y="36955"/>
                  </a:lnTo>
                  <a:lnTo>
                    <a:pt x="269353" y="33660"/>
                  </a:lnTo>
                  <a:lnTo>
                    <a:pt x="265123" y="30498"/>
                  </a:lnTo>
                  <a:lnTo>
                    <a:pt x="260796" y="27471"/>
                  </a:lnTo>
                  <a:lnTo>
                    <a:pt x="256374" y="24582"/>
                  </a:lnTo>
                  <a:lnTo>
                    <a:pt x="251864" y="21835"/>
                  </a:lnTo>
                  <a:lnTo>
                    <a:pt x="247270" y="19231"/>
                  </a:lnTo>
                  <a:lnTo>
                    <a:pt x="242595" y="16773"/>
                  </a:lnTo>
                  <a:lnTo>
                    <a:pt x="237845" y="14465"/>
                  </a:lnTo>
                  <a:lnTo>
                    <a:pt x="233024" y="12308"/>
                  </a:lnTo>
                  <a:lnTo>
                    <a:pt x="228138" y="10304"/>
                  </a:lnTo>
                  <a:lnTo>
                    <a:pt x="223191" y="8455"/>
                  </a:lnTo>
                  <a:lnTo>
                    <a:pt x="218188" y="6764"/>
                  </a:lnTo>
                  <a:lnTo>
                    <a:pt x="213134" y="5231"/>
                  </a:lnTo>
                  <a:lnTo>
                    <a:pt x="208034" y="3859"/>
                  </a:lnTo>
                  <a:lnTo>
                    <a:pt x="202893" y="2649"/>
                  </a:lnTo>
                  <a:lnTo>
                    <a:pt x="197717" y="1601"/>
                  </a:lnTo>
                  <a:lnTo>
                    <a:pt x="192510" y="718"/>
                  </a:lnTo>
                  <a:lnTo>
                    <a:pt x="187278" y="0"/>
                  </a:lnTo>
                  <a:lnTo>
                    <a:pt x="167158" y="1659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781287" y="2126963"/>
              <a:ext cx="20120" cy="167167"/>
            </a:xfrm>
            <a:custGeom>
              <a:avLst/>
              <a:pathLst>
                <a:path w="20120" h="167167">
                  <a:moveTo>
                    <a:pt x="20120" y="1215"/>
                  </a:moveTo>
                  <a:lnTo>
                    <a:pt x="10078" y="3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4591" y="2633064"/>
              <a:ext cx="6157" cy="167167"/>
            </a:xfrm>
            <a:custGeom>
              <a:avLst/>
              <a:pathLst>
                <a:path w="6157" h="167167">
                  <a:moveTo>
                    <a:pt x="6157" y="0"/>
                  </a:moveTo>
                  <a:lnTo>
                    <a:pt x="0" y="113"/>
                  </a:lnTo>
                  <a:lnTo>
                    <a:pt x="6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4591" y="2633177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4591" y="2633177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4591" y="2633177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4591" y="2633177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4591" y="2633177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4591" y="2633177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4591" y="2633177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4591" y="2633177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4591" y="2633177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4591" y="2633177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4591" y="2633177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84591" y="2633177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84591" y="2633177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423595" y="2633177"/>
              <a:ext cx="334303" cy="334221"/>
            </a:xfrm>
            <a:custGeom>
              <a:avLst/>
              <a:pathLst>
                <a:path w="334303" h="334221">
                  <a:moveTo>
                    <a:pt x="160996" y="0"/>
                  </a:moveTo>
                  <a:lnTo>
                    <a:pt x="155706" y="278"/>
                  </a:lnTo>
                  <a:lnTo>
                    <a:pt x="150428" y="725"/>
                  </a:lnTo>
                  <a:lnTo>
                    <a:pt x="145167" y="1338"/>
                  </a:lnTo>
                  <a:lnTo>
                    <a:pt x="139928" y="2118"/>
                  </a:lnTo>
                  <a:lnTo>
                    <a:pt x="134716" y="3063"/>
                  </a:lnTo>
                  <a:lnTo>
                    <a:pt x="129536" y="4173"/>
                  </a:lnTo>
                  <a:lnTo>
                    <a:pt x="124395" y="5447"/>
                  </a:lnTo>
                  <a:lnTo>
                    <a:pt x="119296" y="6883"/>
                  </a:lnTo>
                  <a:lnTo>
                    <a:pt x="114246" y="8479"/>
                  </a:lnTo>
                  <a:lnTo>
                    <a:pt x="109248" y="10235"/>
                  </a:lnTo>
                  <a:lnTo>
                    <a:pt x="104309" y="12148"/>
                  </a:lnTo>
                  <a:lnTo>
                    <a:pt x="99433" y="14217"/>
                  </a:lnTo>
                  <a:lnTo>
                    <a:pt x="94624" y="16440"/>
                  </a:lnTo>
                  <a:lnTo>
                    <a:pt x="89889" y="18813"/>
                  </a:lnTo>
                  <a:lnTo>
                    <a:pt x="85231" y="21335"/>
                  </a:lnTo>
                  <a:lnTo>
                    <a:pt x="80656" y="24004"/>
                  </a:lnTo>
                  <a:lnTo>
                    <a:pt x="76167" y="26816"/>
                  </a:lnTo>
                  <a:lnTo>
                    <a:pt x="71770" y="29769"/>
                  </a:lnTo>
                  <a:lnTo>
                    <a:pt x="67468" y="32860"/>
                  </a:lnTo>
                  <a:lnTo>
                    <a:pt x="63266" y="36086"/>
                  </a:lnTo>
                  <a:lnTo>
                    <a:pt x="59169" y="39443"/>
                  </a:lnTo>
                  <a:lnTo>
                    <a:pt x="55180" y="42928"/>
                  </a:lnTo>
                  <a:lnTo>
                    <a:pt x="51304" y="46538"/>
                  </a:lnTo>
                  <a:lnTo>
                    <a:pt x="47544" y="50269"/>
                  </a:lnTo>
                  <a:lnTo>
                    <a:pt x="43904" y="54117"/>
                  </a:lnTo>
                  <a:lnTo>
                    <a:pt x="40388" y="58078"/>
                  </a:lnTo>
                  <a:lnTo>
                    <a:pt x="36999" y="62149"/>
                  </a:lnTo>
                  <a:lnTo>
                    <a:pt x="33741" y="66326"/>
                  </a:lnTo>
                  <a:lnTo>
                    <a:pt x="30616" y="70603"/>
                  </a:lnTo>
                  <a:lnTo>
                    <a:pt x="27629" y="74977"/>
                  </a:lnTo>
                  <a:lnTo>
                    <a:pt x="24782" y="79444"/>
                  </a:lnTo>
                  <a:lnTo>
                    <a:pt x="22078" y="83999"/>
                  </a:lnTo>
                  <a:lnTo>
                    <a:pt x="19519" y="88637"/>
                  </a:lnTo>
                  <a:lnTo>
                    <a:pt x="17109" y="93353"/>
                  </a:lnTo>
                  <a:lnTo>
                    <a:pt x="14849" y="98144"/>
                  </a:lnTo>
                  <a:lnTo>
                    <a:pt x="12742" y="103004"/>
                  </a:lnTo>
                  <a:lnTo>
                    <a:pt x="10791" y="107928"/>
                  </a:lnTo>
                  <a:lnTo>
                    <a:pt x="8996" y="112912"/>
                  </a:lnTo>
                  <a:lnTo>
                    <a:pt x="7360" y="117950"/>
                  </a:lnTo>
                  <a:lnTo>
                    <a:pt x="5885" y="123037"/>
                  </a:lnTo>
                  <a:lnTo>
                    <a:pt x="4571" y="128169"/>
                  </a:lnTo>
                  <a:lnTo>
                    <a:pt x="3421" y="133339"/>
                  </a:lnTo>
                  <a:lnTo>
                    <a:pt x="2435" y="138543"/>
                  </a:lnTo>
                  <a:lnTo>
                    <a:pt x="1614" y="143776"/>
                  </a:lnTo>
                  <a:lnTo>
                    <a:pt x="960" y="149033"/>
                  </a:lnTo>
                  <a:lnTo>
                    <a:pt x="472" y="154307"/>
                  </a:lnTo>
                  <a:lnTo>
                    <a:pt x="152" y="159594"/>
                  </a:lnTo>
                  <a:lnTo>
                    <a:pt x="0" y="164889"/>
                  </a:lnTo>
                  <a:lnTo>
                    <a:pt x="15" y="170186"/>
                  </a:lnTo>
                  <a:lnTo>
                    <a:pt x="198" y="175480"/>
                  </a:lnTo>
                  <a:lnTo>
                    <a:pt x="549" y="180765"/>
                  </a:lnTo>
                  <a:lnTo>
                    <a:pt x="1067" y="186037"/>
                  </a:lnTo>
                  <a:lnTo>
                    <a:pt x="1752" y="191289"/>
                  </a:lnTo>
                  <a:lnTo>
                    <a:pt x="2602" y="196517"/>
                  </a:lnTo>
                  <a:lnTo>
                    <a:pt x="3619" y="201716"/>
                  </a:lnTo>
                  <a:lnTo>
                    <a:pt x="4799" y="206880"/>
                  </a:lnTo>
                  <a:lnTo>
                    <a:pt x="6142" y="212003"/>
                  </a:lnTo>
                  <a:lnTo>
                    <a:pt x="7647" y="217082"/>
                  </a:lnTo>
                  <a:lnTo>
                    <a:pt x="9312" y="222110"/>
                  </a:lnTo>
                  <a:lnTo>
                    <a:pt x="11136" y="227083"/>
                  </a:lnTo>
                  <a:lnTo>
                    <a:pt x="13116" y="231996"/>
                  </a:lnTo>
                  <a:lnTo>
                    <a:pt x="15251" y="236844"/>
                  </a:lnTo>
                  <a:lnTo>
                    <a:pt x="17538" y="241622"/>
                  </a:lnTo>
                  <a:lnTo>
                    <a:pt x="19976" y="246324"/>
                  </a:lnTo>
                  <a:lnTo>
                    <a:pt x="22561" y="250947"/>
                  </a:lnTo>
                  <a:lnTo>
                    <a:pt x="25292" y="255486"/>
                  </a:lnTo>
                  <a:lnTo>
                    <a:pt x="28165" y="259936"/>
                  </a:lnTo>
                  <a:lnTo>
                    <a:pt x="31177" y="264293"/>
                  </a:lnTo>
                  <a:lnTo>
                    <a:pt x="34326" y="268552"/>
                  </a:lnTo>
                  <a:lnTo>
                    <a:pt x="37609" y="272710"/>
                  </a:lnTo>
                  <a:lnTo>
                    <a:pt x="41021" y="276761"/>
                  </a:lnTo>
                  <a:lnTo>
                    <a:pt x="44560" y="280702"/>
                  </a:lnTo>
                  <a:lnTo>
                    <a:pt x="48222" y="284529"/>
                  </a:lnTo>
                  <a:lnTo>
                    <a:pt x="52004" y="288238"/>
                  </a:lnTo>
                  <a:lnTo>
                    <a:pt x="55901" y="291825"/>
                  </a:lnTo>
                  <a:lnTo>
                    <a:pt x="59910" y="295287"/>
                  </a:lnTo>
                  <a:lnTo>
                    <a:pt x="64027" y="298621"/>
                  </a:lnTo>
                  <a:lnTo>
                    <a:pt x="68247" y="301822"/>
                  </a:lnTo>
                  <a:lnTo>
                    <a:pt x="72566" y="304888"/>
                  </a:lnTo>
                  <a:lnTo>
                    <a:pt x="76981" y="307815"/>
                  </a:lnTo>
                  <a:lnTo>
                    <a:pt x="81486" y="310602"/>
                  </a:lnTo>
                  <a:lnTo>
                    <a:pt x="86077" y="313244"/>
                  </a:lnTo>
                  <a:lnTo>
                    <a:pt x="90749" y="315739"/>
                  </a:lnTo>
                  <a:lnTo>
                    <a:pt x="95498" y="318085"/>
                  </a:lnTo>
                  <a:lnTo>
                    <a:pt x="100319" y="320279"/>
                  </a:lnTo>
                  <a:lnTo>
                    <a:pt x="105207" y="322320"/>
                  </a:lnTo>
                  <a:lnTo>
                    <a:pt x="110158" y="324205"/>
                  </a:lnTo>
                  <a:lnTo>
                    <a:pt x="115165" y="325931"/>
                  </a:lnTo>
                  <a:lnTo>
                    <a:pt x="120225" y="327499"/>
                  </a:lnTo>
                  <a:lnTo>
                    <a:pt x="125332" y="328905"/>
                  </a:lnTo>
                  <a:lnTo>
                    <a:pt x="130480" y="330149"/>
                  </a:lnTo>
                  <a:lnTo>
                    <a:pt x="135666" y="331229"/>
                  </a:lnTo>
                  <a:lnTo>
                    <a:pt x="140883" y="332144"/>
                  </a:lnTo>
                  <a:lnTo>
                    <a:pt x="146127" y="332893"/>
                  </a:lnTo>
                  <a:lnTo>
                    <a:pt x="151392" y="333476"/>
                  </a:lnTo>
                  <a:lnTo>
                    <a:pt x="156672" y="333892"/>
                  </a:lnTo>
                  <a:lnTo>
                    <a:pt x="161963" y="334140"/>
                  </a:lnTo>
                  <a:lnTo>
                    <a:pt x="167260" y="334221"/>
                  </a:lnTo>
                  <a:lnTo>
                    <a:pt x="172556" y="334134"/>
                  </a:lnTo>
                  <a:lnTo>
                    <a:pt x="177847" y="333879"/>
                  </a:lnTo>
                  <a:lnTo>
                    <a:pt x="183127" y="333456"/>
                  </a:lnTo>
                  <a:lnTo>
                    <a:pt x="188391" y="332866"/>
                  </a:lnTo>
                  <a:lnTo>
                    <a:pt x="193633" y="332110"/>
                  </a:lnTo>
                  <a:lnTo>
                    <a:pt x="198850" y="331188"/>
                  </a:lnTo>
                  <a:lnTo>
                    <a:pt x="204034" y="330102"/>
                  </a:lnTo>
                  <a:lnTo>
                    <a:pt x="209181" y="328852"/>
                  </a:lnTo>
                  <a:lnTo>
                    <a:pt x="214286" y="327439"/>
                  </a:lnTo>
                  <a:lnTo>
                    <a:pt x="219344" y="325865"/>
                  </a:lnTo>
                  <a:lnTo>
                    <a:pt x="224349" y="324132"/>
                  </a:lnTo>
                  <a:lnTo>
                    <a:pt x="229297" y="322241"/>
                  </a:lnTo>
                  <a:lnTo>
                    <a:pt x="234183" y="320194"/>
                  </a:lnTo>
                  <a:lnTo>
                    <a:pt x="239001" y="317993"/>
                  </a:lnTo>
                  <a:lnTo>
                    <a:pt x="243747" y="315641"/>
                  </a:lnTo>
                  <a:lnTo>
                    <a:pt x="248416" y="313140"/>
                  </a:lnTo>
                  <a:lnTo>
                    <a:pt x="253004" y="310492"/>
                  </a:lnTo>
                  <a:lnTo>
                    <a:pt x="257505" y="307700"/>
                  </a:lnTo>
                  <a:lnTo>
                    <a:pt x="261916" y="304767"/>
                  </a:lnTo>
                  <a:lnTo>
                    <a:pt x="266231" y="301696"/>
                  </a:lnTo>
                  <a:lnTo>
                    <a:pt x="270447" y="298489"/>
                  </a:lnTo>
                  <a:lnTo>
                    <a:pt x="274559" y="295150"/>
                  </a:lnTo>
                  <a:lnTo>
                    <a:pt x="278564" y="291683"/>
                  </a:lnTo>
                  <a:lnTo>
                    <a:pt x="282457" y="288091"/>
                  </a:lnTo>
                  <a:lnTo>
                    <a:pt x="286233" y="284377"/>
                  </a:lnTo>
                  <a:lnTo>
                    <a:pt x="289891" y="280545"/>
                  </a:lnTo>
                  <a:lnTo>
                    <a:pt x="293425" y="276600"/>
                  </a:lnTo>
                  <a:lnTo>
                    <a:pt x="296832" y="272544"/>
                  </a:lnTo>
                  <a:lnTo>
                    <a:pt x="300109" y="268383"/>
                  </a:lnTo>
                  <a:lnTo>
                    <a:pt x="303253" y="264119"/>
                  </a:lnTo>
                  <a:lnTo>
                    <a:pt x="306260" y="259759"/>
                  </a:lnTo>
                  <a:lnTo>
                    <a:pt x="309127" y="255305"/>
                  </a:lnTo>
                  <a:lnTo>
                    <a:pt x="311852" y="250763"/>
                  </a:lnTo>
                  <a:lnTo>
                    <a:pt x="314431" y="246136"/>
                  </a:lnTo>
                  <a:lnTo>
                    <a:pt x="316863" y="241430"/>
                  </a:lnTo>
                  <a:lnTo>
                    <a:pt x="319144" y="236650"/>
                  </a:lnTo>
                  <a:lnTo>
                    <a:pt x="321273" y="231799"/>
                  </a:lnTo>
                  <a:lnTo>
                    <a:pt x="323247" y="226884"/>
                  </a:lnTo>
                  <a:lnTo>
                    <a:pt x="325064" y="221909"/>
                  </a:lnTo>
                  <a:lnTo>
                    <a:pt x="326723" y="216878"/>
                  </a:lnTo>
                  <a:lnTo>
                    <a:pt x="328221" y="211797"/>
                  </a:lnTo>
                  <a:lnTo>
                    <a:pt x="329558" y="206672"/>
                  </a:lnTo>
                  <a:lnTo>
                    <a:pt x="330731" y="201507"/>
                  </a:lnTo>
                  <a:lnTo>
                    <a:pt x="331741" y="196307"/>
                  </a:lnTo>
                  <a:lnTo>
                    <a:pt x="332585" y="191078"/>
                  </a:lnTo>
                  <a:lnTo>
                    <a:pt x="333263" y="185824"/>
                  </a:lnTo>
                  <a:lnTo>
                    <a:pt x="333774" y="180552"/>
                  </a:lnTo>
                  <a:lnTo>
                    <a:pt x="334119" y="175266"/>
                  </a:lnTo>
                  <a:lnTo>
                    <a:pt x="334295" y="169972"/>
                  </a:lnTo>
                  <a:lnTo>
                    <a:pt x="334303" y="164676"/>
                  </a:lnTo>
                  <a:lnTo>
                    <a:pt x="334144" y="159381"/>
                  </a:lnTo>
                  <a:lnTo>
                    <a:pt x="333817" y="154094"/>
                  </a:lnTo>
                  <a:lnTo>
                    <a:pt x="333323" y="148820"/>
                  </a:lnTo>
                  <a:lnTo>
                    <a:pt x="332662" y="143565"/>
                  </a:lnTo>
                  <a:lnTo>
                    <a:pt x="331835" y="138333"/>
                  </a:lnTo>
                  <a:lnTo>
                    <a:pt x="330842" y="133130"/>
                  </a:lnTo>
                  <a:lnTo>
                    <a:pt x="329685" y="127961"/>
                  </a:lnTo>
                  <a:lnTo>
                    <a:pt x="328365" y="122831"/>
                  </a:lnTo>
                  <a:lnTo>
                    <a:pt x="326883" y="117746"/>
                  </a:lnTo>
                  <a:lnTo>
                    <a:pt x="325241" y="112710"/>
                  </a:lnTo>
                  <a:lnTo>
                    <a:pt x="323439" y="107728"/>
                  </a:lnTo>
                  <a:lnTo>
                    <a:pt x="321481" y="102807"/>
                  </a:lnTo>
                  <a:lnTo>
                    <a:pt x="319369" y="97949"/>
                  </a:lnTo>
                  <a:lnTo>
                    <a:pt x="317103" y="93162"/>
                  </a:lnTo>
                  <a:lnTo>
                    <a:pt x="314686" y="88448"/>
                  </a:lnTo>
                  <a:lnTo>
                    <a:pt x="312122" y="83813"/>
                  </a:lnTo>
                  <a:lnTo>
                    <a:pt x="309412" y="79262"/>
                  </a:lnTo>
                  <a:lnTo>
                    <a:pt x="306559" y="74799"/>
                  </a:lnTo>
                  <a:lnTo>
                    <a:pt x="303566" y="70429"/>
                  </a:lnTo>
                  <a:lnTo>
                    <a:pt x="300436" y="66155"/>
                  </a:lnTo>
                  <a:lnTo>
                    <a:pt x="297173" y="61983"/>
                  </a:lnTo>
                  <a:lnTo>
                    <a:pt x="293779" y="57917"/>
                  </a:lnTo>
                  <a:lnTo>
                    <a:pt x="290257" y="53960"/>
                  </a:lnTo>
                  <a:lnTo>
                    <a:pt x="286612" y="50116"/>
                  </a:lnTo>
                  <a:lnTo>
                    <a:pt x="167153" y="1670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90748" y="2633064"/>
              <a:ext cx="119459" cy="167167"/>
            </a:xfrm>
            <a:custGeom>
              <a:avLst/>
              <a:pathLst>
                <a:path w="119459" h="167167">
                  <a:moveTo>
                    <a:pt x="119459" y="50229"/>
                  </a:moveTo>
                  <a:lnTo>
                    <a:pt x="115515" y="46332"/>
                  </a:lnTo>
                  <a:lnTo>
                    <a:pt x="111444" y="42568"/>
                  </a:lnTo>
                  <a:lnTo>
                    <a:pt x="107251" y="38940"/>
                  </a:lnTo>
                  <a:lnTo>
                    <a:pt x="102940" y="35454"/>
                  </a:lnTo>
                  <a:lnTo>
                    <a:pt x="98515" y="32113"/>
                  </a:lnTo>
                  <a:lnTo>
                    <a:pt x="93982" y="28920"/>
                  </a:lnTo>
                  <a:lnTo>
                    <a:pt x="89345" y="25879"/>
                  </a:lnTo>
                  <a:lnTo>
                    <a:pt x="84611" y="22994"/>
                  </a:lnTo>
                  <a:lnTo>
                    <a:pt x="79783" y="20267"/>
                  </a:lnTo>
                  <a:lnTo>
                    <a:pt x="74867" y="17702"/>
                  </a:lnTo>
                  <a:lnTo>
                    <a:pt x="69869" y="15301"/>
                  </a:lnTo>
                  <a:lnTo>
                    <a:pt x="64795" y="13068"/>
                  </a:lnTo>
                  <a:lnTo>
                    <a:pt x="59649" y="11004"/>
                  </a:lnTo>
                  <a:lnTo>
                    <a:pt x="54437" y="9111"/>
                  </a:lnTo>
                  <a:lnTo>
                    <a:pt x="49165" y="7393"/>
                  </a:lnTo>
                  <a:lnTo>
                    <a:pt x="43840" y="5850"/>
                  </a:lnTo>
                  <a:lnTo>
                    <a:pt x="38466" y="4485"/>
                  </a:lnTo>
                  <a:lnTo>
                    <a:pt x="33049" y="3299"/>
                  </a:lnTo>
                  <a:lnTo>
                    <a:pt x="27597" y="2293"/>
                  </a:lnTo>
                  <a:lnTo>
                    <a:pt x="22114" y="1469"/>
                  </a:lnTo>
                  <a:lnTo>
                    <a:pt x="16607" y="826"/>
                  </a:lnTo>
                  <a:lnTo>
                    <a:pt x="11081" y="367"/>
                  </a:lnTo>
                  <a:lnTo>
                    <a:pt x="5543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1587" y="3170392"/>
              <a:ext cx="24392" cy="167167"/>
            </a:xfrm>
            <a:custGeom>
              <a:avLst/>
              <a:pathLst>
                <a:path w="24392" h="167167">
                  <a:moveTo>
                    <a:pt x="24392" y="0"/>
                  </a:moveTo>
                  <a:lnTo>
                    <a:pt x="16236" y="199"/>
                  </a:lnTo>
                  <a:lnTo>
                    <a:pt x="8098" y="796"/>
                  </a:lnTo>
                  <a:lnTo>
                    <a:pt x="0" y="1789"/>
                  </a:lnTo>
                  <a:lnTo>
                    <a:pt x="2439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1587" y="3172181"/>
              <a:ext cx="24392" cy="165378"/>
            </a:xfrm>
            <a:custGeom>
              <a:avLst/>
              <a:pathLst>
                <a:path w="24392" h="165378">
                  <a:moveTo>
                    <a:pt x="0" y="0"/>
                  </a:moveTo>
                  <a:lnTo>
                    <a:pt x="24392" y="1653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1587" y="3172181"/>
              <a:ext cx="24392" cy="165378"/>
            </a:xfrm>
            <a:custGeom>
              <a:avLst/>
              <a:pathLst>
                <a:path w="24392" h="165378">
                  <a:moveTo>
                    <a:pt x="0" y="0"/>
                  </a:moveTo>
                  <a:lnTo>
                    <a:pt x="24392" y="1653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1587" y="3172181"/>
              <a:ext cx="24392" cy="165378"/>
            </a:xfrm>
            <a:custGeom>
              <a:avLst/>
              <a:pathLst>
                <a:path w="24392" h="165378">
                  <a:moveTo>
                    <a:pt x="0" y="0"/>
                  </a:moveTo>
                  <a:lnTo>
                    <a:pt x="24392" y="1653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1587" y="3172181"/>
              <a:ext cx="24392" cy="165378"/>
            </a:xfrm>
            <a:custGeom>
              <a:avLst/>
              <a:pathLst>
                <a:path w="24392" h="165378">
                  <a:moveTo>
                    <a:pt x="0" y="0"/>
                  </a:moveTo>
                  <a:lnTo>
                    <a:pt x="24392" y="1653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1587" y="3172181"/>
              <a:ext cx="24392" cy="165378"/>
            </a:xfrm>
            <a:custGeom>
              <a:avLst/>
              <a:pathLst>
                <a:path w="24392" h="165378">
                  <a:moveTo>
                    <a:pt x="0" y="0"/>
                  </a:moveTo>
                  <a:lnTo>
                    <a:pt x="24392" y="1653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1587" y="3172181"/>
              <a:ext cx="24392" cy="165378"/>
            </a:xfrm>
            <a:custGeom>
              <a:avLst/>
              <a:pathLst>
                <a:path w="24392" h="165378">
                  <a:moveTo>
                    <a:pt x="0" y="0"/>
                  </a:moveTo>
                  <a:lnTo>
                    <a:pt x="24392" y="1653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1587" y="3172181"/>
              <a:ext cx="24392" cy="165378"/>
            </a:xfrm>
            <a:custGeom>
              <a:avLst/>
              <a:pathLst>
                <a:path w="24392" h="165378">
                  <a:moveTo>
                    <a:pt x="0" y="0"/>
                  </a:moveTo>
                  <a:lnTo>
                    <a:pt x="24392" y="165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1587" y="3172181"/>
              <a:ext cx="24392" cy="165378"/>
            </a:xfrm>
            <a:custGeom>
              <a:avLst/>
              <a:pathLst>
                <a:path w="24392" h="165378">
                  <a:moveTo>
                    <a:pt x="0" y="0"/>
                  </a:moveTo>
                  <a:lnTo>
                    <a:pt x="24392" y="165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1587" y="3172181"/>
              <a:ext cx="24392" cy="165378"/>
            </a:xfrm>
            <a:custGeom>
              <a:avLst/>
              <a:pathLst>
                <a:path w="24392" h="165378">
                  <a:moveTo>
                    <a:pt x="0" y="0"/>
                  </a:moveTo>
                  <a:lnTo>
                    <a:pt x="24392" y="165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1587" y="3172181"/>
              <a:ext cx="24392" cy="165378"/>
            </a:xfrm>
            <a:custGeom>
              <a:avLst/>
              <a:pathLst>
                <a:path w="24392" h="165378">
                  <a:moveTo>
                    <a:pt x="0" y="0"/>
                  </a:moveTo>
                  <a:lnTo>
                    <a:pt x="24392" y="165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01587" y="3172181"/>
              <a:ext cx="24392" cy="165378"/>
            </a:xfrm>
            <a:custGeom>
              <a:avLst/>
              <a:pathLst>
                <a:path w="24392" h="165378">
                  <a:moveTo>
                    <a:pt x="0" y="0"/>
                  </a:moveTo>
                  <a:lnTo>
                    <a:pt x="24392" y="1653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01587" y="3172181"/>
              <a:ext cx="24392" cy="165378"/>
            </a:xfrm>
            <a:custGeom>
              <a:avLst/>
              <a:pathLst>
                <a:path w="24392" h="165378">
                  <a:moveTo>
                    <a:pt x="0" y="0"/>
                  </a:moveTo>
                  <a:lnTo>
                    <a:pt x="24392" y="1653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358813" y="3172181"/>
              <a:ext cx="334324" cy="332537"/>
            </a:xfrm>
            <a:custGeom>
              <a:avLst/>
              <a:pathLst>
                <a:path w="334324" h="332537">
                  <a:moveTo>
                    <a:pt x="142774" y="0"/>
                  </a:moveTo>
                  <a:lnTo>
                    <a:pt x="137556" y="854"/>
                  </a:lnTo>
                  <a:lnTo>
                    <a:pt x="132367" y="1873"/>
                  </a:lnTo>
                  <a:lnTo>
                    <a:pt x="127213" y="3055"/>
                  </a:lnTo>
                  <a:lnTo>
                    <a:pt x="122099" y="4400"/>
                  </a:lnTo>
                  <a:lnTo>
                    <a:pt x="117031" y="5906"/>
                  </a:lnTo>
                  <a:lnTo>
                    <a:pt x="112012" y="7571"/>
                  </a:lnTo>
                  <a:lnTo>
                    <a:pt x="107049" y="9394"/>
                  </a:lnTo>
                  <a:lnTo>
                    <a:pt x="102146" y="11374"/>
                  </a:lnTo>
                  <a:lnTo>
                    <a:pt x="97307" y="13507"/>
                  </a:lnTo>
                  <a:lnTo>
                    <a:pt x="92539" y="15793"/>
                  </a:lnTo>
                  <a:lnTo>
                    <a:pt x="87845" y="18228"/>
                  </a:lnTo>
                  <a:lnTo>
                    <a:pt x="83231" y="20810"/>
                  </a:lnTo>
                  <a:lnTo>
                    <a:pt x="78701" y="23537"/>
                  </a:lnTo>
                  <a:lnTo>
                    <a:pt x="74259" y="26406"/>
                  </a:lnTo>
                  <a:lnTo>
                    <a:pt x="69910" y="29414"/>
                  </a:lnTo>
                  <a:lnTo>
                    <a:pt x="65659" y="32558"/>
                  </a:lnTo>
                  <a:lnTo>
                    <a:pt x="61509" y="35835"/>
                  </a:lnTo>
                  <a:lnTo>
                    <a:pt x="57465" y="39241"/>
                  </a:lnTo>
                  <a:lnTo>
                    <a:pt x="53530" y="42774"/>
                  </a:lnTo>
                  <a:lnTo>
                    <a:pt x="49710" y="46429"/>
                  </a:lnTo>
                  <a:lnTo>
                    <a:pt x="46006" y="50204"/>
                  </a:lnTo>
                  <a:lnTo>
                    <a:pt x="42424" y="54093"/>
                  </a:lnTo>
                  <a:lnTo>
                    <a:pt x="38967" y="58094"/>
                  </a:lnTo>
                  <a:lnTo>
                    <a:pt x="35638" y="62202"/>
                  </a:lnTo>
                  <a:lnTo>
                    <a:pt x="32441" y="66414"/>
                  </a:lnTo>
                  <a:lnTo>
                    <a:pt x="29378" y="70724"/>
                  </a:lnTo>
                  <a:lnTo>
                    <a:pt x="26454" y="75130"/>
                  </a:lnTo>
                  <a:lnTo>
                    <a:pt x="23670" y="79625"/>
                  </a:lnTo>
                  <a:lnTo>
                    <a:pt x="21029" y="84206"/>
                  </a:lnTo>
                  <a:lnTo>
                    <a:pt x="18535" y="88869"/>
                  </a:lnTo>
                  <a:lnTo>
                    <a:pt x="16190" y="93608"/>
                  </a:lnTo>
                  <a:lnTo>
                    <a:pt x="13995" y="98419"/>
                  </a:lnTo>
                  <a:lnTo>
                    <a:pt x="11954" y="103297"/>
                  </a:lnTo>
                  <a:lnTo>
                    <a:pt x="10069" y="108237"/>
                  </a:lnTo>
                  <a:lnTo>
                    <a:pt x="8340" y="113234"/>
                  </a:lnTo>
                  <a:lnTo>
                    <a:pt x="6770" y="118283"/>
                  </a:lnTo>
                  <a:lnTo>
                    <a:pt x="5361" y="123380"/>
                  </a:lnTo>
                  <a:lnTo>
                    <a:pt x="4114" y="128518"/>
                  </a:lnTo>
                  <a:lnTo>
                    <a:pt x="3030" y="133694"/>
                  </a:lnTo>
                  <a:lnTo>
                    <a:pt x="2110" y="138901"/>
                  </a:lnTo>
                  <a:lnTo>
                    <a:pt x="1355" y="144134"/>
                  </a:lnTo>
                  <a:lnTo>
                    <a:pt x="766" y="149389"/>
                  </a:lnTo>
                  <a:lnTo>
                    <a:pt x="343" y="154660"/>
                  </a:lnTo>
                  <a:lnTo>
                    <a:pt x="88" y="159941"/>
                  </a:lnTo>
                  <a:lnTo>
                    <a:pt x="0" y="165228"/>
                  </a:lnTo>
                  <a:lnTo>
                    <a:pt x="78" y="170515"/>
                  </a:lnTo>
                  <a:lnTo>
                    <a:pt x="324" y="175797"/>
                  </a:lnTo>
                  <a:lnTo>
                    <a:pt x="737" y="181069"/>
                  </a:lnTo>
                  <a:lnTo>
                    <a:pt x="1317" y="186325"/>
                  </a:lnTo>
                  <a:lnTo>
                    <a:pt x="2062" y="191560"/>
                  </a:lnTo>
                  <a:lnTo>
                    <a:pt x="2973" y="196768"/>
                  </a:lnTo>
                  <a:lnTo>
                    <a:pt x="4048" y="201946"/>
                  </a:lnTo>
                  <a:lnTo>
                    <a:pt x="5286" y="207086"/>
                  </a:lnTo>
                  <a:lnTo>
                    <a:pt x="6686" y="212185"/>
                  </a:lnTo>
                  <a:lnTo>
                    <a:pt x="8247" y="217237"/>
                  </a:lnTo>
                  <a:lnTo>
                    <a:pt x="9967" y="222238"/>
                  </a:lnTo>
                  <a:lnTo>
                    <a:pt x="11844" y="227181"/>
                  </a:lnTo>
                  <a:lnTo>
                    <a:pt x="13876" y="232062"/>
                  </a:lnTo>
                  <a:lnTo>
                    <a:pt x="16062" y="236877"/>
                  </a:lnTo>
                  <a:lnTo>
                    <a:pt x="18399" y="241621"/>
                  </a:lnTo>
                  <a:lnTo>
                    <a:pt x="20884" y="246287"/>
                  </a:lnTo>
                  <a:lnTo>
                    <a:pt x="23517" y="250874"/>
                  </a:lnTo>
                  <a:lnTo>
                    <a:pt x="26292" y="255374"/>
                  </a:lnTo>
                  <a:lnTo>
                    <a:pt x="29209" y="259784"/>
                  </a:lnTo>
                  <a:lnTo>
                    <a:pt x="32264" y="264100"/>
                  </a:lnTo>
                  <a:lnTo>
                    <a:pt x="35454" y="268318"/>
                  </a:lnTo>
                  <a:lnTo>
                    <a:pt x="38775" y="272432"/>
                  </a:lnTo>
                  <a:lnTo>
                    <a:pt x="42226" y="276439"/>
                  </a:lnTo>
                  <a:lnTo>
                    <a:pt x="45801" y="280335"/>
                  </a:lnTo>
                  <a:lnTo>
                    <a:pt x="49497" y="284116"/>
                  </a:lnTo>
                  <a:lnTo>
                    <a:pt x="53311" y="287778"/>
                  </a:lnTo>
                  <a:lnTo>
                    <a:pt x="57239" y="291318"/>
                  </a:lnTo>
                  <a:lnTo>
                    <a:pt x="61278" y="294731"/>
                  </a:lnTo>
                  <a:lnTo>
                    <a:pt x="65422" y="298016"/>
                  </a:lnTo>
                  <a:lnTo>
                    <a:pt x="69667" y="301167"/>
                  </a:lnTo>
                  <a:lnTo>
                    <a:pt x="74011" y="304183"/>
                  </a:lnTo>
                  <a:lnTo>
                    <a:pt x="78448" y="307060"/>
                  </a:lnTo>
                  <a:lnTo>
                    <a:pt x="82973" y="309795"/>
                  </a:lnTo>
                  <a:lnTo>
                    <a:pt x="87583" y="312385"/>
                  </a:lnTo>
                  <a:lnTo>
                    <a:pt x="92272" y="314829"/>
                  </a:lnTo>
                  <a:lnTo>
                    <a:pt x="97036" y="317123"/>
                  </a:lnTo>
                  <a:lnTo>
                    <a:pt x="101870" y="319265"/>
                  </a:lnTo>
                  <a:lnTo>
                    <a:pt x="106770" y="321253"/>
                  </a:lnTo>
                  <a:lnTo>
                    <a:pt x="111730" y="323085"/>
                  </a:lnTo>
                  <a:lnTo>
                    <a:pt x="116746" y="324760"/>
                  </a:lnTo>
                  <a:lnTo>
                    <a:pt x="121812" y="326275"/>
                  </a:lnTo>
                  <a:lnTo>
                    <a:pt x="126923" y="327629"/>
                  </a:lnTo>
                  <a:lnTo>
                    <a:pt x="132075" y="328820"/>
                  </a:lnTo>
                  <a:lnTo>
                    <a:pt x="137262" y="329848"/>
                  </a:lnTo>
                  <a:lnTo>
                    <a:pt x="142478" y="330712"/>
                  </a:lnTo>
                  <a:lnTo>
                    <a:pt x="147720" y="331410"/>
                  </a:lnTo>
                  <a:lnTo>
                    <a:pt x="152981" y="331942"/>
                  </a:lnTo>
                  <a:lnTo>
                    <a:pt x="158256" y="332307"/>
                  </a:lnTo>
                  <a:lnTo>
                    <a:pt x="163540" y="332506"/>
                  </a:lnTo>
                  <a:lnTo>
                    <a:pt x="168827" y="332537"/>
                  </a:lnTo>
                  <a:lnTo>
                    <a:pt x="174113" y="332401"/>
                  </a:lnTo>
                  <a:lnTo>
                    <a:pt x="179392" y="332097"/>
                  </a:lnTo>
                  <a:lnTo>
                    <a:pt x="184659" y="331627"/>
                  </a:lnTo>
                  <a:lnTo>
                    <a:pt x="189908" y="330991"/>
                  </a:lnTo>
                  <a:lnTo>
                    <a:pt x="195135" y="330189"/>
                  </a:lnTo>
                  <a:lnTo>
                    <a:pt x="200333" y="329222"/>
                  </a:lnTo>
                  <a:lnTo>
                    <a:pt x="205499" y="328091"/>
                  </a:lnTo>
                  <a:lnTo>
                    <a:pt x="210626" y="326797"/>
                  </a:lnTo>
                  <a:lnTo>
                    <a:pt x="215709" y="325342"/>
                  </a:lnTo>
                  <a:lnTo>
                    <a:pt x="220744" y="323727"/>
                  </a:lnTo>
                  <a:lnTo>
                    <a:pt x="225725" y="321953"/>
                  </a:lnTo>
                  <a:lnTo>
                    <a:pt x="230648" y="320023"/>
                  </a:lnTo>
                  <a:lnTo>
                    <a:pt x="235507" y="317938"/>
                  </a:lnTo>
                  <a:lnTo>
                    <a:pt x="240298" y="315700"/>
                  </a:lnTo>
                  <a:lnTo>
                    <a:pt x="245016" y="313312"/>
                  </a:lnTo>
                  <a:lnTo>
                    <a:pt x="249656" y="310776"/>
                  </a:lnTo>
                  <a:lnTo>
                    <a:pt x="254213" y="308094"/>
                  </a:lnTo>
                  <a:lnTo>
                    <a:pt x="258683" y="305270"/>
                  </a:lnTo>
                  <a:lnTo>
                    <a:pt x="263062" y="302305"/>
                  </a:lnTo>
                  <a:lnTo>
                    <a:pt x="267344" y="299204"/>
                  </a:lnTo>
                  <a:lnTo>
                    <a:pt x="271527" y="295969"/>
                  </a:lnTo>
                  <a:lnTo>
                    <a:pt x="275605" y="292603"/>
                  </a:lnTo>
                  <a:lnTo>
                    <a:pt x="279574" y="289109"/>
                  </a:lnTo>
                  <a:lnTo>
                    <a:pt x="283431" y="285492"/>
                  </a:lnTo>
                  <a:lnTo>
                    <a:pt x="287172" y="281755"/>
                  </a:lnTo>
                  <a:lnTo>
                    <a:pt x="290793" y="277901"/>
                  </a:lnTo>
                  <a:lnTo>
                    <a:pt x="294290" y="273935"/>
                  </a:lnTo>
                  <a:lnTo>
                    <a:pt x="297659" y="269860"/>
                  </a:lnTo>
                  <a:lnTo>
                    <a:pt x="300899" y="265681"/>
                  </a:lnTo>
                  <a:lnTo>
                    <a:pt x="304004" y="261401"/>
                  </a:lnTo>
                  <a:lnTo>
                    <a:pt x="306973" y="257025"/>
                  </a:lnTo>
                  <a:lnTo>
                    <a:pt x="309801" y="252558"/>
                  </a:lnTo>
                  <a:lnTo>
                    <a:pt x="312487" y="248003"/>
                  </a:lnTo>
                  <a:lnTo>
                    <a:pt x="315028" y="243366"/>
                  </a:lnTo>
                  <a:lnTo>
                    <a:pt x="317420" y="238650"/>
                  </a:lnTo>
                  <a:lnTo>
                    <a:pt x="319662" y="233862"/>
                  </a:lnTo>
                  <a:lnTo>
                    <a:pt x="321752" y="229004"/>
                  </a:lnTo>
                  <a:lnTo>
                    <a:pt x="323687" y="224083"/>
                  </a:lnTo>
                  <a:lnTo>
                    <a:pt x="325466" y="219104"/>
                  </a:lnTo>
                  <a:lnTo>
                    <a:pt x="327086" y="214070"/>
                  </a:lnTo>
                  <a:lnTo>
                    <a:pt x="328546" y="208988"/>
                  </a:lnTo>
                  <a:lnTo>
                    <a:pt x="329844" y="203862"/>
                  </a:lnTo>
                  <a:lnTo>
                    <a:pt x="330980" y="198698"/>
                  </a:lnTo>
                  <a:lnTo>
                    <a:pt x="331952" y="193501"/>
                  </a:lnTo>
                  <a:lnTo>
                    <a:pt x="332759" y="188275"/>
                  </a:lnTo>
                  <a:lnTo>
                    <a:pt x="333400" y="183026"/>
                  </a:lnTo>
                  <a:lnTo>
                    <a:pt x="333875" y="177760"/>
                  </a:lnTo>
                  <a:lnTo>
                    <a:pt x="334183" y="172481"/>
                  </a:lnTo>
                  <a:lnTo>
                    <a:pt x="334324" y="167195"/>
                  </a:lnTo>
                  <a:lnTo>
                    <a:pt x="334298" y="161908"/>
                  </a:lnTo>
                  <a:lnTo>
                    <a:pt x="334105" y="156624"/>
                  </a:lnTo>
                  <a:lnTo>
                    <a:pt x="333745" y="151348"/>
                  </a:lnTo>
                  <a:lnTo>
                    <a:pt x="333218" y="146087"/>
                  </a:lnTo>
                  <a:lnTo>
                    <a:pt x="332524" y="140845"/>
                  </a:lnTo>
                  <a:lnTo>
                    <a:pt x="331666" y="135627"/>
                  </a:lnTo>
                  <a:lnTo>
                    <a:pt x="330642" y="130439"/>
                  </a:lnTo>
                  <a:lnTo>
                    <a:pt x="329456" y="125287"/>
                  </a:lnTo>
                  <a:lnTo>
                    <a:pt x="328107" y="120174"/>
                  </a:lnTo>
                  <a:lnTo>
                    <a:pt x="326596" y="115107"/>
                  </a:lnTo>
                  <a:lnTo>
                    <a:pt x="324927" y="110089"/>
                  </a:lnTo>
                  <a:lnTo>
                    <a:pt x="323099" y="105128"/>
                  </a:lnTo>
                  <a:lnTo>
                    <a:pt x="321116" y="100226"/>
                  </a:lnTo>
                  <a:lnTo>
                    <a:pt x="318978" y="95390"/>
                  </a:lnTo>
                  <a:lnTo>
                    <a:pt x="316689" y="90623"/>
                  </a:lnTo>
                  <a:lnTo>
                    <a:pt x="314249" y="85932"/>
                  </a:lnTo>
                  <a:lnTo>
                    <a:pt x="311663" y="81320"/>
                  </a:lnTo>
                  <a:lnTo>
                    <a:pt x="308932" y="76792"/>
                  </a:lnTo>
                  <a:lnTo>
                    <a:pt x="306060" y="72352"/>
                  </a:lnTo>
                  <a:lnTo>
                    <a:pt x="303048" y="68006"/>
                  </a:lnTo>
                  <a:lnTo>
                    <a:pt x="299901" y="63757"/>
                  </a:lnTo>
                  <a:lnTo>
                    <a:pt x="296620" y="59610"/>
                  </a:lnTo>
                  <a:lnTo>
                    <a:pt x="293210" y="55569"/>
                  </a:lnTo>
                  <a:lnTo>
                    <a:pt x="289674" y="51637"/>
                  </a:lnTo>
                  <a:lnTo>
                    <a:pt x="286016" y="47820"/>
                  </a:lnTo>
                  <a:lnTo>
                    <a:pt x="282238" y="44120"/>
                  </a:lnTo>
                  <a:lnTo>
                    <a:pt x="167167" y="1653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5980" y="3170392"/>
              <a:ext cx="115071" cy="167167"/>
            </a:xfrm>
            <a:custGeom>
              <a:avLst/>
              <a:pathLst>
                <a:path w="115071" h="167167">
                  <a:moveTo>
                    <a:pt x="115071" y="45909"/>
                  </a:moveTo>
                  <a:lnTo>
                    <a:pt x="111006" y="42177"/>
                  </a:lnTo>
                  <a:lnTo>
                    <a:pt x="106821" y="38582"/>
                  </a:lnTo>
                  <a:lnTo>
                    <a:pt x="102519" y="35126"/>
                  </a:lnTo>
                  <a:lnTo>
                    <a:pt x="98105" y="31815"/>
                  </a:lnTo>
                  <a:lnTo>
                    <a:pt x="93584" y="28650"/>
                  </a:lnTo>
                  <a:lnTo>
                    <a:pt x="88962" y="25637"/>
                  </a:lnTo>
                  <a:lnTo>
                    <a:pt x="84242" y="22778"/>
                  </a:lnTo>
                  <a:lnTo>
                    <a:pt x="79431" y="20077"/>
                  </a:lnTo>
                  <a:lnTo>
                    <a:pt x="74533" y="17535"/>
                  </a:lnTo>
                  <a:lnTo>
                    <a:pt x="69554" y="15157"/>
                  </a:lnTo>
                  <a:lnTo>
                    <a:pt x="64499" y="12944"/>
                  </a:lnTo>
                  <a:lnTo>
                    <a:pt x="59374" y="10899"/>
                  </a:lnTo>
                  <a:lnTo>
                    <a:pt x="54184" y="9025"/>
                  </a:lnTo>
                  <a:lnTo>
                    <a:pt x="48936" y="7323"/>
                  </a:lnTo>
                  <a:lnTo>
                    <a:pt x="43634" y="5795"/>
                  </a:lnTo>
                  <a:lnTo>
                    <a:pt x="38284" y="4442"/>
                  </a:lnTo>
                  <a:lnTo>
                    <a:pt x="32892" y="3268"/>
                  </a:lnTo>
                  <a:lnTo>
                    <a:pt x="27465" y="2271"/>
                  </a:lnTo>
                  <a:lnTo>
                    <a:pt x="22008" y="1455"/>
                  </a:lnTo>
                  <a:lnTo>
                    <a:pt x="16527" y="819"/>
                  </a:lnTo>
                  <a:lnTo>
                    <a:pt x="11028" y="364"/>
                  </a:lnTo>
                  <a:lnTo>
                    <a:pt x="5517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5104" y="3707720"/>
              <a:ext cx="5644" cy="167167"/>
            </a:xfrm>
            <a:custGeom>
              <a:avLst/>
              <a:pathLst>
                <a:path w="5644" h="167167">
                  <a:moveTo>
                    <a:pt x="5644" y="0"/>
                  </a:moveTo>
                  <a:lnTo>
                    <a:pt x="0" y="95"/>
                  </a:lnTo>
                  <a:lnTo>
                    <a:pt x="564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5104" y="3707816"/>
              <a:ext cx="5644" cy="167072"/>
            </a:xfrm>
            <a:custGeom>
              <a:avLst/>
              <a:pathLst>
                <a:path w="5644" h="167072">
                  <a:moveTo>
                    <a:pt x="0" y="0"/>
                  </a:moveTo>
                  <a:lnTo>
                    <a:pt x="5644" y="1670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5104" y="3707816"/>
              <a:ext cx="5644" cy="167072"/>
            </a:xfrm>
            <a:custGeom>
              <a:avLst/>
              <a:pathLst>
                <a:path w="5644" h="167072">
                  <a:moveTo>
                    <a:pt x="0" y="0"/>
                  </a:moveTo>
                  <a:lnTo>
                    <a:pt x="5644" y="1670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5104" y="3707816"/>
              <a:ext cx="5644" cy="167072"/>
            </a:xfrm>
            <a:custGeom>
              <a:avLst/>
              <a:pathLst>
                <a:path w="5644" h="167072">
                  <a:moveTo>
                    <a:pt x="0" y="0"/>
                  </a:moveTo>
                  <a:lnTo>
                    <a:pt x="5644" y="1670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5104" y="3707816"/>
              <a:ext cx="5644" cy="167072"/>
            </a:xfrm>
            <a:custGeom>
              <a:avLst/>
              <a:pathLst>
                <a:path w="5644" h="167072">
                  <a:moveTo>
                    <a:pt x="0" y="0"/>
                  </a:moveTo>
                  <a:lnTo>
                    <a:pt x="5644" y="1670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5104" y="3707816"/>
              <a:ext cx="5644" cy="167072"/>
            </a:xfrm>
            <a:custGeom>
              <a:avLst/>
              <a:pathLst>
                <a:path w="5644" h="167072">
                  <a:moveTo>
                    <a:pt x="0" y="0"/>
                  </a:moveTo>
                  <a:lnTo>
                    <a:pt x="5644" y="1670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5104" y="3707816"/>
              <a:ext cx="5644" cy="167072"/>
            </a:xfrm>
            <a:custGeom>
              <a:avLst/>
              <a:pathLst>
                <a:path w="5644" h="167072">
                  <a:moveTo>
                    <a:pt x="0" y="0"/>
                  </a:moveTo>
                  <a:lnTo>
                    <a:pt x="5644" y="167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5104" y="3707816"/>
              <a:ext cx="5644" cy="167072"/>
            </a:xfrm>
            <a:custGeom>
              <a:avLst/>
              <a:pathLst>
                <a:path w="5644" h="167072">
                  <a:moveTo>
                    <a:pt x="0" y="0"/>
                  </a:moveTo>
                  <a:lnTo>
                    <a:pt x="5644" y="167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5104" y="3707816"/>
              <a:ext cx="5644" cy="167072"/>
            </a:xfrm>
            <a:custGeom>
              <a:avLst/>
              <a:pathLst>
                <a:path w="5644" h="167072">
                  <a:moveTo>
                    <a:pt x="0" y="0"/>
                  </a:moveTo>
                  <a:lnTo>
                    <a:pt x="5644" y="167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5104" y="3707816"/>
              <a:ext cx="5644" cy="167072"/>
            </a:xfrm>
            <a:custGeom>
              <a:avLst/>
              <a:pathLst>
                <a:path w="5644" h="167072">
                  <a:moveTo>
                    <a:pt x="0" y="0"/>
                  </a:moveTo>
                  <a:lnTo>
                    <a:pt x="5644" y="167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85104" y="3707816"/>
              <a:ext cx="5644" cy="167072"/>
            </a:xfrm>
            <a:custGeom>
              <a:avLst/>
              <a:pathLst>
                <a:path w="5644" h="167072">
                  <a:moveTo>
                    <a:pt x="0" y="0"/>
                  </a:moveTo>
                  <a:lnTo>
                    <a:pt x="5644" y="1670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85104" y="3707816"/>
              <a:ext cx="5644" cy="167072"/>
            </a:xfrm>
            <a:custGeom>
              <a:avLst/>
              <a:pathLst>
                <a:path w="5644" h="167072">
                  <a:moveTo>
                    <a:pt x="0" y="0"/>
                  </a:moveTo>
                  <a:lnTo>
                    <a:pt x="5644" y="1670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423593" y="3707816"/>
              <a:ext cx="334315" cy="334237"/>
            </a:xfrm>
            <a:custGeom>
              <a:avLst/>
              <a:pathLst>
                <a:path w="334315" h="334237">
                  <a:moveTo>
                    <a:pt x="161510" y="0"/>
                  </a:moveTo>
                  <a:lnTo>
                    <a:pt x="156207" y="263"/>
                  </a:lnTo>
                  <a:lnTo>
                    <a:pt x="150914" y="695"/>
                  </a:lnTo>
                  <a:lnTo>
                    <a:pt x="145638" y="1295"/>
                  </a:lnTo>
                  <a:lnTo>
                    <a:pt x="140384" y="2062"/>
                  </a:lnTo>
                  <a:lnTo>
                    <a:pt x="135156" y="2995"/>
                  </a:lnTo>
                  <a:lnTo>
                    <a:pt x="129961" y="4094"/>
                  </a:lnTo>
                  <a:lnTo>
                    <a:pt x="124804" y="5358"/>
                  </a:lnTo>
                  <a:lnTo>
                    <a:pt x="119689" y="6784"/>
                  </a:lnTo>
                  <a:lnTo>
                    <a:pt x="114622" y="8373"/>
                  </a:lnTo>
                  <a:lnTo>
                    <a:pt x="109608" y="10121"/>
                  </a:lnTo>
                  <a:lnTo>
                    <a:pt x="104652" y="12028"/>
                  </a:lnTo>
                  <a:lnTo>
                    <a:pt x="99759" y="14092"/>
                  </a:lnTo>
                  <a:lnTo>
                    <a:pt x="94935" y="16309"/>
                  </a:lnTo>
                  <a:lnTo>
                    <a:pt x="90183" y="18679"/>
                  </a:lnTo>
                  <a:lnTo>
                    <a:pt x="85508" y="21199"/>
                  </a:lnTo>
                  <a:lnTo>
                    <a:pt x="80917" y="23866"/>
                  </a:lnTo>
                  <a:lnTo>
                    <a:pt x="76412" y="26677"/>
                  </a:lnTo>
                  <a:lnTo>
                    <a:pt x="71998" y="29630"/>
                  </a:lnTo>
                  <a:lnTo>
                    <a:pt x="67681" y="32721"/>
                  </a:lnTo>
                  <a:lnTo>
                    <a:pt x="63464" y="35948"/>
                  </a:lnTo>
                  <a:lnTo>
                    <a:pt x="59352" y="39308"/>
                  </a:lnTo>
                  <a:lnTo>
                    <a:pt x="55348" y="42796"/>
                  </a:lnTo>
                  <a:lnTo>
                    <a:pt x="51458" y="46410"/>
                  </a:lnTo>
                  <a:lnTo>
                    <a:pt x="47684" y="50146"/>
                  </a:lnTo>
                  <a:lnTo>
                    <a:pt x="44030" y="53999"/>
                  </a:lnTo>
                  <a:lnTo>
                    <a:pt x="40501" y="57967"/>
                  </a:lnTo>
                  <a:lnTo>
                    <a:pt x="37100" y="62044"/>
                  </a:lnTo>
                  <a:lnTo>
                    <a:pt x="33830" y="66228"/>
                  </a:lnTo>
                  <a:lnTo>
                    <a:pt x="30694" y="70513"/>
                  </a:lnTo>
                  <a:lnTo>
                    <a:pt x="27696" y="74896"/>
                  </a:lnTo>
                  <a:lnTo>
                    <a:pt x="24839" y="79372"/>
                  </a:lnTo>
                  <a:lnTo>
                    <a:pt x="22125" y="83936"/>
                  </a:lnTo>
                  <a:lnTo>
                    <a:pt x="19558" y="88585"/>
                  </a:lnTo>
                  <a:lnTo>
                    <a:pt x="17140" y="93312"/>
                  </a:lnTo>
                  <a:lnTo>
                    <a:pt x="14873" y="98114"/>
                  </a:lnTo>
                  <a:lnTo>
                    <a:pt x="12759" y="102985"/>
                  </a:lnTo>
                  <a:lnTo>
                    <a:pt x="10802" y="107921"/>
                  </a:lnTo>
                  <a:lnTo>
                    <a:pt x="9002" y="112917"/>
                  </a:lnTo>
                  <a:lnTo>
                    <a:pt x="7362" y="117967"/>
                  </a:lnTo>
                  <a:lnTo>
                    <a:pt x="5883" y="123067"/>
                  </a:lnTo>
                  <a:lnTo>
                    <a:pt x="4566" y="128212"/>
                  </a:lnTo>
                  <a:lnTo>
                    <a:pt x="3414" y="133395"/>
                  </a:lnTo>
                  <a:lnTo>
                    <a:pt x="2427" y="138613"/>
                  </a:lnTo>
                  <a:lnTo>
                    <a:pt x="1606" y="143859"/>
                  </a:lnTo>
                  <a:lnTo>
                    <a:pt x="953" y="149129"/>
                  </a:lnTo>
                  <a:lnTo>
                    <a:pt x="467" y="154417"/>
                  </a:lnTo>
                  <a:lnTo>
                    <a:pt x="149" y="159717"/>
                  </a:lnTo>
                  <a:lnTo>
                    <a:pt x="0" y="165025"/>
                  </a:lnTo>
                  <a:lnTo>
                    <a:pt x="19" y="170335"/>
                  </a:lnTo>
                  <a:lnTo>
                    <a:pt x="207" y="175642"/>
                  </a:lnTo>
                  <a:lnTo>
                    <a:pt x="563" y="180940"/>
                  </a:lnTo>
                  <a:lnTo>
                    <a:pt x="1088" y="186224"/>
                  </a:lnTo>
                  <a:lnTo>
                    <a:pt x="1780" y="191489"/>
                  </a:lnTo>
                  <a:lnTo>
                    <a:pt x="2639" y="196729"/>
                  </a:lnTo>
                  <a:lnTo>
                    <a:pt x="3664" y="201939"/>
                  </a:lnTo>
                  <a:lnTo>
                    <a:pt x="4854" y="207114"/>
                  </a:lnTo>
                  <a:lnTo>
                    <a:pt x="6207" y="212249"/>
                  </a:lnTo>
                  <a:lnTo>
                    <a:pt x="7723" y="217338"/>
                  </a:lnTo>
                  <a:lnTo>
                    <a:pt x="9400" y="222376"/>
                  </a:lnTo>
                  <a:lnTo>
                    <a:pt x="11236" y="227359"/>
                  </a:lnTo>
                  <a:lnTo>
                    <a:pt x="13230" y="232280"/>
                  </a:lnTo>
                  <a:lnTo>
                    <a:pt x="15379" y="237136"/>
                  </a:lnTo>
                  <a:lnTo>
                    <a:pt x="17680" y="241921"/>
                  </a:lnTo>
                  <a:lnTo>
                    <a:pt x="20133" y="246631"/>
                  </a:lnTo>
                  <a:lnTo>
                    <a:pt x="22734" y="251261"/>
                  </a:lnTo>
                  <a:lnTo>
                    <a:pt x="25481" y="255805"/>
                  </a:lnTo>
                  <a:lnTo>
                    <a:pt x="28371" y="260260"/>
                  </a:lnTo>
                  <a:lnTo>
                    <a:pt x="31401" y="264621"/>
                  </a:lnTo>
                  <a:lnTo>
                    <a:pt x="34567" y="268883"/>
                  </a:lnTo>
                  <a:lnTo>
                    <a:pt x="37868" y="273043"/>
                  </a:lnTo>
                  <a:lnTo>
                    <a:pt x="41299" y="277096"/>
                  </a:lnTo>
                  <a:lnTo>
                    <a:pt x="44857" y="281038"/>
                  </a:lnTo>
                  <a:lnTo>
                    <a:pt x="48538" y="284864"/>
                  </a:lnTo>
                  <a:lnTo>
                    <a:pt x="52339" y="288572"/>
                  </a:lnTo>
                  <a:lnTo>
                    <a:pt x="56256" y="292158"/>
                  </a:lnTo>
                  <a:lnTo>
                    <a:pt x="60285" y="295617"/>
                  </a:lnTo>
                  <a:lnTo>
                    <a:pt x="64421" y="298946"/>
                  </a:lnTo>
                  <a:lnTo>
                    <a:pt x="68662" y="302143"/>
                  </a:lnTo>
                  <a:lnTo>
                    <a:pt x="73001" y="305203"/>
                  </a:lnTo>
                  <a:lnTo>
                    <a:pt x="77436" y="308123"/>
                  </a:lnTo>
                  <a:lnTo>
                    <a:pt x="81961" y="310902"/>
                  </a:lnTo>
                  <a:lnTo>
                    <a:pt x="86572" y="313535"/>
                  </a:lnTo>
                  <a:lnTo>
                    <a:pt x="91265" y="316020"/>
                  </a:lnTo>
                  <a:lnTo>
                    <a:pt x="96034" y="318356"/>
                  </a:lnTo>
                  <a:lnTo>
                    <a:pt x="100875" y="320538"/>
                  </a:lnTo>
                  <a:lnTo>
                    <a:pt x="105782" y="322566"/>
                  </a:lnTo>
                  <a:lnTo>
                    <a:pt x="110752" y="324437"/>
                  </a:lnTo>
                  <a:lnTo>
                    <a:pt x="115779" y="326149"/>
                  </a:lnTo>
                  <a:lnTo>
                    <a:pt x="120857" y="327700"/>
                  </a:lnTo>
                  <a:lnTo>
                    <a:pt x="125982" y="329089"/>
                  </a:lnTo>
                  <a:lnTo>
                    <a:pt x="131149" y="330315"/>
                  </a:lnTo>
                  <a:lnTo>
                    <a:pt x="136352" y="331377"/>
                  </a:lnTo>
                  <a:lnTo>
                    <a:pt x="141586" y="332272"/>
                  </a:lnTo>
                  <a:lnTo>
                    <a:pt x="146845" y="333001"/>
                  </a:lnTo>
                  <a:lnTo>
                    <a:pt x="152126" y="333562"/>
                  </a:lnTo>
                  <a:lnTo>
                    <a:pt x="157421" y="333955"/>
                  </a:lnTo>
                  <a:lnTo>
                    <a:pt x="162727" y="334180"/>
                  </a:lnTo>
                  <a:lnTo>
                    <a:pt x="168036" y="334237"/>
                  </a:lnTo>
                  <a:lnTo>
                    <a:pt x="173345" y="334124"/>
                  </a:lnTo>
                  <a:lnTo>
                    <a:pt x="178648" y="333843"/>
                  </a:lnTo>
                  <a:lnTo>
                    <a:pt x="183939" y="333394"/>
                  </a:lnTo>
                  <a:lnTo>
                    <a:pt x="189213" y="332777"/>
                  </a:lnTo>
                  <a:lnTo>
                    <a:pt x="194465" y="331993"/>
                  </a:lnTo>
                  <a:lnTo>
                    <a:pt x="199689" y="331043"/>
                  </a:lnTo>
                  <a:lnTo>
                    <a:pt x="204881" y="329926"/>
                  </a:lnTo>
                  <a:lnTo>
                    <a:pt x="210034" y="328646"/>
                  </a:lnTo>
                  <a:lnTo>
                    <a:pt x="215144" y="327203"/>
                  </a:lnTo>
                  <a:lnTo>
                    <a:pt x="220206" y="325598"/>
                  </a:lnTo>
                  <a:lnTo>
                    <a:pt x="225214" y="323833"/>
                  </a:lnTo>
                  <a:lnTo>
                    <a:pt x="230164" y="321910"/>
                  </a:lnTo>
                  <a:lnTo>
                    <a:pt x="235050" y="319830"/>
                  </a:lnTo>
                  <a:lnTo>
                    <a:pt x="239867" y="317597"/>
                  </a:lnTo>
                  <a:lnTo>
                    <a:pt x="244611" y="315211"/>
                  </a:lnTo>
                  <a:lnTo>
                    <a:pt x="249277" y="312677"/>
                  </a:lnTo>
                  <a:lnTo>
                    <a:pt x="253860" y="309995"/>
                  </a:lnTo>
                  <a:lnTo>
                    <a:pt x="258356" y="307169"/>
                  </a:lnTo>
                  <a:lnTo>
                    <a:pt x="262760" y="304202"/>
                  </a:lnTo>
                  <a:lnTo>
                    <a:pt x="267067" y="301096"/>
                  </a:lnTo>
                  <a:lnTo>
                    <a:pt x="271273" y="297855"/>
                  </a:lnTo>
                  <a:lnTo>
                    <a:pt x="275374" y="294482"/>
                  </a:lnTo>
                  <a:lnTo>
                    <a:pt x="279366" y="290981"/>
                  </a:lnTo>
                  <a:lnTo>
                    <a:pt x="283245" y="287354"/>
                  </a:lnTo>
                  <a:lnTo>
                    <a:pt x="287007" y="283606"/>
                  </a:lnTo>
                  <a:lnTo>
                    <a:pt x="290648" y="279741"/>
                  </a:lnTo>
                  <a:lnTo>
                    <a:pt x="294164" y="275762"/>
                  </a:lnTo>
                  <a:lnTo>
                    <a:pt x="297552" y="271673"/>
                  </a:lnTo>
                  <a:lnTo>
                    <a:pt x="300808" y="267479"/>
                  </a:lnTo>
                  <a:lnTo>
                    <a:pt x="303930" y="263183"/>
                  </a:lnTo>
                  <a:lnTo>
                    <a:pt x="306914" y="258790"/>
                  </a:lnTo>
                  <a:lnTo>
                    <a:pt x="309756" y="254305"/>
                  </a:lnTo>
                  <a:lnTo>
                    <a:pt x="312455" y="249732"/>
                  </a:lnTo>
                  <a:lnTo>
                    <a:pt x="315007" y="245075"/>
                  </a:lnTo>
                  <a:lnTo>
                    <a:pt x="317410" y="240340"/>
                  </a:lnTo>
                  <a:lnTo>
                    <a:pt x="319661" y="235531"/>
                  </a:lnTo>
                  <a:lnTo>
                    <a:pt x="321758" y="230653"/>
                  </a:lnTo>
                  <a:lnTo>
                    <a:pt x="323700" y="225710"/>
                  </a:lnTo>
                  <a:lnTo>
                    <a:pt x="325483" y="220709"/>
                  </a:lnTo>
                  <a:lnTo>
                    <a:pt x="327107" y="215653"/>
                  </a:lnTo>
                  <a:lnTo>
                    <a:pt x="328569" y="210548"/>
                  </a:lnTo>
                  <a:lnTo>
                    <a:pt x="329869" y="205399"/>
                  </a:lnTo>
                  <a:lnTo>
                    <a:pt x="331004" y="200212"/>
                  </a:lnTo>
                  <a:lnTo>
                    <a:pt x="331974" y="194991"/>
                  </a:lnTo>
                  <a:lnTo>
                    <a:pt x="332777" y="189743"/>
                  </a:lnTo>
                  <a:lnTo>
                    <a:pt x="333414" y="184471"/>
                  </a:lnTo>
                  <a:lnTo>
                    <a:pt x="333883" y="179181"/>
                  </a:lnTo>
                  <a:lnTo>
                    <a:pt x="334183" y="173880"/>
                  </a:lnTo>
                  <a:lnTo>
                    <a:pt x="334315" y="168571"/>
                  </a:lnTo>
                  <a:lnTo>
                    <a:pt x="334278" y="163261"/>
                  </a:lnTo>
                  <a:lnTo>
                    <a:pt x="334073" y="157955"/>
                  </a:lnTo>
                  <a:lnTo>
                    <a:pt x="333699" y="152658"/>
                  </a:lnTo>
                  <a:lnTo>
                    <a:pt x="333158" y="147376"/>
                  </a:lnTo>
                  <a:lnTo>
                    <a:pt x="332448" y="142114"/>
                  </a:lnTo>
                  <a:lnTo>
                    <a:pt x="331572" y="136876"/>
                  </a:lnTo>
                  <a:lnTo>
                    <a:pt x="330530" y="131670"/>
                  </a:lnTo>
                  <a:lnTo>
                    <a:pt x="329323" y="126498"/>
                  </a:lnTo>
                  <a:lnTo>
                    <a:pt x="327953" y="121368"/>
                  </a:lnTo>
                  <a:lnTo>
                    <a:pt x="326420" y="116284"/>
                  </a:lnTo>
                  <a:lnTo>
                    <a:pt x="324727" y="111251"/>
                  </a:lnTo>
                  <a:lnTo>
                    <a:pt x="322874" y="106275"/>
                  </a:lnTo>
                  <a:lnTo>
                    <a:pt x="320865" y="101360"/>
                  </a:lnTo>
                  <a:lnTo>
                    <a:pt x="318700" y="96511"/>
                  </a:lnTo>
                  <a:lnTo>
                    <a:pt x="316383" y="91733"/>
                  </a:lnTo>
                  <a:lnTo>
                    <a:pt x="313915" y="87032"/>
                  </a:lnTo>
                  <a:lnTo>
                    <a:pt x="311298" y="82411"/>
                  </a:lnTo>
                  <a:lnTo>
                    <a:pt x="308537" y="77875"/>
                  </a:lnTo>
                  <a:lnTo>
                    <a:pt x="305632" y="73430"/>
                  </a:lnTo>
                  <a:lnTo>
                    <a:pt x="302588" y="69079"/>
                  </a:lnTo>
                  <a:lnTo>
                    <a:pt x="299408" y="64827"/>
                  </a:lnTo>
                  <a:lnTo>
                    <a:pt x="296094" y="60678"/>
                  </a:lnTo>
                  <a:lnTo>
                    <a:pt x="292649" y="56636"/>
                  </a:lnTo>
                  <a:lnTo>
                    <a:pt x="289079" y="52706"/>
                  </a:lnTo>
                  <a:lnTo>
                    <a:pt x="285385" y="48892"/>
                  </a:lnTo>
                  <a:lnTo>
                    <a:pt x="281572" y="45196"/>
                  </a:lnTo>
                  <a:lnTo>
                    <a:pt x="277643" y="41624"/>
                  </a:lnTo>
                  <a:lnTo>
                    <a:pt x="167154" y="1670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90748" y="3707720"/>
              <a:ext cx="110488" cy="167167"/>
            </a:xfrm>
            <a:custGeom>
              <a:avLst/>
              <a:pathLst>
                <a:path w="110488" h="167167">
                  <a:moveTo>
                    <a:pt x="110488" y="41719"/>
                  </a:moveTo>
                  <a:lnTo>
                    <a:pt x="106110" y="37995"/>
                  </a:lnTo>
                  <a:lnTo>
                    <a:pt x="101607" y="34423"/>
                  </a:lnTo>
                  <a:lnTo>
                    <a:pt x="96983" y="31009"/>
                  </a:lnTo>
                  <a:lnTo>
                    <a:pt x="92245" y="27755"/>
                  </a:lnTo>
                  <a:lnTo>
                    <a:pt x="87398" y="24666"/>
                  </a:lnTo>
                  <a:lnTo>
                    <a:pt x="82447" y="21746"/>
                  </a:lnTo>
                  <a:lnTo>
                    <a:pt x="77399" y="18997"/>
                  </a:lnTo>
                  <a:lnTo>
                    <a:pt x="72260" y="16424"/>
                  </a:lnTo>
                  <a:lnTo>
                    <a:pt x="67035" y="14029"/>
                  </a:lnTo>
                  <a:lnTo>
                    <a:pt x="61731" y="11815"/>
                  </a:lnTo>
                  <a:lnTo>
                    <a:pt x="56354" y="9785"/>
                  </a:lnTo>
                  <a:lnTo>
                    <a:pt x="50910" y="7940"/>
                  </a:lnTo>
                  <a:lnTo>
                    <a:pt x="45406" y="6284"/>
                  </a:lnTo>
                  <a:lnTo>
                    <a:pt x="39848" y="4818"/>
                  </a:lnTo>
                  <a:lnTo>
                    <a:pt x="34243" y="3544"/>
                  </a:lnTo>
                  <a:lnTo>
                    <a:pt x="28598" y="2464"/>
                  </a:lnTo>
                  <a:lnTo>
                    <a:pt x="22919" y="1578"/>
                  </a:lnTo>
                  <a:lnTo>
                    <a:pt x="17213" y="888"/>
                  </a:lnTo>
                  <a:lnTo>
                    <a:pt x="11486" y="395"/>
                  </a:lnTo>
                  <a:lnTo>
                    <a:pt x="5746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6874" y="4213821"/>
              <a:ext cx="4413" cy="167167"/>
            </a:xfrm>
            <a:custGeom>
              <a:avLst/>
              <a:pathLst>
                <a:path w="4413" h="167167">
                  <a:moveTo>
                    <a:pt x="4413" y="0"/>
                  </a:moveTo>
                  <a:lnTo>
                    <a:pt x="0" y="58"/>
                  </a:lnTo>
                  <a:lnTo>
                    <a:pt x="441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6874" y="4213879"/>
              <a:ext cx="4413" cy="167109"/>
            </a:xfrm>
            <a:custGeom>
              <a:avLst/>
              <a:pathLst>
                <a:path w="4413" h="167109">
                  <a:moveTo>
                    <a:pt x="0" y="0"/>
                  </a:moveTo>
                  <a:lnTo>
                    <a:pt x="4413" y="1671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6874" y="4213879"/>
              <a:ext cx="4413" cy="167109"/>
            </a:xfrm>
            <a:custGeom>
              <a:avLst/>
              <a:pathLst>
                <a:path w="4413" h="167109">
                  <a:moveTo>
                    <a:pt x="0" y="0"/>
                  </a:moveTo>
                  <a:lnTo>
                    <a:pt x="4413" y="1671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6874" y="4213879"/>
              <a:ext cx="4413" cy="167109"/>
            </a:xfrm>
            <a:custGeom>
              <a:avLst/>
              <a:pathLst>
                <a:path w="4413" h="167109">
                  <a:moveTo>
                    <a:pt x="0" y="0"/>
                  </a:moveTo>
                  <a:lnTo>
                    <a:pt x="4413" y="1671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6874" y="4213879"/>
              <a:ext cx="4413" cy="167109"/>
            </a:xfrm>
            <a:custGeom>
              <a:avLst/>
              <a:pathLst>
                <a:path w="4413" h="167109">
                  <a:moveTo>
                    <a:pt x="0" y="0"/>
                  </a:moveTo>
                  <a:lnTo>
                    <a:pt x="4413" y="1671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6874" y="4213879"/>
              <a:ext cx="4413" cy="167109"/>
            </a:xfrm>
            <a:custGeom>
              <a:avLst/>
              <a:pathLst>
                <a:path w="4413" h="167109">
                  <a:moveTo>
                    <a:pt x="0" y="0"/>
                  </a:moveTo>
                  <a:lnTo>
                    <a:pt x="4413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6874" y="4213879"/>
              <a:ext cx="4413" cy="167109"/>
            </a:xfrm>
            <a:custGeom>
              <a:avLst/>
              <a:pathLst>
                <a:path w="4413" h="167109">
                  <a:moveTo>
                    <a:pt x="0" y="0"/>
                  </a:moveTo>
                  <a:lnTo>
                    <a:pt x="4413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6874" y="4213879"/>
              <a:ext cx="4413" cy="167109"/>
            </a:xfrm>
            <a:custGeom>
              <a:avLst/>
              <a:pathLst>
                <a:path w="4413" h="167109">
                  <a:moveTo>
                    <a:pt x="0" y="0"/>
                  </a:moveTo>
                  <a:lnTo>
                    <a:pt x="4413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6874" y="4213879"/>
              <a:ext cx="4413" cy="167109"/>
            </a:xfrm>
            <a:custGeom>
              <a:avLst/>
              <a:pathLst>
                <a:path w="4413" h="167109">
                  <a:moveTo>
                    <a:pt x="0" y="0"/>
                  </a:moveTo>
                  <a:lnTo>
                    <a:pt x="4413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76874" y="4213879"/>
              <a:ext cx="4413" cy="167109"/>
            </a:xfrm>
            <a:custGeom>
              <a:avLst/>
              <a:pathLst>
                <a:path w="4413" h="167109">
                  <a:moveTo>
                    <a:pt x="0" y="0"/>
                  </a:moveTo>
                  <a:lnTo>
                    <a:pt x="4413" y="1671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76874" y="4213879"/>
              <a:ext cx="4413" cy="167109"/>
            </a:xfrm>
            <a:custGeom>
              <a:avLst/>
              <a:pathLst>
                <a:path w="4413" h="167109">
                  <a:moveTo>
                    <a:pt x="0" y="0"/>
                  </a:moveTo>
                  <a:lnTo>
                    <a:pt x="4413" y="1671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14120" y="4213879"/>
              <a:ext cx="167167" cy="271244"/>
            </a:xfrm>
            <a:custGeom>
              <a:avLst/>
              <a:pathLst>
                <a:path w="167167" h="271244">
                  <a:moveTo>
                    <a:pt x="162753" y="0"/>
                  </a:moveTo>
                  <a:lnTo>
                    <a:pt x="157388" y="228"/>
                  </a:lnTo>
                  <a:lnTo>
                    <a:pt x="152032" y="628"/>
                  </a:lnTo>
                  <a:lnTo>
                    <a:pt x="146692" y="1200"/>
                  </a:lnTo>
                  <a:lnTo>
                    <a:pt x="141373" y="1943"/>
                  </a:lnTo>
                  <a:lnTo>
                    <a:pt x="136080" y="2857"/>
                  </a:lnTo>
                  <a:lnTo>
                    <a:pt x="130820" y="3940"/>
                  </a:lnTo>
                  <a:lnTo>
                    <a:pt x="125597" y="5192"/>
                  </a:lnTo>
                  <a:lnTo>
                    <a:pt x="120418" y="6611"/>
                  </a:lnTo>
                  <a:lnTo>
                    <a:pt x="115286" y="8196"/>
                  </a:lnTo>
                  <a:lnTo>
                    <a:pt x="110208" y="9944"/>
                  </a:lnTo>
                  <a:lnTo>
                    <a:pt x="105189" y="11855"/>
                  </a:lnTo>
                  <a:lnTo>
                    <a:pt x="100233" y="13926"/>
                  </a:lnTo>
                  <a:lnTo>
                    <a:pt x="95347" y="16155"/>
                  </a:lnTo>
                  <a:lnTo>
                    <a:pt x="90535" y="18540"/>
                  </a:lnTo>
                  <a:lnTo>
                    <a:pt x="85802" y="21079"/>
                  </a:lnTo>
                  <a:lnTo>
                    <a:pt x="81153" y="23768"/>
                  </a:lnTo>
                  <a:lnTo>
                    <a:pt x="76593" y="26605"/>
                  </a:lnTo>
                  <a:lnTo>
                    <a:pt x="72126" y="29587"/>
                  </a:lnTo>
                  <a:lnTo>
                    <a:pt x="67758" y="32711"/>
                  </a:lnTo>
                  <a:lnTo>
                    <a:pt x="63492" y="35973"/>
                  </a:lnTo>
                  <a:lnTo>
                    <a:pt x="59333" y="39371"/>
                  </a:lnTo>
                  <a:lnTo>
                    <a:pt x="55285" y="42901"/>
                  </a:lnTo>
                  <a:lnTo>
                    <a:pt x="51353" y="46559"/>
                  </a:lnTo>
                  <a:lnTo>
                    <a:pt x="47540" y="50342"/>
                  </a:lnTo>
                  <a:lnTo>
                    <a:pt x="43851" y="54245"/>
                  </a:lnTo>
                  <a:lnTo>
                    <a:pt x="40289" y="58265"/>
                  </a:lnTo>
                  <a:lnTo>
                    <a:pt x="36858" y="62396"/>
                  </a:lnTo>
                  <a:lnTo>
                    <a:pt x="33562" y="66636"/>
                  </a:lnTo>
                  <a:lnTo>
                    <a:pt x="30403" y="70980"/>
                  </a:lnTo>
                  <a:lnTo>
                    <a:pt x="27386" y="75423"/>
                  </a:lnTo>
                  <a:lnTo>
                    <a:pt x="24513" y="79961"/>
                  </a:lnTo>
                  <a:lnTo>
                    <a:pt x="21787" y="84588"/>
                  </a:lnTo>
                  <a:lnTo>
                    <a:pt x="19211" y="89301"/>
                  </a:lnTo>
                  <a:lnTo>
                    <a:pt x="16788" y="94094"/>
                  </a:lnTo>
                  <a:lnTo>
                    <a:pt x="14520" y="98962"/>
                  </a:lnTo>
                  <a:lnTo>
                    <a:pt x="12410" y="103901"/>
                  </a:lnTo>
                  <a:lnTo>
                    <a:pt x="10459" y="108905"/>
                  </a:lnTo>
                  <a:lnTo>
                    <a:pt x="8670" y="113969"/>
                  </a:lnTo>
                  <a:lnTo>
                    <a:pt x="7045" y="119088"/>
                  </a:lnTo>
                  <a:lnTo>
                    <a:pt x="5585" y="124256"/>
                  </a:lnTo>
                  <a:lnTo>
                    <a:pt x="4292" y="129469"/>
                  </a:lnTo>
                  <a:lnTo>
                    <a:pt x="3167" y="134720"/>
                  </a:lnTo>
                  <a:lnTo>
                    <a:pt x="2211" y="140005"/>
                  </a:lnTo>
                  <a:lnTo>
                    <a:pt x="1425" y="145318"/>
                  </a:lnTo>
                  <a:lnTo>
                    <a:pt x="811" y="150653"/>
                  </a:lnTo>
                  <a:lnTo>
                    <a:pt x="368" y="156006"/>
                  </a:lnTo>
                  <a:lnTo>
                    <a:pt x="98" y="161370"/>
                  </a:lnTo>
                  <a:lnTo>
                    <a:pt x="0" y="166739"/>
                  </a:lnTo>
                  <a:lnTo>
                    <a:pt x="74" y="172110"/>
                  </a:lnTo>
                  <a:lnTo>
                    <a:pt x="321" y="177475"/>
                  </a:lnTo>
                  <a:lnTo>
                    <a:pt x="740" y="182829"/>
                  </a:lnTo>
                  <a:lnTo>
                    <a:pt x="1331" y="188167"/>
                  </a:lnTo>
                  <a:lnTo>
                    <a:pt x="2093" y="193483"/>
                  </a:lnTo>
                  <a:lnTo>
                    <a:pt x="3025" y="198772"/>
                  </a:lnTo>
                  <a:lnTo>
                    <a:pt x="4127" y="204029"/>
                  </a:lnTo>
                  <a:lnTo>
                    <a:pt x="5397" y="209247"/>
                  </a:lnTo>
                  <a:lnTo>
                    <a:pt x="6834" y="214422"/>
                  </a:lnTo>
                  <a:lnTo>
                    <a:pt x="8437" y="219548"/>
                  </a:lnTo>
                  <a:lnTo>
                    <a:pt x="10203" y="224620"/>
                  </a:lnTo>
                  <a:lnTo>
                    <a:pt x="12132" y="229632"/>
                  </a:lnTo>
                  <a:lnTo>
                    <a:pt x="14220" y="234580"/>
                  </a:lnTo>
                  <a:lnTo>
                    <a:pt x="16467" y="239458"/>
                  </a:lnTo>
                  <a:lnTo>
                    <a:pt x="18869" y="244262"/>
                  </a:lnTo>
                  <a:lnTo>
                    <a:pt x="21423" y="248986"/>
                  </a:lnTo>
                  <a:lnTo>
                    <a:pt x="24129" y="253626"/>
                  </a:lnTo>
                  <a:lnTo>
                    <a:pt x="26982" y="258176"/>
                  </a:lnTo>
                  <a:lnTo>
                    <a:pt x="29980" y="262632"/>
                  </a:lnTo>
                  <a:lnTo>
                    <a:pt x="33119" y="266990"/>
                  </a:lnTo>
                  <a:lnTo>
                    <a:pt x="36397" y="271244"/>
                  </a:lnTo>
                  <a:lnTo>
                    <a:pt x="167167" y="1671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50517" y="4213821"/>
              <a:ext cx="297925" cy="334330"/>
            </a:xfrm>
            <a:custGeom>
              <a:avLst/>
              <a:pathLst>
                <a:path w="297925" h="334330">
                  <a:moveTo>
                    <a:pt x="0" y="271302"/>
                  </a:moveTo>
                  <a:lnTo>
                    <a:pt x="3378" y="275409"/>
                  </a:lnTo>
                  <a:lnTo>
                    <a:pt x="6885" y="279406"/>
                  </a:lnTo>
                  <a:lnTo>
                    <a:pt x="10517" y="283289"/>
                  </a:lnTo>
                  <a:lnTo>
                    <a:pt x="14271" y="287055"/>
                  </a:lnTo>
                  <a:lnTo>
                    <a:pt x="18143" y="290699"/>
                  </a:lnTo>
                  <a:lnTo>
                    <a:pt x="22129" y="294219"/>
                  </a:lnTo>
                  <a:lnTo>
                    <a:pt x="26225" y="297610"/>
                  </a:lnTo>
                  <a:lnTo>
                    <a:pt x="30427" y="300869"/>
                  </a:lnTo>
                  <a:lnTo>
                    <a:pt x="34730" y="303993"/>
                  </a:lnTo>
                  <a:lnTo>
                    <a:pt x="39130" y="306978"/>
                  </a:lnTo>
                  <a:lnTo>
                    <a:pt x="43623" y="309822"/>
                  </a:lnTo>
                  <a:lnTo>
                    <a:pt x="48204" y="312521"/>
                  </a:lnTo>
                  <a:lnTo>
                    <a:pt x="52869" y="315074"/>
                  </a:lnTo>
                  <a:lnTo>
                    <a:pt x="57612" y="317477"/>
                  </a:lnTo>
                  <a:lnTo>
                    <a:pt x="62430" y="319727"/>
                  </a:lnTo>
                  <a:lnTo>
                    <a:pt x="67317" y="321824"/>
                  </a:lnTo>
                  <a:lnTo>
                    <a:pt x="72268" y="323764"/>
                  </a:lnTo>
                  <a:lnTo>
                    <a:pt x="77278" y="325545"/>
                  </a:lnTo>
                  <a:lnTo>
                    <a:pt x="82342" y="327166"/>
                  </a:lnTo>
                  <a:lnTo>
                    <a:pt x="87455" y="328625"/>
                  </a:lnTo>
                  <a:lnTo>
                    <a:pt x="92612" y="329921"/>
                  </a:lnTo>
                  <a:lnTo>
                    <a:pt x="97808" y="331053"/>
                  </a:lnTo>
                  <a:lnTo>
                    <a:pt x="103037" y="332018"/>
                  </a:lnTo>
                  <a:lnTo>
                    <a:pt x="108294" y="332817"/>
                  </a:lnTo>
                  <a:lnTo>
                    <a:pt x="113574" y="333448"/>
                  </a:lnTo>
                  <a:lnTo>
                    <a:pt x="118871" y="333910"/>
                  </a:lnTo>
                  <a:lnTo>
                    <a:pt x="124181" y="334204"/>
                  </a:lnTo>
                  <a:lnTo>
                    <a:pt x="129496" y="334330"/>
                  </a:lnTo>
                  <a:lnTo>
                    <a:pt x="134814" y="334285"/>
                  </a:lnTo>
                  <a:lnTo>
                    <a:pt x="140127" y="334072"/>
                  </a:lnTo>
                  <a:lnTo>
                    <a:pt x="145430" y="333690"/>
                  </a:lnTo>
                  <a:lnTo>
                    <a:pt x="150719" y="333140"/>
                  </a:lnTo>
                  <a:lnTo>
                    <a:pt x="155988" y="332421"/>
                  </a:lnTo>
                  <a:lnTo>
                    <a:pt x="161231" y="331536"/>
                  </a:lnTo>
                  <a:lnTo>
                    <a:pt x="166443" y="330484"/>
                  </a:lnTo>
                  <a:lnTo>
                    <a:pt x="171620" y="329266"/>
                  </a:lnTo>
                  <a:lnTo>
                    <a:pt x="176754" y="327885"/>
                  </a:lnTo>
                  <a:lnTo>
                    <a:pt x="181843" y="326341"/>
                  </a:lnTo>
                  <a:lnTo>
                    <a:pt x="186879" y="324636"/>
                  </a:lnTo>
                  <a:lnTo>
                    <a:pt x="191859" y="322772"/>
                  </a:lnTo>
                  <a:lnTo>
                    <a:pt x="196777" y="320750"/>
                  </a:lnTo>
                  <a:lnTo>
                    <a:pt x="201629" y="318573"/>
                  </a:lnTo>
                  <a:lnTo>
                    <a:pt x="206408" y="316243"/>
                  </a:lnTo>
                  <a:lnTo>
                    <a:pt x="211111" y="313762"/>
                  </a:lnTo>
                  <a:lnTo>
                    <a:pt x="215733" y="311133"/>
                  </a:lnTo>
                  <a:lnTo>
                    <a:pt x="220269" y="308357"/>
                  </a:lnTo>
                  <a:lnTo>
                    <a:pt x="224714" y="305440"/>
                  </a:lnTo>
                  <a:lnTo>
                    <a:pt x="229064" y="302382"/>
                  </a:lnTo>
                  <a:lnTo>
                    <a:pt x="233315" y="299187"/>
                  </a:lnTo>
                  <a:lnTo>
                    <a:pt x="237462" y="295859"/>
                  </a:lnTo>
                  <a:lnTo>
                    <a:pt x="241501" y="292400"/>
                  </a:lnTo>
                  <a:lnTo>
                    <a:pt x="245428" y="288815"/>
                  </a:lnTo>
                  <a:lnTo>
                    <a:pt x="249239" y="285107"/>
                  </a:lnTo>
                  <a:lnTo>
                    <a:pt x="252930" y="281279"/>
                  </a:lnTo>
                  <a:lnTo>
                    <a:pt x="256498" y="277336"/>
                  </a:lnTo>
                  <a:lnTo>
                    <a:pt x="259938" y="273282"/>
                  </a:lnTo>
                  <a:lnTo>
                    <a:pt x="263248" y="269120"/>
                  </a:lnTo>
                  <a:lnTo>
                    <a:pt x="266423" y="264855"/>
                  </a:lnTo>
                  <a:lnTo>
                    <a:pt x="269462" y="260491"/>
                  </a:lnTo>
                  <a:lnTo>
                    <a:pt x="272360" y="256033"/>
                  </a:lnTo>
                  <a:lnTo>
                    <a:pt x="275114" y="251485"/>
                  </a:lnTo>
                  <a:lnTo>
                    <a:pt x="277723" y="246851"/>
                  </a:lnTo>
                  <a:lnTo>
                    <a:pt x="280183" y="242137"/>
                  </a:lnTo>
                  <a:lnTo>
                    <a:pt x="282492" y="237347"/>
                  </a:lnTo>
                  <a:lnTo>
                    <a:pt x="284647" y="232486"/>
                  </a:lnTo>
                  <a:lnTo>
                    <a:pt x="286647" y="227559"/>
                  </a:lnTo>
                  <a:lnTo>
                    <a:pt x="288489" y="222571"/>
                  </a:lnTo>
                  <a:lnTo>
                    <a:pt x="290171" y="217526"/>
                  </a:lnTo>
                  <a:lnTo>
                    <a:pt x="291692" y="212431"/>
                  </a:lnTo>
                  <a:lnTo>
                    <a:pt x="293050" y="207290"/>
                  </a:lnTo>
                  <a:lnTo>
                    <a:pt x="294244" y="202108"/>
                  </a:lnTo>
                  <a:lnTo>
                    <a:pt x="295273" y="196891"/>
                  </a:lnTo>
                  <a:lnTo>
                    <a:pt x="296135" y="191644"/>
                  </a:lnTo>
                  <a:lnTo>
                    <a:pt x="296830" y="186373"/>
                  </a:lnTo>
                  <a:lnTo>
                    <a:pt x="297357" y="181081"/>
                  </a:lnTo>
                  <a:lnTo>
                    <a:pt x="297715" y="175776"/>
                  </a:lnTo>
                  <a:lnTo>
                    <a:pt x="297904" y="170462"/>
                  </a:lnTo>
                  <a:lnTo>
                    <a:pt x="297925" y="165145"/>
                  </a:lnTo>
                  <a:lnTo>
                    <a:pt x="297776" y="159829"/>
                  </a:lnTo>
                  <a:lnTo>
                    <a:pt x="297458" y="154521"/>
                  </a:lnTo>
                  <a:lnTo>
                    <a:pt x="296971" y="149226"/>
                  </a:lnTo>
                  <a:lnTo>
                    <a:pt x="296317" y="143949"/>
                  </a:lnTo>
                  <a:lnTo>
                    <a:pt x="295494" y="138696"/>
                  </a:lnTo>
                  <a:lnTo>
                    <a:pt x="294506" y="133471"/>
                  </a:lnTo>
                  <a:lnTo>
                    <a:pt x="293351" y="128281"/>
                  </a:lnTo>
                  <a:lnTo>
                    <a:pt x="292032" y="123130"/>
                  </a:lnTo>
                  <a:lnTo>
                    <a:pt x="290550" y="118023"/>
                  </a:lnTo>
                  <a:lnTo>
                    <a:pt x="288906" y="112966"/>
                  </a:lnTo>
                  <a:lnTo>
                    <a:pt x="287102" y="107964"/>
                  </a:lnTo>
                  <a:lnTo>
                    <a:pt x="285140" y="103022"/>
                  </a:lnTo>
                  <a:lnTo>
                    <a:pt x="283022" y="98144"/>
                  </a:lnTo>
                  <a:lnTo>
                    <a:pt x="280750" y="93337"/>
                  </a:lnTo>
                  <a:lnTo>
                    <a:pt x="278326" y="88604"/>
                  </a:lnTo>
                  <a:lnTo>
                    <a:pt x="275752" y="83951"/>
                  </a:lnTo>
                  <a:lnTo>
                    <a:pt x="273032" y="79382"/>
                  </a:lnTo>
                  <a:lnTo>
                    <a:pt x="270168" y="74902"/>
                  </a:lnTo>
                  <a:lnTo>
                    <a:pt x="267163" y="70515"/>
                  </a:lnTo>
                  <a:lnTo>
                    <a:pt x="264020" y="66226"/>
                  </a:lnTo>
                  <a:lnTo>
                    <a:pt x="260743" y="62039"/>
                  </a:lnTo>
                  <a:lnTo>
                    <a:pt x="257333" y="57958"/>
                  </a:lnTo>
                  <a:lnTo>
                    <a:pt x="253796" y="53988"/>
                  </a:lnTo>
                  <a:lnTo>
                    <a:pt x="250134" y="50132"/>
                  </a:lnTo>
                  <a:lnTo>
                    <a:pt x="246351" y="46395"/>
                  </a:lnTo>
                  <a:lnTo>
                    <a:pt x="242452" y="42780"/>
                  </a:lnTo>
                  <a:lnTo>
                    <a:pt x="238439" y="39291"/>
                  </a:lnTo>
                  <a:lnTo>
                    <a:pt x="234318" y="35932"/>
                  </a:lnTo>
                  <a:lnTo>
                    <a:pt x="230091" y="32705"/>
                  </a:lnTo>
                  <a:lnTo>
                    <a:pt x="225764" y="29614"/>
                  </a:lnTo>
                  <a:lnTo>
                    <a:pt x="221342" y="26662"/>
                  </a:lnTo>
                  <a:lnTo>
                    <a:pt x="216827" y="23852"/>
                  </a:lnTo>
                  <a:lnTo>
                    <a:pt x="212225" y="21188"/>
                  </a:lnTo>
                  <a:lnTo>
                    <a:pt x="207541" y="18671"/>
                  </a:lnTo>
                  <a:lnTo>
                    <a:pt x="202780" y="16304"/>
                  </a:lnTo>
                  <a:lnTo>
                    <a:pt x="197945" y="14091"/>
                  </a:lnTo>
                  <a:lnTo>
                    <a:pt x="193042" y="12031"/>
                  </a:lnTo>
                  <a:lnTo>
                    <a:pt x="188077" y="10129"/>
                  </a:lnTo>
                  <a:lnTo>
                    <a:pt x="183053" y="8386"/>
                  </a:lnTo>
                  <a:lnTo>
                    <a:pt x="177977" y="6804"/>
                  </a:lnTo>
                  <a:lnTo>
                    <a:pt x="172853" y="5383"/>
                  </a:lnTo>
                  <a:lnTo>
                    <a:pt x="167686" y="4127"/>
                  </a:lnTo>
                  <a:lnTo>
                    <a:pt x="162482" y="3035"/>
                  </a:lnTo>
                  <a:lnTo>
                    <a:pt x="157246" y="2109"/>
                  </a:lnTo>
                  <a:lnTo>
                    <a:pt x="151983" y="1351"/>
                  </a:lnTo>
                  <a:lnTo>
                    <a:pt x="146698" y="760"/>
                  </a:lnTo>
                  <a:lnTo>
                    <a:pt x="141397" y="338"/>
                  </a:lnTo>
                  <a:lnTo>
                    <a:pt x="136086" y="84"/>
                  </a:lnTo>
                  <a:lnTo>
                    <a:pt x="130769" y="0"/>
                  </a:lnTo>
                  <a:lnTo>
                    <a:pt x="13076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3240" y="4659281"/>
              <a:ext cx="3284" cy="167167"/>
            </a:xfrm>
            <a:custGeom>
              <a:avLst/>
              <a:pathLst>
                <a:path w="3284" h="167167">
                  <a:moveTo>
                    <a:pt x="3284" y="0"/>
                  </a:moveTo>
                  <a:lnTo>
                    <a:pt x="0" y="32"/>
                  </a:lnTo>
                  <a:lnTo>
                    <a:pt x="3284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3240" y="4659314"/>
              <a:ext cx="3284" cy="167135"/>
            </a:xfrm>
            <a:custGeom>
              <a:avLst/>
              <a:pathLst>
                <a:path w="3284" h="167135">
                  <a:moveTo>
                    <a:pt x="0" y="0"/>
                  </a:moveTo>
                  <a:lnTo>
                    <a:pt x="3284" y="1671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3240" y="4659314"/>
              <a:ext cx="3284" cy="167135"/>
            </a:xfrm>
            <a:custGeom>
              <a:avLst/>
              <a:pathLst>
                <a:path w="3284" h="167135">
                  <a:moveTo>
                    <a:pt x="0" y="0"/>
                  </a:moveTo>
                  <a:lnTo>
                    <a:pt x="3284" y="1671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3240" y="4659314"/>
              <a:ext cx="3284" cy="167135"/>
            </a:xfrm>
            <a:custGeom>
              <a:avLst/>
              <a:pathLst>
                <a:path w="3284" h="167135">
                  <a:moveTo>
                    <a:pt x="0" y="0"/>
                  </a:moveTo>
                  <a:lnTo>
                    <a:pt x="3284" y="1671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3240" y="4659314"/>
              <a:ext cx="3284" cy="167135"/>
            </a:xfrm>
            <a:custGeom>
              <a:avLst/>
              <a:pathLst>
                <a:path w="3284" h="167135">
                  <a:moveTo>
                    <a:pt x="0" y="0"/>
                  </a:moveTo>
                  <a:lnTo>
                    <a:pt x="3284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3240" y="4659314"/>
              <a:ext cx="3284" cy="167135"/>
            </a:xfrm>
            <a:custGeom>
              <a:avLst/>
              <a:pathLst>
                <a:path w="3284" h="167135">
                  <a:moveTo>
                    <a:pt x="0" y="0"/>
                  </a:moveTo>
                  <a:lnTo>
                    <a:pt x="3284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3240" y="4659314"/>
              <a:ext cx="3284" cy="167135"/>
            </a:xfrm>
            <a:custGeom>
              <a:avLst/>
              <a:pathLst>
                <a:path w="3284" h="167135">
                  <a:moveTo>
                    <a:pt x="0" y="0"/>
                  </a:moveTo>
                  <a:lnTo>
                    <a:pt x="3284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3240" y="4659314"/>
              <a:ext cx="3284" cy="167135"/>
            </a:xfrm>
            <a:custGeom>
              <a:avLst/>
              <a:pathLst>
                <a:path w="3284" h="167135">
                  <a:moveTo>
                    <a:pt x="0" y="0"/>
                  </a:moveTo>
                  <a:lnTo>
                    <a:pt x="3284" y="167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083240" y="4659314"/>
              <a:ext cx="3284" cy="167135"/>
            </a:xfrm>
            <a:custGeom>
              <a:avLst/>
              <a:pathLst>
                <a:path w="3284" h="167135">
                  <a:moveTo>
                    <a:pt x="0" y="0"/>
                  </a:moveTo>
                  <a:lnTo>
                    <a:pt x="3284" y="1671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083240" y="4659314"/>
              <a:ext cx="3284" cy="167135"/>
            </a:xfrm>
            <a:custGeom>
              <a:avLst/>
              <a:pathLst>
                <a:path w="3284" h="167135">
                  <a:moveTo>
                    <a:pt x="0" y="0"/>
                  </a:moveTo>
                  <a:lnTo>
                    <a:pt x="3284" y="1671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919667" y="4659314"/>
              <a:ext cx="166857" cy="167135"/>
            </a:xfrm>
            <a:custGeom>
              <a:avLst/>
              <a:pathLst>
                <a:path w="166857" h="167135">
                  <a:moveTo>
                    <a:pt x="163572" y="0"/>
                  </a:moveTo>
                  <a:lnTo>
                    <a:pt x="158160" y="194"/>
                  </a:lnTo>
                  <a:lnTo>
                    <a:pt x="152758" y="563"/>
                  </a:lnTo>
                  <a:lnTo>
                    <a:pt x="147370" y="1107"/>
                  </a:lnTo>
                  <a:lnTo>
                    <a:pt x="142002" y="1825"/>
                  </a:lnTo>
                  <a:lnTo>
                    <a:pt x="136661" y="2717"/>
                  </a:lnTo>
                  <a:lnTo>
                    <a:pt x="131351" y="3781"/>
                  </a:lnTo>
                  <a:lnTo>
                    <a:pt x="126079" y="5017"/>
                  </a:lnTo>
                  <a:lnTo>
                    <a:pt x="120849" y="6423"/>
                  </a:lnTo>
                  <a:lnTo>
                    <a:pt x="115668" y="7997"/>
                  </a:lnTo>
                  <a:lnTo>
                    <a:pt x="110540" y="9739"/>
                  </a:lnTo>
                  <a:lnTo>
                    <a:pt x="105472" y="11646"/>
                  </a:lnTo>
                  <a:lnTo>
                    <a:pt x="100468" y="13715"/>
                  </a:lnTo>
                  <a:lnTo>
                    <a:pt x="95533" y="15946"/>
                  </a:lnTo>
                  <a:lnTo>
                    <a:pt x="90674" y="18336"/>
                  </a:lnTo>
                  <a:lnTo>
                    <a:pt x="85894" y="20881"/>
                  </a:lnTo>
                  <a:lnTo>
                    <a:pt x="81199" y="23581"/>
                  </a:lnTo>
                  <a:lnTo>
                    <a:pt x="76595" y="26430"/>
                  </a:lnTo>
                  <a:lnTo>
                    <a:pt x="72085" y="29428"/>
                  </a:lnTo>
                  <a:lnTo>
                    <a:pt x="67674" y="32570"/>
                  </a:lnTo>
                  <a:lnTo>
                    <a:pt x="63367" y="35853"/>
                  </a:lnTo>
                  <a:lnTo>
                    <a:pt x="59169" y="39274"/>
                  </a:lnTo>
                  <a:lnTo>
                    <a:pt x="55085" y="42829"/>
                  </a:lnTo>
                  <a:lnTo>
                    <a:pt x="51117" y="46514"/>
                  </a:lnTo>
                  <a:lnTo>
                    <a:pt x="47271" y="50326"/>
                  </a:lnTo>
                  <a:lnTo>
                    <a:pt x="43550" y="54261"/>
                  </a:lnTo>
                  <a:lnTo>
                    <a:pt x="39959" y="58314"/>
                  </a:lnTo>
                  <a:lnTo>
                    <a:pt x="36501" y="62482"/>
                  </a:lnTo>
                  <a:lnTo>
                    <a:pt x="33179" y="66759"/>
                  </a:lnTo>
                  <a:lnTo>
                    <a:pt x="29998" y="71141"/>
                  </a:lnTo>
                  <a:lnTo>
                    <a:pt x="26961" y="75625"/>
                  </a:lnTo>
                  <a:lnTo>
                    <a:pt x="24070" y="80204"/>
                  </a:lnTo>
                  <a:lnTo>
                    <a:pt x="21329" y="84874"/>
                  </a:lnTo>
                  <a:lnTo>
                    <a:pt x="18741" y="89631"/>
                  </a:lnTo>
                  <a:lnTo>
                    <a:pt x="16309" y="94469"/>
                  </a:lnTo>
                  <a:lnTo>
                    <a:pt x="14034" y="99384"/>
                  </a:lnTo>
                  <a:lnTo>
                    <a:pt x="11920" y="104369"/>
                  </a:lnTo>
                  <a:lnTo>
                    <a:pt x="9968" y="109420"/>
                  </a:lnTo>
                  <a:lnTo>
                    <a:pt x="8181" y="114532"/>
                  </a:lnTo>
                  <a:lnTo>
                    <a:pt x="6560" y="119700"/>
                  </a:lnTo>
                  <a:lnTo>
                    <a:pt x="5108" y="124916"/>
                  </a:lnTo>
                  <a:lnTo>
                    <a:pt x="3826" y="130178"/>
                  </a:lnTo>
                  <a:lnTo>
                    <a:pt x="2714" y="135478"/>
                  </a:lnTo>
                  <a:lnTo>
                    <a:pt x="1775" y="140811"/>
                  </a:lnTo>
                  <a:lnTo>
                    <a:pt x="1009" y="146172"/>
                  </a:lnTo>
                  <a:lnTo>
                    <a:pt x="417" y="151554"/>
                  </a:lnTo>
                  <a:lnTo>
                    <a:pt x="0" y="156954"/>
                  </a:lnTo>
                  <a:lnTo>
                    <a:pt x="166857" y="1671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919358" y="4659281"/>
              <a:ext cx="334323" cy="334328"/>
            </a:xfrm>
            <a:custGeom>
              <a:avLst/>
              <a:pathLst>
                <a:path w="334323" h="334328">
                  <a:moveTo>
                    <a:pt x="309" y="156986"/>
                  </a:moveTo>
                  <a:lnTo>
                    <a:pt x="70" y="162300"/>
                  </a:lnTo>
                  <a:lnTo>
                    <a:pt x="0" y="167619"/>
                  </a:lnTo>
                  <a:lnTo>
                    <a:pt x="99" y="172937"/>
                  </a:lnTo>
                  <a:lnTo>
                    <a:pt x="367" y="178250"/>
                  </a:lnTo>
                  <a:lnTo>
                    <a:pt x="804" y="183551"/>
                  </a:lnTo>
                  <a:lnTo>
                    <a:pt x="1409" y="188836"/>
                  </a:lnTo>
                  <a:lnTo>
                    <a:pt x="2183" y="194099"/>
                  </a:lnTo>
                  <a:lnTo>
                    <a:pt x="3123" y="199335"/>
                  </a:lnTo>
                  <a:lnTo>
                    <a:pt x="4230" y="204538"/>
                  </a:lnTo>
                  <a:lnTo>
                    <a:pt x="5501" y="209703"/>
                  </a:lnTo>
                  <a:lnTo>
                    <a:pt x="6936" y="214825"/>
                  </a:lnTo>
                  <a:lnTo>
                    <a:pt x="8534" y="219899"/>
                  </a:lnTo>
                  <a:lnTo>
                    <a:pt x="10292" y="224920"/>
                  </a:lnTo>
                  <a:lnTo>
                    <a:pt x="12209" y="229882"/>
                  </a:lnTo>
                  <a:lnTo>
                    <a:pt x="14283" y="234780"/>
                  </a:lnTo>
                  <a:lnTo>
                    <a:pt x="16511" y="239610"/>
                  </a:lnTo>
                  <a:lnTo>
                    <a:pt x="18892" y="244367"/>
                  </a:lnTo>
                  <a:lnTo>
                    <a:pt x="21424" y="249045"/>
                  </a:lnTo>
                  <a:lnTo>
                    <a:pt x="24103" y="253641"/>
                  </a:lnTo>
                  <a:lnTo>
                    <a:pt x="26926" y="258149"/>
                  </a:lnTo>
                  <a:lnTo>
                    <a:pt x="29892" y="262565"/>
                  </a:lnTo>
                  <a:lnTo>
                    <a:pt x="32997" y="266884"/>
                  </a:lnTo>
                  <a:lnTo>
                    <a:pt x="36238" y="271103"/>
                  </a:lnTo>
                  <a:lnTo>
                    <a:pt x="39611" y="275216"/>
                  </a:lnTo>
                  <a:lnTo>
                    <a:pt x="43113" y="279219"/>
                  </a:lnTo>
                  <a:lnTo>
                    <a:pt x="46741" y="283110"/>
                  </a:lnTo>
                  <a:lnTo>
                    <a:pt x="50491" y="286883"/>
                  </a:lnTo>
                  <a:lnTo>
                    <a:pt x="54359" y="290534"/>
                  </a:lnTo>
                  <a:lnTo>
                    <a:pt x="58341" y="294061"/>
                  </a:lnTo>
                  <a:lnTo>
                    <a:pt x="62434" y="297459"/>
                  </a:lnTo>
                  <a:lnTo>
                    <a:pt x="66632" y="300725"/>
                  </a:lnTo>
                  <a:lnTo>
                    <a:pt x="70933" y="303856"/>
                  </a:lnTo>
                  <a:lnTo>
                    <a:pt x="75330" y="306849"/>
                  </a:lnTo>
                  <a:lnTo>
                    <a:pt x="79821" y="309700"/>
                  </a:lnTo>
                  <a:lnTo>
                    <a:pt x="84400" y="312407"/>
                  </a:lnTo>
                  <a:lnTo>
                    <a:pt x="89063" y="314967"/>
                  </a:lnTo>
                  <a:lnTo>
                    <a:pt x="93805" y="317377"/>
                  </a:lnTo>
                  <a:lnTo>
                    <a:pt x="98622" y="319635"/>
                  </a:lnTo>
                  <a:lnTo>
                    <a:pt x="103507" y="321739"/>
                  </a:lnTo>
                  <a:lnTo>
                    <a:pt x="108458" y="323686"/>
                  </a:lnTo>
                  <a:lnTo>
                    <a:pt x="113467" y="325475"/>
                  </a:lnTo>
                  <a:lnTo>
                    <a:pt x="118531" y="327103"/>
                  </a:lnTo>
                  <a:lnTo>
                    <a:pt x="123645" y="328570"/>
                  </a:lnTo>
                  <a:lnTo>
                    <a:pt x="128802" y="329873"/>
                  </a:lnTo>
                  <a:lnTo>
                    <a:pt x="133998" y="331011"/>
                  </a:lnTo>
                  <a:lnTo>
                    <a:pt x="139228" y="331983"/>
                  </a:lnTo>
                  <a:lnTo>
                    <a:pt x="144486" y="332789"/>
                  </a:lnTo>
                  <a:lnTo>
                    <a:pt x="149767" y="333426"/>
                  </a:lnTo>
                  <a:lnTo>
                    <a:pt x="155066" y="333896"/>
                  </a:lnTo>
                  <a:lnTo>
                    <a:pt x="160377" y="334196"/>
                  </a:lnTo>
                  <a:lnTo>
                    <a:pt x="165694" y="334328"/>
                  </a:lnTo>
                  <a:lnTo>
                    <a:pt x="171014" y="334290"/>
                  </a:lnTo>
                  <a:lnTo>
                    <a:pt x="176329" y="334083"/>
                  </a:lnTo>
                  <a:lnTo>
                    <a:pt x="181635" y="333707"/>
                  </a:lnTo>
                  <a:lnTo>
                    <a:pt x="186927" y="333162"/>
                  </a:lnTo>
                  <a:lnTo>
                    <a:pt x="192198" y="332450"/>
                  </a:lnTo>
                  <a:lnTo>
                    <a:pt x="197444" y="331570"/>
                  </a:lnTo>
                  <a:lnTo>
                    <a:pt x="202660" y="330523"/>
                  </a:lnTo>
                  <a:lnTo>
                    <a:pt x="207839" y="329311"/>
                  </a:lnTo>
                  <a:lnTo>
                    <a:pt x="212977" y="327935"/>
                  </a:lnTo>
                  <a:lnTo>
                    <a:pt x="218069" y="326396"/>
                  </a:lnTo>
                  <a:lnTo>
                    <a:pt x="223110" y="324696"/>
                  </a:lnTo>
                  <a:lnTo>
                    <a:pt x="228094" y="322836"/>
                  </a:lnTo>
                  <a:lnTo>
                    <a:pt x="233016" y="320819"/>
                  </a:lnTo>
                  <a:lnTo>
                    <a:pt x="237871" y="318646"/>
                  </a:lnTo>
                  <a:lnTo>
                    <a:pt x="242655" y="316319"/>
                  </a:lnTo>
                  <a:lnTo>
                    <a:pt x="247362" y="313842"/>
                  </a:lnTo>
                  <a:lnTo>
                    <a:pt x="251988" y="311216"/>
                  </a:lnTo>
                  <a:lnTo>
                    <a:pt x="256528" y="308445"/>
                  </a:lnTo>
                  <a:lnTo>
                    <a:pt x="260978" y="305530"/>
                  </a:lnTo>
                  <a:lnTo>
                    <a:pt x="265333" y="302475"/>
                  </a:lnTo>
                  <a:lnTo>
                    <a:pt x="269588" y="299283"/>
                  </a:lnTo>
                  <a:lnTo>
                    <a:pt x="273740" y="295957"/>
                  </a:lnTo>
                  <a:lnTo>
                    <a:pt x="277784" y="292501"/>
                  </a:lnTo>
                  <a:lnTo>
                    <a:pt x="281715" y="288919"/>
                  </a:lnTo>
                  <a:lnTo>
                    <a:pt x="285531" y="285212"/>
                  </a:lnTo>
                  <a:lnTo>
                    <a:pt x="289227" y="281387"/>
                  </a:lnTo>
                  <a:lnTo>
                    <a:pt x="292799" y="277445"/>
                  </a:lnTo>
                  <a:lnTo>
                    <a:pt x="296245" y="273392"/>
                  </a:lnTo>
                  <a:lnTo>
                    <a:pt x="299559" y="269231"/>
                  </a:lnTo>
                  <a:lnTo>
                    <a:pt x="302739" y="264967"/>
                  </a:lnTo>
                  <a:lnTo>
                    <a:pt x="305782" y="260604"/>
                  </a:lnTo>
                  <a:lnTo>
                    <a:pt x="308685" y="256147"/>
                  </a:lnTo>
                  <a:lnTo>
                    <a:pt x="311444" y="251599"/>
                  </a:lnTo>
                  <a:lnTo>
                    <a:pt x="314058" y="246966"/>
                  </a:lnTo>
                  <a:lnTo>
                    <a:pt x="316522" y="242252"/>
                  </a:lnTo>
                  <a:lnTo>
                    <a:pt x="318836" y="237462"/>
                  </a:lnTo>
                  <a:lnTo>
                    <a:pt x="320995" y="232601"/>
                  </a:lnTo>
                  <a:lnTo>
                    <a:pt x="322999" y="227673"/>
                  </a:lnTo>
                  <a:lnTo>
                    <a:pt x="324846" y="222684"/>
                  </a:lnTo>
                  <a:lnTo>
                    <a:pt x="326532" y="217639"/>
                  </a:lnTo>
                  <a:lnTo>
                    <a:pt x="328057" y="212543"/>
                  </a:lnTo>
                  <a:lnTo>
                    <a:pt x="329420" y="207401"/>
                  </a:lnTo>
                  <a:lnTo>
                    <a:pt x="330618" y="202218"/>
                  </a:lnTo>
                  <a:lnTo>
                    <a:pt x="331650" y="197000"/>
                  </a:lnTo>
                  <a:lnTo>
                    <a:pt x="332516" y="191752"/>
                  </a:lnTo>
                  <a:lnTo>
                    <a:pt x="333215" y="186478"/>
                  </a:lnTo>
                  <a:lnTo>
                    <a:pt x="333745" y="181185"/>
                  </a:lnTo>
                  <a:lnTo>
                    <a:pt x="334107" y="175878"/>
                  </a:lnTo>
                  <a:lnTo>
                    <a:pt x="334299" y="170562"/>
                  </a:lnTo>
                  <a:lnTo>
                    <a:pt x="334323" y="165243"/>
                  </a:lnTo>
                  <a:lnTo>
                    <a:pt x="334177" y="159926"/>
                  </a:lnTo>
                  <a:lnTo>
                    <a:pt x="333862" y="154616"/>
                  </a:lnTo>
                  <a:lnTo>
                    <a:pt x="333378" y="149318"/>
                  </a:lnTo>
                  <a:lnTo>
                    <a:pt x="332726" y="144039"/>
                  </a:lnTo>
                  <a:lnTo>
                    <a:pt x="331906" y="138783"/>
                  </a:lnTo>
                  <a:lnTo>
                    <a:pt x="330920" y="133556"/>
                  </a:lnTo>
                  <a:lnTo>
                    <a:pt x="329768" y="128363"/>
                  </a:lnTo>
                  <a:lnTo>
                    <a:pt x="328451" y="123209"/>
                  </a:lnTo>
                  <a:lnTo>
                    <a:pt x="326970" y="118100"/>
                  </a:lnTo>
                  <a:lnTo>
                    <a:pt x="325328" y="113040"/>
                  </a:lnTo>
                  <a:lnTo>
                    <a:pt x="323526" y="108035"/>
                  </a:lnTo>
                  <a:lnTo>
                    <a:pt x="321566" y="103090"/>
                  </a:lnTo>
                  <a:lnTo>
                    <a:pt x="319449" y="98210"/>
                  </a:lnTo>
                  <a:lnTo>
                    <a:pt x="317178" y="93400"/>
                  </a:lnTo>
                  <a:lnTo>
                    <a:pt x="314755" y="88665"/>
                  </a:lnTo>
                  <a:lnTo>
                    <a:pt x="312182" y="84008"/>
                  </a:lnTo>
                  <a:lnTo>
                    <a:pt x="309463" y="79437"/>
                  </a:lnTo>
                  <a:lnTo>
                    <a:pt x="306600" y="74954"/>
                  </a:lnTo>
                  <a:lnTo>
                    <a:pt x="303595" y="70564"/>
                  </a:lnTo>
                  <a:lnTo>
                    <a:pt x="300452" y="66272"/>
                  </a:lnTo>
                  <a:lnTo>
                    <a:pt x="297175" y="62082"/>
                  </a:lnTo>
                  <a:lnTo>
                    <a:pt x="293766" y="57999"/>
                  </a:lnTo>
                  <a:lnTo>
                    <a:pt x="290228" y="54027"/>
                  </a:lnTo>
                  <a:lnTo>
                    <a:pt x="286566" y="50168"/>
                  </a:lnTo>
                  <a:lnTo>
                    <a:pt x="282783" y="46429"/>
                  </a:lnTo>
                  <a:lnTo>
                    <a:pt x="278883" y="42811"/>
                  </a:lnTo>
                  <a:lnTo>
                    <a:pt x="274870" y="39320"/>
                  </a:lnTo>
                  <a:lnTo>
                    <a:pt x="270748" y="35958"/>
                  </a:lnTo>
                  <a:lnTo>
                    <a:pt x="266521" y="32728"/>
                  </a:lnTo>
                  <a:lnTo>
                    <a:pt x="262193" y="29635"/>
                  </a:lnTo>
                  <a:lnTo>
                    <a:pt x="257769" y="26682"/>
                  </a:lnTo>
                  <a:lnTo>
                    <a:pt x="253253" y="23870"/>
                  </a:lnTo>
                  <a:lnTo>
                    <a:pt x="248650" y="21204"/>
                  </a:lnTo>
                  <a:lnTo>
                    <a:pt x="243965" y="18685"/>
                  </a:lnTo>
                  <a:lnTo>
                    <a:pt x="239202" y="16317"/>
                  </a:lnTo>
                  <a:lnTo>
                    <a:pt x="234366" y="14101"/>
                  </a:lnTo>
                  <a:lnTo>
                    <a:pt x="229462" y="12040"/>
                  </a:lnTo>
                  <a:lnTo>
                    <a:pt x="224495" y="10137"/>
                  </a:lnTo>
                  <a:lnTo>
                    <a:pt x="219469" y="8392"/>
                  </a:lnTo>
                  <a:lnTo>
                    <a:pt x="214391" y="6809"/>
                  </a:lnTo>
                  <a:lnTo>
                    <a:pt x="209265" y="5387"/>
                  </a:lnTo>
                  <a:lnTo>
                    <a:pt x="204097" y="4130"/>
                  </a:lnTo>
                  <a:lnTo>
                    <a:pt x="198891" y="3037"/>
                  </a:lnTo>
                  <a:lnTo>
                    <a:pt x="193652" y="2111"/>
                  </a:lnTo>
                  <a:lnTo>
                    <a:pt x="188387" y="1352"/>
                  </a:lnTo>
                  <a:lnTo>
                    <a:pt x="183101" y="761"/>
                  </a:lnTo>
                  <a:lnTo>
                    <a:pt x="177798" y="338"/>
                  </a:lnTo>
                  <a:lnTo>
                    <a:pt x="172485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321571" y="5018213"/>
              <a:ext cx="334307" cy="334334"/>
            </a:xfrm>
            <a:custGeom>
              <a:avLst/>
              <a:pathLst>
                <a:path w="334307" h="334334">
                  <a:moveTo>
                    <a:pt x="167047" y="0"/>
                  </a:moveTo>
                  <a:lnTo>
                    <a:pt x="161749" y="87"/>
                  </a:lnTo>
                  <a:lnTo>
                    <a:pt x="156457" y="342"/>
                  </a:lnTo>
                  <a:lnTo>
                    <a:pt x="151176" y="764"/>
                  </a:lnTo>
                  <a:lnTo>
                    <a:pt x="145911" y="1354"/>
                  </a:lnTo>
                  <a:lnTo>
                    <a:pt x="140667" y="2110"/>
                  </a:lnTo>
                  <a:lnTo>
                    <a:pt x="135450" y="3033"/>
                  </a:lnTo>
                  <a:lnTo>
                    <a:pt x="130264" y="4120"/>
                  </a:lnTo>
                  <a:lnTo>
                    <a:pt x="125116" y="5370"/>
                  </a:lnTo>
                  <a:lnTo>
                    <a:pt x="120010" y="6784"/>
                  </a:lnTo>
                  <a:lnTo>
                    <a:pt x="114951" y="8358"/>
                  </a:lnTo>
                  <a:lnTo>
                    <a:pt x="109944" y="10092"/>
                  </a:lnTo>
                  <a:lnTo>
                    <a:pt x="104996" y="11984"/>
                  </a:lnTo>
                  <a:lnTo>
                    <a:pt x="100109" y="14031"/>
                  </a:lnTo>
                  <a:lnTo>
                    <a:pt x="95290" y="16232"/>
                  </a:lnTo>
                  <a:lnTo>
                    <a:pt x="90543" y="18585"/>
                  </a:lnTo>
                  <a:lnTo>
                    <a:pt x="85873" y="21088"/>
                  </a:lnTo>
                  <a:lnTo>
                    <a:pt x="81285" y="23737"/>
                  </a:lnTo>
                  <a:lnTo>
                    <a:pt x="76783" y="26530"/>
                  </a:lnTo>
                  <a:lnTo>
                    <a:pt x="72371" y="29464"/>
                  </a:lnTo>
                  <a:lnTo>
                    <a:pt x="68055" y="32537"/>
                  </a:lnTo>
                  <a:lnTo>
                    <a:pt x="63838" y="35745"/>
                  </a:lnTo>
                  <a:lnTo>
                    <a:pt x="59726" y="39084"/>
                  </a:lnTo>
                  <a:lnTo>
                    <a:pt x="55721" y="42553"/>
                  </a:lnTo>
                  <a:lnTo>
                    <a:pt x="51828" y="46147"/>
                  </a:lnTo>
                  <a:lnTo>
                    <a:pt x="48051" y="49862"/>
                  </a:lnTo>
                  <a:lnTo>
                    <a:pt x="44393" y="53695"/>
                  </a:lnTo>
                  <a:lnTo>
                    <a:pt x="40859" y="57642"/>
                  </a:lnTo>
                  <a:lnTo>
                    <a:pt x="37451" y="61699"/>
                  </a:lnTo>
                  <a:lnTo>
                    <a:pt x="34174" y="65862"/>
                  </a:lnTo>
                  <a:lnTo>
                    <a:pt x="31031" y="70127"/>
                  </a:lnTo>
                  <a:lnTo>
                    <a:pt x="28024" y="74489"/>
                  </a:lnTo>
                  <a:lnTo>
                    <a:pt x="25157" y="78945"/>
                  </a:lnTo>
                  <a:lnTo>
                    <a:pt x="22433" y="83489"/>
                  </a:lnTo>
                  <a:lnTo>
                    <a:pt x="19854" y="88117"/>
                  </a:lnTo>
                  <a:lnTo>
                    <a:pt x="17422" y="92824"/>
                  </a:lnTo>
                  <a:lnTo>
                    <a:pt x="15142" y="97606"/>
                  </a:lnTo>
                  <a:lnTo>
                    <a:pt x="13014" y="102458"/>
                  </a:lnTo>
                  <a:lnTo>
                    <a:pt x="11041" y="107375"/>
                  </a:lnTo>
                  <a:lnTo>
                    <a:pt x="9224" y="112352"/>
                  </a:lnTo>
                  <a:lnTo>
                    <a:pt x="7566" y="117384"/>
                  </a:lnTo>
                  <a:lnTo>
                    <a:pt x="6069" y="122466"/>
                  </a:lnTo>
                  <a:lnTo>
                    <a:pt x="4733" y="127593"/>
                  </a:lnTo>
                  <a:lnTo>
                    <a:pt x="3561" y="132760"/>
                  </a:lnTo>
                  <a:lnTo>
                    <a:pt x="2553" y="137962"/>
                  </a:lnTo>
                  <a:lnTo>
                    <a:pt x="1710" y="143192"/>
                  </a:lnTo>
                  <a:lnTo>
                    <a:pt x="1033" y="148447"/>
                  </a:lnTo>
                  <a:lnTo>
                    <a:pt x="523" y="153721"/>
                  </a:lnTo>
                  <a:lnTo>
                    <a:pt x="181" y="159008"/>
                  </a:lnTo>
                  <a:lnTo>
                    <a:pt x="6" y="164303"/>
                  </a:lnTo>
                  <a:lnTo>
                    <a:pt x="0" y="169601"/>
                  </a:lnTo>
                  <a:lnTo>
                    <a:pt x="161" y="174897"/>
                  </a:lnTo>
                  <a:lnTo>
                    <a:pt x="489" y="180185"/>
                  </a:lnTo>
                  <a:lnTo>
                    <a:pt x="986" y="185459"/>
                  </a:lnTo>
                  <a:lnTo>
                    <a:pt x="1649" y="190716"/>
                  </a:lnTo>
                  <a:lnTo>
                    <a:pt x="2478" y="195949"/>
                  </a:lnTo>
                  <a:lnTo>
                    <a:pt x="3473" y="201153"/>
                  </a:lnTo>
                  <a:lnTo>
                    <a:pt x="4632" y="206322"/>
                  </a:lnTo>
                  <a:lnTo>
                    <a:pt x="5955" y="211453"/>
                  </a:lnTo>
                  <a:lnTo>
                    <a:pt x="7439" y="216539"/>
                  </a:lnTo>
                  <a:lnTo>
                    <a:pt x="9084" y="221575"/>
                  </a:lnTo>
                  <a:lnTo>
                    <a:pt x="10887" y="226557"/>
                  </a:lnTo>
                  <a:lnTo>
                    <a:pt x="12848" y="231479"/>
                  </a:lnTo>
                  <a:lnTo>
                    <a:pt x="14963" y="236336"/>
                  </a:lnTo>
                  <a:lnTo>
                    <a:pt x="17232" y="241124"/>
                  </a:lnTo>
                  <a:lnTo>
                    <a:pt x="19651" y="245838"/>
                  </a:lnTo>
                  <a:lnTo>
                    <a:pt x="22218" y="250473"/>
                  </a:lnTo>
                  <a:lnTo>
                    <a:pt x="24930" y="255023"/>
                  </a:lnTo>
                  <a:lnTo>
                    <a:pt x="27786" y="259486"/>
                  </a:lnTo>
                  <a:lnTo>
                    <a:pt x="30782" y="263856"/>
                  </a:lnTo>
                  <a:lnTo>
                    <a:pt x="33914" y="268129"/>
                  </a:lnTo>
                  <a:lnTo>
                    <a:pt x="37180" y="272301"/>
                  </a:lnTo>
                  <a:lnTo>
                    <a:pt x="40577" y="276366"/>
                  </a:lnTo>
                  <a:lnTo>
                    <a:pt x="44101" y="280323"/>
                  </a:lnTo>
                  <a:lnTo>
                    <a:pt x="47749" y="284165"/>
                  </a:lnTo>
                  <a:lnTo>
                    <a:pt x="51517" y="287890"/>
                  </a:lnTo>
                  <a:lnTo>
                    <a:pt x="55400" y="291494"/>
                  </a:lnTo>
                  <a:lnTo>
                    <a:pt x="59396" y="294973"/>
                  </a:lnTo>
                  <a:lnTo>
                    <a:pt x="63501" y="298323"/>
                  </a:lnTo>
                  <a:lnTo>
                    <a:pt x="67709" y="301542"/>
                  </a:lnTo>
                  <a:lnTo>
                    <a:pt x="72017" y="304625"/>
                  </a:lnTo>
                  <a:lnTo>
                    <a:pt x="76421" y="307571"/>
                  </a:lnTo>
                  <a:lnTo>
                    <a:pt x="80916" y="310376"/>
                  </a:lnTo>
                  <a:lnTo>
                    <a:pt x="85497" y="313036"/>
                  </a:lnTo>
                  <a:lnTo>
                    <a:pt x="90161" y="315551"/>
                  </a:lnTo>
                  <a:lnTo>
                    <a:pt x="94902" y="317916"/>
                  </a:lnTo>
                  <a:lnTo>
                    <a:pt x="99715" y="320130"/>
                  </a:lnTo>
                  <a:lnTo>
                    <a:pt x="104597" y="322190"/>
                  </a:lnTo>
                  <a:lnTo>
                    <a:pt x="109541" y="324094"/>
                  </a:lnTo>
                  <a:lnTo>
                    <a:pt x="114542" y="325841"/>
                  </a:lnTo>
                  <a:lnTo>
                    <a:pt x="119597" y="327428"/>
                  </a:lnTo>
                  <a:lnTo>
                    <a:pt x="124700" y="328855"/>
                  </a:lnTo>
                  <a:lnTo>
                    <a:pt x="129845" y="330119"/>
                  </a:lnTo>
                  <a:lnTo>
                    <a:pt x="135027" y="331219"/>
                  </a:lnTo>
                  <a:lnTo>
                    <a:pt x="140242" y="332155"/>
                  </a:lnTo>
                  <a:lnTo>
                    <a:pt x="145484" y="332925"/>
                  </a:lnTo>
                  <a:lnTo>
                    <a:pt x="150748" y="333528"/>
                  </a:lnTo>
                  <a:lnTo>
                    <a:pt x="156028" y="333964"/>
                  </a:lnTo>
                  <a:lnTo>
                    <a:pt x="161319" y="334233"/>
                  </a:lnTo>
                  <a:lnTo>
                    <a:pt x="166616" y="334334"/>
                  </a:lnTo>
                  <a:lnTo>
                    <a:pt x="171914" y="334266"/>
                  </a:lnTo>
                  <a:lnTo>
                    <a:pt x="177207" y="334032"/>
                  </a:lnTo>
                  <a:lnTo>
                    <a:pt x="182490" y="333629"/>
                  </a:lnTo>
                  <a:lnTo>
                    <a:pt x="187757" y="333059"/>
                  </a:lnTo>
                  <a:lnTo>
                    <a:pt x="193004" y="332323"/>
                  </a:lnTo>
                  <a:lnTo>
                    <a:pt x="198225" y="331421"/>
                  </a:lnTo>
                  <a:lnTo>
                    <a:pt x="203414" y="330353"/>
                  </a:lnTo>
                  <a:lnTo>
                    <a:pt x="208567" y="329122"/>
                  </a:lnTo>
                  <a:lnTo>
                    <a:pt x="213679" y="327728"/>
                  </a:lnTo>
                  <a:lnTo>
                    <a:pt x="218744" y="326173"/>
                  </a:lnTo>
                  <a:lnTo>
                    <a:pt x="223757" y="324458"/>
                  </a:lnTo>
                  <a:lnTo>
                    <a:pt x="228713" y="322585"/>
                  </a:lnTo>
                  <a:lnTo>
                    <a:pt x="233607" y="320556"/>
                  </a:lnTo>
                  <a:lnTo>
                    <a:pt x="238434" y="318373"/>
                  </a:lnTo>
                  <a:lnTo>
                    <a:pt x="243190" y="316038"/>
                  </a:lnTo>
                  <a:lnTo>
                    <a:pt x="247870" y="313554"/>
                  </a:lnTo>
                  <a:lnTo>
                    <a:pt x="252468" y="310922"/>
                  </a:lnTo>
                  <a:lnTo>
                    <a:pt x="256981" y="308147"/>
                  </a:lnTo>
                  <a:lnTo>
                    <a:pt x="261403" y="305229"/>
                  </a:lnTo>
                  <a:lnTo>
                    <a:pt x="265731" y="302173"/>
                  </a:lnTo>
                  <a:lnTo>
                    <a:pt x="269960" y="298981"/>
                  </a:lnTo>
                  <a:lnTo>
                    <a:pt x="274085" y="295657"/>
                  </a:lnTo>
                  <a:lnTo>
                    <a:pt x="278103" y="292203"/>
                  </a:lnTo>
                  <a:lnTo>
                    <a:pt x="282010" y="288625"/>
                  </a:lnTo>
                  <a:lnTo>
                    <a:pt x="285801" y="284924"/>
                  </a:lnTo>
                  <a:lnTo>
                    <a:pt x="289473" y="281105"/>
                  </a:lnTo>
                  <a:lnTo>
                    <a:pt x="293022" y="277171"/>
                  </a:lnTo>
                  <a:lnTo>
                    <a:pt x="296445" y="273127"/>
                  </a:lnTo>
                  <a:lnTo>
                    <a:pt x="299738" y="268976"/>
                  </a:lnTo>
                  <a:lnTo>
                    <a:pt x="302898" y="264723"/>
                  </a:lnTo>
                  <a:lnTo>
                    <a:pt x="305921" y="260373"/>
                  </a:lnTo>
                  <a:lnTo>
                    <a:pt x="308805" y="255928"/>
                  </a:lnTo>
                  <a:lnTo>
                    <a:pt x="311547" y="251395"/>
                  </a:lnTo>
                  <a:lnTo>
                    <a:pt x="314143" y="246776"/>
                  </a:lnTo>
                  <a:lnTo>
                    <a:pt x="316592" y="242078"/>
                  </a:lnTo>
                  <a:lnTo>
                    <a:pt x="318891" y="237305"/>
                  </a:lnTo>
                  <a:lnTo>
                    <a:pt x="321038" y="232461"/>
                  </a:lnTo>
                  <a:lnTo>
                    <a:pt x="323029" y="227552"/>
                  </a:lnTo>
                  <a:lnTo>
                    <a:pt x="324865" y="222581"/>
                  </a:lnTo>
                  <a:lnTo>
                    <a:pt x="326542" y="217556"/>
                  </a:lnTo>
                  <a:lnTo>
                    <a:pt x="328058" y="212479"/>
                  </a:lnTo>
                  <a:lnTo>
                    <a:pt x="329413" y="207357"/>
                  </a:lnTo>
                  <a:lnTo>
                    <a:pt x="330606" y="202195"/>
                  </a:lnTo>
                  <a:lnTo>
                    <a:pt x="331634" y="196998"/>
                  </a:lnTo>
                  <a:lnTo>
                    <a:pt x="332496" y="191770"/>
                  </a:lnTo>
                  <a:lnTo>
                    <a:pt x="333193" y="186518"/>
                  </a:lnTo>
                  <a:lnTo>
                    <a:pt x="333723" y="181247"/>
                  </a:lnTo>
                  <a:lnTo>
                    <a:pt x="334085" y="175961"/>
                  </a:lnTo>
                  <a:lnTo>
                    <a:pt x="334280" y="170666"/>
                  </a:lnTo>
                  <a:lnTo>
                    <a:pt x="334307" y="165368"/>
                  </a:lnTo>
                  <a:lnTo>
                    <a:pt x="334166" y="160072"/>
                  </a:lnTo>
                  <a:lnTo>
                    <a:pt x="333857" y="154783"/>
                  </a:lnTo>
                  <a:lnTo>
                    <a:pt x="333381" y="149506"/>
                  </a:lnTo>
                  <a:lnTo>
                    <a:pt x="332738" y="144247"/>
                  </a:lnTo>
                  <a:lnTo>
                    <a:pt x="331929" y="139011"/>
                  </a:lnTo>
                  <a:lnTo>
                    <a:pt x="330954" y="133804"/>
                  </a:lnTo>
                  <a:lnTo>
                    <a:pt x="329814" y="128630"/>
                  </a:lnTo>
                  <a:lnTo>
                    <a:pt x="328511" y="123494"/>
                  </a:lnTo>
                  <a:lnTo>
                    <a:pt x="327046" y="118403"/>
                  </a:lnTo>
                  <a:lnTo>
                    <a:pt x="325420" y="113360"/>
                  </a:lnTo>
                  <a:lnTo>
                    <a:pt x="323636" y="108371"/>
                  </a:lnTo>
                  <a:lnTo>
                    <a:pt x="321694" y="103442"/>
                  </a:lnTo>
                  <a:lnTo>
                    <a:pt x="319597" y="98577"/>
                  </a:lnTo>
                  <a:lnTo>
                    <a:pt x="317347" y="93780"/>
                  </a:lnTo>
                  <a:lnTo>
                    <a:pt x="314946" y="89057"/>
                  </a:lnTo>
                  <a:lnTo>
                    <a:pt x="312396" y="84413"/>
                  </a:lnTo>
                  <a:lnTo>
                    <a:pt x="309701" y="79852"/>
                  </a:lnTo>
                  <a:lnTo>
                    <a:pt x="306862" y="75378"/>
                  </a:lnTo>
                  <a:lnTo>
                    <a:pt x="303883" y="70997"/>
                  </a:lnTo>
                  <a:lnTo>
                    <a:pt x="300767" y="66712"/>
                  </a:lnTo>
                  <a:lnTo>
                    <a:pt x="297517" y="62528"/>
                  </a:lnTo>
                  <a:lnTo>
                    <a:pt x="294135" y="58449"/>
                  </a:lnTo>
                  <a:lnTo>
                    <a:pt x="290626" y="54480"/>
                  </a:lnTo>
                  <a:lnTo>
                    <a:pt x="286993" y="50623"/>
                  </a:lnTo>
                  <a:lnTo>
                    <a:pt x="283240" y="46884"/>
                  </a:lnTo>
                  <a:lnTo>
                    <a:pt x="279370" y="43266"/>
                  </a:lnTo>
                  <a:lnTo>
                    <a:pt x="275387" y="39772"/>
                  </a:lnTo>
                  <a:lnTo>
                    <a:pt x="271296" y="36406"/>
                  </a:lnTo>
                  <a:lnTo>
                    <a:pt x="267100" y="33171"/>
                  </a:lnTo>
                  <a:lnTo>
                    <a:pt x="262803" y="30071"/>
                  </a:lnTo>
                  <a:lnTo>
                    <a:pt x="258410" y="27109"/>
                  </a:lnTo>
                  <a:lnTo>
                    <a:pt x="253926" y="24287"/>
                  </a:lnTo>
                  <a:lnTo>
                    <a:pt x="249355" y="21609"/>
                  </a:lnTo>
                  <a:lnTo>
                    <a:pt x="244701" y="19077"/>
                  </a:lnTo>
                  <a:lnTo>
                    <a:pt x="239969" y="16694"/>
                  </a:lnTo>
                  <a:lnTo>
                    <a:pt x="235164" y="14462"/>
                  </a:lnTo>
                  <a:lnTo>
                    <a:pt x="230291" y="12383"/>
                  </a:lnTo>
                  <a:lnTo>
                    <a:pt x="225354" y="10460"/>
                  </a:lnTo>
                  <a:lnTo>
                    <a:pt x="220359" y="8694"/>
                  </a:lnTo>
                  <a:lnTo>
                    <a:pt x="215310" y="7087"/>
                  </a:lnTo>
                  <a:lnTo>
                    <a:pt x="210213" y="5641"/>
                  </a:lnTo>
                  <a:lnTo>
                    <a:pt x="205073" y="4358"/>
                  </a:lnTo>
                  <a:lnTo>
                    <a:pt x="199894" y="3238"/>
                  </a:lnTo>
                  <a:lnTo>
                    <a:pt x="194683" y="2283"/>
                  </a:lnTo>
                  <a:lnTo>
                    <a:pt x="189444" y="1493"/>
                  </a:lnTo>
                  <a:lnTo>
                    <a:pt x="184183" y="870"/>
                  </a:lnTo>
                  <a:lnTo>
                    <a:pt x="178904" y="413"/>
                  </a:lnTo>
                  <a:lnTo>
                    <a:pt x="173614" y="125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488720" y="5018213"/>
              <a:ext cx="6464" cy="167167"/>
            </a:xfrm>
            <a:custGeom>
              <a:avLst/>
              <a:pathLst>
                <a:path w="6464" h="167167">
                  <a:moveTo>
                    <a:pt x="6464" y="1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797339" y="5269756"/>
              <a:ext cx="167162" cy="167167"/>
            </a:xfrm>
            <a:custGeom>
              <a:avLst/>
              <a:pathLst>
                <a:path w="167162" h="167167">
                  <a:moveTo>
                    <a:pt x="167162" y="0"/>
                  </a:moveTo>
                  <a:lnTo>
                    <a:pt x="161720" y="88"/>
                  </a:lnTo>
                  <a:lnTo>
                    <a:pt x="156283" y="354"/>
                  </a:lnTo>
                  <a:lnTo>
                    <a:pt x="150858" y="796"/>
                  </a:lnTo>
                  <a:lnTo>
                    <a:pt x="145450" y="1415"/>
                  </a:lnTo>
                  <a:lnTo>
                    <a:pt x="140066" y="2210"/>
                  </a:lnTo>
                  <a:lnTo>
                    <a:pt x="134710" y="3180"/>
                  </a:lnTo>
                  <a:lnTo>
                    <a:pt x="129388" y="4323"/>
                  </a:lnTo>
                  <a:lnTo>
                    <a:pt x="124106" y="5639"/>
                  </a:lnTo>
                  <a:lnTo>
                    <a:pt x="118871" y="7127"/>
                  </a:lnTo>
                  <a:lnTo>
                    <a:pt x="113686" y="8784"/>
                  </a:lnTo>
                  <a:lnTo>
                    <a:pt x="108558" y="10609"/>
                  </a:lnTo>
                  <a:lnTo>
                    <a:pt x="103492" y="12599"/>
                  </a:lnTo>
                  <a:lnTo>
                    <a:pt x="98494" y="14754"/>
                  </a:lnTo>
                  <a:lnTo>
                    <a:pt x="93568" y="17071"/>
                  </a:lnTo>
                  <a:lnTo>
                    <a:pt x="88721" y="19546"/>
                  </a:lnTo>
                  <a:lnTo>
                    <a:pt x="83956" y="22178"/>
                  </a:lnTo>
                  <a:lnTo>
                    <a:pt x="79280" y="24964"/>
                  </a:lnTo>
                  <a:lnTo>
                    <a:pt x="74697" y="27900"/>
                  </a:lnTo>
                  <a:lnTo>
                    <a:pt x="70212" y="30984"/>
                  </a:lnTo>
                  <a:lnTo>
                    <a:pt x="65830" y="34213"/>
                  </a:lnTo>
                  <a:lnTo>
                    <a:pt x="61555" y="37582"/>
                  </a:lnTo>
                  <a:lnTo>
                    <a:pt x="57392" y="41089"/>
                  </a:lnTo>
                  <a:lnTo>
                    <a:pt x="53346" y="44730"/>
                  </a:lnTo>
                  <a:lnTo>
                    <a:pt x="49420" y="48500"/>
                  </a:lnTo>
                  <a:lnTo>
                    <a:pt x="45619" y="52396"/>
                  </a:lnTo>
                  <a:lnTo>
                    <a:pt x="41947" y="56414"/>
                  </a:lnTo>
                  <a:lnTo>
                    <a:pt x="38408" y="60549"/>
                  </a:lnTo>
                  <a:lnTo>
                    <a:pt x="35005" y="64797"/>
                  </a:lnTo>
                  <a:lnTo>
                    <a:pt x="31742" y="69154"/>
                  </a:lnTo>
                  <a:lnTo>
                    <a:pt x="28623" y="73615"/>
                  </a:lnTo>
                  <a:lnTo>
                    <a:pt x="25651" y="78175"/>
                  </a:lnTo>
                  <a:lnTo>
                    <a:pt x="22829" y="82829"/>
                  </a:lnTo>
                  <a:lnTo>
                    <a:pt x="20160" y="87572"/>
                  </a:lnTo>
                  <a:lnTo>
                    <a:pt x="17646" y="92400"/>
                  </a:lnTo>
                  <a:lnTo>
                    <a:pt x="15291" y="97308"/>
                  </a:lnTo>
                  <a:lnTo>
                    <a:pt x="13098" y="102289"/>
                  </a:lnTo>
                  <a:lnTo>
                    <a:pt x="11067" y="107339"/>
                  </a:lnTo>
                  <a:lnTo>
                    <a:pt x="9202" y="112453"/>
                  </a:lnTo>
                  <a:lnTo>
                    <a:pt x="7504" y="117624"/>
                  </a:lnTo>
                  <a:lnTo>
                    <a:pt x="5976" y="122848"/>
                  </a:lnTo>
                  <a:lnTo>
                    <a:pt x="4619" y="128119"/>
                  </a:lnTo>
                  <a:lnTo>
                    <a:pt x="3434" y="133432"/>
                  </a:lnTo>
                  <a:lnTo>
                    <a:pt x="2422" y="138780"/>
                  </a:lnTo>
                  <a:lnTo>
                    <a:pt x="1585" y="144158"/>
                  </a:lnTo>
                  <a:lnTo>
                    <a:pt x="924" y="149561"/>
                  </a:lnTo>
                  <a:lnTo>
                    <a:pt x="439" y="154983"/>
                  </a:lnTo>
                  <a:lnTo>
                    <a:pt x="131" y="160417"/>
                  </a:lnTo>
                  <a:lnTo>
                    <a:pt x="0" y="165858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797339" y="5269756"/>
              <a:ext cx="334315" cy="334332"/>
            </a:xfrm>
            <a:custGeom>
              <a:avLst/>
              <a:pathLst>
                <a:path w="334315" h="334332">
                  <a:moveTo>
                    <a:pt x="0" y="165858"/>
                  </a:moveTo>
                  <a:lnTo>
                    <a:pt x="42" y="171154"/>
                  </a:lnTo>
                  <a:lnTo>
                    <a:pt x="252" y="176445"/>
                  </a:lnTo>
                  <a:lnTo>
                    <a:pt x="630" y="181727"/>
                  </a:lnTo>
                  <a:lnTo>
                    <a:pt x="1174" y="186994"/>
                  </a:lnTo>
                  <a:lnTo>
                    <a:pt x="1886" y="192242"/>
                  </a:lnTo>
                  <a:lnTo>
                    <a:pt x="2763" y="197464"/>
                  </a:lnTo>
                  <a:lnTo>
                    <a:pt x="3805" y="202656"/>
                  </a:lnTo>
                  <a:lnTo>
                    <a:pt x="5011" y="207813"/>
                  </a:lnTo>
                  <a:lnTo>
                    <a:pt x="6380" y="212928"/>
                  </a:lnTo>
                  <a:lnTo>
                    <a:pt x="7910" y="217998"/>
                  </a:lnTo>
                  <a:lnTo>
                    <a:pt x="9600" y="223017"/>
                  </a:lnTo>
                  <a:lnTo>
                    <a:pt x="11448" y="227979"/>
                  </a:lnTo>
                  <a:lnTo>
                    <a:pt x="13452" y="232881"/>
                  </a:lnTo>
                  <a:lnTo>
                    <a:pt x="15611" y="237716"/>
                  </a:lnTo>
                  <a:lnTo>
                    <a:pt x="17921" y="242481"/>
                  </a:lnTo>
                  <a:lnTo>
                    <a:pt x="20382" y="247170"/>
                  </a:lnTo>
                  <a:lnTo>
                    <a:pt x="22989" y="251779"/>
                  </a:lnTo>
                  <a:lnTo>
                    <a:pt x="25742" y="256303"/>
                  </a:lnTo>
                  <a:lnTo>
                    <a:pt x="28636" y="260738"/>
                  </a:lnTo>
                  <a:lnTo>
                    <a:pt x="31669" y="265079"/>
                  </a:lnTo>
                  <a:lnTo>
                    <a:pt x="34839" y="269321"/>
                  </a:lnTo>
                  <a:lnTo>
                    <a:pt x="38141" y="273461"/>
                  </a:lnTo>
                  <a:lnTo>
                    <a:pt x="41572" y="277495"/>
                  </a:lnTo>
                  <a:lnTo>
                    <a:pt x="45130" y="281417"/>
                  </a:lnTo>
                  <a:lnTo>
                    <a:pt x="48810" y="285225"/>
                  </a:lnTo>
                  <a:lnTo>
                    <a:pt x="52608" y="288914"/>
                  </a:lnTo>
                  <a:lnTo>
                    <a:pt x="56522" y="292482"/>
                  </a:lnTo>
                  <a:lnTo>
                    <a:pt x="60547" y="295923"/>
                  </a:lnTo>
                  <a:lnTo>
                    <a:pt x="64679" y="299236"/>
                  </a:lnTo>
                  <a:lnTo>
                    <a:pt x="68913" y="302415"/>
                  </a:lnTo>
                  <a:lnTo>
                    <a:pt x="73246" y="305459"/>
                  </a:lnTo>
                  <a:lnTo>
                    <a:pt x="77674" y="308365"/>
                  </a:lnTo>
                  <a:lnTo>
                    <a:pt x="82191" y="311128"/>
                  </a:lnTo>
                  <a:lnTo>
                    <a:pt x="86793" y="313748"/>
                  </a:lnTo>
                  <a:lnTo>
                    <a:pt x="91476" y="316220"/>
                  </a:lnTo>
                  <a:lnTo>
                    <a:pt x="96236" y="318542"/>
                  </a:lnTo>
                  <a:lnTo>
                    <a:pt x="101066" y="320713"/>
                  </a:lnTo>
                  <a:lnTo>
                    <a:pt x="105962" y="322729"/>
                  </a:lnTo>
                  <a:lnTo>
                    <a:pt x="110920" y="324589"/>
                  </a:lnTo>
                  <a:lnTo>
                    <a:pt x="115935" y="326292"/>
                  </a:lnTo>
                  <a:lnTo>
                    <a:pt x="121001" y="327835"/>
                  </a:lnTo>
                  <a:lnTo>
                    <a:pt x="126113" y="329216"/>
                  </a:lnTo>
                  <a:lnTo>
                    <a:pt x="131266" y="330435"/>
                  </a:lnTo>
                  <a:lnTo>
                    <a:pt x="136455" y="331490"/>
                  </a:lnTo>
                  <a:lnTo>
                    <a:pt x="141676" y="332380"/>
                  </a:lnTo>
                  <a:lnTo>
                    <a:pt x="146921" y="333105"/>
                  </a:lnTo>
                  <a:lnTo>
                    <a:pt x="152187" y="333662"/>
                  </a:lnTo>
                  <a:lnTo>
                    <a:pt x="157469" y="334053"/>
                  </a:lnTo>
                  <a:lnTo>
                    <a:pt x="162759" y="334276"/>
                  </a:lnTo>
                  <a:lnTo>
                    <a:pt x="168055" y="334332"/>
                  </a:lnTo>
                  <a:lnTo>
                    <a:pt x="173349" y="334220"/>
                  </a:lnTo>
                  <a:lnTo>
                    <a:pt x="178637" y="333940"/>
                  </a:lnTo>
                  <a:lnTo>
                    <a:pt x="183914" y="333493"/>
                  </a:lnTo>
                  <a:lnTo>
                    <a:pt x="189173" y="332879"/>
                  </a:lnTo>
                  <a:lnTo>
                    <a:pt x="194411" y="332099"/>
                  </a:lnTo>
                  <a:lnTo>
                    <a:pt x="199622" y="331153"/>
                  </a:lnTo>
                  <a:lnTo>
                    <a:pt x="204799" y="330042"/>
                  </a:lnTo>
                  <a:lnTo>
                    <a:pt x="209939" y="328768"/>
                  </a:lnTo>
                  <a:lnTo>
                    <a:pt x="215037" y="327332"/>
                  </a:lnTo>
                  <a:lnTo>
                    <a:pt x="220086" y="325736"/>
                  </a:lnTo>
                  <a:lnTo>
                    <a:pt x="225082" y="323980"/>
                  </a:lnTo>
                  <a:lnTo>
                    <a:pt x="230019" y="322067"/>
                  </a:lnTo>
                  <a:lnTo>
                    <a:pt x="234894" y="319998"/>
                  </a:lnTo>
                  <a:lnTo>
                    <a:pt x="239701" y="317776"/>
                  </a:lnTo>
                  <a:lnTo>
                    <a:pt x="244435" y="315403"/>
                  </a:lnTo>
                  <a:lnTo>
                    <a:pt x="249091" y="312881"/>
                  </a:lnTo>
                  <a:lnTo>
                    <a:pt x="253666" y="310213"/>
                  </a:lnTo>
                  <a:lnTo>
                    <a:pt x="258153" y="307401"/>
                  </a:lnTo>
                  <a:lnTo>
                    <a:pt x="262549" y="304448"/>
                  </a:lnTo>
                  <a:lnTo>
                    <a:pt x="266850" y="301358"/>
                  </a:lnTo>
                  <a:lnTo>
                    <a:pt x="271050" y="298133"/>
                  </a:lnTo>
                  <a:lnTo>
                    <a:pt x="275146" y="294777"/>
                  </a:lnTo>
                  <a:lnTo>
                    <a:pt x="279134" y="291293"/>
                  </a:lnTo>
                  <a:lnTo>
                    <a:pt x="283009" y="287684"/>
                  </a:lnTo>
                  <a:lnTo>
                    <a:pt x="286768" y="283954"/>
                  </a:lnTo>
                  <a:lnTo>
                    <a:pt x="290407" y="280107"/>
                  </a:lnTo>
                  <a:lnTo>
                    <a:pt x="293923" y="276147"/>
                  </a:lnTo>
                  <a:lnTo>
                    <a:pt x="297311" y="272077"/>
                  </a:lnTo>
                  <a:lnTo>
                    <a:pt x="300569" y="267902"/>
                  </a:lnTo>
                  <a:lnTo>
                    <a:pt x="303692" y="263626"/>
                  </a:lnTo>
                  <a:lnTo>
                    <a:pt x="306679" y="259253"/>
                  </a:lnTo>
                  <a:lnTo>
                    <a:pt x="309526" y="254788"/>
                  </a:lnTo>
                  <a:lnTo>
                    <a:pt x="312230" y="250235"/>
                  </a:lnTo>
                  <a:lnTo>
                    <a:pt x="314788" y="245598"/>
                  </a:lnTo>
                  <a:lnTo>
                    <a:pt x="317198" y="240883"/>
                  </a:lnTo>
                  <a:lnTo>
                    <a:pt x="319458" y="236094"/>
                  </a:lnTo>
                  <a:lnTo>
                    <a:pt x="321565" y="231235"/>
                  </a:lnTo>
                  <a:lnTo>
                    <a:pt x="323516" y="226313"/>
                  </a:lnTo>
                  <a:lnTo>
                    <a:pt x="325311" y="221330"/>
                  </a:lnTo>
                  <a:lnTo>
                    <a:pt x="326948" y="216294"/>
                  </a:lnTo>
                  <a:lnTo>
                    <a:pt x="328423" y="211208"/>
                  </a:lnTo>
                  <a:lnTo>
                    <a:pt x="329737" y="206078"/>
                  </a:lnTo>
                  <a:lnTo>
                    <a:pt x="330888" y="200909"/>
                  </a:lnTo>
                  <a:lnTo>
                    <a:pt x="331875" y="195707"/>
                  </a:lnTo>
                  <a:lnTo>
                    <a:pt x="332696" y="190475"/>
                  </a:lnTo>
                  <a:lnTo>
                    <a:pt x="333352" y="185220"/>
                  </a:lnTo>
                  <a:lnTo>
                    <a:pt x="333840" y="179947"/>
                  </a:lnTo>
                  <a:lnTo>
                    <a:pt x="334161" y="174662"/>
                  </a:lnTo>
                  <a:lnTo>
                    <a:pt x="334315" y="169368"/>
                  </a:lnTo>
                  <a:lnTo>
                    <a:pt x="334301" y="164073"/>
                  </a:lnTo>
                  <a:lnTo>
                    <a:pt x="334119" y="158780"/>
                  </a:lnTo>
                  <a:lnTo>
                    <a:pt x="333769" y="153496"/>
                  </a:lnTo>
                  <a:lnTo>
                    <a:pt x="333253" y="148226"/>
                  </a:lnTo>
                  <a:lnTo>
                    <a:pt x="332569" y="142975"/>
                  </a:lnTo>
                  <a:lnTo>
                    <a:pt x="331720" y="137748"/>
                  </a:lnTo>
                  <a:lnTo>
                    <a:pt x="330706" y="132550"/>
                  </a:lnTo>
                  <a:lnTo>
                    <a:pt x="329527" y="127388"/>
                  </a:lnTo>
                  <a:lnTo>
                    <a:pt x="328186" y="122265"/>
                  </a:lnTo>
                  <a:lnTo>
                    <a:pt x="326683" y="117187"/>
                  </a:lnTo>
                  <a:lnTo>
                    <a:pt x="325020" y="112160"/>
                  </a:lnTo>
                  <a:lnTo>
                    <a:pt x="323198" y="107187"/>
                  </a:lnTo>
                  <a:lnTo>
                    <a:pt x="321220" y="102275"/>
                  </a:lnTo>
                  <a:lnTo>
                    <a:pt x="319088" y="97428"/>
                  </a:lnTo>
                  <a:lnTo>
                    <a:pt x="316802" y="92651"/>
                  </a:lnTo>
                  <a:lnTo>
                    <a:pt x="314367" y="87948"/>
                  </a:lnTo>
                  <a:lnTo>
                    <a:pt x="311784" y="83326"/>
                  </a:lnTo>
                  <a:lnTo>
                    <a:pt x="309056" y="78787"/>
                  </a:lnTo>
                  <a:lnTo>
                    <a:pt x="306185" y="74337"/>
                  </a:lnTo>
                  <a:lnTo>
                    <a:pt x="303175" y="69980"/>
                  </a:lnTo>
                  <a:lnTo>
                    <a:pt x="300029" y="65721"/>
                  </a:lnTo>
                  <a:lnTo>
                    <a:pt x="296749" y="61563"/>
                  </a:lnTo>
                  <a:lnTo>
                    <a:pt x="293339" y="57512"/>
                  </a:lnTo>
                  <a:lnTo>
                    <a:pt x="289802" y="53570"/>
                  </a:lnTo>
                  <a:lnTo>
                    <a:pt x="286143" y="49743"/>
                  </a:lnTo>
                  <a:lnTo>
                    <a:pt x="282364" y="46033"/>
                  </a:lnTo>
                  <a:lnTo>
                    <a:pt x="278469" y="42445"/>
                  </a:lnTo>
                  <a:lnTo>
                    <a:pt x="274463" y="38982"/>
                  </a:lnTo>
                  <a:lnTo>
                    <a:pt x="270349" y="35647"/>
                  </a:lnTo>
                  <a:lnTo>
                    <a:pt x="266131" y="32445"/>
                  </a:lnTo>
                  <a:lnTo>
                    <a:pt x="261815" y="29378"/>
                  </a:lnTo>
                  <a:lnTo>
                    <a:pt x="257403" y="26449"/>
                  </a:lnTo>
                  <a:lnTo>
                    <a:pt x="252900" y="23661"/>
                  </a:lnTo>
                  <a:lnTo>
                    <a:pt x="248312" y="21018"/>
                  </a:lnTo>
                  <a:lnTo>
                    <a:pt x="243642" y="18521"/>
                  </a:lnTo>
                  <a:lnTo>
                    <a:pt x="238896" y="16173"/>
                  </a:lnTo>
                  <a:lnTo>
                    <a:pt x="234077" y="13976"/>
                  </a:lnTo>
                  <a:lnTo>
                    <a:pt x="229191" y="11934"/>
                  </a:lnTo>
                  <a:lnTo>
                    <a:pt x="224243" y="10047"/>
                  </a:lnTo>
                  <a:lnTo>
                    <a:pt x="219238" y="8318"/>
                  </a:lnTo>
                  <a:lnTo>
                    <a:pt x="214180" y="6748"/>
                  </a:lnTo>
                  <a:lnTo>
                    <a:pt x="209076" y="5339"/>
                  </a:lnTo>
                  <a:lnTo>
                    <a:pt x="203929" y="4093"/>
                  </a:lnTo>
                  <a:lnTo>
                    <a:pt x="198745" y="3010"/>
                  </a:lnTo>
                  <a:lnTo>
                    <a:pt x="193530" y="2092"/>
                  </a:lnTo>
                  <a:lnTo>
                    <a:pt x="188288" y="1340"/>
                  </a:lnTo>
                  <a:lnTo>
                    <a:pt x="183025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7136" y="5399291"/>
              <a:ext cx="9079" cy="167167"/>
            </a:xfrm>
            <a:custGeom>
              <a:avLst/>
              <a:pathLst>
                <a:path w="9079" h="167167">
                  <a:moveTo>
                    <a:pt x="9079" y="0"/>
                  </a:moveTo>
                  <a:lnTo>
                    <a:pt x="0" y="246"/>
                  </a:lnTo>
                  <a:lnTo>
                    <a:pt x="907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7136" y="5399538"/>
              <a:ext cx="9079" cy="166920"/>
            </a:xfrm>
            <a:custGeom>
              <a:avLst/>
              <a:pathLst>
                <a:path w="9079" h="166920">
                  <a:moveTo>
                    <a:pt x="0" y="0"/>
                  </a:moveTo>
                  <a:lnTo>
                    <a:pt x="9079" y="1669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7136" y="5399538"/>
              <a:ext cx="9079" cy="166920"/>
            </a:xfrm>
            <a:custGeom>
              <a:avLst/>
              <a:pathLst>
                <a:path w="9079" h="166920">
                  <a:moveTo>
                    <a:pt x="0" y="0"/>
                  </a:moveTo>
                  <a:lnTo>
                    <a:pt x="9079" y="1669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7136" y="5399538"/>
              <a:ext cx="9079" cy="166920"/>
            </a:xfrm>
            <a:custGeom>
              <a:avLst/>
              <a:pathLst>
                <a:path w="9079" h="166920">
                  <a:moveTo>
                    <a:pt x="0" y="0"/>
                  </a:moveTo>
                  <a:lnTo>
                    <a:pt x="9079" y="1669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7136" y="5399538"/>
              <a:ext cx="9079" cy="166920"/>
            </a:xfrm>
            <a:custGeom>
              <a:avLst/>
              <a:pathLst>
                <a:path w="9079" h="166920">
                  <a:moveTo>
                    <a:pt x="0" y="0"/>
                  </a:moveTo>
                  <a:lnTo>
                    <a:pt x="9079" y="1669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77136" y="5399538"/>
              <a:ext cx="9079" cy="166920"/>
            </a:xfrm>
            <a:custGeom>
              <a:avLst/>
              <a:pathLst>
                <a:path w="9079" h="166920">
                  <a:moveTo>
                    <a:pt x="0" y="0"/>
                  </a:moveTo>
                  <a:lnTo>
                    <a:pt x="9079" y="1669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77136" y="5399538"/>
              <a:ext cx="9079" cy="166920"/>
            </a:xfrm>
            <a:custGeom>
              <a:avLst/>
              <a:pathLst>
                <a:path w="9079" h="166920">
                  <a:moveTo>
                    <a:pt x="0" y="0"/>
                  </a:moveTo>
                  <a:lnTo>
                    <a:pt x="9079" y="1669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319050" y="5399538"/>
              <a:ext cx="334332" cy="334074"/>
            </a:xfrm>
            <a:custGeom>
              <a:avLst/>
              <a:pathLst>
                <a:path w="334332" h="334074">
                  <a:moveTo>
                    <a:pt x="158086" y="0"/>
                  </a:moveTo>
                  <a:lnTo>
                    <a:pt x="152801" y="371"/>
                  </a:lnTo>
                  <a:lnTo>
                    <a:pt x="147530" y="910"/>
                  </a:lnTo>
                  <a:lnTo>
                    <a:pt x="142279" y="1615"/>
                  </a:lnTo>
                  <a:lnTo>
                    <a:pt x="137054" y="2487"/>
                  </a:lnTo>
                  <a:lnTo>
                    <a:pt x="131858" y="3524"/>
                  </a:lnTo>
                  <a:lnTo>
                    <a:pt x="126698" y="4725"/>
                  </a:lnTo>
                  <a:lnTo>
                    <a:pt x="121579" y="6088"/>
                  </a:lnTo>
                  <a:lnTo>
                    <a:pt x="116505" y="7614"/>
                  </a:lnTo>
                  <a:lnTo>
                    <a:pt x="111482" y="9299"/>
                  </a:lnTo>
                  <a:lnTo>
                    <a:pt x="106515" y="11143"/>
                  </a:lnTo>
                  <a:lnTo>
                    <a:pt x="101610" y="13143"/>
                  </a:lnTo>
                  <a:lnTo>
                    <a:pt x="96769" y="15298"/>
                  </a:lnTo>
                  <a:lnTo>
                    <a:pt x="92000" y="17604"/>
                  </a:lnTo>
                  <a:lnTo>
                    <a:pt x="87306" y="20061"/>
                  </a:lnTo>
                  <a:lnTo>
                    <a:pt x="82693" y="22666"/>
                  </a:lnTo>
                  <a:lnTo>
                    <a:pt x="78164" y="25415"/>
                  </a:lnTo>
                  <a:lnTo>
                    <a:pt x="73724" y="28306"/>
                  </a:lnTo>
                  <a:lnTo>
                    <a:pt x="69379" y="31337"/>
                  </a:lnTo>
                  <a:lnTo>
                    <a:pt x="65132" y="34504"/>
                  </a:lnTo>
                  <a:lnTo>
                    <a:pt x="60987" y="37803"/>
                  </a:lnTo>
                  <a:lnTo>
                    <a:pt x="56949" y="41233"/>
                  </a:lnTo>
                  <a:lnTo>
                    <a:pt x="53021" y="44789"/>
                  </a:lnTo>
                  <a:lnTo>
                    <a:pt x="49208" y="48467"/>
                  </a:lnTo>
                  <a:lnTo>
                    <a:pt x="45514" y="52264"/>
                  </a:lnTo>
                  <a:lnTo>
                    <a:pt x="41942" y="56177"/>
                  </a:lnTo>
                  <a:lnTo>
                    <a:pt x="38495" y="60201"/>
                  </a:lnTo>
                  <a:lnTo>
                    <a:pt x="35178" y="64332"/>
                  </a:lnTo>
                  <a:lnTo>
                    <a:pt x="31993" y="68566"/>
                  </a:lnTo>
                  <a:lnTo>
                    <a:pt x="28945" y="72898"/>
                  </a:lnTo>
                  <a:lnTo>
                    <a:pt x="26035" y="77326"/>
                  </a:lnTo>
                  <a:lnTo>
                    <a:pt x="23266" y="81843"/>
                  </a:lnTo>
                  <a:lnTo>
                    <a:pt x="20643" y="86446"/>
                  </a:lnTo>
                  <a:lnTo>
                    <a:pt x="18166" y="91129"/>
                  </a:lnTo>
                  <a:lnTo>
                    <a:pt x="15839" y="95889"/>
                  </a:lnTo>
                  <a:lnTo>
                    <a:pt x="13664" y="100720"/>
                  </a:lnTo>
                  <a:lnTo>
                    <a:pt x="11644" y="105617"/>
                  </a:lnTo>
                  <a:lnTo>
                    <a:pt x="9779" y="110576"/>
                  </a:lnTo>
                  <a:lnTo>
                    <a:pt x="8073" y="115592"/>
                  </a:lnTo>
                  <a:lnTo>
                    <a:pt x="6526" y="120659"/>
                  </a:lnTo>
                  <a:lnTo>
                    <a:pt x="5141" y="125773"/>
                  </a:lnTo>
                  <a:lnTo>
                    <a:pt x="3918" y="130928"/>
                  </a:lnTo>
                  <a:lnTo>
                    <a:pt x="2860" y="136119"/>
                  </a:lnTo>
                  <a:lnTo>
                    <a:pt x="1966" y="141341"/>
                  </a:lnTo>
                  <a:lnTo>
                    <a:pt x="1239" y="146589"/>
                  </a:lnTo>
                  <a:lnTo>
                    <a:pt x="678" y="151857"/>
                  </a:lnTo>
                  <a:lnTo>
                    <a:pt x="284" y="157140"/>
                  </a:lnTo>
                  <a:lnTo>
                    <a:pt x="58" y="162433"/>
                  </a:lnTo>
                  <a:lnTo>
                    <a:pt x="0" y="167731"/>
                  </a:lnTo>
                  <a:lnTo>
                    <a:pt x="109" y="173028"/>
                  </a:lnTo>
                  <a:lnTo>
                    <a:pt x="387" y="178318"/>
                  </a:lnTo>
                  <a:lnTo>
                    <a:pt x="832" y="183598"/>
                  </a:lnTo>
                  <a:lnTo>
                    <a:pt x="1444" y="188860"/>
                  </a:lnTo>
                  <a:lnTo>
                    <a:pt x="2222" y="194100"/>
                  </a:lnTo>
                  <a:lnTo>
                    <a:pt x="3166" y="199314"/>
                  </a:lnTo>
                  <a:lnTo>
                    <a:pt x="4275" y="204494"/>
                  </a:lnTo>
                  <a:lnTo>
                    <a:pt x="5547" y="209637"/>
                  </a:lnTo>
                  <a:lnTo>
                    <a:pt x="6982" y="214737"/>
                  </a:lnTo>
                  <a:lnTo>
                    <a:pt x="8578" y="219789"/>
                  </a:lnTo>
                  <a:lnTo>
                    <a:pt x="10333" y="224788"/>
                  </a:lnTo>
                  <a:lnTo>
                    <a:pt x="12245" y="229729"/>
                  </a:lnTo>
                  <a:lnTo>
                    <a:pt x="14314" y="234606"/>
                  </a:lnTo>
                  <a:lnTo>
                    <a:pt x="16535" y="239416"/>
                  </a:lnTo>
                  <a:lnTo>
                    <a:pt x="18908" y="244153"/>
                  </a:lnTo>
                  <a:lnTo>
                    <a:pt x="21430" y="248812"/>
                  </a:lnTo>
                  <a:lnTo>
                    <a:pt x="24098" y="253389"/>
                  </a:lnTo>
                  <a:lnTo>
                    <a:pt x="26910" y="257879"/>
                  </a:lnTo>
                  <a:lnTo>
                    <a:pt x="29863" y="262278"/>
                  </a:lnTo>
                  <a:lnTo>
                    <a:pt x="32954" y="266581"/>
                  </a:lnTo>
                  <a:lnTo>
                    <a:pt x="36179" y="270784"/>
                  </a:lnTo>
                  <a:lnTo>
                    <a:pt x="39536" y="274882"/>
                  </a:lnTo>
                  <a:lnTo>
                    <a:pt x="43021" y="278873"/>
                  </a:lnTo>
                  <a:lnTo>
                    <a:pt x="46631" y="282750"/>
                  </a:lnTo>
                  <a:lnTo>
                    <a:pt x="50362" y="286512"/>
                  </a:lnTo>
                  <a:lnTo>
                    <a:pt x="54211" y="290153"/>
                  </a:lnTo>
                  <a:lnTo>
                    <a:pt x="58173" y="293670"/>
                  </a:lnTo>
                  <a:lnTo>
                    <a:pt x="62244" y="297061"/>
                  </a:lnTo>
                  <a:lnTo>
                    <a:pt x="66420" y="300320"/>
                  </a:lnTo>
                  <a:lnTo>
                    <a:pt x="70698" y="303445"/>
                  </a:lnTo>
                  <a:lnTo>
                    <a:pt x="75073" y="306434"/>
                  </a:lnTo>
                  <a:lnTo>
                    <a:pt x="79540" y="309282"/>
                  </a:lnTo>
                  <a:lnTo>
                    <a:pt x="84096" y="311987"/>
                  </a:lnTo>
                  <a:lnTo>
                    <a:pt x="88734" y="314547"/>
                  </a:lnTo>
                  <a:lnTo>
                    <a:pt x="93452" y="316958"/>
                  </a:lnTo>
                  <a:lnTo>
                    <a:pt x="98243" y="319218"/>
                  </a:lnTo>
                  <a:lnTo>
                    <a:pt x="103104" y="321326"/>
                  </a:lnTo>
                  <a:lnTo>
                    <a:pt x="108029" y="323278"/>
                  </a:lnTo>
                  <a:lnTo>
                    <a:pt x="113013" y="325074"/>
                  </a:lnTo>
                  <a:lnTo>
                    <a:pt x="118052" y="326710"/>
                  </a:lnTo>
                  <a:lnTo>
                    <a:pt x="123140" y="328186"/>
                  </a:lnTo>
                  <a:lnTo>
                    <a:pt x="128273" y="329500"/>
                  </a:lnTo>
                  <a:lnTo>
                    <a:pt x="133444" y="330651"/>
                  </a:lnTo>
                  <a:lnTo>
                    <a:pt x="138650" y="331638"/>
                  </a:lnTo>
                  <a:lnTo>
                    <a:pt x="143884" y="332459"/>
                  </a:lnTo>
                  <a:lnTo>
                    <a:pt x="149141" y="333113"/>
                  </a:lnTo>
                  <a:lnTo>
                    <a:pt x="154416" y="333601"/>
                  </a:lnTo>
                  <a:lnTo>
                    <a:pt x="159705" y="333921"/>
                  </a:lnTo>
                  <a:lnTo>
                    <a:pt x="165000" y="334074"/>
                  </a:lnTo>
                  <a:lnTo>
                    <a:pt x="170298" y="334058"/>
                  </a:lnTo>
                  <a:lnTo>
                    <a:pt x="175593" y="333875"/>
                  </a:lnTo>
                  <a:lnTo>
                    <a:pt x="180880" y="333524"/>
                  </a:lnTo>
                  <a:lnTo>
                    <a:pt x="186152" y="333006"/>
                  </a:lnTo>
                  <a:lnTo>
                    <a:pt x="191406" y="332321"/>
                  </a:lnTo>
                  <a:lnTo>
                    <a:pt x="196635" y="331470"/>
                  </a:lnTo>
                  <a:lnTo>
                    <a:pt x="201834" y="330453"/>
                  </a:lnTo>
                  <a:lnTo>
                    <a:pt x="206999" y="329272"/>
                  </a:lnTo>
                  <a:lnTo>
                    <a:pt x="212124" y="327928"/>
                  </a:lnTo>
                  <a:lnTo>
                    <a:pt x="217203" y="326423"/>
                  </a:lnTo>
                  <a:lnTo>
                    <a:pt x="222232" y="324757"/>
                  </a:lnTo>
                  <a:lnTo>
                    <a:pt x="227206" y="322933"/>
                  </a:lnTo>
                  <a:lnTo>
                    <a:pt x="232120" y="320952"/>
                  </a:lnTo>
                  <a:lnTo>
                    <a:pt x="236969" y="318816"/>
                  </a:lnTo>
                  <a:lnTo>
                    <a:pt x="241747" y="316528"/>
                  </a:lnTo>
                  <a:lnTo>
                    <a:pt x="246450" y="314089"/>
                  </a:lnTo>
                  <a:lnTo>
                    <a:pt x="251074" y="311503"/>
                  </a:lnTo>
                  <a:lnTo>
                    <a:pt x="255613" y="308772"/>
                  </a:lnTo>
                  <a:lnTo>
                    <a:pt x="260064" y="305898"/>
                  </a:lnTo>
                  <a:lnTo>
                    <a:pt x="264421" y="302884"/>
                  </a:lnTo>
                  <a:lnTo>
                    <a:pt x="268681" y="299734"/>
                  </a:lnTo>
                  <a:lnTo>
                    <a:pt x="272839" y="296450"/>
                  </a:lnTo>
                  <a:lnTo>
                    <a:pt x="276890" y="293036"/>
                  </a:lnTo>
                  <a:lnTo>
                    <a:pt x="280832" y="289496"/>
                  </a:lnTo>
                  <a:lnTo>
                    <a:pt x="284659" y="285833"/>
                  </a:lnTo>
                  <a:lnTo>
                    <a:pt x="288368" y="282050"/>
                  </a:lnTo>
                  <a:lnTo>
                    <a:pt x="291955" y="278151"/>
                  </a:lnTo>
                  <a:lnTo>
                    <a:pt x="295417" y="274141"/>
                  </a:lnTo>
                  <a:lnTo>
                    <a:pt x="298751" y="270023"/>
                  </a:lnTo>
                  <a:lnTo>
                    <a:pt x="301952" y="265801"/>
                  </a:lnTo>
                  <a:lnTo>
                    <a:pt x="305018" y="261480"/>
                  </a:lnTo>
                  <a:lnTo>
                    <a:pt x="307945" y="257065"/>
                  </a:lnTo>
                  <a:lnTo>
                    <a:pt x="310731" y="252558"/>
                  </a:lnTo>
                  <a:lnTo>
                    <a:pt x="313372" y="247966"/>
                  </a:lnTo>
                  <a:lnTo>
                    <a:pt x="315867" y="243292"/>
                  </a:lnTo>
                  <a:lnTo>
                    <a:pt x="318212" y="238541"/>
                  </a:lnTo>
                  <a:lnTo>
                    <a:pt x="320406" y="233719"/>
                  </a:lnTo>
                  <a:lnTo>
                    <a:pt x="322446" y="228829"/>
                  </a:lnTo>
                  <a:lnTo>
                    <a:pt x="324330" y="223878"/>
                  </a:lnTo>
                  <a:lnTo>
                    <a:pt x="326056" y="218869"/>
                  </a:lnTo>
                  <a:lnTo>
                    <a:pt x="327622" y="213808"/>
                  </a:lnTo>
                  <a:lnTo>
                    <a:pt x="329027" y="208700"/>
                  </a:lnTo>
                  <a:lnTo>
                    <a:pt x="330270" y="203549"/>
                  </a:lnTo>
                  <a:lnTo>
                    <a:pt x="331349" y="198362"/>
                  </a:lnTo>
                  <a:lnTo>
                    <a:pt x="332263" y="193144"/>
                  </a:lnTo>
                  <a:lnTo>
                    <a:pt x="333011" y="187899"/>
                  </a:lnTo>
                  <a:lnTo>
                    <a:pt x="333592" y="182633"/>
                  </a:lnTo>
                  <a:lnTo>
                    <a:pt x="334007" y="177351"/>
                  </a:lnTo>
                  <a:lnTo>
                    <a:pt x="334253" y="172059"/>
                  </a:lnTo>
                  <a:lnTo>
                    <a:pt x="334332" y="166762"/>
                  </a:lnTo>
                  <a:lnTo>
                    <a:pt x="334243" y="161464"/>
                  </a:lnTo>
                  <a:lnTo>
                    <a:pt x="333987" y="156173"/>
                  </a:lnTo>
                  <a:lnTo>
                    <a:pt x="333562" y="150892"/>
                  </a:lnTo>
                  <a:lnTo>
                    <a:pt x="332971" y="145627"/>
                  </a:lnTo>
                  <a:lnTo>
                    <a:pt x="332213" y="140384"/>
                  </a:lnTo>
                  <a:lnTo>
                    <a:pt x="331289" y="135167"/>
                  </a:lnTo>
                  <a:lnTo>
                    <a:pt x="330200" y="129982"/>
                  </a:lnTo>
                  <a:lnTo>
                    <a:pt x="328948" y="124834"/>
                  </a:lnTo>
                  <a:lnTo>
                    <a:pt x="327533" y="119728"/>
                  </a:lnTo>
                  <a:lnTo>
                    <a:pt x="325957" y="114670"/>
                  </a:lnTo>
                  <a:lnTo>
                    <a:pt x="324222" y="109665"/>
                  </a:lnTo>
                  <a:lnTo>
                    <a:pt x="322328" y="104717"/>
                  </a:lnTo>
                  <a:lnTo>
                    <a:pt x="320279" y="99831"/>
                  </a:lnTo>
                  <a:lnTo>
                    <a:pt x="318076" y="95013"/>
                  </a:lnTo>
                  <a:lnTo>
                    <a:pt x="315722" y="90267"/>
                  </a:lnTo>
                  <a:lnTo>
                    <a:pt x="313218" y="85598"/>
                  </a:lnTo>
                  <a:lnTo>
                    <a:pt x="310568" y="81010"/>
                  </a:lnTo>
                  <a:lnTo>
                    <a:pt x="307774" y="76509"/>
                  </a:lnTo>
                  <a:lnTo>
                    <a:pt x="304838" y="72099"/>
                  </a:lnTo>
                  <a:lnTo>
                    <a:pt x="301764" y="67784"/>
                  </a:lnTo>
                  <a:lnTo>
                    <a:pt x="298555" y="63568"/>
                  </a:lnTo>
                  <a:lnTo>
                    <a:pt x="295214" y="59457"/>
                  </a:lnTo>
                  <a:lnTo>
                    <a:pt x="291744" y="55453"/>
                  </a:lnTo>
                  <a:lnTo>
                    <a:pt x="288149" y="51561"/>
                  </a:lnTo>
                  <a:lnTo>
                    <a:pt x="284433" y="47785"/>
                  </a:lnTo>
                  <a:lnTo>
                    <a:pt x="280599" y="44129"/>
                  </a:lnTo>
                  <a:lnTo>
                    <a:pt x="276651" y="40596"/>
                  </a:lnTo>
                  <a:lnTo>
                    <a:pt x="272593" y="37190"/>
                  </a:lnTo>
                  <a:lnTo>
                    <a:pt x="268429" y="33914"/>
                  </a:lnTo>
                  <a:lnTo>
                    <a:pt x="264163" y="30772"/>
                  </a:lnTo>
                  <a:lnTo>
                    <a:pt x="259800" y="27767"/>
                  </a:lnTo>
                  <a:lnTo>
                    <a:pt x="255344" y="24901"/>
                  </a:lnTo>
                  <a:lnTo>
                    <a:pt x="250800" y="22178"/>
                  </a:lnTo>
                  <a:lnTo>
                    <a:pt x="246171" y="19601"/>
                  </a:lnTo>
                  <a:lnTo>
                    <a:pt x="241463" y="17171"/>
                  </a:lnTo>
                  <a:lnTo>
                    <a:pt x="236680" y="14892"/>
                  </a:lnTo>
                  <a:lnTo>
                    <a:pt x="231828" y="12766"/>
                  </a:lnTo>
                  <a:lnTo>
                    <a:pt x="226910" y="10794"/>
                  </a:lnTo>
                  <a:lnTo>
                    <a:pt x="221933" y="8979"/>
                  </a:lnTo>
                  <a:lnTo>
                    <a:pt x="216901" y="7323"/>
                  </a:lnTo>
                  <a:lnTo>
                    <a:pt x="167165" y="1669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486215" y="5399291"/>
              <a:ext cx="49735" cy="167167"/>
            </a:xfrm>
            <a:custGeom>
              <a:avLst/>
              <a:pathLst>
                <a:path w="49735" h="167167">
                  <a:moveTo>
                    <a:pt x="49735" y="7570"/>
                  </a:moveTo>
                  <a:lnTo>
                    <a:pt x="43674" y="5806"/>
                  </a:lnTo>
                  <a:lnTo>
                    <a:pt x="37551" y="4272"/>
                  </a:lnTo>
                  <a:lnTo>
                    <a:pt x="31375" y="2970"/>
                  </a:lnTo>
                  <a:lnTo>
                    <a:pt x="25154" y="1903"/>
                  </a:lnTo>
                  <a:lnTo>
                    <a:pt x="18897" y="1071"/>
                  </a:lnTo>
                  <a:lnTo>
                    <a:pt x="12613" y="476"/>
                  </a:lnTo>
                  <a:lnTo>
                    <a:pt x="6311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42843" y="5399291"/>
              <a:ext cx="80700" cy="167167"/>
            </a:xfrm>
            <a:custGeom>
              <a:avLst/>
              <a:pathLst>
                <a:path w="80700" h="167167">
                  <a:moveTo>
                    <a:pt x="80700" y="0"/>
                  </a:moveTo>
                  <a:lnTo>
                    <a:pt x="75087" y="94"/>
                  </a:lnTo>
                  <a:lnTo>
                    <a:pt x="69480" y="377"/>
                  </a:lnTo>
                  <a:lnTo>
                    <a:pt x="63885" y="847"/>
                  </a:lnTo>
                  <a:lnTo>
                    <a:pt x="58310" y="1506"/>
                  </a:lnTo>
                  <a:lnTo>
                    <a:pt x="52759" y="2351"/>
                  </a:lnTo>
                  <a:lnTo>
                    <a:pt x="47240" y="3382"/>
                  </a:lnTo>
                  <a:lnTo>
                    <a:pt x="41759" y="4598"/>
                  </a:lnTo>
                  <a:lnTo>
                    <a:pt x="36322" y="5998"/>
                  </a:lnTo>
                  <a:lnTo>
                    <a:pt x="30935" y="7579"/>
                  </a:lnTo>
                  <a:lnTo>
                    <a:pt x="25604" y="9340"/>
                  </a:lnTo>
                  <a:lnTo>
                    <a:pt x="20336" y="11279"/>
                  </a:lnTo>
                  <a:lnTo>
                    <a:pt x="15135" y="13394"/>
                  </a:lnTo>
                  <a:lnTo>
                    <a:pt x="10008" y="15682"/>
                  </a:lnTo>
                  <a:lnTo>
                    <a:pt x="4961" y="18142"/>
                  </a:lnTo>
                  <a:lnTo>
                    <a:pt x="0" y="20769"/>
                  </a:lnTo>
                  <a:lnTo>
                    <a:pt x="8070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42843" y="5420061"/>
              <a:ext cx="80700" cy="146397"/>
            </a:xfrm>
            <a:custGeom>
              <a:avLst/>
              <a:pathLst>
                <a:path w="80700" h="146397">
                  <a:moveTo>
                    <a:pt x="0" y="0"/>
                  </a:moveTo>
                  <a:lnTo>
                    <a:pt x="80700" y="1463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42843" y="5420061"/>
              <a:ext cx="80700" cy="146397"/>
            </a:xfrm>
            <a:custGeom>
              <a:avLst/>
              <a:pathLst>
                <a:path w="80700" h="146397">
                  <a:moveTo>
                    <a:pt x="0" y="0"/>
                  </a:moveTo>
                  <a:lnTo>
                    <a:pt x="80700" y="1463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42843" y="5420061"/>
              <a:ext cx="80700" cy="146397"/>
            </a:xfrm>
            <a:custGeom>
              <a:avLst/>
              <a:pathLst>
                <a:path w="80700" h="146397">
                  <a:moveTo>
                    <a:pt x="0" y="0"/>
                  </a:moveTo>
                  <a:lnTo>
                    <a:pt x="80700" y="1463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942843" y="5420061"/>
              <a:ext cx="80700" cy="146397"/>
            </a:xfrm>
            <a:custGeom>
              <a:avLst/>
              <a:pathLst>
                <a:path w="80700" h="146397">
                  <a:moveTo>
                    <a:pt x="0" y="0"/>
                  </a:moveTo>
                  <a:lnTo>
                    <a:pt x="80700" y="1463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942843" y="5420061"/>
              <a:ext cx="80700" cy="146397"/>
            </a:xfrm>
            <a:custGeom>
              <a:avLst/>
              <a:pathLst>
                <a:path w="80700" h="146397">
                  <a:moveTo>
                    <a:pt x="0" y="0"/>
                  </a:moveTo>
                  <a:lnTo>
                    <a:pt x="80700" y="1463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856380" y="5420061"/>
              <a:ext cx="167163" cy="313180"/>
            </a:xfrm>
            <a:custGeom>
              <a:avLst/>
              <a:pathLst>
                <a:path w="167163" h="313180">
                  <a:moveTo>
                    <a:pt x="86462" y="0"/>
                  </a:moveTo>
                  <a:lnTo>
                    <a:pt x="81802" y="2667"/>
                  </a:lnTo>
                  <a:lnTo>
                    <a:pt x="77229" y="5483"/>
                  </a:lnTo>
                  <a:lnTo>
                    <a:pt x="72750" y="8444"/>
                  </a:lnTo>
                  <a:lnTo>
                    <a:pt x="68368" y="11548"/>
                  </a:lnTo>
                  <a:lnTo>
                    <a:pt x="64087" y="14791"/>
                  </a:lnTo>
                  <a:lnTo>
                    <a:pt x="59913" y="18169"/>
                  </a:lnTo>
                  <a:lnTo>
                    <a:pt x="55850" y="21680"/>
                  </a:lnTo>
                  <a:lnTo>
                    <a:pt x="51902" y="25320"/>
                  </a:lnTo>
                  <a:lnTo>
                    <a:pt x="48072" y="29084"/>
                  </a:lnTo>
                  <a:lnTo>
                    <a:pt x="44366" y="32970"/>
                  </a:lnTo>
                  <a:lnTo>
                    <a:pt x="40786" y="36972"/>
                  </a:lnTo>
                  <a:lnTo>
                    <a:pt x="37337" y="41088"/>
                  </a:lnTo>
                  <a:lnTo>
                    <a:pt x="34021" y="45312"/>
                  </a:lnTo>
                  <a:lnTo>
                    <a:pt x="30843" y="49641"/>
                  </a:lnTo>
                  <a:lnTo>
                    <a:pt x="27806" y="54069"/>
                  </a:lnTo>
                  <a:lnTo>
                    <a:pt x="24912" y="58593"/>
                  </a:lnTo>
                  <a:lnTo>
                    <a:pt x="22165" y="63207"/>
                  </a:lnTo>
                  <a:lnTo>
                    <a:pt x="19568" y="67907"/>
                  </a:lnTo>
                  <a:lnTo>
                    <a:pt x="17123" y="72688"/>
                  </a:lnTo>
                  <a:lnTo>
                    <a:pt x="14833" y="77545"/>
                  </a:lnTo>
                  <a:lnTo>
                    <a:pt x="12701" y="82473"/>
                  </a:lnTo>
                  <a:lnTo>
                    <a:pt x="10727" y="87467"/>
                  </a:lnTo>
                  <a:lnTo>
                    <a:pt x="8915" y="92522"/>
                  </a:lnTo>
                  <a:lnTo>
                    <a:pt x="7266" y="97633"/>
                  </a:lnTo>
                  <a:lnTo>
                    <a:pt x="5782" y="102794"/>
                  </a:lnTo>
                  <a:lnTo>
                    <a:pt x="4465" y="107999"/>
                  </a:lnTo>
                  <a:lnTo>
                    <a:pt x="3316" y="113245"/>
                  </a:lnTo>
                  <a:lnTo>
                    <a:pt x="2336" y="118525"/>
                  </a:lnTo>
                  <a:lnTo>
                    <a:pt x="1525" y="123833"/>
                  </a:lnTo>
                  <a:lnTo>
                    <a:pt x="886" y="129165"/>
                  </a:lnTo>
                  <a:lnTo>
                    <a:pt x="418" y="134514"/>
                  </a:lnTo>
                  <a:lnTo>
                    <a:pt x="123" y="139876"/>
                  </a:lnTo>
                  <a:lnTo>
                    <a:pt x="0" y="145245"/>
                  </a:lnTo>
                  <a:lnTo>
                    <a:pt x="49" y="150614"/>
                  </a:lnTo>
                  <a:lnTo>
                    <a:pt x="270" y="155980"/>
                  </a:lnTo>
                  <a:lnTo>
                    <a:pt x="664" y="161335"/>
                  </a:lnTo>
                  <a:lnTo>
                    <a:pt x="1230" y="166675"/>
                  </a:lnTo>
                  <a:lnTo>
                    <a:pt x="1967" y="171994"/>
                  </a:lnTo>
                  <a:lnTo>
                    <a:pt x="2874" y="177287"/>
                  </a:lnTo>
                  <a:lnTo>
                    <a:pt x="3951" y="182548"/>
                  </a:lnTo>
                  <a:lnTo>
                    <a:pt x="5196" y="187771"/>
                  </a:lnTo>
                  <a:lnTo>
                    <a:pt x="6609" y="192952"/>
                  </a:lnTo>
                  <a:lnTo>
                    <a:pt x="8187" y="198085"/>
                  </a:lnTo>
                  <a:lnTo>
                    <a:pt x="9929" y="203164"/>
                  </a:lnTo>
                  <a:lnTo>
                    <a:pt x="11834" y="208185"/>
                  </a:lnTo>
                  <a:lnTo>
                    <a:pt x="13898" y="213142"/>
                  </a:lnTo>
                  <a:lnTo>
                    <a:pt x="16121" y="218031"/>
                  </a:lnTo>
                  <a:lnTo>
                    <a:pt x="18500" y="222845"/>
                  </a:lnTo>
                  <a:lnTo>
                    <a:pt x="21032" y="227580"/>
                  </a:lnTo>
                  <a:lnTo>
                    <a:pt x="23715" y="232232"/>
                  </a:lnTo>
                  <a:lnTo>
                    <a:pt x="26546" y="236795"/>
                  </a:lnTo>
                  <a:lnTo>
                    <a:pt x="29522" y="241265"/>
                  </a:lnTo>
                  <a:lnTo>
                    <a:pt x="32640" y="245637"/>
                  </a:lnTo>
                  <a:lnTo>
                    <a:pt x="35897" y="249906"/>
                  </a:lnTo>
                  <a:lnTo>
                    <a:pt x="39289" y="254069"/>
                  </a:lnTo>
                  <a:lnTo>
                    <a:pt x="42813" y="258121"/>
                  </a:lnTo>
                  <a:lnTo>
                    <a:pt x="46466" y="262057"/>
                  </a:lnTo>
                  <a:lnTo>
                    <a:pt x="50243" y="265874"/>
                  </a:lnTo>
                  <a:lnTo>
                    <a:pt x="54141" y="269568"/>
                  </a:lnTo>
                  <a:lnTo>
                    <a:pt x="58155" y="273134"/>
                  </a:lnTo>
                  <a:lnTo>
                    <a:pt x="62282" y="276570"/>
                  </a:lnTo>
                  <a:lnTo>
                    <a:pt x="66517" y="279872"/>
                  </a:lnTo>
                  <a:lnTo>
                    <a:pt x="70856" y="283035"/>
                  </a:lnTo>
                  <a:lnTo>
                    <a:pt x="75294" y="286058"/>
                  </a:lnTo>
                  <a:lnTo>
                    <a:pt x="79828" y="288937"/>
                  </a:lnTo>
                  <a:lnTo>
                    <a:pt x="84451" y="291668"/>
                  </a:lnTo>
                  <a:lnTo>
                    <a:pt x="89159" y="294250"/>
                  </a:lnTo>
                  <a:lnTo>
                    <a:pt x="93948" y="296679"/>
                  </a:lnTo>
                  <a:lnTo>
                    <a:pt x="98813" y="298953"/>
                  </a:lnTo>
                  <a:lnTo>
                    <a:pt x="103748" y="301070"/>
                  </a:lnTo>
                  <a:lnTo>
                    <a:pt x="108749" y="303027"/>
                  </a:lnTo>
                  <a:lnTo>
                    <a:pt x="113810" y="304822"/>
                  </a:lnTo>
                  <a:lnTo>
                    <a:pt x="118926" y="306454"/>
                  </a:lnTo>
                  <a:lnTo>
                    <a:pt x="124091" y="307921"/>
                  </a:lnTo>
                  <a:lnTo>
                    <a:pt x="129302" y="309221"/>
                  </a:lnTo>
                  <a:lnTo>
                    <a:pt x="134551" y="310353"/>
                  </a:lnTo>
                  <a:lnTo>
                    <a:pt x="139834" y="311316"/>
                  </a:lnTo>
                  <a:lnTo>
                    <a:pt x="145145" y="312108"/>
                  </a:lnTo>
                  <a:lnTo>
                    <a:pt x="150479" y="312730"/>
                  </a:lnTo>
                  <a:lnTo>
                    <a:pt x="155830" y="313180"/>
                  </a:lnTo>
                  <a:lnTo>
                    <a:pt x="167163" y="1463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012210" y="5399291"/>
              <a:ext cx="178484" cy="334333"/>
            </a:xfrm>
            <a:custGeom>
              <a:avLst/>
              <a:pathLst>
                <a:path w="178484" h="334333">
                  <a:moveTo>
                    <a:pt x="0" y="333950"/>
                  </a:moveTo>
                  <a:lnTo>
                    <a:pt x="5304" y="334226"/>
                  </a:lnTo>
                  <a:lnTo>
                    <a:pt x="10615" y="334333"/>
                  </a:lnTo>
                  <a:lnTo>
                    <a:pt x="15926" y="334271"/>
                  </a:lnTo>
                  <a:lnTo>
                    <a:pt x="21233" y="334041"/>
                  </a:lnTo>
                  <a:lnTo>
                    <a:pt x="26530" y="333642"/>
                  </a:lnTo>
                  <a:lnTo>
                    <a:pt x="31811" y="333075"/>
                  </a:lnTo>
                  <a:lnTo>
                    <a:pt x="37072" y="332341"/>
                  </a:lnTo>
                  <a:lnTo>
                    <a:pt x="42307" y="331440"/>
                  </a:lnTo>
                  <a:lnTo>
                    <a:pt x="47510" y="330373"/>
                  </a:lnTo>
                  <a:lnTo>
                    <a:pt x="52677" y="329141"/>
                  </a:lnTo>
                  <a:lnTo>
                    <a:pt x="57803" y="327746"/>
                  </a:lnTo>
                  <a:lnTo>
                    <a:pt x="62881" y="326188"/>
                  </a:lnTo>
                  <a:lnTo>
                    <a:pt x="67907" y="324470"/>
                  </a:lnTo>
                  <a:lnTo>
                    <a:pt x="72876" y="322593"/>
                  </a:lnTo>
                  <a:lnTo>
                    <a:pt x="77784" y="320559"/>
                  </a:lnTo>
                  <a:lnTo>
                    <a:pt x="82623" y="318371"/>
                  </a:lnTo>
                  <a:lnTo>
                    <a:pt x="87391" y="316029"/>
                  </a:lnTo>
                  <a:lnTo>
                    <a:pt x="92083" y="313538"/>
                  </a:lnTo>
                  <a:lnTo>
                    <a:pt x="96692" y="310898"/>
                  </a:lnTo>
                  <a:lnTo>
                    <a:pt x="101216" y="308114"/>
                  </a:lnTo>
                  <a:lnTo>
                    <a:pt x="105648" y="305187"/>
                  </a:lnTo>
                  <a:lnTo>
                    <a:pt x="109986" y="302121"/>
                  </a:lnTo>
                  <a:lnTo>
                    <a:pt x="114224" y="298918"/>
                  </a:lnTo>
                  <a:lnTo>
                    <a:pt x="118358" y="295583"/>
                  </a:lnTo>
                  <a:lnTo>
                    <a:pt x="122384" y="292118"/>
                  </a:lnTo>
                  <a:lnTo>
                    <a:pt x="126297" y="288526"/>
                  </a:lnTo>
                  <a:lnTo>
                    <a:pt x="130095" y="284813"/>
                  </a:lnTo>
                  <a:lnTo>
                    <a:pt x="133773" y="280980"/>
                  </a:lnTo>
                  <a:lnTo>
                    <a:pt x="137327" y="277032"/>
                  </a:lnTo>
                  <a:lnTo>
                    <a:pt x="140754" y="272974"/>
                  </a:lnTo>
                  <a:lnTo>
                    <a:pt x="144050" y="268809"/>
                  </a:lnTo>
                  <a:lnTo>
                    <a:pt x="147213" y="264541"/>
                  </a:lnTo>
                  <a:lnTo>
                    <a:pt x="150238" y="260175"/>
                  </a:lnTo>
                  <a:lnTo>
                    <a:pt x="153122" y="255714"/>
                  </a:lnTo>
                  <a:lnTo>
                    <a:pt x="155864" y="251165"/>
                  </a:lnTo>
                  <a:lnTo>
                    <a:pt x="158460" y="246530"/>
                  </a:lnTo>
                  <a:lnTo>
                    <a:pt x="160907" y="241816"/>
                  </a:lnTo>
                  <a:lnTo>
                    <a:pt x="163203" y="237026"/>
                  </a:lnTo>
                  <a:lnTo>
                    <a:pt x="165346" y="232166"/>
                  </a:lnTo>
                  <a:lnTo>
                    <a:pt x="167334" y="227240"/>
                  </a:lnTo>
                  <a:lnTo>
                    <a:pt x="169163" y="222253"/>
                  </a:lnTo>
                  <a:lnTo>
                    <a:pt x="170834" y="217211"/>
                  </a:lnTo>
                  <a:lnTo>
                    <a:pt x="172343" y="212118"/>
                  </a:lnTo>
                  <a:lnTo>
                    <a:pt x="173690" y="206980"/>
                  </a:lnTo>
                  <a:lnTo>
                    <a:pt x="174873" y="201801"/>
                  </a:lnTo>
                  <a:lnTo>
                    <a:pt x="175891" y="196588"/>
                  </a:lnTo>
                  <a:lnTo>
                    <a:pt x="176743" y="191345"/>
                  </a:lnTo>
                  <a:lnTo>
                    <a:pt x="177427" y="186077"/>
                  </a:lnTo>
                  <a:lnTo>
                    <a:pt x="177944" y="180791"/>
                  </a:lnTo>
                  <a:lnTo>
                    <a:pt x="178293" y="175491"/>
                  </a:lnTo>
                  <a:lnTo>
                    <a:pt x="178473" y="170182"/>
                  </a:lnTo>
                  <a:lnTo>
                    <a:pt x="178484" y="164870"/>
                  </a:lnTo>
                  <a:lnTo>
                    <a:pt x="178327" y="159561"/>
                  </a:lnTo>
                  <a:lnTo>
                    <a:pt x="178001" y="154259"/>
                  </a:lnTo>
                  <a:lnTo>
                    <a:pt x="177507" y="148970"/>
                  </a:lnTo>
                  <a:lnTo>
                    <a:pt x="176845" y="143700"/>
                  </a:lnTo>
                  <a:lnTo>
                    <a:pt x="176016" y="138453"/>
                  </a:lnTo>
                  <a:lnTo>
                    <a:pt x="175020" y="133235"/>
                  </a:lnTo>
                  <a:lnTo>
                    <a:pt x="173860" y="128052"/>
                  </a:lnTo>
                  <a:lnTo>
                    <a:pt x="172535" y="122908"/>
                  </a:lnTo>
                  <a:lnTo>
                    <a:pt x="171047" y="117809"/>
                  </a:lnTo>
                  <a:lnTo>
                    <a:pt x="169398" y="112759"/>
                  </a:lnTo>
                  <a:lnTo>
                    <a:pt x="167590" y="107765"/>
                  </a:lnTo>
                  <a:lnTo>
                    <a:pt x="165624" y="102830"/>
                  </a:lnTo>
                  <a:lnTo>
                    <a:pt x="163502" y="97961"/>
                  </a:lnTo>
                  <a:lnTo>
                    <a:pt x="161226" y="93161"/>
                  </a:lnTo>
                  <a:lnTo>
                    <a:pt x="158799" y="88436"/>
                  </a:lnTo>
                  <a:lnTo>
                    <a:pt x="156224" y="83791"/>
                  </a:lnTo>
                  <a:lnTo>
                    <a:pt x="153501" y="79229"/>
                  </a:lnTo>
                  <a:lnTo>
                    <a:pt x="150636" y="74757"/>
                  </a:lnTo>
                  <a:lnTo>
                    <a:pt x="147629" y="70378"/>
                  </a:lnTo>
                  <a:lnTo>
                    <a:pt x="144486" y="66096"/>
                  </a:lnTo>
                  <a:lnTo>
                    <a:pt x="141207" y="61917"/>
                  </a:lnTo>
                  <a:lnTo>
                    <a:pt x="137798" y="57844"/>
                  </a:lnTo>
                  <a:lnTo>
                    <a:pt x="134261" y="53881"/>
                  </a:lnTo>
                  <a:lnTo>
                    <a:pt x="130599" y="50032"/>
                  </a:lnTo>
                  <a:lnTo>
                    <a:pt x="126817" y="46302"/>
                  </a:lnTo>
                  <a:lnTo>
                    <a:pt x="122919" y="42694"/>
                  </a:lnTo>
                  <a:lnTo>
                    <a:pt x="118908" y="39212"/>
                  </a:lnTo>
                  <a:lnTo>
                    <a:pt x="114789" y="35859"/>
                  </a:lnTo>
                  <a:lnTo>
                    <a:pt x="110564" y="32638"/>
                  </a:lnTo>
                  <a:lnTo>
                    <a:pt x="106240" y="29553"/>
                  </a:lnTo>
                  <a:lnTo>
                    <a:pt x="101820" y="26607"/>
                  </a:lnTo>
                  <a:lnTo>
                    <a:pt x="97309" y="23803"/>
                  </a:lnTo>
                  <a:lnTo>
                    <a:pt x="92710" y="21144"/>
                  </a:lnTo>
                  <a:lnTo>
                    <a:pt x="88030" y="18632"/>
                  </a:lnTo>
                  <a:lnTo>
                    <a:pt x="83272" y="16271"/>
                  </a:lnTo>
                  <a:lnTo>
                    <a:pt x="78442" y="14061"/>
                  </a:lnTo>
                  <a:lnTo>
                    <a:pt x="73543" y="12006"/>
                  </a:lnTo>
                  <a:lnTo>
                    <a:pt x="68582" y="10108"/>
                  </a:lnTo>
                  <a:lnTo>
                    <a:pt x="63564" y="8369"/>
                  </a:lnTo>
                  <a:lnTo>
                    <a:pt x="58492" y="6789"/>
                  </a:lnTo>
                  <a:lnTo>
                    <a:pt x="53373" y="5372"/>
                  </a:lnTo>
                  <a:lnTo>
                    <a:pt x="48211" y="4118"/>
                  </a:lnTo>
                  <a:lnTo>
                    <a:pt x="43012" y="3029"/>
                  </a:lnTo>
                  <a:lnTo>
                    <a:pt x="37781" y="2105"/>
                  </a:lnTo>
                  <a:lnTo>
                    <a:pt x="32524" y="1348"/>
                  </a:lnTo>
                  <a:lnTo>
                    <a:pt x="27245" y="759"/>
                  </a:lnTo>
                  <a:lnTo>
                    <a:pt x="21950" y="337"/>
                  </a:lnTo>
                  <a:lnTo>
                    <a:pt x="16644" y="84"/>
                  </a:lnTo>
                  <a:lnTo>
                    <a:pt x="11333" y="0"/>
                  </a:lnTo>
                  <a:lnTo>
                    <a:pt x="1133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8330" y="5269756"/>
              <a:ext cx="26928" cy="167167"/>
            </a:xfrm>
            <a:custGeom>
              <a:avLst/>
              <a:pathLst>
                <a:path w="26928" h="167167">
                  <a:moveTo>
                    <a:pt x="26928" y="0"/>
                  </a:moveTo>
                  <a:lnTo>
                    <a:pt x="20168" y="136"/>
                  </a:lnTo>
                  <a:lnTo>
                    <a:pt x="13420" y="546"/>
                  </a:lnTo>
                  <a:lnTo>
                    <a:pt x="6693" y="1229"/>
                  </a:lnTo>
                  <a:lnTo>
                    <a:pt x="0" y="2183"/>
                  </a:lnTo>
                  <a:lnTo>
                    <a:pt x="2692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8330" y="5271939"/>
              <a:ext cx="26928" cy="164984"/>
            </a:xfrm>
            <a:custGeom>
              <a:avLst/>
              <a:pathLst>
                <a:path w="26928" h="164984">
                  <a:moveTo>
                    <a:pt x="0" y="0"/>
                  </a:moveTo>
                  <a:lnTo>
                    <a:pt x="26928" y="1649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18330" y="5271939"/>
              <a:ext cx="26928" cy="164984"/>
            </a:xfrm>
            <a:custGeom>
              <a:avLst/>
              <a:pathLst>
                <a:path w="26928" h="164984">
                  <a:moveTo>
                    <a:pt x="0" y="0"/>
                  </a:moveTo>
                  <a:lnTo>
                    <a:pt x="26928" y="1649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518330" y="5271939"/>
              <a:ext cx="26928" cy="164984"/>
            </a:xfrm>
            <a:custGeom>
              <a:avLst/>
              <a:pathLst>
                <a:path w="26928" h="164984">
                  <a:moveTo>
                    <a:pt x="0" y="0"/>
                  </a:moveTo>
                  <a:lnTo>
                    <a:pt x="26928" y="1649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518330" y="5271939"/>
              <a:ext cx="26928" cy="164984"/>
            </a:xfrm>
            <a:custGeom>
              <a:avLst/>
              <a:pathLst>
                <a:path w="26928" h="164984">
                  <a:moveTo>
                    <a:pt x="0" y="0"/>
                  </a:moveTo>
                  <a:lnTo>
                    <a:pt x="26928" y="1649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410044" y="5271939"/>
              <a:ext cx="135214" cy="164984"/>
            </a:xfrm>
            <a:custGeom>
              <a:avLst/>
              <a:pathLst>
                <a:path w="135214" h="164984">
                  <a:moveTo>
                    <a:pt x="108285" y="0"/>
                  </a:moveTo>
                  <a:lnTo>
                    <a:pt x="102704" y="1008"/>
                  </a:lnTo>
                  <a:lnTo>
                    <a:pt x="97160" y="2205"/>
                  </a:lnTo>
                  <a:lnTo>
                    <a:pt x="91659" y="3590"/>
                  </a:lnTo>
                  <a:lnTo>
                    <a:pt x="86209" y="5160"/>
                  </a:lnTo>
                  <a:lnTo>
                    <a:pt x="80816" y="6915"/>
                  </a:lnTo>
                  <a:lnTo>
                    <a:pt x="75484" y="8851"/>
                  </a:lnTo>
                  <a:lnTo>
                    <a:pt x="70222" y="10967"/>
                  </a:lnTo>
                  <a:lnTo>
                    <a:pt x="65035" y="13261"/>
                  </a:lnTo>
                  <a:lnTo>
                    <a:pt x="59928" y="15729"/>
                  </a:lnTo>
                  <a:lnTo>
                    <a:pt x="54908" y="18369"/>
                  </a:lnTo>
                  <a:lnTo>
                    <a:pt x="49980" y="21178"/>
                  </a:lnTo>
                  <a:lnTo>
                    <a:pt x="45151" y="24152"/>
                  </a:lnTo>
                  <a:lnTo>
                    <a:pt x="40425" y="27288"/>
                  </a:lnTo>
                  <a:lnTo>
                    <a:pt x="35808" y="30583"/>
                  </a:lnTo>
                  <a:lnTo>
                    <a:pt x="31306" y="34033"/>
                  </a:lnTo>
                  <a:lnTo>
                    <a:pt x="26924" y="37633"/>
                  </a:lnTo>
                  <a:lnTo>
                    <a:pt x="22666" y="41380"/>
                  </a:lnTo>
                  <a:lnTo>
                    <a:pt x="18537" y="45269"/>
                  </a:lnTo>
                  <a:lnTo>
                    <a:pt x="14543" y="49296"/>
                  </a:lnTo>
                  <a:lnTo>
                    <a:pt x="10688" y="53457"/>
                  </a:lnTo>
                  <a:lnTo>
                    <a:pt x="6976" y="57745"/>
                  </a:lnTo>
                  <a:lnTo>
                    <a:pt x="3412" y="62157"/>
                  </a:lnTo>
                  <a:lnTo>
                    <a:pt x="0" y="66688"/>
                  </a:lnTo>
                  <a:lnTo>
                    <a:pt x="135214" y="1649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378092" y="5269756"/>
              <a:ext cx="334326" cy="334321"/>
            </a:xfrm>
            <a:custGeom>
              <a:avLst/>
              <a:pathLst>
                <a:path w="334326" h="334321">
                  <a:moveTo>
                    <a:pt x="31952" y="68871"/>
                  </a:moveTo>
                  <a:lnTo>
                    <a:pt x="28913" y="73193"/>
                  </a:lnTo>
                  <a:lnTo>
                    <a:pt x="26013" y="77608"/>
                  </a:lnTo>
                  <a:lnTo>
                    <a:pt x="23254" y="82113"/>
                  </a:lnTo>
                  <a:lnTo>
                    <a:pt x="20638" y="86703"/>
                  </a:lnTo>
                  <a:lnTo>
                    <a:pt x="18168" y="91373"/>
                  </a:lnTo>
                  <a:lnTo>
                    <a:pt x="15848" y="96119"/>
                  </a:lnTo>
                  <a:lnTo>
                    <a:pt x="13679" y="100936"/>
                  </a:lnTo>
                  <a:lnTo>
                    <a:pt x="11662" y="105819"/>
                  </a:lnTo>
                  <a:lnTo>
                    <a:pt x="9802" y="110763"/>
                  </a:lnTo>
                  <a:lnTo>
                    <a:pt x="8098" y="115764"/>
                  </a:lnTo>
                  <a:lnTo>
                    <a:pt x="6553" y="120816"/>
                  </a:lnTo>
                  <a:lnTo>
                    <a:pt x="5169" y="125914"/>
                  </a:lnTo>
                  <a:lnTo>
                    <a:pt x="3946" y="131053"/>
                  </a:lnTo>
                  <a:lnTo>
                    <a:pt x="2886" y="136229"/>
                  </a:lnTo>
                  <a:lnTo>
                    <a:pt x="1991" y="141435"/>
                  </a:lnTo>
                  <a:lnTo>
                    <a:pt x="1260" y="146667"/>
                  </a:lnTo>
                  <a:lnTo>
                    <a:pt x="695" y="151920"/>
                  </a:lnTo>
                  <a:lnTo>
                    <a:pt x="297" y="157188"/>
                  </a:lnTo>
                  <a:lnTo>
                    <a:pt x="65" y="162465"/>
                  </a:lnTo>
                  <a:lnTo>
                    <a:pt x="0" y="167748"/>
                  </a:lnTo>
                  <a:lnTo>
                    <a:pt x="101" y="173030"/>
                  </a:lnTo>
                  <a:lnTo>
                    <a:pt x="370" y="178306"/>
                  </a:lnTo>
                  <a:lnTo>
                    <a:pt x="805" y="183570"/>
                  </a:lnTo>
                  <a:lnTo>
                    <a:pt x="1407" y="188819"/>
                  </a:lnTo>
                  <a:lnTo>
                    <a:pt x="2174" y="194046"/>
                  </a:lnTo>
                  <a:lnTo>
                    <a:pt x="3105" y="199246"/>
                  </a:lnTo>
                  <a:lnTo>
                    <a:pt x="4201" y="204414"/>
                  </a:lnTo>
                  <a:lnTo>
                    <a:pt x="5459" y="209545"/>
                  </a:lnTo>
                  <a:lnTo>
                    <a:pt x="6879" y="214633"/>
                  </a:lnTo>
                  <a:lnTo>
                    <a:pt x="8459" y="219674"/>
                  </a:lnTo>
                  <a:lnTo>
                    <a:pt x="10197" y="224663"/>
                  </a:lnTo>
                  <a:lnTo>
                    <a:pt x="12092" y="229594"/>
                  </a:lnTo>
                  <a:lnTo>
                    <a:pt x="14142" y="234463"/>
                  </a:lnTo>
                  <a:lnTo>
                    <a:pt x="16345" y="239265"/>
                  </a:lnTo>
                  <a:lnTo>
                    <a:pt x="18699" y="243994"/>
                  </a:lnTo>
                  <a:lnTo>
                    <a:pt x="21200" y="248647"/>
                  </a:lnTo>
                  <a:lnTo>
                    <a:pt x="23848" y="253219"/>
                  </a:lnTo>
                  <a:lnTo>
                    <a:pt x="26639" y="257704"/>
                  </a:lnTo>
                  <a:lnTo>
                    <a:pt x="29570" y="262100"/>
                  </a:lnTo>
                  <a:lnTo>
                    <a:pt x="32638" y="266400"/>
                  </a:lnTo>
                  <a:lnTo>
                    <a:pt x="35841" y="270601"/>
                  </a:lnTo>
                  <a:lnTo>
                    <a:pt x="39175" y="274699"/>
                  </a:lnTo>
                  <a:lnTo>
                    <a:pt x="42636" y="278690"/>
                  </a:lnTo>
                  <a:lnTo>
                    <a:pt x="46223" y="282569"/>
                  </a:lnTo>
                  <a:lnTo>
                    <a:pt x="49929" y="286333"/>
                  </a:lnTo>
                  <a:lnTo>
                    <a:pt x="53753" y="289978"/>
                  </a:lnTo>
                  <a:lnTo>
                    <a:pt x="57691" y="293500"/>
                  </a:lnTo>
                  <a:lnTo>
                    <a:pt x="61737" y="296896"/>
                  </a:lnTo>
                  <a:lnTo>
                    <a:pt x="65889" y="300163"/>
                  </a:lnTo>
                  <a:lnTo>
                    <a:pt x="70142" y="303297"/>
                  </a:lnTo>
                  <a:lnTo>
                    <a:pt x="74492" y="306295"/>
                  </a:lnTo>
                  <a:lnTo>
                    <a:pt x="78935" y="309153"/>
                  </a:lnTo>
                  <a:lnTo>
                    <a:pt x="83465" y="311871"/>
                  </a:lnTo>
                  <a:lnTo>
                    <a:pt x="88079" y="314443"/>
                  </a:lnTo>
                  <a:lnTo>
                    <a:pt x="92772" y="316868"/>
                  </a:lnTo>
                  <a:lnTo>
                    <a:pt x="97540" y="319144"/>
                  </a:lnTo>
                  <a:lnTo>
                    <a:pt x="102377" y="321269"/>
                  </a:lnTo>
                  <a:lnTo>
                    <a:pt x="107279" y="323239"/>
                  </a:lnTo>
                  <a:lnTo>
                    <a:pt x="112240" y="325053"/>
                  </a:lnTo>
                  <a:lnTo>
                    <a:pt x="117256" y="326710"/>
                  </a:lnTo>
                  <a:lnTo>
                    <a:pt x="122323" y="328207"/>
                  </a:lnTo>
                  <a:lnTo>
                    <a:pt x="127434" y="329544"/>
                  </a:lnTo>
                  <a:lnTo>
                    <a:pt x="132584" y="330718"/>
                  </a:lnTo>
                  <a:lnTo>
                    <a:pt x="137769" y="331729"/>
                  </a:lnTo>
                  <a:lnTo>
                    <a:pt x="142984" y="332576"/>
                  </a:lnTo>
                  <a:lnTo>
                    <a:pt x="148223" y="333258"/>
                  </a:lnTo>
                  <a:lnTo>
                    <a:pt x="153480" y="333773"/>
                  </a:lnTo>
                  <a:lnTo>
                    <a:pt x="158752" y="334122"/>
                  </a:lnTo>
                  <a:lnTo>
                    <a:pt x="164031" y="334305"/>
                  </a:lnTo>
                  <a:lnTo>
                    <a:pt x="169314" y="334321"/>
                  </a:lnTo>
                  <a:lnTo>
                    <a:pt x="174595" y="334169"/>
                  </a:lnTo>
                  <a:lnTo>
                    <a:pt x="179868" y="333851"/>
                  </a:lnTo>
                  <a:lnTo>
                    <a:pt x="185129" y="333367"/>
                  </a:lnTo>
                  <a:lnTo>
                    <a:pt x="190371" y="332716"/>
                  </a:lnTo>
                  <a:lnTo>
                    <a:pt x="195591" y="331900"/>
                  </a:lnTo>
                  <a:lnTo>
                    <a:pt x="200782" y="330920"/>
                  </a:lnTo>
                  <a:lnTo>
                    <a:pt x="205939" y="329776"/>
                  </a:lnTo>
                  <a:lnTo>
                    <a:pt x="211058" y="328469"/>
                  </a:lnTo>
                  <a:lnTo>
                    <a:pt x="216133" y="327002"/>
                  </a:lnTo>
                  <a:lnTo>
                    <a:pt x="221159" y="325375"/>
                  </a:lnTo>
                  <a:lnTo>
                    <a:pt x="226131" y="323590"/>
                  </a:lnTo>
                  <a:lnTo>
                    <a:pt x="231044" y="321648"/>
                  </a:lnTo>
                  <a:lnTo>
                    <a:pt x="235894" y="319553"/>
                  </a:lnTo>
                  <a:lnTo>
                    <a:pt x="240675" y="317305"/>
                  </a:lnTo>
                  <a:lnTo>
                    <a:pt x="245382" y="314907"/>
                  </a:lnTo>
                  <a:lnTo>
                    <a:pt x="250011" y="312362"/>
                  </a:lnTo>
                  <a:lnTo>
                    <a:pt x="254558" y="309672"/>
                  </a:lnTo>
                  <a:lnTo>
                    <a:pt x="259017" y="306839"/>
                  </a:lnTo>
                  <a:lnTo>
                    <a:pt x="263385" y="303867"/>
                  </a:lnTo>
                  <a:lnTo>
                    <a:pt x="267656" y="300758"/>
                  </a:lnTo>
                  <a:lnTo>
                    <a:pt x="271827" y="297516"/>
                  </a:lnTo>
                  <a:lnTo>
                    <a:pt x="275894" y="294144"/>
                  </a:lnTo>
                  <a:lnTo>
                    <a:pt x="279852" y="290645"/>
                  </a:lnTo>
                  <a:lnTo>
                    <a:pt x="283697" y="287023"/>
                  </a:lnTo>
                  <a:lnTo>
                    <a:pt x="287426" y="283281"/>
                  </a:lnTo>
                  <a:lnTo>
                    <a:pt x="291035" y="279423"/>
                  </a:lnTo>
                  <a:lnTo>
                    <a:pt x="294520" y="275453"/>
                  </a:lnTo>
                  <a:lnTo>
                    <a:pt x="297878" y="271375"/>
                  </a:lnTo>
                  <a:lnTo>
                    <a:pt x="301106" y="267192"/>
                  </a:lnTo>
                  <a:lnTo>
                    <a:pt x="304200" y="262910"/>
                  </a:lnTo>
                  <a:lnTo>
                    <a:pt x="307156" y="258532"/>
                  </a:lnTo>
                  <a:lnTo>
                    <a:pt x="309973" y="254063"/>
                  </a:lnTo>
                  <a:lnTo>
                    <a:pt x="312648" y="249507"/>
                  </a:lnTo>
                  <a:lnTo>
                    <a:pt x="315177" y="244869"/>
                  </a:lnTo>
                  <a:lnTo>
                    <a:pt x="317558" y="240154"/>
                  </a:lnTo>
                  <a:lnTo>
                    <a:pt x="319790" y="235365"/>
                  </a:lnTo>
                  <a:lnTo>
                    <a:pt x="321868" y="230508"/>
                  </a:lnTo>
                  <a:lnTo>
                    <a:pt x="323793" y="225588"/>
                  </a:lnTo>
                  <a:lnTo>
                    <a:pt x="325560" y="220610"/>
                  </a:lnTo>
                  <a:lnTo>
                    <a:pt x="327170" y="215578"/>
                  </a:lnTo>
                  <a:lnTo>
                    <a:pt x="328620" y="210498"/>
                  </a:lnTo>
                  <a:lnTo>
                    <a:pt x="329908" y="205375"/>
                  </a:lnTo>
                  <a:lnTo>
                    <a:pt x="331034" y="200214"/>
                  </a:lnTo>
                  <a:lnTo>
                    <a:pt x="331997" y="195019"/>
                  </a:lnTo>
                  <a:lnTo>
                    <a:pt x="332795" y="189797"/>
                  </a:lnTo>
                  <a:lnTo>
                    <a:pt x="333427" y="184552"/>
                  </a:lnTo>
                  <a:lnTo>
                    <a:pt x="333893" y="179290"/>
                  </a:lnTo>
                  <a:lnTo>
                    <a:pt x="334193" y="174016"/>
                  </a:lnTo>
                  <a:lnTo>
                    <a:pt x="334326" y="168734"/>
                  </a:lnTo>
                  <a:lnTo>
                    <a:pt x="334292" y="163452"/>
                  </a:lnTo>
                  <a:lnTo>
                    <a:pt x="334091" y="158173"/>
                  </a:lnTo>
                  <a:lnTo>
                    <a:pt x="333724" y="152903"/>
                  </a:lnTo>
                  <a:lnTo>
                    <a:pt x="333190" y="147647"/>
                  </a:lnTo>
                  <a:lnTo>
                    <a:pt x="332490" y="142410"/>
                  </a:lnTo>
                  <a:lnTo>
                    <a:pt x="331625" y="137199"/>
                  </a:lnTo>
                  <a:lnTo>
                    <a:pt x="330596" y="132017"/>
                  </a:lnTo>
                  <a:lnTo>
                    <a:pt x="329404" y="126871"/>
                  </a:lnTo>
                  <a:lnTo>
                    <a:pt x="328050" y="121764"/>
                  </a:lnTo>
                  <a:lnTo>
                    <a:pt x="326535" y="116703"/>
                  </a:lnTo>
                  <a:lnTo>
                    <a:pt x="324860" y="111693"/>
                  </a:lnTo>
                  <a:lnTo>
                    <a:pt x="323029" y="106738"/>
                  </a:lnTo>
                  <a:lnTo>
                    <a:pt x="321042" y="101843"/>
                  </a:lnTo>
                  <a:lnTo>
                    <a:pt x="318901" y="97013"/>
                  </a:lnTo>
                  <a:lnTo>
                    <a:pt x="316608" y="92254"/>
                  </a:lnTo>
                  <a:lnTo>
                    <a:pt x="314166" y="87569"/>
                  </a:lnTo>
                  <a:lnTo>
                    <a:pt x="311578" y="82964"/>
                  </a:lnTo>
                  <a:lnTo>
                    <a:pt x="308845" y="78443"/>
                  </a:lnTo>
                  <a:lnTo>
                    <a:pt x="305971" y="74010"/>
                  </a:lnTo>
                  <a:lnTo>
                    <a:pt x="302958" y="69671"/>
                  </a:lnTo>
                  <a:lnTo>
                    <a:pt x="299809" y="65429"/>
                  </a:lnTo>
                  <a:lnTo>
                    <a:pt x="296528" y="61288"/>
                  </a:lnTo>
                  <a:lnTo>
                    <a:pt x="293118" y="57253"/>
                  </a:lnTo>
                  <a:lnTo>
                    <a:pt x="289582" y="53328"/>
                  </a:lnTo>
                  <a:lnTo>
                    <a:pt x="285924" y="49517"/>
                  </a:lnTo>
                  <a:lnTo>
                    <a:pt x="282147" y="45823"/>
                  </a:lnTo>
                  <a:lnTo>
                    <a:pt x="278256" y="42251"/>
                  </a:lnTo>
                  <a:lnTo>
                    <a:pt x="274253" y="38803"/>
                  </a:lnTo>
                  <a:lnTo>
                    <a:pt x="270143" y="35483"/>
                  </a:lnTo>
                  <a:lnTo>
                    <a:pt x="265931" y="32295"/>
                  </a:lnTo>
                  <a:lnTo>
                    <a:pt x="261620" y="29242"/>
                  </a:lnTo>
                  <a:lnTo>
                    <a:pt x="257215" y="26326"/>
                  </a:lnTo>
                  <a:lnTo>
                    <a:pt x="252719" y="23551"/>
                  </a:lnTo>
                  <a:lnTo>
                    <a:pt x="248139" y="20919"/>
                  </a:lnTo>
                  <a:lnTo>
                    <a:pt x="243477" y="18434"/>
                  </a:lnTo>
                  <a:lnTo>
                    <a:pt x="238739" y="16097"/>
                  </a:lnTo>
                  <a:lnTo>
                    <a:pt x="233930" y="13911"/>
                  </a:lnTo>
                  <a:lnTo>
                    <a:pt x="229054" y="11877"/>
                  </a:lnTo>
                  <a:lnTo>
                    <a:pt x="224116" y="9999"/>
                  </a:lnTo>
                  <a:lnTo>
                    <a:pt x="219122" y="8278"/>
                  </a:lnTo>
                  <a:lnTo>
                    <a:pt x="214075" y="6716"/>
                  </a:lnTo>
                  <a:lnTo>
                    <a:pt x="208982" y="5314"/>
                  </a:lnTo>
                  <a:lnTo>
                    <a:pt x="203847" y="4073"/>
                  </a:lnTo>
                  <a:lnTo>
                    <a:pt x="198675" y="2996"/>
                  </a:lnTo>
                  <a:lnTo>
                    <a:pt x="193471" y="2082"/>
                  </a:lnTo>
                  <a:lnTo>
                    <a:pt x="188242" y="1333"/>
                  </a:lnTo>
                  <a:lnTo>
                    <a:pt x="182991" y="750"/>
                  </a:lnTo>
                  <a:lnTo>
                    <a:pt x="177725" y="333"/>
                  </a:lnTo>
                  <a:lnTo>
                    <a:pt x="172448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3463" y="5018213"/>
              <a:ext cx="47575" cy="167167"/>
            </a:xfrm>
            <a:custGeom>
              <a:avLst/>
              <a:pathLst>
                <a:path w="47575" h="167167">
                  <a:moveTo>
                    <a:pt x="47575" y="0"/>
                  </a:moveTo>
                  <a:lnTo>
                    <a:pt x="41546" y="108"/>
                  </a:lnTo>
                  <a:lnTo>
                    <a:pt x="35525" y="434"/>
                  </a:lnTo>
                  <a:lnTo>
                    <a:pt x="29519" y="977"/>
                  </a:lnTo>
                  <a:lnTo>
                    <a:pt x="23537" y="1737"/>
                  </a:lnTo>
                  <a:lnTo>
                    <a:pt x="17587" y="2711"/>
                  </a:lnTo>
                  <a:lnTo>
                    <a:pt x="11675" y="3900"/>
                  </a:lnTo>
                  <a:lnTo>
                    <a:pt x="5810" y="5301"/>
                  </a:lnTo>
                  <a:lnTo>
                    <a:pt x="0" y="6912"/>
                  </a:lnTo>
                  <a:lnTo>
                    <a:pt x="4757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3463" y="5025126"/>
              <a:ext cx="47575" cy="160254"/>
            </a:xfrm>
            <a:custGeom>
              <a:avLst/>
              <a:pathLst>
                <a:path w="47575" h="160254">
                  <a:moveTo>
                    <a:pt x="0" y="0"/>
                  </a:moveTo>
                  <a:lnTo>
                    <a:pt x="47575" y="1602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973463" y="5025126"/>
              <a:ext cx="47575" cy="160254"/>
            </a:xfrm>
            <a:custGeom>
              <a:avLst/>
              <a:pathLst>
                <a:path w="47575" h="160254">
                  <a:moveTo>
                    <a:pt x="0" y="0"/>
                  </a:moveTo>
                  <a:lnTo>
                    <a:pt x="47575" y="1602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973463" y="5025126"/>
              <a:ext cx="47575" cy="160254"/>
            </a:xfrm>
            <a:custGeom>
              <a:avLst/>
              <a:pathLst>
                <a:path w="47575" h="160254">
                  <a:moveTo>
                    <a:pt x="0" y="0"/>
                  </a:moveTo>
                  <a:lnTo>
                    <a:pt x="47575" y="1602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853873" y="5025126"/>
              <a:ext cx="167165" cy="164898"/>
            </a:xfrm>
            <a:custGeom>
              <a:avLst/>
              <a:pathLst>
                <a:path w="167165" h="164898">
                  <a:moveTo>
                    <a:pt x="119590" y="0"/>
                  </a:moveTo>
                  <a:lnTo>
                    <a:pt x="114368" y="1643"/>
                  </a:lnTo>
                  <a:lnTo>
                    <a:pt x="109202" y="3457"/>
                  </a:lnTo>
                  <a:lnTo>
                    <a:pt x="104099" y="5439"/>
                  </a:lnTo>
                  <a:lnTo>
                    <a:pt x="99064" y="7587"/>
                  </a:lnTo>
                  <a:lnTo>
                    <a:pt x="94102" y="9899"/>
                  </a:lnTo>
                  <a:lnTo>
                    <a:pt x="89217" y="12372"/>
                  </a:lnTo>
                  <a:lnTo>
                    <a:pt x="84417" y="15004"/>
                  </a:lnTo>
                  <a:lnTo>
                    <a:pt x="79705" y="17791"/>
                  </a:lnTo>
                  <a:lnTo>
                    <a:pt x="75087" y="20731"/>
                  </a:lnTo>
                  <a:lnTo>
                    <a:pt x="70568" y="23821"/>
                  </a:lnTo>
                  <a:lnTo>
                    <a:pt x="66153" y="27057"/>
                  </a:lnTo>
                  <a:lnTo>
                    <a:pt x="61845" y="30436"/>
                  </a:lnTo>
                  <a:lnTo>
                    <a:pt x="57651" y="33954"/>
                  </a:lnTo>
                  <a:lnTo>
                    <a:pt x="53574" y="37608"/>
                  </a:lnTo>
                  <a:lnTo>
                    <a:pt x="49619" y="41393"/>
                  </a:lnTo>
                  <a:lnTo>
                    <a:pt x="45790" y="45306"/>
                  </a:lnTo>
                  <a:lnTo>
                    <a:pt x="42091" y="49342"/>
                  </a:lnTo>
                  <a:lnTo>
                    <a:pt x="38527" y="53496"/>
                  </a:lnTo>
                  <a:lnTo>
                    <a:pt x="35100" y="57766"/>
                  </a:lnTo>
                  <a:lnTo>
                    <a:pt x="31815" y="62145"/>
                  </a:lnTo>
                  <a:lnTo>
                    <a:pt x="28675" y="66630"/>
                  </a:lnTo>
                  <a:lnTo>
                    <a:pt x="25684" y="71215"/>
                  </a:lnTo>
                  <a:lnTo>
                    <a:pt x="22844" y="75895"/>
                  </a:lnTo>
                  <a:lnTo>
                    <a:pt x="20159" y="80666"/>
                  </a:lnTo>
                  <a:lnTo>
                    <a:pt x="17632" y="85522"/>
                  </a:lnTo>
                  <a:lnTo>
                    <a:pt x="15265" y="90458"/>
                  </a:lnTo>
                  <a:lnTo>
                    <a:pt x="13061" y="95470"/>
                  </a:lnTo>
                  <a:lnTo>
                    <a:pt x="11023" y="100550"/>
                  </a:lnTo>
                  <a:lnTo>
                    <a:pt x="9151" y="105695"/>
                  </a:lnTo>
                  <a:lnTo>
                    <a:pt x="7450" y="110898"/>
                  </a:lnTo>
                  <a:lnTo>
                    <a:pt x="5919" y="116155"/>
                  </a:lnTo>
                  <a:lnTo>
                    <a:pt x="4562" y="121458"/>
                  </a:lnTo>
                  <a:lnTo>
                    <a:pt x="3378" y="126803"/>
                  </a:lnTo>
                  <a:lnTo>
                    <a:pt x="2371" y="132184"/>
                  </a:lnTo>
                  <a:lnTo>
                    <a:pt x="1540" y="137595"/>
                  </a:lnTo>
                  <a:lnTo>
                    <a:pt x="887" y="143030"/>
                  </a:lnTo>
                  <a:lnTo>
                    <a:pt x="412" y="148484"/>
                  </a:lnTo>
                  <a:lnTo>
                    <a:pt x="116" y="153951"/>
                  </a:lnTo>
                  <a:lnTo>
                    <a:pt x="0" y="159424"/>
                  </a:lnTo>
                  <a:lnTo>
                    <a:pt x="62" y="164898"/>
                  </a:lnTo>
                  <a:lnTo>
                    <a:pt x="167165" y="1602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853936" y="5018213"/>
              <a:ext cx="334258" cy="334329"/>
            </a:xfrm>
            <a:custGeom>
              <a:avLst/>
              <a:pathLst>
                <a:path w="334258" h="334329">
                  <a:moveTo>
                    <a:pt x="0" y="171811"/>
                  </a:moveTo>
                  <a:lnTo>
                    <a:pt x="230" y="177097"/>
                  </a:lnTo>
                  <a:lnTo>
                    <a:pt x="628" y="182373"/>
                  </a:lnTo>
                  <a:lnTo>
                    <a:pt x="1193" y="187634"/>
                  </a:lnTo>
                  <a:lnTo>
                    <a:pt x="1923" y="192874"/>
                  </a:lnTo>
                  <a:lnTo>
                    <a:pt x="2820" y="198089"/>
                  </a:lnTo>
                  <a:lnTo>
                    <a:pt x="3881" y="203273"/>
                  </a:lnTo>
                  <a:lnTo>
                    <a:pt x="5105" y="208420"/>
                  </a:lnTo>
                  <a:lnTo>
                    <a:pt x="6492" y="213526"/>
                  </a:lnTo>
                  <a:lnTo>
                    <a:pt x="8039" y="218586"/>
                  </a:lnTo>
                  <a:lnTo>
                    <a:pt x="9746" y="223594"/>
                  </a:lnTo>
                  <a:lnTo>
                    <a:pt x="11611" y="228546"/>
                  </a:lnTo>
                  <a:lnTo>
                    <a:pt x="13631" y="233436"/>
                  </a:lnTo>
                  <a:lnTo>
                    <a:pt x="15805" y="238260"/>
                  </a:lnTo>
                  <a:lnTo>
                    <a:pt x="18131" y="243012"/>
                  </a:lnTo>
                  <a:lnTo>
                    <a:pt x="20606" y="247689"/>
                  </a:lnTo>
                  <a:lnTo>
                    <a:pt x="23228" y="252285"/>
                  </a:lnTo>
                  <a:lnTo>
                    <a:pt x="25994" y="256795"/>
                  </a:lnTo>
                  <a:lnTo>
                    <a:pt x="28901" y="261216"/>
                  </a:lnTo>
                  <a:lnTo>
                    <a:pt x="31946" y="265543"/>
                  </a:lnTo>
                  <a:lnTo>
                    <a:pt x="35127" y="269771"/>
                  </a:lnTo>
                  <a:lnTo>
                    <a:pt x="38441" y="273896"/>
                  </a:lnTo>
                  <a:lnTo>
                    <a:pt x="41883" y="277914"/>
                  </a:lnTo>
                  <a:lnTo>
                    <a:pt x="45450" y="281822"/>
                  </a:lnTo>
                  <a:lnTo>
                    <a:pt x="49140" y="285614"/>
                  </a:lnTo>
                  <a:lnTo>
                    <a:pt x="52948" y="289288"/>
                  </a:lnTo>
                  <a:lnTo>
                    <a:pt x="56870" y="292840"/>
                  </a:lnTo>
                  <a:lnTo>
                    <a:pt x="60902" y="296265"/>
                  </a:lnTo>
                  <a:lnTo>
                    <a:pt x="65041" y="299562"/>
                  </a:lnTo>
                  <a:lnTo>
                    <a:pt x="69282" y="302725"/>
                  </a:lnTo>
                  <a:lnTo>
                    <a:pt x="73621" y="305753"/>
                  </a:lnTo>
                  <a:lnTo>
                    <a:pt x="78054" y="308642"/>
                  </a:lnTo>
                  <a:lnTo>
                    <a:pt x="82576" y="311390"/>
                  </a:lnTo>
                  <a:lnTo>
                    <a:pt x="87182" y="313992"/>
                  </a:lnTo>
                  <a:lnTo>
                    <a:pt x="91869" y="316448"/>
                  </a:lnTo>
                  <a:lnTo>
                    <a:pt x="96631" y="318754"/>
                  </a:lnTo>
                  <a:lnTo>
                    <a:pt x="101464" y="320909"/>
                  </a:lnTo>
                  <a:lnTo>
                    <a:pt x="106362" y="322909"/>
                  </a:lnTo>
                  <a:lnTo>
                    <a:pt x="111321" y="324753"/>
                  </a:lnTo>
                  <a:lnTo>
                    <a:pt x="116337" y="326440"/>
                  </a:lnTo>
                  <a:lnTo>
                    <a:pt x="121403" y="327966"/>
                  </a:lnTo>
                  <a:lnTo>
                    <a:pt x="126514" y="329332"/>
                  </a:lnTo>
                  <a:lnTo>
                    <a:pt x="131667" y="330535"/>
                  </a:lnTo>
                  <a:lnTo>
                    <a:pt x="136855" y="331575"/>
                  </a:lnTo>
                  <a:lnTo>
                    <a:pt x="142073" y="332450"/>
                  </a:lnTo>
                  <a:lnTo>
                    <a:pt x="147316" y="333159"/>
                  </a:lnTo>
                  <a:lnTo>
                    <a:pt x="152579" y="333702"/>
                  </a:lnTo>
                  <a:lnTo>
                    <a:pt x="157857" y="334079"/>
                  </a:lnTo>
                  <a:lnTo>
                    <a:pt x="163144" y="334288"/>
                  </a:lnTo>
                  <a:lnTo>
                    <a:pt x="168435" y="334329"/>
                  </a:lnTo>
                  <a:lnTo>
                    <a:pt x="173725" y="334203"/>
                  </a:lnTo>
                  <a:lnTo>
                    <a:pt x="179008" y="333910"/>
                  </a:lnTo>
                  <a:lnTo>
                    <a:pt x="184279" y="333450"/>
                  </a:lnTo>
                  <a:lnTo>
                    <a:pt x="189532" y="332823"/>
                  </a:lnTo>
                  <a:lnTo>
                    <a:pt x="194764" y="332030"/>
                  </a:lnTo>
                  <a:lnTo>
                    <a:pt x="199967" y="331072"/>
                  </a:lnTo>
                  <a:lnTo>
                    <a:pt x="205138" y="329950"/>
                  </a:lnTo>
                  <a:lnTo>
                    <a:pt x="210271" y="328664"/>
                  </a:lnTo>
                  <a:lnTo>
                    <a:pt x="215360" y="327217"/>
                  </a:lnTo>
                  <a:lnTo>
                    <a:pt x="220401" y="325610"/>
                  </a:lnTo>
                  <a:lnTo>
                    <a:pt x="225389" y="323844"/>
                  </a:lnTo>
                  <a:lnTo>
                    <a:pt x="230318" y="321921"/>
                  </a:lnTo>
                  <a:lnTo>
                    <a:pt x="235184" y="319843"/>
                  </a:lnTo>
                  <a:lnTo>
                    <a:pt x="239982" y="317612"/>
                  </a:lnTo>
                  <a:lnTo>
                    <a:pt x="244706" y="315230"/>
                  </a:lnTo>
                  <a:lnTo>
                    <a:pt x="249353" y="312700"/>
                  </a:lnTo>
                  <a:lnTo>
                    <a:pt x="253918" y="310024"/>
                  </a:lnTo>
                  <a:lnTo>
                    <a:pt x="258395" y="307205"/>
                  </a:lnTo>
                  <a:lnTo>
                    <a:pt x="262781" y="304245"/>
                  </a:lnTo>
                  <a:lnTo>
                    <a:pt x="267072" y="301149"/>
                  </a:lnTo>
                  <a:lnTo>
                    <a:pt x="271262" y="297918"/>
                  </a:lnTo>
                  <a:lnTo>
                    <a:pt x="275348" y="294556"/>
                  </a:lnTo>
                  <a:lnTo>
                    <a:pt x="279325" y="291066"/>
                  </a:lnTo>
                  <a:lnTo>
                    <a:pt x="283190" y="287453"/>
                  </a:lnTo>
                  <a:lnTo>
                    <a:pt x="286938" y="283719"/>
                  </a:lnTo>
                  <a:lnTo>
                    <a:pt x="290567" y="279868"/>
                  </a:lnTo>
                  <a:lnTo>
                    <a:pt x="294072" y="275904"/>
                  </a:lnTo>
                  <a:lnTo>
                    <a:pt x="297449" y="271831"/>
                  </a:lnTo>
                  <a:lnTo>
                    <a:pt x="300696" y="267654"/>
                  </a:lnTo>
                  <a:lnTo>
                    <a:pt x="303810" y="263376"/>
                  </a:lnTo>
                  <a:lnTo>
                    <a:pt x="306786" y="259001"/>
                  </a:lnTo>
                  <a:lnTo>
                    <a:pt x="309622" y="254534"/>
                  </a:lnTo>
                  <a:lnTo>
                    <a:pt x="312316" y="249980"/>
                  </a:lnTo>
                  <a:lnTo>
                    <a:pt x="314864" y="245343"/>
                  </a:lnTo>
                  <a:lnTo>
                    <a:pt x="317264" y="240628"/>
                  </a:lnTo>
                  <a:lnTo>
                    <a:pt x="319514" y="235839"/>
                  </a:lnTo>
                  <a:lnTo>
                    <a:pt x="321611" y="230981"/>
                  </a:lnTo>
                  <a:lnTo>
                    <a:pt x="323553" y="226059"/>
                  </a:lnTo>
                  <a:lnTo>
                    <a:pt x="325338" y="221078"/>
                  </a:lnTo>
                  <a:lnTo>
                    <a:pt x="326965" y="216043"/>
                  </a:lnTo>
                  <a:lnTo>
                    <a:pt x="328432" y="210960"/>
                  </a:lnTo>
                  <a:lnTo>
                    <a:pt x="329737" y="205832"/>
                  </a:lnTo>
                  <a:lnTo>
                    <a:pt x="330879" y="200666"/>
                  </a:lnTo>
                  <a:lnTo>
                    <a:pt x="331857" y="195466"/>
                  </a:lnTo>
                  <a:lnTo>
                    <a:pt x="332670" y="190238"/>
                  </a:lnTo>
                  <a:lnTo>
                    <a:pt x="333317" y="184986"/>
                  </a:lnTo>
                  <a:lnTo>
                    <a:pt x="333798" y="179717"/>
                  </a:lnTo>
                  <a:lnTo>
                    <a:pt x="334112" y="174435"/>
                  </a:lnTo>
                  <a:lnTo>
                    <a:pt x="334258" y="169146"/>
                  </a:lnTo>
                  <a:lnTo>
                    <a:pt x="334237" y="163855"/>
                  </a:lnTo>
                  <a:lnTo>
                    <a:pt x="334049" y="158567"/>
                  </a:lnTo>
                  <a:lnTo>
                    <a:pt x="333693" y="153288"/>
                  </a:lnTo>
                  <a:lnTo>
                    <a:pt x="333170" y="148023"/>
                  </a:lnTo>
                  <a:lnTo>
                    <a:pt x="332481" y="142777"/>
                  </a:lnTo>
                  <a:lnTo>
                    <a:pt x="331626" y="137556"/>
                  </a:lnTo>
                  <a:lnTo>
                    <a:pt x="330607" y="132364"/>
                  </a:lnTo>
                  <a:lnTo>
                    <a:pt x="329423" y="127207"/>
                  </a:lnTo>
                  <a:lnTo>
                    <a:pt x="328078" y="122090"/>
                  </a:lnTo>
                  <a:lnTo>
                    <a:pt x="326570" y="117018"/>
                  </a:lnTo>
                  <a:lnTo>
                    <a:pt x="324903" y="111996"/>
                  </a:lnTo>
                  <a:lnTo>
                    <a:pt x="323078" y="107030"/>
                  </a:lnTo>
                  <a:lnTo>
                    <a:pt x="321097" y="102124"/>
                  </a:lnTo>
                  <a:lnTo>
                    <a:pt x="318961" y="97283"/>
                  </a:lnTo>
                  <a:lnTo>
                    <a:pt x="316674" y="92512"/>
                  </a:lnTo>
                  <a:lnTo>
                    <a:pt x="314236" y="87815"/>
                  </a:lnTo>
                  <a:lnTo>
                    <a:pt x="311651" y="83199"/>
                  </a:lnTo>
                  <a:lnTo>
                    <a:pt x="308921" y="78666"/>
                  </a:lnTo>
                  <a:lnTo>
                    <a:pt x="306049" y="74222"/>
                  </a:lnTo>
                  <a:lnTo>
                    <a:pt x="303038" y="69872"/>
                  </a:lnTo>
                  <a:lnTo>
                    <a:pt x="299891" y="65618"/>
                  </a:lnTo>
                  <a:lnTo>
                    <a:pt x="296611" y="61467"/>
                  </a:lnTo>
                  <a:lnTo>
                    <a:pt x="293201" y="57421"/>
                  </a:lnTo>
                  <a:lnTo>
                    <a:pt x="289665" y="53485"/>
                  </a:lnTo>
                  <a:lnTo>
                    <a:pt x="286005" y="49664"/>
                  </a:lnTo>
                  <a:lnTo>
                    <a:pt x="282227" y="45959"/>
                  </a:lnTo>
                  <a:lnTo>
                    <a:pt x="278334" y="42377"/>
                  </a:lnTo>
                  <a:lnTo>
                    <a:pt x="274329" y="38919"/>
                  </a:lnTo>
                  <a:lnTo>
                    <a:pt x="270216" y="35590"/>
                  </a:lnTo>
                  <a:lnTo>
                    <a:pt x="266000" y="32393"/>
                  </a:lnTo>
                  <a:lnTo>
                    <a:pt x="261686" y="29330"/>
                  </a:lnTo>
                  <a:lnTo>
                    <a:pt x="257276" y="26406"/>
                  </a:lnTo>
                  <a:lnTo>
                    <a:pt x="252776" y="23623"/>
                  </a:lnTo>
                  <a:lnTo>
                    <a:pt x="248190" y="20983"/>
                  </a:lnTo>
                  <a:lnTo>
                    <a:pt x="243523" y="18490"/>
                  </a:lnTo>
                  <a:lnTo>
                    <a:pt x="238780" y="16146"/>
                  </a:lnTo>
                  <a:lnTo>
                    <a:pt x="233965" y="13953"/>
                  </a:lnTo>
                  <a:lnTo>
                    <a:pt x="229082" y="11914"/>
                  </a:lnTo>
                  <a:lnTo>
                    <a:pt x="224138" y="10030"/>
                  </a:lnTo>
                  <a:lnTo>
                    <a:pt x="219136" y="8304"/>
                  </a:lnTo>
                  <a:lnTo>
                    <a:pt x="214083" y="6737"/>
                  </a:lnTo>
                  <a:lnTo>
                    <a:pt x="208982" y="5330"/>
                  </a:lnTo>
                  <a:lnTo>
                    <a:pt x="203839" y="4086"/>
                  </a:lnTo>
                  <a:lnTo>
                    <a:pt x="198660" y="3005"/>
                  </a:lnTo>
                  <a:lnTo>
                    <a:pt x="193449" y="2089"/>
                  </a:lnTo>
                  <a:lnTo>
                    <a:pt x="188211" y="1338"/>
                  </a:lnTo>
                  <a:lnTo>
                    <a:pt x="182952" y="753"/>
                  </a:lnTo>
                  <a:lnTo>
                    <a:pt x="177678" y="334"/>
                  </a:lnTo>
                  <a:lnTo>
                    <a:pt x="172393" y="83"/>
                  </a:lnTo>
                  <a:lnTo>
                    <a:pt x="167102" y="0"/>
                  </a:lnTo>
                  <a:lnTo>
                    <a:pt x="16710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321831" y="4659281"/>
              <a:ext cx="101403" cy="167167"/>
            </a:xfrm>
            <a:custGeom>
              <a:avLst/>
              <a:pathLst>
                <a:path w="101403" h="167167">
                  <a:moveTo>
                    <a:pt x="101403" y="0"/>
                  </a:moveTo>
                  <a:lnTo>
                    <a:pt x="95669" y="98"/>
                  </a:lnTo>
                  <a:lnTo>
                    <a:pt x="89943" y="393"/>
                  </a:lnTo>
                  <a:lnTo>
                    <a:pt x="84230" y="884"/>
                  </a:lnTo>
                  <a:lnTo>
                    <a:pt x="78537" y="1571"/>
                  </a:lnTo>
                  <a:lnTo>
                    <a:pt x="72871" y="2452"/>
                  </a:lnTo>
                  <a:lnTo>
                    <a:pt x="67238" y="3528"/>
                  </a:lnTo>
                  <a:lnTo>
                    <a:pt x="61646" y="4796"/>
                  </a:lnTo>
                  <a:lnTo>
                    <a:pt x="56101" y="6255"/>
                  </a:lnTo>
                  <a:lnTo>
                    <a:pt x="50608" y="7903"/>
                  </a:lnTo>
                  <a:lnTo>
                    <a:pt x="45176" y="9739"/>
                  </a:lnTo>
                  <a:lnTo>
                    <a:pt x="39810" y="11760"/>
                  </a:lnTo>
                  <a:lnTo>
                    <a:pt x="34516" y="13964"/>
                  </a:lnTo>
                  <a:lnTo>
                    <a:pt x="29301" y="16348"/>
                  </a:lnTo>
                  <a:lnTo>
                    <a:pt x="24171" y="18910"/>
                  </a:lnTo>
                  <a:lnTo>
                    <a:pt x="19131" y="21646"/>
                  </a:lnTo>
                  <a:lnTo>
                    <a:pt x="14189" y="24553"/>
                  </a:lnTo>
                  <a:lnTo>
                    <a:pt x="9349" y="27628"/>
                  </a:lnTo>
                  <a:lnTo>
                    <a:pt x="4617" y="30868"/>
                  </a:lnTo>
                  <a:lnTo>
                    <a:pt x="0" y="34267"/>
                  </a:lnTo>
                  <a:lnTo>
                    <a:pt x="10140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321831" y="4693549"/>
              <a:ext cx="101403" cy="132899"/>
            </a:xfrm>
            <a:custGeom>
              <a:avLst/>
              <a:pathLst>
                <a:path w="101403" h="132899">
                  <a:moveTo>
                    <a:pt x="0" y="0"/>
                  </a:moveTo>
                  <a:lnTo>
                    <a:pt x="101403" y="1328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321831" y="4693549"/>
              <a:ext cx="101403" cy="132899"/>
            </a:xfrm>
            <a:custGeom>
              <a:avLst/>
              <a:pathLst>
                <a:path w="101403" h="132899">
                  <a:moveTo>
                    <a:pt x="0" y="0"/>
                  </a:moveTo>
                  <a:lnTo>
                    <a:pt x="101403" y="1328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256068" y="4693549"/>
              <a:ext cx="260522" cy="300056"/>
            </a:xfrm>
            <a:custGeom>
              <a:avLst/>
              <a:pathLst>
                <a:path w="260522" h="300056">
                  <a:moveTo>
                    <a:pt x="65763" y="0"/>
                  </a:moveTo>
                  <a:lnTo>
                    <a:pt x="61592" y="3288"/>
                  </a:lnTo>
                  <a:lnTo>
                    <a:pt x="57527" y="6708"/>
                  </a:lnTo>
                  <a:lnTo>
                    <a:pt x="53573" y="10255"/>
                  </a:lnTo>
                  <a:lnTo>
                    <a:pt x="49734" y="13926"/>
                  </a:lnTo>
                  <a:lnTo>
                    <a:pt x="46013" y="17717"/>
                  </a:lnTo>
                  <a:lnTo>
                    <a:pt x="42415" y="21624"/>
                  </a:lnTo>
                  <a:lnTo>
                    <a:pt x="38943" y="25644"/>
                  </a:lnTo>
                  <a:lnTo>
                    <a:pt x="35600" y="29772"/>
                  </a:lnTo>
                  <a:lnTo>
                    <a:pt x="32390" y="34004"/>
                  </a:lnTo>
                  <a:lnTo>
                    <a:pt x="29316" y="38336"/>
                  </a:lnTo>
                  <a:lnTo>
                    <a:pt x="26381" y="42764"/>
                  </a:lnTo>
                  <a:lnTo>
                    <a:pt x="23588" y="47282"/>
                  </a:lnTo>
                  <a:lnTo>
                    <a:pt x="20941" y="51887"/>
                  </a:lnTo>
                  <a:lnTo>
                    <a:pt x="18441" y="56574"/>
                  </a:lnTo>
                  <a:lnTo>
                    <a:pt x="16091" y="61337"/>
                  </a:lnTo>
                  <a:lnTo>
                    <a:pt x="13893" y="66173"/>
                  </a:lnTo>
                  <a:lnTo>
                    <a:pt x="11851" y="71077"/>
                  </a:lnTo>
                  <a:lnTo>
                    <a:pt x="9965" y="76043"/>
                  </a:lnTo>
                  <a:lnTo>
                    <a:pt x="8238" y="81066"/>
                  </a:lnTo>
                  <a:lnTo>
                    <a:pt x="6671" y="86141"/>
                  </a:lnTo>
                  <a:lnTo>
                    <a:pt x="5267" y="91264"/>
                  </a:lnTo>
                  <a:lnTo>
                    <a:pt x="4026" y="96429"/>
                  </a:lnTo>
                  <a:lnTo>
                    <a:pt x="2949" y="101630"/>
                  </a:lnTo>
                  <a:lnTo>
                    <a:pt x="2039" y="106864"/>
                  </a:lnTo>
                  <a:lnTo>
                    <a:pt x="1295" y="112123"/>
                  </a:lnTo>
                  <a:lnTo>
                    <a:pt x="719" y="117404"/>
                  </a:lnTo>
                  <a:lnTo>
                    <a:pt x="310" y="122700"/>
                  </a:lnTo>
                  <a:lnTo>
                    <a:pt x="71" y="128006"/>
                  </a:lnTo>
                  <a:lnTo>
                    <a:pt x="0" y="133317"/>
                  </a:lnTo>
                  <a:lnTo>
                    <a:pt x="97" y="138628"/>
                  </a:lnTo>
                  <a:lnTo>
                    <a:pt x="364" y="143933"/>
                  </a:lnTo>
                  <a:lnTo>
                    <a:pt x="798" y="149227"/>
                  </a:lnTo>
                  <a:lnTo>
                    <a:pt x="1401" y="154505"/>
                  </a:lnTo>
                  <a:lnTo>
                    <a:pt x="2171" y="159761"/>
                  </a:lnTo>
                  <a:lnTo>
                    <a:pt x="3108" y="164989"/>
                  </a:lnTo>
                  <a:lnTo>
                    <a:pt x="4210" y="170185"/>
                  </a:lnTo>
                  <a:lnTo>
                    <a:pt x="5477" y="175344"/>
                  </a:lnTo>
                  <a:lnTo>
                    <a:pt x="6907" y="180459"/>
                  </a:lnTo>
                  <a:lnTo>
                    <a:pt x="8499" y="185527"/>
                  </a:lnTo>
                  <a:lnTo>
                    <a:pt x="10251" y="190542"/>
                  </a:lnTo>
                  <a:lnTo>
                    <a:pt x="12162" y="195498"/>
                  </a:lnTo>
                  <a:lnTo>
                    <a:pt x="14229" y="200391"/>
                  </a:lnTo>
                  <a:lnTo>
                    <a:pt x="16451" y="205216"/>
                  </a:lnTo>
                  <a:lnTo>
                    <a:pt x="18824" y="209968"/>
                  </a:lnTo>
                  <a:lnTo>
                    <a:pt x="21348" y="214642"/>
                  </a:lnTo>
                  <a:lnTo>
                    <a:pt x="24019" y="219234"/>
                  </a:lnTo>
                  <a:lnTo>
                    <a:pt x="26834" y="223738"/>
                  </a:lnTo>
                  <a:lnTo>
                    <a:pt x="29791" y="228151"/>
                  </a:lnTo>
                  <a:lnTo>
                    <a:pt x="32886" y="232467"/>
                  </a:lnTo>
                  <a:lnTo>
                    <a:pt x="36118" y="236683"/>
                  </a:lnTo>
                  <a:lnTo>
                    <a:pt x="39481" y="240794"/>
                  </a:lnTo>
                  <a:lnTo>
                    <a:pt x="42973" y="244797"/>
                  </a:lnTo>
                  <a:lnTo>
                    <a:pt x="46591" y="248686"/>
                  </a:lnTo>
                  <a:lnTo>
                    <a:pt x="50331" y="252458"/>
                  </a:lnTo>
                  <a:lnTo>
                    <a:pt x="54188" y="256110"/>
                  </a:lnTo>
                  <a:lnTo>
                    <a:pt x="58160" y="259637"/>
                  </a:lnTo>
                  <a:lnTo>
                    <a:pt x="62242" y="263037"/>
                  </a:lnTo>
                  <a:lnTo>
                    <a:pt x="66429" y="266305"/>
                  </a:lnTo>
                  <a:lnTo>
                    <a:pt x="70719" y="269438"/>
                  </a:lnTo>
                  <a:lnTo>
                    <a:pt x="75105" y="272433"/>
                  </a:lnTo>
                  <a:lnTo>
                    <a:pt x="79585" y="275288"/>
                  </a:lnTo>
                  <a:lnTo>
                    <a:pt x="84153" y="277998"/>
                  </a:lnTo>
                  <a:lnTo>
                    <a:pt x="88805" y="280562"/>
                  </a:lnTo>
                  <a:lnTo>
                    <a:pt x="93536" y="282978"/>
                  </a:lnTo>
                  <a:lnTo>
                    <a:pt x="98341" y="285241"/>
                  </a:lnTo>
                  <a:lnTo>
                    <a:pt x="103216" y="287351"/>
                  </a:lnTo>
                  <a:lnTo>
                    <a:pt x="108156" y="289305"/>
                  </a:lnTo>
                  <a:lnTo>
                    <a:pt x="113155" y="291101"/>
                  </a:lnTo>
                  <a:lnTo>
                    <a:pt x="118208" y="292737"/>
                  </a:lnTo>
                  <a:lnTo>
                    <a:pt x="123311" y="294211"/>
                  </a:lnTo>
                  <a:lnTo>
                    <a:pt x="128458" y="295523"/>
                  </a:lnTo>
                  <a:lnTo>
                    <a:pt x="133645" y="296671"/>
                  </a:lnTo>
                  <a:lnTo>
                    <a:pt x="138865" y="297653"/>
                  </a:lnTo>
                  <a:lnTo>
                    <a:pt x="144114" y="298469"/>
                  </a:lnTo>
                  <a:lnTo>
                    <a:pt x="149386" y="299118"/>
                  </a:lnTo>
                  <a:lnTo>
                    <a:pt x="154676" y="299599"/>
                  </a:lnTo>
                  <a:lnTo>
                    <a:pt x="159978" y="299912"/>
                  </a:lnTo>
                  <a:lnTo>
                    <a:pt x="165288" y="300056"/>
                  </a:lnTo>
                  <a:lnTo>
                    <a:pt x="170600" y="300031"/>
                  </a:lnTo>
                  <a:lnTo>
                    <a:pt x="175908" y="299838"/>
                  </a:lnTo>
                  <a:lnTo>
                    <a:pt x="181208" y="299476"/>
                  </a:lnTo>
                  <a:lnTo>
                    <a:pt x="186493" y="298946"/>
                  </a:lnTo>
                  <a:lnTo>
                    <a:pt x="191759" y="298248"/>
                  </a:lnTo>
                  <a:lnTo>
                    <a:pt x="197000" y="297383"/>
                  </a:lnTo>
                  <a:lnTo>
                    <a:pt x="202210" y="296352"/>
                  </a:lnTo>
                  <a:lnTo>
                    <a:pt x="207386" y="295156"/>
                  </a:lnTo>
                  <a:lnTo>
                    <a:pt x="212521" y="293796"/>
                  </a:lnTo>
                  <a:lnTo>
                    <a:pt x="217610" y="292274"/>
                  </a:lnTo>
                  <a:lnTo>
                    <a:pt x="222648" y="290591"/>
                  </a:lnTo>
                  <a:lnTo>
                    <a:pt x="227630" y="288749"/>
                  </a:lnTo>
                  <a:lnTo>
                    <a:pt x="232551" y="286749"/>
                  </a:lnTo>
                  <a:lnTo>
                    <a:pt x="237406" y="284594"/>
                  </a:lnTo>
                  <a:lnTo>
                    <a:pt x="242190" y="282286"/>
                  </a:lnTo>
                  <a:lnTo>
                    <a:pt x="246898" y="279827"/>
                  </a:lnTo>
                  <a:lnTo>
                    <a:pt x="251526" y="277220"/>
                  </a:lnTo>
                  <a:lnTo>
                    <a:pt x="256069" y="274466"/>
                  </a:lnTo>
                  <a:lnTo>
                    <a:pt x="260522" y="271570"/>
                  </a:lnTo>
                  <a:lnTo>
                    <a:pt x="167166" y="1328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423235" y="4659281"/>
              <a:ext cx="167159" cy="305838"/>
            </a:xfrm>
            <a:custGeom>
              <a:avLst/>
              <a:pathLst>
                <a:path w="167159" h="305838">
                  <a:moveTo>
                    <a:pt x="93355" y="305838"/>
                  </a:moveTo>
                  <a:lnTo>
                    <a:pt x="97725" y="302794"/>
                  </a:lnTo>
                  <a:lnTo>
                    <a:pt x="101997" y="299612"/>
                  </a:lnTo>
                  <a:lnTo>
                    <a:pt x="106164" y="296295"/>
                  </a:lnTo>
                  <a:lnTo>
                    <a:pt x="110224" y="292847"/>
                  </a:lnTo>
                  <a:lnTo>
                    <a:pt x="114172" y="289272"/>
                  </a:lnTo>
                  <a:lnTo>
                    <a:pt x="118004" y="285573"/>
                  </a:lnTo>
                  <a:lnTo>
                    <a:pt x="121716" y="281753"/>
                  </a:lnTo>
                  <a:lnTo>
                    <a:pt x="125305" y="277817"/>
                  </a:lnTo>
                  <a:lnTo>
                    <a:pt x="128767" y="273769"/>
                  </a:lnTo>
                  <a:lnTo>
                    <a:pt x="132097" y="269613"/>
                  </a:lnTo>
                  <a:lnTo>
                    <a:pt x="135294" y="265352"/>
                  </a:lnTo>
                  <a:lnTo>
                    <a:pt x="138353" y="260992"/>
                  </a:lnTo>
                  <a:lnTo>
                    <a:pt x="141272" y="256537"/>
                  </a:lnTo>
                  <a:lnTo>
                    <a:pt x="144048" y="251991"/>
                  </a:lnTo>
                  <a:lnTo>
                    <a:pt x="146677" y="247359"/>
                  </a:lnTo>
                  <a:lnTo>
                    <a:pt x="149157" y="242645"/>
                  </a:lnTo>
                  <a:lnTo>
                    <a:pt x="151486" y="237855"/>
                  </a:lnTo>
                  <a:lnTo>
                    <a:pt x="153661" y="232993"/>
                  </a:lnTo>
                  <a:lnTo>
                    <a:pt x="155680" y="228064"/>
                  </a:lnTo>
                  <a:lnTo>
                    <a:pt x="157541" y="223074"/>
                  </a:lnTo>
                  <a:lnTo>
                    <a:pt x="159242" y="218026"/>
                  </a:lnTo>
                  <a:lnTo>
                    <a:pt x="160782" y="212927"/>
                  </a:lnTo>
                  <a:lnTo>
                    <a:pt x="162158" y="207782"/>
                  </a:lnTo>
                  <a:lnTo>
                    <a:pt x="163370" y="202595"/>
                  </a:lnTo>
                  <a:lnTo>
                    <a:pt x="164415" y="197373"/>
                  </a:lnTo>
                  <a:lnTo>
                    <a:pt x="165294" y="192119"/>
                  </a:lnTo>
                  <a:lnTo>
                    <a:pt x="166005" y="186841"/>
                  </a:lnTo>
                  <a:lnTo>
                    <a:pt x="166548" y="181542"/>
                  </a:lnTo>
                  <a:lnTo>
                    <a:pt x="166921" y="176229"/>
                  </a:lnTo>
                  <a:lnTo>
                    <a:pt x="167125" y="170907"/>
                  </a:lnTo>
                  <a:lnTo>
                    <a:pt x="167159" y="165580"/>
                  </a:lnTo>
                  <a:lnTo>
                    <a:pt x="167024" y="160256"/>
                  </a:lnTo>
                  <a:lnTo>
                    <a:pt x="166719" y="154938"/>
                  </a:lnTo>
                  <a:lnTo>
                    <a:pt x="166245" y="149633"/>
                  </a:lnTo>
                  <a:lnTo>
                    <a:pt x="165602" y="144346"/>
                  </a:lnTo>
                  <a:lnTo>
                    <a:pt x="164791" y="139082"/>
                  </a:lnTo>
                  <a:lnTo>
                    <a:pt x="163812" y="133846"/>
                  </a:lnTo>
                  <a:lnTo>
                    <a:pt x="162668" y="128644"/>
                  </a:lnTo>
                  <a:lnTo>
                    <a:pt x="161358" y="123481"/>
                  </a:lnTo>
                  <a:lnTo>
                    <a:pt x="159884" y="118363"/>
                  </a:lnTo>
                  <a:lnTo>
                    <a:pt x="158248" y="113294"/>
                  </a:lnTo>
                  <a:lnTo>
                    <a:pt x="156452" y="108280"/>
                  </a:lnTo>
                  <a:lnTo>
                    <a:pt x="154496" y="103326"/>
                  </a:lnTo>
                  <a:lnTo>
                    <a:pt x="152384" y="98436"/>
                  </a:lnTo>
                  <a:lnTo>
                    <a:pt x="150117" y="93616"/>
                  </a:lnTo>
                  <a:lnTo>
                    <a:pt x="147698" y="88871"/>
                  </a:lnTo>
                  <a:lnTo>
                    <a:pt x="145128" y="84206"/>
                  </a:lnTo>
                  <a:lnTo>
                    <a:pt x="142412" y="79624"/>
                  </a:lnTo>
                  <a:lnTo>
                    <a:pt x="139550" y="75132"/>
                  </a:lnTo>
                  <a:lnTo>
                    <a:pt x="136548" y="70733"/>
                  </a:lnTo>
                  <a:lnTo>
                    <a:pt x="133406" y="66431"/>
                  </a:lnTo>
                  <a:lnTo>
                    <a:pt x="130129" y="62233"/>
                  </a:lnTo>
                  <a:lnTo>
                    <a:pt x="126720" y="58140"/>
                  </a:lnTo>
                  <a:lnTo>
                    <a:pt x="123182" y="54158"/>
                  </a:lnTo>
                  <a:lnTo>
                    <a:pt x="119520" y="50291"/>
                  </a:lnTo>
                  <a:lnTo>
                    <a:pt x="115736" y="46543"/>
                  </a:lnTo>
                  <a:lnTo>
                    <a:pt x="111834" y="42917"/>
                  </a:lnTo>
                  <a:lnTo>
                    <a:pt x="107819" y="39417"/>
                  </a:lnTo>
                  <a:lnTo>
                    <a:pt x="103694" y="36047"/>
                  </a:lnTo>
                  <a:lnTo>
                    <a:pt x="99464" y="32810"/>
                  </a:lnTo>
                  <a:lnTo>
                    <a:pt x="95134" y="29710"/>
                  </a:lnTo>
                  <a:lnTo>
                    <a:pt x="90706" y="26749"/>
                  </a:lnTo>
                  <a:lnTo>
                    <a:pt x="86187" y="23930"/>
                  </a:lnTo>
                  <a:lnTo>
                    <a:pt x="81580" y="21257"/>
                  </a:lnTo>
                  <a:lnTo>
                    <a:pt x="76890" y="18732"/>
                  </a:lnTo>
                  <a:lnTo>
                    <a:pt x="72122" y="16358"/>
                  </a:lnTo>
                  <a:lnTo>
                    <a:pt x="67281" y="14137"/>
                  </a:lnTo>
                  <a:lnTo>
                    <a:pt x="62372" y="12071"/>
                  </a:lnTo>
                  <a:lnTo>
                    <a:pt x="57399" y="10163"/>
                  </a:lnTo>
                  <a:lnTo>
                    <a:pt x="52368" y="8414"/>
                  </a:lnTo>
                  <a:lnTo>
                    <a:pt x="47284" y="6826"/>
                  </a:lnTo>
                  <a:lnTo>
                    <a:pt x="42152" y="5401"/>
                  </a:lnTo>
                  <a:lnTo>
                    <a:pt x="36977" y="4140"/>
                  </a:lnTo>
                  <a:lnTo>
                    <a:pt x="31764" y="3045"/>
                  </a:lnTo>
                  <a:lnTo>
                    <a:pt x="26520" y="2117"/>
                  </a:lnTo>
                  <a:lnTo>
                    <a:pt x="21248" y="1355"/>
                  </a:lnTo>
                  <a:lnTo>
                    <a:pt x="15955" y="763"/>
                  </a:lnTo>
                  <a:lnTo>
                    <a:pt x="10645" y="339"/>
                  </a:lnTo>
                  <a:lnTo>
                    <a:pt x="5325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97065" y="4213821"/>
              <a:ext cx="131406" cy="167167"/>
            </a:xfrm>
            <a:custGeom>
              <a:avLst/>
              <a:pathLst>
                <a:path w="131406" h="167167">
                  <a:moveTo>
                    <a:pt x="131406" y="0"/>
                  </a:moveTo>
                  <a:lnTo>
                    <a:pt x="125808" y="93"/>
                  </a:lnTo>
                  <a:lnTo>
                    <a:pt x="120215" y="375"/>
                  </a:lnTo>
                  <a:lnTo>
                    <a:pt x="114635" y="843"/>
                  </a:lnTo>
                  <a:lnTo>
                    <a:pt x="109074" y="1498"/>
                  </a:lnTo>
                  <a:lnTo>
                    <a:pt x="103538" y="2339"/>
                  </a:lnTo>
                  <a:lnTo>
                    <a:pt x="98034" y="3365"/>
                  </a:lnTo>
                  <a:lnTo>
                    <a:pt x="92566" y="4574"/>
                  </a:lnTo>
                  <a:lnTo>
                    <a:pt x="87143" y="5966"/>
                  </a:lnTo>
                  <a:lnTo>
                    <a:pt x="81769" y="7539"/>
                  </a:lnTo>
                  <a:lnTo>
                    <a:pt x="76450" y="9291"/>
                  </a:lnTo>
                  <a:lnTo>
                    <a:pt x="71194" y="11220"/>
                  </a:lnTo>
                  <a:lnTo>
                    <a:pt x="66005" y="13324"/>
                  </a:lnTo>
                  <a:lnTo>
                    <a:pt x="60889" y="15601"/>
                  </a:lnTo>
                  <a:lnTo>
                    <a:pt x="55852" y="18048"/>
                  </a:lnTo>
                  <a:lnTo>
                    <a:pt x="50900" y="20662"/>
                  </a:lnTo>
                  <a:lnTo>
                    <a:pt x="46039" y="23440"/>
                  </a:lnTo>
                  <a:lnTo>
                    <a:pt x="41273" y="26380"/>
                  </a:lnTo>
                  <a:lnTo>
                    <a:pt x="36609" y="29478"/>
                  </a:lnTo>
                  <a:lnTo>
                    <a:pt x="32050" y="32730"/>
                  </a:lnTo>
                  <a:lnTo>
                    <a:pt x="27604" y="36133"/>
                  </a:lnTo>
                  <a:lnTo>
                    <a:pt x="23273" y="39683"/>
                  </a:lnTo>
                  <a:lnTo>
                    <a:pt x="19064" y="43376"/>
                  </a:lnTo>
                  <a:lnTo>
                    <a:pt x="14981" y="47208"/>
                  </a:lnTo>
                  <a:lnTo>
                    <a:pt x="11029" y="51174"/>
                  </a:lnTo>
                  <a:lnTo>
                    <a:pt x="7212" y="55271"/>
                  </a:lnTo>
                  <a:lnTo>
                    <a:pt x="3534" y="59493"/>
                  </a:lnTo>
                  <a:lnTo>
                    <a:pt x="0" y="63836"/>
                  </a:lnTo>
                  <a:lnTo>
                    <a:pt x="13140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597065" y="4277658"/>
              <a:ext cx="131406" cy="103330"/>
            </a:xfrm>
            <a:custGeom>
              <a:avLst/>
              <a:pathLst>
                <a:path w="131406" h="103330">
                  <a:moveTo>
                    <a:pt x="0" y="0"/>
                  </a:moveTo>
                  <a:lnTo>
                    <a:pt x="131406" y="1033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561304" y="4277658"/>
              <a:ext cx="334334" cy="270477"/>
            </a:xfrm>
            <a:custGeom>
              <a:avLst/>
              <a:pathLst>
                <a:path w="334334" h="270477">
                  <a:moveTo>
                    <a:pt x="35760" y="0"/>
                  </a:moveTo>
                  <a:lnTo>
                    <a:pt x="32547" y="4221"/>
                  </a:lnTo>
                  <a:lnTo>
                    <a:pt x="29470" y="8543"/>
                  </a:lnTo>
                  <a:lnTo>
                    <a:pt x="26532" y="12960"/>
                  </a:lnTo>
                  <a:lnTo>
                    <a:pt x="23735" y="17468"/>
                  </a:lnTo>
                  <a:lnTo>
                    <a:pt x="21083" y="22063"/>
                  </a:lnTo>
                  <a:lnTo>
                    <a:pt x="18578" y="26739"/>
                  </a:lnTo>
                  <a:lnTo>
                    <a:pt x="16222" y="31493"/>
                  </a:lnTo>
                  <a:lnTo>
                    <a:pt x="14019" y="36319"/>
                  </a:lnTo>
                  <a:lnTo>
                    <a:pt x="11969" y="41212"/>
                  </a:lnTo>
                  <a:lnTo>
                    <a:pt x="10076" y="46168"/>
                  </a:lnTo>
                  <a:lnTo>
                    <a:pt x="8342" y="51182"/>
                  </a:lnTo>
                  <a:lnTo>
                    <a:pt x="6767" y="56248"/>
                  </a:lnTo>
                  <a:lnTo>
                    <a:pt x="5354" y="61361"/>
                  </a:lnTo>
                  <a:lnTo>
                    <a:pt x="4103" y="66517"/>
                  </a:lnTo>
                  <a:lnTo>
                    <a:pt x="3017" y="71710"/>
                  </a:lnTo>
                  <a:lnTo>
                    <a:pt x="2097" y="76934"/>
                  </a:lnTo>
                  <a:lnTo>
                    <a:pt x="1342" y="82186"/>
                  </a:lnTo>
                  <a:lnTo>
                    <a:pt x="755" y="87458"/>
                  </a:lnTo>
                  <a:lnTo>
                    <a:pt x="335" y="92747"/>
                  </a:lnTo>
                  <a:lnTo>
                    <a:pt x="83" y="98046"/>
                  </a:lnTo>
                  <a:lnTo>
                    <a:pt x="0" y="103350"/>
                  </a:lnTo>
                  <a:lnTo>
                    <a:pt x="84" y="108655"/>
                  </a:lnTo>
                  <a:lnTo>
                    <a:pt x="337" y="113954"/>
                  </a:lnTo>
                  <a:lnTo>
                    <a:pt x="759" y="119242"/>
                  </a:lnTo>
                  <a:lnTo>
                    <a:pt x="1347" y="124515"/>
                  </a:lnTo>
                  <a:lnTo>
                    <a:pt x="2103" y="129766"/>
                  </a:lnTo>
                  <a:lnTo>
                    <a:pt x="3025" y="134990"/>
                  </a:lnTo>
                  <a:lnTo>
                    <a:pt x="4112" y="140183"/>
                  </a:lnTo>
                  <a:lnTo>
                    <a:pt x="5364" y="145338"/>
                  </a:lnTo>
                  <a:lnTo>
                    <a:pt x="6778" y="150452"/>
                  </a:lnTo>
                  <a:lnTo>
                    <a:pt x="8354" y="155517"/>
                  </a:lnTo>
                  <a:lnTo>
                    <a:pt x="10090" y="160530"/>
                  </a:lnTo>
                  <a:lnTo>
                    <a:pt x="11984" y="165486"/>
                  </a:lnTo>
                  <a:lnTo>
                    <a:pt x="14035" y="170379"/>
                  </a:lnTo>
                  <a:lnTo>
                    <a:pt x="16240" y="175204"/>
                  </a:lnTo>
                  <a:lnTo>
                    <a:pt x="18596" y="179957"/>
                  </a:lnTo>
                  <a:lnTo>
                    <a:pt x="21103" y="184633"/>
                  </a:lnTo>
                  <a:lnTo>
                    <a:pt x="23756" y="189227"/>
                  </a:lnTo>
                  <a:lnTo>
                    <a:pt x="26554" y="193734"/>
                  </a:lnTo>
                  <a:lnTo>
                    <a:pt x="29493" y="198151"/>
                  </a:lnTo>
                  <a:lnTo>
                    <a:pt x="32572" y="202472"/>
                  </a:lnTo>
                  <a:lnTo>
                    <a:pt x="35785" y="206693"/>
                  </a:lnTo>
                  <a:lnTo>
                    <a:pt x="39131" y="210809"/>
                  </a:lnTo>
                  <a:lnTo>
                    <a:pt x="42606" y="214818"/>
                  </a:lnTo>
                  <a:lnTo>
                    <a:pt x="46207" y="218715"/>
                  </a:lnTo>
                  <a:lnTo>
                    <a:pt x="49929" y="222495"/>
                  </a:lnTo>
                  <a:lnTo>
                    <a:pt x="53769" y="226155"/>
                  </a:lnTo>
                  <a:lnTo>
                    <a:pt x="57724" y="229691"/>
                  </a:lnTo>
                  <a:lnTo>
                    <a:pt x="61789" y="233100"/>
                  </a:lnTo>
                  <a:lnTo>
                    <a:pt x="65960" y="236379"/>
                  </a:lnTo>
                  <a:lnTo>
                    <a:pt x="70232" y="239523"/>
                  </a:lnTo>
                  <a:lnTo>
                    <a:pt x="74603" y="242531"/>
                  </a:lnTo>
                  <a:lnTo>
                    <a:pt x="79067" y="245398"/>
                  </a:lnTo>
                  <a:lnTo>
                    <a:pt x="83619" y="248122"/>
                  </a:lnTo>
                  <a:lnTo>
                    <a:pt x="88256" y="250700"/>
                  </a:lnTo>
                  <a:lnTo>
                    <a:pt x="92972" y="253130"/>
                  </a:lnTo>
                  <a:lnTo>
                    <a:pt x="97762" y="255409"/>
                  </a:lnTo>
                  <a:lnTo>
                    <a:pt x="102623" y="257535"/>
                  </a:lnTo>
                  <a:lnTo>
                    <a:pt x="107549" y="259505"/>
                  </a:lnTo>
                  <a:lnTo>
                    <a:pt x="112534" y="261318"/>
                  </a:lnTo>
                  <a:lnTo>
                    <a:pt x="117575" y="262972"/>
                  </a:lnTo>
                  <a:lnTo>
                    <a:pt x="122666" y="264465"/>
                  </a:lnTo>
                  <a:lnTo>
                    <a:pt x="127801" y="265796"/>
                  </a:lnTo>
                  <a:lnTo>
                    <a:pt x="132977" y="266964"/>
                  </a:lnTo>
                  <a:lnTo>
                    <a:pt x="138186" y="267966"/>
                  </a:lnTo>
                  <a:lnTo>
                    <a:pt x="143425" y="268803"/>
                  </a:lnTo>
                  <a:lnTo>
                    <a:pt x="148688" y="269473"/>
                  </a:lnTo>
                  <a:lnTo>
                    <a:pt x="153969" y="269976"/>
                  </a:lnTo>
                  <a:lnTo>
                    <a:pt x="159264" y="270311"/>
                  </a:lnTo>
                  <a:lnTo>
                    <a:pt x="164566" y="270477"/>
                  </a:lnTo>
                  <a:lnTo>
                    <a:pt x="169871" y="270476"/>
                  </a:lnTo>
                  <a:lnTo>
                    <a:pt x="175174" y="270306"/>
                  </a:lnTo>
                  <a:lnTo>
                    <a:pt x="180468" y="269967"/>
                  </a:lnTo>
                  <a:lnTo>
                    <a:pt x="185749" y="269462"/>
                  </a:lnTo>
                  <a:lnTo>
                    <a:pt x="191011" y="268788"/>
                  </a:lnTo>
                  <a:lnTo>
                    <a:pt x="196250" y="267948"/>
                  </a:lnTo>
                  <a:lnTo>
                    <a:pt x="201459" y="266943"/>
                  </a:lnTo>
                  <a:lnTo>
                    <a:pt x="206633" y="265772"/>
                  </a:lnTo>
                  <a:lnTo>
                    <a:pt x="211768" y="264438"/>
                  </a:lnTo>
                  <a:lnTo>
                    <a:pt x="216858" y="262941"/>
                  </a:lnTo>
                  <a:lnTo>
                    <a:pt x="221897" y="261284"/>
                  </a:lnTo>
                  <a:lnTo>
                    <a:pt x="226882" y="259468"/>
                  </a:lnTo>
                  <a:lnTo>
                    <a:pt x="231806" y="257495"/>
                  </a:lnTo>
                  <a:lnTo>
                    <a:pt x="236666" y="255366"/>
                  </a:lnTo>
                  <a:lnTo>
                    <a:pt x="241455" y="253084"/>
                  </a:lnTo>
                  <a:lnTo>
                    <a:pt x="246170" y="250651"/>
                  </a:lnTo>
                  <a:lnTo>
                    <a:pt x="250805" y="248070"/>
                  </a:lnTo>
                  <a:lnTo>
                    <a:pt x="255355" y="245343"/>
                  </a:lnTo>
                  <a:lnTo>
                    <a:pt x="259817" y="242473"/>
                  </a:lnTo>
                  <a:lnTo>
                    <a:pt x="264186" y="239463"/>
                  </a:lnTo>
                  <a:lnTo>
                    <a:pt x="268457" y="236316"/>
                  </a:lnTo>
                  <a:lnTo>
                    <a:pt x="272626" y="233035"/>
                  </a:lnTo>
                  <a:lnTo>
                    <a:pt x="276688" y="229624"/>
                  </a:lnTo>
                  <a:lnTo>
                    <a:pt x="280641" y="226085"/>
                  </a:lnTo>
                  <a:lnTo>
                    <a:pt x="284479" y="222422"/>
                  </a:lnTo>
                  <a:lnTo>
                    <a:pt x="288199" y="218640"/>
                  </a:lnTo>
                  <a:lnTo>
                    <a:pt x="291797" y="214741"/>
                  </a:lnTo>
                  <a:lnTo>
                    <a:pt x="295269" y="210730"/>
                  </a:lnTo>
                  <a:lnTo>
                    <a:pt x="298613" y="206611"/>
                  </a:lnTo>
                  <a:lnTo>
                    <a:pt x="301824" y="202388"/>
                  </a:lnTo>
                  <a:lnTo>
                    <a:pt x="304899" y="198065"/>
                  </a:lnTo>
                  <a:lnTo>
                    <a:pt x="307836" y="193647"/>
                  </a:lnTo>
                  <a:lnTo>
                    <a:pt x="310631" y="189138"/>
                  </a:lnTo>
                  <a:lnTo>
                    <a:pt x="313282" y="184543"/>
                  </a:lnTo>
                  <a:lnTo>
                    <a:pt x="315785" y="179865"/>
                  </a:lnTo>
                  <a:lnTo>
                    <a:pt x="318139" y="175111"/>
                  </a:lnTo>
                  <a:lnTo>
                    <a:pt x="320340" y="170284"/>
                  </a:lnTo>
                  <a:lnTo>
                    <a:pt x="322388" y="165390"/>
                  </a:lnTo>
                  <a:lnTo>
                    <a:pt x="324279" y="160433"/>
                  </a:lnTo>
                  <a:lnTo>
                    <a:pt x="326012" y="155419"/>
                  </a:lnTo>
                  <a:lnTo>
                    <a:pt x="327585" y="150352"/>
                  </a:lnTo>
                  <a:lnTo>
                    <a:pt x="328996" y="145238"/>
                  </a:lnTo>
                  <a:lnTo>
                    <a:pt x="330244" y="140082"/>
                  </a:lnTo>
                  <a:lnTo>
                    <a:pt x="331328" y="134889"/>
                  </a:lnTo>
                  <a:lnTo>
                    <a:pt x="332247" y="129664"/>
                  </a:lnTo>
                  <a:lnTo>
                    <a:pt x="333000" y="124412"/>
                  </a:lnTo>
                  <a:lnTo>
                    <a:pt x="333585" y="119139"/>
                  </a:lnTo>
                  <a:lnTo>
                    <a:pt x="334003" y="113851"/>
                  </a:lnTo>
                  <a:lnTo>
                    <a:pt x="334253" y="108551"/>
                  </a:lnTo>
                  <a:lnTo>
                    <a:pt x="334334" y="103247"/>
                  </a:lnTo>
                  <a:lnTo>
                    <a:pt x="334248" y="97942"/>
                  </a:lnTo>
                  <a:lnTo>
                    <a:pt x="333992" y="92643"/>
                  </a:lnTo>
                  <a:lnTo>
                    <a:pt x="333569" y="87355"/>
                  </a:lnTo>
                  <a:lnTo>
                    <a:pt x="332979" y="82083"/>
                  </a:lnTo>
                  <a:lnTo>
                    <a:pt x="332221" y="76832"/>
                  </a:lnTo>
                  <a:lnTo>
                    <a:pt x="167167" y="1033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728472" y="4213821"/>
              <a:ext cx="165053" cy="167167"/>
            </a:xfrm>
            <a:custGeom>
              <a:avLst/>
              <a:pathLst>
                <a:path w="165053" h="167167">
                  <a:moveTo>
                    <a:pt x="165053" y="140669"/>
                  </a:moveTo>
                  <a:lnTo>
                    <a:pt x="164095" y="135266"/>
                  </a:lnTo>
                  <a:lnTo>
                    <a:pt x="162959" y="129897"/>
                  </a:lnTo>
                  <a:lnTo>
                    <a:pt x="161648" y="124568"/>
                  </a:lnTo>
                  <a:lnTo>
                    <a:pt x="160163" y="119286"/>
                  </a:lnTo>
                  <a:lnTo>
                    <a:pt x="158505" y="114055"/>
                  </a:lnTo>
                  <a:lnTo>
                    <a:pt x="156676" y="108881"/>
                  </a:lnTo>
                  <a:lnTo>
                    <a:pt x="154679" y="103770"/>
                  </a:lnTo>
                  <a:lnTo>
                    <a:pt x="152515" y="98727"/>
                  </a:lnTo>
                  <a:lnTo>
                    <a:pt x="150186" y="93758"/>
                  </a:lnTo>
                  <a:lnTo>
                    <a:pt x="147696" y="88868"/>
                  </a:lnTo>
                  <a:lnTo>
                    <a:pt x="145046" y="84062"/>
                  </a:lnTo>
                  <a:lnTo>
                    <a:pt x="142240" y="79346"/>
                  </a:lnTo>
                  <a:lnTo>
                    <a:pt x="139281" y="74725"/>
                  </a:lnTo>
                  <a:lnTo>
                    <a:pt x="136172" y="70203"/>
                  </a:lnTo>
                  <a:lnTo>
                    <a:pt x="132916" y="65786"/>
                  </a:lnTo>
                  <a:lnTo>
                    <a:pt x="129517" y="61478"/>
                  </a:lnTo>
                  <a:lnTo>
                    <a:pt x="125978" y="57284"/>
                  </a:lnTo>
                  <a:lnTo>
                    <a:pt x="122304" y="53208"/>
                  </a:lnTo>
                  <a:lnTo>
                    <a:pt x="118497" y="49255"/>
                  </a:lnTo>
                  <a:lnTo>
                    <a:pt x="114563" y="45429"/>
                  </a:lnTo>
                  <a:lnTo>
                    <a:pt x="110506" y="41735"/>
                  </a:lnTo>
                  <a:lnTo>
                    <a:pt x="106329" y="38175"/>
                  </a:lnTo>
                  <a:lnTo>
                    <a:pt x="102038" y="34755"/>
                  </a:lnTo>
                  <a:lnTo>
                    <a:pt x="97637" y="31477"/>
                  </a:lnTo>
                  <a:lnTo>
                    <a:pt x="93131" y="28345"/>
                  </a:lnTo>
                  <a:lnTo>
                    <a:pt x="88524" y="25363"/>
                  </a:lnTo>
                  <a:lnTo>
                    <a:pt x="83822" y="22534"/>
                  </a:lnTo>
                  <a:lnTo>
                    <a:pt x="79030" y="19861"/>
                  </a:lnTo>
                  <a:lnTo>
                    <a:pt x="74153" y="17346"/>
                  </a:lnTo>
                  <a:lnTo>
                    <a:pt x="69195" y="14993"/>
                  </a:lnTo>
                  <a:lnTo>
                    <a:pt x="64163" y="12804"/>
                  </a:lnTo>
                  <a:lnTo>
                    <a:pt x="59062" y="10781"/>
                  </a:lnTo>
                  <a:lnTo>
                    <a:pt x="53897" y="8927"/>
                  </a:lnTo>
                  <a:lnTo>
                    <a:pt x="48674" y="7243"/>
                  </a:lnTo>
                  <a:lnTo>
                    <a:pt x="43399" y="5731"/>
                  </a:lnTo>
                  <a:lnTo>
                    <a:pt x="38077" y="4394"/>
                  </a:lnTo>
                  <a:lnTo>
                    <a:pt x="32714" y="3232"/>
                  </a:lnTo>
                  <a:lnTo>
                    <a:pt x="27316" y="2246"/>
                  </a:lnTo>
                  <a:lnTo>
                    <a:pt x="21888" y="1439"/>
                  </a:lnTo>
                  <a:lnTo>
                    <a:pt x="16436" y="810"/>
                  </a:lnTo>
                  <a:lnTo>
                    <a:pt x="10967" y="360"/>
                  </a:lnTo>
                  <a:lnTo>
                    <a:pt x="5486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52756" y="3707720"/>
              <a:ext cx="166254" cy="167167"/>
            </a:xfrm>
            <a:custGeom>
              <a:avLst/>
              <a:pathLst>
                <a:path w="166254" h="167167">
                  <a:moveTo>
                    <a:pt x="166254" y="0"/>
                  </a:moveTo>
                  <a:lnTo>
                    <a:pt x="160808" y="88"/>
                  </a:lnTo>
                  <a:lnTo>
                    <a:pt x="155368" y="354"/>
                  </a:lnTo>
                  <a:lnTo>
                    <a:pt x="149940" y="798"/>
                  </a:lnTo>
                  <a:lnTo>
                    <a:pt x="144528" y="1417"/>
                  </a:lnTo>
                  <a:lnTo>
                    <a:pt x="139140" y="2213"/>
                  </a:lnTo>
                  <a:lnTo>
                    <a:pt x="133781" y="3184"/>
                  </a:lnTo>
                  <a:lnTo>
                    <a:pt x="128456" y="4329"/>
                  </a:lnTo>
                  <a:lnTo>
                    <a:pt x="123171" y="5647"/>
                  </a:lnTo>
                  <a:lnTo>
                    <a:pt x="117932" y="7136"/>
                  </a:lnTo>
                  <a:lnTo>
                    <a:pt x="112744" y="8795"/>
                  </a:lnTo>
                  <a:lnTo>
                    <a:pt x="107613" y="10623"/>
                  </a:lnTo>
                  <a:lnTo>
                    <a:pt x="102544" y="12616"/>
                  </a:lnTo>
                  <a:lnTo>
                    <a:pt x="97543" y="14774"/>
                  </a:lnTo>
                  <a:lnTo>
                    <a:pt x="92615" y="17093"/>
                  </a:lnTo>
                  <a:lnTo>
                    <a:pt x="87765" y="19572"/>
                  </a:lnTo>
                  <a:lnTo>
                    <a:pt x="82998" y="22207"/>
                  </a:lnTo>
                  <a:lnTo>
                    <a:pt x="78320" y="24996"/>
                  </a:lnTo>
                  <a:lnTo>
                    <a:pt x="73735" y="27936"/>
                  </a:lnTo>
                  <a:lnTo>
                    <a:pt x="69248" y="31024"/>
                  </a:lnTo>
                  <a:lnTo>
                    <a:pt x="64865" y="34257"/>
                  </a:lnTo>
                  <a:lnTo>
                    <a:pt x="60589" y="37631"/>
                  </a:lnTo>
                  <a:lnTo>
                    <a:pt x="56425" y="41142"/>
                  </a:lnTo>
                  <a:lnTo>
                    <a:pt x="52377" y="44787"/>
                  </a:lnTo>
                  <a:lnTo>
                    <a:pt x="48451" y="48561"/>
                  </a:lnTo>
                  <a:lnTo>
                    <a:pt x="44649" y="52462"/>
                  </a:lnTo>
                  <a:lnTo>
                    <a:pt x="40977" y="56485"/>
                  </a:lnTo>
                  <a:lnTo>
                    <a:pt x="37438" y="60625"/>
                  </a:lnTo>
                  <a:lnTo>
                    <a:pt x="34035" y="64878"/>
                  </a:lnTo>
                  <a:lnTo>
                    <a:pt x="30773" y="69239"/>
                  </a:lnTo>
                  <a:lnTo>
                    <a:pt x="27655" y="73705"/>
                  </a:lnTo>
                  <a:lnTo>
                    <a:pt x="24684" y="78270"/>
                  </a:lnTo>
                  <a:lnTo>
                    <a:pt x="21863" y="82929"/>
                  </a:lnTo>
                  <a:lnTo>
                    <a:pt x="19195" y="87678"/>
                  </a:lnTo>
                  <a:lnTo>
                    <a:pt x="16684" y="92511"/>
                  </a:lnTo>
                  <a:lnTo>
                    <a:pt x="14331" y="97423"/>
                  </a:lnTo>
                  <a:lnTo>
                    <a:pt x="12139" y="102410"/>
                  </a:lnTo>
                  <a:lnTo>
                    <a:pt x="10112" y="107465"/>
                  </a:lnTo>
                  <a:lnTo>
                    <a:pt x="8249" y="112583"/>
                  </a:lnTo>
                  <a:lnTo>
                    <a:pt x="6555" y="117760"/>
                  </a:lnTo>
                  <a:lnTo>
                    <a:pt x="5030" y="122989"/>
                  </a:lnTo>
                  <a:lnTo>
                    <a:pt x="3677" y="128264"/>
                  </a:lnTo>
                  <a:lnTo>
                    <a:pt x="2496" y="133581"/>
                  </a:lnTo>
                  <a:lnTo>
                    <a:pt x="1488" y="138934"/>
                  </a:lnTo>
                  <a:lnTo>
                    <a:pt x="656" y="144317"/>
                  </a:lnTo>
                  <a:lnTo>
                    <a:pt x="0" y="149724"/>
                  </a:lnTo>
                  <a:lnTo>
                    <a:pt x="16625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51850" y="3708641"/>
              <a:ext cx="334327" cy="333402"/>
            </a:xfrm>
            <a:custGeom>
              <a:avLst/>
              <a:pathLst>
                <a:path w="334327" h="333402">
                  <a:moveTo>
                    <a:pt x="905" y="148803"/>
                  </a:moveTo>
                  <a:lnTo>
                    <a:pt x="434" y="154104"/>
                  </a:lnTo>
                  <a:lnTo>
                    <a:pt x="132" y="159418"/>
                  </a:lnTo>
                  <a:lnTo>
                    <a:pt x="0" y="164738"/>
                  </a:lnTo>
                  <a:lnTo>
                    <a:pt x="36" y="170060"/>
                  </a:lnTo>
                  <a:lnTo>
                    <a:pt x="242" y="175378"/>
                  </a:lnTo>
                  <a:lnTo>
                    <a:pt x="618" y="180686"/>
                  </a:lnTo>
                  <a:lnTo>
                    <a:pt x="1162" y="185980"/>
                  </a:lnTo>
                  <a:lnTo>
                    <a:pt x="1874" y="191255"/>
                  </a:lnTo>
                  <a:lnTo>
                    <a:pt x="2754" y="196503"/>
                  </a:lnTo>
                  <a:lnTo>
                    <a:pt x="3800" y="201721"/>
                  </a:lnTo>
                  <a:lnTo>
                    <a:pt x="5012" y="206903"/>
                  </a:lnTo>
                  <a:lnTo>
                    <a:pt x="6389" y="212044"/>
                  </a:lnTo>
                  <a:lnTo>
                    <a:pt x="7928" y="217139"/>
                  </a:lnTo>
                  <a:lnTo>
                    <a:pt x="9629" y="222182"/>
                  </a:lnTo>
                  <a:lnTo>
                    <a:pt x="11489" y="227168"/>
                  </a:lnTo>
                  <a:lnTo>
                    <a:pt x="13507" y="232092"/>
                  </a:lnTo>
                  <a:lnTo>
                    <a:pt x="15681" y="236950"/>
                  </a:lnTo>
                  <a:lnTo>
                    <a:pt x="18008" y="241736"/>
                  </a:lnTo>
                  <a:lnTo>
                    <a:pt x="20487" y="246446"/>
                  </a:lnTo>
                  <a:lnTo>
                    <a:pt x="23114" y="251074"/>
                  </a:lnTo>
                  <a:lnTo>
                    <a:pt x="25887" y="255616"/>
                  </a:lnTo>
                  <a:lnTo>
                    <a:pt x="28804" y="260068"/>
                  </a:lnTo>
                  <a:lnTo>
                    <a:pt x="31860" y="264424"/>
                  </a:lnTo>
                  <a:lnTo>
                    <a:pt x="35054" y="268682"/>
                  </a:lnTo>
                  <a:lnTo>
                    <a:pt x="38382" y="272835"/>
                  </a:lnTo>
                  <a:lnTo>
                    <a:pt x="41840" y="276880"/>
                  </a:lnTo>
                  <a:lnTo>
                    <a:pt x="45425" y="280813"/>
                  </a:lnTo>
                  <a:lnTo>
                    <a:pt x="49134" y="284630"/>
                  </a:lnTo>
                  <a:lnTo>
                    <a:pt x="52962" y="288327"/>
                  </a:lnTo>
                  <a:lnTo>
                    <a:pt x="56906" y="291900"/>
                  </a:lnTo>
                  <a:lnTo>
                    <a:pt x="60962" y="295346"/>
                  </a:lnTo>
                  <a:lnTo>
                    <a:pt x="65125" y="298662"/>
                  </a:lnTo>
                  <a:lnTo>
                    <a:pt x="69392" y="301842"/>
                  </a:lnTo>
                  <a:lnTo>
                    <a:pt x="73758" y="304886"/>
                  </a:lnTo>
                  <a:lnTo>
                    <a:pt x="78218" y="307789"/>
                  </a:lnTo>
                  <a:lnTo>
                    <a:pt x="82769" y="310548"/>
                  </a:lnTo>
                  <a:lnTo>
                    <a:pt x="87405" y="313161"/>
                  </a:lnTo>
                  <a:lnTo>
                    <a:pt x="92122" y="315626"/>
                  </a:lnTo>
                  <a:lnTo>
                    <a:pt x="96915" y="317939"/>
                  </a:lnTo>
                  <a:lnTo>
                    <a:pt x="101779" y="320098"/>
                  </a:lnTo>
                  <a:lnTo>
                    <a:pt x="106710" y="322101"/>
                  </a:lnTo>
                  <a:lnTo>
                    <a:pt x="111702" y="323946"/>
                  </a:lnTo>
                  <a:lnTo>
                    <a:pt x="116750" y="325632"/>
                  </a:lnTo>
                  <a:lnTo>
                    <a:pt x="121849" y="327156"/>
                  </a:lnTo>
                  <a:lnTo>
                    <a:pt x="126994" y="328517"/>
                  </a:lnTo>
                  <a:lnTo>
                    <a:pt x="132179" y="329713"/>
                  </a:lnTo>
                  <a:lnTo>
                    <a:pt x="137401" y="330744"/>
                  </a:lnTo>
                  <a:lnTo>
                    <a:pt x="142652" y="331607"/>
                  </a:lnTo>
                  <a:lnTo>
                    <a:pt x="147928" y="332304"/>
                  </a:lnTo>
                  <a:lnTo>
                    <a:pt x="153224" y="332832"/>
                  </a:lnTo>
                  <a:lnTo>
                    <a:pt x="158534" y="333191"/>
                  </a:lnTo>
                  <a:lnTo>
                    <a:pt x="163852" y="333381"/>
                  </a:lnTo>
                  <a:lnTo>
                    <a:pt x="169174" y="333402"/>
                  </a:lnTo>
                  <a:lnTo>
                    <a:pt x="174494" y="333253"/>
                  </a:lnTo>
                  <a:lnTo>
                    <a:pt x="179806" y="332935"/>
                  </a:lnTo>
                  <a:lnTo>
                    <a:pt x="185106" y="332448"/>
                  </a:lnTo>
                  <a:lnTo>
                    <a:pt x="190387" y="331792"/>
                  </a:lnTo>
                  <a:lnTo>
                    <a:pt x="195645" y="330969"/>
                  </a:lnTo>
                  <a:lnTo>
                    <a:pt x="200874" y="329979"/>
                  </a:lnTo>
                  <a:lnTo>
                    <a:pt x="206069" y="328823"/>
                  </a:lnTo>
                  <a:lnTo>
                    <a:pt x="211225" y="327502"/>
                  </a:lnTo>
                  <a:lnTo>
                    <a:pt x="216335" y="326017"/>
                  </a:lnTo>
                  <a:lnTo>
                    <a:pt x="221396" y="324371"/>
                  </a:lnTo>
                  <a:lnTo>
                    <a:pt x="226402" y="322564"/>
                  </a:lnTo>
                  <a:lnTo>
                    <a:pt x="231348" y="320599"/>
                  </a:lnTo>
                  <a:lnTo>
                    <a:pt x="236229" y="318478"/>
                  </a:lnTo>
                  <a:lnTo>
                    <a:pt x="241040" y="316202"/>
                  </a:lnTo>
                  <a:lnTo>
                    <a:pt x="245776" y="313774"/>
                  </a:lnTo>
                  <a:lnTo>
                    <a:pt x="250432" y="311197"/>
                  </a:lnTo>
                  <a:lnTo>
                    <a:pt x="255004" y="308473"/>
                  </a:lnTo>
                  <a:lnTo>
                    <a:pt x="259487" y="305605"/>
                  </a:lnTo>
                  <a:lnTo>
                    <a:pt x="263876" y="302595"/>
                  </a:lnTo>
                  <a:lnTo>
                    <a:pt x="268167" y="299447"/>
                  </a:lnTo>
                  <a:lnTo>
                    <a:pt x="272356" y="296165"/>
                  </a:lnTo>
                  <a:lnTo>
                    <a:pt x="276438" y="292750"/>
                  </a:lnTo>
                  <a:lnTo>
                    <a:pt x="280410" y="289208"/>
                  </a:lnTo>
                  <a:lnTo>
                    <a:pt x="284266" y="285540"/>
                  </a:lnTo>
                  <a:lnTo>
                    <a:pt x="288004" y="281752"/>
                  </a:lnTo>
                  <a:lnTo>
                    <a:pt x="291620" y="277847"/>
                  </a:lnTo>
                  <a:lnTo>
                    <a:pt x="295109" y="273829"/>
                  </a:lnTo>
                  <a:lnTo>
                    <a:pt x="298469" y="269701"/>
                  </a:lnTo>
                  <a:lnTo>
                    <a:pt x="301696" y="265469"/>
                  </a:lnTo>
                  <a:lnTo>
                    <a:pt x="304786" y="261136"/>
                  </a:lnTo>
                  <a:lnTo>
                    <a:pt x="307737" y="256707"/>
                  </a:lnTo>
                  <a:lnTo>
                    <a:pt x="310545" y="252186"/>
                  </a:lnTo>
                  <a:lnTo>
                    <a:pt x="313208" y="247579"/>
                  </a:lnTo>
                  <a:lnTo>
                    <a:pt x="315723" y="242888"/>
                  </a:lnTo>
                  <a:lnTo>
                    <a:pt x="318087" y="238121"/>
                  </a:lnTo>
                  <a:lnTo>
                    <a:pt x="320299" y="233280"/>
                  </a:lnTo>
                  <a:lnTo>
                    <a:pt x="322355" y="228371"/>
                  </a:lnTo>
                  <a:lnTo>
                    <a:pt x="324254" y="223399"/>
                  </a:lnTo>
                  <a:lnTo>
                    <a:pt x="325994" y="218370"/>
                  </a:lnTo>
                  <a:lnTo>
                    <a:pt x="327572" y="213288"/>
                  </a:lnTo>
                  <a:lnTo>
                    <a:pt x="328988" y="208157"/>
                  </a:lnTo>
                  <a:lnTo>
                    <a:pt x="330241" y="202985"/>
                  </a:lnTo>
                  <a:lnTo>
                    <a:pt x="331327" y="197775"/>
                  </a:lnTo>
                  <a:lnTo>
                    <a:pt x="332248" y="192533"/>
                  </a:lnTo>
                  <a:lnTo>
                    <a:pt x="333001" y="187265"/>
                  </a:lnTo>
                  <a:lnTo>
                    <a:pt x="333586" y="181975"/>
                  </a:lnTo>
                  <a:lnTo>
                    <a:pt x="334002" y="176670"/>
                  </a:lnTo>
                  <a:lnTo>
                    <a:pt x="334250" y="171353"/>
                  </a:lnTo>
                  <a:lnTo>
                    <a:pt x="334327" y="166032"/>
                  </a:lnTo>
                  <a:lnTo>
                    <a:pt x="334236" y="160711"/>
                  </a:lnTo>
                  <a:lnTo>
                    <a:pt x="333975" y="155395"/>
                  </a:lnTo>
                  <a:lnTo>
                    <a:pt x="333545" y="150091"/>
                  </a:lnTo>
                  <a:lnTo>
                    <a:pt x="332947" y="144803"/>
                  </a:lnTo>
                  <a:lnTo>
                    <a:pt x="332180" y="139536"/>
                  </a:lnTo>
                  <a:lnTo>
                    <a:pt x="331246" y="134297"/>
                  </a:lnTo>
                  <a:lnTo>
                    <a:pt x="330146" y="129090"/>
                  </a:lnTo>
                  <a:lnTo>
                    <a:pt x="328880" y="123920"/>
                  </a:lnTo>
                  <a:lnTo>
                    <a:pt x="327451" y="118794"/>
                  </a:lnTo>
                  <a:lnTo>
                    <a:pt x="325859" y="113716"/>
                  </a:lnTo>
                  <a:lnTo>
                    <a:pt x="324107" y="108691"/>
                  </a:lnTo>
                  <a:lnTo>
                    <a:pt x="322195" y="103724"/>
                  </a:lnTo>
                  <a:lnTo>
                    <a:pt x="320126" y="98820"/>
                  </a:lnTo>
                  <a:lnTo>
                    <a:pt x="317903" y="93985"/>
                  </a:lnTo>
                  <a:lnTo>
                    <a:pt x="315526" y="89224"/>
                  </a:lnTo>
                  <a:lnTo>
                    <a:pt x="312999" y="84540"/>
                  </a:lnTo>
                  <a:lnTo>
                    <a:pt x="310324" y="79939"/>
                  </a:lnTo>
                  <a:lnTo>
                    <a:pt x="307504" y="75425"/>
                  </a:lnTo>
                  <a:lnTo>
                    <a:pt x="304542" y="71004"/>
                  </a:lnTo>
                  <a:lnTo>
                    <a:pt x="301441" y="66679"/>
                  </a:lnTo>
                  <a:lnTo>
                    <a:pt x="298203" y="62455"/>
                  </a:lnTo>
                  <a:lnTo>
                    <a:pt x="294833" y="58336"/>
                  </a:lnTo>
                  <a:lnTo>
                    <a:pt x="291333" y="54327"/>
                  </a:lnTo>
                  <a:lnTo>
                    <a:pt x="287708" y="50431"/>
                  </a:lnTo>
                  <a:lnTo>
                    <a:pt x="283960" y="46652"/>
                  </a:lnTo>
                  <a:lnTo>
                    <a:pt x="280094" y="42995"/>
                  </a:lnTo>
                  <a:lnTo>
                    <a:pt x="276114" y="39463"/>
                  </a:lnTo>
                  <a:lnTo>
                    <a:pt x="272023" y="36059"/>
                  </a:lnTo>
                  <a:lnTo>
                    <a:pt x="267825" y="32787"/>
                  </a:lnTo>
                  <a:lnTo>
                    <a:pt x="263526" y="29650"/>
                  </a:lnTo>
                  <a:lnTo>
                    <a:pt x="259129" y="26652"/>
                  </a:lnTo>
                  <a:lnTo>
                    <a:pt x="254639" y="23795"/>
                  </a:lnTo>
                  <a:lnTo>
                    <a:pt x="250060" y="21082"/>
                  </a:lnTo>
                  <a:lnTo>
                    <a:pt x="245397" y="18517"/>
                  </a:lnTo>
                  <a:lnTo>
                    <a:pt x="240655" y="16102"/>
                  </a:lnTo>
                  <a:lnTo>
                    <a:pt x="235838" y="13838"/>
                  </a:lnTo>
                  <a:lnTo>
                    <a:pt x="230952" y="11729"/>
                  </a:lnTo>
                  <a:lnTo>
                    <a:pt x="226001" y="9777"/>
                  </a:lnTo>
                  <a:lnTo>
                    <a:pt x="220991" y="7983"/>
                  </a:lnTo>
                  <a:lnTo>
                    <a:pt x="215926" y="6350"/>
                  </a:lnTo>
                  <a:lnTo>
                    <a:pt x="210811" y="4879"/>
                  </a:lnTo>
                  <a:lnTo>
                    <a:pt x="205652" y="3571"/>
                  </a:lnTo>
                  <a:lnTo>
                    <a:pt x="200454" y="2428"/>
                  </a:lnTo>
                  <a:lnTo>
                    <a:pt x="195223" y="1451"/>
                  </a:lnTo>
                  <a:lnTo>
                    <a:pt x="189963" y="641"/>
                  </a:lnTo>
                  <a:lnTo>
                    <a:pt x="184680" y="0"/>
                  </a:lnTo>
                  <a:lnTo>
                    <a:pt x="167160" y="1662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919011" y="3707720"/>
              <a:ext cx="17519" cy="167167"/>
            </a:xfrm>
            <a:custGeom>
              <a:avLst/>
              <a:pathLst>
                <a:path w="17519" h="167167">
                  <a:moveTo>
                    <a:pt x="17519" y="920"/>
                  </a:moveTo>
                  <a:lnTo>
                    <a:pt x="8771" y="23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tx77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4" name="tx794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5" name="tx795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2025-06-05T18:34:31Z</dcterms:modified>
  <cp:category/>
</cp:coreProperties>
</file>