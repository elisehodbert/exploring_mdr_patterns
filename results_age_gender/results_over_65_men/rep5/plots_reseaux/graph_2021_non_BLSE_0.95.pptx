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54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8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03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5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7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35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1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0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1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0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7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7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8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2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1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13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24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2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25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55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2769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7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28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185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1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59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5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9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5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4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79935" y="3170392"/>
              <a:ext cx="3843" cy="167167"/>
            </a:xfrm>
            <a:custGeom>
              <a:avLst/>
              <a:pathLst>
                <a:path w="3843" h="167167">
                  <a:moveTo>
                    <a:pt x="3843" y="0"/>
                  </a:moveTo>
                  <a:lnTo>
                    <a:pt x="0" y="44"/>
                  </a:lnTo>
                  <a:lnTo>
                    <a:pt x="384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79935" y="3170436"/>
              <a:ext cx="3843" cy="167123"/>
            </a:xfrm>
            <a:custGeom>
              <a:avLst/>
              <a:pathLst>
                <a:path w="3843" h="167123">
                  <a:moveTo>
                    <a:pt x="0" y="0"/>
                  </a:moveTo>
                  <a:lnTo>
                    <a:pt x="3843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3" y="3170424"/>
              <a:ext cx="334333" cy="334286"/>
            </a:xfrm>
            <a:custGeom>
              <a:avLst/>
              <a:pathLst>
                <a:path w="334333" h="334286">
                  <a:moveTo>
                    <a:pt x="163322" y="12"/>
                  </a:moveTo>
                  <a:lnTo>
                    <a:pt x="158030" y="218"/>
                  </a:lnTo>
                  <a:lnTo>
                    <a:pt x="152748" y="591"/>
                  </a:lnTo>
                  <a:lnTo>
                    <a:pt x="147480" y="1131"/>
                  </a:lnTo>
                  <a:lnTo>
                    <a:pt x="142232" y="1838"/>
                  </a:lnTo>
                  <a:lnTo>
                    <a:pt x="137009" y="2710"/>
                  </a:lnTo>
                  <a:lnTo>
                    <a:pt x="131816" y="3748"/>
                  </a:lnTo>
                  <a:lnTo>
                    <a:pt x="126659" y="4950"/>
                  </a:lnTo>
                  <a:lnTo>
                    <a:pt x="121542" y="6314"/>
                  </a:lnTo>
                  <a:lnTo>
                    <a:pt x="116471" y="7840"/>
                  </a:lnTo>
                  <a:lnTo>
                    <a:pt x="111451" y="9525"/>
                  </a:lnTo>
                  <a:lnTo>
                    <a:pt x="106487" y="11369"/>
                  </a:lnTo>
                  <a:lnTo>
                    <a:pt x="101584" y="13369"/>
                  </a:lnTo>
                  <a:lnTo>
                    <a:pt x="96746" y="15523"/>
                  </a:lnTo>
                  <a:lnTo>
                    <a:pt x="91980" y="17830"/>
                  </a:lnTo>
                  <a:lnTo>
                    <a:pt x="87288" y="20286"/>
                  </a:lnTo>
                  <a:lnTo>
                    <a:pt x="82677" y="22890"/>
                  </a:lnTo>
                  <a:lnTo>
                    <a:pt x="78151" y="25638"/>
                  </a:lnTo>
                  <a:lnTo>
                    <a:pt x="73714" y="28529"/>
                  </a:lnTo>
                  <a:lnTo>
                    <a:pt x="69371" y="31558"/>
                  </a:lnTo>
                  <a:lnTo>
                    <a:pt x="65125" y="34724"/>
                  </a:lnTo>
                  <a:lnTo>
                    <a:pt x="60983" y="38022"/>
                  </a:lnTo>
                  <a:lnTo>
                    <a:pt x="56946" y="41450"/>
                  </a:lnTo>
                  <a:lnTo>
                    <a:pt x="53021" y="45004"/>
                  </a:lnTo>
                  <a:lnTo>
                    <a:pt x="49210" y="48681"/>
                  </a:lnTo>
                  <a:lnTo>
                    <a:pt x="45517" y="52476"/>
                  </a:lnTo>
                  <a:lnTo>
                    <a:pt x="41946" y="56387"/>
                  </a:lnTo>
                  <a:lnTo>
                    <a:pt x="38502" y="60409"/>
                  </a:lnTo>
                  <a:lnTo>
                    <a:pt x="35186" y="64537"/>
                  </a:lnTo>
                  <a:lnTo>
                    <a:pt x="32002" y="68769"/>
                  </a:lnTo>
                  <a:lnTo>
                    <a:pt x="28954" y="73100"/>
                  </a:lnTo>
                  <a:lnTo>
                    <a:pt x="26045" y="77524"/>
                  </a:lnTo>
                  <a:lnTo>
                    <a:pt x="23278" y="82039"/>
                  </a:lnTo>
                  <a:lnTo>
                    <a:pt x="20655" y="86639"/>
                  </a:lnTo>
                  <a:lnTo>
                    <a:pt x="18179" y="91320"/>
                  </a:lnTo>
                  <a:lnTo>
                    <a:pt x="15852" y="96077"/>
                  </a:lnTo>
                  <a:lnTo>
                    <a:pt x="13677" y="100905"/>
                  </a:lnTo>
                  <a:lnTo>
                    <a:pt x="11657" y="105800"/>
                  </a:lnTo>
                  <a:lnTo>
                    <a:pt x="9792" y="110756"/>
                  </a:lnTo>
                  <a:lnTo>
                    <a:pt x="8085" y="115769"/>
                  </a:lnTo>
                  <a:lnTo>
                    <a:pt x="6538" y="120834"/>
                  </a:lnTo>
                  <a:lnTo>
                    <a:pt x="5152" y="125945"/>
                  </a:lnTo>
                  <a:lnTo>
                    <a:pt x="3929" y="131097"/>
                  </a:lnTo>
                  <a:lnTo>
                    <a:pt x="2869" y="136285"/>
                  </a:lnTo>
                  <a:lnTo>
                    <a:pt x="1974" y="141504"/>
                  </a:lnTo>
                  <a:lnTo>
                    <a:pt x="1246" y="146749"/>
                  </a:lnTo>
                  <a:lnTo>
                    <a:pt x="683" y="152015"/>
                  </a:lnTo>
                  <a:lnTo>
                    <a:pt x="288" y="157296"/>
                  </a:lnTo>
                  <a:lnTo>
                    <a:pt x="60" y="162586"/>
                  </a:lnTo>
                  <a:lnTo>
                    <a:pt x="0" y="167881"/>
                  </a:lnTo>
                  <a:lnTo>
                    <a:pt x="107" y="173176"/>
                  </a:lnTo>
                  <a:lnTo>
                    <a:pt x="382" y="178464"/>
                  </a:lnTo>
                  <a:lnTo>
                    <a:pt x="825" y="183741"/>
                  </a:lnTo>
                  <a:lnTo>
                    <a:pt x="1434" y="189001"/>
                  </a:lnTo>
                  <a:lnTo>
                    <a:pt x="2210" y="194239"/>
                  </a:lnTo>
                  <a:lnTo>
                    <a:pt x="3151" y="199451"/>
                  </a:lnTo>
                  <a:lnTo>
                    <a:pt x="4257" y="204629"/>
                  </a:lnTo>
                  <a:lnTo>
                    <a:pt x="5526" y="209770"/>
                  </a:lnTo>
                  <a:lnTo>
                    <a:pt x="6958" y="214869"/>
                  </a:lnTo>
                  <a:lnTo>
                    <a:pt x="8550" y="219919"/>
                  </a:lnTo>
                  <a:lnTo>
                    <a:pt x="10301" y="224916"/>
                  </a:lnTo>
                  <a:lnTo>
                    <a:pt x="12210" y="229856"/>
                  </a:lnTo>
                  <a:lnTo>
                    <a:pt x="14275" y="234732"/>
                  </a:lnTo>
                  <a:lnTo>
                    <a:pt x="16492" y="239541"/>
                  </a:lnTo>
                  <a:lnTo>
                    <a:pt x="18861" y="244277"/>
                  </a:lnTo>
                  <a:lnTo>
                    <a:pt x="21379" y="248936"/>
                  </a:lnTo>
                  <a:lnTo>
                    <a:pt x="24043" y="253512"/>
                  </a:lnTo>
                  <a:lnTo>
                    <a:pt x="26851" y="258002"/>
                  </a:lnTo>
                  <a:lnTo>
                    <a:pt x="29799" y="262401"/>
                  </a:lnTo>
                  <a:lnTo>
                    <a:pt x="32885" y="266704"/>
                  </a:lnTo>
                  <a:lnTo>
                    <a:pt x="36107" y="270907"/>
                  </a:lnTo>
                  <a:lnTo>
                    <a:pt x="39459" y="275006"/>
                  </a:lnTo>
                  <a:lnTo>
                    <a:pt x="42940" y="278997"/>
                  </a:lnTo>
                  <a:lnTo>
                    <a:pt x="46545" y="282875"/>
                  </a:lnTo>
                  <a:lnTo>
                    <a:pt x="50272" y="286638"/>
                  </a:lnTo>
                  <a:lnTo>
                    <a:pt x="54115" y="290280"/>
                  </a:lnTo>
                  <a:lnTo>
                    <a:pt x="58073" y="293799"/>
                  </a:lnTo>
                  <a:lnTo>
                    <a:pt x="62139" y="297191"/>
                  </a:lnTo>
                  <a:lnTo>
                    <a:pt x="66311" y="300452"/>
                  </a:lnTo>
                  <a:lnTo>
                    <a:pt x="70584" y="303580"/>
                  </a:lnTo>
                  <a:lnTo>
                    <a:pt x="74955" y="306570"/>
                  </a:lnTo>
                  <a:lnTo>
                    <a:pt x="79417" y="309421"/>
                  </a:lnTo>
                  <a:lnTo>
                    <a:pt x="83968" y="312129"/>
                  </a:lnTo>
                  <a:lnTo>
                    <a:pt x="88602" y="314691"/>
                  </a:lnTo>
                  <a:lnTo>
                    <a:pt x="93315" y="317106"/>
                  </a:lnTo>
                  <a:lnTo>
                    <a:pt x="98102" y="319370"/>
                  </a:lnTo>
                  <a:lnTo>
                    <a:pt x="102959" y="321481"/>
                  </a:lnTo>
                  <a:lnTo>
                    <a:pt x="107880" y="323437"/>
                  </a:lnTo>
                  <a:lnTo>
                    <a:pt x="112860" y="325236"/>
                  </a:lnTo>
                  <a:lnTo>
                    <a:pt x="117895" y="326877"/>
                  </a:lnTo>
                  <a:lnTo>
                    <a:pt x="122979" y="328357"/>
                  </a:lnTo>
                  <a:lnTo>
                    <a:pt x="128108" y="329676"/>
                  </a:lnTo>
                  <a:lnTo>
                    <a:pt x="133276" y="330832"/>
                  </a:lnTo>
                  <a:lnTo>
                    <a:pt x="138477" y="331823"/>
                  </a:lnTo>
                  <a:lnTo>
                    <a:pt x="143708" y="332649"/>
                  </a:lnTo>
                  <a:lnTo>
                    <a:pt x="148962" y="333309"/>
                  </a:lnTo>
                  <a:lnTo>
                    <a:pt x="154235" y="333802"/>
                  </a:lnTo>
                  <a:lnTo>
                    <a:pt x="159520" y="334128"/>
                  </a:lnTo>
                  <a:lnTo>
                    <a:pt x="164813" y="334286"/>
                  </a:lnTo>
                  <a:lnTo>
                    <a:pt x="170109" y="334277"/>
                  </a:lnTo>
                  <a:lnTo>
                    <a:pt x="175401" y="334100"/>
                  </a:lnTo>
                  <a:lnTo>
                    <a:pt x="180685" y="333755"/>
                  </a:lnTo>
                  <a:lnTo>
                    <a:pt x="185956" y="333243"/>
                  </a:lnTo>
                  <a:lnTo>
                    <a:pt x="191208" y="332565"/>
                  </a:lnTo>
                  <a:lnTo>
                    <a:pt x="196436" y="331720"/>
                  </a:lnTo>
                  <a:lnTo>
                    <a:pt x="201634" y="330711"/>
                  </a:lnTo>
                  <a:lnTo>
                    <a:pt x="206798" y="329537"/>
                  </a:lnTo>
                  <a:lnTo>
                    <a:pt x="211921" y="328200"/>
                  </a:lnTo>
                  <a:lnTo>
                    <a:pt x="217001" y="326702"/>
                  </a:lnTo>
                  <a:lnTo>
                    <a:pt x="222030" y="325043"/>
                  </a:lnTo>
                  <a:lnTo>
                    <a:pt x="227004" y="323226"/>
                  </a:lnTo>
                  <a:lnTo>
                    <a:pt x="231917" y="321253"/>
                  </a:lnTo>
                  <a:lnTo>
                    <a:pt x="236766" y="319124"/>
                  </a:lnTo>
                  <a:lnTo>
                    <a:pt x="241545" y="316843"/>
                  </a:lnTo>
                  <a:lnTo>
                    <a:pt x="246250" y="314412"/>
                  </a:lnTo>
                  <a:lnTo>
                    <a:pt x="250875" y="311834"/>
                  </a:lnTo>
                  <a:lnTo>
                    <a:pt x="255416" y="309110"/>
                  </a:lnTo>
                  <a:lnTo>
                    <a:pt x="259869" y="306243"/>
                  </a:lnTo>
                  <a:lnTo>
                    <a:pt x="264228" y="303237"/>
                  </a:lnTo>
                  <a:lnTo>
                    <a:pt x="268490" y="300095"/>
                  </a:lnTo>
                  <a:lnTo>
                    <a:pt x="272651" y="296819"/>
                  </a:lnTo>
                  <a:lnTo>
                    <a:pt x="276705" y="293412"/>
                  </a:lnTo>
                  <a:lnTo>
                    <a:pt x="280650" y="289880"/>
                  </a:lnTo>
                  <a:lnTo>
                    <a:pt x="284481" y="286223"/>
                  </a:lnTo>
                  <a:lnTo>
                    <a:pt x="288194" y="282448"/>
                  </a:lnTo>
                  <a:lnTo>
                    <a:pt x="291786" y="278557"/>
                  </a:lnTo>
                  <a:lnTo>
                    <a:pt x="295252" y="274554"/>
                  </a:lnTo>
                  <a:lnTo>
                    <a:pt x="298590" y="270443"/>
                  </a:lnTo>
                  <a:lnTo>
                    <a:pt x="301796" y="266228"/>
                  </a:lnTo>
                  <a:lnTo>
                    <a:pt x="304868" y="261914"/>
                  </a:lnTo>
                  <a:lnTo>
                    <a:pt x="307800" y="257505"/>
                  </a:lnTo>
                  <a:lnTo>
                    <a:pt x="310592" y="253005"/>
                  </a:lnTo>
                  <a:lnTo>
                    <a:pt x="313240" y="248419"/>
                  </a:lnTo>
                  <a:lnTo>
                    <a:pt x="315741" y="243752"/>
                  </a:lnTo>
                  <a:lnTo>
                    <a:pt x="318093" y="239008"/>
                  </a:lnTo>
                  <a:lnTo>
                    <a:pt x="320294" y="234191"/>
                  </a:lnTo>
                  <a:lnTo>
                    <a:pt x="322341" y="229307"/>
                  </a:lnTo>
                  <a:lnTo>
                    <a:pt x="324233" y="224361"/>
                  </a:lnTo>
                  <a:lnTo>
                    <a:pt x="325966" y="219358"/>
                  </a:lnTo>
                  <a:lnTo>
                    <a:pt x="327541" y="214302"/>
                  </a:lnTo>
                  <a:lnTo>
                    <a:pt x="328954" y="209198"/>
                  </a:lnTo>
                  <a:lnTo>
                    <a:pt x="330205" y="204053"/>
                  </a:lnTo>
                  <a:lnTo>
                    <a:pt x="331293" y="198870"/>
                  </a:lnTo>
                  <a:lnTo>
                    <a:pt x="332216" y="193656"/>
                  </a:lnTo>
                  <a:lnTo>
                    <a:pt x="332973" y="188415"/>
                  </a:lnTo>
                  <a:lnTo>
                    <a:pt x="333564" y="183152"/>
                  </a:lnTo>
                  <a:lnTo>
                    <a:pt x="333987" y="177874"/>
                  </a:lnTo>
                  <a:lnTo>
                    <a:pt x="334244" y="172585"/>
                  </a:lnTo>
                  <a:lnTo>
                    <a:pt x="334333" y="167290"/>
                  </a:lnTo>
                  <a:lnTo>
                    <a:pt x="334254" y="161995"/>
                  </a:lnTo>
                  <a:lnTo>
                    <a:pt x="334007" y="156705"/>
                  </a:lnTo>
                  <a:lnTo>
                    <a:pt x="333593" y="151426"/>
                  </a:lnTo>
                  <a:lnTo>
                    <a:pt x="333012" y="146163"/>
                  </a:lnTo>
                  <a:lnTo>
                    <a:pt x="332264" y="140920"/>
                  </a:lnTo>
                  <a:lnTo>
                    <a:pt x="331351" y="135704"/>
                  </a:lnTo>
                  <a:lnTo>
                    <a:pt x="330273" y="130519"/>
                  </a:lnTo>
                  <a:lnTo>
                    <a:pt x="329032" y="125372"/>
                  </a:lnTo>
                  <a:lnTo>
                    <a:pt x="327628" y="120266"/>
                  </a:lnTo>
                  <a:lnTo>
                    <a:pt x="326063" y="115207"/>
                  </a:lnTo>
                  <a:lnTo>
                    <a:pt x="324338" y="110200"/>
                  </a:lnTo>
                  <a:lnTo>
                    <a:pt x="322456" y="105250"/>
                  </a:lnTo>
                  <a:lnTo>
                    <a:pt x="320418" y="100363"/>
                  </a:lnTo>
                  <a:lnTo>
                    <a:pt x="318226" y="95542"/>
                  </a:lnTo>
                  <a:lnTo>
                    <a:pt x="315883" y="90794"/>
                  </a:lnTo>
                  <a:lnTo>
                    <a:pt x="313390" y="86121"/>
                  </a:lnTo>
                  <a:lnTo>
                    <a:pt x="310751" y="81531"/>
                  </a:lnTo>
                  <a:lnTo>
                    <a:pt x="307967" y="77026"/>
                  </a:lnTo>
                  <a:lnTo>
                    <a:pt x="305043" y="72611"/>
                  </a:lnTo>
                  <a:lnTo>
                    <a:pt x="301979" y="68292"/>
                  </a:lnTo>
                  <a:lnTo>
                    <a:pt x="298781" y="64071"/>
                  </a:lnTo>
                  <a:lnTo>
                    <a:pt x="295451" y="59954"/>
                  </a:lnTo>
                  <a:lnTo>
                    <a:pt x="291991" y="55945"/>
                  </a:lnTo>
                  <a:lnTo>
                    <a:pt x="288407" y="52047"/>
                  </a:lnTo>
                  <a:lnTo>
                    <a:pt x="284701" y="48264"/>
                  </a:lnTo>
                  <a:lnTo>
                    <a:pt x="280877" y="44601"/>
                  </a:lnTo>
                  <a:lnTo>
                    <a:pt x="276939" y="41061"/>
                  </a:lnTo>
                  <a:lnTo>
                    <a:pt x="272890" y="37647"/>
                  </a:lnTo>
                  <a:lnTo>
                    <a:pt x="268736" y="34364"/>
                  </a:lnTo>
                  <a:lnTo>
                    <a:pt x="264480" y="31213"/>
                  </a:lnTo>
                  <a:lnTo>
                    <a:pt x="260126" y="28199"/>
                  </a:lnTo>
                  <a:lnTo>
                    <a:pt x="255679" y="25324"/>
                  </a:lnTo>
                  <a:lnTo>
                    <a:pt x="251142" y="22592"/>
                  </a:lnTo>
                  <a:lnTo>
                    <a:pt x="246522" y="20005"/>
                  </a:lnTo>
                  <a:lnTo>
                    <a:pt x="241822" y="17565"/>
                  </a:lnTo>
                  <a:lnTo>
                    <a:pt x="237047" y="15275"/>
                  </a:lnTo>
                  <a:lnTo>
                    <a:pt x="232202" y="13138"/>
                  </a:lnTo>
                  <a:lnTo>
                    <a:pt x="227292" y="11155"/>
                  </a:lnTo>
                  <a:lnTo>
                    <a:pt x="222321" y="9329"/>
                  </a:lnTo>
                  <a:lnTo>
                    <a:pt x="217295" y="7661"/>
                  </a:lnTo>
                  <a:lnTo>
                    <a:pt x="212219" y="6154"/>
                  </a:lnTo>
                  <a:lnTo>
                    <a:pt x="207098" y="4807"/>
                  </a:lnTo>
                  <a:lnTo>
                    <a:pt x="201936" y="3624"/>
                  </a:lnTo>
                  <a:lnTo>
                    <a:pt x="196740" y="2605"/>
                  </a:lnTo>
                  <a:lnTo>
                    <a:pt x="191514" y="1751"/>
                  </a:lnTo>
                  <a:lnTo>
                    <a:pt x="186263" y="1062"/>
                  </a:lnTo>
                  <a:lnTo>
                    <a:pt x="180993" y="541"/>
                  </a:lnTo>
                  <a:lnTo>
                    <a:pt x="175710" y="186"/>
                  </a:lnTo>
                  <a:lnTo>
                    <a:pt x="170418" y="0"/>
                  </a:lnTo>
                  <a:lnTo>
                    <a:pt x="167165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3252" cy="167167"/>
            </a:xfrm>
            <a:custGeom>
              <a:avLst/>
              <a:pathLst>
                <a:path w="3252" h="167167">
                  <a:moveTo>
                    <a:pt x="3252" y="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253" y="2633064"/>
              <a:ext cx="36757" cy="167167"/>
            </a:xfrm>
            <a:custGeom>
              <a:avLst/>
              <a:pathLst>
                <a:path w="36757" h="167167">
                  <a:moveTo>
                    <a:pt x="36757" y="0"/>
                  </a:moveTo>
                  <a:lnTo>
                    <a:pt x="30582" y="114"/>
                  </a:lnTo>
                  <a:lnTo>
                    <a:pt x="24415" y="456"/>
                  </a:lnTo>
                  <a:lnTo>
                    <a:pt x="18265" y="1025"/>
                  </a:lnTo>
                  <a:lnTo>
                    <a:pt x="12140" y="1822"/>
                  </a:lnTo>
                  <a:lnTo>
                    <a:pt x="6049" y="2844"/>
                  </a:lnTo>
                  <a:lnTo>
                    <a:pt x="0" y="4091"/>
                  </a:lnTo>
                  <a:lnTo>
                    <a:pt x="367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2253" y="2637155"/>
              <a:ext cx="36757" cy="163076"/>
            </a:xfrm>
            <a:custGeom>
              <a:avLst/>
              <a:pathLst>
                <a:path w="36757" h="163076">
                  <a:moveTo>
                    <a:pt x="0" y="0"/>
                  </a:moveTo>
                  <a:lnTo>
                    <a:pt x="36757" y="1630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54" y="2637155"/>
              <a:ext cx="334323" cy="330236"/>
            </a:xfrm>
            <a:custGeom>
              <a:avLst/>
              <a:pathLst>
                <a:path w="334323" h="330236">
                  <a:moveTo>
                    <a:pt x="130398" y="0"/>
                  </a:moveTo>
                  <a:lnTo>
                    <a:pt x="125258" y="1244"/>
                  </a:lnTo>
                  <a:lnTo>
                    <a:pt x="120160" y="2650"/>
                  </a:lnTo>
                  <a:lnTo>
                    <a:pt x="115109" y="4217"/>
                  </a:lnTo>
                  <a:lnTo>
                    <a:pt x="110110" y="5943"/>
                  </a:lnTo>
                  <a:lnTo>
                    <a:pt x="105167" y="7826"/>
                  </a:lnTo>
                  <a:lnTo>
                    <a:pt x="100287" y="9865"/>
                  </a:lnTo>
                  <a:lnTo>
                    <a:pt x="95474" y="12057"/>
                  </a:lnTo>
                  <a:lnTo>
                    <a:pt x="90733" y="14400"/>
                  </a:lnTo>
                  <a:lnTo>
                    <a:pt x="86068" y="16892"/>
                  </a:lnTo>
                  <a:lnTo>
                    <a:pt x="81484" y="19530"/>
                  </a:lnTo>
                  <a:lnTo>
                    <a:pt x="76987" y="22312"/>
                  </a:lnTo>
                  <a:lnTo>
                    <a:pt x="72579" y="25235"/>
                  </a:lnTo>
                  <a:lnTo>
                    <a:pt x="68266" y="28296"/>
                  </a:lnTo>
                  <a:lnTo>
                    <a:pt x="64052" y="31491"/>
                  </a:lnTo>
                  <a:lnTo>
                    <a:pt x="59941" y="34819"/>
                  </a:lnTo>
                  <a:lnTo>
                    <a:pt x="55937" y="38274"/>
                  </a:lnTo>
                  <a:lnTo>
                    <a:pt x="52045" y="41855"/>
                  </a:lnTo>
                  <a:lnTo>
                    <a:pt x="48268" y="45557"/>
                  </a:lnTo>
                  <a:lnTo>
                    <a:pt x="44610" y="49377"/>
                  </a:lnTo>
                  <a:lnTo>
                    <a:pt x="41075" y="53310"/>
                  </a:lnTo>
                  <a:lnTo>
                    <a:pt x="37666" y="57353"/>
                  </a:lnTo>
                  <a:lnTo>
                    <a:pt x="34386" y="61502"/>
                  </a:lnTo>
                  <a:lnTo>
                    <a:pt x="31240" y="65753"/>
                  </a:lnTo>
                  <a:lnTo>
                    <a:pt x="28229" y="70101"/>
                  </a:lnTo>
                  <a:lnTo>
                    <a:pt x="25357" y="74543"/>
                  </a:lnTo>
                  <a:lnTo>
                    <a:pt x="22628" y="79073"/>
                  </a:lnTo>
                  <a:lnTo>
                    <a:pt x="20043" y="83686"/>
                  </a:lnTo>
                  <a:lnTo>
                    <a:pt x="17605" y="88380"/>
                  </a:lnTo>
                  <a:lnTo>
                    <a:pt x="15317" y="93148"/>
                  </a:lnTo>
                  <a:lnTo>
                    <a:pt x="13181" y="97986"/>
                  </a:lnTo>
                  <a:lnTo>
                    <a:pt x="11199" y="102890"/>
                  </a:lnTo>
                  <a:lnTo>
                    <a:pt x="9373" y="107853"/>
                  </a:lnTo>
                  <a:lnTo>
                    <a:pt x="7705" y="112872"/>
                  </a:lnTo>
                  <a:lnTo>
                    <a:pt x="6197" y="117941"/>
                  </a:lnTo>
                  <a:lnTo>
                    <a:pt x="4850" y="123055"/>
                  </a:lnTo>
                  <a:lnTo>
                    <a:pt x="3665" y="128209"/>
                  </a:lnTo>
                  <a:lnTo>
                    <a:pt x="2644" y="133399"/>
                  </a:lnTo>
                  <a:lnTo>
                    <a:pt x="1788" y="138618"/>
                  </a:lnTo>
                  <a:lnTo>
                    <a:pt x="1097" y="143861"/>
                  </a:lnTo>
                  <a:lnTo>
                    <a:pt x="572" y="149124"/>
                  </a:lnTo>
                  <a:lnTo>
                    <a:pt x="214" y="154400"/>
                  </a:lnTo>
                  <a:lnTo>
                    <a:pt x="23" y="159685"/>
                  </a:lnTo>
                  <a:lnTo>
                    <a:pt x="0" y="164974"/>
                  </a:lnTo>
                  <a:lnTo>
                    <a:pt x="143" y="170261"/>
                  </a:lnTo>
                  <a:lnTo>
                    <a:pt x="454" y="175540"/>
                  </a:lnTo>
                  <a:lnTo>
                    <a:pt x="932" y="180807"/>
                  </a:lnTo>
                  <a:lnTo>
                    <a:pt x="1576" y="186057"/>
                  </a:lnTo>
                  <a:lnTo>
                    <a:pt x="2386" y="191283"/>
                  </a:lnTo>
                  <a:lnTo>
                    <a:pt x="3361" y="196481"/>
                  </a:lnTo>
                  <a:lnTo>
                    <a:pt x="4499" y="201646"/>
                  </a:lnTo>
                  <a:lnTo>
                    <a:pt x="5801" y="206772"/>
                  </a:lnTo>
                  <a:lnTo>
                    <a:pt x="7264" y="211854"/>
                  </a:lnTo>
                  <a:lnTo>
                    <a:pt x="8887" y="216888"/>
                  </a:lnTo>
                  <a:lnTo>
                    <a:pt x="10668" y="221867"/>
                  </a:lnTo>
                  <a:lnTo>
                    <a:pt x="12606" y="226788"/>
                  </a:lnTo>
                  <a:lnTo>
                    <a:pt x="14699" y="231645"/>
                  </a:lnTo>
                  <a:lnTo>
                    <a:pt x="16944" y="236434"/>
                  </a:lnTo>
                  <a:lnTo>
                    <a:pt x="19340" y="241149"/>
                  </a:lnTo>
                  <a:lnTo>
                    <a:pt x="21884" y="245785"/>
                  </a:lnTo>
                  <a:lnTo>
                    <a:pt x="24573" y="250340"/>
                  </a:lnTo>
                  <a:lnTo>
                    <a:pt x="27405" y="254806"/>
                  </a:lnTo>
                  <a:lnTo>
                    <a:pt x="30376" y="259181"/>
                  </a:lnTo>
                  <a:lnTo>
                    <a:pt x="33485" y="263460"/>
                  </a:lnTo>
                  <a:lnTo>
                    <a:pt x="36727" y="267638"/>
                  </a:lnTo>
                  <a:lnTo>
                    <a:pt x="40100" y="271712"/>
                  </a:lnTo>
                  <a:lnTo>
                    <a:pt x="43600" y="275676"/>
                  </a:lnTo>
                  <a:lnTo>
                    <a:pt x="47224" y="279528"/>
                  </a:lnTo>
                  <a:lnTo>
                    <a:pt x="50968" y="283264"/>
                  </a:lnTo>
                  <a:lnTo>
                    <a:pt x="54828" y="286879"/>
                  </a:lnTo>
                  <a:lnTo>
                    <a:pt x="58801" y="290371"/>
                  </a:lnTo>
                  <a:lnTo>
                    <a:pt x="62882" y="293735"/>
                  </a:lnTo>
                  <a:lnTo>
                    <a:pt x="67067" y="296968"/>
                  </a:lnTo>
                  <a:lnTo>
                    <a:pt x="71352" y="300067"/>
                  </a:lnTo>
                  <a:lnTo>
                    <a:pt x="75734" y="303029"/>
                  </a:lnTo>
                  <a:lnTo>
                    <a:pt x="80207" y="305851"/>
                  </a:lnTo>
                  <a:lnTo>
                    <a:pt x="84767" y="308530"/>
                  </a:lnTo>
                  <a:lnTo>
                    <a:pt x="89409" y="311063"/>
                  </a:lnTo>
                  <a:lnTo>
                    <a:pt x="94129" y="313449"/>
                  </a:lnTo>
                  <a:lnTo>
                    <a:pt x="98923" y="315683"/>
                  </a:lnTo>
                  <a:lnTo>
                    <a:pt x="103784" y="317766"/>
                  </a:lnTo>
                  <a:lnTo>
                    <a:pt x="108709" y="319693"/>
                  </a:lnTo>
                  <a:lnTo>
                    <a:pt x="113693" y="321463"/>
                  </a:lnTo>
                  <a:lnTo>
                    <a:pt x="118730" y="323075"/>
                  </a:lnTo>
                  <a:lnTo>
                    <a:pt x="123816" y="324527"/>
                  </a:lnTo>
                  <a:lnTo>
                    <a:pt x="128945" y="325817"/>
                  </a:lnTo>
                  <a:lnTo>
                    <a:pt x="134112" y="326945"/>
                  </a:lnTo>
                  <a:lnTo>
                    <a:pt x="139312" y="327908"/>
                  </a:lnTo>
                  <a:lnTo>
                    <a:pt x="144540" y="328706"/>
                  </a:lnTo>
                  <a:lnTo>
                    <a:pt x="149791" y="329339"/>
                  </a:lnTo>
                  <a:lnTo>
                    <a:pt x="155059" y="329805"/>
                  </a:lnTo>
                  <a:lnTo>
                    <a:pt x="160339" y="330104"/>
                  </a:lnTo>
                  <a:lnTo>
                    <a:pt x="165626" y="330236"/>
                  </a:lnTo>
                  <a:lnTo>
                    <a:pt x="170915" y="330201"/>
                  </a:lnTo>
                  <a:lnTo>
                    <a:pt x="176200" y="329998"/>
                  </a:lnTo>
                  <a:lnTo>
                    <a:pt x="181475" y="329629"/>
                  </a:lnTo>
                  <a:lnTo>
                    <a:pt x="186737" y="329092"/>
                  </a:lnTo>
                  <a:lnTo>
                    <a:pt x="191979" y="328390"/>
                  </a:lnTo>
                  <a:lnTo>
                    <a:pt x="197196" y="327522"/>
                  </a:lnTo>
                  <a:lnTo>
                    <a:pt x="202383" y="326489"/>
                  </a:lnTo>
                  <a:lnTo>
                    <a:pt x="207534" y="325293"/>
                  </a:lnTo>
                  <a:lnTo>
                    <a:pt x="212646" y="323935"/>
                  </a:lnTo>
                  <a:lnTo>
                    <a:pt x="217711" y="322415"/>
                  </a:lnTo>
                  <a:lnTo>
                    <a:pt x="222726" y="320736"/>
                  </a:lnTo>
                  <a:lnTo>
                    <a:pt x="227686" y="318900"/>
                  </a:lnTo>
                  <a:lnTo>
                    <a:pt x="232585" y="316907"/>
                  </a:lnTo>
                  <a:lnTo>
                    <a:pt x="237418" y="314760"/>
                  </a:lnTo>
                  <a:lnTo>
                    <a:pt x="242181" y="312462"/>
                  </a:lnTo>
                  <a:lnTo>
                    <a:pt x="246869" y="310014"/>
                  </a:lnTo>
                  <a:lnTo>
                    <a:pt x="251478" y="307418"/>
                  </a:lnTo>
                  <a:lnTo>
                    <a:pt x="256001" y="304679"/>
                  </a:lnTo>
                  <a:lnTo>
                    <a:pt x="260436" y="301797"/>
                  </a:lnTo>
                  <a:lnTo>
                    <a:pt x="264778" y="298777"/>
                  </a:lnTo>
                  <a:lnTo>
                    <a:pt x="269022" y="295621"/>
                  </a:lnTo>
                  <a:lnTo>
                    <a:pt x="273164" y="292333"/>
                  </a:lnTo>
                  <a:lnTo>
                    <a:pt x="277199" y="288915"/>
                  </a:lnTo>
                  <a:lnTo>
                    <a:pt x="281125" y="285371"/>
                  </a:lnTo>
                  <a:lnTo>
                    <a:pt x="284937" y="281704"/>
                  </a:lnTo>
                  <a:lnTo>
                    <a:pt x="288630" y="277919"/>
                  </a:lnTo>
                  <a:lnTo>
                    <a:pt x="292202" y="274019"/>
                  </a:lnTo>
                  <a:lnTo>
                    <a:pt x="295649" y="270008"/>
                  </a:lnTo>
                  <a:lnTo>
                    <a:pt x="298968" y="265890"/>
                  </a:lnTo>
                  <a:lnTo>
                    <a:pt x="302154" y="261669"/>
                  </a:lnTo>
                  <a:lnTo>
                    <a:pt x="305205" y="257349"/>
                  </a:lnTo>
                  <a:lnTo>
                    <a:pt x="308118" y="252935"/>
                  </a:lnTo>
                  <a:lnTo>
                    <a:pt x="310890" y="248431"/>
                  </a:lnTo>
                  <a:lnTo>
                    <a:pt x="313518" y="243841"/>
                  </a:lnTo>
                  <a:lnTo>
                    <a:pt x="316000" y="239171"/>
                  </a:lnTo>
                  <a:lnTo>
                    <a:pt x="318333" y="234424"/>
                  </a:lnTo>
                  <a:lnTo>
                    <a:pt x="320514" y="229606"/>
                  </a:lnTo>
                  <a:lnTo>
                    <a:pt x="322542" y="224722"/>
                  </a:lnTo>
                  <a:lnTo>
                    <a:pt x="324414" y="219776"/>
                  </a:lnTo>
                  <a:lnTo>
                    <a:pt x="326129" y="214773"/>
                  </a:lnTo>
                  <a:lnTo>
                    <a:pt x="327685" y="209718"/>
                  </a:lnTo>
                  <a:lnTo>
                    <a:pt x="329080" y="204617"/>
                  </a:lnTo>
                  <a:lnTo>
                    <a:pt x="330313" y="199474"/>
                  </a:lnTo>
                  <a:lnTo>
                    <a:pt x="331383" y="194294"/>
                  </a:lnTo>
                  <a:lnTo>
                    <a:pt x="332288" y="189084"/>
                  </a:lnTo>
                  <a:lnTo>
                    <a:pt x="333028" y="183847"/>
                  </a:lnTo>
                  <a:lnTo>
                    <a:pt x="333602" y="178590"/>
                  </a:lnTo>
                  <a:lnTo>
                    <a:pt x="334010" y="173317"/>
                  </a:lnTo>
                  <a:lnTo>
                    <a:pt x="334250" y="168033"/>
                  </a:lnTo>
                  <a:lnTo>
                    <a:pt x="334323" y="162745"/>
                  </a:lnTo>
                  <a:lnTo>
                    <a:pt x="334229" y="157457"/>
                  </a:lnTo>
                  <a:lnTo>
                    <a:pt x="333968" y="152175"/>
                  </a:lnTo>
                  <a:lnTo>
                    <a:pt x="333540" y="146904"/>
                  </a:lnTo>
                  <a:lnTo>
                    <a:pt x="332945" y="141649"/>
                  </a:lnTo>
                  <a:lnTo>
                    <a:pt x="332184" y="136415"/>
                  </a:lnTo>
                  <a:lnTo>
                    <a:pt x="331258" y="131208"/>
                  </a:lnTo>
                  <a:lnTo>
                    <a:pt x="330168" y="126033"/>
                  </a:lnTo>
                  <a:lnTo>
                    <a:pt x="328914" y="120895"/>
                  </a:lnTo>
                  <a:lnTo>
                    <a:pt x="327499" y="115799"/>
                  </a:lnTo>
                  <a:lnTo>
                    <a:pt x="325923" y="110750"/>
                  </a:lnTo>
                  <a:lnTo>
                    <a:pt x="324189" y="105754"/>
                  </a:lnTo>
                  <a:lnTo>
                    <a:pt x="322297" y="100815"/>
                  </a:lnTo>
                  <a:lnTo>
                    <a:pt x="320250" y="95939"/>
                  </a:lnTo>
                  <a:lnTo>
                    <a:pt x="318049" y="91130"/>
                  </a:lnTo>
                  <a:lnTo>
                    <a:pt x="315698" y="86393"/>
                  </a:lnTo>
                  <a:lnTo>
                    <a:pt x="313198" y="81732"/>
                  </a:lnTo>
                  <a:lnTo>
                    <a:pt x="310552" y="77153"/>
                  </a:lnTo>
                  <a:lnTo>
                    <a:pt x="307762" y="72660"/>
                  </a:lnTo>
                  <a:lnTo>
                    <a:pt x="304831" y="68257"/>
                  </a:lnTo>
                  <a:lnTo>
                    <a:pt x="301763" y="63950"/>
                  </a:lnTo>
                  <a:lnTo>
                    <a:pt x="298560" y="59741"/>
                  </a:lnTo>
                  <a:lnTo>
                    <a:pt x="295225" y="55636"/>
                  </a:lnTo>
                  <a:lnTo>
                    <a:pt x="291763" y="51639"/>
                  </a:lnTo>
                  <a:lnTo>
                    <a:pt x="288175" y="47753"/>
                  </a:lnTo>
                  <a:lnTo>
                    <a:pt x="284467" y="43982"/>
                  </a:lnTo>
                  <a:lnTo>
                    <a:pt x="280641" y="40331"/>
                  </a:lnTo>
                  <a:lnTo>
                    <a:pt x="276701" y="36803"/>
                  </a:lnTo>
                  <a:lnTo>
                    <a:pt x="272652" y="33400"/>
                  </a:lnTo>
                  <a:lnTo>
                    <a:pt x="268497" y="30128"/>
                  </a:lnTo>
                  <a:lnTo>
                    <a:pt x="264241" y="26989"/>
                  </a:lnTo>
                  <a:lnTo>
                    <a:pt x="259887" y="23986"/>
                  </a:lnTo>
                  <a:lnTo>
                    <a:pt x="255441" y="21122"/>
                  </a:lnTo>
                  <a:lnTo>
                    <a:pt x="250906" y="18401"/>
                  </a:lnTo>
                  <a:lnTo>
                    <a:pt x="246288" y="15824"/>
                  </a:lnTo>
                  <a:lnTo>
                    <a:pt x="241590" y="13394"/>
                  </a:lnTo>
                  <a:lnTo>
                    <a:pt x="236818" y="11115"/>
                  </a:lnTo>
                  <a:lnTo>
                    <a:pt x="167156" y="1630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69661" cy="167167"/>
            </a:xfrm>
            <a:custGeom>
              <a:avLst/>
              <a:pathLst>
                <a:path w="69661" h="167167">
                  <a:moveTo>
                    <a:pt x="69661" y="15206"/>
                  </a:moveTo>
                  <a:lnTo>
                    <a:pt x="64175" y="12809"/>
                  </a:lnTo>
                  <a:lnTo>
                    <a:pt x="58606" y="10609"/>
                  </a:lnTo>
                  <a:lnTo>
                    <a:pt x="52961" y="8611"/>
                  </a:lnTo>
                  <a:lnTo>
                    <a:pt x="47249" y="6816"/>
                  </a:lnTo>
                  <a:lnTo>
                    <a:pt x="41477" y="5227"/>
                  </a:lnTo>
                  <a:lnTo>
                    <a:pt x="35651" y="3845"/>
                  </a:lnTo>
                  <a:lnTo>
                    <a:pt x="29779" y="2673"/>
                  </a:lnTo>
                  <a:lnTo>
                    <a:pt x="23869" y="1712"/>
                  </a:lnTo>
                  <a:lnTo>
                    <a:pt x="17928" y="964"/>
                  </a:lnTo>
                  <a:lnTo>
                    <a:pt x="11965" y="428"/>
                  </a:lnTo>
                  <a:lnTo>
                    <a:pt x="598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016" y="2126963"/>
              <a:ext cx="7455" cy="167167"/>
            </a:xfrm>
            <a:custGeom>
              <a:avLst/>
              <a:pathLst>
                <a:path w="7455" h="167167">
                  <a:moveTo>
                    <a:pt x="7455" y="0"/>
                  </a:moveTo>
                  <a:lnTo>
                    <a:pt x="0" y="166"/>
                  </a:lnTo>
                  <a:lnTo>
                    <a:pt x="74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016" y="2127130"/>
              <a:ext cx="7455" cy="167001"/>
            </a:xfrm>
            <a:custGeom>
              <a:avLst/>
              <a:pathLst>
                <a:path w="7455" h="167001">
                  <a:moveTo>
                    <a:pt x="0" y="0"/>
                  </a:moveTo>
                  <a:lnTo>
                    <a:pt x="7455" y="167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5" y="2127130"/>
              <a:ext cx="330660" cy="334162"/>
            </a:xfrm>
            <a:custGeom>
              <a:avLst/>
              <a:pathLst>
                <a:path w="330660" h="334162">
                  <a:moveTo>
                    <a:pt x="159711" y="0"/>
                  </a:moveTo>
                  <a:lnTo>
                    <a:pt x="154398" y="322"/>
                  </a:lnTo>
                  <a:lnTo>
                    <a:pt x="149098" y="812"/>
                  </a:lnTo>
                  <a:lnTo>
                    <a:pt x="143817" y="1472"/>
                  </a:lnTo>
                  <a:lnTo>
                    <a:pt x="138559" y="2299"/>
                  </a:lnTo>
                  <a:lnTo>
                    <a:pt x="133330" y="3293"/>
                  </a:lnTo>
                  <a:lnTo>
                    <a:pt x="128136" y="4454"/>
                  </a:lnTo>
                  <a:lnTo>
                    <a:pt x="122981" y="5779"/>
                  </a:lnTo>
                  <a:lnTo>
                    <a:pt x="117870" y="7267"/>
                  </a:lnTo>
                  <a:lnTo>
                    <a:pt x="112810" y="8917"/>
                  </a:lnTo>
                  <a:lnTo>
                    <a:pt x="107805" y="10728"/>
                  </a:lnTo>
                  <a:lnTo>
                    <a:pt x="102860" y="12697"/>
                  </a:lnTo>
                  <a:lnTo>
                    <a:pt x="97980" y="14822"/>
                  </a:lnTo>
                  <a:lnTo>
                    <a:pt x="93171" y="17102"/>
                  </a:lnTo>
                  <a:lnTo>
                    <a:pt x="88436" y="19534"/>
                  </a:lnTo>
                  <a:lnTo>
                    <a:pt x="83781" y="22115"/>
                  </a:lnTo>
                  <a:lnTo>
                    <a:pt x="79211" y="24843"/>
                  </a:lnTo>
                  <a:lnTo>
                    <a:pt x="74730" y="27715"/>
                  </a:lnTo>
                  <a:lnTo>
                    <a:pt x="70343" y="30728"/>
                  </a:lnTo>
                  <a:lnTo>
                    <a:pt x="66053" y="33880"/>
                  </a:lnTo>
                  <a:lnTo>
                    <a:pt x="61867" y="37166"/>
                  </a:lnTo>
                  <a:lnTo>
                    <a:pt x="57787" y="40584"/>
                  </a:lnTo>
                  <a:lnTo>
                    <a:pt x="53818" y="44131"/>
                  </a:lnTo>
                  <a:lnTo>
                    <a:pt x="49964" y="47802"/>
                  </a:lnTo>
                  <a:lnTo>
                    <a:pt x="46228" y="51593"/>
                  </a:lnTo>
                  <a:lnTo>
                    <a:pt x="42615" y="55502"/>
                  </a:lnTo>
                  <a:lnTo>
                    <a:pt x="39129" y="59523"/>
                  </a:lnTo>
                  <a:lnTo>
                    <a:pt x="35772" y="63654"/>
                  </a:lnTo>
                  <a:lnTo>
                    <a:pt x="32549" y="67889"/>
                  </a:lnTo>
                  <a:lnTo>
                    <a:pt x="29462" y="72225"/>
                  </a:lnTo>
                  <a:lnTo>
                    <a:pt x="26514" y="76657"/>
                  </a:lnTo>
                  <a:lnTo>
                    <a:pt x="23710" y="81181"/>
                  </a:lnTo>
                  <a:lnTo>
                    <a:pt x="21050" y="85791"/>
                  </a:lnTo>
                  <a:lnTo>
                    <a:pt x="18539" y="90484"/>
                  </a:lnTo>
                  <a:lnTo>
                    <a:pt x="16178" y="95255"/>
                  </a:lnTo>
                  <a:lnTo>
                    <a:pt x="13971" y="100098"/>
                  </a:lnTo>
                  <a:lnTo>
                    <a:pt x="11918" y="105009"/>
                  </a:lnTo>
                  <a:lnTo>
                    <a:pt x="10024" y="109983"/>
                  </a:lnTo>
                  <a:lnTo>
                    <a:pt x="8288" y="115014"/>
                  </a:lnTo>
                  <a:lnTo>
                    <a:pt x="6714" y="120098"/>
                  </a:lnTo>
                  <a:lnTo>
                    <a:pt x="5302" y="125230"/>
                  </a:lnTo>
                  <a:lnTo>
                    <a:pt x="4054" y="130405"/>
                  </a:lnTo>
                  <a:lnTo>
                    <a:pt x="2972" y="135616"/>
                  </a:lnTo>
                  <a:lnTo>
                    <a:pt x="2056" y="140859"/>
                  </a:lnTo>
                  <a:lnTo>
                    <a:pt x="1307" y="146129"/>
                  </a:lnTo>
                  <a:lnTo>
                    <a:pt x="727" y="151419"/>
                  </a:lnTo>
                  <a:lnTo>
                    <a:pt x="315" y="156726"/>
                  </a:lnTo>
                  <a:lnTo>
                    <a:pt x="73" y="162043"/>
                  </a:lnTo>
                  <a:lnTo>
                    <a:pt x="0" y="167365"/>
                  </a:lnTo>
                  <a:lnTo>
                    <a:pt x="96" y="172687"/>
                  </a:lnTo>
                  <a:lnTo>
                    <a:pt x="362" y="178003"/>
                  </a:lnTo>
                  <a:lnTo>
                    <a:pt x="796" y="183307"/>
                  </a:lnTo>
                  <a:lnTo>
                    <a:pt x="1400" y="188596"/>
                  </a:lnTo>
                  <a:lnTo>
                    <a:pt x="2171" y="193862"/>
                  </a:lnTo>
                  <a:lnTo>
                    <a:pt x="3110" y="199101"/>
                  </a:lnTo>
                  <a:lnTo>
                    <a:pt x="4215" y="204308"/>
                  </a:lnTo>
                  <a:lnTo>
                    <a:pt x="5485" y="209476"/>
                  </a:lnTo>
                  <a:lnTo>
                    <a:pt x="6920" y="214602"/>
                  </a:lnTo>
                  <a:lnTo>
                    <a:pt x="8516" y="219679"/>
                  </a:lnTo>
                  <a:lnTo>
                    <a:pt x="10274" y="224703"/>
                  </a:lnTo>
                  <a:lnTo>
                    <a:pt x="12190" y="229669"/>
                  </a:lnTo>
                  <a:lnTo>
                    <a:pt x="14264" y="234571"/>
                  </a:lnTo>
                  <a:lnTo>
                    <a:pt x="16493" y="239404"/>
                  </a:lnTo>
                  <a:lnTo>
                    <a:pt x="18874" y="244164"/>
                  </a:lnTo>
                  <a:lnTo>
                    <a:pt x="21406" y="248846"/>
                  </a:lnTo>
                  <a:lnTo>
                    <a:pt x="24085" y="253445"/>
                  </a:lnTo>
                  <a:lnTo>
                    <a:pt x="26910" y="257956"/>
                  </a:lnTo>
                  <a:lnTo>
                    <a:pt x="29876" y="262375"/>
                  </a:lnTo>
                  <a:lnTo>
                    <a:pt x="32982" y="266698"/>
                  </a:lnTo>
                  <a:lnTo>
                    <a:pt x="36224" y="270919"/>
                  </a:lnTo>
                  <a:lnTo>
                    <a:pt x="39599" y="275035"/>
                  </a:lnTo>
                  <a:lnTo>
                    <a:pt x="43103" y="279041"/>
                  </a:lnTo>
                  <a:lnTo>
                    <a:pt x="46733" y="282934"/>
                  </a:lnTo>
                  <a:lnTo>
                    <a:pt x="50484" y="286710"/>
                  </a:lnTo>
                  <a:lnTo>
                    <a:pt x="54355" y="290364"/>
                  </a:lnTo>
                  <a:lnTo>
                    <a:pt x="58339" y="293892"/>
                  </a:lnTo>
                  <a:lnTo>
                    <a:pt x="62434" y="297293"/>
                  </a:lnTo>
                  <a:lnTo>
                    <a:pt x="66635" y="300561"/>
                  </a:lnTo>
                  <a:lnTo>
                    <a:pt x="70938" y="303694"/>
                  </a:lnTo>
                  <a:lnTo>
                    <a:pt x="75338" y="306688"/>
                  </a:lnTo>
                  <a:lnTo>
                    <a:pt x="79832" y="309540"/>
                  </a:lnTo>
                  <a:lnTo>
                    <a:pt x="84414" y="312249"/>
                  </a:lnTo>
                  <a:lnTo>
                    <a:pt x="89080" y="314809"/>
                  </a:lnTo>
                  <a:lnTo>
                    <a:pt x="93825" y="317220"/>
                  </a:lnTo>
                  <a:lnTo>
                    <a:pt x="98645" y="319479"/>
                  </a:lnTo>
                  <a:lnTo>
                    <a:pt x="103534" y="321583"/>
                  </a:lnTo>
                  <a:lnTo>
                    <a:pt x="108487" y="323531"/>
                  </a:lnTo>
                  <a:lnTo>
                    <a:pt x="113500" y="325319"/>
                  </a:lnTo>
                  <a:lnTo>
                    <a:pt x="118567" y="326948"/>
                  </a:lnTo>
                  <a:lnTo>
                    <a:pt x="123684" y="328414"/>
                  </a:lnTo>
                  <a:lnTo>
                    <a:pt x="128845" y="329716"/>
                  </a:lnTo>
                  <a:lnTo>
                    <a:pt x="134044" y="330854"/>
                  </a:lnTo>
                  <a:lnTo>
                    <a:pt x="139277" y="331825"/>
                  </a:lnTo>
                  <a:lnTo>
                    <a:pt x="144539" y="332630"/>
                  </a:lnTo>
                  <a:lnTo>
                    <a:pt x="149823" y="333266"/>
                  </a:lnTo>
                  <a:lnTo>
                    <a:pt x="155125" y="333734"/>
                  </a:lnTo>
                  <a:lnTo>
                    <a:pt x="160439" y="334033"/>
                  </a:lnTo>
                  <a:lnTo>
                    <a:pt x="165760" y="334162"/>
                  </a:lnTo>
                  <a:lnTo>
                    <a:pt x="171083" y="334122"/>
                  </a:lnTo>
                  <a:lnTo>
                    <a:pt x="176401" y="333913"/>
                  </a:lnTo>
                  <a:lnTo>
                    <a:pt x="181710" y="333534"/>
                  </a:lnTo>
                  <a:lnTo>
                    <a:pt x="187004" y="332987"/>
                  </a:lnTo>
                  <a:lnTo>
                    <a:pt x="192278" y="332271"/>
                  </a:lnTo>
                  <a:lnTo>
                    <a:pt x="197527" y="331388"/>
                  </a:lnTo>
                  <a:lnTo>
                    <a:pt x="202745" y="330338"/>
                  </a:lnTo>
                  <a:lnTo>
                    <a:pt x="207927" y="329123"/>
                  </a:lnTo>
                  <a:lnTo>
                    <a:pt x="213068" y="327743"/>
                  </a:lnTo>
                  <a:lnTo>
                    <a:pt x="218162" y="326200"/>
                  </a:lnTo>
                  <a:lnTo>
                    <a:pt x="223204" y="324496"/>
                  </a:lnTo>
                  <a:lnTo>
                    <a:pt x="228190" y="322632"/>
                  </a:lnTo>
                  <a:lnTo>
                    <a:pt x="233113" y="320610"/>
                  </a:lnTo>
                  <a:lnTo>
                    <a:pt x="237970" y="318433"/>
                  </a:lnTo>
                  <a:lnTo>
                    <a:pt x="242755" y="316102"/>
                  </a:lnTo>
                  <a:lnTo>
                    <a:pt x="247464" y="313620"/>
                  </a:lnTo>
                  <a:lnTo>
                    <a:pt x="252091" y="310990"/>
                  </a:lnTo>
                  <a:lnTo>
                    <a:pt x="256631" y="308213"/>
                  </a:lnTo>
                  <a:lnTo>
                    <a:pt x="261082" y="305293"/>
                  </a:lnTo>
                  <a:lnTo>
                    <a:pt x="265437" y="302233"/>
                  </a:lnTo>
                  <a:lnTo>
                    <a:pt x="269692" y="299036"/>
                  </a:lnTo>
                  <a:lnTo>
                    <a:pt x="273844" y="295706"/>
                  </a:lnTo>
                  <a:lnTo>
                    <a:pt x="277887" y="292244"/>
                  </a:lnTo>
                  <a:lnTo>
                    <a:pt x="281818" y="288656"/>
                  </a:lnTo>
                  <a:lnTo>
                    <a:pt x="285633" y="284944"/>
                  </a:lnTo>
                  <a:lnTo>
                    <a:pt x="289328" y="281113"/>
                  </a:lnTo>
                  <a:lnTo>
                    <a:pt x="292898" y="277166"/>
                  </a:lnTo>
                  <a:lnTo>
                    <a:pt x="296342" y="273108"/>
                  </a:lnTo>
                  <a:lnTo>
                    <a:pt x="299654" y="268941"/>
                  </a:lnTo>
                  <a:lnTo>
                    <a:pt x="302833" y="264672"/>
                  </a:lnTo>
                  <a:lnTo>
                    <a:pt x="305873" y="260303"/>
                  </a:lnTo>
                  <a:lnTo>
                    <a:pt x="308773" y="255840"/>
                  </a:lnTo>
                  <a:lnTo>
                    <a:pt x="311530" y="251287"/>
                  </a:lnTo>
                  <a:lnTo>
                    <a:pt x="314140" y="246649"/>
                  </a:lnTo>
                  <a:lnTo>
                    <a:pt x="316601" y="241929"/>
                  </a:lnTo>
                  <a:lnTo>
                    <a:pt x="318911" y="237134"/>
                  </a:lnTo>
                  <a:lnTo>
                    <a:pt x="321066" y="232268"/>
                  </a:lnTo>
                  <a:lnTo>
                    <a:pt x="323066" y="227335"/>
                  </a:lnTo>
                  <a:lnTo>
                    <a:pt x="324908" y="222341"/>
                  </a:lnTo>
                  <a:lnTo>
                    <a:pt x="326590" y="217291"/>
                  </a:lnTo>
                  <a:lnTo>
                    <a:pt x="328110" y="212191"/>
                  </a:lnTo>
                  <a:lnTo>
                    <a:pt x="329467" y="207044"/>
                  </a:lnTo>
                  <a:lnTo>
                    <a:pt x="330660" y="201857"/>
                  </a:lnTo>
                  <a:lnTo>
                    <a:pt x="167167" y="167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8472" y="2126963"/>
              <a:ext cx="167146" cy="202023"/>
            </a:xfrm>
            <a:custGeom>
              <a:avLst/>
              <a:pathLst>
                <a:path w="167146" h="202023">
                  <a:moveTo>
                    <a:pt x="163493" y="202023"/>
                  </a:moveTo>
                  <a:lnTo>
                    <a:pt x="164535" y="196712"/>
                  </a:lnTo>
                  <a:lnTo>
                    <a:pt x="165406" y="191370"/>
                  </a:lnTo>
                  <a:lnTo>
                    <a:pt x="166102" y="186003"/>
                  </a:lnTo>
                  <a:lnTo>
                    <a:pt x="166625" y="180615"/>
                  </a:lnTo>
                  <a:lnTo>
                    <a:pt x="166973" y="175214"/>
                  </a:lnTo>
                  <a:lnTo>
                    <a:pt x="167146" y="169804"/>
                  </a:lnTo>
                  <a:lnTo>
                    <a:pt x="167144" y="164392"/>
                  </a:lnTo>
                  <a:lnTo>
                    <a:pt x="166966" y="158982"/>
                  </a:lnTo>
                  <a:lnTo>
                    <a:pt x="166614" y="153581"/>
                  </a:lnTo>
                  <a:lnTo>
                    <a:pt x="166087" y="148195"/>
                  </a:lnTo>
                  <a:lnTo>
                    <a:pt x="165386" y="142828"/>
                  </a:lnTo>
                  <a:lnTo>
                    <a:pt x="164511" y="137486"/>
                  </a:lnTo>
                  <a:lnTo>
                    <a:pt x="163464" y="132176"/>
                  </a:lnTo>
                  <a:lnTo>
                    <a:pt x="162245" y="126903"/>
                  </a:lnTo>
                  <a:lnTo>
                    <a:pt x="160857" y="121671"/>
                  </a:lnTo>
                  <a:lnTo>
                    <a:pt x="159300" y="116488"/>
                  </a:lnTo>
                  <a:lnTo>
                    <a:pt x="157576" y="111357"/>
                  </a:lnTo>
                  <a:lnTo>
                    <a:pt x="155686" y="106285"/>
                  </a:lnTo>
                  <a:lnTo>
                    <a:pt x="153634" y="101277"/>
                  </a:lnTo>
                  <a:lnTo>
                    <a:pt x="151420" y="96338"/>
                  </a:lnTo>
                  <a:lnTo>
                    <a:pt x="149048" y="91473"/>
                  </a:lnTo>
                  <a:lnTo>
                    <a:pt x="146519" y="86687"/>
                  </a:lnTo>
                  <a:lnTo>
                    <a:pt x="143837" y="81986"/>
                  </a:lnTo>
                  <a:lnTo>
                    <a:pt x="141004" y="77374"/>
                  </a:lnTo>
                  <a:lnTo>
                    <a:pt x="138023" y="72857"/>
                  </a:lnTo>
                  <a:lnTo>
                    <a:pt x="134898" y="68438"/>
                  </a:lnTo>
                  <a:lnTo>
                    <a:pt x="131631" y="64122"/>
                  </a:lnTo>
                  <a:lnTo>
                    <a:pt x="128226" y="59915"/>
                  </a:lnTo>
                  <a:lnTo>
                    <a:pt x="124686" y="55820"/>
                  </a:lnTo>
                  <a:lnTo>
                    <a:pt x="121016" y="51842"/>
                  </a:lnTo>
                  <a:lnTo>
                    <a:pt x="117219" y="47985"/>
                  </a:lnTo>
                  <a:lnTo>
                    <a:pt x="113300" y="44252"/>
                  </a:lnTo>
                  <a:lnTo>
                    <a:pt x="109261" y="40649"/>
                  </a:lnTo>
                  <a:lnTo>
                    <a:pt x="105108" y="37178"/>
                  </a:lnTo>
                  <a:lnTo>
                    <a:pt x="100845" y="33843"/>
                  </a:lnTo>
                  <a:lnTo>
                    <a:pt x="96476" y="30649"/>
                  </a:lnTo>
                  <a:lnTo>
                    <a:pt x="92006" y="27597"/>
                  </a:lnTo>
                  <a:lnTo>
                    <a:pt x="87439" y="24691"/>
                  </a:lnTo>
                  <a:lnTo>
                    <a:pt x="82781" y="21935"/>
                  </a:lnTo>
                  <a:lnTo>
                    <a:pt x="78036" y="19332"/>
                  </a:lnTo>
                  <a:lnTo>
                    <a:pt x="73209" y="16883"/>
                  </a:lnTo>
                  <a:lnTo>
                    <a:pt x="68305" y="14592"/>
                  </a:lnTo>
                  <a:lnTo>
                    <a:pt x="63330" y="12460"/>
                  </a:lnTo>
                  <a:lnTo>
                    <a:pt x="58289" y="10491"/>
                  </a:lnTo>
                  <a:lnTo>
                    <a:pt x="53186" y="8686"/>
                  </a:lnTo>
                  <a:lnTo>
                    <a:pt x="48027" y="7047"/>
                  </a:lnTo>
                  <a:lnTo>
                    <a:pt x="42819" y="5576"/>
                  </a:lnTo>
                  <a:lnTo>
                    <a:pt x="37565" y="4275"/>
                  </a:lnTo>
                  <a:lnTo>
                    <a:pt x="32272" y="3144"/>
                  </a:lnTo>
                  <a:lnTo>
                    <a:pt x="26945" y="2185"/>
                  </a:lnTo>
                  <a:lnTo>
                    <a:pt x="21590" y="1400"/>
                  </a:lnTo>
                  <a:lnTo>
                    <a:pt x="16212" y="788"/>
                  </a:lnTo>
                  <a:lnTo>
                    <a:pt x="10817" y="350"/>
                  </a:lnTo>
                  <a:lnTo>
                    <a:pt x="541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237" y="1681503"/>
              <a:ext cx="12997" cy="167167"/>
            </a:xfrm>
            <a:custGeom>
              <a:avLst/>
              <a:pathLst>
                <a:path w="12997" h="167167">
                  <a:moveTo>
                    <a:pt x="12997" y="0"/>
                  </a:moveTo>
                  <a:lnTo>
                    <a:pt x="0" y="506"/>
                  </a:lnTo>
                  <a:lnTo>
                    <a:pt x="1299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10237" y="1682009"/>
              <a:ext cx="12997" cy="166661"/>
            </a:xfrm>
            <a:custGeom>
              <a:avLst/>
              <a:pathLst>
                <a:path w="12997" h="166661">
                  <a:moveTo>
                    <a:pt x="0" y="0"/>
                  </a:moveTo>
                  <a:lnTo>
                    <a:pt x="12997" y="1666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67" y="1682009"/>
              <a:ext cx="334333" cy="333813"/>
            </a:xfrm>
            <a:custGeom>
              <a:avLst/>
              <a:pathLst>
                <a:path w="334333" h="333813">
                  <a:moveTo>
                    <a:pt x="154169" y="0"/>
                  </a:moveTo>
                  <a:lnTo>
                    <a:pt x="148889" y="496"/>
                  </a:lnTo>
                  <a:lnTo>
                    <a:pt x="143628" y="1159"/>
                  </a:lnTo>
                  <a:lnTo>
                    <a:pt x="138391" y="1989"/>
                  </a:lnTo>
                  <a:lnTo>
                    <a:pt x="133182" y="2984"/>
                  </a:lnTo>
                  <a:lnTo>
                    <a:pt x="128008" y="4145"/>
                  </a:lnTo>
                  <a:lnTo>
                    <a:pt x="122872" y="5469"/>
                  </a:lnTo>
                  <a:lnTo>
                    <a:pt x="117782" y="6955"/>
                  </a:lnTo>
                  <a:lnTo>
                    <a:pt x="112741" y="8601"/>
                  </a:lnTo>
                  <a:lnTo>
                    <a:pt x="107755" y="10407"/>
                  </a:lnTo>
                  <a:lnTo>
                    <a:pt x="102829" y="12370"/>
                  </a:lnTo>
                  <a:lnTo>
                    <a:pt x="97968" y="14488"/>
                  </a:lnTo>
                  <a:lnTo>
                    <a:pt x="93176" y="16760"/>
                  </a:lnTo>
                  <a:lnTo>
                    <a:pt x="88458" y="19182"/>
                  </a:lnTo>
                  <a:lnTo>
                    <a:pt x="83820" y="21753"/>
                  </a:lnTo>
                  <a:lnTo>
                    <a:pt x="79266" y="24469"/>
                  </a:lnTo>
                  <a:lnTo>
                    <a:pt x="74800" y="27329"/>
                  </a:lnTo>
                  <a:lnTo>
                    <a:pt x="70427" y="30329"/>
                  </a:lnTo>
                  <a:lnTo>
                    <a:pt x="66152" y="33466"/>
                  </a:lnTo>
                  <a:lnTo>
                    <a:pt x="61978" y="36737"/>
                  </a:lnTo>
                  <a:lnTo>
                    <a:pt x="57910" y="40139"/>
                  </a:lnTo>
                  <a:lnTo>
                    <a:pt x="53952" y="43668"/>
                  </a:lnTo>
                  <a:lnTo>
                    <a:pt x="50107" y="47321"/>
                  </a:lnTo>
                  <a:lnTo>
                    <a:pt x="46381" y="51094"/>
                  </a:lnTo>
                  <a:lnTo>
                    <a:pt x="42776" y="54983"/>
                  </a:lnTo>
                  <a:lnTo>
                    <a:pt x="39297" y="58985"/>
                  </a:lnTo>
                  <a:lnTo>
                    <a:pt x="35946" y="63095"/>
                  </a:lnTo>
                  <a:lnTo>
                    <a:pt x="32727" y="67309"/>
                  </a:lnTo>
                  <a:lnTo>
                    <a:pt x="29643" y="71623"/>
                  </a:lnTo>
                  <a:lnTo>
                    <a:pt x="26698" y="76033"/>
                  </a:lnTo>
                  <a:lnTo>
                    <a:pt x="23894" y="80534"/>
                  </a:lnTo>
                  <a:lnTo>
                    <a:pt x="21234" y="85121"/>
                  </a:lnTo>
                  <a:lnTo>
                    <a:pt x="18721" y="89791"/>
                  </a:lnTo>
                  <a:lnTo>
                    <a:pt x="16358" y="94538"/>
                  </a:lnTo>
                  <a:lnTo>
                    <a:pt x="14146" y="99358"/>
                  </a:lnTo>
                  <a:lnTo>
                    <a:pt x="12088" y="104245"/>
                  </a:lnTo>
                  <a:lnTo>
                    <a:pt x="10187" y="109196"/>
                  </a:lnTo>
                  <a:lnTo>
                    <a:pt x="8443" y="114204"/>
                  </a:lnTo>
                  <a:lnTo>
                    <a:pt x="6859" y="119265"/>
                  </a:lnTo>
                  <a:lnTo>
                    <a:pt x="5436" y="124373"/>
                  </a:lnTo>
                  <a:lnTo>
                    <a:pt x="4176" y="129524"/>
                  </a:lnTo>
                  <a:lnTo>
                    <a:pt x="3080" y="134713"/>
                  </a:lnTo>
                  <a:lnTo>
                    <a:pt x="2150" y="139933"/>
                  </a:lnTo>
                  <a:lnTo>
                    <a:pt x="1385" y="145181"/>
                  </a:lnTo>
                  <a:lnTo>
                    <a:pt x="787" y="150450"/>
                  </a:lnTo>
                  <a:lnTo>
                    <a:pt x="357" y="155735"/>
                  </a:lnTo>
                  <a:lnTo>
                    <a:pt x="94" y="161032"/>
                  </a:lnTo>
                  <a:lnTo>
                    <a:pt x="0" y="166334"/>
                  </a:lnTo>
                  <a:lnTo>
                    <a:pt x="73" y="171636"/>
                  </a:lnTo>
                  <a:lnTo>
                    <a:pt x="315" y="176934"/>
                  </a:lnTo>
                  <a:lnTo>
                    <a:pt x="725" y="182221"/>
                  </a:lnTo>
                  <a:lnTo>
                    <a:pt x="1302" y="187492"/>
                  </a:lnTo>
                  <a:lnTo>
                    <a:pt x="2046" y="192743"/>
                  </a:lnTo>
                  <a:lnTo>
                    <a:pt x="2957" y="197967"/>
                  </a:lnTo>
                  <a:lnTo>
                    <a:pt x="4032" y="203160"/>
                  </a:lnTo>
                  <a:lnTo>
                    <a:pt x="5272" y="208315"/>
                  </a:lnTo>
                  <a:lnTo>
                    <a:pt x="6675" y="213430"/>
                  </a:lnTo>
                  <a:lnTo>
                    <a:pt x="8239" y="218497"/>
                  </a:lnTo>
                  <a:lnTo>
                    <a:pt x="9963" y="223511"/>
                  </a:lnTo>
                  <a:lnTo>
                    <a:pt x="11845" y="228469"/>
                  </a:lnTo>
                  <a:lnTo>
                    <a:pt x="13884" y="233364"/>
                  </a:lnTo>
                  <a:lnTo>
                    <a:pt x="16077" y="238193"/>
                  </a:lnTo>
                  <a:lnTo>
                    <a:pt x="18422" y="242949"/>
                  </a:lnTo>
                  <a:lnTo>
                    <a:pt x="20916" y="247629"/>
                  </a:lnTo>
                  <a:lnTo>
                    <a:pt x="23558" y="252227"/>
                  </a:lnTo>
                  <a:lnTo>
                    <a:pt x="26344" y="256739"/>
                  </a:lnTo>
                  <a:lnTo>
                    <a:pt x="29272" y="261160"/>
                  </a:lnTo>
                  <a:lnTo>
                    <a:pt x="32339" y="265486"/>
                  </a:lnTo>
                  <a:lnTo>
                    <a:pt x="35541" y="269713"/>
                  </a:lnTo>
                  <a:lnTo>
                    <a:pt x="38876" y="273836"/>
                  </a:lnTo>
                  <a:lnTo>
                    <a:pt x="42340" y="277851"/>
                  </a:lnTo>
                  <a:lnTo>
                    <a:pt x="45930" y="281755"/>
                  </a:lnTo>
                  <a:lnTo>
                    <a:pt x="49641" y="285542"/>
                  </a:lnTo>
                  <a:lnTo>
                    <a:pt x="53471" y="289210"/>
                  </a:lnTo>
                  <a:lnTo>
                    <a:pt x="57415" y="292755"/>
                  </a:lnTo>
                  <a:lnTo>
                    <a:pt x="61470" y="296172"/>
                  </a:lnTo>
                  <a:lnTo>
                    <a:pt x="65631" y="299460"/>
                  </a:lnTo>
                  <a:lnTo>
                    <a:pt x="69894" y="302613"/>
                  </a:lnTo>
                  <a:lnTo>
                    <a:pt x="74256" y="305630"/>
                  </a:lnTo>
                  <a:lnTo>
                    <a:pt x="78710" y="308507"/>
                  </a:lnTo>
                  <a:lnTo>
                    <a:pt x="83254" y="311242"/>
                  </a:lnTo>
                  <a:lnTo>
                    <a:pt x="87882" y="313830"/>
                  </a:lnTo>
                  <a:lnTo>
                    <a:pt x="92590" y="316271"/>
                  </a:lnTo>
                  <a:lnTo>
                    <a:pt x="97373" y="318561"/>
                  </a:lnTo>
                  <a:lnTo>
                    <a:pt x="102226" y="320699"/>
                  </a:lnTo>
                  <a:lnTo>
                    <a:pt x="107144" y="322681"/>
                  </a:lnTo>
                  <a:lnTo>
                    <a:pt x="112123" y="324506"/>
                  </a:lnTo>
                  <a:lnTo>
                    <a:pt x="117157" y="326173"/>
                  </a:lnTo>
                  <a:lnTo>
                    <a:pt x="122242" y="327679"/>
                  </a:lnTo>
                  <a:lnTo>
                    <a:pt x="127372" y="329023"/>
                  </a:lnTo>
                  <a:lnTo>
                    <a:pt x="132542" y="330203"/>
                  </a:lnTo>
                  <a:lnTo>
                    <a:pt x="137746" y="331219"/>
                  </a:lnTo>
                  <a:lnTo>
                    <a:pt x="142981" y="332069"/>
                  </a:lnTo>
                  <a:lnTo>
                    <a:pt x="148239" y="332753"/>
                  </a:lnTo>
                  <a:lnTo>
                    <a:pt x="153517" y="333270"/>
                  </a:lnTo>
                  <a:lnTo>
                    <a:pt x="158808" y="333619"/>
                  </a:lnTo>
                  <a:lnTo>
                    <a:pt x="164108" y="333800"/>
                  </a:lnTo>
                  <a:lnTo>
                    <a:pt x="169411" y="333813"/>
                  </a:lnTo>
                  <a:lnTo>
                    <a:pt x="174712" y="333658"/>
                  </a:lnTo>
                  <a:lnTo>
                    <a:pt x="180005" y="333335"/>
                  </a:lnTo>
                  <a:lnTo>
                    <a:pt x="185285" y="332844"/>
                  </a:lnTo>
                  <a:lnTo>
                    <a:pt x="190547" y="332185"/>
                  </a:lnTo>
                  <a:lnTo>
                    <a:pt x="195785" y="331360"/>
                  </a:lnTo>
                  <a:lnTo>
                    <a:pt x="200995" y="330370"/>
                  </a:lnTo>
                  <a:lnTo>
                    <a:pt x="206171" y="329214"/>
                  </a:lnTo>
                  <a:lnTo>
                    <a:pt x="211307" y="327895"/>
                  </a:lnTo>
                  <a:lnTo>
                    <a:pt x="216399" y="326414"/>
                  </a:lnTo>
                  <a:lnTo>
                    <a:pt x="221441" y="324772"/>
                  </a:lnTo>
                  <a:lnTo>
                    <a:pt x="226429" y="322971"/>
                  </a:lnTo>
                  <a:lnTo>
                    <a:pt x="231357" y="321013"/>
                  </a:lnTo>
                  <a:lnTo>
                    <a:pt x="236220" y="318899"/>
                  </a:lnTo>
                  <a:lnTo>
                    <a:pt x="241014" y="316632"/>
                  </a:lnTo>
                  <a:lnTo>
                    <a:pt x="245734" y="314215"/>
                  </a:lnTo>
                  <a:lnTo>
                    <a:pt x="250375" y="311648"/>
                  </a:lnTo>
                  <a:lnTo>
                    <a:pt x="254932" y="308936"/>
                  </a:lnTo>
                  <a:lnTo>
                    <a:pt x="259400" y="306081"/>
                  </a:lnTo>
                  <a:lnTo>
                    <a:pt x="263776" y="303085"/>
                  </a:lnTo>
                  <a:lnTo>
                    <a:pt x="268054" y="299952"/>
                  </a:lnTo>
                  <a:lnTo>
                    <a:pt x="272231" y="296685"/>
                  </a:lnTo>
                  <a:lnTo>
                    <a:pt x="276303" y="293287"/>
                  </a:lnTo>
                  <a:lnTo>
                    <a:pt x="280264" y="289762"/>
                  </a:lnTo>
                  <a:lnTo>
                    <a:pt x="284112" y="286113"/>
                  </a:lnTo>
                  <a:lnTo>
                    <a:pt x="287842" y="282343"/>
                  </a:lnTo>
                  <a:lnTo>
                    <a:pt x="291450" y="278458"/>
                  </a:lnTo>
                  <a:lnTo>
                    <a:pt x="294934" y="274459"/>
                  </a:lnTo>
                  <a:lnTo>
                    <a:pt x="298289" y="270353"/>
                  </a:lnTo>
                  <a:lnTo>
                    <a:pt x="301512" y="266141"/>
                  </a:lnTo>
                  <a:lnTo>
                    <a:pt x="304599" y="261830"/>
                  </a:lnTo>
                  <a:lnTo>
                    <a:pt x="307549" y="257423"/>
                  </a:lnTo>
                  <a:lnTo>
                    <a:pt x="310357" y="252925"/>
                  </a:lnTo>
                  <a:lnTo>
                    <a:pt x="313021" y="248340"/>
                  </a:lnTo>
                  <a:lnTo>
                    <a:pt x="315538" y="243672"/>
                  </a:lnTo>
                  <a:lnTo>
                    <a:pt x="317906" y="238927"/>
                  </a:lnTo>
                  <a:lnTo>
                    <a:pt x="320123" y="234110"/>
                  </a:lnTo>
                  <a:lnTo>
                    <a:pt x="322185" y="229224"/>
                  </a:lnTo>
                  <a:lnTo>
                    <a:pt x="324092" y="224276"/>
                  </a:lnTo>
                  <a:lnTo>
                    <a:pt x="325840" y="219270"/>
                  </a:lnTo>
                  <a:lnTo>
                    <a:pt x="327429" y="214210"/>
                  </a:lnTo>
                  <a:lnTo>
                    <a:pt x="328856" y="209103"/>
                  </a:lnTo>
                  <a:lnTo>
                    <a:pt x="330121" y="203953"/>
                  </a:lnTo>
                  <a:lnTo>
                    <a:pt x="331222" y="198766"/>
                  </a:lnTo>
                  <a:lnTo>
                    <a:pt x="332158" y="193546"/>
                  </a:lnTo>
                  <a:lnTo>
                    <a:pt x="332928" y="188299"/>
                  </a:lnTo>
                  <a:lnTo>
                    <a:pt x="333531" y="183031"/>
                  </a:lnTo>
                  <a:lnTo>
                    <a:pt x="333966" y="177746"/>
                  </a:lnTo>
                  <a:lnTo>
                    <a:pt x="334234" y="172450"/>
                  </a:lnTo>
                  <a:lnTo>
                    <a:pt x="334333" y="167148"/>
                  </a:lnTo>
                  <a:lnTo>
                    <a:pt x="334265" y="161845"/>
                  </a:lnTo>
                  <a:lnTo>
                    <a:pt x="334028" y="156547"/>
                  </a:lnTo>
                  <a:lnTo>
                    <a:pt x="333623" y="151260"/>
                  </a:lnTo>
                  <a:lnTo>
                    <a:pt x="333051" y="145988"/>
                  </a:lnTo>
                  <a:lnTo>
                    <a:pt x="332312" y="140737"/>
                  </a:lnTo>
                  <a:lnTo>
                    <a:pt x="331406" y="135512"/>
                  </a:lnTo>
                  <a:lnTo>
                    <a:pt x="330336" y="130318"/>
                  </a:lnTo>
                  <a:lnTo>
                    <a:pt x="329101" y="125161"/>
                  </a:lnTo>
                  <a:lnTo>
                    <a:pt x="327703" y="120045"/>
                  </a:lnTo>
                  <a:lnTo>
                    <a:pt x="326144" y="114977"/>
                  </a:lnTo>
                  <a:lnTo>
                    <a:pt x="324424" y="109961"/>
                  </a:lnTo>
                  <a:lnTo>
                    <a:pt x="322547" y="105001"/>
                  </a:lnTo>
                  <a:lnTo>
                    <a:pt x="320513" y="100104"/>
                  </a:lnTo>
                  <a:lnTo>
                    <a:pt x="318325" y="95273"/>
                  </a:lnTo>
                  <a:lnTo>
                    <a:pt x="315984" y="90515"/>
                  </a:lnTo>
                  <a:lnTo>
                    <a:pt x="313494" y="85833"/>
                  </a:lnTo>
                  <a:lnTo>
                    <a:pt x="310857" y="81232"/>
                  </a:lnTo>
                  <a:lnTo>
                    <a:pt x="308075" y="76718"/>
                  </a:lnTo>
                  <a:lnTo>
                    <a:pt x="305151" y="72294"/>
                  </a:lnTo>
                  <a:lnTo>
                    <a:pt x="302089" y="67964"/>
                  </a:lnTo>
                  <a:lnTo>
                    <a:pt x="298890" y="63735"/>
                  </a:lnTo>
                  <a:lnTo>
                    <a:pt x="295559" y="59608"/>
                  </a:lnTo>
                  <a:lnTo>
                    <a:pt x="292099" y="55590"/>
                  </a:lnTo>
                  <a:lnTo>
                    <a:pt x="288513" y="51683"/>
                  </a:lnTo>
                  <a:lnTo>
                    <a:pt x="284805" y="47892"/>
                  </a:lnTo>
                  <a:lnTo>
                    <a:pt x="280979" y="44220"/>
                  </a:lnTo>
                  <a:lnTo>
                    <a:pt x="277038" y="40672"/>
                  </a:lnTo>
                  <a:lnTo>
                    <a:pt x="272987" y="37250"/>
                  </a:lnTo>
                  <a:lnTo>
                    <a:pt x="268829" y="33959"/>
                  </a:lnTo>
                  <a:lnTo>
                    <a:pt x="264569" y="30801"/>
                  </a:lnTo>
                  <a:lnTo>
                    <a:pt x="260210" y="27780"/>
                  </a:lnTo>
                  <a:lnTo>
                    <a:pt x="255758" y="24899"/>
                  </a:lnTo>
                  <a:lnTo>
                    <a:pt x="251217" y="22160"/>
                  </a:lnTo>
                  <a:lnTo>
                    <a:pt x="246592" y="19567"/>
                  </a:lnTo>
                  <a:lnTo>
                    <a:pt x="241886" y="17122"/>
                  </a:lnTo>
                  <a:lnTo>
                    <a:pt x="237106" y="14827"/>
                  </a:lnTo>
                  <a:lnTo>
                    <a:pt x="232255" y="12685"/>
                  </a:lnTo>
                  <a:lnTo>
                    <a:pt x="227338" y="10698"/>
                  </a:lnTo>
                  <a:lnTo>
                    <a:pt x="222361" y="8868"/>
                  </a:lnTo>
                  <a:lnTo>
                    <a:pt x="217328" y="7197"/>
                  </a:lnTo>
                  <a:lnTo>
                    <a:pt x="212245" y="5686"/>
                  </a:lnTo>
                  <a:lnTo>
                    <a:pt x="207116" y="4337"/>
                  </a:lnTo>
                  <a:lnTo>
                    <a:pt x="201948" y="3152"/>
                  </a:lnTo>
                  <a:lnTo>
                    <a:pt x="196744" y="2131"/>
                  </a:lnTo>
                  <a:lnTo>
                    <a:pt x="167167" y="1666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29577" cy="167167"/>
            </a:xfrm>
            <a:custGeom>
              <a:avLst/>
              <a:pathLst>
                <a:path w="29577" h="167167">
                  <a:moveTo>
                    <a:pt x="29577" y="2637"/>
                  </a:moveTo>
                  <a:lnTo>
                    <a:pt x="22234" y="1485"/>
                  </a:lnTo>
                  <a:lnTo>
                    <a:pt x="14847" y="660"/>
                  </a:lnTo>
                  <a:lnTo>
                    <a:pt x="7431" y="16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71" y="1322571"/>
              <a:ext cx="167167" cy="318021"/>
            </a:xfrm>
            <a:custGeom>
              <a:avLst/>
              <a:pathLst>
                <a:path w="167167" h="318021">
                  <a:moveTo>
                    <a:pt x="167167" y="0"/>
                  </a:moveTo>
                  <a:lnTo>
                    <a:pt x="161802" y="86"/>
                  </a:lnTo>
                  <a:lnTo>
                    <a:pt x="156443" y="344"/>
                  </a:lnTo>
                  <a:lnTo>
                    <a:pt x="151095" y="774"/>
                  </a:lnTo>
                  <a:lnTo>
                    <a:pt x="145763" y="1375"/>
                  </a:lnTo>
                  <a:lnTo>
                    <a:pt x="140454" y="2148"/>
                  </a:lnTo>
                  <a:lnTo>
                    <a:pt x="135172" y="3090"/>
                  </a:lnTo>
                  <a:lnTo>
                    <a:pt x="129923" y="4201"/>
                  </a:lnTo>
                  <a:lnTo>
                    <a:pt x="124712" y="5480"/>
                  </a:lnTo>
                  <a:lnTo>
                    <a:pt x="119546" y="6926"/>
                  </a:lnTo>
                  <a:lnTo>
                    <a:pt x="114428" y="8537"/>
                  </a:lnTo>
                  <a:lnTo>
                    <a:pt x="109364" y="10311"/>
                  </a:lnTo>
                  <a:lnTo>
                    <a:pt x="104360" y="12247"/>
                  </a:lnTo>
                  <a:lnTo>
                    <a:pt x="99421" y="14342"/>
                  </a:lnTo>
                  <a:lnTo>
                    <a:pt x="94552" y="16595"/>
                  </a:lnTo>
                  <a:lnTo>
                    <a:pt x="89757" y="19003"/>
                  </a:lnTo>
                  <a:lnTo>
                    <a:pt x="85042" y="21563"/>
                  </a:lnTo>
                  <a:lnTo>
                    <a:pt x="80412" y="24274"/>
                  </a:lnTo>
                  <a:lnTo>
                    <a:pt x="75871" y="27131"/>
                  </a:lnTo>
                  <a:lnTo>
                    <a:pt x="71424" y="30133"/>
                  </a:lnTo>
                  <a:lnTo>
                    <a:pt x="67075" y="33276"/>
                  </a:lnTo>
                  <a:lnTo>
                    <a:pt x="62830" y="36557"/>
                  </a:lnTo>
                  <a:lnTo>
                    <a:pt x="58693" y="39973"/>
                  </a:lnTo>
                  <a:lnTo>
                    <a:pt x="54667" y="43519"/>
                  </a:lnTo>
                  <a:lnTo>
                    <a:pt x="50757" y="47193"/>
                  </a:lnTo>
                  <a:lnTo>
                    <a:pt x="46966" y="50991"/>
                  </a:lnTo>
                  <a:lnTo>
                    <a:pt x="43300" y="54908"/>
                  </a:lnTo>
                  <a:lnTo>
                    <a:pt x="39761" y="58941"/>
                  </a:lnTo>
                  <a:lnTo>
                    <a:pt x="36354" y="63085"/>
                  </a:lnTo>
                  <a:lnTo>
                    <a:pt x="33081" y="67337"/>
                  </a:lnTo>
                  <a:lnTo>
                    <a:pt x="29947" y="71691"/>
                  </a:lnTo>
                  <a:lnTo>
                    <a:pt x="26953" y="76144"/>
                  </a:lnTo>
                  <a:lnTo>
                    <a:pt x="24104" y="80691"/>
                  </a:lnTo>
                  <a:lnTo>
                    <a:pt x="21403" y="85326"/>
                  </a:lnTo>
                  <a:lnTo>
                    <a:pt x="18852" y="90046"/>
                  </a:lnTo>
                  <a:lnTo>
                    <a:pt x="16453" y="94845"/>
                  </a:lnTo>
                  <a:lnTo>
                    <a:pt x="14210" y="99719"/>
                  </a:lnTo>
                  <a:lnTo>
                    <a:pt x="12124" y="104663"/>
                  </a:lnTo>
                  <a:lnTo>
                    <a:pt x="10198" y="109670"/>
                  </a:lnTo>
                  <a:lnTo>
                    <a:pt x="8434" y="114737"/>
                  </a:lnTo>
                  <a:lnTo>
                    <a:pt x="6833" y="119858"/>
                  </a:lnTo>
                  <a:lnTo>
                    <a:pt x="5397" y="125028"/>
                  </a:lnTo>
                  <a:lnTo>
                    <a:pt x="4129" y="130241"/>
                  </a:lnTo>
                  <a:lnTo>
                    <a:pt x="3027" y="135492"/>
                  </a:lnTo>
                  <a:lnTo>
                    <a:pt x="2096" y="140776"/>
                  </a:lnTo>
                  <a:lnTo>
                    <a:pt x="1334" y="146087"/>
                  </a:lnTo>
                  <a:lnTo>
                    <a:pt x="743" y="151419"/>
                  </a:lnTo>
                  <a:lnTo>
                    <a:pt x="323" y="156768"/>
                  </a:lnTo>
                  <a:lnTo>
                    <a:pt x="75" y="162128"/>
                  </a:lnTo>
                  <a:lnTo>
                    <a:pt x="0" y="167493"/>
                  </a:lnTo>
                  <a:lnTo>
                    <a:pt x="96" y="172857"/>
                  </a:lnTo>
                  <a:lnTo>
                    <a:pt x="365" y="178216"/>
                  </a:lnTo>
                  <a:lnTo>
                    <a:pt x="805" y="183563"/>
                  </a:lnTo>
                  <a:lnTo>
                    <a:pt x="1417" y="188893"/>
                  </a:lnTo>
                  <a:lnTo>
                    <a:pt x="2200" y="194201"/>
                  </a:lnTo>
                  <a:lnTo>
                    <a:pt x="3152" y="199481"/>
                  </a:lnTo>
                  <a:lnTo>
                    <a:pt x="4274" y="204728"/>
                  </a:lnTo>
                  <a:lnTo>
                    <a:pt x="5563" y="209936"/>
                  </a:lnTo>
                  <a:lnTo>
                    <a:pt x="7019" y="215100"/>
                  </a:lnTo>
                  <a:lnTo>
                    <a:pt x="8639" y="220215"/>
                  </a:lnTo>
                  <a:lnTo>
                    <a:pt x="10423" y="225275"/>
                  </a:lnTo>
                  <a:lnTo>
                    <a:pt x="12369" y="230275"/>
                  </a:lnTo>
                  <a:lnTo>
                    <a:pt x="14474" y="235210"/>
                  </a:lnTo>
                  <a:lnTo>
                    <a:pt x="16736" y="240075"/>
                  </a:lnTo>
                  <a:lnTo>
                    <a:pt x="19153" y="244865"/>
                  </a:lnTo>
                  <a:lnTo>
                    <a:pt x="21723" y="249575"/>
                  </a:lnTo>
                  <a:lnTo>
                    <a:pt x="24443" y="254200"/>
                  </a:lnTo>
                  <a:lnTo>
                    <a:pt x="27309" y="258736"/>
                  </a:lnTo>
                  <a:lnTo>
                    <a:pt x="30320" y="263177"/>
                  </a:lnTo>
                  <a:lnTo>
                    <a:pt x="33471" y="267519"/>
                  </a:lnTo>
                  <a:lnTo>
                    <a:pt x="36761" y="271758"/>
                  </a:lnTo>
                  <a:lnTo>
                    <a:pt x="40184" y="275889"/>
                  </a:lnTo>
                  <a:lnTo>
                    <a:pt x="43739" y="279908"/>
                  </a:lnTo>
                  <a:lnTo>
                    <a:pt x="47420" y="283811"/>
                  </a:lnTo>
                  <a:lnTo>
                    <a:pt x="51225" y="287593"/>
                  </a:lnTo>
                  <a:lnTo>
                    <a:pt x="55149" y="291252"/>
                  </a:lnTo>
                  <a:lnTo>
                    <a:pt x="59189" y="294783"/>
                  </a:lnTo>
                  <a:lnTo>
                    <a:pt x="63340" y="298182"/>
                  </a:lnTo>
                  <a:lnTo>
                    <a:pt x="67598" y="301447"/>
                  </a:lnTo>
                  <a:lnTo>
                    <a:pt x="71959" y="304573"/>
                  </a:lnTo>
                  <a:lnTo>
                    <a:pt x="76417" y="307557"/>
                  </a:lnTo>
                  <a:lnTo>
                    <a:pt x="80969" y="310397"/>
                  </a:lnTo>
                  <a:lnTo>
                    <a:pt x="85610" y="313090"/>
                  </a:lnTo>
                  <a:lnTo>
                    <a:pt x="90335" y="315632"/>
                  </a:lnTo>
                  <a:lnTo>
                    <a:pt x="95139" y="31802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49011" y="1489739"/>
              <a:ext cx="72027" cy="150854"/>
            </a:xfrm>
            <a:custGeom>
              <a:avLst/>
              <a:pathLst>
                <a:path w="72027" h="150854">
                  <a:moveTo>
                    <a:pt x="0" y="150854"/>
                  </a:moveTo>
                  <a:lnTo>
                    <a:pt x="720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49011" y="1344818"/>
              <a:ext cx="239193" cy="312087"/>
            </a:xfrm>
            <a:custGeom>
              <a:avLst/>
              <a:pathLst>
                <a:path w="239193" h="312087">
                  <a:moveTo>
                    <a:pt x="0" y="295774"/>
                  </a:moveTo>
                  <a:lnTo>
                    <a:pt x="4852" y="297996"/>
                  </a:lnTo>
                  <a:lnTo>
                    <a:pt x="9773" y="300063"/>
                  </a:lnTo>
                  <a:lnTo>
                    <a:pt x="14758" y="301971"/>
                  </a:lnTo>
                  <a:lnTo>
                    <a:pt x="19801" y="303719"/>
                  </a:lnTo>
                  <a:lnTo>
                    <a:pt x="24897" y="305306"/>
                  </a:lnTo>
                  <a:lnTo>
                    <a:pt x="30041" y="306729"/>
                  </a:lnTo>
                  <a:lnTo>
                    <a:pt x="35228" y="307987"/>
                  </a:lnTo>
                  <a:lnTo>
                    <a:pt x="40453" y="309078"/>
                  </a:lnTo>
                  <a:lnTo>
                    <a:pt x="45709" y="310003"/>
                  </a:lnTo>
                  <a:lnTo>
                    <a:pt x="50993" y="310759"/>
                  </a:lnTo>
                  <a:lnTo>
                    <a:pt x="56298" y="311346"/>
                  </a:lnTo>
                  <a:lnTo>
                    <a:pt x="61619" y="311763"/>
                  </a:lnTo>
                  <a:lnTo>
                    <a:pt x="66950" y="312010"/>
                  </a:lnTo>
                  <a:lnTo>
                    <a:pt x="72287" y="312087"/>
                  </a:lnTo>
                  <a:lnTo>
                    <a:pt x="77624" y="311993"/>
                  </a:lnTo>
                  <a:lnTo>
                    <a:pt x="82955" y="311730"/>
                  </a:lnTo>
                  <a:lnTo>
                    <a:pt x="88274" y="311296"/>
                  </a:lnTo>
                  <a:lnTo>
                    <a:pt x="93577" y="310692"/>
                  </a:lnTo>
                  <a:lnTo>
                    <a:pt x="98859" y="309920"/>
                  </a:lnTo>
                  <a:lnTo>
                    <a:pt x="104112" y="308979"/>
                  </a:lnTo>
                  <a:lnTo>
                    <a:pt x="109333" y="307871"/>
                  </a:lnTo>
                  <a:lnTo>
                    <a:pt x="114517" y="306597"/>
                  </a:lnTo>
                  <a:lnTo>
                    <a:pt x="119656" y="305158"/>
                  </a:lnTo>
                  <a:lnTo>
                    <a:pt x="124747" y="303556"/>
                  </a:lnTo>
                  <a:lnTo>
                    <a:pt x="129785" y="301792"/>
                  </a:lnTo>
                  <a:lnTo>
                    <a:pt x="134764" y="299868"/>
                  </a:lnTo>
                  <a:lnTo>
                    <a:pt x="139678" y="297787"/>
                  </a:lnTo>
                  <a:lnTo>
                    <a:pt x="144524" y="295549"/>
                  </a:lnTo>
                  <a:lnTo>
                    <a:pt x="149296" y="293158"/>
                  </a:lnTo>
                  <a:lnTo>
                    <a:pt x="153989" y="290616"/>
                  </a:lnTo>
                  <a:lnTo>
                    <a:pt x="158598" y="287925"/>
                  </a:lnTo>
                  <a:lnTo>
                    <a:pt x="163119" y="285088"/>
                  </a:lnTo>
                  <a:lnTo>
                    <a:pt x="167547" y="282109"/>
                  </a:lnTo>
                  <a:lnTo>
                    <a:pt x="171878" y="278989"/>
                  </a:lnTo>
                  <a:lnTo>
                    <a:pt x="176108" y="275733"/>
                  </a:lnTo>
                  <a:lnTo>
                    <a:pt x="180231" y="272344"/>
                  </a:lnTo>
                  <a:lnTo>
                    <a:pt x="184243" y="268825"/>
                  </a:lnTo>
                  <a:lnTo>
                    <a:pt x="188142" y="265179"/>
                  </a:lnTo>
                  <a:lnTo>
                    <a:pt x="191922" y="261411"/>
                  </a:lnTo>
                  <a:lnTo>
                    <a:pt x="195580" y="257524"/>
                  </a:lnTo>
                  <a:lnTo>
                    <a:pt x="199111" y="253522"/>
                  </a:lnTo>
                  <a:lnTo>
                    <a:pt x="202514" y="249410"/>
                  </a:lnTo>
                  <a:lnTo>
                    <a:pt x="205783" y="245191"/>
                  </a:lnTo>
                  <a:lnTo>
                    <a:pt x="208916" y="240870"/>
                  </a:lnTo>
                  <a:lnTo>
                    <a:pt x="211909" y="236451"/>
                  </a:lnTo>
                  <a:lnTo>
                    <a:pt x="214760" y="231939"/>
                  </a:lnTo>
                  <a:lnTo>
                    <a:pt x="217465" y="227338"/>
                  </a:lnTo>
                  <a:lnTo>
                    <a:pt x="220022" y="222653"/>
                  </a:lnTo>
                  <a:lnTo>
                    <a:pt x="222428" y="217889"/>
                  </a:lnTo>
                  <a:lnTo>
                    <a:pt x="224681" y="213050"/>
                  </a:lnTo>
                  <a:lnTo>
                    <a:pt x="226778" y="208142"/>
                  </a:lnTo>
                  <a:lnTo>
                    <a:pt x="228718" y="203169"/>
                  </a:lnTo>
                  <a:lnTo>
                    <a:pt x="230497" y="198137"/>
                  </a:lnTo>
                  <a:lnTo>
                    <a:pt x="232116" y="193051"/>
                  </a:lnTo>
                  <a:lnTo>
                    <a:pt x="233571" y="187916"/>
                  </a:lnTo>
                  <a:lnTo>
                    <a:pt x="234861" y="182737"/>
                  </a:lnTo>
                  <a:lnTo>
                    <a:pt x="235985" y="177519"/>
                  </a:lnTo>
                  <a:lnTo>
                    <a:pt x="236942" y="172269"/>
                  </a:lnTo>
                  <a:lnTo>
                    <a:pt x="237731" y="166990"/>
                  </a:lnTo>
                  <a:lnTo>
                    <a:pt x="238351" y="161689"/>
                  </a:lnTo>
                  <a:lnTo>
                    <a:pt x="238802" y="156370"/>
                  </a:lnTo>
                  <a:lnTo>
                    <a:pt x="239082" y="151040"/>
                  </a:lnTo>
                  <a:lnTo>
                    <a:pt x="239193" y="145704"/>
                  </a:lnTo>
                  <a:lnTo>
                    <a:pt x="239133" y="140367"/>
                  </a:lnTo>
                  <a:lnTo>
                    <a:pt x="238902" y="135035"/>
                  </a:lnTo>
                  <a:lnTo>
                    <a:pt x="238501" y="129712"/>
                  </a:lnTo>
                  <a:lnTo>
                    <a:pt x="237931" y="124406"/>
                  </a:lnTo>
                  <a:lnTo>
                    <a:pt x="237192" y="119120"/>
                  </a:lnTo>
                  <a:lnTo>
                    <a:pt x="236284" y="113860"/>
                  </a:lnTo>
                  <a:lnTo>
                    <a:pt x="235209" y="108632"/>
                  </a:lnTo>
                  <a:lnTo>
                    <a:pt x="233967" y="103441"/>
                  </a:lnTo>
                  <a:lnTo>
                    <a:pt x="232560" y="98293"/>
                  </a:lnTo>
                  <a:lnTo>
                    <a:pt x="230990" y="93192"/>
                  </a:lnTo>
                  <a:lnTo>
                    <a:pt x="229257" y="88143"/>
                  </a:lnTo>
                  <a:lnTo>
                    <a:pt x="227365" y="83153"/>
                  </a:lnTo>
                  <a:lnTo>
                    <a:pt x="225314" y="78225"/>
                  </a:lnTo>
                  <a:lnTo>
                    <a:pt x="223106" y="73366"/>
                  </a:lnTo>
                  <a:lnTo>
                    <a:pt x="220745" y="68579"/>
                  </a:lnTo>
                  <a:lnTo>
                    <a:pt x="218232" y="63870"/>
                  </a:lnTo>
                  <a:lnTo>
                    <a:pt x="215570" y="59244"/>
                  </a:lnTo>
                  <a:lnTo>
                    <a:pt x="212762" y="54705"/>
                  </a:lnTo>
                  <a:lnTo>
                    <a:pt x="209810" y="50258"/>
                  </a:lnTo>
                  <a:lnTo>
                    <a:pt x="206718" y="45908"/>
                  </a:lnTo>
                  <a:lnTo>
                    <a:pt x="203488" y="41659"/>
                  </a:lnTo>
                  <a:lnTo>
                    <a:pt x="200125" y="37514"/>
                  </a:lnTo>
                  <a:lnTo>
                    <a:pt x="196631" y="33480"/>
                  </a:lnTo>
                  <a:lnTo>
                    <a:pt x="193010" y="29559"/>
                  </a:lnTo>
                  <a:lnTo>
                    <a:pt x="189265" y="25755"/>
                  </a:lnTo>
                  <a:lnTo>
                    <a:pt x="185401" y="22073"/>
                  </a:lnTo>
                  <a:lnTo>
                    <a:pt x="181422" y="18517"/>
                  </a:lnTo>
                  <a:lnTo>
                    <a:pt x="177331" y="15089"/>
                  </a:lnTo>
                  <a:lnTo>
                    <a:pt x="173132" y="11793"/>
                  </a:lnTo>
                  <a:lnTo>
                    <a:pt x="168831" y="8633"/>
                  </a:lnTo>
                  <a:lnTo>
                    <a:pt x="164431" y="5612"/>
                  </a:lnTo>
                  <a:lnTo>
                    <a:pt x="159936" y="2733"/>
                  </a:lnTo>
                  <a:lnTo>
                    <a:pt x="155352" y="0"/>
                  </a:lnTo>
                  <a:lnTo>
                    <a:pt x="72027" y="1449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83325" cy="167167"/>
            </a:xfrm>
            <a:custGeom>
              <a:avLst/>
              <a:pathLst>
                <a:path w="83325" h="167167">
                  <a:moveTo>
                    <a:pt x="83325" y="22247"/>
                  </a:moveTo>
                  <a:lnTo>
                    <a:pt x="78234" y="19436"/>
                  </a:lnTo>
                  <a:lnTo>
                    <a:pt x="73048" y="16805"/>
                  </a:lnTo>
                  <a:lnTo>
                    <a:pt x="67774" y="14355"/>
                  </a:lnTo>
                  <a:lnTo>
                    <a:pt x="62419" y="12090"/>
                  </a:lnTo>
                  <a:lnTo>
                    <a:pt x="56987" y="10013"/>
                  </a:lnTo>
                  <a:lnTo>
                    <a:pt x="51487" y="8126"/>
                  </a:lnTo>
                  <a:lnTo>
                    <a:pt x="45924" y="6431"/>
                  </a:lnTo>
                  <a:lnTo>
                    <a:pt x="40306" y="4931"/>
                  </a:lnTo>
                  <a:lnTo>
                    <a:pt x="34639" y="3628"/>
                  </a:lnTo>
                  <a:lnTo>
                    <a:pt x="28930" y="2522"/>
                  </a:lnTo>
                  <a:lnTo>
                    <a:pt x="23186" y="1615"/>
                  </a:lnTo>
                  <a:lnTo>
                    <a:pt x="17414" y="909"/>
                  </a:lnTo>
                  <a:lnTo>
                    <a:pt x="11621" y="404"/>
                  </a:lnTo>
                  <a:lnTo>
                    <a:pt x="581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2" y="1071028"/>
              <a:ext cx="167165" cy="266297"/>
            </a:xfrm>
            <a:custGeom>
              <a:avLst/>
              <a:pathLst>
                <a:path w="167165" h="266297">
                  <a:moveTo>
                    <a:pt x="167165" y="0"/>
                  </a:moveTo>
                  <a:lnTo>
                    <a:pt x="161823" y="85"/>
                  </a:lnTo>
                  <a:lnTo>
                    <a:pt x="156486" y="341"/>
                  </a:lnTo>
                  <a:lnTo>
                    <a:pt x="151159" y="768"/>
                  </a:lnTo>
                  <a:lnTo>
                    <a:pt x="145850" y="1364"/>
                  </a:lnTo>
                  <a:lnTo>
                    <a:pt x="140561" y="2130"/>
                  </a:lnTo>
                  <a:lnTo>
                    <a:pt x="135301" y="3065"/>
                  </a:lnTo>
                  <a:lnTo>
                    <a:pt x="130072" y="4167"/>
                  </a:lnTo>
                  <a:lnTo>
                    <a:pt x="124882" y="5435"/>
                  </a:lnTo>
                  <a:lnTo>
                    <a:pt x="119735" y="6869"/>
                  </a:lnTo>
                  <a:lnTo>
                    <a:pt x="114636" y="8467"/>
                  </a:lnTo>
                  <a:lnTo>
                    <a:pt x="109591" y="10227"/>
                  </a:lnTo>
                  <a:lnTo>
                    <a:pt x="104604" y="12147"/>
                  </a:lnTo>
                  <a:lnTo>
                    <a:pt x="99682" y="14226"/>
                  </a:lnTo>
                  <a:lnTo>
                    <a:pt x="94829" y="16461"/>
                  </a:lnTo>
                  <a:lnTo>
                    <a:pt x="90049" y="18850"/>
                  </a:lnTo>
                  <a:lnTo>
                    <a:pt x="85348" y="21390"/>
                  </a:lnTo>
                  <a:lnTo>
                    <a:pt x="80731" y="24079"/>
                  </a:lnTo>
                  <a:lnTo>
                    <a:pt x="76202" y="26915"/>
                  </a:lnTo>
                  <a:lnTo>
                    <a:pt x="71766" y="29893"/>
                  </a:lnTo>
                  <a:lnTo>
                    <a:pt x="67428" y="33012"/>
                  </a:lnTo>
                  <a:lnTo>
                    <a:pt x="63191" y="36268"/>
                  </a:lnTo>
                  <a:lnTo>
                    <a:pt x="59061" y="39658"/>
                  </a:lnTo>
                  <a:lnTo>
                    <a:pt x="55041" y="43178"/>
                  </a:lnTo>
                  <a:lnTo>
                    <a:pt x="51136" y="46825"/>
                  </a:lnTo>
                  <a:lnTo>
                    <a:pt x="47349" y="50595"/>
                  </a:lnTo>
                  <a:lnTo>
                    <a:pt x="43685" y="54484"/>
                  </a:lnTo>
                  <a:lnTo>
                    <a:pt x="40147" y="58487"/>
                  </a:lnTo>
                  <a:lnTo>
                    <a:pt x="36738" y="62602"/>
                  </a:lnTo>
                  <a:lnTo>
                    <a:pt x="33463" y="66824"/>
                  </a:lnTo>
                  <a:lnTo>
                    <a:pt x="30324" y="71149"/>
                  </a:lnTo>
                  <a:lnTo>
                    <a:pt x="27326" y="75571"/>
                  </a:lnTo>
                  <a:lnTo>
                    <a:pt x="24470" y="80087"/>
                  </a:lnTo>
                  <a:lnTo>
                    <a:pt x="21760" y="84692"/>
                  </a:lnTo>
                  <a:lnTo>
                    <a:pt x="19198" y="89381"/>
                  </a:lnTo>
                  <a:lnTo>
                    <a:pt x="16788" y="94150"/>
                  </a:lnTo>
                  <a:lnTo>
                    <a:pt x="14531" y="98993"/>
                  </a:lnTo>
                  <a:lnTo>
                    <a:pt x="12430" y="103906"/>
                  </a:lnTo>
                  <a:lnTo>
                    <a:pt x="10487" y="108883"/>
                  </a:lnTo>
                  <a:lnTo>
                    <a:pt x="8705" y="113921"/>
                  </a:lnTo>
                  <a:lnTo>
                    <a:pt x="7084" y="119012"/>
                  </a:lnTo>
                  <a:lnTo>
                    <a:pt x="5627" y="124153"/>
                  </a:lnTo>
                  <a:lnTo>
                    <a:pt x="4334" y="129337"/>
                  </a:lnTo>
                  <a:lnTo>
                    <a:pt x="3209" y="134561"/>
                  </a:lnTo>
                  <a:lnTo>
                    <a:pt x="2250" y="139817"/>
                  </a:lnTo>
                  <a:lnTo>
                    <a:pt x="1460" y="145102"/>
                  </a:lnTo>
                  <a:lnTo>
                    <a:pt x="840" y="150409"/>
                  </a:lnTo>
                  <a:lnTo>
                    <a:pt x="389" y="155733"/>
                  </a:lnTo>
                  <a:lnTo>
                    <a:pt x="109" y="161069"/>
                  </a:lnTo>
                  <a:lnTo>
                    <a:pt x="0" y="166411"/>
                  </a:lnTo>
                  <a:lnTo>
                    <a:pt x="61" y="171754"/>
                  </a:lnTo>
                  <a:lnTo>
                    <a:pt x="293" y="177092"/>
                  </a:lnTo>
                  <a:lnTo>
                    <a:pt x="695" y="182420"/>
                  </a:lnTo>
                  <a:lnTo>
                    <a:pt x="1268" y="187733"/>
                  </a:lnTo>
                  <a:lnTo>
                    <a:pt x="2010" y="193024"/>
                  </a:lnTo>
                  <a:lnTo>
                    <a:pt x="2920" y="198289"/>
                  </a:lnTo>
                  <a:lnTo>
                    <a:pt x="3999" y="203523"/>
                  </a:lnTo>
                  <a:lnTo>
                    <a:pt x="5244" y="208719"/>
                  </a:lnTo>
                  <a:lnTo>
                    <a:pt x="6655" y="213872"/>
                  </a:lnTo>
                  <a:lnTo>
                    <a:pt x="8230" y="218978"/>
                  </a:lnTo>
                  <a:lnTo>
                    <a:pt x="9967" y="224031"/>
                  </a:lnTo>
                  <a:lnTo>
                    <a:pt x="11864" y="229026"/>
                  </a:lnTo>
                  <a:lnTo>
                    <a:pt x="13921" y="233958"/>
                  </a:lnTo>
                  <a:lnTo>
                    <a:pt x="16134" y="238821"/>
                  </a:lnTo>
                  <a:lnTo>
                    <a:pt x="18501" y="243612"/>
                  </a:lnTo>
                  <a:lnTo>
                    <a:pt x="21020" y="248324"/>
                  </a:lnTo>
                  <a:lnTo>
                    <a:pt x="23688" y="252953"/>
                  </a:lnTo>
                  <a:lnTo>
                    <a:pt x="26503" y="257495"/>
                  </a:lnTo>
                  <a:lnTo>
                    <a:pt x="29462" y="261944"/>
                  </a:lnTo>
                  <a:lnTo>
                    <a:pt x="32561" y="26629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0654" y="1238196"/>
              <a:ext cx="134604" cy="99129"/>
            </a:xfrm>
            <a:custGeom>
              <a:avLst/>
              <a:pathLst>
                <a:path w="134604" h="99129">
                  <a:moveTo>
                    <a:pt x="0" y="99129"/>
                  </a:moveTo>
                  <a:lnTo>
                    <a:pt x="1346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10654" y="1180059"/>
              <a:ext cx="301769" cy="225288"/>
            </a:xfrm>
            <a:custGeom>
              <a:avLst/>
              <a:pathLst>
                <a:path w="301769" h="225288">
                  <a:moveTo>
                    <a:pt x="0" y="157266"/>
                  </a:moveTo>
                  <a:lnTo>
                    <a:pt x="3219" y="161495"/>
                  </a:lnTo>
                  <a:lnTo>
                    <a:pt x="6572" y="165620"/>
                  </a:lnTo>
                  <a:lnTo>
                    <a:pt x="10054" y="169637"/>
                  </a:lnTo>
                  <a:lnTo>
                    <a:pt x="13662" y="173541"/>
                  </a:lnTo>
                  <a:lnTo>
                    <a:pt x="17393" y="177327"/>
                  </a:lnTo>
                  <a:lnTo>
                    <a:pt x="21242" y="180994"/>
                  </a:lnTo>
                  <a:lnTo>
                    <a:pt x="25205" y="184536"/>
                  </a:lnTo>
                  <a:lnTo>
                    <a:pt x="29279" y="187951"/>
                  </a:lnTo>
                  <a:lnTo>
                    <a:pt x="33460" y="191234"/>
                  </a:lnTo>
                  <a:lnTo>
                    <a:pt x="37743" y="194382"/>
                  </a:lnTo>
                  <a:lnTo>
                    <a:pt x="42124" y="197393"/>
                  </a:lnTo>
                  <a:lnTo>
                    <a:pt x="46598" y="200263"/>
                  </a:lnTo>
                  <a:lnTo>
                    <a:pt x="51162" y="202989"/>
                  </a:lnTo>
                  <a:lnTo>
                    <a:pt x="55809" y="205569"/>
                  </a:lnTo>
                  <a:lnTo>
                    <a:pt x="60537" y="208000"/>
                  </a:lnTo>
                  <a:lnTo>
                    <a:pt x="65339" y="210279"/>
                  </a:lnTo>
                  <a:lnTo>
                    <a:pt x="70212" y="212404"/>
                  </a:lnTo>
                  <a:lnTo>
                    <a:pt x="75149" y="214374"/>
                  </a:lnTo>
                  <a:lnTo>
                    <a:pt x="80147" y="216185"/>
                  </a:lnTo>
                  <a:lnTo>
                    <a:pt x="85199" y="217836"/>
                  </a:lnTo>
                  <a:lnTo>
                    <a:pt x="90302" y="219326"/>
                  </a:lnTo>
                  <a:lnTo>
                    <a:pt x="95449" y="220654"/>
                  </a:lnTo>
                  <a:lnTo>
                    <a:pt x="100636" y="221816"/>
                  </a:lnTo>
                  <a:lnTo>
                    <a:pt x="105858" y="222813"/>
                  </a:lnTo>
                  <a:lnTo>
                    <a:pt x="111108" y="223644"/>
                  </a:lnTo>
                  <a:lnTo>
                    <a:pt x="116382" y="224308"/>
                  </a:lnTo>
                  <a:lnTo>
                    <a:pt x="121675" y="224803"/>
                  </a:lnTo>
                  <a:lnTo>
                    <a:pt x="126981" y="225130"/>
                  </a:lnTo>
                  <a:lnTo>
                    <a:pt x="132294" y="225288"/>
                  </a:lnTo>
                  <a:lnTo>
                    <a:pt x="137610" y="225277"/>
                  </a:lnTo>
                  <a:lnTo>
                    <a:pt x="142922" y="225096"/>
                  </a:lnTo>
                  <a:lnTo>
                    <a:pt x="148227" y="224748"/>
                  </a:lnTo>
                  <a:lnTo>
                    <a:pt x="153517" y="224230"/>
                  </a:lnTo>
                  <a:lnTo>
                    <a:pt x="158788" y="223545"/>
                  </a:lnTo>
                  <a:lnTo>
                    <a:pt x="164035" y="222692"/>
                  </a:lnTo>
                  <a:lnTo>
                    <a:pt x="169253" y="221673"/>
                  </a:lnTo>
                  <a:lnTo>
                    <a:pt x="174435" y="220489"/>
                  </a:lnTo>
                  <a:lnTo>
                    <a:pt x="179576" y="219140"/>
                  </a:lnTo>
                  <a:lnTo>
                    <a:pt x="184673" y="217629"/>
                  </a:lnTo>
                  <a:lnTo>
                    <a:pt x="189719" y="215957"/>
                  </a:lnTo>
                  <a:lnTo>
                    <a:pt x="194709" y="214124"/>
                  </a:lnTo>
                  <a:lnTo>
                    <a:pt x="199638" y="212135"/>
                  </a:lnTo>
                  <a:lnTo>
                    <a:pt x="204501" y="209989"/>
                  </a:lnTo>
                  <a:lnTo>
                    <a:pt x="209294" y="207690"/>
                  </a:lnTo>
                  <a:lnTo>
                    <a:pt x="214011" y="205239"/>
                  </a:lnTo>
                  <a:lnTo>
                    <a:pt x="218648" y="202640"/>
                  </a:lnTo>
                  <a:lnTo>
                    <a:pt x="223200" y="199895"/>
                  </a:lnTo>
                  <a:lnTo>
                    <a:pt x="227663" y="197006"/>
                  </a:lnTo>
                  <a:lnTo>
                    <a:pt x="232031" y="193977"/>
                  </a:lnTo>
                  <a:lnTo>
                    <a:pt x="236301" y="190811"/>
                  </a:lnTo>
                  <a:lnTo>
                    <a:pt x="240468" y="187511"/>
                  </a:lnTo>
                  <a:lnTo>
                    <a:pt x="244528" y="184079"/>
                  </a:lnTo>
                  <a:lnTo>
                    <a:pt x="248476" y="180521"/>
                  </a:lnTo>
                  <a:lnTo>
                    <a:pt x="252310" y="176838"/>
                  </a:lnTo>
                  <a:lnTo>
                    <a:pt x="256025" y="173036"/>
                  </a:lnTo>
                  <a:lnTo>
                    <a:pt x="259616" y="169117"/>
                  </a:lnTo>
                  <a:lnTo>
                    <a:pt x="263082" y="165086"/>
                  </a:lnTo>
                  <a:lnTo>
                    <a:pt x="266417" y="160947"/>
                  </a:lnTo>
                  <a:lnTo>
                    <a:pt x="269620" y="156704"/>
                  </a:lnTo>
                  <a:lnTo>
                    <a:pt x="272685" y="152361"/>
                  </a:lnTo>
                  <a:lnTo>
                    <a:pt x="275611" y="147924"/>
                  </a:lnTo>
                  <a:lnTo>
                    <a:pt x="278395" y="143395"/>
                  </a:lnTo>
                  <a:lnTo>
                    <a:pt x="281033" y="138780"/>
                  </a:lnTo>
                  <a:lnTo>
                    <a:pt x="283523" y="134083"/>
                  </a:lnTo>
                  <a:lnTo>
                    <a:pt x="285862" y="129310"/>
                  </a:lnTo>
                  <a:lnTo>
                    <a:pt x="288049" y="124465"/>
                  </a:lnTo>
                  <a:lnTo>
                    <a:pt x="290080" y="119553"/>
                  </a:lnTo>
                  <a:lnTo>
                    <a:pt x="291954" y="114578"/>
                  </a:lnTo>
                  <a:lnTo>
                    <a:pt x="293669" y="109547"/>
                  </a:lnTo>
                  <a:lnTo>
                    <a:pt x="295223" y="104463"/>
                  </a:lnTo>
                  <a:lnTo>
                    <a:pt x="296615" y="99333"/>
                  </a:lnTo>
                  <a:lnTo>
                    <a:pt x="297843" y="94161"/>
                  </a:lnTo>
                  <a:lnTo>
                    <a:pt x="298906" y="88953"/>
                  </a:lnTo>
                  <a:lnTo>
                    <a:pt x="299803" y="83713"/>
                  </a:lnTo>
                  <a:lnTo>
                    <a:pt x="300532" y="78448"/>
                  </a:lnTo>
                  <a:lnTo>
                    <a:pt x="301094" y="73162"/>
                  </a:lnTo>
                  <a:lnTo>
                    <a:pt x="301488" y="67861"/>
                  </a:lnTo>
                  <a:lnTo>
                    <a:pt x="301713" y="62550"/>
                  </a:lnTo>
                  <a:lnTo>
                    <a:pt x="301769" y="57234"/>
                  </a:lnTo>
                  <a:lnTo>
                    <a:pt x="301655" y="51920"/>
                  </a:lnTo>
                  <a:lnTo>
                    <a:pt x="301373" y="46612"/>
                  </a:lnTo>
                  <a:lnTo>
                    <a:pt x="300923" y="41315"/>
                  </a:lnTo>
                  <a:lnTo>
                    <a:pt x="300304" y="36035"/>
                  </a:lnTo>
                  <a:lnTo>
                    <a:pt x="299517" y="30778"/>
                  </a:lnTo>
                  <a:lnTo>
                    <a:pt x="298564" y="25549"/>
                  </a:lnTo>
                  <a:lnTo>
                    <a:pt x="297445" y="20352"/>
                  </a:lnTo>
                  <a:lnTo>
                    <a:pt x="296161" y="15194"/>
                  </a:lnTo>
                  <a:lnTo>
                    <a:pt x="294714" y="10079"/>
                  </a:lnTo>
                  <a:lnTo>
                    <a:pt x="293105" y="5012"/>
                  </a:lnTo>
                  <a:lnTo>
                    <a:pt x="291336" y="0"/>
                  </a:lnTo>
                  <a:lnTo>
                    <a:pt x="134604" y="581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56732" cy="167167"/>
            </a:xfrm>
            <a:custGeom>
              <a:avLst/>
              <a:pathLst>
                <a:path w="156732" h="167167">
                  <a:moveTo>
                    <a:pt x="156732" y="109030"/>
                  </a:moveTo>
                  <a:lnTo>
                    <a:pt x="154738" y="103913"/>
                  </a:lnTo>
                  <a:lnTo>
                    <a:pt x="152576" y="98865"/>
                  </a:lnTo>
                  <a:lnTo>
                    <a:pt x="150251" y="93890"/>
                  </a:lnTo>
                  <a:lnTo>
                    <a:pt x="147762" y="88994"/>
                  </a:lnTo>
                  <a:lnTo>
                    <a:pt x="145115" y="84182"/>
                  </a:lnTo>
                  <a:lnTo>
                    <a:pt x="142311" y="79460"/>
                  </a:lnTo>
                  <a:lnTo>
                    <a:pt x="139353" y="74833"/>
                  </a:lnTo>
                  <a:lnTo>
                    <a:pt x="136245" y="70305"/>
                  </a:lnTo>
                  <a:lnTo>
                    <a:pt x="132989" y="65882"/>
                  </a:lnTo>
                  <a:lnTo>
                    <a:pt x="129591" y="61568"/>
                  </a:lnTo>
                  <a:lnTo>
                    <a:pt x="126052" y="57368"/>
                  </a:lnTo>
                  <a:lnTo>
                    <a:pt x="122377" y="53287"/>
                  </a:lnTo>
                  <a:lnTo>
                    <a:pt x="118570" y="49329"/>
                  </a:lnTo>
                  <a:lnTo>
                    <a:pt x="114636" y="45497"/>
                  </a:lnTo>
                  <a:lnTo>
                    <a:pt x="110577" y="41797"/>
                  </a:lnTo>
                  <a:lnTo>
                    <a:pt x="106399" y="38233"/>
                  </a:lnTo>
                  <a:lnTo>
                    <a:pt x="102107" y="34807"/>
                  </a:lnTo>
                  <a:lnTo>
                    <a:pt x="97704" y="31525"/>
                  </a:lnTo>
                  <a:lnTo>
                    <a:pt x="93196" y="28389"/>
                  </a:lnTo>
                  <a:lnTo>
                    <a:pt x="88587" y="25402"/>
                  </a:lnTo>
                  <a:lnTo>
                    <a:pt x="83882" y="22569"/>
                  </a:lnTo>
                  <a:lnTo>
                    <a:pt x="79087" y="19891"/>
                  </a:lnTo>
                  <a:lnTo>
                    <a:pt x="74207" y="17373"/>
                  </a:lnTo>
                  <a:lnTo>
                    <a:pt x="69246" y="15016"/>
                  </a:lnTo>
                  <a:lnTo>
                    <a:pt x="64211" y="12824"/>
                  </a:lnTo>
                  <a:lnTo>
                    <a:pt x="59106" y="10798"/>
                  </a:lnTo>
                  <a:lnTo>
                    <a:pt x="53938" y="8941"/>
                  </a:lnTo>
                  <a:lnTo>
                    <a:pt x="48712" y="7254"/>
                  </a:lnTo>
                  <a:lnTo>
                    <a:pt x="43432" y="5740"/>
                  </a:lnTo>
                  <a:lnTo>
                    <a:pt x="38106" y="4401"/>
                  </a:lnTo>
                  <a:lnTo>
                    <a:pt x="32739" y="3237"/>
                  </a:lnTo>
                  <a:lnTo>
                    <a:pt x="27337" y="2250"/>
                  </a:lnTo>
                  <a:lnTo>
                    <a:pt x="21905" y="1441"/>
                  </a:lnTo>
                  <a:lnTo>
                    <a:pt x="16449" y="811"/>
                  </a:lnTo>
                  <a:lnTo>
                    <a:pt x="10976" y="360"/>
                  </a:lnTo>
                  <a:lnTo>
                    <a:pt x="549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5284" y="941493"/>
              <a:ext cx="88259" cy="167167"/>
            </a:xfrm>
            <a:custGeom>
              <a:avLst/>
              <a:pathLst>
                <a:path w="88259" h="167167">
                  <a:moveTo>
                    <a:pt x="88259" y="0"/>
                  </a:moveTo>
                  <a:lnTo>
                    <a:pt x="82449" y="100"/>
                  </a:lnTo>
                  <a:lnTo>
                    <a:pt x="76646" y="403"/>
                  </a:lnTo>
                  <a:lnTo>
                    <a:pt x="70857" y="908"/>
                  </a:lnTo>
                  <a:lnTo>
                    <a:pt x="65089" y="1613"/>
                  </a:lnTo>
                  <a:lnTo>
                    <a:pt x="59349" y="2518"/>
                  </a:lnTo>
                  <a:lnTo>
                    <a:pt x="53644" y="3623"/>
                  </a:lnTo>
                  <a:lnTo>
                    <a:pt x="47980" y="4925"/>
                  </a:lnTo>
                  <a:lnTo>
                    <a:pt x="42366" y="6422"/>
                  </a:lnTo>
                  <a:lnTo>
                    <a:pt x="36807" y="8115"/>
                  </a:lnTo>
                  <a:lnTo>
                    <a:pt x="31310" y="9999"/>
                  </a:lnTo>
                  <a:lnTo>
                    <a:pt x="25882" y="12073"/>
                  </a:lnTo>
                  <a:lnTo>
                    <a:pt x="20529" y="14335"/>
                  </a:lnTo>
                  <a:lnTo>
                    <a:pt x="15258" y="16781"/>
                  </a:lnTo>
                  <a:lnTo>
                    <a:pt x="10075" y="19409"/>
                  </a:lnTo>
                  <a:lnTo>
                    <a:pt x="4987" y="22216"/>
                  </a:lnTo>
                  <a:lnTo>
                    <a:pt x="0" y="25198"/>
                  </a:lnTo>
                  <a:lnTo>
                    <a:pt x="882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5284" y="966691"/>
              <a:ext cx="88259" cy="141969"/>
            </a:xfrm>
            <a:custGeom>
              <a:avLst/>
              <a:pathLst>
                <a:path w="88259" h="141969">
                  <a:moveTo>
                    <a:pt x="0" y="0"/>
                  </a:moveTo>
                  <a:lnTo>
                    <a:pt x="88259" y="1419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77" y="946928"/>
              <a:ext cx="334319" cy="328894"/>
            </a:xfrm>
            <a:custGeom>
              <a:avLst/>
              <a:pathLst>
                <a:path w="334319" h="328894">
                  <a:moveTo>
                    <a:pt x="78907" y="19763"/>
                  </a:moveTo>
                  <a:lnTo>
                    <a:pt x="74462" y="22624"/>
                  </a:lnTo>
                  <a:lnTo>
                    <a:pt x="70110" y="25625"/>
                  </a:lnTo>
                  <a:lnTo>
                    <a:pt x="65855" y="28762"/>
                  </a:lnTo>
                  <a:lnTo>
                    <a:pt x="61701" y="32032"/>
                  </a:lnTo>
                  <a:lnTo>
                    <a:pt x="57652" y="35432"/>
                  </a:lnTo>
                  <a:lnTo>
                    <a:pt x="53713" y="38958"/>
                  </a:lnTo>
                  <a:lnTo>
                    <a:pt x="49888" y="42607"/>
                  </a:lnTo>
                  <a:lnTo>
                    <a:pt x="46180" y="46375"/>
                  </a:lnTo>
                  <a:lnTo>
                    <a:pt x="42593" y="50258"/>
                  </a:lnTo>
                  <a:lnTo>
                    <a:pt x="39130" y="54253"/>
                  </a:lnTo>
                  <a:lnTo>
                    <a:pt x="35795" y="58356"/>
                  </a:lnTo>
                  <a:lnTo>
                    <a:pt x="32592" y="62561"/>
                  </a:lnTo>
                  <a:lnTo>
                    <a:pt x="29524" y="66866"/>
                  </a:lnTo>
                  <a:lnTo>
                    <a:pt x="26593" y="71266"/>
                  </a:lnTo>
                  <a:lnTo>
                    <a:pt x="23803" y="75756"/>
                  </a:lnTo>
                  <a:lnTo>
                    <a:pt x="21156" y="80333"/>
                  </a:lnTo>
                  <a:lnTo>
                    <a:pt x="18655" y="84990"/>
                  </a:lnTo>
                  <a:lnTo>
                    <a:pt x="16302" y="89725"/>
                  </a:lnTo>
                  <a:lnTo>
                    <a:pt x="14101" y="94531"/>
                  </a:lnTo>
                  <a:lnTo>
                    <a:pt x="12053" y="99405"/>
                  </a:lnTo>
                  <a:lnTo>
                    <a:pt x="10159" y="104341"/>
                  </a:lnTo>
                  <a:lnTo>
                    <a:pt x="8423" y="109334"/>
                  </a:lnTo>
                  <a:lnTo>
                    <a:pt x="6846" y="114380"/>
                  </a:lnTo>
                  <a:lnTo>
                    <a:pt x="5429" y="119473"/>
                  </a:lnTo>
                  <a:lnTo>
                    <a:pt x="4173" y="124608"/>
                  </a:lnTo>
                  <a:lnTo>
                    <a:pt x="3081" y="129781"/>
                  </a:lnTo>
                  <a:lnTo>
                    <a:pt x="2153" y="134985"/>
                  </a:lnTo>
                  <a:lnTo>
                    <a:pt x="1389" y="140216"/>
                  </a:lnTo>
                  <a:lnTo>
                    <a:pt x="792" y="145469"/>
                  </a:lnTo>
                  <a:lnTo>
                    <a:pt x="361" y="150738"/>
                  </a:lnTo>
                  <a:lnTo>
                    <a:pt x="97" y="156018"/>
                  </a:lnTo>
                  <a:lnTo>
                    <a:pt x="0" y="161304"/>
                  </a:lnTo>
                  <a:lnTo>
                    <a:pt x="70" y="166590"/>
                  </a:lnTo>
                  <a:lnTo>
                    <a:pt x="307" y="171871"/>
                  </a:lnTo>
                  <a:lnTo>
                    <a:pt x="711" y="177142"/>
                  </a:lnTo>
                  <a:lnTo>
                    <a:pt x="1281" y="182398"/>
                  </a:lnTo>
                  <a:lnTo>
                    <a:pt x="2018" y="187633"/>
                  </a:lnTo>
                  <a:lnTo>
                    <a:pt x="2919" y="192842"/>
                  </a:lnTo>
                  <a:lnTo>
                    <a:pt x="3985" y="198020"/>
                  </a:lnTo>
                  <a:lnTo>
                    <a:pt x="5214" y="203162"/>
                  </a:lnTo>
                  <a:lnTo>
                    <a:pt x="6605" y="208262"/>
                  </a:lnTo>
                  <a:lnTo>
                    <a:pt x="8157" y="213316"/>
                  </a:lnTo>
                  <a:lnTo>
                    <a:pt x="9868" y="218318"/>
                  </a:lnTo>
                  <a:lnTo>
                    <a:pt x="11736" y="223264"/>
                  </a:lnTo>
                  <a:lnTo>
                    <a:pt x="13759" y="228148"/>
                  </a:lnTo>
                  <a:lnTo>
                    <a:pt x="15936" y="232966"/>
                  </a:lnTo>
                  <a:lnTo>
                    <a:pt x="18264" y="237712"/>
                  </a:lnTo>
                  <a:lnTo>
                    <a:pt x="20741" y="242382"/>
                  </a:lnTo>
                  <a:lnTo>
                    <a:pt x="23364" y="246972"/>
                  </a:lnTo>
                  <a:lnTo>
                    <a:pt x="26132" y="251477"/>
                  </a:lnTo>
                  <a:lnTo>
                    <a:pt x="29040" y="255891"/>
                  </a:lnTo>
                  <a:lnTo>
                    <a:pt x="32086" y="260212"/>
                  </a:lnTo>
                  <a:lnTo>
                    <a:pt x="35268" y="264434"/>
                  </a:lnTo>
                  <a:lnTo>
                    <a:pt x="38581" y="268553"/>
                  </a:lnTo>
                  <a:lnTo>
                    <a:pt x="42023" y="272566"/>
                  </a:lnTo>
                  <a:lnTo>
                    <a:pt x="45591" y="276468"/>
                  </a:lnTo>
                  <a:lnTo>
                    <a:pt x="49279" y="280254"/>
                  </a:lnTo>
                  <a:lnTo>
                    <a:pt x="53086" y="283923"/>
                  </a:lnTo>
                  <a:lnTo>
                    <a:pt x="57007" y="287469"/>
                  </a:lnTo>
                  <a:lnTo>
                    <a:pt x="61038" y="290889"/>
                  </a:lnTo>
                  <a:lnTo>
                    <a:pt x="65175" y="294181"/>
                  </a:lnTo>
                  <a:lnTo>
                    <a:pt x="69414" y="297340"/>
                  </a:lnTo>
                  <a:lnTo>
                    <a:pt x="73751" y="300363"/>
                  </a:lnTo>
                  <a:lnTo>
                    <a:pt x="78181" y="303247"/>
                  </a:lnTo>
                  <a:lnTo>
                    <a:pt x="82701" y="305990"/>
                  </a:lnTo>
                  <a:lnTo>
                    <a:pt x="87304" y="308589"/>
                  </a:lnTo>
                  <a:lnTo>
                    <a:pt x="91988" y="311041"/>
                  </a:lnTo>
                  <a:lnTo>
                    <a:pt x="96747" y="313343"/>
                  </a:lnTo>
                  <a:lnTo>
                    <a:pt x="101576" y="315494"/>
                  </a:lnTo>
                  <a:lnTo>
                    <a:pt x="106471" y="317491"/>
                  </a:lnTo>
                  <a:lnTo>
                    <a:pt x="111427" y="319333"/>
                  </a:lnTo>
                  <a:lnTo>
                    <a:pt x="116438" y="321016"/>
                  </a:lnTo>
                  <a:lnTo>
                    <a:pt x="121500" y="322541"/>
                  </a:lnTo>
                  <a:lnTo>
                    <a:pt x="126608" y="323904"/>
                  </a:lnTo>
                  <a:lnTo>
                    <a:pt x="131756" y="325106"/>
                  </a:lnTo>
                  <a:lnTo>
                    <a:pt x="136940" y="326144"/>
                  </a:lnTo>
                  <a:lnTo>
                    <a:pt x="142154" y="327017"/>
                  </a:lnTo>
                  <a:lnTo>
                    <a:pt x="147393" y="327726"/>
                  </a:lnTo>
                  <a:lnTo>
                    <a:pt x="152651" y="328268"/>
                  </a:lnTo>
                  <a:lnTo>
                    <a:pt x="157924" y="328644"/>
                  </a:lnTo>
                  <a:lnTo>
                    <a:pt x="163207" y="328852"/>
                  </a:lnTo>
                  <a:lnTo>
                    <a:pt x="168493" y="328894"/>
                  </a:lnTo>
                  <a:lnTo>
                    <a:pt x="173779" y="328768"/>
                  </a:lnTo>
                  <a:lnTo>
                    <a:pt x="179057" y="328476"/>
                  </a:lnTo>
                  <a:lnTo>
                    <a:pt x="184324" y="328016"/>
                  </a:lnTo>
                  <a:lnTo>
                    <a:pt x="189573" y="327391"/>
                  </a:lnTo>
                  <a:lnTo>
                    <a:pt x="194800" y="326599"/>
                  </a:lnTo>
                  <a:lnTo>
                    <a:pt x="199999" y="325643"/>
                  </a:lnTo>
                  <a:lnTo>
                    <a:pt x="205166" y="324523"/>
                  </a:lnTo>
                  <a:lnTo>
                    <a:pt x="210295" y="323240"/>
                  </a:lnTo>
                  <a:lnTo>
                    <a:pt x="215380" y="321796"/>
                  </a:lnTo>
                  <a:lnTo>
                    <a:pt x="220417" y="320191"/>
                  </a:lnTo>
                  <a:lnTo>
                    <a:pt x="225401" y="318428"/>
                  </a:lnTo>
                  <a:lnTo>
                    <a:pt x="230327" y="316508"/>
                  </a:lnTo>
                  <a:lnTo>
                    <a:pt x="235189" y="314434"/>
                  </a:lnTo>
                  <a:lnTo>
                    <a:pt x="239984" y="312206"/>
                  </a:lnTo>
                  <a:lnTo>
                    <a:pt x="244706" y="309828"/>
                  </a:lnTo>
                  <a:lnTo>
                    <a:pt x="249350" y="307303"/>
                  </a:lnTo>
                  <a:lnTo>
                    <a:pt x="253912" y="304631"/>
                  </a:lnTo>
                  <a:lnTo>
                    <a:pt x="258387" y="301817"/>
                  </a:lnTo>
                  <a:lnTo>
                    <a:pt x="262771" y="298862"/>
                  </a:lnTo>
                  <a:lnTo>
                    <a:pt x="267059" y="295771"/>
                  </a:lnTo>
                  <a:lnTo>
                    <a:pt x="271248" y="292545"/>
                  </a:lnTo>
                  <a:lnTo>
                    <a:pt x="275332" y="289188"/>
                  </a:lnTo>
                  <a:lnTo>
                    <a:pt x="279308" y="285704"/>
                  </a:lnTo>
                  <a:lnTo>
                    <a:pt x="283172" y="282096"/>
                  </a:lnTo>
                  <a:lnTo>
                    <a:pt x="286920" y="278368"/>
                  </a:lnTo>
                  <a:lnTo>
                    <a:pt x="290548" y="274523"/>
                  </a:lnTo>
                  <a:lnTo>
                    <a:pt x="294053" y="270565"/>
                  </a:lnTo>
                  <a:lnTo>
                    <a:pt x="297431" y="266499"/>
                  </a:lnTo>
                  <a:lnTo>
                    <a:pt x="300679" y="262327"/>
                  </a:lnTo>
                  <a:lnTo>
                    <a:pt x="303793" y="258055"/>
                  </a:lnTo>
                  <a:lnTo>
                    <a:pt x="306770" y="253687"/>
                  </a:lnTo>
                  <a:lnTo>
                    <a:pt x="309608" y="249226"/>
                  </a:lnTo>
                  <a:lnTo>
                    <a:pt x="312304" y="244678"/>
                  </a:lnTo>
                  <a:lnTo>
                    <a:pt x="314854" y="240048"/>
                  </a:lnTo>
                  <a:lnTo>
                    <a:pt x="317256" y="235339"/>
                  </a:lnTo>
                  <a:lnTo>
                    <a:pt x="319509" y="230556"/>
                  </a:lnTo>
                  <a:lnTo>
                    <a:pt x="321609" y="225704"/>
                  </a:lnTo>
                  <a:lnTo>
                    <a:pt x="323555" y="220789"/>
                  </a:lnTo>
                  <a:lnTo>
                    <a:pt x="325344" y="215814"/>
                  </a:lnTo>
                  <a:lnTo>
                    <a:pt x="326975" y="210785"/>
                  </a:lnTo>
                  <a:lnTo>
                    <a:pt x="328446" y="205708"/>
                  </a:lnTo>
                  <a:lnTo>
                    <a:pt x="329756" y="200586"/>
                  </a:lnTo>
                  <a:lnTo>
                    <a:pt x="330903" y="195425"/>
                  </a:lnTo>
                  <a:lnTo>
                    <a:pt x="331887" y="190231"/>
                  </a:lnTo>
                  <a:lnTo>
                    <a:pt x="332705" y="185008"/>
                  </a:lnTo>
                  <a:lnTo>
                    <a:pt x="333359" y="179762"/>
                  </a:lnTo>
                  <a:lnTo>
                    <a:pt x="333846" y="174498"/>
                  </a:lnTo>
                  <a:lnTo>
                    <a:pt x="334166" y="169221"/>
                  </a:lnTo>
                  <a:lnTo>
                    <a:pt x="334319" y="163937"/>
                  </a:lnTo>
                  <a:lnTo>
                    <a:pt x="334305" y="158650"/>
                  </a:lnTo>
                  <a:lnTo>
                    <a:pt x="334124" y="153367"/>
                  </a:lnTo>
                  <a:lnTo>
                    <a:pt x="333776" y="148091"/>
                  </a:lnTo>
                  <a:lnTo>
                    <a:pt x="333262" y="142830"/>
                  </a:lnTo>
                  <a:lnTo>
                    <a:pt x="332581" y="137587"/>
                  </a:lnTo>
                  <a:lnTo>
                    <a:pt x="331735" y="132369"/>
                  </a:lnTo>
                  <a:lnTo>
                    <a:pt x="330724" y="127180"/>
                  </a:lnTo>
                  <a:lnTo>
                    <a:pt x="329550" y="122025"/>
                  </a:lnTo>
                  <a:lnTo>
                    <a:pt x="328213" y="116910"/>
                  </a:lnTo>
                  <a:lnTo>
                    <a:pt x="326715" y="111840"/>
                  </a:lnTo>
                  <a:lnTo>
                    <a:pt x="325058" y="106820"/>
                  </a:lnTo>
                  <a:lnTo>
                    <a:pt x="323243" y="101855"/>
                  </a:lnTo>
                  <a:lnTo>
                    <a:pt x="321271" y="96950"/>
                  </a:lnTo>
                  <a:lnTo>
                    <a:pt x="319146" y="92109"/>
                  </a:lnTo>
                  <a:lnTo>
                    <a:pt x="316868" y="87339"/>
                  </a:lnTo>
                  <a:lnTo>
                    <a:pt x="314441" y="82642"/>
                  </a:lnTo>
                  <a:lnTo>
                    <a:pt x="311866" y="78025"/>
                  </a:lnTo>
                  <a:lnTo>
                    <a:pt x="309147" y="73491"/>
                  </a:lnTo>
                  <a:lnTo>
                    <a:pt x="306286" y="69046"/>
                  </a:lnTo>
                  <a:lnTo>
                    <a:pt x="303286" y="64693"/>
                  </a:lnTo>
                  <a:lnTo>
                    <a:pt x="300149" y="60437"/>
                  </a:lnTo>
                  <a:lnTo>
                    <a:pt x="296880" y="56283"/>
                  </a:lnTo>
                  <a:lnTo>
                    <a:pt x="293480" y="52234"/>
                  </a:lnTo>
                  <a:lnTo>
                    <a:pt x="289955" y="48295"/>
                  </a:lnTo>
                  <a:lnTo>
                    <a:pt x="286306" y="44469"/>
                  </a:lnTo>
                  <a:lnTo>
                    <a:pt x="282539" y="40760"/>
                  </a:lnTo>
                  <a:lnTo>
                    <a:pt x="278656" y="37173"/>
                  </a:lnTo>
                  <a:lnTo>
                    <a:pt x="274662" y="33709"/>
                  </a:lnTo>
                  <a:lnTo>
                    <a:pt x="270560" y="30374"/>
                  </a:lnTo>
                  <a:lnTo>
                    <a:pt x="266355" y="27171"/>
                  </a:lnTo>
                  <a:lnTo>
                    <a:pt x="262050" y="24102"/>
                  </a:lnTo>
                  <a:lnTo>
                    <a:pt x="257651" y="21170"/>
                  </a:lnTo>
                  <a:lnTo>
                    <a:pt x="253161" y="18379"/>
                  </a:lnTo>
                  <a:lnTo>
                    <a:pt x="248585" y="15732"/>
                  </a:lnTo>
                  <a:lnTo>
                    <a:pt x="243927" y="13230"/>
                  </a:lnTo>
                  <a:lnTo>
                    <a:pt x="239193" y="10877"/>
                  </a:lnTo>
                  <a:lnTo>
                    <a:pt x="234387" y="8675"/>
                  </a:lnTo>
                  <a:lnTo>
                    <a:pt x="229514" y="6626"/>
                  </a:lnTo>
                  <a:lnTo>
                    <a:pt x="224578" y="4732"/>
                  </a:lnTo>
                  <a:lnTo>
                    <a:pt x="219585" y="2995"/>
                  </a:lnTo>
                  <a:lnTo>
                    <a:pt x="214540" y="1417"/>
                  </a:lnTo>
                  <a:lnTo>
                    <a:pt x="209447" y="0"/>
                  </a:lnTo>
                  <a:lnTo>
                    <a:pt x="167166" y="1617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42280" cy="167167"/>
            </a:xfrm>
            <a:custGeom>
              <a:avLst/>
              <a:pathLst>
                <a:path w="42280" h="167167">
                  <a:moveTo>
                    <a:pt x="42280" y="5435"/>
                  </a:moveTo>
                  <a:lnTo>
                    <a:pt x="36345" y="3998"/>
                  </a:lnTo>
                  <a:lnTo>
                    <a:pt x="30362" y="2780"/>
                  </a:lnTo>
                  <a:lnTo>
                    <a:pt x="24338" y="1781"/>
                  </a:lnTo>
                  <a:lnTo>
                    <a:pt x="18282" y="1002"/>
                  </a:lnTo>
                  <a:lnTo>
                    <a:pt x="12201" y="445"/>
                  </a:lnTo>
                  <a:lnTo>
                    <a:pt x="610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7832" y="941493"/>
              <a:ext cx="48383" cy="167167"/>
            </a:xfrm>
            <a:custGeom>
              <a:avLst/>
              <a:pathLst>
                <a:path w="48383" h="167167">
                  <a:moveTo>
                    <a:pt x="48383" y="0"/>
                  </a:moveTo>
                  <a:lnTo>
                    <a:pt x="42248" y="112"/>
                  </a:lnTo>
                  <a:lnTo>
                    <a:pt x="36122" y="450"/>
                  </a:lnTo>
                  <a:lnTo>
                    <a:pt x="30013" y="1012"/>
                  </a:lnTo>
                  <a:lnTo>
                    <a:pt x="23928" y="1798"/>
                  </a:lnTo>
                  <a:lnTo>
                    <a:pt x="17876" y="2807"/>
                  </a:lnTo>
                  <a:lnTo>
                    <a:pt x="11865" y="4037"/>
                  </a:lnTo>
                  <a:lnTo>
                    <a:pt x="5904" y="5487"/>
                  </a:lnTo>
                  <a:lnTo>
                    <a:pt x="0" y="7154"/>
                  </a:lnTo>
                  <a:lnTo>
                    <a:pt x="4838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37832" y="948648"/>
              <a:ext cx="48383" cy="160012"/>
            </a:xfrm>
            <a:custGeom>
              <a:avLst/>
              <a:pathLst>
                <a:path w="48383" h="160012">
                  <a:moveTo>
                    <a:pt x="0" y="0"/>
                  </a:moveTo>
                  <a:lnTo>
                    <a:pt x="48383" y="160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50" y="948648"/>
              <a:ext cx="167164" cy="327123"/>
            </a:xfrm>
            <a:custGeom>
              <a:avLst/>
              <a:pathLst>
                <a:path w="167164" h="327123">
                  <a:moveTo>
                    <a:pt x="118781" y="0"/>
                  </a:moveTo>
                  <a:lnTo>
                    <a:pt x="113676" y="1633"/>
                  </a:lnTo>
                  <a:lnTo>
                    <a:pt x="108625" y="3429"/>
                  </a:lnTo>
                  <a:lnTo>
                    <a:pt x="103635" y="5387"/>
                  </a:lnTo>
                  <a:lnTo>
                    <a:pt x="98710" y="7503"/>
                  </a:lnTo>
                  <a:lnTo>
                    <a:pt x="93856" y="9776"/>
                  </a:lnTo>
                  <a:lnTo>
                    <a:pt x="89077" y="12204"/>
                  </a:lnTo>
                  <a:lnTo>
                    <a:pt x="84378" y="14784"/>
                  </a:lnTo>
                  <a:lnTo>
                    <a:pt x="79764" y="17512"/>
                  </a:lnTo>
                  <a:lnTo>
                    <a:pt x="75240" y="20388"/>
                  </a:lnTo>
                  <a:lnTo>
                    <a:pt x="70811" y="23407"/>
                  </a:lnTo>
                  <a:lnTo>
                    <a:pt x="66481" y="26566"/>
                  </a:lnTo>
                  <a:lnTo>
                    <a:pt x="62254" y="29863"/>
                  </a:lnTo>
                  <a:lnTo>
                    <a:pt x="58135" y="33294"/>
                  </a:lnTo>
                  <a:lnTo>
                    <a:pt x="54128" y="36855"/>
                  </a:lnTo>
                  <a:lnTo>
                    <a:pt x="50238" y="40542"/>
                  </a:lnTo>
                  <a:lnTo>
                    <a:pt x="46467" y="44352"/>
                  </a:lnTo>
                  <a:lnTo>
                    <a:pt x="42821" y="48282"/>
                  </a:lnTo>
                  <a:lnTo>
                    <a:pt x="39303" y="52326"/>
                  </a:lnTo>
                  <a:lnTo>
                    <a:pt x="35916" y="56480"/>
                  </a:lnTo>
                  <a:lnTo>
                    <a:pt x="32664" y="60742"/>
                  </a:lnTo>
                  <a:lnTo>
                    <a:pt x="29550" y="65105"/>
                  </a:lnTo>
                  <a:lnTo>
                    <a:pt x="26578" y="69566"/>
                  </a:lnTo>
                  <a:lnTo>
                    <a:pt x="23751" y="74120"/>
                  </a:lnTo>
                  <a:lnTo>
                    <a:pt x="21071" y="78762"/>
                  </a:lnTo>
                  <a:lnTo>
                    <a:pt x="18541" y="83488"/>
                  </a:lnTo>
                  <a:lnTo>
                    <a:pt x="16164" y="88293"/>
                  </a:lnTo>
                  <a:lnTo>
                    <a:pt x="13942" y="93171"/>
                  </a:lnTo>
                  <a:lnTo>
                    <a:pt x="11877" y="98118"/>
                  </a:lnTo>
                  <a:lnTo>
                    <a:pt x="9973" y="103128"/>
                  </a:lnTo>
                  <a:lnTo>
                    <a:pt x="8230" y="108197"/>
                  </a:lnTo>
                  <a:lnTo>
                    <a:pt x="6650" y="113320"/>
                  </a:lnTo>
                  <a:lnTo>
                    <a:pt x="5236" y="118490"/>
                  </a:lnTo>
                  <a:lnTo>
                    <a:pt x="3988" y="123703"/>
                  </a:lnTo>
                  <a:lnTo>
                    <a:pt x="2907" y="128954"/>
                  </a:lnTo>
                  <a:lnTo>
                    <a:pt x="1996" y="134236"/>
                  </a:lnTo>
                  <a:lnTo>
                    <a:pt x="1255" y="139545"/>
                  </a:lnTo>
                  <a:lnTo>
                    <a:pt x="684" y="144875"/>
                  </a:lnTo>
                  <a:lnTo>
                    <a:pt x="284" y="150220"/>
                  </a:lnTo>
                  <a:lnTo>
                    <a:pt x="56" y="155576"/>
                  </a:lnTo>
                  <a:lnTo>
                    <a:pt x="0" y="160936"/>
                  </a:lnTo>
                  <a:lnTo>
                    <a:pt x="115" y="166295"/>
                  </a:lnTo>
                  <a:lnTo>
                    <a:pt x="402" y="171648"/>
                  </a:lnTo>
                  <a:lnTo>
                    <a:pt x="861" y="176988"/>
                  </a:lnTo>
                  <a:lnTo>
                    <a:pt x="1491" y="182311"/>
                  </a:lnTo>
                  <a:lnTo>
                    <a:pt x="2291" y="187612"/>
                  </a:lnTo>
                  <a:lnTo>
                    <a:pt x="3261" y="192884"/>
                  </a:lnTo>
                  <a:lnTo>
                    <a:pt x="4399" y="198122"/>
                  </a:lnTo>
                  <a:lnTo>
                    <a:pt x="5704" y="203321"/>
                  </a:lnTo>
                  <a:lnTo>
                    <a:pt x="7176" y="208475"/>
                  </a:lnTo>
                  <a:lnTo>
                    <a:pt x="8812" y="213580"/>
                  </a:lnTo>
                  <a:lnTo>
                    <a:pt x="10611" y="218629"/>
                  </a:lnTo>
                  <a:lnTo>
                    <a:pt x="12571" y="223619"/>
                  </a:lnTo>
                  <a:lnTo>
                    <a:pt x="14690" y="228542"/>
                  </a:lnTo>
                  <a:lnTo>
                    <a:pt x="16965" y="233396"/>
                  </a:lnTo>
                  <a:lnTo>
                    <a:pt x="19395" y="238174"/>
                  </a:lnTo>
                  <a:lnTo>
                    <a:pt x="21977" y="242871"/>
                  </a:lnTo>
                  <a:lnTo>
                    <a:pt x="24709" y="247484"/>
                  </a:lnTo>
                  <a:lnTo>
                    <a:pt x="27586" y="252006"/>
                  </a:lnTo>
                  <a:lnTo>
                    <a:pt x="30608" y="256434"/>
                  </a:lnTo>
                  <a:lnTo>
                    <a:pt x="33769" y="260763"/>
                  </a:lnTo>
                  <a:lnTo>
                    <a:pt x="37068" y="264988"/>
                  </a:lnTo>
                  <a:lnTo>
                    <a:pt x="40501" y="269105"/>
                  </a:lnTo>
                  <a:lnTo>
                    <a:pt x="44063" y="273110"/>
                  </a:lnTo>
                  <a:lnTo>
                    <a:pt x="47753" y="276999"/>
                  </a:lnTo>
                  <a:lnTo>
                    <a:pt x="51565" y="280767"/>
                  </a:lnTo>
                  <a:lnTo>
                    <a:pt x="55496" y="284411"/>
                  </a:lnTo>
                  <a:lnTo>
                    <a:pt x="59542" y="287928"/>
                  </a:lnTo>
                  <a:lnTo>
                    <a:pt x="63698" y="291312"/>
                  </a:lnTo>
                  <a:lnTo>
                    <a:pt x="67961" y="294562"/>
                  </a:lnTo>
                  <a:lnTo>
                    <a:pt x="72326" y="297674"/>
                  </a:lnTo>
                  <a:lnTo>
                    <a:pt x="76789" y="300643"/>
                  </a:lnTo>
                  <a:lnTo>
                    <a:pt x="81344" y="303469"/>
                  </a:lnTo>
                  <a:lnTo>
                    <a:pt x="85988" y="306147"/>
                  </a:lnTo>
                  <a:lnTo>
                    <a:pt x="90715" y="308674"/>
                  </a:lnTo>
                  <a:lnTo>
                    <a:pt x="95520" y="311049"/>
                  </a:lnTo>
                  <a:lnTo>
                    <a:pt x="100400" y="313268"/>
                  </a:lnTo>
                  <a:lnTo>
                    <a:pt x="105348" y="315330"/>
                  </a:lnTo>
                  <a:lnTo>
                    <a:pt x="110359" y="317232"/>
                  </a:lnTo>
                  <a:lnTo>
                    <a:pt x="115429" y="318973"/>
                  </a:lnTo>
                  <a:lnTo>
                    <a:pt x="120552" y="320550"/>
                  </a:lnTo>
                  <a:lnTo>
                    <a:pt x="125724" y="321961"/>
                  </a:lnTo>
                  <a:lnTo>
                    <a:pt x="130937" y="323207"/>
                  </a:lnTo>
                  <a:lnTo>
                    <a:pt x="136188" y="324284"/>
                  </a:lnTo>
                  <a:lnTo>
                    <a:pt x="141471" y="325193"/>
                  </a:lnTo>
                  <a:lnTo>
                    <a:pt x="146780" y="325932"/>
                  </a:lnTo>
                  <a:lnTo>
                    <a:pt x="152110" y="326500"/>
                  </a:lnTo>
                  <a:lnTo>
                    <a:pt x="157456" y="326897"/>
                  </a:lnTo>
                  <a:lnTo>
                    <a:pt x="162812" y="327123"/>
                  </a:lnTo>
                  <a:lnTo>
                    <a:pt x="167164" y="160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81863" y="941493"/>
              <a:ext cx="171519" cy="334331"/>
            </a:xfrm>
            <a:custGeom>
              <a:avLst/>
              <a:pathLst>
                <a:path w="171519" h="334331">
                  <a:moveTo>
                    <a:pt x="0" y="334278"/>
                  </a:moveTo>
                  <a:lnTo>
                    <a:pt x="5348" y="334331"/>
                  </a:lnTo>
                  <a:lnTo>
                    <a:pt x="10695" y="334214"/>
                  </a:lnTo>
                  <a:lnTo>
                    <a:pt x="16036" y="333926"/>
                  </a:lnTo>
                  <a:lnTo>
                    <a:pt x="21364" y="333466"/>
                  </a:lnTo>
                  <a:lnTo>
                    <a:pt x="26676" y="332837"/>
                  </a:lnTo>
                  <a:lnTo>
                    <a:pt x="31964" y="332038"/>
                  </a:lnTo>
                  <a:lnTo>
                    <a:pt x="37225" y="331070"/>
                  </a:lnTo>
                  <a:lnTo>
                    <a:pt x="42451" y="329935"/>
                  </a:lnTo>
                  <a:lnTo>
                    <a:pt x="47639" y="328633"/>
                  </a:lnTo>
                  <a:lnTo>
                    <a:pt x="52782" y="327165"/>
                  </a:lnTo>
                  <a:lnTo>
                    <a:pt x="57876" y="325534"/>
                  </a:lnTo>
                  <a:lnTo>
                    <a:pt x="62915" y="323741"/>
                  </a:lnTo>
                  <a:lnTo>
                    <a:pt x="67894" y="321787"/>
                  </a:lnTo>
                  <a:lnTo>
                    <a:pt x="72807" y="319675"/>
                  </a:lnTo>
                  <a:lnTo>
                    <a:pt x="77651" y="317407"/>
                  </a:lnTo>
                  <a:lnTo>
                    <a:pt x="82420" y="314986"/>
                  </a:lnTo>
                  <a:lnTo>
                    <a:pt x="87109" y="312413"/>
                  </a:lnTo>
                  <a:lnTo>
                    <a:pt x="91713" y="309691"/>
                  </a:lnTo>
                  <a:lnTo>
                    <a:pt x="96228" y="306823"/>
                  </a:lnTo>
                  <a:lnTo>
                    <a:pt x="100649" y="303812"/>
                  </a:lnTo>
                  <a:lnTo>
                    <a:pt x="104971" y="300662"/>
                  </a:lnTo>
                  <a:lnTo>
                    <a:pt x="109190" y="297375"/>
                  </a:lnTo>
                  <a:lnTo>
                    <a:pt x="113302" y="293954"/>
                  </a:lnTo>
                  <a:lnTo>
                    <a:pt x="117302" y="290404"/>
                  </a:lnTo>
                  <a:lnTo>
                    <a:pt x="121187" y="286727"/>
                  </a:lnTo>
                  <a:lnTo>
                    <a:pt x="124952" y="282929"/>
                  </a:lnTo>
                  <a:lnTo>
                    <a:pt x="128593" y="279011"/>
                  </a:lnTo>
                  <a:lnTo>
                    <a:pt x="132108" y="274979"/>
                  </a:lnTo>
                  <a:lnTo>
                    <a:pt x="135491" y="270837"/>
                  </a:lnTo>
                  <a:lnTo>
                    <a:pt x="138741" y="266589"/>
                  </a:lnTo>
                  <a:lnTo>
                    <a:pt x="141852" y="262239"/>
                  </a:lnTo>
                  <a:lnTo>
                    <a:pt x="144823" y="257791"/>
                  </a:lnTo>
                  <a:lnTo>
                    <a:pt x="147651" y="253251"/>
                  </a:lnTo>
                  <a:lnTo>
                    <a:pt x="150331" y="248623"/>
                  </a:lnTo>
                  <a:lnTo>
                    <a:pt x="152862" y="243911"/>
                  </a:lnTo>
                  <a:lnTo>
                    <a:pt x="155242" y="239121"/>
                  </a:lnTo>
                  <a:lnTo>
                    <a:pt x="157466" y="234257"/>
                  </a:lnTo>
                  <a:lnTo>
                    <a:pt x="159534" y="229325"/>
                  </a:lnTo>
                  <a:lnTo>
                    <a:pt x="161443" y="224328"/>
                  </a:lnTo>
                  <a:lnTo>
                    <a:pt x="163191" y="219274"/>
                  </a:lnTo>
                  <a:lnTo>
                    <a:pt x="164777" y="214166"/>
                  </a:lnTo>
                  <a:lnTo>
                    <a:pt x="166198" y="209009"/>
                  </a:lnTo>
                  <a:lnTo>
                    <a:pt x="167454" y="203810"/>
                  </a:lnTo>
                  <a:lnTo>
                    <a:pt x="168543" y="198574"/>
                  </a:lnTo>
                  <a:lnTo>
                    <a:pt x="169464" y="193305"/>
                  </a:lnTo>
                  <a:lnTo>
                    <a:pt x="170215" y="188010"/>
                  </a:lnTo>
                  <a:lnTo>
                    <a:pt x="170797" y="182693"/>
                  </a:lnTo>
                  <a:lnTo>
                    <a:pt x="171209" y="177360"/>
                  </a:lnTo>
                  <a:lnTo>
                    <a:pt x="171449" y="172017"/>
                  </a:lnTo>
                  <a:lnTo>
                    <a:pt x="171519" y="166669"/>
                  </a:lnTo>
                  <a:lnTo>
                    <a:pt x="171418" y="161322"/>
                  </a:lnTo>
                  <a:lnTo>
                    <a:pt x="171145" y="155980"/>
                  </a:lnTo>
                  <a:lnTo>
                    <a:pt x="170702" y="150650"/>
                  </a:lnTo>
                  <a:lnTo>
                    <a:pt x="170088" y="145337"/>
                  </a:lnTo>
                  <a:lnTo>
                    <a:pt x="169305" y="140046"/>
                  </a:lnTo>
                  <a:lnTo>
                    <a:pt x="168353" y="134783"/>
                  </a:lnTo>
                  <a:lnTo>
                    <a:pt x="167233" y="129553"/>
                  </a:lnTo>
                  <a:lnTo>
                    <a:pt x="165946" y="124361"/>
                  </a:lnTo>
                  <a:lnTo>
                    <a:pt x="164494" y="119214"/>
                  </a:lnTo>
                  <a:lnTo>
                    <a:pt x="162878" y="114115"/>
                  </a:lnTo>
                  <a:lnTo>
                    <a:pt x="161100" y="109071"/>
                  </a:lnTo>
                  <a:lnTo>
                    <a:pt x="159161" y="104086"/>
                  </a:lnTo>
                  <a:lnTo>
                    <a:pt x="157064" y="99166"/>
                  </a:lnTo>
                  <a:lnTo>
                    <a:pt x="154810" y="94316"/>
                  </a:lnTo>
                  <a:lnTo>
                    <a:pt x="152403" y="89540"/>
                  </a:lnTo>
                  <a:lnTo>
                    <a:pt x="149844" y="84843"/>
                  </a:lnTo>
                  <a:lnTo>
                    <a:pt x="147136" y="80231"/>
                  </a:lnTo>
                  <a:lnTo>
                    <a:pt x="144281" y="75708"/>
                  </a:lnTo>
                  <a:lnTo>
                    <a:pt x="141284" y="71278"/>
                  </a:lnTo>
                  <a:lnTo>
                    <a:pt x="138146" y="66946"/>
                  </a:lnTo>
                  <a:lnTo>
                    <a:pt x="134872" y="62718"/>
                  </a:lnTo>
                  <a:lnTo>
                    <a:pt x="131463" y="58596"/>
                  </a:lnTo>
                  <a:lnTo>
                    <a:pt x="127925" y="54585"/>
                  </a:lnTo>
                  <a:lnTo>
                    <a:pt x="124260" y="50689"/>
                  </a:lnTo>
                  <a:lnTo>
                    <a:pt x="120473" y="46913"/>
                  </a:lnTo>
                  <a:lnTo>
                    <a:pt x="116566" y="43260"/>
                  </a:lnTo>
                  <a:lnTo>
                    <a:pt x="112545" y="39733"/>
                  </a:lnTo>
                  <a:lnTo>
                    <a:pt x="108413" y="36337"/>
                  </a:lnTo>
                  <a:lnTo>
                    <a:pt x="104174" y="33075"/>
                  </a:lnTo>
                  <a:lnTo>
                    <a:pt x="99833" y="29951"/>
                  </a:lnTo>
                  <a:lnTo>
                    <a:pt x="95395" y="26966"/>
                  </a:lnTo>
                  <a:lnTo>
                    <a:pt x="90863" y="24125"/>
                  </a:lnTo>
                  <a:lnTo>
                    <a:pt x="86243" y="21431"/>
                  </a:lnTo>
                  <a:lnTo>
                    <a:pt x="81539" y="18886"/>
                  </a:lnTo>
                  <a:lnTo>
                    <a:pt x="76755" y="16493"/>
                  </a:lnTo>
                  <a:lnTo>
                    <a:pt x="71898" y="14254"/>
                  </a:lnTo>
                  <a:lnTo>
                    <a:pt x="66972" y="12171"/>
                  </a:lnTo>
                  <a:lnTo>
                    <a:pt x="61981" y="10247"/>
                  </a:lnTo>
                  <a:lnTo>
                    <a:pt x="56932" y="8484"/>
                  </a:lnTo>
                  <a:lnTo>
                    <a:pt x="51828" y="6883"/>
                  </a:lnTo>
                  <a:lnTo>
                    <a:pt x="46676" y="5446"/>
                  </a:lnTo>
                  <a:lnTo>
                    <a:pt x="41481" y="4175"/>
                  </a:lnTo>
                  <a:lnTo>
                    <a:pt x="36248" y="3071"/>
                  </a:lnTo>
                  <a:lnTo>
                    <a:pt x="30982" y="2134"/>
                  </a:lnTo>
                  <a:lnTo>
                    <a:pt x="25689" y="1367"/>
                  </a:lnTo>
                  <a:lnTo>
                    <a:pt x="20374" y="769"/>
                  </a:lnTo>
                  <a:lnTo>
                    <a:pt x="15042" y="342"/>
                  </a:lnTo>
                  <a:lnTo>
                    <a:pt x="9700" y="85"/>
                  </a:lnTo>
                  <a:lnTo>
                    <a:pt x="4352" y="0"/>
                  </a:lnTo>
                  <a:lnTo>
                    <a:pt x="43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8" y="1071028"/>
              <a:ext cx="167162" cy="168440"/>
            </a:xfrm>
            <a:custGeom>
              <a:avLst/>
              <a:pathLst>
                <a:path w="167162" h="168440">
                  <a:moveTo>
                    <a:pt x="167162" y="0"/>
                  </a:moveTo>
                  <a:lnTo>
                    <a:pt x="161778" y="86"/>
                  </a:lnTo>
                  <a:lnTo>
                    <a:pt x="156400" y="346"/>
                  </a:lnTo>
                  <a:lnTo>
                    <a:pt x="151033" y="779"/>
                  </a:lnTo>
                  <a:lnTo>
                    <a:pt x="145682" y="1385"/>
                  </a:lnTo>
                  <a:lnTo>
                    <a:pt x="140354" y="2163"/>
                  </a:lnTo>
                  <a:lnTo>
                    <a:pt x="135054" y="3112"/>
                  </a:lnTo>
                  <a:lnTo>
                    <a:pt x="129787" y="4231"/>
                  </a:lnTo>
                  <a:lnTo>
                    <a:pt x="124558" y="5520"/>
                  </a:lnTo>
                  <a:lnTo>
                    <a:pt x="119374" y="6976"/>
                  </a:lnTo>
                  <a:lnTo>
                    <a:pt x="114240" y="8598"/>
                  </a:lnTo>
                  <a:lnTo>
                    <a:pt x="109160" y="10385"/>
                  </a:lnTo>
                  <a:lnTo>
                    <a:pt x="104141" y="12334"/>
                  </a:lnTo>
                  <a:lnTo>
                    <a:pt x="99187" y="14444"/>
                  </a:lnTo>
                  <a:lnTo>
                    <a:pt x="94303" y="16712"/>
                  </a:lnTo>
                  <a:lnTo>
                    <a:pt x="89495" y="19137"/>
                  </a:lnTo>
                  <a:lnTo>
                    <a:pt x="84768" y="21715"/>
                  </a:lnTo>
                  <a:lnTo>
                    <a:pt x="80126" y="24444"/>
                  </a:lnTo>
                  <a:lnTo>
                    <a:pt x="75575" y="27322"/>
                  </a:lnTo>
                  <a:lnTo>
                    <a:pt x="71118" y="30344"/>
                  </a:lnTo>
                  <a:lnTo>
                    <a:pt x="66762" y="33508"/>
                  </a:lnTo>
                  <a:lnTo>
                    <a:pt x="62509" y="36811"/>
                  </a:lnTo>
                  <a:lnTo>
                    <a:pt x="58365" y="40249"/>
                  </a:lnTo>
                  <a:lnTo>
                    <a:pt x="54334" y="43819"/>
                  </a:lnTo>
                  <a:lnTo>
                    <a:pt x="50419" y="47517"/>
                  </a:lnTo>
                  <a:lnTo>
                    <a:pt x="46626" y="51339"/>
                  </a:lnTo>
                  <a:lnTo>
                    <a:pt x="42959" y="55281"/>
                  </a:lnTo>
                  <a:lnTo>
                    <a:pt x="39419" y="59339"/>
                  </a:lnTo>
                  <a:lnTo>
                    <a:pt x="36013" y="63510"/>
                  </a:lnTo>
                  <a:lnTo>
                    <a:pt x="32743" y="67787"/>
                  </a:lnTo>
                  <a:lnTo>
                    <a:pt x="29612" y="72168"/>
                  </a:lnTo>
                  <a:lnTo>
                    <a:pt x="26623" y="76647"/>
                  </a:lnTo>
                  <a:lnTo>
                    <a:pt x="23781" y="81221"/>
                  </a:lnTo>
                  <a:lnTo>
                    <a:pt x="21087" y="85883"/>
                  </a:lnTo>
                  <a:lnTo>
                    <a:pt x="18545" y="90630"/>
                  </a:lnTo>
                  <a:lnTo>
                    <a:pt x="16157" y="95456"/>
                  </a:lnTo>
                  <a:lnTo>
                    <a:pt x="13926" y="100357"/>
                  </a:lnTo>
                  <a:lnTo>
                    <a:pt x="11854" y="105327"/>
                  </a:lnTo>
                  <a:lnTo>
                    <a:pt x="9942" y="110361"/>
                  </a:lnTo>
                  <a:lnTo>
                    <a:pt x="8194" y="115454"/>
                  </a:lnTo>
                  <a:lnTo>
                    <a:pt x="6611" y="120600"/>
                  </a:lnTo>
                  <a:lnTo>
                    <a:pt x="5195" y="125795"/>
                  </a:lnTo>
                  <a:lnTo>
                    <a:pt x="3947" y="131033"/>
                  </a:lnTo>
                  <a:lnTo>
                    <a:pt x="2867" y="136309"/>
                  </a:lnTo>
                  <a:lnTo>
                    <a:pt x="1959" y="141616"/>
                  </a:lnTo>
                  <a:lnTo>
                    <a:pt x="1222" y="146950"/>
                  </a:lnTo>
                  <a:lnTo>
                    <a:pt x="657" y="152305"/>
                  </a:lnTo>
                  <a:lnTo>
                    <a:pt x="264" y="157675"/>
                  </a:lnTo>
                  <a:lnTo>
                    <a:pt x="45" y="163056"/>
                  </a:lnTo>
                  <a:lnTo>
                    <a:pt x="0" y="16844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8" y="1238196"/>
              <a:ext cx="167162" cy="1273"/>
            </a:xfrm>
            <a:custGeom>
              <a:avLst/>
              <a:pathLst>
                <a:path w="167162" h="1273">
                  <a:moveTo>
                    <a:pt x="0" y="1273"/>
                  </a:moveTo>
                  <a:lnTo>
                    <a:pt x="16716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7338" y="1073562"/>
              <a:ext cx="334329" cy="331791"/>
            </a:xfrm>
            <a:custGeom>
              <a:avLst/>
              <a:pathLst>
                <a:path w="334329" h="331791">
                  <a:moveTo>
                    <a:pt x="0" y="165906"/>
                  </a:moveTo>
                  <a:lnTo>
                    <a:pt x="124" y="171201"/>
                  </a:lnTo>
                  <a:lnTo>
                    <a:pt x="416" y="176489"/>
                  </a:lnTo>
                  <a:lnTo>
                    <a:pt x="875" y="181764"/>
                  </a:lnTo>
                  <a:lnTo>
                    <a:pt x="1501" y="187023"/>
                  </a:lnTo>
                  <a:lnTo>
                    <a:pt x="2293" y="192259"/>
                  </a:lnTo>
                  <a:lnTo>
                    <a:pt x="3251" y="197468"/>
                  </a:lnTo>
                  <a:lnTo>
                    <a:pt x="4373" y="202644"/>
                  </a:lnTo>
                  <a:lnTo>
                    <a:pt x="5659" y="207781"/>
                  </a:lnTo>
                  <a:lnTo>
                    <a:pt x="7107" y="212875"/>
                  </a:lnTo>
                  <a:lnTo>
                    <a:pt x="8715" y="217921"/>
                  </a:lnTo>
                  <a:lnTo>
                    <a:pt x="10483" y="222913"/>
                  </a:lnTo>
                  <a:lnTo>
                    <a:pt x="12408" y="227847"/>
                  </a:lnTo>
                  <a:lnTo>
                    <a:pt x="14488" y="232717"/>
                  </a:lnTo>
                  <a:lnTo>
                    <a:pt x="16721" y="237519"/>
                  </a:lnTo>
                  <a:lnTo>
                    <a:pt x="19105" y="242248"/>
                  </a:lnTo>
                  <a:lnTo>
                    <a:pt x="21638" y="246899"/>
                  </a:lnTo>
                  <a:lnTo>
                    <a:pt x="24317" y="251467"/>
                  </a:lnTo>
                  <a:lnTo>
                    <a:pt x="27139" y="255948"/>
                  </a:lnTo>
                  <a:lnTo>
                    <a:pt x="30102" y="260338"/>
                  </a:lnTo>
                  <a:lnTo>
                    <a:pt x="33202" y="264632"/>
                  </a:lnTo>
                  <a:lnTo>
                    <a:pt x="36437" y="268825"/>
                  </a:lnTo>
                  <a:lnTo>
                    <a:pt x="39803" y="272913"/>
                  </a:lnTo>
                  <a:lnTo>
                    <a:pt x="43297" y="276893"/>
                  </a:lnTo>
                  <a:lnTo>
                    <a:pt x="46915" y="280760"/>
                  </a:lnTo>
                  <a:lnTo>
                    <a:pt x="50654" y="284511"/>
                  </a:lnTo>
                  <a:lnTo>
                    <a:pt x="54509" y="288141"/>
                  </a:lnTo>
                  <a:lnTo>
                    <a:pt x="58478" y="291648"/>
                  </a:lnTo>
                  <a:lnTo>
                    <a:pt x="62556" y="295027"/>
                  </a:lnTo>
                  <a:lnTo>
                    <a:pt x="66739" y="298275"/>
                  </a:lnTo>
                  <a:lnTo>
                    <a:pt x="71023" y="301389"/>
                  </a:lnTo>
                  <a:lnTo>
                    <a:pt x="75403" y="304366"/>
                  </a:lnTo>
                  <a:lnTo>
                    <a:pt x="79875" y="307202"/>
                  </a:lnTo>
                  <a:lnTo>
                    <a:pt x="84435" y="309895"/>
                  </a:lnTo>
                  <a:lnTo>
                    <a:pt x="89078" y="312443"/>
                  </a:lnTo>
                  <a:lnTo>
                    <a:pt x="93799" y="314842"/>
                  </a:lnTo>
                  <a:lnTo>
                    <a:pt x="98594" y="317091"/>
                  </a:lnTo>
                  <a:lnTo>
                    <a:pt x="103457" y="319186"/>
                  </a:lnTo>
                  <a:lnTo>
                    <a:pt x="108385" y="321127"/>
                  </a:lnTo>
                  <a:lnTo>
                    <a:pt x="113372" y="322910"/>
                  </a:lnTo>
                  <a:lnTo>
                    <a:pt x="118412" y="324534"/>
                  </a:lnTo>
                  <a:lnTo>
                    <a:pt x="123502" y="325998"/>
                  </a:lnTo>
                  <a:lnTo>
                    <a:pt x="128635" y="327300"/>
                  </a:lnTo>
                  <a:lnTo>
                    <a:pt x="133807" y="328439"/>
                  </a:lnTo>
                  <a:lnTo>
                    <a:pt x="139012" y="329413"/>
                  </a:lnTo>
                  <a:lnTo>
                    <a:pt x="144246" y="330222"/>
                  </a:lnTo>
                  <a:lnTo>
                    <a:pt x="149503" y="330865"/>
                  </a:lnTo>
                  <a:lnTo>
                    <a:pt x="154777" y="331341"/>
                  </a:lnTo>
                  <a:lnTo>
                    <a:pt x="160064" y="331650"/>
                  </a:lnTo>
                  <a:lnTo>
                    <a:pt x="165358" y="331791"/>
                  </a:lnTo>
                  <a:lnTo>
                    <a:pt x="170654" y="331764"/>
                  </a:lnTo>
                  <a:lnTo>
                    <a:pt x="175946" y="331570"/>
                  </a:lnTo>
                  <a:lnTo>
                    <a:pt x="181230" y="331208"/>
                  </a:lnTo>
                  <a:lnTo>
                    <a:pt x="186499" y="330678"/>
                  </a:lnTo>
                  <a:lnTo>
                    <a:pt x="191749" y="329983"/>
                  </a:lnTo>
                  <a:lnTo>
                    <a:pt x="196974" y="329121"/>
                  </a:lnTo>
                  <a:lnTo>
                    <a:pt x="202170" y="328094"/>
                  </a:lnTo>
                  <a:lnTo>
                    <a:pt x="207330" y="326903"/>
                  </a:lnTo>
                  <a:lnTo>
                    <a:pt x="212450" y="325549"/>
                  </a:lnTo>
                  <a:lnTo>
                    <a:pt x="217524" y="324034"/>
                  </a:lnTo>
                  <a:lnTo>
                    <a:pt x="222548" y="322359"/>
                  </a:lnTo>
                  <a:lnTo>
                    <a:pt x="227517" y="320525"/>
                  </a:lnTo>
                  <a:lnTo>
                    <a:pt x="232424" y="318535"/>
                  </a:lnTo>
                  <a:lnTo>
                    <a:pt x="237267" y="316391"/>
                  </a:lnTo>
                  <a:lnTo>
                    <a:pt x="242039" y="314094"/>
                  </a:lnTo>
                  <a:lnTo>
                    <a:pt x="246735" y="311647"/>
                  </a:lnTo>
                  <a:lnTo>
                    <a:pt x="251352" y="309053"/>
                  </a:lnTo>
                  <a:lnTo>
                    <a:pt x="255885" y="306313"/>
                  </a:lnTo>
                  <a:lnTo>
                    <a:pt x="260328" y="303432"/>
                  </a:lnTo>
                  <a:lnTo>
                    <a:pt x="264678" y="300411"/>
                  </a:lnTo>
                  <a:lnTo>
                    <a:pt x="268930" y="297254"/>
                  </a:lnTo>
                  <a:lnTo>
                    <a:pt x="273080" y="293964"/>
                  </a:lnTo>
                  <a:lnTo>
                    <a:pt x="277123" y="290544"/>
                  </a:lnTo>
                  <a:lnTo>
                    <a:pt x="281056" y="286998"/>
                  </a:lnTo>
                  <a:lnTo>
                    <a:pt x="284875" y="283328"/>
                  </a:lnTo>
                  <a:lnTo>
                    <a:pt x="288576" y="279540"/>
                  </a:lnTo>
                  <a:lnTo>
                    <a:pt x="292155" y="275637"/>
                  </a:lnTo>
                  <a:lnTo>
                    <a:pt x="295608" y="271622"/>
                  </a:lnTo>
                  <a:lnTo>
                    <a:pt x="298933" y="267499"/>
                  </a:lnTo>
                  <a:lnTo>
                    <a:pt x="302125" y="263274"/>
                  </a:lnTo>
                  <a:lnTo>
                    <a:pt x="305182" y="258949"/>
                  </a:lnTo>
                  <a:lnTo>
                    <a:pt x="308100" y="254530"/>
                  </a:lnTo>
                  <a:lnTo>
                    <a:pt x="310877" y="250020"/>
                  </a:lnTo>
                  <a:lnTo>
                    <a:pt x="313510" y="245425"/>
                  </a:lnTo>
                  <a:lnTo>
                    <a:pt x="315995" y="240749"/>
                  </a:lnTo>
                  <a:lnTo>
                    <a:pt x="318332" y="235996"/>
                  </a:lnTo>
                  <a:lnTo>
                    <a:pt x="320516" y="231172"/>
                  </a:lnTo>
                  <a:lnTo>
                    <a:pt x="322547" y="226281"/>
                  </a:lnTo>
                  <a:lnTo>
                    <a:pt x="324422" y="221328"/>
                  </a:lnTo>
                  <a:lnTo>
                    <a:pt x="326139" y="216318"/>
                  </a:lnTo>
                  <a:lnTo>
                    <a:pt x="327696" y="211256"/>
                  </a:lnTo>
                  <a:lnTo>
                    <a:pt x="329093" y="206148"/>
                  </a:lnTo>
                  <a:lnTo>
                    <a:pt x="330326" y="200998"/>
                  </a:lnTo>
                  <a:lnTo>
                    <a:pt x="331396" y="195811"/>
                  </a:lnTo>
                  <a:lnTo>
                    <a:pt x="332302" y="190593"/>
                  </a:lnTo>
                  <a:lnTo>
                    <a:pt x="333041" y="185349"/>
                  </a:lnTo>
                  <a:lnTo>
                    <a:pt x="333614" y="180084"/>
                  </a:lnTo>
                  <a:lnTo>
                    <a:pt x="334020" y="174804"/>
                  </a:lnTo>
                  <a:lnTo>
                    <a:pt x="334258" y="169513"/>
                  </a:lnTo>
                  <a:lnTo>
                    <a:pt x="334329" y="164218"/>
                  </a:lnTo>
                  <a:lnTo>
                    <a:pt x="334232" y="158923"/>
                  </a:lnTo>
                  <a:lnTo>
                    <a:pt x="333967" y="153634"/>
                  </a:lnTo>
                  <a:lnTo>
                    <a:pt x="333535" y="148356"/>
                  </a:lnTo>
                  <a:lnTo>
                    <a:pt x="332936" y="143094"/>
                  </a:lnTo>
                  <a:lnTo>
                    <a:pt x="332171" y="137853"/>
                  </a:lnTo>
                  <a:lnTo>
                    <a:pt x="331239" y="132640"/>
                  </a:lnTo>
                  <a:lnTo>
                    <a:pt x="330144" y="127459"/>
                  </a:lnTo>
                  <a:lnTo>
                    <a:pt x="328884" y="122315"/>
                  </a:lnTo>
                  <a:lnTo>
                    <a:pt x="327463" y="117213"/>
                  </a:lnTo>
                  <a:lnTo>
                    <a:pt x="325880" y="112159"/>
                  </a:lnTo>
                  <a:lnTo>
                    <a:pt x="324138" y="107158"/>
                  </a:lnTo>
                  <a:lnTo>
                    <a:pt x="322239" y="102215"/>
                  </a:lnTo>
                  <a:lnTo>
                    <a:pt x="320184" y="97334"/>
                  </a:lnTo>
                  <a:lnTo>
                    <a:pt x="317976" y="92520"/>
                  </a:lnTo>
                  <a:lnTo>
                    <a:pt x="315616" y="87779"/>
                  </a:lnTo>
                  <a:lnTo>
                    <a:pt x="313107" y="83115"/>
                  </a:lnTo>
                  <a:lnTo>
                    <a:pt x="310451" y="78533"/>
                  </a:lnTo>
                  <a:lnTo>
                    <a:pt x="307652" y="74038"/>
                  </a:lnTo>
                  <a:lnTo>
                    <a:pt x="304712" y="69633"/>
                  </a:lnTo>
                  <a:lnTo>
                    <a:pt x="301634" y="65324"/>
                  </a:lnTo>
                  <a:lnTo>
                    <a:pt x="298420" y="61114"/>
                  </a:lnTo>
                  <a:lnTo>
                    <a:pt x="295075" y="57008"/>
                  </a:lnTo>
                  <a:lnTo>
                    <a:pt x="291602" y="53010"/>
                  </a:lnTo>
                  <a:lnTo>
                    <a:pt x="288004" y="49125"/>
                  </a:lnTo>
                  <a:lnTo>
                    <a:pt x="284284" y="45355"/>
                  </a:lnTo>
                  <a:lnTo>
                    <a:pt x="280447" y="41705"/>
                  </a:lnTo>
                  <a:lnTo>
                    <a:pt x="276497" y="38178"/>
                  </a:lnTo>
                  <a:lnTo>
                    <a:pt x="272436" y="34778"/>
                  </a:lnTo>
                  <a:lnTo>
                    <a:pt x="268270" y="31509"/>
                  </a:lnTo>
                  <a:lnTo>
                    <a:pt x="264002" y="28373"/>
                  </a:lnTo>
                  <a:lnTo>
                    <a:pt x="259638" y="25374"/>
                  </a:lnTo>
                  <a:lnTo>
                    <a:pt x="255180" y="22514"/>
                  </a:lnTo>
                  <a:lnTo>
                    <a:pt x="250634" y="19797"/>
                  </a:lnTo>
                  <a:lnTo>
                    <a:pt x="246004" y="17226"/>
                  </a:lnTo>
                  <a:lnTo>
                    <a:pt x="241295" y="14803"/>
                  </a:lnTo>
                  <a:lnTo>
                    <a:pt x="236512" y="12529"/>
                  </a:lnTo>
                  <a:lnTo>
                    <a:pt x="231659" y="10409"/>
                  </a:lnTo>
                  <a:lnTo>
                    <a:pt x="226742" y="8443"/>
                  </a:lnTo>
                  <a:lnTo>
                    <a:pt x="221764" y="6635"/>
                  </a:lnTo>
                  <a:lnTo>
                    <a:pt x="216732" y="4984"/>
                  </a:lnTo>
                  <a:lnTo>
                    <a:pt x="211650" y="3494"/>
                  </a:lnTo>
                  <a:lnTo>
                    <a:pt x="206524" y="2166"/>
                  </a:lnTo>
                  <a:lnTo>
                    <a:pt x="201358" y="1001"/>
                  </a:lnTo>
                  <a:lnTo>
                    <a:pt x="196157" y="0"/>
                  </a:lnTo>
                  <a:lnTo>
                    <a:pt x="167162" y="164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28995" cy="167167"/>
            </a:xfrm>
            <a:custGeom>
              <a:avLst/>
              <a:pathLst>
                <a:path w="28995" h="167167">
                  <a:moveTo>
                    <a:pt x="28995" y="2533"/>
                  </a:moveTo>
                  <a:lnTo>
                    <a:pt x="21794" y="1426"/>
                  </a:lnTo>
                  <a:lnTo>
                    <a:pt x="14552" y="634"/>
                  </a:lnTo>
                  <a:lnTo>
                    <a:pt x="7283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143" y="1322571"/>
              <a:ext cx="53577" cy="167167"/>
            </a:xfrm>
            <a:custGeom>
              <a:avLst/>
              <a:pathLst>
                <a:path w="53577" h="167167">
                  <a:moveTo>
                    <a:pt x="53577" y="0"/>
                  </a:moveTo>
                  <a:lnTo>
                    <a:pt x="47518" y="109"/>
                  </a:lnTo>
                  <a:lnTo>
                    <a:pt x="41467" y="439"/>
                  </a:lnTo>
                  <a:lnTo>
                    <a:pt x="35433" y="987"/>
                  </a:lnTo>
                  <a:lnTo>
                    <a:pt x="29422" y="1754"/>
                  </a:lnTo>
                  <a:lnTo>
                    <a:pt x="23442" y="2738"/>
                  </a:lnTo>
                  <a:lnTo>
                    <a:pt x="17503" y="3938"/>
                  </a:lnTo>
                  <a:lnTo>
                    <a:pt x="11611" y="5353"/>
                  </a:lnTo>
                  <a:lnTo>
                    <a:pt x="5774" y="6980"/>
                  </a:lnTo>
                  <a:lnTo>
                    <a:pt x="0" y="8818"/>
                  </a:lnTo>
                  <a:lnTo>
                    <a:pt x="5357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5143" y="1331390"/>
              <a:ext cx="53577" cy="158349"/>
            </a:xfrm>
            <a:custGeom>
              <a:avLst/>
              <a:pathLst>
                <a:path w="53577" h="158349">
                  <a:moveTo>
                    <a:pt x="0" y="0"/>
                  </a:moveTo>
                  <a:lnTo>
                    <a:pt x="53577" y="1583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56" y="1331390"/>
              <a:ext cx="334331" cy="325504"/>
            </a:xfrm>
            <a:custGeom>
              <a:avLst/>
              <a:pathLst>
                <a:path w="334331" h="325504">
                  <a:moveTo>
                    <a:pt x="113587" y="0"/>
                  </a:moveTo>
                  <a:lnTo>
                    <a:pt x="108585" y="1781"/>
                  </a:lnTo>
                  <a:lnTo>
                    <a:pt x="103642" y="3721"/>
                  </a:lnTo>
                  <a:lnTo>
                    <a:pt x="98763" y="5816"/>
                  </a:lnTo>
                  <a:lnTo>
                    <a:pt x="93953" y="8065"/>
                  </a:lnTo>
                  <a:lnTo>
                    <a:pt x="89217" y="10467"/>
                  </a:lnTo>
                  <a:lnTo>
                    <a:pt x="84559" y="13017"/>
                  </a:lnTo>
                  <a:lnTo>
                    <a:pt x="79985" y="15714"/>
                  </a:lnTo>
                  <a:lnTo>
                    <a:pt x="75499" y="18554"/>
                  </a:lnTo>
                  <a:lnTo>
                    <a:pt x="71105" y="21536"/>
                  </a:lnTo>
                  <a:lnTo>
                    <a:pt x="66808" y="24656"/>
                  </a:lnTo>
                  <a:lnTo>
                    <a:pt x="62613" y="27911"/>
                  </a:lnTo>
                  <a:lnTo>
                    <a:pt x="58523" y="31297"/>
                  </a:lnTo>
                  <a:lnTo>
                    <a:pt x="54542" y="34812"/>
                  </a:lnTo>
                  <a:lnTo>
                    <a:pt x="50676" y="38451"/>
                  </a:lnTo>
                  <a:lnTo>
                    <a:pt x="46926" y="42212"/>
                  </a:lnTo>
                  <a:lnTo>
                    <a:pt x="43299" y="46089"/>
                  </a:lnTo>
                  <a:lnTo>
                    <a:pt x="39796" y="50080"/>
                  </a:lnTo>
                  <a:lnTo>
                    <a:pt x="36421" y="54180"/>
                  </a:lnTo>
                  <a:lnTo>
                    <a:pt x="33179" y="58385"/>
                  </a:lnTo>
                  <a:lnTo>
                    <a:pt x="30071" y="62691"/>
                  </a:lnTo>
                  <a:lnTo>
                    <a:pt x="27102" y="67093"/>
                  </a:lnTo>
                  <a:lnTo>
                    <a:pt x="24275" y="71587"/>
                  </a:lnTo>
                  <a:lnTo>
                    <a:pt x="21591" y="76169"/>
                  </a:lnTo>
                  <a:lnTo>
                    <a:pt x="19055" y="80834"/>
                  </a:lnTo>
                  <a:lnTo>
                    <a:pt x="16667" y="85578"/>
                  </a:lnTo>
                  <a:lnTo>
                    <a:pt x="14432" y="90394"/>
                  </a:lnTo>
                  <a:lnTo>
                    <a:pt x="12351" y="95279"/>
                  </a:lnTo>
                  <a:lnTo>
                    <a:pt x="10426" y="100228"/>
                  </a:lnTo>
                  <a:lnTo>
                    <a:pt x="8659" y="105235"/>
                  </a:lnTo>
                  <a:lnTo>
                    <a:pt x="7052" y="110296"/>
                  </a:lnTo>
                  <a:lnTo>
                    <a:pt x="5607" y="115406"/>
                  </a:lnTo>
                  <a:lnTo>
                    <a:pt x="4324" y="120559"/>
                  </a:lnTo>
                  <a:lnTo>
                    <a:pt x="3206" y="125750"/>
                  </a:lnTo>
                  <a:lnTo>
                    <a:pt x="2253" y="130974"/>
                  </a:lnTo>
                  <a:lnTo>
                    <a:pt x="1467" y="136225"/>
                  </a:lnTo>
                  <a:lnTo>
                    <a:pt x="848" y="141499"/>
                  </a:lnTo>
                  <a:lnTo>
                    <a:pt x="397" y="146790"/>
                  </a:lnTo>
                  <a:lnTo>
                    <a:pt x="114" y="152092"/>
                  </a:lnTo>
                  <a:lnTo>
                    <a:pt x="0" y="157401"/>
                  </a:lnTo>
                  <a:lnTo>
                    <a:pt x="54" y="162711"/>
                  </a:lnTo>
                  <a:lnTo>
                    <a:pt x="277" y="168016"/>
                  </a:lnTo>
                  <a:lnTo>
                    <a:pt x="668" y="173312"/>
                  </a:lnTo>
                  <a:lnTo>
                    <a:pt x="1227" y="178592"/>
                  </a:lnTo>
                  <a:lnTo>
                    <a:pt x="1954" y="183852"/>
                  </a:lnTo>
                  <a:lnTo>
                    <a:pt x="2847" y="189086"/>
                  </a:lnTo>
                  <a:lnTo>
                    <a:pt x="3906" y="194290"/>
                  </a:lnTo>
                  <a:lnTo>
                    <a:pt x="5130" y="199457"/>
                  </a:lnTo>
                  <a:lnTo>
                    <a:pt x="6517" y="204582"/>
                  </a:lnTo>
                  <a:lnTo>
                    <a:pt x="8067" y="209661"/>
                  </a:lnTo>
                  <a:lnTo>
                    <a:pt x="9777" y="214688"/>
                  </a:lnTo>
                  <a:lnTo>
                    <a:pt x="11646" y="219659"/>
                  </a:lnTo>
                  <a:lnTo>
                    <a:pt x="13671" y="224567"/>
                  </a:lnTo>
                  <a:lnTo>
                    <a:pt x="15852" y="229409"/>
                  </a:lnTo>
                  <a:lnTo>
                    <a:pt x="18185" y="234179"/>
                  </a:lnTo>
                  <a:lnTo>
                    <a:pt x="20669" y="238872"/>
                  </a:lnTo>
                  <a:lnTo>
                    <a:pt x="23300" y="243484"/>
                  </a:lnTo>
                  <a:lnTo>
                    <a:pt x="26077" y="248010"/>
                  </a:lnTo>
                  <a:lnTo>
                    <a:pt x="28995" y="252446"/>
                  </a:lnTo>
                  <a:lnTo>
                    <a:pt x="32054" y="256787"/>
                  </a:lnTo>
                  <a:lnTo>
                    <a:pt x="35248" y="261029"/>
                  </a:lnTo>
                  <a:lnTo>
                    <a:pt x="38576" y="265166"/>
                  </a:lnTo>
                  <a:lnTo>
                    <a:pt x="42034" y="269197"/>
                  </a:lnTo>
                  <a:lnTo>
                    <a:pt x="45617" y="273115"/>
                  </a:lnTo>
                  <a:lnTo>
                    <a:pt x="49324" y="276917"/>
                  </a:lnTo>
                  <a:lnTo>
                    <a:pt x="53149" y="280600"/>
                  </a:lnTo>
                  <a:lnTo>
                    <a:pt x="57089" y="284160"/>
                  </a:lnTo>
                  <a:lnTo>
                    <a:pt x="61141" y="287592"/>
                  </a:lnTo>
                  <a:lnTo>
                    <a:pt x="65299" y="290895"/>
                  </a:lnTo>
                  <a:lnTo>
                    <a:pt x="69560" y="294063"/>
                  </a:lnTo>
                  <a:lnTo>
                    <a:pt x="73920" y="297094"/>
                  </a:lnTo>
                  <a:lnTo>
                    <a:pt x="78373" y="299986"/>
                  </a:lnTo>
                  <a:lnTo>
                    <a:pt x="82917" y="302735"/>
                  </a:lnTo>
                  <a:lnTo>
                    <a:pt x="87545" y="305337"/>
                  </a:lnTo>
                  <a:lnTo>
                    <a:pt x="92254" y="307792"/>
                  </a:lnTo>
                  <a:lnTo>
                    <a:pt x="97038" y="310096"/>
                  </a:lnTo>
                  <a:lnTo>
                    <a:pt x="101893" y="312247"/>
                  </a:lnTo>
                  <a:lnTo>
                    <a:pt x="106814" y="314242"/>
                  </a:lnTo>
                  <a:lnTo>
                    <a:pt x="111795" y="316080"/>
                  </a:lnTo>
                  <a:lnTo>
                    <a:pt x="116833" y="317759"/>
                  </a:lnTo>
                  <a:lnTo>
                    <a:pt x="121921" y="319277"/>
                  </a:lnTo>
                  <a:lnTo>
                    <a:pt x="127055" y="320633"/>
                  </a:lnTo>
                  <a:lnTo>
                    <a:pt x="132230" y="321825"/>
                  </a:lnTo>
                  <a:lnTo>
                    <a:pt x="137439" y="322852"/>
                  </a:lnTo>
                  <a:lnTo>
                    <a:pt x="142679" y="323713"/>
                  </a:lnTo>
                  <a:lnTo>
                    <a:pt x="147944" y="324407"/>
                  </a:lnTo>
                  <a:lnTo>
                    <a:pt x="153227" y="324934"/>
                  </a:lnTo>
                  <a:lnTo>
                    <a:pt x="158525" y="325293"/>
                  </a:lnTo>
                  <a:lnTo>
                    <a:pt x="163832" y="325483"/>
                  </a:lnTo>
                  <a:lnTo>
                    <a:pt x="169142" y="325504"/>
                  </a:lnTo>
                  <a:lnTo>
                    <a:pt x="174450" y="325357"/>
                  </a:lnTo>
                  <a:lnTo>
                    <a:pt x="179750" y="325042"/>
                  </a:lnTo>
                  <a:lnTo>
                    <a:pt x="185038" y="324558"/>
                  </a:lnTo>
                  <a:lnTo>
                    <a:pt x="190308" y="323906"/>
                  </a:lnTo>
                  <a:lnTo>
                    <a:pt x="195555" y="323088"/>
                  </a:lnTo>
                  <a:lnTo>
                    <a:pt x="200773" y="322103"/>
                  </a:lnTo>
                  <a:lnTo>
                    <a:pt x="205957" y="320953"/>
                  </a:lnTo>
                  <a:lnTo>
                    <a:pt x="211101" y="319639"/>
                  </a:lnTo>
                  <a:lnTo>
                    <a:pt x="216202" y="318162"/>
                  </a:lnTo>
                  <a:lnTo>
                    <a:pt x="221253" y="316524"/>
                  </a:lnTo>
                  <a:lnTo>
                    <a:pt x="226249" y="314726"/>
                  </a:lnTo>
                  <a:lnTo>
                    <a:pt x="231186" y="312771"/>
                  </a:lnTo>
                  <a:lnTo>
                    <a:pt x="236058" y="310659"/>
                  </a:lnTo>
                  <a:lnTo>
                    <a:pt x="240861" y="308394"/>
                  </a:lnTo>
                  <a:lnTo>
                    <a:pt x="245589" y="305978"/>
                  </a:lnTo>
                  <a:lnTo>
                    <a:pt x="250239" y="303413"/>
                  </a:lnTo>
                  <a:lnTo>
                    <a:pt x="254804" y="300701"/>
                  </a:lnTo>
                  <a:lnTo>
                    <a:pt x="259281" y="297846"/>
                  </a:lnTo>
                  <a:lnTo>
                    <a:pt x="263665" y="294850"/>
                  </a:lnTo>
                  <a:lnTo>
                    <a:pt x="267952" y="291716"/>
                  </a:lnTo>
                  <a:lnTo>
                    <a:pt x="272137" y="288448"/>
                  </a:lnTo>
                  <a:lnTo>
                    <a:pt x="276216" y="285048"/>
                  </a:lnTo>
                  <a:lnTo>
                    <a:pt x="280185" y="281521"/>
                  </a:lnTo>
                  <a:lnTo>
                    <a:pt x="284040" y="277869"/>
                  </a:lnTo>
                  <a:lnTo>
                    <a:pt x="287777" y="274096"/>
                  </a:lnTo>
                  <a:lnTo>
                    <a:pt x="291392" y="270207"/>
                  </a:lnTo>
                  <a:lnTo>
                    <a:pt x="294882" y="266205"/>
                  </a:lnTo>
                  <a:lnTo>
                    <a:pt x="298243" y="262095"/>
                  </a:lnTo>
                  <a:lnTo>
                    <a:pt x="301472" y="257879"/>
                  </a:lnTo>
                  <a:lnTo>
                    <a:pt x="304566" y="253563"/>
                  </a:lnTo>
                  <a:lnTo>
                    <a:pt x="307520" y="249151"/>
                  </a:lnTo>
                  <a:lnTo>
                    <a:pt x="310334" y="244648"/>
                  </a:lnTo>
                  <a:lnTo>
                    <a:pt x="313002" y="240057"/>
                  </a:lnTo>
                  <a:lnTo>
                    <a:pt x="315524" y="235384"/>
                  </a:lnTo>
                  <a:lnTo>
                    <a:pt x="317896" y="230633"/>
                  </a:lnTo>
                  <a:lnTo>
                    <a:pt x="320115" y="225809"/>
                  </a:lnTo>
                  <a:lnTo>
                    <a:pt x="322181" y="220917"/>
                  </a:lnTo>
                  <a:lnTo>
                    <a:pt x="324090" y="215962"/>
                  </a:lnTo>
                  <a:lnTo>
                    <a:pt x="325840" y="210949"/>
                  </a:lnTo>
                  <a:lnTo>
                    <a:pt x="327431" y="205883"/>
                  </a:lnTo>
                  <a:lnTo>
                    <a:pt x="328860" y="200769"/>
                  </a:lnTo>
                  <a:lnTo>
                    <a:pt x="330126" y="195612"/>
                  </a:lnTo>
                  <a:lnTo>
                    <a:pt x="331227" y="190417"/>
                  </a:lnTo>
                  <a:lnTo>
                    <a:pt x="332163" y="185190"/>
                  </a:lnTo>
                  <a:lnTo>
                    <a:pt x="332932" y="179936"/>
                  </a:lnTo>
                  <a:lnTo>
                    <a:pt x="333534" y="174661"/>
                  </a:lnTo>
                  <a:lnTo>
                    <a:pt x="333968" y="169368"/>
                  </a:lnTo>
                  <a:lnTo>
                    <a:pt x="334234" y="164065"/>
                  </a:lnTo>
                  <a:lnTo>
                    <a:pt x="334331" y="158756"/>
                  </a:lnTo>
                  <a:lnTo>
                    <a:pt x="334260" y="153447"/>
                  </a:lnTo>
                  <a:lnTo>
                    <a:pt x="334020" y="148142"/>
                  </a:lnTo>
                  <a:lnTo>
                    <a:pt x="333611" y="142848"/>
                  </a:lnTo>
                  <a:lnTo>
                    <a:pt x="333035" y="137569"/>
                  </a:lnTo>
                  <a:lnTo>
                    <a:pt x="332292" y="132311"/>
                  </a:lnTo>
                  <a:lnTo>
                    <a:pt x="331381" y="127080"/>
                  </a:lnTo>
                  <a:lnTo>
                    <a:pt x="330305" y="121880"/>
                  </a:lnTo>
                  <a:lnTo>
                    <a:pt x="329065" y="116717"/>
                  </a:lnTo>
                  <a:lnTo>
                    <a:pt x="327661" y="111596"/>
                  </a:lnTo>
                  <a:lnTo>
                    <a:pt x="326095" y="106522"/>
                  </a:lnTo>
                  <a:lnTo>
                    <a:pt x="324369" y="101501"/>
                  </a:lnTo>
                  <a:lnTo>
                    <a:pt x="322484" y="96536"/>
                  </a:lnTo>
                  <a:lnTo>
                    <a:pt x="320442" y="91634"/>
                  </a:lnTo>
                  <a:lnTo>
                    <a:pt x="318246" y="86800"/>
                  </a:lnTo>
                  <a:lnTo>
                    <a:pt x="315897" y="82038"/>
                  </a:lnTo>
                  <a:lnTo>
                    <a:pt x="313399" y="77352"/>
                  </a:lnTo>
                  <a:lnTo>
                    <a:pt x="310752" y="72749"/>
                  </a:lnTo>
                  <a:lnTo>
                    <a:pt x="307961" y="68231"/>
                  </a:lnTo>
                  <a:lnTo>
                    <a:pt x="305028" y="63805"/>
                  </a:lnTo>
                  <a:lnTo>
                    <a:pt x="301956" y="59474"/>
                  </a:lnTo>
                  <a:lnTo>
                    <a:pt x="298748" y="55243"/>
                  </a:lnTo>
                  <a:lnTo>
                    <a:pt x="295406" y="51116"/>
                  </a:lnTo>
                  <a:lnTo>
                    <a:pt x="291936" y="47097"/>
                  </a:lnTo>
                  <a:lnTo>
                    <a:pt x="288340" y="43190"/>
                  </a:lnTo>
                  <a:lnTo>
                    <a:pt x="284621" y="39400"/>
                  </a:lnTo>
                  <a:lnTo>
                    <a:pt x="280784" y="35729"/>
                  </a:lnTo>
                  <a:lnTo>
                    <a:pt x="276832" y="32182"/>
                  </a:lnTo>
                  <a:lnTo>
                    <a:pt x="272770" y="28763"/>
                  </a:lnTo>
                  <a:lnTo>
                    <a:pt x="268601" y="25474"/>
                  </a:lnTo>
                  <a:lnTo>
                    <a:pt x="264329" y="22320"/>
                  </a:lnTo>
                  <a:lnTo>
                    <a:pt x="259960" y="19302"/>
                  </a:lnTo>
                  <a:lnTo>
                    <a:pt x="255497" y="16425"/>
                  </a:lnTo>
                  <a:lnTo>
                    <a:pt x="250945" y="13691"/>
                  </a:lnTo>
                  <a:lnTo>
                    <a:pt x="167164" y="1583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83780" cy="167167"/>
            </a:xfrm>
            <a:custGeom>
              <a:avLst/>
              <a:pathLst>
                <a:path w="83780" h="167167">
                  <a:moveTo>
                    <a:pt x="83780" y="22509"/>
                  </a:moveTo>
                  <a:lnTo>
                    <a:pt x="78667" y="19667"/>
                  </a:lnTo>
                  <a:lnTo>
                    <a:pt x="73458" y="17004"/>
                  </a:lnTo>
                  <a:lnTo>
                    <a:pt x="68159" y="14526"/>
                  </a:lnTo>
                  <a:lnTo>
                    <a:pt x="62776" y="12234"/>
                  </a:lnTo>
                  <a:lnTo>
                    <a:pt x="57316" y="10133"/>
                  </a:lnTo>
                  <a:lnTo>
                    <a:pt x="51787" y="8223"/>
                  </a:lnTo>
                  <a:lnTo>
                    <a:pt x="46194" y="6509"/>
                  </a:lnTo>
                  <a:lnTo>
                    <a:pt x="40544" y="4991"/>
                  </a:lnTo>
                  <a:lnTo>
                    <a:pt x="34844" y="3671"/>
                  </a:lnTo>
                  <a:lnTo>
                    <a:pt x="29102" y="2552"/>
                  </a:lnTo>
                  <a:lnTo>
                    <a:pt x="23325" y="1635"/>
                  </a:lnTo>
                  <a:lnTo>
                    <a:pt x="17518" y="920"/>
                  </a:lnTo>
                  <a:lnTo>
                    <a:pt x="11691" y="409"/>
                  </a:lnTo>
                  <a:lnTo>
                    <a:pt x="584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608" y="1681503"/>
              <a:ext cx="18916" cy="167167"/>
            </a:xfrm>
            <a:custGeom>
              <a:avLst/>
              <a:pathLst>
                <a:path w="18916" h="167167">
                  <a:moveTo>
                    <a:pt x="18916" y="0"/>
                  </a:moveTo>
                  <a:lnTo>
                    <a:pt x="9443" y="268"/>
                  </a:lnTo>
                  <a:lnTo>
                    <a:pt x="0" y="1073"/>
                  </a:lnTo>
                  <a:lnTo>
                    <a:pt x="1891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67608" y="1682577"/>
              <a:ext cx="18916" cy="166093"/>
            </a:xfrm>
            <a:custGeom>
              <a:avLst/>
              <a:pathLst>
                <a:path w="18916" h="166093">
                  <a:moveTo>
                    <a:pt x="0" y="0"/>
                  </a:moveTo>
                  <a:lnTo>
                    <a:pt x="18916" y="1660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83567" y="1682577"/>
              <a:ext cx="102957" cy="166093"/>
            </a:xfrm>
            <a:custGeom>
              <a:avLst/>
              <a:pathLst>
                <a:path w="102957" h="166093">
                  <a:moveTo>
                    <a:pt x="84040" y="0"/>
                  </a:moveTo>
                  <a:lnTo>
                    <a:pt x="78342" y="748"/>
                  </a:lnTo>
                  <a:lnTo>
                    <a:pt x="72672" y="1692"/>
                  </a:lnTo>
                  <a:lnTo>
                    <a:pt x="67039" y="2830"/>
                  </a:lnTo>
                  <a:lnTo>
                    <a:pt x="61448" y="4161"/>
                  </a:lnTo>
                  <a:lnTo>
                    <a:pt x="55906" y="5684"/>
                  </a:lnTo>
                  <a:lnTo>
                    <a:pt x="50420" y="7396"/>
                  </a:lnTo>
                  <a:lnTo>
                    <a:pt x="44995" y="9296"/>
                  </a:lnTo>
                  <a:lnTo>
                    <a:pt x="39640" y="11381"/>
                  </a:lnTo>
                  <a:lnTo>
                    <a:pt x="34359" y="13649"/>
                  </a:lnTo>
                  <a:lnTo>
                    <a:pt x="29159" y="16097"/>
                  </a:lnTo>
                  <a:lnTo>
                    <a:pt x="24046" y="18723"/>
                  </a:lnTo>
                  <a:lnTo>
                    <a:pt x="19027" y="21522"/>
                  </a:lnTo>
                  <a:lnTo>
                    <a:pt x="14107" y="24493"/>
                  </a:lnTo>
                  <a:lnTo>
                    <a:pt x="9292" y="27631"/>
                  </a:lnTo>
                  <a:lnTo>
                    <a:pt x="4588" y="30932"/>
                  </a:lnTo>
                  <a:lnTo>
                    <a:pt x="0" y="34394"/>
                  </a:lnTo>
                  <a:lnTo>
                    <a:pt x="102957" y="1660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72" y="1681503"/>
              <a:ext cx="334300" cy="334334"/>
            </a:xfrm>
            <a:custGeom>
              <a:avLst/>
              <a:pathLst>
                <a:path w="334300" h="334334">
                  <a:moveTo>
                    <a:pt x="64195" y="35467"/>
                  </a:moveTo>
                  <a:lnTo>
                    <a:pt x="60066" y="38802"/>
                  </a:lnTo>
                  <a:lnTo>
                    <a:pt x="56045" y="42266"/>
                  </a:lnTo>
                  <a:lnTo>
                    <a:pt x="52136" y="45856"/>
                  </a:lnTo>
                  <a:lnTo>
                    <a:pt x="48343" y="49568"/>
                  </a:lnTo>
                  <a:lnTo>
                    <a:pt x="44670" y="53399"/>
                  </a:lnTo>
                  <a:lnTo>
                    <a:pt x="41120" y="57345"/>
                  </a:lnTo>
                  <a:lnTo>
                    <a:pt x="37697" y="61401"/>
                  </a:lnTo>
                  <a:lnTo>
                    <a:pt x="34405" y="65563"/>
                  </a:lnTo>
                  <a:lnTo>
                    <a:pt x="31247" y="69828"/>
                  </a:lnTo>
                  <a:lnTo>
                    <a:pt x="28225" y="74192"/>
                  </a:lnTo>
                  <a:lnTo>
                    <a:pt x="25344" y="78649"/>
                  </a:lnTo>
                  <a:lnTo>
                    <a:pt x="22605" y="83195"/>
                  </a:lnTo>
                  <a:lnTo>
                    <a:pt x="20013" y="87826"/>
                  </a:lnTo>
                  <a:lnTo>
                    <a:pt x="17568" y="92537"/>
                  </a:lnTo>
                  <a:lnTo>
                    <a:pt x="15275" y="97323"/>
                  </a:lnTo>
                  <a:lnTo>
                    <a:pt x="13134" y="102179"/>
                  </a:lnTo>
                  <a:lnTo>
                    <a:pt x="11149" y="107101"/>
                  </a:lnTo>
                  <a:lnTo>
                    <a:pt x="9320" y="112083"/>
                  </a:lnTo>
                  <a:lnTo>
                    <a:pt x="7651" y="117121"/>
                  </a:lnTo>
                  <a:lnTo>
                    <a:pt x="6143" y="122210"/>
                  </a:lnTo>
                  <a:lnTo>
                    <a:pt x="4797" y="127344"/>
                  </a:lnTo>
                  <a:lnTo>
                    <a:pt x="3615" y="132517"/>
                  </a:lnTo>
                  <a:lnTo>
                    <a:pt x="2597" y="137726"/>
                  </a:lnTo>
                  <a:lnTo>
                    <a:pt x="1746" y="142965"/>
                  </a:lnTo>
                  <a:lnTo>
                    <a:pt x="1061" y="148228"/>
                  </a:lnTo>
                  <a:lnTo>
                    <a:pt x="543" y="153510"/>
                  </a:lnTo>
                  <a:lnTo>
                    <a:pt x="194" y="158805"/>
                  </a:lnTo>
                  <a:lnTo>
                    <a:pt x="12" y="164110"/>
                  </a:lnTo>
                  <a:lnTo>
                    <a:pt x="0" y="169417"/>
                  </a:lnTo>
                  <a:lnTo>
                    <a:pt x="155" y="174722"/>
                  </a:lnTo>
                  <a:lnTo>
                    <a:pt x="479" y="180019"/>
                  </a:lnTo>
                  <a:lnTo>
                    <a:pt x="971" y="185304"/>
                  </a:lnTo>
                  <a:lnTo>
                    <a:pt x="1631" y="190570"/>
                  </a:lnTo>
                  <a:lnTo>
                    <a:pt x="2457" y="195812"/>
                  </a:lnTo>
                  <a:lnTo>
                    <a:pt x="3449" y="201026"/>
                  </a:lnTo>
                  <a:lnTo>
                    <a:pt x="4607" y="206205"/>
                  </a:lnTo>
                  <a:lnTo>
                    <a:pt x="5928" y="211346"/>
                  </a:lnTo>
                  <a:lnTo>
                    <a:pt x="7411" y="216441"/>
                  </a:lnTo>
                  <a:lnTo>
                    <a:pt x="9056" y="221487"/>
                  </a:lnTo>
                  <a:lnTo>
                    <a:pt x="10860" y="226478"/>
                  </a:lnTo>
                  <a:lnTo>
                    <a:pt x="12822" y="231410"/>
                  </a:lnTo>
                  <a:lnTo>
                    <a:pt x="14939" y="236277"/>
                  </a:lnTo>
                  <a:lnTo>
                    <a:pt x="17209" y="241074"/>
                  </a:lnTo>
                  <a:lnTo>
                    <a:pt x="19631" y="245796"/>
                  </a:lnTo>
                  <a:lnTo>
                    <a:pt x="22201" y="250440"/>
                  </a:lnTo>
                  <a:lnTo>
                    <a:pt x="24918" y="254999"/>
                  </a:lnTo>
                  <a:lnTo>
                    <a:pt x="27778" y="259470"/>
                  </a:lnTo>
                  <a:lnTo>
                    <a:pt x="30778" y="263848"/>
                  </a:lnTo>
                  <a:lnTo>
                    <a:pt x="33916" y="268128"/>
                  </a:lnTo>
                  <a:lnTo>
                    <a:pt x="37188" y="272307"/>
                  </a:lnTo>
                  <a:lnTo>
                    <a:pt x="40591" y="276379"/>
                  </a:lnTo>
                  <a:lnTo>
                    <a:pt x="44122" y="280342"/>
                  </a:lnTo>
                  <a:lnTo>
                    <a:pt x="47776" y="284190"/>
                  </a:lnTo>
                  <a:lnTo>
                    <a:pt x="51551" y="287921"/>
                  </a:lnTo>
                  <a:lnTo>
                    <a:pt x="55443" y="291529"/>
                  </a:lnTo>
                  <a:lnTo>
                    <a:pt x="59447" y="295013"/>
                  </a:lnTo>
                  <a:lnTo>
                    <a:pt x="63559" y="298367"/>
                  </a:lnTo>
                  <a:lnTo>
                    <a:pt x="67776" y="301590"/>
                  </a:lnTo>
                  <a:lnTo>
                    <a:pt x="72094" y="304677"/>
                  </a:lnTo>
                  <a:lnTo>
                    <a:pt x="76507" y="307625"/>
                  </a:lnTo>
                  <a:lnTo>
                    <a:pt x="81011" y="310432"/>
                  </a:lnTo>
                  <a:lnTo>
                    <a:pt x="85602" y="313094"/>
                  </a:lnTo>
                  <a:lnTo>
                    <a:pt x="90276" y="315609"/>
                  </a:lnTo>
                  <a:lnTo>
                    <a:pt x="95027" y="317975"/>
                  </a:lnTo>
                  <a:lnTo>
                    <a:pt x="99850" y="320188"/>
                  </a:lnTo>
                  <a:lnTo>
                    <a:pt x="104742" y="322247"/>
                  </a:lnTo>
                  <a:lnTo>
                    <a:pt x="109696" y="324150"/>
                  </a:lnTo>
                  <a:lnTo>
                    <a:pt x="114708" y="325895"/>
                  </a:lnTo>
                  <a:lnTo>
                    <a:pt x="119774" y="327480"/>
                  </a:lnTo>
                  <a:lnTo>
                    <a:pt x="124886" y="328903"/>
                  </a:lnTo>
                  <a:lnTo>
                    <a:pt x="130042" y="330163"/>
                  </a:lnTo>
                  <a:lnTo>
                    <a:pt x="135235" y="331259"/>
                  </a:lnTo>
                  <a:lnTo>
                    <a:pt x="140460" y="332190"/>
                  </a:lnTo>
                  <a:lnTo>
                    <a:pt x="145712" y="332954"/>
                  </a:lnTo>
                  <a:lnTo>
                    <a:pt x="150985" y="333551"/>
                  </a:lnTo>
                  <a:lnTo>
                    <a:pt x="156275" y="333980"/>
                  </a:lnTo>
                  <a:lnTo>
                    <a:pt x="161576" y="334241"/>
                  </a:lnTo>
                  <a:lnTo>
                    <a:pt x="166883" y="334334"/>
                  </a:lnTo>
                  <a:lnTo>
                    <a:pt x="172189" y="334258"/>
                  </a:lnTo>
                  <a:lnTo>
                    <a:pt x="177491" y="334014"/>
                  </a:lnTo>
                  <a:lnTo>
                    <a:pt x="182782" y="333602"/>
                  </a:lnTo>
                  <a:lnTo>
                    <a:pt x="188058" y="333022"/>
                  </a:lnTo>
                  <a:lnTo>
                    <a:pt x="193312" y="332275"/>
                  </a:lnTo>
                  <a:lnTo>
                    <a:pt x="198540" y="331361"/>
                  </a:lnTo>
                  <a:lnTo>
                    <a:pt x="203736" y="330282"/>
                  </a:lnTo>
                  <a:lnTo>
                    <a:pt x="208896" y="329038"/>
                  </a:lnTo>
                  <a:lnTo>
                    <a:pt x="214013" y="327632"/>
                  </a:lnTo>
                  <a:lnTo>
                    <a:pt x="219084" y="326063"/>
                  </a:lnTo>
                  <a:lnTo>
                    <a:pt x="224101" y="324335"/>
                  </a:lnTo>
                  <a:lnTo>
                    <a:pt x="229062" y="322448"/>
                  </a:lnTo>
                  <a:lnTo>
                    <a:pt x="233960" y="320404"/>
                  </a:lnTo>
                  <a:lnTo>
                    <a:pt x="238791" y="318206"/>
                  </a:lnTo>
                  <a:lnTo>
                    <a:pt x="243549" y="315856"/>
                  </a:lnTo>
                  <a:lnTo>
                    <a:pt x="248231" y="313356"/>
                  </a:lnTo>
                  <a:lnTo>
                    <a:pt x="252831" y="310708"/>
                  </a:lnTo>
                  <a:lnTo>
                    <a:pt x="257344" y="307916"/>
                  </a:lnTo>
                  <a:lnTo>
                    <a:pt x="261766" y="304982"/>
                  </a:lnTo>
                  <a:lnTo>
                    <a:pt x="266094" y="301909"/>
                  </a:lnTo>
                  <a:lnTo>
                    <a:pt x="270321" y="298700"/>
                  </a:lnTo>
                  <a:lnTo>
                    <a:pt x="274444" y="295359"/>
                  </a:lnTo>
                  <a:lnTo>
                    <a:pt x="278460" y="291889"/>
                  </a:lnTo>
                  <a:lnTo>
                    <a:pt x="282363" y="288292"/>
                  </a:lnTo>
                  <a:lnTo>
                    <a:pt x="286150" y="284574"/>
                  </a:lnTo>
                  <a:lnTo>
                    <a:pt x="289817" y="280737"/>
                  </a:lnTo>
                  <a:lnTo>
                    <a:pt x="293360" y="276786"/>
                  </a:lnTo>
                  <a:lnTo>
                    <a:pt x="296776" y="272725"/>
                  </a:lnTo>
                  <a:lnTo>
                    <a:pt x="300062" y="268557"/>
                  </a:lnTo>
                  <a:lnTo>
                    <a:pt x="303213" y="264286"/>
                  </a:lnTo>
                  <a:lnTo>
                    <a:pt x="306228" y="259918"/>
                  </a:lnTo>
                  <a:lnTo>
                    <a:pt x="309102" y="255457"/>
                  </a:lnTo>
                  <a:lnTo>
                    <a:pt x="311833" y="250906"/>
                  </a:lnTo>
                  <a:lnTo>
                    <a:pt x="314419" y="246271"/>
                  </a:lnTo>
                  <a:lnTo>
                    <a:pt x="316855" y="241556"/>
                  </a:lnTo>
                  <a:lnTo>
                    <a:pt x="319141" y="236767"/>
                  </a:lnTo>
                  <a:lnTo>
                    <a:pt x="321274" y="231907"/>
                  </a:lnTo>
                  <a:lnTo>
                    <a:pt x="323252" y="226982"/>
                  </a:lnTo>
                  <a:lnTo>
                    <a:pt x="325072" y="221996"/>
                  </a:lnTo>
                  <a:lnTo>
                    <a:pt x="326733" y="216956"/>
                  </a:lnTo>
                  <a:lnTo>
                    <a:pt x="328233" y="211865"/>
                  </a:lnTo>
                  <a:lnTo>
                    <a:pt x="329570" y="206729"/>
                  </a:lnTo>
                  <a:lnTo>
                    <a:pt x="330744" y="201553"/>
                  </a:lnTo>
                  <a:lnTo>
                    <a:pt x="331754" y="196343"/>
                  </a:lnTo>
                  <a:lnTo>
                    <a:pt x="332597" y="191103"/>
                  </a:lnTo>
                  <a:lnTo>
                    <a:pt x="333273" y="185839"/>
                  </a:lnTo>
                  <a:lnTo>
                    <a:pt x="333782" y="180556"/>
                  </a:lnTo>
                  <a:lnTo>
                    <a:pt x="334123" y="175260"/>
                  </a:lnTo>
                  <a:lnTo>
                    <a:pt x="334296" y="169955"/>
                  </a:lnTo>
                  <a:lnTo>
                    <a:pt x="334300" y="164648"/>
                  </a:lnTo>
                  <a:lnTo>
                    <a:pt x="334136" y="159343"/>
                  </a:lnTo>
                  <a:lnTo>
                    <a:pt x="333804" y="154046"/>
                  </a:lnTo>
                  <a:lnTo>
                    <a:pt x="333303" y="148763"/>
                  </a:lnTo>
                  <a:lnTo>
                    <a:pt x="332635" y="143498"/>
                  </a:lnTo>
                  <a:lnTo>
                    <a:pt x="331800" y="138256"/>
                  </a:lnTo>
                  <a:lnTo>
                    <a:pt x="330800" y="133044"/>
                  </a:lnTo>
                  <a:lnTo>
                    <a:pt x="329634" y="127867"/>
                  </a:lnTo>
                  <a:lnTo>
                    <a:pt x="328305" y="122729"/>
                  </a:lnTo>
                  <a:lnTo>
                    <a:pt x="326813" y="117635"/>
                  </a:lnTo>
                  <a:lnTo>
                    <a:pt x="325160" y="112592"/>
                  </a:lnTo>
                  <a:lnTo>
                    <a:pt x="323348" y="107604"/>
                  </a:lnTo>
                  <a:lnTo>
                    <a:pt x="321378" y="102675"/>
                  </a:lnTo>
                  <a:lnTo>
                    <a:pt x="319253" y="97812"/>
                  </a:lnTo>
                  <a:lnTo>
                    <a:pt x="316975" y="93019"/>
                  </a:lnTo>
                  <a:lnTo>
                    <a:pt x="314546" y="88300"/>
                  </a:lnTo>
                  <a:lnTo>
                    <a:pt x="311968" y="83661"/>
                  </a:lnTo>
                  <a:lnTo>
                    <a:pt x="309244" y="79106"/>
                  </a:lnTo>
                  <a:lnTo>
                    <a:pt x="306377" y="74640"/>
                  </a:lnTo>
                  <a:lnTo>
                    <a:pt x="303370" y="70267"/>
                  </a:lnTo>
                  <a:lnTo>
                    <a:pt x="300225" y="65991"/>
                  </a:lnTo>
                  <a:lnTo>
                    <a:pt x="296946" y="61818"/>
                  </a:lnTo>
                  <a:lnTo>
                    <a:pt x="293537" y="57751"/>
                  </a:lnTo>
                  <a:lnTo>
                    <a:pt x="290000" y="53794"/>
                  </a:lnTo>
                  <a:lnTo>
                    <a:pt x="286339" y="49952"/>
                  </a:lnTo>
                  <a:lnTo>
                    <a:pt x="282558" y="46227"/>
                  </a:lnTo>
                  <a:lnTo>
                    <a:pt x="278660" y="42625"/>
                  </a:lnTo>
                  <a:lnTo>
                    <a:pt x="274651" y="39148"/>
                  </a:lnTo>
                  <a:lnTo>
                    <a:pt x="270533" y="35800"/>
                  </a:lnTo>
                  <a:lnTo>
                    <a:pt x="266310" y="32584"/>
                  </a:lnTo>
                  <a:lnTo>
                    <a:pt x="261988" y="29504"/>
                  </a:lnTo>
                  <a:lnTo>
                    <a:pt x="257571" y="26563"/>
                  </a:lnTo>
                  <a:lnTo>
                    <a:pt x="253062" y="23764"/>
                  </a:lnTo>
                  <a:lnTo>
                    <a:pt x="248466" y="21109"/>
                  </a:lnTo>
                  <a:lnTo>
                    <a:pt x="243789" y="18601"/>
                  </a:lnTo>
                  <a:lnTo>
                    <a:pt x="239034" y="16243"/>
                  </a:lnTo>
                  <a:lnTo>
                    <a:pt x="234207" y="14038"/>
                  </a:lnTo>
                  <a:lnTo>
                    <a:pt x="229312" y="11986"/>
                  </a:lnTo>
                  <a:lnTo>
                    <a:pt x="224355" y="10091"/>
                  </a:lnTo>
                  <a:lnTo>
                    <a:pt x="219339" y="8354"/>
                  </a:lnTo>
                  <a:lnTo>
                    <a:pt x="214272" y="6778"/>
                  </a:lnTo>
                  <a:lnTo>
                    <a:pt x="209157" y="5363"/>
                  </a:lnTo>
                  <a:lnTo>
                    <a:pt x="203999" y="4111"/>
                  </a:lnTo>
                  <a:lnTo>
                    <a:pt x="198804" y="3024"/>
                  </a:lnTo>
                  <a:lnTo>
                    <a:pt x="193578" y="2101"/>
                  </a:lnTo>
                  <a:lnTo>
                    <a:pt x="188325" y="1346"/>
                  </a:lnTo>
                  <a:lnTo>
                    <a:pt x="183050" y="757"/>
                  </a:lnTo>
                  <a:lnTo>
                    <a:pt x="177760" y="336"/>
                  </a:lnTo>
                  <a:lnTo>
                    <a:pt x="172458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804" y="2126963"/>
              <a:ext cx="32482" cy="167167"/>
            </a:xfrm>
            <a:custGeom>
              <a:avLst/>
              <a:pathLst>
                <a:path w="32482" h="167167">
                  <a:moveTo>
                    <a:pt x="32482" y="0"/>
                  </a:moveTo>
                  <a:lnTo>
                    <a:pt x="25946" y="127"/>
                  </a:lnTo>
                  <a:lnTo>
                    <a:pt x="19419" y="511"/>
                  </a:lnTo>
                  <a:lnTo>
                    <a:pt x="12913" y="1149"/>
                  </a:lnTo>
                  <a:lnTo>
                    <a:pt x="6436" y="2041"/>
                  </a:lnTo>
                  <a:lnTo>
                    <a:pt x="0" y="3186"/>
                  </a:lnTo>
                  <a:lnTo>
                    <a:pt x="324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8804" y="2130149"/>
              <a:ext cx="32482" cy="163981"/>
            </a:xfrm>
            <a:custGeom>
              <a:avLst/>
              <a:pathLst>
                <a:path w="32482" h="163981">
                  <a:moveTo>
                    <a:pt x="0" y="0"/>
                  </a:moveTo>
                  <a:lnTo>
                    <a:pt x="32482" y="1639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35" y="2127822"/>
              <a:ext cx="334307" cy="333475"/>
            </a:xfrm>
            <a:custGeom>
              <a:avLst/>
              <a:pathLst>
                <a:path w="334307" h="333475">
                  <a:moveTo>
                    <a:pt x="134669" y="2327"/>
                  </a:moveTo>
                  <a:lnTo>
                    <a:pt x="129493" y="3438"/>
                  </a:lnTo>
                  <a:lnTo>
                    <a:pt x="124354" y="4712"/>
                  </a:lnTo>
                  <a:lnTo>
                    <a:pt x="119258" y="6148"/>
                  </a:lnTo>
                  <a:lnTo>
                    <a:pt x="114210" y="7745"/>
                  </a:lnTo>
                  <a:lnTo>
                    <a:pt x="109215" y="9502"/>
                  </a:lnTo>
                  <a:lnTo>
                    <a:pt x="104279" y="11415"/>
                  </a:lnTo>
                  <a:lnTo>
                    <a:pt x="99405" y="13484"/>
                  </a:lnTo>
                  <a:lnTo>
                    <a:pt x="94599" y="15706"/>
                  </a:lnTo>
                  <a:lnTo>
                    <a:pt x="89867" y="18079"/>
                  </a:lnTo>
                  <a:lnTo>
                    <a:pt x="85211" y="20601"/>
                  </a:lnTo>
                  <a:lnTo>
                    <a:pt x="80638" y="23269"/>
                  </a:lnTo>
                  <a:lnTo>
                    <a:pt x="76152" y="26080"/>
                  </a:lnTo>
                  <a:lnTo>
                    <a:pt x="71757" y="29032"/>
                  </a:lnTo>
                  <a:lnTo>
                    <a:pt x="67457" y="32122"/>
                  </a:lnTo>
                  <a:lnTo>
                    <a:pt x="63258" y="35346"/>
                  </a:lnTo>
                  <a:lnTo>
                    <a:pt x="59163" y="38702"/>
                  </a:lnTo>
                  <a:lnTo>
                    <a:pt x="55176" y="42186"/>
                  </a:lnTo>
                  <a:lnTo>
                    <a:pt x="51301" y="45794"/>
                  </a:lnTo>
                  <a:lnTo>
                    <a:pt x="47543" y="49523"/>
                  </a:lnTo>
                  <a:lnTo>
                    <a:pt x="43905" y="53370"/>
                  </a:lnTo>
                  <a:lnTo>
                    <a:pt x="40390" y="57329"/>
                  </a:lnTo>
                  <a:lnTo>
                    <a:pt x="37003" y="61398"/>
                  </a:lnTo>
                  <a:lnTo>
                    <a:pt x="33746" y="65573"/>
                  </a:lnTo>
                  <a:lnTo>
                    <a:pt x="30622" y="69848"/>
                  </a:lnTo>
                  <a:lnTo>
                    <a:pt x="27636" y="74220"/>
                  </a:lnTo>
                  <a:lnTo>
                    <a:pt x="24790" y="78684"/>
                  </a:lnTo>
                  <a:lnTo>
                    <a:pt x="22087" y="83236"/>
                  </a:lnTo>
                  <a:lnTo>
                    <a:pt x="19529" y="87872"/>
                  </a:lnTo>
                  <a:lnTo>
                    <a:pt x="17119" y="92586"/>
                  </a:lnTo>
                  <a:lnTo>
                    <a:pt x="14859" y="97374"/>
                  </a:lnTo>
                  <a:lnTo>
                    <a:pt x="12753" y="102232"/>
                  </a:lnTo>
                  <a:lnTo>
                    <a:pt x="10801" y="107153"/>
                  </a:lnTo>
                  <a:lnTo>
                    <a:pt x="9006" y="112134"/>
                  </a:lnTo>
                  <a:lnTo>
                    <a:pt x="7370" y="117170"/>
                  </a:lnTo>
                  <a:lnTo>
                    <a:pt x="5894" y="122254"/>
                  </a:lnTo>
                  <a:lnTo>
                    <a:pt x="4580" y="127383"/>
                  </a:lnTo>
                  <a:lnTo>
                    <a:pt x="3429" y="132551"/>
                  </a:lnTo>
                  <a:lnTo>
                    <a:pt x="2442" y="137752"/>
                  </a:lnTo>
                  <a:lnTo>
                    <a:pt x="1620" y="142983"/>
                  </a:lnTo>
                  <a:lnTo>
                    <a:pt x="964" y="148237"/>
                  </a:lnTo>
                  <a:lnTo>
                    <a:pt x="475" y="153508"/>
                  </a:lnTo>
                  <a:lnTo>
                    <a:pt x="154" y="158793"/>
                  </a:lnTo>
                  <a:lnTo>
                    <a:pt x="0" y="164085"/>
                  </a:lnTo>
                  <a:lnTo>
                    <a:pt x="13" y="169380"/>
                  </a:lnTo>
                  <a:lnTo>
                    <a:pt x="194" y="174671"/>
                  </a:lnTo>
                  <a:lnTo>
                    <a:pt x="543" y="179954"/>
                  </a:lnTo>
                  <a:lnTo>
                    <a:pt x="1058" y="185224"/>
                  </a:lnTo>
                  <a:lnTo>
                    <a:pt x="1741" y="190474"/>
                  </a:lnTo>
                  <a:lnTo>
                    <a:pt x="2589" y="195700"/>
                  </a:lnTo>
                  <a:lnTo>
                    <a:pt x="3602" y="200897"/>
                  </a:lnTo>
                  <a:lnTo>
                    <a:pt x="4780" y="206059"/>
                  </a:lnTo>
                  <a:lnTo>
                    <a:pt x="6120" y="211181"/>
                  </a:lnTo>
                  <a:lnTo>
                    <a:pt x="7622" y="216258"/>
                  </a:lnTo>
                  <a:lnTo>
                    <a:pt x="9283" y="221285"/>
                  </a:lnTo>
                  <a:lnTo>
                    <a:pt x="11104" y="226256"/>
                  </a:lnTo>
                  <a:lnTo>
                    <a:pt x="13080" y="231168"/>
                  </a:lnTo>
                  <a:lnTo>
                    <a:pt x="15212" y="236015"/>
                  </a:lnTo>
                  <a:lnTo>
                    <a:pt x="17495" y="240791"/>
                  </a:lnTo>
                  <a:lnTo>
                    <a:pt x="19929" y="245493"/>
                  </a:lnTo>
                  <a:lnTo>
                    <a:pt x="22510" y="250116"/>
                  </a:lnTo>
                  <a:lnTo>
                    <a:pt x="25237" y="254654"/>
                  </a:lnTo>
                  <a:lnTo>
                    <a:pt x="28106" y="259104"/>
                  </a:lnTo>
                  <a:lnTo>
                    <a:pt x="31114" y="263461"/>
                  </a:lnTo>
                  <a:lnTo>
                    <a:pt x="34259" y="267720"/>
                  </a:lnTo>
                  <a:lnTo>
                    <a:pt x="37537" y="271878"/>
                  </a:lnTo>
                  <a:lnTo>
                    <a:pt x="40945" y="275929"/>
                  </a:lnTo>
                  <a:lnTo>
                    <a:pt x="44480" y="279871"/>
                  </a:lnTo>
                  <a:lnTo>
                    <a:pt x="48138" y="283699"/>
                  </a:lnTo>
                  <a:lnTo>
                    <a:pt x="51915" y="287409"/>
                  </a:lnTo>
                  <a:lnTo>
                    <a:pt x="55808" y="290997"/>
                  </a:lnTo>
                  <a:lnTo>
                    <a:pt x="59812" y="294461"/>
                  </a:lnTo>
                  <a:lnTo>
                    <a:pt x="63925" y="297796"/>
                  </a:lnTo>
                  <a:lnTo>
                    <a:pt x="68140" y="300999"/>
                  </a:lnTo>
                  <a:lnTo>
                    <a:pt x="72455" y="304067"/>
                  </a:lnTo>
                  <a:lnTo>
                    <a:pt x="76865" y="306996"/>
                  </a:lnTo>
                  <a:lnTo>
                    <a:pt x="81366" y="309785"/>
                  </a:lnTo>
                  <a:lnTo>
                    <a:pt x="85953" y="312430"/>
                  </a:lnTo>
                  <a:lnTo>
                    <a:pt x="90621" y="314928"/>
                  </a:lnTo>
                  <a:lnTo>
                    <a:pt x="95365" y="317277"/>
                  </a:lnTo>
                  <a:lnTo>
                    <a:pt x="100182" y="319475"/>
                  </a:lnTo>
                  <a:lnTo>
                    <a:pt x="105066" y="321519"/>
                  </a:lnTo>
                  <a:lnTo>
                    <a:pt x="110013" y="323407"/>
                  </a:lnTo>
                  <a:lnTo>
                    <a:pt x="115016" y="325138"/>
                  </a:lnTo>
                  <a:lnTo>
                    <a:pt x="120072" y="326709"/>
                  </a:lnTo>
                  <a:lnTo>
                    <a:pt x="125175" y="328119"/>
                  </a:lnTo>
                  <a:lnTo>
                    <a:pt x="130321" y="329367"/>
                  </a:lnTo>
                  <a:lnTo>
                    <a:pt x="135503" y="330452"/>
                  </a:lnTo>
                  <a:lnTo>
                    <a:pt x="140717" y="331372"/>
                  </a:lnTo>
                  <a:lnTo>
                    <a:pt x="145957" y="332126"/>
                  </a:lnTo>
                  <a:lnTo>
                    <a:pt x="151219" y="332714"/>
                  </a:lnTo>
                  <a:lnTo>
                    <a:pt x="156497" y="333136"/>
                  </a:lnTo>
                  <a:lnTo>
                    <a:pt x="161785" y="333389"/>
                  </a:lnTo>
                  <a:lnTo>
                    <a:pt x="167079" y="333475"/>
                  </a:lnTo>
                  <a:lnTo>
                    <a:pt x="172373" y="333394"/>
                  </a:lnTo>
                  <a:lnTo>
                    <a:pt x="177661" y="333145"/>
                  </a:lnTo>
                  <a:lnTo>
                    <a:pt x="182939" y="332728"/>
                  </a:lnTo>
                  <a:lnTo>
                    <a:pt x="188202" y="332145"/>
                  </a:lnTo>
                  <a:lnTo>
                    <a:pt x="193443" y="331395"/>
                  </a:lnTo>
                  <a:lnTo>
                    <a:pt x="198658" y="330480"/>
                  </a:lnTo>
                  <a:lnTo>
                    <a:pt x="203841" y="329400"/>
                  </a:lnTo>
                  <a:lnTo>
                    <a:pt x="208987" y="328156"/>
                  </a:lnTo>
                  <a:lnTo>
                    <a:pt x="214091" y="326750"/>
                  </a:lnTo>
                  <a:lnTo>
                    <a:pt x="219149" y="325183"/>
                  </a:lnTo>
                  <a:lnTo>
                    <a:pt x="224154" y="323457"/>
                  </a:lnTo>
                  <a:lnTo>
                    <a:pt x="229102" y="321573"/>
                  </a:lnTo>
                  <a:lnTo>
                    <a:pt x="233988" y="319533"/>
                  </a:lnTo>
                  <a:lnTo>
                    <a:pt x="238807" y="317340"/>
                  </a:lnTo>
                  <a:lnTo>
                    <a:pt x="243553" y="314995"/>
                  </a:lnTo>
                  <a:lnTo>
                    <a:pt x="248224" y="312501"/>
                  </a:lnTo>
                  <a:lnTo>
                    <a:pt x="252813" y="309860"/>
                  </a:lnTo>
                  <a:lnTo>
                    <a:pt x="257316" y="307076"/>
                  </a:lnTo>
                  <a:lnTo>
                    <a:pt x="261728" y="304150"/>
                  </a:lnTo>
                  <a:lnTo>
                    <a:pt x="266046" y="301086"/>
                  </a:lnTo>
                  <a:lnTo>
                    <a:pt x="270264" y="297886"/>
                  </a:lnTo>
                  <a:lnTo>
                    <a:pt x="274380" y="294555"/>
                  </a:lnTo>
                  <a:lnTo>
                    <a:pt x="278387" y="291095"/>
                  </a:lnTo>
                  <a:lnTo>
                    <a:pt x="282283" y="287510"/>
                  </a:lnTo>
                  <a:lnTo>
                    <a:pt x="286063" y="283803"/>
                  </a:lnTo>
                  <a:lnTo>
                    <a:pt x="289725" y="279978"/>
                  </a:lnTo>
                  <a:lnTo>
                    <a:pt x="293263" y="276040"/>
                  </a:lnTo>
                  <a:lnTo>
                    <a:pt x="296674" y="271991"/>
                  </a:lnTo>
                  <a:lnTo>
                    <a:pt x="299956" y="267836"/>
                  </a:lnTo>
                  <a:lnTo>
                    <a:pt x="303105" y="263580"/>
                  </a:lnTo>
                  <a:lnTo>
                    <a:pt x="306117" y="259226"/>
                  </a:lnTo>
                  <a:lnTo>
                    <a:pt x="308990" y="254778"/>
                  </a:lnTo>
                  <a:lnTo>
                    <a:pt x="311720" y="250242"/>
                  </a:lnTo>
                  <a:lnTo>
                    <a:pt x="314306" y="245622"/>
                  </a:lnTo>
                  <a:lnTo>
                    <a:pt x="316744" y="240922"/>
                  </a:lnTo>
                  <a:lnTo>
                    <a:pt x="319032" y="236148"/>
                  </a:lnTo>
                  <a:lnTo>
                    <a:pt x="321167" y="231303"/>
                  </a:lnTo>
                  <a:lnTo>
                    <a:pt x="323148" y="226393"/>
                  </a:lnTo>
                  <a:lnTo>
                    <a:pt x="324973" y="221423"/>
                  </a:lnTo>
                  <a:lnTo>
                    <a:pt x="326639" y="216397"/>
                  </a:lnTo>
                  <a:lnTo>
                    <a:pt x="328145" y="211322"/>
                  </a:lnTo>
                  <a:lnTo>
                    <a:pt x="329490" y="206201"/>
                  </a:lnTo>
                  <a:lnTo>
                    <a:pt x="330672" y="201040"/>
                  </a:lnTo>
                  <a:lnTo>
                    <a:pt x="331690" y="195844"/>
                  </a:lnTo>
                  <a:lnTo>
                    <a:pt x="332542" y="190619"/>
                  </a:lnTo>
                  <a:lnTo>
                    <a:pt x="333229" y="185369"/>
                  </a:lnTo>
                  <a:lnTo>
                    <a:pt x="333750" y="180100"/>
                  </a:lnTo>
                  <a:lnTo>
                    <a:pt x="334103" y="174818"/>
                  </a:lnTo>
                  <a:lnTo>
                    <a:pt x="334289" y="169526"/>
                  </a:lnTo>
                  <a:lnTo>
                    <a:pt x="334307" y="164232"/>
                  </a:lnTo>
                  <a:lnTo>
                    <a:pt x="334157" y="158940"/>
                  </a:lnTo>
                  <a:lnTo>
                    <a:pt x="333840" y="153655"/>
                  </a:lnTo>
                  <a:lnTo>
                    <a:pt x="333356" y="148382"/>
                  </a:lnTo>
                  <a:lnTo>
                    <a:pt x="332705" y="143128"/>
                  </a:lnTo>
                  <a:lnTo>
                    <a:pt x="331888" y="137897"/>
                  </a:lnTo>
                  <a:lnTo>
                    <a:pt x="330905" y="132694"/>
                  </a:lnTo>
                  <a:lnTo>
                    <a:pt x="329759" y="127525"/>
                  </a:lnTo>
                  <a:lnTo>
                    <a:pt x="328449" y="122396"/>
                  </a:lnTo>
                  <a:lnTo>
                    <a:pt x="326977" y="117310"/>
                  </a:lnTo>
                  <a:lnTo>
                    <a:pt x="325346" y="112273"/>
                  </a:lnTo>
                  <a:lnTo>
                    <a:pt x="323555" y="107290"/>
                  </a:lnTo>
                  <a:lnTo>
                    <a:pt x="321608" y="102367"/>
                  </a:lnTo>
                  <a:lnTo>
                    <a:pt x="319505" y="97508"/>
                  </a:lnTo>
                  <a:lnTo>
                    <a:pt x="317250" y="92718"/>
                  </a:lnTo>
                  <a:lnTo>
                    <a:pt x="314844" y="88001"/>
                  </a:lnTo>
                  <a:lnTo>
                    <a:pt x="312291" y="83364"/>
                  </a:lnTo>
                  <a:lnTo>
                    <a:pt x="309591" y="78809"/>
                  </a:lnTo>
                  <a:lnTo>
                    <a:pt x="306749" y="74342"/>
                  </a:lnTo>
                  <a:lnTo>
                    <a:pt x="303766" y="69967"/>
                  </a:lnTo>
                  <a:lnTo>
                    <a:pt x="300647" y="65690"/>
                  </a:lnTo>
                  <a:lnTo>
                    <a:pt x="297394" y="61512"/>
                  </a:lnTo>
                  <a:lnTo>
                    <a:pt x="294010" y="57441"/>
                  </a:lnTo>
                  <a:lnTo>
                    <a:pt x="290498" y="53478"/>
                  </a:lnTo>
                  <a:lnTo>
                    <a:pt x="286864" y="49628"/>
                  </a:lnTo>
                  <a:lnTo>
                    <a:pt x="283109" y="45896"/>
                  </a:lnTo>
                  <a:lnTo>
                    <a:pt x="279237" y="42284"/>
                  </a:lnTo>
                  <a:lnTo>
                    <a:pt x="275253" y="38797"/>
                  </a:lnTo>
                  <a:lnTo>
                    <a:pt x="271161" y="35438"/>
                  </a:lnTo>
                  <a:lnTo>
                    <a:pt x="266965" y="32209"/>
                  </a:lnTo>
                  <a:lnTo>
                    <a:pt x="262668" y="29116"/>
                  </a:lnTo>
                  <a:lnTo>
                    <a:pt x="258275" y="26160"/>
                  </a:lnTo>
                  <a:lnTo>
                    <a:pt x="253792" y="23345"/>
                  </a:lnTo>
                  <a:lnTo>
                    <a:pt x="249221" y="20673"/>
                  </a:lnTo>
                  <a:lnTo>
                    <a:pt x="244568" y="18147"/>
                  </a:lnTo>
                  <a:lnTo>
                    <a:pt x="239837" y="15769"/>
                  </a:lnTo>
                  <a:lnTo>
                    <a:pt x="235033" y="13543"/>
                  </a:lnTo>
                  <a:lnTo>
                    <a:pt x="230161" y="11470"/>
                  </a:lnTo>
                  <a:lnTo>
                    <a:pt x="225226" y="9552"/>
                  </a:lnTo>
                  <a:lnTo>
                    <a:pt x="220233" y="7792"/>
                  </a:lnTo>
                  <a:lnTo>
                    <a:pt x="215187" y="6190"/>
                  </a:lnTo>
                  <a:lnTo>
                    <a:pt x="210092" y="4750"/>
                  </a:lnTo>
                  <a:lnTo>
                    <a:pt x="204954" y="3471"/>
                  </a:lnTo>
                  <a:lnTo>
                    <a:pt x="199779" y="2355"/>
                  </a:lnTo>
                  <a:lnTo>
                    <a:pt x="194570" y="1404"/>
                  </a:lnTo>
                  <a:lnTo>
                    <a:pt x="189334" y="619"/>
                  </a:lnTo>
                  <a:lnTo>
                    <a:pt x="184076" y="0"/>
                  </a:lnTo>
                  <a:lnTo>
                    <a:pt x="167152" y="1663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16924" cy="167167"/>
            </a:xfrm>
            <a:custGeom>
              <a:avLst/>
              <a:pathLst>
                <a:path w="16924" h="167167">
                  <a:moveTo>
                    <a:pt x="16924" y="858"/>
                  </a:moveTo>
                  <a:lnTo>
                    <a:pt x="8472" y="2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2899" y="2633064"/>
              <a:ext cx="7849" cy="167167"/>
            </a:xfrm>
            <a:custGeom>
              <a:avLst/>
              <a:pathLst>
                <a:path w="7849" h="167167">
                  <a:moveTo>
                    <a:pt x="7849" y="0"/>
                  </a:moveTo>
                  <a:lnTo>
                    <a:pt x="0" y="184"/>
                  </a:lnTo>
                  <a:lnTo>
                    <a:pt x="78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2899" y="2633248"/>
              <a:ext cx="7849" cy="166983"/>
            </a:xfrm>
            <a:custGeom>
              <a:avLst/>
              <a:pathLst>
                <a:path w="7849" h="166983">
                  <a:moveTo>
                    <a:pt x="0" y="0"/>
                  </a:moveTo>
                  <a:lnTo>
                    <a:pt x="7849" y="1669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84" y="2633248"/>
              <a:ext cx="334314" cy="334148"/>
            </a:xfrm>
            <a:custGeom>
              <a:avLst/>
              <a:pathLst>
                <a:path w="334314" h="334148">
                  <a:moveTo>
                    <a:pt x="159314" y="0"/>
                  </a:moveTo>
                  <a:lnTo>
                    <a:pt x="154039" y="331"/>
                  </a:lnTo>
                  <a:lnTo>
                    <a:pt x="148777" y="829"/>
                  </a:lnTo>
                  <a:lnTo>
                    <a:pt x="143533" y="1494"/>
                  </a:lnTo>
                  <a:lnTo>
                    <a:pt x="138312" y="2324"/>
                  </a:lnTo>
                  <a:lnTo>
                    <a:pt x="133121" y="3318"/>
                  </a:lnTo>
                  <a:lnTo>
                    <a:pt x="127963" y="4476"/>
                  </a:lnTo>
                  <a:lnTo>
                    <a:pt x="122845" y="5797"/>
                  </a:lnTo>
                  <a:lnTo>
                    <a:pt x="117771" y="7279"/>
                  </a:lnTo>
                  <a:lnTo>
                    <a:pt x="112746" y="8920"/>
                  </a:lnTo>
                  <a:lnTo>
                    <a:pt x="107776" y="10720"/>
                  </a:lnTo>
                  <a:lnTo>
                    <a:pt x="102865" y="12676"/>
                  </a:lnTo>
                  <a:lnTo>
                    <a:pt x="98019" y="14786"/>
                  </a:lnTo>
                  <a:lnTo>
                    <a:pt x="93242" y="17048"/>
                  </a:lnTo>
                  <a:lnTo>
                    <a:pt x="88538" y="19460"/>
                  </a:lnTo>
                  <a:lnTo>
                    <a:pt x="83913" y="22020"/>
                  </a:lnTo>
                  <a:lnTo>
                    <a:pt x="79372" y="24724"/>
                  </a:lnTo>
                  <a:lnTo>
                    <a:pt x="74918" y="27571"/>
                  </a:lnTo>
                  <a:lnTo>
                    <a:pt x="70556" y="30557"/>
                  </a:lnTo>
                  <a:lnTo>
                    <a:pt x="66291" y="33680"/>
                  </a:lnTo>
                  <a:lnTo>
                    <a:pt x="62127" y="36936"/>
                  </a:lnTo>
                  <a:lnTo>
                    <a:pt x="58068" y="40322"/>
                  </a:lnTo>
                  <a:lnTo>
                    <a:pt x="54118" y="43834"/>
                  </a:lnTo>
                  <a:lnTo>
                    <a:pt x="50281" y="47470"/>
                  </a:lnTo>
                  <a:lnTo>
                    <a:pt x="46561" y="51225"/>
                  </a:lnTo>
                  <a:lnTo>
                    <a:pt x="42961" y="55096"/>
                  </a:lnTo>
                  <a:lnTo>
                    <a:pt x="39486" y="59079"/>
                  </a:lnTo>
                  <a:lnTo>
                    <a:pt x="36138" y="63169"/>
                  </a:lnTo>
                  <a:lnTo>
                    <a:pt x="32921" y="67364"/>
                  </a:lnTo>
                  <a:lnTo>
                    <a:pt x="29839" y="71658"/>
                  </a:lnTo>
                  <a:lnTo>
                    <a:pt x="26894" y="76047"/>
                  </a:lnTo>
                  <a:lnTo>
                    <a:pt x="24089" y="80528"/>
                  </a:lnTo>
                  <a:lnTo>
                    <a:pt x="21427" y="85094"/>
                  </a:lnTo>
                  <a:lnTo>
                    <a:pt x="18911" y="89743"/>
                  </a:lnTo>
                  <a:lnTo>
                    <a:pt x="16543" y="94469"/>
                  </a:lnTo>
                  <a:lnTo>
                    <a:pt x="14325" y="99267"/>
                  </a:lnTo>
                  <a:lnTo>
                    <a:pt x="12261" y="104133"/>
                  </a:lnTo>
                  <a:lnTo>
                    <a:pt x="10351" y="109062"/>
                  </a:lnTo>
                  <a:lnTo>
                    <a:pt x="8599" y="114049"/>
                  </a:lnTo>
                  <a:lnTo>
                    <a:pt x="7004" y="119089"/>
                  </a:lnTo>
                  <a:lnTo>
                    <a:pt x="5570" y="124176"/>
                  </a:lnTo>
                  <a:lnTo>
                    <a:pt x="4297" y="129307"/>
                  </a:lnTo>
                  <a:lnTo>
                    <a:pt x="3188" y="134475"/>
                  </a:lnTo>
                  <a:lnTo>
                    <a:pt x="2242" y="139676"/>
                  </a:lnTo>
                  <a:lnTo>
                    <a:pt x="1461" y="144904"/>
                  </a:lnTo>
                  <a:lnTo>
                    <a:pt x="846" y="150154"/>
                  </a:lnTo>
                  <a:lnTo>
                    <a:pt x="397" y="155420"/>
                  </a:lnTo>
                  <a:lnTo>
                    <a:pt x="115" y="160699"/>
                  </a:lnTo>
                  <a:lnTo>
                    <a:pt x="0" y="165983"/>
                  </a:lnTo>
                  <a:lnTo>
                    <a:pt x="51" y="171269"/>
                  </a:lnTo>
                  <a:lnTo>
                    <a:pt x="271" y="176550"/>
                  </a:lnTo>
                  <a:lnTo>
                    <a:pt x="656" y="181822"/>
                  </a:lnTo>
                  <a:lnTo>
                    <a:pt x="1209" y="187079"/>
                  </a:lnTo>
                  <a:lnTo>
                    <a:pt x="1927" y="192316"/>
                  </a:lnTo>
                  <a:lnTo>
                    <a:pt x="2811" y="197528"/>
                  </a:lnTo>
                  <a:lnTo>
                    <a:pt x="3859" y="202709"/>
                  </a:lnTo>
                  <a:lnTo>
                    <a:pt x="5070" y="207854"/>
                  </a:lnTo>
                  <a:lnTo>
                    <a:pt x="6443" y="212958"/>
                  </a:lnTo>
                  <a:lnTo>
                    <a:pt x="7977" y="218017"/>
                  </a:lnTo>
                  <a:lnTo>
                    <a:pt x="9670" y="223024"/>
                  </a:lnTo>
                  <a:lnTo>
                    <a:pt x="11521" y="227976"/>
                  </a:lnTo>
                  <a:lnTo>
                    <a:pt x="13527" y="232866"/>
                  </a:lnTo>
                  <a:lnTo>
                    <a:pt x="15687" y="237691"/>
                  </a:lnTo>
                  <a:lnTo>
                    <a:pt x="17998" y="242444"/>
                  </a:lnTo>
                  <a:lnTo>
                    <a:pt x="20458" y="247123"/>
                  </a:lnTo>
                  <a:lnTo>
                    <a:pt x="23066" y="251721"/>
                  </a:lnTo>
                  <a:lnTo>
                    <a:pt x="25817" y="256235"/>
                  </a:lnTo>
                  <a:lnTo>
                    <a:pt x="28709" y="260659"/>
                  </a:lnTo>
                  <a:lnTo>
                    <a:pt x="31740" y="264989"/>
                  </a:lnTo>
                  <a:lnTo>
                    <a:pt x="34907" y="269222"/>
                  </a:lnTo>
                  <a:lnTo>
                    <a:pt x="38205" y="273352"/>
                  </a:lnTo>
                  <a:lnTo>
                    <a:pt x="41633" y="277377"/>
                  </a:lnTo>
                  <a:lnTo>
                    <a:pt x="45186" y="281290"/>
                  </a:lnTo>
                  <a:lnTo>
                    <a:pt x="48861" y="285090"/>
                  </a:lnTo>
                  <a:lnTo>
                    <a:pt x="52654" y="288771"/>
                  </a:lnTo>
                  <a:lnTo>
                    <a:pt x="56562" y="292330"/>
                  </a:lnTo>
                  <a:lnTo>
                    <a:pt x="60580" y="295765"/>
                  </a:lnTo>
                  <a:lnTo>
                    <a:pt x="64705" y="299070"/>
                  </a:lnTo>
                  <a:lnTo>
                    <a:pt x="68932" y="302243"/>
                  </a:lnTo>
                  <a:lnTo>
                    <a:pt x="73258" y="305282"/>
                  </a:lnTo>
                  <a:lnTo>
                    <a:pt x="77677" y="308181"/>
                  </a:lnTo>
                  <a:lnTo>
                    <a:pt x="82186" y="310940"/>
                  </a:lnTo>
                  <a:lnTo>
                    <a:pt x="86780" y="313555"/>
                  </a:lnTo>
                  <a:lnTo>
                    <a:pt x="91455" y="316023"/>
                  </a:lnTo>
                  <a:lnTo>
                    <a:pt x="96205" y="318342"/>
                  </a:lnTo>
                  <a:lnTo>
                    <a:pt x="101025" y="320510"/>
                  </a:lnTo>
                  <a:lnTo>
                    <a:pt x="105913" y="322524"/>
                  </a:lnTo>
                  <a:lnTo>
                    <a:pt x="110861" y="324383"/>
                  </a:lnTo>
                  <a:lnTo>
                    <a:pt x="115865" y="326084"/>
                  </a:lnTo>
                  <a:lnTo>
                    <a:pt x="120921" y="327627"/>
                  </a:lnTo>
                  <a:lnTo>
                    <a:pt x="126023" y="329009"/>
                  </a:lnTo>
                  <a:lnTo>
                    <a:pt x="131167" y="330228"/>
                  </a:lnTo>
                  <a:lnTo>
                    <a:pt x="136346" y="331285"/>
                  </a:lnTo>
                  <a:lnTo>
                    <a:pt x="141556" y="332177"/>
                  </a:lnTo>
                  <a:lnTo>
                    <a:pt x="146792" y="332904"/>
                  </a:lnTo>
                  <a:lnTo>
                    <a:pt x="152048" y="333465"/>
                  </a:lnTo>
                  <a:lnTo>
                    <a:pt x="157319" y="333860"/>
                  </a:lnTo>
                  <a:lnTo>
                    <a:pt x="162600" y="334088"/>
                  </a:lnTo>
                  <a:lnTo>
                    <a:pt x="167886" y="334148"/>
                  </a:lnTo>
                  <a:lnTo>
                    <a:pt x="173170" y="334042"/>
                  </a:lnTo>
                  <a:lnTo>
                    <a:pt x="178449" y="333769"/>
                  </a:lnTo>
                  <a:lnTo>
                    <a:pt x="183717" y="333328"/>
                  </a:lnTo>
                  <a:lnTo>
                    <a:pt x="188968" y="332722"/>
                  </a:lnTo>
                  <a:lnTo>
                    <a:pt x="194197" y="331950"/>
                  </a:lnTo>
                  <a:lnTo>
                    <a:pt x="199399" y="331013"/>
                  </a:lnTo>
                  <a:lnTo>
                    <a:pt x="204569" y="329911"/>
                  </a:lnTo>
                  <a:lnTo>
                    <a:pt x="209702" y="328647"/>
                  </a:lnTo>
                  <a:lnTo>
                    <a:pt x="214792" y="327222"/>
                  </a:lnTo>
                  <a:lnTo>
                    <a:pt x="219834" y="325636"/>
                  </a:lnTo>
                  <a:lnTo>
                    <a:pt x="224824" y="323891"/>
                  </a:lnTo>
                  <a:lnTo>
                    <a:pt x="229756" y="321990"/>
                  </a:lnTo>
                  <a:lnTo>
                    <a:pt x="234625" y="319933"/>
                  </a:lnTo>
                  <a:lnTo>
                    <a:pt x="239427" y="317724"/>
                  </a:lnTo>
                  <a:lnTo>
                    <a:pt x="244157" y="315364"/>
                  </a:lnTo>
                  <a:lnTo>
                    <a:pt x="248810" y="312855"/>
                  </a:lnTo>
                  <a:lnTo>
                    <a:pt x="253381" y="310201"/>
                  </a:lnTo>
                  <a:lnTo>
                    <a:pt x="257866" y="307404"/>
                  </a:lnTo>
                  <a:lnTo>
                    <a:pt x="262260" y="304466"/>
                  </a:lnTo>
                  <a:lnTo>
                    <a:pt x="266560" y="301390"/>
                  </a:lnTo>
                  <a:lnTo>
                    <a:pt x="270759" y="298181"/>
                  </a:lnTo>
                  <a:lnTo>
                    <a:pt x="274856" y="294840"/>
                  </a:lnTo>
                  <a:lnTo>
                    <a:pt x="278844" y="291371"/>
                  </a:lnTo>
                  <a:lnTo>
                    <a:pt x="282721" y="287778"/>
                  </a:lnTo>
                  <a:lnTo>
                    <a:pt x="286482" y="284064"/>
                  </a:lnTo>
                  <a:lnTo>
                    <a:pt x="290125" y="280233"/>
                  </a:lnTo>
                  <a:lnTo>
                    <a:pt x="293644" y="276289"/>
                  </a:lnTo>
                  <a:lnTo>
                    <a:pt x="297036" y="272235"/>
                  </a:lnTo>
                  <a:lnTo>
                    <a:pt x="300299" y="268077"/>
                  </a:lnTo>
                  <a:lnTo>
                    <a:pt x="303429" y="263817"/>
                  </a:lnTo>
                  <a:lnTo>
                    <a:pt x="306422" y="259460"/>
                  </a:lnTo>
                  <a:lnTo>
                    <a:pt x="309276" y="255011"/>
                  </a:lnTo>
                  <a:lnTo>
                    <a:pt x="311989" y="250474"/>
                  </a:lnTo>
                  <a:lnTo>
                    <a:pt x="314556" y="245853"/>
                  </a:lnTo>
                  <a:lnTo>
                    <a:pt x="316976" y="241154"/>
                  </a:lnTo>
                  <a:lnTo>
                    <a:pt x="319246" y="236380"/>
                  </a:lnTo>
                  <a:lnTo>
                    <a:pt x="321364" y="231537"/>
                  </a:lnTo>
                  <a:lnTo>
                    <a:pt x="323328" y="226630"/>
                  </a:lnTo>
                  <a:lnTo>
                    <a:pt x="325136" y="221662"/>
                  </a:lnTo>
                  <a:lnTo>
                    <a:pt x="326785" y="216641"/>
                  </a:lnTo>
                  <a:lnTo>
                    <a:pt x="328276" y="211569"/>
                  </a:lnTo>
                  <a:lnTo>
                    <a:pt x="329605" y="206453"/>
                  </a:lnTo>
                  <a:lnTo>
                    <a:pt x="330772" y="201298"/>
                  </a:lnTo>
                  <a:lnTo>
                    <a:pt x="331775" y="196108"/>
                  </a:lnTo>
                  <a:lnTo>
                    <a:pt x="332613" y="190889"/>
                  </a:lnTo>
                  <a:lnTo>
                    <a:pt x="333286" y="185646"/>
                  </a:lnTo>
                  <a:lnTo>
                    <a:pt x="333793" y="180384"/>
                  </a:lnTo>
                  <a:lnTo>
                    <a:pt x="334134" y="175109"/>
                  </a:lnTo>
                  <a:lnTo>
                    <a:pt x="334307" y="169826"/>
                  </a:lnTo>
                  <a:lnTo>
                    <a:pt x="334314" y="164540"/>
                  </a:lnTo>
                  <a:lnTo>
                    <a:pt x="334153" y="159257"/>
                  </a:lnTo>
                  <a:lnTo>
                    <a:pt x="333825" y="153981"/>
                  </a:lnTo>
                  <a:lnTo>
                    <a:pt x="333331" y="148718"/>
                  </a:lnTo>
                  <a:lnTo>
                    <a:pt x="332670" y="143474"/>
                  </a:lnTo>
                  <a:lnTo>
                    <a:pt x="331844" y="138253"/>
                  </a:lnTo>
                  <a:lnTo>
                    <a:pt x="330853" y="133061"/>
                  </a:lnTo>
                  <a:lnTo>
                    <a:pt x="329699" y="127902"/>
                  </a:lnTo>
                  <a:lnTo>
                    <a:pt x="328382" y="122783"/>
                  </a:lnTo>
                  <a:lnTo>
                    <a:pt x="326904" y="117708"/>
                  </a:lnTo>
                  <a:lnTo>
                    <a:pt x="325267" y="112682"/>
                  </a:lnTo>
                  <a:lnTo>
                    <a:pt x="323471" y="107711"/>
                  </a:lnTo>
                  <a:lnTo>
                    <a:pt x="321519" y="102798"/>
                  </a:lnTo>
                  <a:lnTo>
                    <a:pt x="319412" y="97950"/>
                  </a:lnTo>
                  <a:lnTo>
                    <a:pt x="317153" y="93171"/>
                  </a:lnTo>
                  <a:lnTo>
                    <a:pt x="314745" y="88466"/>
                  </a:lnTo>
                  <a:lnTo>
                    <a:pt x="312189" y="83839"/>
                  </a:lnTo>
                  <a:lnTo>
                    <a:pt x="309487" y="79296"/>
                  </a:lnTo>
                  <a:lnTo>
                    <a:pt x="306644" y="74840"/>
                  </a:lnTo>
                  <a:lnTo>
                    <a:pt x="303661" y="70476"/>
                  </a:lnTo>
                  <a:lnTo>
                    <a:pt x="300542" y="66209"/>
                  </a:lnTo>
                  <a:lnTo>
                    <a:pt x="297289" y="62042"/>
                  </a:lnTo>
                  <a:lnTo>
                    <a:pt x="293906" y="57980"/>
                  </a:lnTo>
                  <a:lnTo>
                    <a:pt x="290396" y="54028"/>
                  </a:lnTo>
                  <a:lnTo>
                    <a:pt x="286763" y="50188"/>
                  </a:lnTo>
                  <a:lnTo>
                    <a:pt x="283011" y="46465"/>
                  </a:lnTo>
                  <a:lnTo>
                    <a:pt x="279143" y="42863"/>
                  </a:lnTo>
                  <a:lnTo>
                    <a:pt x="275162" y="39384"/>
                  </a:lnTo>
                  <a:lnTo>
                    <a:pt x="271074" y="36034"/>
                  </a:lnTo>
                  <a:lnTo>
                    <a:pt x="266882" y="32814"/>
                  </a:lnTo>
                  <a:lnTo>
                    <a:pt x="262590" y="29728"/>
                  </a:lnTo>
                  <a:lnTo>
                    <a:pt x="258203" y="26780"/>
                  </a:lnTo>
                  <a:lnTo>
                    <a:pt x="253725" y="23972"/>
                  </a:lnTo>
                  <a:lnTo>
                    <a:pt x="249160" y="21306"/>
                  </a:lnTo>
                  <a:lnTo>
                    <a:pt x="244513" y="18787"/>
                  </a:lnTo>
                  <a:lnTo>
                    <a:pt x="239789" y="16415"/>
                  </a:lnTo>
                  <a:lnTo>
                    <a:pt x="234993" y="14194"/>
                  </a:lnTo>
                  <a:lnTo>
                    <a:pt x="230128" y="12126"/>
                  </a:lnTo>
                  <a:lnTo>
                    <a:pt x="225200" y="10213"/>
                  </a:lnTo>
                  <a:lnTo>
                    <a:pt x="167164" y="1669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58036" cy="167167"/>
            </a:xfrm>
            <a:custGeom>
              <a:avLst/>
              <a:pathLst>
                <a:path w="58036" h="167167">
                  <a:moveTo>
                    <a:pt x="58036" y="10397"/>
                  </a:moveTo>
                  <a:lnTo>
                    <a:pt x="52442" y="8439"/>
                  </a:lnTo>
                  <a:lnTo>
                    <a:pt x="46783" y="6679"/>
                  </a:lnTo>
                  <a:lnTo>
                    <a:pt x="41064" y="5122"/>
                  </a:lnTo>
                  <a:lnTo>
                    <a:pt x="35294" y="3768"/>
                  </a:lnTo>
                  <a:lnTo>
                    <a:pt x="29480" y="2619"/>
                  </a:lnTo>
                  <a:lnTo>
                    <a:pt x="23628" y="1678"/>
                  </a:lnTo>
                  <a:lnTo>
                    <a:pt x="17747" y="944"/>
                  </a:lnTo>
                  <a:lnTo>
                    <a:pt x="11844" y="420"/>
                  </a:lnTo>
                  <a:lnTo>
                    <a:pt x="5925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8896" y="3170392"/>
              <a:ext cx="27084" cy="167167"/>
            </a:xfrm>
            <a:custGeom>
              <a:avLst/>
              <a:pathLst>
                <a:path w="27084" h="167167">
                  <a:moveTo>
                    <a:pt x="27084" y="0"/>
                  </a:moveTo>
                  <a:lnTo>
                    <a:pt x="20284" y="138"/>
                  </a:lnTo>
                  <a:lnTo>
                    <a:pt x="13497" y="553"/>
                  </a:lnTo>
                  <a:lnTo>
                    <a:pt x="6731" y="1243"/>
                  </a:lnTo>
                  <a:lnTo>
                    <a:pt x="0" y="2208"/>
                  </a:lnTo>
                  <a:lnTo>
                    <a:pt x="2708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498896" y="3172601"/>
              <a:ext cx="27084" cy="164958"/>
            </a:xfrm>
            <a:custGeom>
              <a:avLst/>
              <a:pathLst>
                <a:path w="27084" h="164958">
                  <a:moveTo>
                    <a:pt x="0" y="0"/>
                  </a:moveTo>
                  <a:lnTo>
                    <a:pt x="27084" y="1649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27" y="3172601"/>
              <a:ext cx="334301" cy="332125"/>
            </a:xfrm>
            <a:custGeom>
              <a:avLst/>
              <a:pathLst>
                <a:path w="334301" h="332125">
                  <a:moveTo>
                    <a:pt x="140069" y="0"/>
                  </a:moveTo>
                  <a:lnTo>
                    <a:pt x="134853" y="941"/>
                  </a:lnTo>
                  <a:lnTo>
                    <a:pt x="129669" y="2048"/>
                  </a:lnTo>
                  <a:lnTo>
                    <a:pt x="124523" y="3318"/>
                  </a:lnTo>
                  <a:lnTo>
                    <a:pt x="119420" y="4751"/>
                  </a:lnTo>
                  <a:lnTo>
                    <a:pt x="114365" y="6344"/>
                  </a:lnTo>
                  <a:lnTo>
                    <a:pt x="109363" y="8098"/>
                  </a:lnTo>
                  <a:lnTo>
                    <a:pt x="104419" y="10009"/>
                  </a:lnTo>
                  <a:lnTo>
                    <a:pt x="99538" y="12076"/>
                  </a:lnTo>
                  <a:lnTo>
                    <a:pt x="94725" y="14296"/>
                  </a:lnTo>
                  <a:lnTo>
                    <a:pt x="89985" y="16668"/>
                  </a:lnTo>
                  <a:lnTo>
                    <a:pt x="85322" y="19189"/>
                  </a:lnTo>
                  <a:lnTo>
                    <a:pt x="80742" y="21857"/>
                  </a:lnTo>
                  <a:lnTo>
                    <a:pt x="76249" y="24668"/>
                  </a:lnTo>
                  <a:lnTo>
                    <a:pt x="71847" y="27621"/>
                  </a:lnTo>
                  <a:lnTo>
                    <a:pt x="67541" y="30711"/>
                  </a:lnTo>
                  <a:lnTo>
                    <a:pt x="63335" y="33937"/>
                  </a:lnTo>
                  <a:lnTo>
                    <a:pt x="59233" y="37294"/>
                  </a:lnTo>
                  <a:lnTo>
                    <a:pt x="55240" y="40780"/>
                  </a:lnTo>
                  <a:lnTo>
                    <a:pt x="51359" y="44390"/>
                  </a:lnTo>
                  <a:lnTo>
                    <a:pt x="47595" y="48122"/>
                  </a:lnTo>
                  <a:lnTo>
                    <a:pt x="43951" y="51971"/>
                  </a:lnTo>
                  <a:lnTo>
                    <a:pt x="40431" y="55934"/>
                  </a:lnTo>
                  <a:lnTo>
                    <a:pt x="37038" y="60006"/>
                  </a:lnTo>
                  <a:lnTo>
                    <a:pt x="33776" y="64184"/>
                  </a:lnTo>
                  <a:lnTo>
                    <a:pt x="30648" y="68463"/>
                  </a:lnTo>
                  <a:lnTo>
                    <a:pt x="27657" y="72839"/>
                  </a:lnTo>
                  <a:lnTo>
                    <a:pt x="24807" y="77308"/>
                  </a:lnTo>
                  <a:lnTo>
                    <a:pt x="22100" y="81865"/>
                  </a:lnTo>
                  <a:lnTo>
                    <a:pt x="19538" y="86505"/>
                  </a:lnTo>
                  <a:lnTo>
                    <a:pt x="17125" y="91225"/>
                  </a:lnTo>
                  <a:lnTo>
                    <a:pt x="14863" y="96018"/>
                  </a:lnTo>
                  <a:lnTo>
                    <a:pt x="12754" y="100881"/>
                  </a:lnTo>
                  <a:lnTo>
                    <a:pt x="10800" y="105808"/>
                  </a:lnTo>
                  <a:lnTo>
                    <a:pt x="9004" y="110795"/>
                  </a:lnTo>
                  <a:lnTo>
                    <a:pt x="7366" y="115836"/>
                  </a:lnTo>
                  <a:lnTo>
                    <a:pt x="5889" y="120926"/>
                  </a:lnTo>
                  <a:lnTo>
                    <a:pt x="4574" y="126061"/>
                  </a:lnTo>
                  <a:lnTo>
                    <a:pt x="3423" y="131235"/>
                  </a:lnTo>
                  <a:lnTo>
                    <a:pt x="2436" y="136443"/>
                  </a:lnTo>
                  <a:lnTo>
                    <a:pt x="1614" y="141679"/>
                  </a:lnTo>
                  <a:lnTo>
                    <a:pt x="960" y="146939"/>
                  </a:lnTo>
                  <a:lnTo>
                    <a:pt x="472" y="152217"/>
                  </a:lnTo>
                  <a:lnTo>
                    <a:pt x="152" y="157508"/>
                  </a:lnTo>
                  <a:lnTo>
                    <a:pt x="0" y="162806"/>
                  </a:lnTo>
                  <a:lnTo>
                    <a:pt x="15" y="168107"/>
                  </a:lnTo>
                  <a:lnTo>
                    <a:pt x="199" y="173404"/>
                  </a:lnTo>
                  <a:lnTo>
                    <a:pt x="551" y="178693"/>
                  </a:lnTo>
                  <a:lnTo>
                    <a:pt x="1070" y="183968"/>
                  </a:lnTo>
                  <a:lnTo>
                    <a:pt x="1756" y="189224"/>
                  </a:lnTo>
                  <a:lnTo>
                    <a:pt x="2609" y="194455"/>
                  </a:lnTo>
                  <a:lnTo>
                    <a:pt x="3626" y="199657"/>
                  </a:lnTo>
                  <a:lnTo>
                    <a:pt x="4809" y="204824"/>
                  </a:lnTo>
                  <a:lnTo>
                    <a:pt x="6154" y="209951"/>
                  </a:lnTo>
                  <a:lnTo>
                    <a:pt x="7662" y="215032"/>
                  </a:lnTo>
                  <a:lnTo>
                    <a:pt x="9329" y="220063"/>
                  </a:lnTo>
                  <a:lnTo>
                    <a:pt x="11156" y="225039"/>
                  </a:lnTo>
                  <a:lnTo>
                    <a:pt x="13139" y="229955"/>
                  </a:lnTo>
                  <a:lnTo>
                    <a:pt x="15277" y="234805"/>
                  </a:lnTo>
                  <a:lnTo>
                    <a:pt x="17568" y="239585"/>
                  </a:lnTo>
                  <a:lnTo>
                    <a:pt x="20009" y="244290"/>
                  </a:lnTo>
                  <a:lnTo>
                    <a:pt x="22598" y="248915"/>
                  </a:lnTo>
                  <a:lnTo>
                    <a:pt x="25332" y="253456"/>
                  </a:lnTo>
                  <a:lnTo>
                    <a:pt x="28209" y="257907"/>
                  </a:lnTo>
                  <a:lnTo>
                    <a:pt x="31226" y="262266"/>
                  </a:lnTo>
                  <a:lnTo>
                    <a:pt x="34379" y="266526"/>
                  </a:lnTo>
                  <a:lnTo>
                    <a:pt x="37666" y="270684"/>
                  </a:lnTo>
                  <a:lnTo>
                    <a:pt x="41083" y="274736"/>
                  </a:lnTo>
                  <a:lnTo>
                    <a:pt x="44627" y="278678"/>
                  </a:lnTo>
                  <a:lnTo>
                    <a:pt x="48293" y="282505"/>
                  </a:lnTo>
                  <a:lnTo>
                    <a:pt x="52080" y="286215"/>
                  </a:lnTo>
                  <a:lnTo>
                    <a:pt x="55982" y="289802"/>
                  </a:lnTo>
                  <a:lnTo>
                    <a:pt x="59996" y="293264"/>
                  </a:lnTo>
                  <a:lnTo>
                    <a:pt x="64117" y="296596"/>
                  </a:lnTo>
                  <a:lnTo>
                    <a:pt x="68343" y="299797"/>
                  </a:lnTo>
                  <a:lnTo>
                    <a:pt x="72667" y="302862"/>
                  </a:lnTo>
                  <a:lnTo>
                    <a:pt x="77087" y="305788"/>
                  </a:lnTo>
                  <a:lnTo>
                    <a:pt x="81597" y="308573"/>
                  </a:lnTo>
                  <a:lnTo>
                    <a:pt x="86193" y="311213"/>
                  </a:lnTo>
                  <a:lnTo>
                    <a:pt x="90870" y="313706"/>
                  </a:lnTo>
                  <a:lnTo>
                    <a:pt x="95624" y="316050"/>
                  </a:lnTo>
                  <a:lnTo>
                    <a:pt x="100450" y="318241"/>
                  </a:lnTo>
                  <a:lnTo>
                    <a:pt x="105344" y="320279"/>
                  </a:lnTo>
                  <a:lnTo>
                    <a:pt x="110299" y="322161"/>
                  </a:lnTo>
                  <a:lnTo>
                    <a:pt x="115311" y="323884"/>
                  </a:lnTo>
                  <a:lnTo>
                    <a:pt x="120376" y="325448"/>
                  </a:lnTo>
                  <a:lnTo>
                    <a:pt x="125487" y="326850"/>
                  </a:lnTo>
                  <a:lnTo>
                    <a:pt x="130641" y="328090"/>
                  </a:lnTo>
                  <a:lnTo>
                    <a:pt x="135831" y="329165"/>
                  </a:lnTo>
                  <a:lnTo>
                    <a:pt x="141053" y="330076"/>
                  </a:lnTo>
                  <a:lnTo>
                    <a:pt x="146301" y="330820"/>
                  </a:lnTo>
                  <a:lnTo>
                    <a:pt x="151570" y="331398"/>
                  </a:lnTo>
                  <a:lnTo>
                    <a:pt x="156854" y="331808"/>
                  </a:lnTo>
                  <a:lnTo>
                    <a:pt x="162149" y="332051"/>
                  </a:lnTo>
                  <a:lnTo>
                    <a:pt x="167449" y="332125"/>
                  </a:lnTo>
                  <a:lnTo>
                    <a:pt x="172749" y="332032"/>
                  </a:lnTo>
                  <a:lnTo>
                    <a:pt x="178043" y="331771"/>
                  </a:lnTo>
                  <a:lnTo>
                    <a:pt x="183326" y="331342"/>
                  </a:lnTo>
                  <a:lnTo>
                    <a:pt x="188592" y="330745"/>
                  </a:lnTo>
                  <a:lnTo>
                    <a:pt x="193838" y="329982"/>
                  </a:lnTo>
                  <a:lnTo>
                    <a:pt x="199056" y="329053"/>
                  </a:lnTo>
                  <a:lnTo>
                    <a:pt x="204242" y="327959"/>
                  </a:lnTo>
                  <a:lnTo>
                    <a:pt x="209392" y="326702"/>
                  </a:lnTo>
                  <a:lnTo>
                    <a:pt x="214498" y="325281"/>
                  </a:lnTo>
                  <a:lnTo>
                    <a:pt x="219557" y="323700"/>
                  </a:lnTo>
                  <a:lnTo>
                    <a:pt x="224563" y="321958"/>
                  </a:lnTo>
                  <a:lnTo>
                    <a:pt x="229512" y="320059"/>
                  </a:lnTo>
                  <a:lnTo>
                    <a:pt x="234398" y="318004"/>
                  </a:lnTo>
                  <a:lnTo>
                    <a:pt x="239216" y="315795"/>
                  </a:lnTo>
                  <a:lnTo>
                    <a:pt x="243962" y="313435"/>
                  </a:lnTo>
                  <a:lnTo>
                    <a:pt x="248631" y="310925"/>
                  </a:lnTo>
                  <a:lnTo>
                    <a:pt x="253217" y="308269"/>
                  </a:lnTo>
                  <a:lnTo>
                    <a:pt x="257718" y="305468"/>
                  </a:lnTo>
                  <a:lnTo>
                    <a:pt x="262127" y="302526"/>
                  </a:lnTo>
                  <a:lnTo>
                    <a:pt x="266440" y="299446"/>
                  </a:lnTo>
                  <a:lnTo>
                    <a:pt x="270654" y="296231"/>
                  </a:lnTo>
                  <a:lnTo>
                    <a:pt x="274764" y="292884"/>
                  </a:lnTo>
                  <a:lnTo>
                    <a:pt x="278766" y="289408"/>
                  </a:lnTo>
                  <a:lnTo>
                    <a:pt x="282655" y="285807"/>
                  </a:lnTo>
                  <a:lnTo>
                    <a:pt x="286428" y="282084"/>
                  </a:lnTo>
                  <a:lnTo>
                    <a:pt x="290081" y="278244"/>
                  </a:lnTo>
                  <a:lnTo>
                    <a:pt x="293611" y="274289"/>
                  </a:lnTo>
                  <a:lnTo>
                    <a:pt x="297014" y="270225"/>
                  </a:lnTo>
                  <a:lnTo>
                    <a:pt x="300286" y="266055"/>
                  </a:lnTo>
                  <a:lnTo>
                    <a:pt x="303424" y="261784"/>
                  </a:lnTo>
                  <a:lnTo>
                    <a:pt x="306425" y="257415"/>
                  </a:lnTo>
                  <a:lnTo>
                    <a:pt x="309286" y="252953"/>
                  </a:lnTo>
                  <a:lnTo>
                    <a:pt x="312005" y="248403"/>
                  </a:lnTo>
                  <a:lnTo>
                    <a:pt x="314577" y="243768"/>
                  </a:lnTo>
                  <a:lnTo>
                    <a:pt x="317002" y="239055"/>
                  </a:lnTo>
                  <a:lnTo>
                    <a:pt x="319276" y="234267"/>
                  </a:lnTo>
                  <a:lnTo>
                    <a:pt x="321397" y="229409"/>
                  </a:lnTo>
                  <a:lnTo>
                    <a:pt x="323362" y="224487"/>
                  </a:lnTo>
                  <a:lnTo>
                    <a:pt x="325171" y="219504"/>
                  </a:lnTo>
                  <a:lnTo>
                    <a:pt x="326821" y="214467"/>
                  </a:lnTo>
                  <a:lnTo>
                    <a:pt x="328310" y="209380"/>
                  </a:lnTo>
                  <a:lnTo>
                    <a:pt x="329638" y="204249"/>
                  </a:lnTo>
                  <a:lnTo>
                    <a:pt x="330802" y="199078"/>
                  </a:lnTo>
                  <a:lnTo>
                    <a:pt x="331801" y="193872"/>
                  </a:lnTo>
                  <a:lnTo>
                    <a:pt x="332635" y="188638"/>
                  </a:lnTo>
                  <a:lnTo>
                    <a:pt x="333302" y="183380"/>
                  </a:lnTo>
                  <a:lnTo>
                    <a:pt x="333803" y="178103"/>
                  </a:lnTo>
                  <a:lnTo>
                    <a:pt x="334136" y="172813"/>
                  </a:lnTo>
                  <a:lnTo>
                    <a:pt x="334301" y="167515"/>
                  </a:lnTo>
                  <a:lnTo>
                    <a:pt x="334298" y="162215"/>
                  </a:lnTo>
                  <a:lnTo>
                    <a:pt x="334127" y="156917"/>
                  </a:lnTo>
                  <a:lnTo>
                    <a:pt x="333788" y="151627"/>
                  </a:lnTo>
                  <a:lnTo>
                    <a:pt x="333282" y="146351"/>
                  </a:lnTo>
                  <a:lnTo>
                    <a:pt x="332608" y="141094"/>
                  </a:lnTo>
                  <a:lnTo>
                    <a:pt x="331769" y="135860"/>
                  </a:lnTo>
                  <a:lnTo>
                    <a:pt x="330763" y="130656"/>
                  </a:lnTo>
                  <a:lnTo>
                    <a:pt x="329594" y="125486"/>
                  </a:lnTo>
                  <a:lnTo>
                    <a:pt x="328260" y="120356"/>
                  </a:lnTo>
                  <a:lnTo>
                    <a:pt x="326765" y="115271"/>
                  </a:lnTo>
                  <a:lnTo>
                    <a:pt x="325110" y="110235"/>
                  </a:lnTo>
                  <a:lnTo>
                    <a:pt x="323296" y="105255"/>
                  </a:lnTo>
                  <a:lnTo>
                    <a:pt x="321324" y="100335"/>
                  </a:lnTo>
                  <a:lnTo>
                    <a:pt x="319198" y="95480"/>
                  </a:lnTo>
                  <a:lnTo>
                    <a:pt x="316919" y="90694"/>
                  </a:lnTo>
                  <a:lnTo>
                    <a:pt x="314489" y="85983"/>
                  </a:lnTo>
                  <a:lnTo>
                    <a:pt x="311911" y="81352"/>
                  </a:lnTo>
                  <a:lnTo>
                    <a:pt x="309188" y="76805"/>
                  </a:lnTo>
                  <a:lnTo>
                    <a:pt x="306322" y="72346"/>
                  </a:lnTo>
                  <a:lnTo>
                    <a:pt x="303316" y="67980"/>
                  </a:lnTo>
                  <a:lnTo>
                    <a:pt x="300173" y="63712"/>
                  </a:lnTo>
                  <a:lnTo>
                    <a:pt x="296896" y="59546"/>
                  </a:lnTo>
                  <a:lnTo>
                    <a:pt x="293489" y="55486"/>
                  </a:lnTo>
                  <a:lnTo>
                    <a:pt x="289955" y="51535"/>
                  </a:lnTo>
                  <a:lnTo>
                    <a:pt x="286297" y="47699"/>
                  </a:lnTo>
                  <a:lnTo>
                    <a:pt x="282520" y="43981"/>
                  </a:lnTo>
                  <a:lnTo>
                    <a:pt x="278626" y="40384"/>
                  </a:lnTo>
                  <a:lnTo>
                    <a:pt x="274621" y="36913"/>
                  </a:lnTo>
                  <a:lnTo>
                    <a:pt x="270507" y="33570"/>
                  </a:lnTo>
                  <a:lnTo>
                    <a:pt x="266290" y="30359"/>
                  </a:lnTo>
                  <a:lnTo>
                    <a:pt x="261973" y="27284"/>
                  </a:lnTo>
                  <a:lnTo>
                    <a:pt x="257560" y="24347"/>
                  </a:lnTo>
                  <a:lnTo>
                    <a:pt x="253057" y="21552"/>
                  </a:lnTo>
                  <a:lnTo>
                    <a:pt x="248467" y="18900"/>
                  </a:lnTo>
                  <a:lnTo>
                    <a:pt x="243796" y="16396"/>
                  </a:lnTo>
                  <a:lnTo>
                    <a:pt x="239047" y="14041"/>
                  </a:lnTo>
                  <a:lnTo>
                    <a:pt x="234227" y="11837"/>
                  </a:lnTo>
                  <a:lnTo>
                    <a:pt x="229338" y="9788"/>
                  </a:lnTo>
                  <a:lnTo>
                    <a:pt x="224388" y="7894"/>
                  </a:lnTo>
                  <a:lnTo>
                    <a:pt x="167153" y="1649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57234" cy="167167"/>
            </a:xfrm>
            <a:custGeom>
              <a:avLst/>
              <a:pathLst>
                <a:path w="57234" h="167167">
                  <a:moveTo>
                    <a:pt x="57234" y="10103"/>
                  </a:moveTo>
                  <a:lnTo>
                    <a:pt x="51712" y="8199"/>
                  </a:lnTo>
                  <a:lnTo>
                    <a:pt x="46126" y="6489"/>
                  </a:lnTo>
                  <a:lnTo>
                    <a:pt x="40484" y="4976"/>
                  </a:lnTo>
                  <a:lnTo>
                    <a:pt x="34793" y="3660"/>
                  </a:lnTo>
                  <a:lnTo>
                    <a:pt x="29059" y="2545"/>
                  </a:lnTo>
                  <a:lnTo>
                    <a:pt x="23290" y="1630"/>
                  </a:lnTo>
                  <a:lnTo>
                    <a:pt x="17492" y="917"/>
                  </a:lnTo>
                  <a:lnTo>
                    <a:pt x="11673" y="408"/>
                  </a:lnTo>
                  <a:lnTo>
                    <a:pt x="5840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2439" y="3707720"/>
              <a:ext cx="8308" cy="167167"/>
            </a:xfrm>
            <a:custGeom>
              <a:avLst/>
              <a:pathLst>
                <a:path w="8308" h="167167">
                  <a:moveTo>
                    <a:pt x="8308" y="0"/>
                  </a:moveTo>
                  <a:lnTo>
                    <a:pt x="0" y="206"/>
                  </a:lnTo>
                  <a:lnTo>
                    <a:pt x="83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2439" y="3707927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81" y="3707720"/>
              <a:ext cx="334323" cy="334328"/>
            </a:xfrm>
            <a:custGeom>
              <a:avLst/>
              <a:pathLst>
                <a:path w="334323" h="334328">
                  <a:moveTo>
                    <a:pt x="158858" y="206"/>
                  </a:moveTo>
                  <a:lnTo>
                    <a:pt x="153580" y="553"/>
                  </a:lnTo>
                  <a:lnTo>
                    <a:pt x="148315" y="1066"/>
                  </a:lnTo>
                  <a:lnTo>
                    <a:pt x="143070" y="1745"/>
                  </a:lnTo>
                  <a:lnTo>
                    <a:pt x="137849" y="2590"/>
                  </a:lnTo>
                  <a:lnTo>
                    <a:pt x="132657" y="3600"/>
                  </a:lnTo>
                  <a:lnTo>
                    <a:pt x="127499" y="4774"/>
                  </a:lnTo>
                  <a:lnTo>
                    <a:pt x="122381" y="6110"/>
                  </a:lnTo>
                  <a:lnTo>
                    <a:pt x="117309" y="7608"/>
                  </a:lnTo>
                  <a:lnTo>
                    <a:pt x="112286" y="9265"/>
                  </a:lnTo>
                  <a:lnTo>
                    <a:pt x="107318" y="11080"/>
                  </a:lnTo>
                  <a:lnTo>
                    <a:pt x="102410" y="13052"/>
                  </a:lnTo>
                  <a:lnTo>
                    <a:pt x="97566" y="15178"/>
                  </a:lnTo>
                  <a:lnTo>
                    <a:pt x="92793" y="17456"/>
                  </a:lnTo>
                  <a:lnTo>
                    <a:pt x="88094" y="19883"/>
                  </a:lnTo>
                  <a:lnTo>
                    <a:pt x="83474" y="22459"/>
                  </a:lnTo>
                  <a:lnTo>
                    <a:pt x="78937" y="25179"/>
                  </a:lnTo>
                  <a:lnTo>
                    <a:pt x="74489" y="28041"/>
                  </a:lnTo>
                  <a:lnTo>
                    <a:pt x="70134" y="31043"/>
                  </a:lnTo>
                  <a:lnTo>
                    <a:pt x="65876" y="34181"/>
                  </a:lnTo>
                  <a:lnTo>
                    <a:pt x="61720" y="37452"/>
                  </a:lnTo>
                  <a:lnTo>
                    <a:pt x="57669" y="40853"/>
                  </a:lnTo>
                  <a:lnTo>
                    <a:pt x="53728" y="44380"/>
                  </a:lnTo>
                  <a:lnTo>
                    <a:pt x="49900" y="48031"/>
                  </a:lnTo>
                  <a:lnTo>
                    <a:pt x="46189" y="51800"/>
                  </a:lnTo>
                  <a:lnTo>
                    <a:pt x="42600" y="55685"/>
                  </a:lnTo>
                  <a:lnTo>
                    <a:pt x="39136" y="59682"/>
                  </a:lnTo>
                  <a:lnTo>
                    <a:pt x="35799" y="63786"/>
                  </a:lnTo>
                  <a:lnTo>
                    <a:pt x="32594" y="67994"/>
                  </a:lnTo>
                  <a:lnTo>
                    <a:pt x="29524" y="72301"/>
                  </a:lnTo>
                  <a:lnTo>
                    <a:pt x="26592" y="76703"/>
                  </a:lnTo>
                  <a:lnTo>
                    <a:pt x="23800" y="81196"/>
                  </a:lnTo>
                  <a:lnTo>
                    <a:pt x="21152" y="85774"/>
                  </a:lnTo>
                  <a:lnTo>
                    <a:pt x="18650" y="90434"/>
                  </a:lnTo>
                  <a:lnTo>
                    <a:pt x="16297" y="95171"/>
                  </a:lnTo>
                  <a:lnTo>
                    <a:pt x="14095" y="99980"/>
                  </a:lnTo>
                  <a:lnTo>
                    <a:pt x="12046" y="104857"/>
                  </a:lnTo>
                  <a:lnTo>
                    <a:pt x="10152" y="109795"/>
                  </a:lnTo>
                  <a:lnTo>
                    <a:pt x="8416" y="114791"/>
                  </a:lnTo>
                  <a:lnTo>
                    <a:pt x="6838" y="119840"/>
                  </a:lnTo>
                  <a:lnTo>
                    <a:pt x="5421" y="124936"/>
                  </a:lnTo>
                  <a:lnTo>
                    <a:pt x="4166" y="130074"/>
                  </a:lnTo>
                  <a:lnTo>
                    <a:pt x="3074" y="135249"/>
                  </a:lnTo>
                  <a:lnTo>
                    <a:pt x="2147" y="140457"/>
                  </a:lnTo>
                  <a:lnTo>
                    <a:pt x="1384" y="145691"/>
                  </a:lnTo>
                  <a:lnTo>
                    <a:pt x="788" y="150946"/>
                  </a:lnTo>
                  <a:lnTo>
                    <a:pt x="358" y="156218"/>
                  </a:lnTo>
                  <a:lnTo>
                    <a:pt x="95" y="161501"/>
                  </a:lnTo>
                  <a:lnTo>
                    <a:pt x="0" y="166789"/>
                  </a:lnTo>
                  <a:lnTo>
                    <a:pt x="71" y="172078"/>
                  </a:lnTo>
                  <a:lnTo>
                    <a:pt x="310" y="177362"/>
                  </a:lnTo>
                  <a:lnTo>
                    <a:pt x="716" y="182636"/>
                  </a:lnTo>
                  <a:lnTo>
                    <a:pt x="1289" y="187894"/>
                  </a:lnTo>
                  <a:lnTo>
                    <a:pt x="2028" y="193131"/>
                  </a:lnTo>
                  <a:lnTo>
                    <a:pt x="2932" y="198343"/>
                  </a:lnTo>
                  <a:lnTo>
                    <a:pt x="4000" y="203523"/>
                  </a:lnTo>
                  <a:lnTo>
                    <a:pt x="5232" y="208667"/>
                  </a:lnTo>
                  <a:lnTo>
                    <a:pt x="6626" y="213769"/>
                  </a:lnTo>
                  <a:lnTo>
                    <a:pt x="8181" y="218825"/>
                  </a:lnTo>
                  <a:lnTo>
                    <a:pt x="9895" y="223829"/>
                  </a:lnTo>
                  <a:lnTo>
                    <a:pt x="11766" y="228776"/>
                  </a:lnTo>
                  <a:lnTo>
                    <a:pt x="13793" y="233661"/>
                  </a:lnTo>
                  <a:lnTo>
                    <a:pt x="15973" y="238480"/>
                  </a:lnTo>
                  <a:lnTo>
                    <a:pt x="18305" y="243228"/>
                  </a:lnTo>
                  <a:lnTo>
                    <a:pt x="20786" y="247899"/>
                  </a:lnTo>
                  <a:lnTo>
                    <a:pt x="23413" y="252490"/>
                  </a:lnTo>
                  <a:lnTo>
                    <a:pt x="26185" y="256995"/>
                  </a:lnTo>
                  <a:lnTo>
                    <a:pt x="29097" y="261410"/>
                  </a:lnTo>
                  <a:lnTo>
                    <a:pt x="32148" y="265731"/>
                  </a:lnTo>
                  <a:lnTo>
                    <a:pt x="35334" y="269953"/>
                  </a:lnTo>
                  <a:lnTo>
                    <a:pt x="38651" y="274073"/>
                  </a:lnTo>
                  <a:lnTo>
                    <a:pt x="42098" y="278085"/>
                  </a:lnTo>
                  <a:lnTo>
                    <a:pt x="45670" y="281986"/>
                  </a:lnTo>
                  <a:lnTo>
                    <a:pt x="49363" y="285772"/>
                  </a:lnTo>
                  <a:lnTo>
                    <a:pt x="53174" y="289440"/>
                  </a:lnTo>
                  <a:lnTo>
                    <a:pt x="57099" y="292985"/>
                  </a:lnTo>
                  <a:lnTo>
                    <a:pt x="61135" y="296404"/>
                  </a:lnTo>
                  <a:lnTo>
                    <a:pt x="65277" y="299694"/>
                  </a:lnTo>
                  <a:lnTo>
                    <a:pt x="69520" y="302851"/>
                  </a:lnTo>
                  <a:lnTo>
                    <a:pt x="73862" y="305872"/>
                  </a:lnTo>
                  <a:lnTo>
                    <a:pt x="78297" y="308755"/>
                  </a:lnTo>
                  <a:lnTo>
                    <a:pt x="82821" y="311495"/>
                  </a:lnTo>
                  <a:lnTo>
                    <a:pt x="87429" y="314092"/>
                  </a:lnTo>
                  <a:lnTo>
                    <a:pt x="92117" y="316541"/>
                  </a:lnTo>
                  <a:lnTo>
                    <a:pt x="96880" y="318840"/>
                  </a:lnTo>
                  <a:lnTo>
                    <a:pt x="101714" y="320988"/>
                  </a:lnTo>
                  <a:lnTo>
                    <a:pt x="106613" y="322982"/>
                  </a:lnTo>
                  <a:lnTo>
                    <a:pt x="111573" y="324819"/>
                  </a:lnTo>
                  <a:lnTo>
                    <a:pt x="116588" y="326499"/>
                  </a:lnTo>
                  <a:lnTo>
                    <a:pt x="121654" y="328020"/>
                  </a:lnTo>
                  <a:lnTo>
                    <a:pt x="126766" y="329379"/>
                  </a:lnTo>
                  <a:lnTo>
                    <a:pt x="131918" y="330576"/>
                  </a:lnTo>
                  <a:lnTo>
                    <a:pt x="137105" y="331609"/>
                  </a:lnTo>
                  <a:lnTo>
                    <a:pt x="142323" y="332478"/>
                  </a:lnTo>
                  <a:lnTo>
                    <a:pt x="147565" y="333181"/>
                  </a:lnTo>
                  <a:lnTo>
                    <a:pt x="152827" y="333718"/>
                  </a:lnTo>
                  <a:lnTo>
                    <a:pt x="158103" y="334089"/>
                  </a:lnTo>
                  <a:lnTo>
                    <a:pt x="163389" y="334292"/>
                  </a:lnTo>
                  <a:lnTo>
                    <a:pt x="168678" y="334328"/>
                  </a:lnTo>
                  <a:lnTo>
                    <a:pt x="173966" y="334196"/>
                  </a:lnTo>
                  <a:lnTo>
                    <a:pt x="179246" y="333897"/>
                  </a:lnTo>
                  <a:lnTo>
                    <a:pt x="184515" y="333432"/>
                  </a:lnTo>
                  <a:lnTo>
                    <a:pt x="189767" y="332800"/>
                  </a:lnTo>
                  <a:lnTo>
                    <a:pt x="194995" y="332002"/>
                  </a:lnTo>
                  <a:lnTo>
                    <a:pt x="200196" y="331039"/>
                  </a:lnTo>
                  <a:lnTo>
                    <a:pt x="205364" y="329912"/>
                  </a:lnTo>
                  <a:lnTo>
                    <a:pt x="210494" y="328622"/>
                  </a:lnTo>
                  <a:lnTo>
                    <a:pt x="215580" y="327170"/>
                  </a:lnTo>
                  <a:lnTo>
                    <a:pt x="220618" y="325559"/>
                  </a:lnTo>
                  <a:lnTo>
                    <a:pt x="225602" y="323788"/>
                  </a:lnTo>
                  <a:lnTo>
                    <a:pt x="230527" y="321861"/>
                  </a:lnTo>
                  <a:lnTo>
                    <a:pt x="235390" y="319779"/>
                  </a:lnTo>
                  <a:lnTo>
                    <a:pt x="240184" y="317545"/>
                  </a:lnTo>
                  <a:lnTo>
                    <a:pt x="244905" y="315159"/>
                  </a:lnTo>
                  <a:lnTo>
                    <a:pt x="249548" y="312626"/>
                  </a:lnTo>
                  <a:lnTo>
                    <a:pt x="254108" y="309947"/>
                  </a:lnTo>
                  <a:lnTo>
                    <a:pt x="258582" y="307125"/>
                  </a:lnTo>
                  <a:lnTo>
                    <a:pt x="262964" y="304163"/>
                  </a:lnTo>
                  <a:lnTo>
                    <a:pt x="267250" y="301063"/>
                  </a:lnTo>
                  <a:lnTo>
                    <a:pt x="271436" y="297830"/>
                  </a:lnTo>
                  <a:lnTo>
                    <a:pt x="275518" y="294466"/>
                  </a:lnTo>
                  <a:lnTo>
                    <a:pt x="279491" y="290974"/>
                  </a:lnTo>
                  <a:lnTo>
                    <a:pt x="283351" y="287359"/>
                  </a:lnTo>
                  <a:lnTo>
                    <a:pt x="287096" y="283623"/>
                  </a:lnTo>
                  <a:lnTo>
                    <a:pt x="290720" y="279770"/>
                  </a:lnTo>
                  <a:lnTo>
                    <a:pt x="294220" y="275805"/>
                  </a:lnTo>
                  <a:lnTo>
                    <a:pt x="297594" y="271731"/>
                  </a:lnTo>
                  <a:lnTo>
                    <a:pt x="300836" y="267553"/>
                  </a:lnTo>
                  <a:lnTo>
                    <a:pt x="303945" y="263274"/>
                  </a:lnTo>
                  <a:lnTo>
                    <a:pt x="306917" y="258898"/>
                  </a:lnTo>
                  <a:lnTo>
                    <a:pt x="309750" y="254431"/>
                  </a:lnTo>
                  <a:lnTo>
                    <a:pt x="312439" y="249877"/>
                  </a:lnTo>
                  <a:lnTo>
                    <a:pt x="314983" y="245239"/>
                  </a:lnTo>
                  <a:lnTo>
                    <a:pt x="317379" y="240524"/>
                  </a:lnTo>
                  <a:lnTo>
                    <a:pt x="319624" y="235735"/>
                  </a:lnTo>
                  <a:lnTo>
                    <a:pt x="321717" y="230877"/>
                  </a:lnTo>
                  <a:lnTo>
                    <a:pt x="323656" y="225956"/>
                  </a:lnTo>
                  <a:lnTo>
                    <a:pt x="325437" y="220976"/>
                  </a:lnTo>
                  <a:lnTo>
                    <a:pt x="327060" y="215942"/>
                  </a:lnTo>
                  <a:lnTo>
                    <a:pt x="328523" y="210859"/>
                  </a:lnTo>
                  <a:lnTo>
                    <a:pt x="329825" y="205732"/>
                  </a:lnTo>
                  <a:lnTo>
                    <a:pt x="330963" y="200567"/>
                  </a:lnTo>
                  <a:lnTo>
                    <a:pt x="331938" y="195368"/>
                  </a:lnTo>
                  <a:lnTo>
                    <a:pt x="332748" y="190141"/>
                  </a:lnTo>
                  <a:lnTo>
                    <a:pt x="333392" y="184891"/>
                  </a:lnTo>
                  <a:lnTo>
                    <a:pt x="333869" y="179623"/>
                  </a:lnTo>
                  <a:lnTo>
                    <a:pt x="334180" y="174343"/>
                  </a:lnTo>
                  <a:lnTo>
                    <a:pt x="334323" y="169056"/>
                  </a:lnTo>
                  <a:lnTo>
                    <a:pt x="334299" y="163767"/>
                  </a:lnTo>
                  <a:lnTo>
                    <a:pt x="334108" y="158481"/>
                  </a:lnTo>
                  <a:lnTo>
                    <a:pt x="333750" y="153204"/>
                  </a:lnTo>
                  <a:lnTo>
                    <a:pt x="333225" y="147941"/>
                  </a:lnTo>
                  <a:lnTo>
                    <a:pt x="332533" y="142697"/>
                  </a:lnTo>
                  <a:lnTo>
                    <a:pt x="331676" y="137477"/>
                  </a:lnTo>
                  <a:lnTo>
                    <a:pt x="330655" y="132288"/>
                  </a:lnTo>
                  <a:lnTo>
                    <a:pt x="329469" y="127133"/>
                  </a:lnTo>
                  <a:lnTo>
                    <a:pt x="328122" y="122018"/>
                  </a:lnTo>
                  <a:lnTo>
                    <a:pt x="326613" y="116949"/>
                  </a:lnTo>
                  <a:lnTo>
                    <a:pt x="324944" y="111930"/>
                  </a:lnTo>
                  <a:lnTo>
                    <a:pt x="323118" y="106966"/>
                  </a:lnTo>
                  <a:lnTo>
                    <a:pt x="321135" y="102062"/>
                  </a:lnTo>
                  <a:lnTo>
                    <a:pt x="318998" y="97224"/>
                  </a:lnTo>
                  <a:lnTo>
                    <a:pt x="316709" y="92455"/>
                  </a:lnTo>
                  <a:lnTo>
                    <a:pt x="314271" y="87761"/>
                  </a:lnTo>
                  <a:lnTo>
                    <a:pt x="311685" y="83147"/>
                  </a:lnTo>
                  <a:lnTo>
                    <a:pt x="308955" y="78617"/>
                  </a:lnTo>
                  <a:lnTo>
                    <a:pt x="306082" y="74176"/>
                  </a:lnTo>
                  <a:lnTo>
                    <a:pt x="303071" y="69828"/>
                  </a:lnTo>
                  <a:lnTo>
                    <a:pt x="299923" y="65577"/>
                  </a:lnTo>
                  <a:lnTo>
                    <a:pt x="296643" y="61428"/>
                  </a:lnTo>
                  <a:lnTo>
                    <a:pt x="293233" y="57384"/>
                  </a:lnTo>
                  <a:lnTo>
                    <a:pt x="289697" y="53451"/>
                  </a:lnTo>
                  <a:lnTo>
                    <a:pt x="286038" y="49631"/>
                  </a:lnTo>
                  <a:lnTo>
                    <a:pt x="282260" y="45930"/>
                  </a:lnTo>
                  <a:lnTo>
                    <a:pt x="278367" y="42349"/>
                  </a:lnTo>
                  <a:lnTo>
                    <a:pt x="274362" y="38894"/>
                  </a:lnTo>
                  <a:lnTo>
                    <a:pt x="270250" y="35567"/>
                  </a:lnTo>
                  <a:lnTo>
                    <a:pt x="266035" y="32371"/>
                  </a:lnTo>
                  <a:lnTo>
                    <a:pt x="261721" y="29311"/>
                  </a:lnTo>
                  <a:lnTo>
                    <a:pt x="257313" y="26388"/>
                  </a:lnTo>
                  <a:lnTo>
                    <a:pt x="252814" y="23607"/>
                  </a:lnTo>
                  <a:lnTo>
                    <a:pt x="248229" y="20969"/>
                  </a:lnTo>
                  <a:lnTo>
                    <a:pt x="243563" y="18478"/>
                  </a:lnTo>
                  <a:lnTo>
                    <a:pt x="238821" y="16135"/>
                  </a:lnTo>
                  <a:lnTo>
                    <a:pt x="234007" y="13944"/>
                  </a:lnTo>
                  <a:lnTo>
                    <a:pt x="229126" y="11906"/>
                  </a:lnTo>
                  <a:lnTo>
                    <a:pt x="224183" y="10024"/>
                  </a:lnTo>
                  <a:lnTo>
                    <a:pt x="219183" y="8298"/>
                  </a:lnTo>
                  <a:lnTo>
                    <a:pt x="214131" y="6732"/>
                  </a:lnTo>
                  <a:lnTo>
                    <a:pt x="209032" y="5327"/>
                  </a:lnTo>
                  <a:lnTo>
                    <a:pt x="203891" y="4083"/>
                  </a:lnTo>
                  <a:lnTo>
                    <a:pt x="198713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2978" y="4213821"/>
              <a:ext cx="8308" cy="167167"/>
            </a:xfrm>
            <a:custGeom>
              <a:avLst/>
              <a:pathLst>
                <a:path w="8308" h="167167">
                  <a:moveTo>
                    <a:pt x="8308" y="0"/>
                  </a:moveTo>
                  <a:lnTo>
                    <a:pt x="0" y="206"/>
                  </a:lnTo>
                  <a:lnTo>
                    <a:pt x="83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2978" y="4214028"/>
              <a:ext cx="8308" cy="166960"/>
            </a:xfrm>
            <a:custGeom>
              <a:avLst/>
              <a:pathLst>
                <a:path w="8308" h="166960">
                  <a:moveTo>
                    <a:pt x="0" y="0"/>
                  </a:moveTo>
                  <a:lnTo>
                    <a:pt x="8308" y="1669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0" y="4213821"/>
              <a:ext cx="334319" cy="334329"/>
            </a:xfrm>
            <a:custGeom>
              <a:avLst/>
              <a:pathLst>
                <a:path w="334319" h="334329">
                  <a:moveTo>
                    <a:pt x="158857" y="206"/>
                  </a:moveTo>
                  <a:lnTo>
                    <a:pt x="153581" y="552"/>
                  </a:lnTo>
                  <a:lnTo>
                    <a:pt x="148319" y="1065"/>
                  </a:lnTo>
                  <a:lnTo>
                    <a:pt x="143076" y="1744"/>
                  </a:lnTo>
                  <a:lnTo>
                    <a:pt x="137856" y="2589"/>
                  </a:lnTo>
                  <a:lnTo>
                    <a:pt x="132666" y="3598"/>
                  </a:lnTo>
                  <a:lnTo>
                    <a:pt x="127511" y="4771"/>
                  </a:lnTo>
                  <a:lnTo>
                    <a:pt x="122395" y="6106"/>
                  </a:lnTo>
                  <a:lnTo>
                    <a:pt x="117324" y="7602"/>
                  </a:lnTo>
                  <a:lnTo>
                    <a:pt x="112302" y="9259"/>
                  </a:lnTo>
                  <a:lnTo>
                    <a:pt x="107336" y="11073"/>
                  </a:lnTo>
                  <a:lnTo>
                    <a:pt x="102430" y="13043"/>
                  </a:lnTo>
                  <a:lnTo>
                    <a:pt x="97588" y="15167"/>
                  </a:lnTo>
                  <a:lnTo>
                    <a:pt x="92816" y="17444"/>
                  </a:lnTo>
                  <a:lnTo>
                    <a:pt x="88118" y="19870"/>
                  </a:lnTo>
                  <a:lnTo>
                    <a:pt x="83499" y="22443"/>
                  </a:lnTo>
                  <a:lnTo>
                    <a:pt x="78964" y="25162"/>
                  </a:lnTo>
                  <a:lnTo>
                    <a:pt x="74518" y="28022"/>
                  </a:lnTo>
                  <a:lnTo>
                    <a:pt x="70164" y="31022"/>
                  </a:lnTo>
                  <a:lnTo>
                    <a:pt x="65906" y="34157"/>
                  </a:lnTo>
                  <a:lnTo>
                    <a:pt x="61751" y="37426"/>
                  </a:lnTo>
                  <a:lnTo>
                    <a:pt x="57701" y="40825"/>
                  </a:lnTo>
                  <a:lnTo>
                    <a:pt x="53760" y="44350"/>
                  </a:lnTo>
                  <a:lnTo>
                    <a:pt x="49932" y="47998"/>
                  </a:lnTo>
                  <a:lnTo>
                    <a:pt x="46222" y="51765"/>
                  </a:lnTo>
                  <a:lnTo>
                    <a:pt x="42633" y="55647"/>
                  </a:lnTo>
                  <a:lnTo>
                    <a:pt x="39169" y="59641"/>
                  </a:lnTo>
                  <a:lnTo>
                    <a:pt x="35832" y="63743"/>
                  </a:lnTo>
                  <a:lnTo>
                    <a:pt x="32627" y="67948"/>
                  </a:lnTo>
                  <a:lnTo>
                    <a:pt x="29557" y="72253"/>
                  </a:lnTo>
                  <a:lnTo>
                    <a:pt x="26624" y="76652"/>
                  </a:lnTo>
                  <a:lnTo>
                    <a:pt x="23832" y="81142"/>
                  </a:lnTo>
                  <a:lnTo>
                    <a:pt x="21183" y="85718"/>
                  </a:lnTo>
                  <a:lnTo>
                    <a:pt x="18680" y="90375"/>
                  </a:lnTo>
                  <a:lnTo>
                    <a:pt x="16326" y="95109"/>
                  </a:lnTo>
                  <a:lnTo>
                    <a:pt x="14123" y="99916"/>
                  </a:lnTo>
                  <a:lnTo>
                    <a:pt x="12073" y="104789"/>
                  </a:lnTo>
                  <a:lnTo>
                    <a:pt x="10178" y="109725"/>
                  </a:lnTo>
                  <a:lnTo>
                    <a:pt x="8439" y="114719"/>
                  </a:lnTo>
                  <a:lnTo>
                    <a:pt x="6860" y="119765"/>
                  </a:lnTo>
                  <a:lnTo>
                    <a:pt x="5441" y="124858"/>
                  </a:lnTo>
                  <a:lnTo>
                    <a:pt x="4184" y="129994"/>
                  </a:lnTo>
                  <a:lnTo>
                    <a:pt x="3090" y="135167"/>
                  </a:lnTo>
                  <a:lnTo>
                    <a:pt x="2160" y="140371"/>
                  </a:lnTo>
                  <a:lnTo>
                    <a:pt x="1395" y="145603"/>
                  </a:lnTo>
                  <a:lnTo>
                    <a:pt x="796" y="150856"/>
                  </a:lnTo>
                  <a:lnTo>
                    <a:pt x="364" y="156126"/>
                  </a:lnTo>
                  <a:lnTo>
                    <a:pt x="98" y="161406"/>
                  </a:lnTo>
                  <a:lnTo>
                    <a:pt x="0" y="166693"/>
                  </a:lnTo>
                  <a:lnTo>
                    <a:pt x="68" y="171980"/>
                  </a:lnTo>
                  <a:lnTo>
                    <a:pt x="304" y="177262"/>
                  </a:lnTo>
                  <a:lnTo>
                    <a:pt x="707" y="182534"/>
                  </a:lnTo>
                  <a:lnTo>
                    <a:pt x="1276" y="187790"/>
                  </a:lnTo>
                  <a:lnTo>
                    <a:pt x="2011" y="193026"/>
                  </a:lnTo>
                  <a:lnTo>
                    <a:pt x="2911" y="198236"/>
                  </a:lnTo>
                  <a:lnTo>
                    <a:pt x="3976" y="203415"/>
                  </a:lnTo>
                  <a:lnTo>
                    <a:pt x="5204" y="208558"/>
                  </a:lnTo>
                  <a:lnTo>
                    <a:pt x="6594" y="213659"/>
                  </a:lnTo>
                  <a:lnTo>
                    <a:pt x="8145" y="218714"/>
                  </a:lnTo>
                  <a:lnTo>
                    <a:pt x="9855" y="223717"/>
                  </a:lnTo>
                  <a:lnTo>
                    <a:pt x="11722" y="228664"/>
                  </a:lnTo>
                  <a:lnTo>
                    <a:pt x="13744" y="233549"/>
                  </a:lnTo>
                  <a:lnTo>
                    <a:pt x="15920" y="238368"/>
                  </a:lnTo>
                  <a:lnTo>
                    <a:pt x="18248" y="243115"/>
                  </a:lnTo>
                  <a:lnTo>
                    <a:pt x="20724" y="247787"/>
                  </a:lnTo>
                  <a:lnTo>
                    <a:pt x="23347" y="252377"/>
                  </a:lnTo>
                  <a:lnTo>
                    <a:pt x="26113" y="256883"/>
                  </a:lnTo>
                  <a:lnTo>
                    <a:pt x="29021" y="261299"/>
                  </a:lnTo>
                  <a:lnTo>
                    <a:pt x="32067" y="265621"/>
                  </a:lnTo>
                  <a:lnTo>
                    <a:pt x="35248" y="269844"/>
                  </a:lnTo>
                  <a:lnTo>
                    <a:pt x="38562" y="273964"/>
                  </a:lnTo>
                  <a:lnTo>
                    <a:pt x="42003" y="277978"/>
                  </a:lnTo>
                  <a:lnTo>
                    <a:pt x="45570" y="281881"/>
                  </a:lnTo>
                  <a:lnTo>
                    <a:pt x="49259" y="285669"/>
                  </a:lnTo>
                  <a:lnTo>
                    <a:pt x="53066" y="289338"/>
                  </a:lnTo>
                  <a:lnTo>
                    <a:pt x="56986" y="292886"/>
                  </a:lnTo>
                  <a:lnTo>
                    <a:pt x="61017" y="296307"/>
                  </a:lnTo>
                  <a:lnTo>
                    <a:pt x="65154" y="299600"/>
                  </a:lnTo>
                  <a:lnTo>
                    <a:pt x="69394" y="302759"/>
                  </a:lnTo>
                  <a:lnTo>
                    <a:pt x="73730" y="305784"/>
                  </a:lnTo>
                  <a:lnTo>
                    <a:pt x="78161" y="308669"/>
                  </a:lnTo>
                  <a:lnTo>
                    <a:pt x="82680" y="311413"/>
                  </a:lnTo>
                  <a:lnTo>
                    <a:pt x="87284" y="314013"/>
                  </a:lnTo>
                  <a:lnTo>
                    <a:pt x="91968" y="316466"/>
                  </a:lnTo>
                  <a:lnTo>
                    <a:pt x="96728" y="318769"/>
                  </a:lnTo>
                  <a:lnTo>
                    <a:pt x="101557" y="320921"/>
                  </a:lnTo>
                  <a:lnTo>
                    <a:pt x="106452" y="322919"/>
                  </a:lnTo>
                  <a:lnTo>
                    <a:pt x="111408" y="324761"/>
                  </a:lnTo>
                  <a:lnTo>
                    <a:pt x="116420" y="326445"/>
                  </a:lnTo>
                  <a:lnTo>
                    <a:pt x="121483" y="327971"/>
                  </a:lnTo>
                  <a:lnTo>
                    <a:pt x="126591" y="329335"/>
                  </a:lnTo>
                  <a:lnTo>
                    <a:pt x="131740" y="330537"/>
                  </a:lnTo>
                  <a:lnTo>
                    <a:pt x="136924" y="331576"/>
                  </a:lnTo>
                  <a:lnTo>
                    <a:pt x="142139" y="332450"/>
                  </a:lnTo>
                  <a:lnTo>
                    <a:pt x="147378" y="333159"/>
                  </a:lnTo>
                  <a:lnTo>
                    <a:pt x="152637" y="333701"/>
                  </a:lnTo>
                  <a:lnTo>
                    <a:pt x="157911" y="334078"/>
                  </a:lnTo>
                  <a:lnTo>
                    <a:pt x="163194" y="334287"/>
                  </a:lnTo>
                  <a:lnTo>
                    <a:pt x="168482" y="334329"/>
                  </a:lnTo>
                  <a:lnTo>
                    <a:pt x="173767" y="334204"/>
                  </a:lnTo>
                  <a:lnTo>
                    <a:pt x="179047" y="333911"/>
                  </a:lnTo>
                  <a:lnTo>
                    <a:pt x="184314" y="333452"/>
                  </a:lnTo>
                  <a:lnTo>
                    <a:pt x="189564" y="332827"/>
                  </a:lnTo>
                  <a:lnTo>
                    <a:pt x="194792" y="332035"/>
                  </a:lnTo>
                  <a:lnTo>
                    <a:pt x="199992" y="331079"/>
                  </a:lnTo>
                  <a:lnTo>
                    <a:pt x="205159" y="329959"/>
                  </a:lnTo>
                  <a:lnTo>
                    <a:pt x="210288" y="328676"/>
                  </a:lnTo>
                  <a:lnTo>
                    <a:pt x="215375" y="327232"/>
                  </a:lnTo>
                  <a:lnTo>
                    <a:pt x="220412" y="325627"/>
                  </a:lnTo>
                  <a:lnTo>
                    <a:pt x="225397" y="323864"/>
                  </a:lnTo>
                  <a:lnTo>
                    <a:pt x="230323" y="321944"/>
                  </a:lnTo>
                  <a:lnTo>
                    <a:pt x="235187" y="319869"/>
                  </a:lnTo>
                  <a:lnTo>
                    <a:pt x="239982" y="317642"/>
                  </a:lnTo>
                  <a:lnTo>
                    <a:pt x="244704" y="315264"/>
                  </a:lnTo>
                  <a:lnTo>
                    <a:pt x="249349" y="312738"/>
                  </a:lnTo>
                  <a:lnTo>
                    <a:pt x="253911" y="310066"/>
                  </a:lnTo>
                  <a:lnTo>
                    <a:pt x="258387" y="307251"/>
                  </a:lnTo>
                  <a:lnTo>
                    <a:pt x="262772" y="304296"/>
                  </a:lnTo>
                  <a:lnTo>
                    <a:pt x="267061" y="301204"/>
                  </a:lnTo>
                  <a:lnTo>
                    <a:pt x="271249" y="297978"/>
                  </a:lnTo>
                  <a:lnTo>
                    <a:pt x="275334" y="294621"/>
                  </a:lnTo>
                  <a:lnTo>
                    <a:pt x="279311" y="291136"/>
                  </a:lnTo>
                  <a:lnTo>
                    <a:pt x="283175" y="287528"/>
                  </a:lnTo>
                  <a:lnTo>
                    <a:pt x="286924" y="283799"/>
                  </a:lnTo>
                  <a:lnTo>
                    <a:pt x="290552" y="279953"/>
                  </a:lnTo>
                  <a:lnTo>
                    <a:pt x="294057" y="275995"/>
                  </a:lnTo>
                  <a:lnTo>
                    <a:pt x="297436" y="271927"/>
                  </a:lnTo>
                  <a:lnTo>
                    <a:pt x="300683" y="267755"/>
                  </a:lnTo>
                  <a:lnTo>
                    <a:pt x="303798" y="263483"/>
                  </a:lnTo>
                  <a:lnTo>
                    <a:pt x="306775" y="259113"/>
                  </a:lnTo>
                  <a:lnTo>
                    <a:pt x="309613" y="254652"/>
                  </a:lnTo>
                  <a:lnTo>
                    <a:pt x="312309" y="250104"/>
                  </a:lnTo>
                  <a:lnTo>
                    <a:pt x="314859" y="245472"/>
                  </a:lnTo>
                  <a:lnTo>
                    <a:pt x="317262" y="240762"/>
                  </a:lnTo>
                  <a:lnTo>
                    <a:pt x="319514" y="235979"/>
                  </a:lnTo>
                  <a:lnTo>
                    <a:pt x="321614" y="231126"/>
                  </a:lnTo>
                  <a:lnTo>
                    <a:pt x="323559" y="226210"/>
                  </a:lnTo>
                  <a:lnTo>
                    <a:pt x="325348" y="221235"/>
                  </a:lnTo>
                  <a:lnTo>
                    <a:pt x="326979" y="216205"/>
                  </a:lnTo>
                  <a:lnTo>
                    <a:pt x="328450" y="211127"/>
                  </a:lnTo>
                  <a:lnTo>
                    <a:pt x="329760" y="206004"/>
                  </a:lnTo>
                  <a:lnTo>
                    <a:pt x="330907" y="200843"/>
                  </a:lnTo>
                  <a:lnTo>
                    <a:pt x="331890" y="195648"/>
                  </a:lnTo>
                  <a:lnTo>
                    <a:pt x="332708" y="190424"/>
                  </a:lnTo>
                  <a:lnTo>
                    <a:pt x="333361" y="185177"/>
                  </a:lnTo>
                  <a:lnTo>
                    <a:pt x="333847" y="179912"/>
                  </a:lnTo>
                  <a:lnTo>
                    <a:pt x="334167" y="174635"/>
                  </a:lnTo>
                  <a:lnTo>
                    <a:pt x="334319" y="169350"/>
                  </a:lnTo>
                  <a:lnTo>
                    <a:pt x="334305" y="164062"/>
                  </a:lnTo>
                  <a:lnTo>
                    <a:pt x="334123" y="158778"/>
                  </a:lnTo>
                  <a:lnTo>
                    <a:pt x="333774" y="153502"/>
                  </a:lnTo>
                  <a:lnTo>
                    <a:pt x="333259" y="148240"/>
                  </a:lnTo>
                  <a:lnTo>
                    <a:pt x="332577" y="142997"/>
                  </a:lnTo>
                  <a:lnTo>
                    <a:pt x="331730" y="137778"/>
                  </a:lnTo>
                  <a:lnTo>
                    <a:pt x="330718" y="132589"/>
                  </a:lnTo>
                  <a:lnTo>
                    <a:pt x="329543" y="127434"/>
                  </a:lnTo>
                  <a:lnTo>
                    <a:pt x="328205" y="122318"/>
                  </a:lnTo>
                  <a:lnTo>
                    <a:pt x="326707" y="117248"/>
                  </a:lnTo>
                  <a:lnTo>
                    <a:pt x="325048" y="112228"/>
                  </a:lnTo>
                  <a:lnTo>
                    <a:pt x="323232" y="107262"/>
                  </a:lnTo>
                  <a:lnTo>
                    <a:pt x="321259" y="102357"/>
                  </a:lnTo>
                  <a:lnTo>
                    <a:pt x="319133" y="97516"/>
                  </a:lnTo>
                  <a:lnTo>
                    <a:pt x="316854" y="92745"/>
                  </a:lnTo>
                  <a:lnTo>
                    <a:pt x="314425" y="88048"/>
                  </a:lnTo>
                  <a:lnTo>
                    <a:pt x="311850" y="83431"/>
                  </a:lnTo>
                  <a:lnTo>
                    <a:pt x="309129" y="78897"/>
                  </a:lnTo>
                  <a:lnTo>
                    <a:pt x="306267" y="74452"/>
                  </a:lnTo>
                  <a:lnTo>
                    <a:pt x="303265" y="70099"/>
                  </a:lnTo>
                  <a:lnTo>
                    <a:pt x="300127" y="65844"/>
                  </a:lnTo>
                  <a:lnTo>
                    <a:pt x="296856" y="61689"/>
                  </a:lnTo>
                  <a:lnTo>
                    <a:pt x="293456" y="57641"/>
                  </a:lnTo>
                  <a:lnTo>
                    <a:pt x="289929" y="53702"/>
                  </a:lnTo>
                  <a:lnTo>
                    <a:pt x="286279" y="49876"/>
                  </a:lnTo>
                  <a:lnTo>
                    <a:pt x="282510" y="46168"/>
                  </a:lnTo>
                  <a:lnTo>
                    <a:pt x="278626" y="42581"/>
                  </a:lnTo>
                  <a:lnTo>
                    <a:pt x="274630" y="39118"/>
                  </a:lnTo>
                  <a:lnTo>
                    <a:pt x="270527" y="35784"/>
                  </a:lnTo>
                  <a:lnTo>
                    <a:pt x="266321" y="32581"/>
                  </a:lnTo>
                  <a:lnTo>
                    <a:pt x="262015" y="29512"/>
                  </a:lnTo>
                  <a:lnTo>
                    <a:pt x="257614" y="26581"/>
                  </a:lnTo>
                  <a:lnTo>
                    <a:pt x="253123" y="23791"/>
                  </a:lnTo>
                  <a:lnTo>
                    <a:pt x="248546" y="21145"/>
                  </a:lnTo>
                  <a:lnTo>
                    <a:pt x="243887" y="18644"/>
                  </a:lnTo>
                  <a:lnTo>
                    <a:pt x="239152" y="16292"/>
                  </a:lnTo>
                  <a:lnTo>
                    <a:pt x="234344" y="14091"/>
                  </a:lnTo>
                  <a:lnTo>
                    <a:pt x="229470" y="12043"/>
                  </a:lnTo>
                  <a:lnTo>
                    <a:pt x="224533" y="10150"/>
                  </a:lnTo>
                  <a:lnTo>
                    <a:pt x="219539" y="8415"/>
                  </a:lnTo>
                  <a:lnTo>
                    <a:pt x="214492" y="6838"/>
                  </a:lnTo>
                  <a:lnTo>
                    <a:pt x="209398" y="5421"/>
                  </a:lnTo>
                  <a:lnTo>
                    <a:pt x="204262" y="4167"/>
                  </a:lnTo>
                  <a:lnTo>
                    <a:pt x="199088" y="3075"/>
                  </a:lnTo>
                  <a:lnTo>
                    <a:pt x="193883" y="2148"/>
                  </a:lnTo>
                  <a:lnTo>
                    <a:pt x="188651" y="1385"/>
                  </a:lnTo>
                  <a:lnTo>
                    <a:pt x="183397" y="789"/>
                  </a:lnTo>
                  <a:lnTo>
                    <a:pt x="178128" y="359"/>
                  </a:lnTo>
                  <a:lnTo>
                    <a:pt x="172847" y="96"/>
                  </a:lnTo>
                  <a:lnTo>
                    <a:pt x="167561" y="0"/>
                  </a:lnTo>
                  <a:lnTo>
                    <a:pt x="167166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394" cy="167167"/>
            </a:xfrm>
            <a:custGeom>
              <a:avLst/>
              <a:pathLst>
                <a:path w="394" h="167167">
                  <a:moveTo>
                    <a:pt x="394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85" y="4659281"/>
              <a:ext cx="1839" cy="167167"/>
            </a:xfrm>
            <a:custGeom>
              <a:avLst/>
              <a:pathLst>
                <a:path w="1839" h="167167">
                  <a:moveTo>
                    <a:pt x="1839" y="0"/>
                  </a:moveTo>
                  <a:lnTo>
                    <a:pt x="0" y="10"/>
                  </a:lnTo>
                  <a:lnTo>
                    <a:pt x="183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41152" y="4659291"/>
              <a:ext cx="145372" cy="167157"/>
            </a:xfrm>
            <a:custGeom>
              <a:avLst/>
              <a:pathLst>
                <a:path w="145372" h="167157">
                  <a:moveTo>
                    <a:pt x="143532" y="0"/>
                  </a:moveTo>
                  <a:lnTo>
                    <a:pt x="138084" y="148"/>
                  </a:lnTo>
                  <a:lnTo>
                    <a:pt x="132643" y="475"/>
                  </a:lnTo>
                  <a:lnTo>
                    <a:pt x="127215" y="978"/>
                  </a:lnTo>
                  <a:lnTo>
                    <a:pt x="121807" y="1659"/>
                  </a:lnTo>
                  <a:lnTo>
                    <a:pt x="116424" y="2515"/>
                  </a:lnTo>
                  <a:lnTo>
                    <a:pt x="111072" y="3546"/>
                  </a:lnTo>
                  <a:lnTo>
                    <a:pt x="105757" y="4751"/>
                  </a:lnTo>
                  <a:lnTo>
                    <a:pt x="100483" y="6129"/>
                  </a:lnTo>
                  <a:lnTo>
                    <a:pt x="95257" y="7678"/>
                  </a:lnTo>
                  <a:lnTo>
                    <a:pt x="90085" y="9397"/>
                  </a:lnTo>
                  <a:lnTo>
                    <a:pt x="84971" y="11283"/>
                  </a:lnTo>
                  <a:lnTo>
                    <a:pt x="79921" y="13335"/>
                  </a:lnTo>
                  <a:lnTo>
                    <a:pt x="74941" y="15551"/>
                  </a:lnTo>
                  <a:lnTo>
                    <a:pt x="70036" y="17927"/>
                  </a:lnTo>
                  <a:lnTo>
                    <a:pt x="65211" y="20463"/>
                  </a:lnTo>
                  <a:lnTo>
                    <a:pt x="60471" y="23154"/>
                  </a:lnTo>
                  <a:lnTo>
                    <a:pt x="55822" y="25999"/>
                  </a:lnTo>
                  <a:lnTo>
                    <a:pt x="51267" y="28993"/>
                  </a:lnTo>
                  <a:lnTo>
                    <a:pt x="46813" y="32134"/>
                  </a:lnTo>
                  <a:lnTo>
                    <a:pt x="42463" y="35419"/>
                  </a:lnTo>
                  <a:lnTo>
                    <a:pt x="38223" y="38844"/>
                  </a:lnTo>
                  <a:lnTo>
                    <a:pt x="34097" y="42406"/>
                  </a:lnTo>
                  <a:lnTo>
                    <a:pt x="30089" y="46100"/>
                  </a:lnTo>
                  <a:lnTo>
                    <a:pt x="26204" y="49923"/>
                  </a:lnTo>
                  <a:lnTo>
                    <a:pt x="22445" y="53870"/>
                  </a:lnTo>
                  <a:lnTo>
                    <a:pt x="18817" y="57938"/>
                  </a:lnTo>
                  <a:lnTo>
                    <a:pt x="15324" y="62122"/>
                  </a:lnTo>
                  <a:lnTo>
                    <a:pt x="11969" y="66417"/>
                  </a:lnTo>
                  <a:lnTo>
                    <a:pt x="8755" y="70820"/>
                  </a:lnTo>
                  <a:lnTo>
                    <a:pt x="5687" y="75325"/>
                  </a:lnTo>
                  <a:lnTo>
                    <a:pt x="2767" y="79928"/>
                  </a:lnTo>
                  <a:lnTo>
                    <a:pt x="0" y="84623"/>
                  </a:lnTo>
                  <a:lnTo>
                    <a:pt x="145372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64" y="4659281"/>
              <a:ext cx="334311" cy="334333"/>
            </a:xfrm>
            <a:custGeom>
              <a:avLst/>
              <a:pathLst>
                <a:path w="334311" h="334333">
                  <a:moveTo>
                    <a:pt x="21787" y="84633"/>
                  </a:moveTo>
                  <a:lnTo>
                    <a:pt x="19245" y="89281"/>
                  </a:lnTo>
                  <a:lnTo>
                    <a:pt x="16852" y="94007"/>
                  </a:lnTo>
                  <a:lnTo>
                    <a:pt x="14609" y="98806"/>
                  </a:lnTo>
                  <a:lnTo>
                    <a:pt x="12520" y="103673"/>
                  </a:lnTo>
                  <a:lnTo>
                    <a:pt x="10586" y="108605"/>
                  </a:lnTo>
                  <a:lnTo>
                    <a:pt x="8809" y="113595"/>
                  </a:lnTo>
                  <a:lnTo>
                    <a:pt x="7191" y="118639"/>
                  </a:lnTo>
                  <a:lnTo>
                    <a:pt x="5734" y="123732"/>
                  </a:lnTo>
                  <a:lnTo>
                    <a:pt x="4438" y="128869"/>
                  </a:lnTo>
                  <a:lnTo>
                    <a:pt x="3307" y="134043"/>
                  </a:lnTo>
                  <a:lnTo>
                    <a:pt x="2340" y="139252"/>
                  </a:lnTo>
                  <a:lnTo>
                    <a:pt x="1538" y="144488"/>
                  </a:lnTo>
                  <a:lnTo>
                    <a:pt x="902" y="149747"/>
                  </a:lnTo>
                  <a:lnTo>
                    <a:pt x="434" y="155023"/>
                  </a:lnTo>
                  <a:lnTo>
                    <a:pt x="133" y="160312"/>
                  </a:lnTo>
                  <a:lnTo>
                    <a:pt x="0" y="165607"/>
                  </a:lnTo>
                  <a:lnTo>
                    <a:pt x="34" y="170904"/>
                  </a:lnTo>
                  <a:lnTo>
                    <a:pt x="236" y="176198"/>
                  </a:lnTo>
                  <a:lnTo>
                    <a:pt x="606" y="181482"/>
                  </a:lnTo>
                  <a:lnTo>
                    <a:pt x="1143" y="186752"/>
                  </a:lnTo>
                  <a:lnTo>
                    <a:pt x="1847" y="192002"/>
                  </a:lnTo>
                  <a:lnTo>
                    <a:pt x="2717" y="197228"/>
                  </a:lnTo>
                  <a:lnTo>
                    <a:pt x="3752" y="202423"/>
                  </a:lnTo>
                  <a:lnTo>
                    <a:pt x="4951" y="207582"/>
                  </a:lnTo>
                  <a:lnTo>
                    <a:pt x="6313" y="212702"/>
                  </a:lnTo>
                  <a:lnTo>
                    <a:pt x="7837" y="217775"/>
                  </a:lnTo>
                  <a:lnTo>
                    <a:pt x="9520" y="222798"/>
                  </a:lnTo>
                  <a:lnTo>
                    <a:pt x="11362" y="227764"/>
                  </a:lnTo>
                  <a:lnTo>
                    <a:pt x="13360" y="232670"/>
                  </a:lnTo>
                  <a:lnTo>
                    <a:pt x="15513" y="237510"/>
                  </a:lnTo>
                  <a:lnTo>
                    <a:pt x="17818" y="242280"/>
                  </a:lnTo>
                  <a:lnTo>
                    <a:pt x="20273" y="246974"/>
                  </a:lnTo>
                  <a:lnTo>
                    <a:pt x="22875" y="251588"/>
                  </a:lnTo>
                  <a:lnTo>
                    <a:pt x="25622" y="256117"/>
                  </a:lnTo>
                  <a:lnTo>
                    <a:pt x="28511" y="260557"/>
                  </a:lnTo>
                  <a:lnTo>
                    <a:pt x="31540" y="264903"/>
                  </a:lnTo>
                  <a:lnTo>
                    <a:pt x="34705" y="269151"/>
                  </a:lnTo>
                  <a:lnTo>
                    <a:pt x="38003" y="273296"/>
                  </a:lnTo>
                  <a:lnTo>
                    <a:pt x="41430" y="277335"/>
                  </a:lnTo>
                  <a:lnTo>
                    <a:pt x="44984" y="281263"/>
                  </a:lnTo>
                  <a:lnTo>
                    <a:pt x="48660" y="285077"/>
                  </a:lnTo>
                  <a:lnTo>
                    <a:pt x="52455" y="288772"/>
                  </a:lnTo>
                  <a:lnTo>
                    <a:pt x="56366" y="292346"/>
                  </a:lnTo>
                  <a:lnTo>
                    <a:pt x="60388" y="295793"/>
                  </a:lnTo>
                  <a:lnTo>
                    <a:pt x="64517" y="299112"/>
                  </a:lnTo>
                  <a:lnTo>
                    <a:pt x="68749" y="302298"/>
                  </a:lnTo>
                  <a:lnTo>
                    <a:pt x="73080" y="305348"/>
                  </a:lnTo>
                  <a:lnTo>
                    <a:pt x="77505" y="308259"/>
                  </a:lnTo>
                  <a:lnTo>
                    <a:pt x="82021" y="311029"/>
                  </a:lnTo>
                  <a:lnTo>
                    <a:pt x="86621" y="313654"/>
                  </a:lnTo>
                  <a:lnTo>
                    <a:pt x="91303" y="316133"/>
                  </a:lnTo>
                  <a:lnTo>
                    <a:pt x="96061" y="318461"/>
                  </a:lnTo>
                  <a:lnTo>
                    <a:pt x="100890" y="320638"/>
                  </a:lnTo>
                  <a:lnTo>
                    <a:pt x="105786" y="322661"/>
                  </a:lnTo>
                  <a:lnTo>
                    <a:pt x="110744" y="324527"/>
                  </a:lnTo>
                  <a:lnTo>
                    <a:pt x="115758" y="326236"/>
                  </a:lnTo>
                  <a:lnTo>
                    <a:pt x="120824" y="327784"/>
                  </a:lnTo>
                  <a:lnTo>
                    <a:pt x="125936" y="329172"/>
                  </a:lnTo>
                  <a:lnTo>
                    <a:pt x="131090" y="330397"/>
                  </a:lnTo>
                  <a:lnTo>
                    <a:pt x="136280" y="331457"/>
                  </a:lnTo>
                  <a:lnTo>
                    <a:pt x="141500" y="332353"/>
                  </a:lnTo>
                  <a:lnTo>
                    <a:pt x="146747" y="333083"/>
                  </a:lnTo>
                  <a:lnTo>
                    <a:pt x="152014" y="333647"/>
                  </a:lnTo>
                  <a:lnTo>
                    <a:pt x="157297" y="334043"/>
                  </a:lnTo>
                  <a:lnTo>
                    <a:pt x="162589" y="334272"/>
                  </a:lnTo>
                  <a:lnTo>
                    <a:pt x="167886" y="334333"/>
                  </a:lnTo>
                  <a:lnTo>
                    <a:pt x="173182" y="334226"/>
                  </a:lnTo>
                  <a:lnTo>
                    <a:pt x="178472" y="333951"/>
                  </a:lnTo>
                  <a:lnTo>
                    <a:pt x="183751" y="333509"/>
                  </a:lnTo>
                  <a:lnTo>
                    <a:pt x="189013" y="332900"/>
                  </a:lnTo>
                  <a:lnTo>
                    <a:pt x="194253" y="332124"/>
                  </a:lnTo>
                  <a:lnTo>
                    <a:pt x="199466" y="331183"/>
                  </a:lnTo>
                  <a:lnTo>
                    <a:pt x="204646" y="330077"/>
                  </a:lnTo>
                  <a:lnTo>
                    <a:pt x="209789" y="328808"/>
                  </a:lnTo>
                  <a:lnTo>
                    <a:pt x="214889" y="327376"/>
                  </a:lnTo>
                  <a:lnTo>
                    <a:pt x="219941" y="325783"/>
                  </a:lnTo>
                  <a:lnTo>
                    <a:pt x="224940" y="324031"/>
                  </a:lnTo>
                  <a:lnTo>
                    <a:pt x="229881" y="322122"/>
                  </a:lnTo>
                  <a:lnTo>
                    <a:pt x="234760" y="320056"/>
                  </a:lnTo>
                  <a:lnTo>
                    <a:pt x="239570" y="317838"/>
                  </a:lnTo>
                  <a:lnTo>
                    <a:pt x="244307" y="315468"/>
                  </a:lnTo>
                  <a:lnTo>
                    <a:pt x="248967" y="312949"/>
                  </a:lnTo>
                  <a:lnTo>
                    <a:pt x="253545" y="310284"/>
                  </a:lnTo>
                  <a:lnTo>
                    <a:pt x="258036" y="307475"/>
                  </a:lnTo>
                  <a:lnTo>
                    <a:pt x="262436" y="304525"/>
                  </a:lnTo>
                  <a:lnTo>
                    <a:pt x="266741" y="301438"/>
                  </a:lnTo>
                  <a:lnTo>
                    <a:pt x="270945" y="298215"/>
                  </a:lnTo>
                  <a:lnTo>
                    <a:pt x="275045" y="294861"/>
                  </a:lnTo>
                  <a:lnTo>
                    <a:pt x="279037" y="291379"/>
                  </a:lnTo>
                  <a:lnTo>
                    <a:pt x="282916" y="287771"/>
                  </a:lnTo>
                  <a:lnTo>
                    <a:pt x="286679" y="284043"/>
                  </a:lnTo>
                  <a:lnTo>
                    <a:pt x="290322" y="280198"/>
                  </a:lnTo>
                  <a:lnTo>
                    <a:pt x="293842" y="276239"/>
                  </a:lnTo>
                  <a:lnTo>
                    <a:pt x="297234" y="272170"/>
                  </a:lnTo>
                  <a:lnTo>
                    <a:pt x="300495" y="267996"/>
                  </a:lnTo>
                  <a:lnTo>
                    <a:pt x="303623" y="263721"/>
                  </a:lnTo>
                  <a:lnTo>
                    <a:pt x="306614" y="259349"/>
                  </a:lnTo>
                  <a:lnTo>
                    <a:pt x="309465" y="254884"/>
                  </a:lnTo>
                  <a:lnTo>
                    <a:pt x="312172" y="250331"/>
                  </a:lnTo>
                  <a:lnTo>
                    <a:pt x="314735" y="245695"/>
                  </a:lnTo>
                  <a:lnTo>
                    <a:pt x="317149" y="240980"/>
                  </a:lnTo>
                  <a:lnTo>
                    <a:pt x="319412" y="236190"/>
                  </a:lnTo>
                  <a:lnTo>
                    <a:pt x="321522" y="231332"/>
                  </a:lnTo>
                  <a:lnTo>
                    <a:pt x="323478" y="226409"/>
                  </a:lnTo>
                  <a:lnTo>
                    <a:pt x="325276" y="221426"/>
                  </a:lnTo>
                  <a:lnTo>
                    <a:pt x="326916" y="216389"/>
                  </a:lnTo>
                  <a:lnTo>
                    <a:pt x="328396" y="211303"/>
                  </a:lnTo>
                  <a:lnTo>
                    <a:pt x="329713" y="206172"/>
                  </a:lnTo>
                  <a:lnTo>
                    <a:pt x="330867" y="201002"/>
                  </a:lnTo>
                  <a:lnTo>
                    <a:pt x="331857" y="195798"/>
                  </a:lnTo>
                  <a:lnTo>
                    <a:pt x="332681" y="190565"/>
                  </a:lnTo>
                  <a:lnTo>
                    <a:pt x="333340" y="185309"/>
                  </a:lnTo>
                  <a:lnTo>
                    <a:pt x="333831" y="180035"/>
                  </a:lnTo>
                  <a:lnTo>
                    <a:pt x="334155" y="174747"/>
                  </a:lnTo>
                  <a:lnTo>
                    <a:pt x="334311" y="169453"/>
                  </a:lnTo>
                  <a:lnTo>
                    <a:pt x="334300" y="164155"/>
                  </a:lnTo>
                  <a:lnTo>
                    <a:pt x="334121" y="158861"/>
                  </a:lnTo>
                  <a:lnTo>
                    <a:pt x="333774" y="153575"/>
                  </a:lnTo>
                  <a:lnTo>
                    <a:pt x="333259" y="148303"/>
                  </a:lnTo>
                  <a:lnTo>
                    <a:pt x="332578" y="143050"/>
                  </a:lnTo>
                  <a:lnTo>
                    <a:pt x="331731" y="137821"/>
                  </a:lnTo>
                  <a:lnTo>
                    <a:pt x="330719" y="132621"/>
                  </a:lnTo>
                  <a:lnTo>
                    <a:pt x="329542" y="127456"/>
                  </a:lnTo>
                  <a:lnTo>
                    <a:pt x="328202" y="122331"/>
                  </a:lnTo>
                  <a:lnTo>
                    <a:pt x="326701" y="117251"/>
                  </a:lnTo>
                  <a:lnTo>
                    <a:pt x="325039" y="112222"/>
                  </a:lnTo>
                  <a:lnTo>
                    <a:pt x="323219" y="107247"/>
                  </a:lnTo>
                  <a:lnTo>
                    <a:pt x="321242" y="102332"/>
                  </a:lnTo>
                  <a:lnTo>
                    <a:pt x="319111" y="97483"/>
                  </a:lnTo>
                  <a:lnTo>
                    <a:pt x="316826" y="92704"/>
                  </a:lnTo>
                  <a:lnTo>
                    <a:pt x="314392" y="87999"/>
                  </a:lnTo>
                  <a:lnTo>
                    <a:pt x="311810" y="83374"/>
                  </a:lnTo>
                  <a:lnTo>
                    <a:pt x="309082" y="78833"/>
                  </a:lnTo>
                  <a:lnTo>
                    <a:pt x="306212" y="74380"/>
                  </a:lnTo>
                  <a:lnTo>
                    <a:pt x="303202" y="70021"/>
                  </a:lnTo>
                  <a:lnTo>
                    <a:pt x="300056" y="65760"/>
                  </a:lnTo>
                  <a:lnTo>
                    <a:pt x="296776" y="61600"/>
                  </a:lnTo>
                  <a:lnTo>
                    <a:pt x="293367" y="57546"/>
                  </a:lnTo>
                  <a:lnTo>
                    <a:pt x="289830" y="53602"/>
                  </a:lnTo>
                  <a:lnTo>
                    <a:pt x="286170" y="49773"/>
                  </a:lnTo>
                  <a:lnTo>
                    <a:pt x="282391" y="46061"/>
                  </a:lnTo>
                  <a:lnTo>
                    <a:pt x="278496" y="42471"/>
                  </a:lnTo>
                  <a:lnTo>
                    <a:pt x="274489" y="39006"/>
                  </a:lnTo>
                  <a:lnTo>
                    <a:pt x="270375" y="35669"/>
                  </a:lnTo>
                  <a:lnTo>
                    <a:pt x="266156" y="32465"/>
                  </a:lnTo>
                  <a:lnTo>
                    <a:pt x="261839" y="29396"/>
                  </a:lnTo>
                  <a:lnTo>
                    <a:pt x="257426" y="26465"/>
                  </a:lnTo>
                  <a:lnTo>
                    <a:pt x="252923" y="23676"/>
                  </a:lnTo>
                  <a:lnTo>
                    <a:pt x="248333" y="21031"/>
                  </a:lnTo>
                  <a:lnTo>
                    <a:pt x="243662" y="18532"/>
                  </a:lnTo>
                  <a:lnTo>
                    <a:pt x="238915" y="16183"/>
                  </a:lnTo>
                  <a:lnTo>
                    <a:pt x="234095" y="13985"/>
                  </a:lnTo>
                  <a:lnTo>
                    <a:pt x="229208" y="11941"/>
                  </a:lnTo>
                  <a:lnTo>
                    <a:pt x="224258" y="10053"/>
                  </a:lnTo>
                  <a:lnTo>
                    <a:pt x="219252" y="8323"/>
                  </a:lnTo>
                  <a:lnTo>
                    <a:pt x="214193" y="6752"/>
                  </a:lnTo>
                  <a:lnTo>
                    <a:pt x="209087" y="5343"/>
                  </a:lnTo>
                  <a:lnTo>
                    <a:pt x="203938" y="4096"/>
                  </a:lnTo>
                  <a:lnTo>
                    <a:pt x="198753" y="3012"/>
                  </a:lnTo>
                  <a:lnTo>
                    <a:pt x="193536" y="2094"/>
                  </a:lnTo>
                  <a:lnTo>
                    <a:pt x="188293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164" y="0"/>
                  </a:moveTo>
                  <a:lnTo>
                    <a:pt x="0" y="0"/>
                  </a:ln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67" y="5018213"/>
              <a:ext cx="334319" cy="334330"/>
            </a:xfrm>
            <a:custGeom>
              <a:avLst/>
              <a:pathLst>
                <a:path w="334319" h="334330">
                  <a:moveTo>
                    <a:pt x="166989" y="0"/>
                  </a:moveTo>
                  <a:lnTo>
                    <a:pt x="161699" y="88"/>
                  </a:lnTo>
                  <a:lnTo>
                    <a:pt x="156414" y="345"/>
                  </a:lnTo>
                  <a:lnTo>
                    <a:pt x="151140" y="768"/>
                  </a:lnTo>
                  <a:lnTo>
                    <a:pt x="145882" y="1358"/>
                  </a:lnTo>
                  <a:lnTo>
                    <a:pt x="140646" y="2114"/>
                  </a:lnTo>
                  <a:lnTo>
                    <a:pt x="135436" y="3036"/>
                  </a:lnTo>
                  <a:lnTo>
                    <a:pt x="130257" y="4122"/>
                  </a:lnTo>
                  <a:lnTo>
                    <a:pt x="125116" y="5371"/>
                  </a:lnTo>
                  <a:lnTo>
                    <a:pt x="120017" y="6783"/>
                  </a:lnTo>
                  <a:lnTo>
                    <a:pt x="114965" y="8355"/>
                  </a:lnTo>
                  <a:lnTo>
                    <a:pt x="109965" y="10086"/>
                  </a:lnTo>
                  <a:lnTo>
                    <a:pt x="105023" y="11974"/>
                  </a:lnTo>
                  <a:lnTo>
                    <a:pt x="100142" y="14018"/>
                  </a:lnTo>
                  <a:lnTo>
                    <a:pt x="95329" y="16216"/>
                  </a:lnTo>
                  <a:lnTo>
                    <a:pt x="90588" y="18564"/>
                  </a:lnTo>
                  <a:lnTo>
                    <a:pt x="85924" y="21062"/>
                  </a:lnTo>
                  <a:lnTo>
                    <a:pt x="81341" y="23706"/>
                  </a:lnTo>
                  <a:lnTo>
                    <a:pt x="76844" y="26493"/>
                  </a:lnTo>
                  <a:lnTo>
                    <a:pt x="72437" y="29422"/>
                  </a:lnTo>
                  <a:lnTo>
                    <a:pt x="68125" y="32488"/>
                  </a:lnTo>
                  <a:lnTo>
                    <a:pt x="63913" y="35689"/>
                  </a:lnTo>
                  <a:lnTo>
                    <a:pt x="59804" y="39022"/>
                  </a:lnTo>
                  <a:lnTo>
                    <a:pt x="55802" y="42484"/>
                  </a:lnTo>
                  <a:lnTo>
                    <a:pt x="51912" y="46070"/>
                  </a:lnTo>
                  <a:lnTo>
                    <a:pt x="48137" y="49778"/>
                  </a:lnTo>
                  <a:lnTo>
                    <a:pt x="44482" y="53603"/>
                  </a:lnTo>
                  <a:lnTo>
                    <a:pt x="40950" y="57542"/>
                  </a:lnTo>
                  <a:lnTo>
                    <a:pt x="37544" y="61591"/>
                  </a:lnTo>
                  <a:lnTo>
                    <a:pt x="34267" y="65745"/>
                  </a:lnTo>
                  <a:lnTo>
                    <a:pt x="31124" y="70002"/>
                  </a:lnTo>
                  <a:lnTo>
                    <a:pt x="28118" y="74355"/>
                  </a:lnTo>
                  <a:lnTo>
                    <a:pt x="25250" y="78802"/>
                  </a:lnTo>
                  <a:lnTo>
                    <a:pt x="22525" y="83337"/>
                  </a:lnTo>
                  <a:lnTo>
                    <a:pt x="19944" y="87956"/>
                  </a:lnTo>
                  <a:lnTo>
                    <a:pt x="17511" y="92654"/>
                  </a:lnTo>
                  <a:lnTo>
                    <a:pt x="15228" y="97427"/>
                  </a:lnTo>
                  <a:lnTo>
                    <a:pt x="13097" y="102270"/>
                  </a:lnTo>
                  <a:lnTo>
                    <a:pt x="11120" y="107178"/>
                  </a:lnTo>
                  <a:lnTo>
                    <a:pt x="9300" y="112146"/>
                  </a:lnTo>
                  <a:lnTo>
                    <a:pt x="7638" y="117169"/>
                  </a:lnTo>
                  <a:lnTo>
                    <a:pt x="6136" y="122242"/>
                  </a:lnTo>
                  <a:lnTo>
                    <a:pt x="4795" y="127360"/>
                  </a:lnTo>
                  <a:lnTo>
                    <a:pt x="3616" y="132518"/>
                  </a:lnTo>
                  <a:lnTo>
                    <a:pt x="2601" y="137711"/>
                  </a:lnTo>
                  <a:lnTo>
                    <a:pt x="1752" y="142933"/>
                  </a:lnTo>
                  <a:lnTo>
                    <a:pt x="1068" y="148180"/>
                  </a:lnTo>
                  <a:lnTo>
                    <a:pt x="550" y="153445"/>
                  </a:lnTo>
                  <a:lnTo>
                    <a:pt x="199" y="158724"/>
                  </a:lnTo>
                  <a:lnTo>
                    <a:pt x="16" y="164012"/>
                  </a:lnTo>
                  <a:lnTo>
                    <a:pt x="0" y="169303"/>
                  </a:lnTo>
                  <a:lnTo>
                    <a:pt x="151" y="174592"/>
                  </a:lnTo>
                  <a:lnTo>
                    <a:pt x="469" y="179873"/>
                  </a:lnTo>
                  <a:lnTo>
                    <a:pt x="955" y="185142"/>
                  </a:lnTo>
                  <a:lnTo>
                    <a:pt x="1607" y="190392"/>
                  </a:lnTo>
                  <a:lnTo>
                    <a:pt x="2425" y="195620"/>
                  </a:lnTo>
                  <a:lnTo>
                    <a:pt x="3408" y="200819"/>
                  </a:lnTo>
                  <a:lnTo>
                    <a:pt x="4555" y="205984"/>
                  </a:lnTo>
                  <a:lnTo>
                    <a:pt x="5865" y="211110"/>
                  </a:lnTo>
                  <a:lnTo>
                    <a:pt x="7336" y="216192"/>
                  </a:lnTo>
                  <a:lnTo>
                    <a:pt x="8968" y="221225"/>
                  </a:lnTo>
                  <a:lnTo>
                    <a:pt x="10758" y="226204"/>
                  </a:lnTo>
                  <a:lnTo>
                    <a:pt x="12704" y="231124"/>
                  </a:lnTo>
                  <a:lnTo>
                    <a:pt x="14806" y="235980"/>
                  </a:lnTo>
                  <a:lnTo>
                    <a:pt x="17060" y="240767"/>
                  </a:lnTo>
                  <a:lnTo>
                    <a:pt x="19464" y="245480"/>
                  </a:lnTo>
                  <a:lnTo>
                    <a:pt x="22017" y="250114"/>
                  </a:lnTo>
                  <a:lnTo>
                    <a:pt x="24714" y="254666"/>
                  </a:lnTo>
                  <a:lnTo>
                    <a:pt x="27555" y="259130"/>
                  </a:lnTo>
                  <a:lnTo>
                    <a:pt x="30535" y="263501"/>
                  </a:lnTo>
                  <a:lnTo>
                    <a:pt x="33652" y="267777"/>
                  </a:lnTo>
                  <a:lnTo>
                    <a:pt x="36903" y="271951"/>
                  </a:lnTo>
                  <a:lnTo>
                    <a:pt x="40284" y="276021"/>
                  </a:lnTo>
                  <a:lnTo>
                    <a:pt x="43792" y="279981"/>
                  </a:lnTo>
                  <a:lnTo>
                    <a:pt x="47424" y="283829"/>
                  </a:lnTo>
                  <a:lnTo>
                    <a:pt x="51176" y="287559"/>
                  </a:lnTo>
                  <a:lnTo>
                    <a:pt x="55044" y="291169"/>
                  </a:lnTo>
                  <a:lnTo>
                    <a:pt x="59025" y="294655"/>
                  </a:lnTo>
                  <a:lnTo>
                    <a:pt x="63114" y="298013"/>
                  </a:lnTo>
                  <a:lnTo>
                    <a:pt x="67307" y="301240"/>
                  </a:lnTo>
                  <a:lnTo>
                    <a:pt x="71600" y="304333"/>
                  </a:lnTo>
                  <a:lnTo>
                    <a:pt x="75988" y="307288"/>
                  </a:lnTo>
                  <a:lnTo>
                    <a:pt x="80468" y="310103"/>
                  </a:lnTo>
                  <a:lnTo>
                    <a:pt x="85035" y="312774"/>
                  </a:lnTo>
                  <a:lnTo>
                    <a:pt x="89684" y="315300"/>
                  </a:lnTo>
                  <a:lnTo>
                    <a:pt x="94411" y="317678"/>
                  </a:lnTo>
                  <a:lnTo>
                    <a:pt x="99210" y="319904"/>
                  </a:lnTo>
                  <a:lnTo>
                    <a:pt x="104078" y="321978"/>
                  </a:lnTo>
                  <a:lnTo>
                    <a:pt x="109009" y="323897"/>
                  </a:lnTo>
                  <a:lnTo>
                    <a:pt x="113998" y="325658"/>
                  </a:lnTo>
                  <a:lnTo>
                    <a:pt x="119040" y="327261"/>
                  </a:lnTo>
                  <a:lnTo>
                    <a:pt x="124131" y="328703"/>
                  </a:lnTo>
                  <a:lnTo>
                    <a:pt x="129265" y="329984"/>
                  </a:lnTo>
                  <a:lnTo>
                    <a:pt x="134436" y="331101"/>
                  </a:lnTo>
                  <a:lnTo>
                    <a:pt x="139640" y="332055"/>
                  </a:lnTo>
                  <a:lnTo>
                    <a:pt x="144872" y="332843"/>
                  </a:lnTo>
                  <a:lnTo>
                    <a:pt x="150127" y="333465"/>
                  </a:lnTo>
                  <a:lnTo>
                    <a:pt x="155398" y="333920"/>
                  </a:lnTo>
                  <a:lnTo>
                    <a:pt x="160681" y="334209"/>
                  </a:lnTo>
                  <a:lnTo>
                    <a:pt x="165971" y="334330"/>
                  </a:lnTo>
                  <a:lnTo>
                    <a:pt x="171261" y="334284"/>
                  </a:lnTo>
                  <a:lnTo>
                    <a:pt x="176548" y="334070"/>
                  </a:lnTo>
                  <a:lnTo>
                    <a:pt x="181825" y="333689"/>
                  </a:lnTo>
                  <a:lnTo>
                    <a:pt x="187088" y="333141"/>
                  </a:lnTo>
                  <a:lnTo>
                    <a:pt x="192330" y="332428"/>
                  </a:lnTo>
                  <a:lnTo>
                    <a:pt x="197547" y="331548"/>
                  </a:lnTo>
                  <a:lnTo>
                    <a:pt x="202734" y="330504"/>
                  </a:lnTo>
                  <a:lnTo>
                    <a:pt x="207886" y="329296"/>
                  </a:lnTo>
                  <a:lnTo>
                    <a:pt x="212996" y="327926"/>
                  </a:lnTo>
                  <a:lnTo>
                    <a:pt x="218061" y="326394"/>
                  </a:lnTo>
                  <a:lnTo>
                    <a:pt x="223074" y="324704"/>
                  </a:lnTo>
                  <a:lnTo>
                    <a:pt x="228032" y="322855"/>
                  </a:lnTo>
                  <a:lnTo>
                    <a:pt x="232928" y="320850"/>
                  </a:lnTo>
                  <a:lnTo>
                    <a:pt x="237759" y="318692"/>
                  </a:lnTo>
                  <a:lnTo>
                    <a:pt x="242519" y="316382"/>
                  </a:lnTo>
                  <a:lnTo>
                    <a:pt x="247203" y="313922"/>
                  </a:lnTo>
                  <a:lnTo>
                    <a:pt x="251807" y="311315"/>
                  </a:lnTo>
                  <a:lnTo>
                    <a:pt x="256326" y="308564"/>
                  </a:lnTo>
                  <a:lnTo>
                    <a:pt x="260757" y="305671"/>
                  </a:lnTo>
                  <a:lnTo>
                    <a:pt x="265093" y="302639"/>
                  </a:lnTo>
                  <a:lnTo>
                    <a:pt x="269331" y="299472"/>
                  </a:lnTo>
                  <a:lnTo>
                    <a:pt x="273467" y="296172"/>
                  </a:lnTo>
                  <a:lnTo>
                    <a:pt x="277496" y="292743"/>
                  </a:lnTo>
                  <a:lnTo>
                    <a:pt x="281415" y="289188"/>
                  </a:lnTo>
                  <a:lnTo>
                    <a:pt x="285219" y="285511"/>
                  </a:lnTo>
                  <a:lnTo>
                    <a:pt x="288905" y="281715"/>
                  </a:lnTo>
                  <a:lnTo>
                    <a:pt x="292469" y="277805"/>
                  </a:lnTo>
                  <a:lnTo>
                    <a:pt x="295908" y="273784"/>
                  </a:lnTo>
                  <a:lnTo>
                    <a:pt x="299218" y="269656"/>
                  </a:lnTo>
                  <a:lnTo>
                    <a:pt x="302395" y="265425"/>
                  </a:lnTo>
                  <a:lnTo>
                    <a:pt x="305437" y="261096"/>
                  </a:lnTo>
                  <a:lnTo>
                    <a:pt x="308340" y="256673"/>
                  </a:lnTo>
                  <a:lnTo>
                    <a:pt x="311102" y="252160"/>
                  </a:lnTo>
                  <a:lnTo>
                    <a:pt x="313719" y="247562"/>
                  </a:lnTo>
                  <a:lnTo>
                    <a:pt x="316190" y="242883"/>
                  </a:lnTo>
                  <a:lnTo>
                    <a:pt x="318512" y="238129"/>
                  </a:lnTo>
                  <a:lnTo>
                    <a:pt x="320682" y="233303"/>
                  </a:lnTo>
                  <a:lnTo>
                    <a:pt x="322698" y="228411"/>
                  </a:lnTo>
                  <a:lnTo>
                    <a:pt x="324558" y="223458"/>
                  </a:lnTo>
                  <a:lnTo>
                    <a:pt x="326261" y="218449"/>
                  </a:lnTo>
                  <a:lnTo>
                    <a:pt x="327804" y="213388"/>
                  </a:lnTo>
                  <a:lnTo>
                    <a:pt x="329186" y="208281"/>
                  </a:lnTo>
                  <a:lnTo>
                    <a:pt x="330406" y="203132"/>
                  </a:lnTo>
                  <a:lnTo>
                    <a:pt x="331462" y="197948"/>
                  </a:lnTo>
                  <a:lnTo>
                    <a:pt x="332354" y="192733"/>
                  </a:lnTo>
                  <a:lnTo>
                    <a:pt x="333081" y="187492"/>
                  </a:lnTo>
                  <a:lnTo>
                    <a:pt x="333641" y="182231"/>
                  </a:lnTo>
                  <a:lnTo>
                    <a:pt x="334034" y="176954"/>
                  </a:lnTo>
                  <a:lnTo>
                    <a:pt x="334260" y="171668"/>
                  </a:lnTo>
                  <a:lnTo>
                    <a:pt x="334319" y="166378"/>
                  </a:lnTo>
                  <a:lnTo>
                    <a:pt x="334210" y="161088"/>
                  </a:lnTo>
                  <a:lnTo>
                    <a:pt x="333934" y="155804"/>
                  </a:lnTo>
                  <a:lnTo>
                    <a:pt x="333491" y="150532"/>
                  </a:lnTo>
                  <a:lnTo>
                    <a:pt x="332881" y="145276"/>
                  </a:lnTo>
                  <a:lnTo>
                    <a:pt x="332105" y="140042"/>
                  </a:lnTo>
                  <a:lnTo>
                    <a:pt x="331164" y="134836"/>
                  </a:lnTo>
                  <a:lnTo>
                    <a:pt x="330059" y="129661"/>
                  </a:lnTo>
                  <a:lnTo>
                    <a:pt x="328791" y="124525"/>
                  </a:lnTo>
                  <a:lnTo>
                    <a:pt x="327360" y="119431"/>
                  </a:lnTo>
                  <a:lnTo>
                    <a:pt x="325769" y="114385"/>
                  </a:lnTo>
                  <a:lnTo>
                    <a:pt x="324019" y="109392"/>
                  </a:lnTo>
                  <a:lnTo>
                    <a:pt x="322112" y="104456"/>
                  </a:lnTo>
                  <a:lnTo>
                    <a:pt x="320050" y="99584"/>
                  </a:lnTo>
                  <a:lnTo>
                    <a:pt x="317835" y="94779"/>
                  </a:lnTo>
                  <a:lnTo>
                    <a:pt x="315469" y="90047"/>
                  </a:lnTo>
                  <a:lnTo>
                    <a:pt x="312954" y="85392"/>
                  </a:lnTo>
                  <a:lnTo>
                    <a:pt x="310293" y="80818"/>
                  </a:lnTo>
                  <a:lnTo>
                    <a:pt x="307488" y="76332"/>
                  </a:lnTo>
                  <a:lnTo>
                    <a:pt x="304544" y="71936"/>
                  </a:lnTo>
                  <a:lnTo>
                    <a:pt x="301461" y="67636"/>
                  </a:lnTo>
                  <a:lnTo>
                    <a:pt x="298244" y="63435"/>
                  </a:lnTo>
                  <a:lnTo>
                    <a:pt x="294896" y="59339"/>
                  </a:lnTo>
                  <a:lnTo>
                    <a:pt x="291419" y="55350"/>
                  </a:lnTo>
                  <a:lnTo>
                    <a:pt x="287818" y="51474"/>
                  </a:lnTo>
                  <a:lnTo>
                    <a:pt x="284097" y="47713"/>
                  </a:lnTo>
                  <a:lnTo>
                    <a:pt x="280258" y="44072"/>
                  </a:lnTo>
                  <a:lnTo>
                    <a:pt x="276305" y="40554"/>
                  </a:lnTo>
                  <a:lnTo>
                    <a:pt x="272244" y="37163"/>
                  </a:lnTo>
                  <a:lnTo>
                    <a:pt x="268077" y="33903"/>
                  </a:lnTo>
                  <a:lnTo>
                    <a:pt x="263809" y="30776"/>
                  </a:lnTo>
                  <a:lnTo>
                    <a:pt x="259445" y="27785"/>
                  </a:lnTo>
                  <a:lnTo>
                    <a:pt x="254987" y="24934"/>
                  </a:lnTo>
                  <a:lnTo>
                    <a:pt x="250442" y="22226"/>
                  </a:lnTo>
                  <a:lnTo>
                    <a:pt x="245814" y="19663"/>
                  </a:lnTo>
                  <a:lnTo>
                    <a:pt x="241106" y="17247"/>
                  </a:lnTo>
                  <a:lnTo>
                    <a:pt x="236325" y="14982"/>
                  </a:lnTo>
                  <a:lnTo>
                    <a:pt x="231474" y="12869"/>
                  </a:lnTo>
                  <a:lnTo>
                    <a:pt x="226559" y="10911"/>
                  </a:lnTo>
                  <a:lnTo>
                    <a:pt x="221584" y="9109"/>
                  </a:lnTo>
                  <a:lnTo>
                    <a:pt x="216555" y="7466"/>
                  </a:lnTo>
                  <a:lnTo>
                    <a:pt x="211476" y="5982"/>
                  </a:lnTo>
                  <a:lnTo>
                    <a:pt x="206353" y="4660"/>
                  </a:lnTo>
                  <a:lnTo>
                    <a:pt x="201190" y="3501"/>
                  </a:lnTo>
                  <a:lnTo>
                    <a:pt x="195994" y="2506"/>
                  </a:lnTo>
                  <a:lnTo>
                    <a:pt x="190769" y="1676"/>
                  </a:lnTo>
                  <a:lnTo>
                    <a:pt x="185519" y="1011"/>
                  </a:lnTo>
                  <a:lnTo>
                    <a:pt x="180252" y="513"/>
                  </a:lnTo>
                  <a:lnTo>
                    <a:pt x="174971" y="182"/>
                  </a:lnTo>
                  <a:lnTo>
                    <a:pt x="169683" y="19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2529" cy="167167"/>
            </a:xfrm>
            <a:custGeom>
              <a:avLst/>
              <a:pathLst>
                <a:path w="2529" h="167167">
                  <a:moveTo>
                    <a:pt x="2529" y="1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814185" y="5269756"/>
              <a:ext cx="150315" cy="167167"/>
            </a:xfrm>
            <a:custGeom>
              <a:avLst/>
              <a:pathLst>
                <a:path w="150315" h="167167">
                  <a:moveTo>
                    <a:pt x="150315" y="0"/>
                  </a:moveTo>
                  <a:lnTo>
                    <a:pt x="144820" y="90"/>
                  </a:lnTo>
                  <a:lnTo>
                    <a:pt x="139330" y="361"/>
                  </a:lnTo>
                  <a:lnTo>
                    <a:pt x="133852" y="812"/>
                  </a:lnTo>
                  <a:lnTo>
                    <a:pt x="128393" y="1443"/>
                  </a:lnTo>
                  <a:lnTo>
                    <a:pt x="122956" y="2253"/>
                  </a:lnTo>
                  <a:lnTo>
                    <a:pt x="117550" y="3242"/>
                  </a:lnTo>
                  <a:lnTo>
                    <a:pt x="112179" y="4408"/>
                  </a:lnTo>
                  <a:lnTo>
                    <a:pt x="106849" y="5749"/>
                  </a:lnTo>
                  <a:lnTo>
                    <a:pt x="101566" y="7266"/>
                  </a:lnTo>
                  <a:lnTo>
                    <a:pt x="96336" y="8955"/>
                  </a:lnTo>
                  <a:lnTo>
                    <a:pt x="91164" y="10815"/>
                  </a:lnTo>
                  <a:lnTo>
                    <a:pt x="86056" y="12844"/>
                  </a:lnTo>
                  <a:lnTo>
                    <a:pt x="81017" y="15040"/>
                  </a:lnTo>
                  <a:lnTo>
                    <a:pt x="76054" y="17400"/>
                  </a:lnTo>
                  <a:lnTo>
                    <a:pt x="71170" y="19922"/>
                  </a:lnTo>
                  <a:lnTo>
                    <a:pt x="66372" y="22603"/>
                  </a:lnTo>
                  <a:lnTo>
                    <a:pt x="61665" y="25441"/>
                  </a:lnTo>
                  <a:lnTo>
                    <a:pt x="57054" y="28432"/>
                  </a:lnTo>
                  <a:lnTo>
                    <a:pt x="52544" y="31573"/>
                  </a:lnTo>
                  <a:lnTo>
                    <a:pt x="48139" y="34860"/>
                  </a:lnTo>
                  <a:lnTo>
                    <a:pt x="43845" y="38291"/>
                  </a:lnTo>
                  <a:lnTo>
                    <a:pt x="39666" y="41861"/>
                  </a:lnTo>
                  <a:lnTo>
                    <a:pt x="35606" y="45566"/>
                  </a:lnTo>
                  <a:lnTo>
                    <a:pt x="31671" y="49402"/>
                  </a:lnTo>
                  <a:lnTo>
                    <a:pt x="27864" y="53366"/>
                  </a:lnTo>
                  <a:lnTo>
                    <a:pt x="24189" y="57453"/>
                  </a:lnTo>
                  <a:lnTo>
                    <a:pt x="20650" y="61659"/>
                  </a:lnTo>
                  <a:lnTo>
                    <a:pt x="17252" y="65979"/>
                  </a:lnTo>
                  <a:lnTo>
                    <a:pt x="13997" y="70408"/>
                  </a:lnTo>
                  <a:lnTo>
                    <a:pt x="10890" y="74941"/>
                  </a:lnTo>
                  <a:lnTo>
                    <a:pt x="7933" y="79575"/>
                  </a:lnTo>
                  <a:lnTo>
                    <a:pt x="5131" y="84303"/>
                  </a:lnTo>
                  <a:lnTo>
                    <a:pt x="2485" y="89120"/>
                  </a:lnTo>
                  <a:lnTo>
                    <a:pt x="0" y="94022"/>
                  </a:lnTo>
                  <a:lnTo>
                    <a:pt x="15031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41" y="5269756"/>
              <a:ext cx="334312" cy="334333"/>
            </a:xfrm>
            <a:custGeom>
              <a:avLst/>
              <a:pathLst>
                <a:path w="334312" h="334333">
                  <a:moveTo>
                    <a:pt x="16844" y="94022"/>
                  </a:moveTo>
                  <a:lnTo>
                    <a:pt x="14602" y="98821"/>
                  </a:lnTo>
                  <a:lnTo>
                    <a:pt x="12513" y="103689"/>
                  </a:lnTo>
                  <a:lnTo>
                    <a:pt x="10580" y="108621"/>
                  </a:lnTo>
                  <a:lnTo>
                    <a:pt x="8803" y="113611"/>
                  </a:lnTo>
                  <a:lnTo>
                    <a:pt x="7186" y="118655"/>
                  </a:lnTo>
                  <a:lnTo>
                    <a:pt x="5729" y="123748"/>
                  </a:lnTo>
                  <a:lnTo>
                    <a:pt x="4435" y="128885"/>
                  </a:lnTo>
                  <a:lnTo>
                    <a:pt x="3304" y="134060"/>
                  </a:lnTo>
                  <a:lnTo>
                    <a:pt x="2337" y="139268"/>
                  </a:lnTo>
                  <a:lnTo>
                    <a:pt x="1536" y="144504"/>
                  </a:lnTo>
                  <a:lnTo>
                    <a:pt x="901" y="149763"/>
                  </a:lnTo>
                  <a:lnTo>
                    <a:pt x="433" y="155039"/>
                  </a:lnTo>
                  <a:lnTo>
                    <a:pt x="132" y="160328"/>
                  </a:lnTo>
                  <a:lnTo>
                    <a:pt x="0" y="165623"/>
                  </a:lnTo>
                  <a:lnTo>
                    <a:pt x="35" y="170920"/>
                  </a:lnTo>
                  <a:lnTo>
                    <a:pt x="237" y="176213"/>
                  </a:lnTo>
                  <a:lnTo>
                    <a:pt x="608" y="181498"/>
                  </a:lnTo>
                  <a:lnTo>
                    <a:pt x="1145" y="186767"/>
                  </a:lnTo>
                  <a:lnTo>
                    <a:pt x="1850" y="192017"/>
                  </a:lnTo>
                  <a:lnTo>
                    <a:pt x="2720" y="197243"/>
                  </a:lnTo>
                  <a:lnTo>
                    <a:pt x="3756" y="202437"/>
                  </a:lnTo>
                  <a:lnTo>
                    <a:pt x="4955" y="207597"/>
                  </a:lnTo>
                  <a:lnTo>
                    <a:pt x="6317" y="212716"/>
                  </a:lnTo>
                  <a:lnTo>
                    <a:pt x="7841" y="217789"/>
                  </a:lnTo>
                  <a:lnTo>
                    <a:pt x="9525" y="222811"/>
                  </a:lnTo>
                  <a:lnTo>
                    <a:pt x="11367" y="227778"/>
                  </a:lnTo>
                  <a:lnTo>
                    <a:pt x="13366" y="232683"/>
                  </a:lnTo>
                  <a:lnTo>
                    <a:pt x="15519" y="237523"/>
                  </a:lnTo>
                  <a:lnTo>
                    <a:pt x="17824" y="242292"/>
                  </a:lnTo>
                  <a:lnTo>
                    <a:pt x="20279" y="246986"/>
                  </a:lnTo>
                  <a:lnTo>
                    <a:pt x="22882" y="251600"/>
                  </a:lnTo>
                  <a:lnTo>
                    <a:pt x="25630" y="256129"/>
                  </a:lnTo>
                  <a:lnTo>
                    <a:pt x="28519" y="260568"/>
                  </a:lnTo>
                  <a:lnTo>
                    <a:pt x="31548" y="264914"/>
                  </a:lnTo>
                  <a:lnTo>
                    <a:pt x="34713" y="269161"/>
                  </a:lnTo>
                  <a:lnTo>
                    <a:pt x="38011" y="273307"/>
                  </a:lnTo>
                  <a:lnTo>
                    <a:pt x="41439" y="277345"/>
                  </a:lnTo>
                  <a:lnTo>
                    <a:pt x="44993" y="281273"/>
                  </a:lnTo>
                  <a:lnTo>
                    <a:pt x="48670" y="285086"/>
                  </a:lnTo>
                  <a:lnTo>
                    <a:pt x="52465" y="288781"/>
                  </a:lnTo>
                  <a:lnTo>
                    <a:pt x="56376" y="292354"/>
                  </a:lnTo>
                  <a:lnTo>
                    <a:pt x="60398" y="295801"/>
                  </a:lnTo>
                  <a:lnTo>
                    <a:pt x="64527" y="299119"/>
                  </a:lnTo>
                  <a:lnTo>
                    <a:pt x="68759" y="302305"/>
                  </a:lnTo>
                  <a:lnTo>
                    <a:pt x="73090" y="305355"/>
                  </a:lnTo>
                  <a:lnTo>
                    <a:pt x="77516" y="308266"/>
                  </a:lnTo>
                  <a:lnTo>
                    <a:pt x="82031" y="311035"/>
                  </a:lnTo>
                  <a:lnTo>
                    <a:pt x="86632" y="313660"/>
                  </a:lnTo>
                  <a:lnTo>
                    <a:pt x="91314" y="316138"/>
                  </a:lnTo>
                  <a:lnTo>
                    <a:pt x="96072" y="318466"/>
                  </a:lnTo>
                  <a:lnTo>
                    <a:pt x="100902" y="320643"/>
                  </a:lnTo>
                  <a:lnTo>
                    <a:pt x="105797" y="322665"/>
                  </a:lnTo>
                  <a:lnTo>
                    <a:pt x="110755" y="324531"/>
                  </a:lnTo>
                  <a:lnTo>
                    <a:pt x="115769" y="326239"/>
                  </a:lnTo>
                  <a:lnTo>
                    <a:pt x="120835" y="327787"/>
                  </a:lnTo>
                  <a:lnTo>
                    <a:pt x="125947" y="329175"/>
                  </a:lnTo>
                  <a:lnTo>
                    <a:pt x="131101" y="330399"/>
                  </a:lnTo>
                  <a:lnTo>
                    <a:pt x="136291" y="331460"/>
                  </a:lnTo>
                  <a:lnTo>
                    <a:pt x="141512" y="332355"/>
                  </a:lnTo>
                  <a:lnTo>
                    <a:pt x="146758" y="333085"/>
                  </a:lnTo>
                  <a:lnTo>
                    <a:pt x="152025" y="333648"/>
                  </a:lnTo>
                  <a:lnTo>
                    <a:pt x="157307" y="334044"/>
                  </a:lnTo>
                  <a:lnTo>
                    <a:pt x="162600" y="334272"/>
                  </a:lnTo>
                  <a:lnTo>
                    <a:pt x="167896" y="334333"/>
                  </a:lnTo>
                  <a:lnTo>
                    <a:pt x="173192" y="334225"/>
                  </a:lnTo>
                  <a:lnTo>
                    <a:pt x="178482" y="333950"/>
                  </a:lnTo>
                  <a:lnTo>
                    <a:pt x="183761" y="333508"/>
                  </a:lnTo>
                  <a:lnTo>
                    <a:pt x="189023" y="332899"/>
                  </a:lnTo>
                  <a:lnTo>
                    <a:pt x="194263" y="332123"/>
                  </a:lnTo>
                  <a:lnTo>
                    <a:pt x="199476" y="331181"/>
                  </a:lnTo>
                  <a:lnTo>
                    <a:pt x="204656" y="330075"/>
                  </a:lnTo>
                  <a:lnTo>
                    <a:pt x="209799" y="328805"/>
                  </a:lnTo>
                  <a:lnTo>
                    <a:pt x="214898" y="327373"/>
                  </a:lnTo>
                  <a:lnTo>
                    <a:pt x="219950" y="325780"/>
                  </a:lnTo>
                  <a:lnTo>
                    <a:pt x="224949" y="324028"/>
                  </a:lnTo>
                  <a:lnTo>
                    <a:pt x="229890" y="322118"/>
                  </a:lnTo>
                  <a:lnTo>
                    <a:pt x="234768" y="320053"/>
                  </a:lnTo>
                  <a:lnTo>
                    <a:pt x="239578" y="317834"/>
                  </a:lnTo>
                  <a:lnTo>
                    <a:pt x="244315" y="315464"/>
                  </a:lnTo>
                  <a:lnTo>
                    <a:pt x="248975" y="312945"/>
                  </a:lnTo>
                  <a:lnTo>
                    <a:pt x="253553" y="310279"/>
                  </a:lnTo>
                  <a:lnTo>
                    <a:pt x="258044" y="307470"/>
                  </a:lnTo>
                  <a:lnTo>
                    <a:pt x="262443" y="304520"/>
                  </a:lnTo>
                  <a:lnTo>
                    <a:pt x="266747" y="301433"/>
                  </a:lnTo>
                  <a:lnTo>
                    <a:pt x="270951" y="298210"/>
                  </a:lnTo>
                  <a:lnTo>
                    <a:pt x="275051" y="294856"/>
                  </a:lnTo>
                  <a:lnTo>
                    <a:pt x="279043" y="291373"/>
                  </a:lnTo>
                  <a:lnTo>
                    <a:pt x="282922" y="287766"/>
                  </a:lnTo>
                  <a:lnTo>
                    <a:pt x="286685" y="284038"/>
                  </a:lnTo>
                  <a:lnTo>
                    <a:pt x="290328" y="280192"/>
                  </a:lnTo>
                  <a:lnTo>
                    <a:pt x="293847" y="276233"/>
                  </a:lnTo>
                  <a:lnTo>
                    <a:pt x="297239" y="272164"/>
                  </a:lnTo>
                  <a:lnTo>
                    <a:pt x="300500" y="267990"/>
                  </a:lnTo>
                  <a:lnTo>
                    <a:pt x="303628" y="263715"/>
                  </a:lnTo>
                  <a:lnTo>
                    <a:pt x="306618" y="259343"/>
                  </a:lnTo>
                  <a:lnTo>
                    <a:pt x="309468" y="254878"/>
                  </a:lnTo>
                  <a:lnTo>
                    <a:pt x="312176" y="250325"/>
                  </a:lnTo>
                  <a:lnTo>
                    <a:pt x="314738" y="245689"/>
                  </a:lnTo>
                  <a:lnTo>
                    <a:pt x="317152" y="240973"/>
                  </a:lnTo>
                  <a:lnTo>
                    <a:pt x="319415" y="236184"/>
                  </a:lnTo>
                  <a:lnTo>
                    <a:pt x="321525" y="231326"/>
                  </a:lnTo>
                  <a:lnTo>
                    <a:pt x="323480" y="226402"/>
                  </a:lnTo>
                  <a:lnTo>
                    <a:pt x="325279" y="221420"/>
                  </a:lnTo>
                  <a:lnTo>
                    <a:pt x="326918" y="216383"/>
                  </a:lnTo>
                  <a:lnTo>
                    <a:pt x="328397" y="211297"/>
                  </a:lnTo>
                  <a:lnTo>
                    <a:pt x="329715" y="206166"/>
                  </a:lnTo>
                  <a:lnTo>
                    <a:pt x="330869" y="200996"/>
                  </a:lnTo>
                  <a:lnTo>
                    <a:pt x="331858" y="195792"/>
                  </a:lnTo>
                  <a:lnTo>
                    <a:pt x="332682" y="190560"/>
                  </a:lnTo>
                  <a:lnTo>
                    <a:pt x="333340" y="185304"/>
                  </a:lnTo>
                  <a:lnTo>
                    <a:pt x="333832" y="180029"/>
                  </a:lnTo>
                  <a:lnTo>
                    <a:pt x="334156" y="174742"/>
                  </a:lnTo>
                  <a:lnTo>
                    <a:pt x="334312" y="169447"/>
                  </a:lnTo>
                  <a:lnTo>
                    <a:pt x="334300" y="164150"/>
                  </a:lnTo>
                  <a:lnTo>
                    <a:pt x="334121" y="158856"/>
                  </a:lnTo>
                  <a:lnTo>
                    <a:pt x="333773" y="153570"/>
                  </a:lnTo>
                  <a:lnTo>
                    <a:pt x="333259" y="148298"/>
                  </a:lnTo>
                  <a:lnTo>
                    <a:pt x="332578" y="143045"/>
                  </a:lnTo>
                  <a:lnTo>
                    <a:pt x="331730" y="137816"/>
                  </a:lnTo>
                  <a:lnTo>
                    <a:pt x="330718" y="132617"/>
                  </a:lnTo>
                  <a:lnTo>
                    <a:pt x="329541" y="127452"/>
                  </a:lnTo>
                  <a:lnTo>
                    <a:pt x="328201" y="122327"/>
                  </a:lnTo>
                  <a:lnTo>
                    <a:pt x="326700" y="117247"/>
                  </a:lnTo>
                  <a:lnTo>
                    <a:pt x="325038" y="112218"/>
                  </a:lnTo>
                  <a:lnTo>
                    <a:pt x="323218" y="107243"/>
                  </a:lnTo>
                  <a:lnTo>
                    <a:pt x="321241" y="102329"/>
                  </a:lnTo>
                  <a:lnTo>
                    <a:pt x="319109" y="97480"/>
                  </a:lnTo>
                  <a:lnTo>
                    <a:pt x="316825" y="92700"/>
                  </a:lnTo>
                  <a:lnTo>
                    <a:pt x="314390" y="87996"/>
                  </a:lnTo>
                  <a:lnTo>
                    <a:pt x="311808" y="83371"/>
                  </a:lnTo>
                  <a:lnTo>
                    <a:pt x="309081" y="78830"/>
                  </a:lnTo>
                  <a:lnTo>
                    <a:pt x="306210" y="74378"/>
                  </a:lnTo>
                  <a:lnTo>
                    <a:pt x="303201" y="70019"/>
                  </a:lnTo>
                  <a:lnTo>
                    <a:pt x="300054" y="65757"/>
                  </a:lnTo>
                  <a:lnTo>
                    <a:pt x="296775" y="61597"/>
                  </a:lnTo>
                  <a:lnTo>
                    <a:pt x="293365" y="57544"/>
                  </a:lnTo>
                  <a:lnTo>
                    <a:pt x="289828" y="53600"/>
                  </a:lnTo>
                  <a:lnTo>
                    <a:pt x="286169" y="49771"/>
                  </a:lnTo>
                  <a:lnTo>
                    <a:pt x="282389" y="46059"/>
                  </a:lnTo>
                  <a:lnTo>
                    <a:pt x="278494" y="42469"/>
                  </a:lnTo>
                  <a:lnTo>
                    <a:pt x="274488" y="39004"/>
                  </a:lnTo>
                  <a:lnTo>
                    <a:pt x="270373" y="35668"/>
                  </a:lnTo>
                  <a:lnTo>
                    <a:pt x="266155" y="32464"/>
                  </a:lnTo>
                  <a:lnTo>
                    <a:pt x="261837" y="29395"/>
                  </a:lnTo>
                  <a:lnTo>
                    <a:pt x="257425" y="26464"/>
                  </a:lnTo>
                  <a:lnTo>
                    <a:pt x="252921" y="23675"/>
                  </a:lnTo>
                  <a:lnTo>
                    <a:pt x="248332" y="21030"/>
                  </a:lnTo>
                  <a:lnTo>
                    <a:pt x="243661" y="18531"/>
                  </a:lnTo>
                  <a:lnTo>
                    <a:pt x="238913" y="16182"/>
                  </a:lnTo>
                  <a:lnTo>
                    <a:pt x="234094" y="13985"/>
                  </a:lnTo>
                  <a:lnTo>
                    <a:pt x="229207" y="11941"/>
                  </a:lnTo>
                  <a:lnTo>
                    <a:pt x="224258" y="10053"/>
                  </a:lnTo>
                  <a:lnTo>
                    <a:pt x="219251" y="8323"/>
                  </a:lnTo>
                  <a:lnTo>
                    <a:pt x="214192" y="6752"/>
                  </a:lnTo>
                  <a:lnTo>
                    <a:pt x="209086" y="5342"/>
                  </a:lnTo>
                  <a:lnTo>
                    <a:pt x="203938" y="4095"/>
                  </a:lnTo>
                  <a:lnTo>
                    <a:pt x="198753" y="3012"/>
                  </a:lnTo>
                  <a:lnTo>
                    <a:pt x="193536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121" y="5399291"/>
              <a:ext cx="7094" cy="167167"/>
            </a:xfrm>
            <a:custGeom>
              <a:avLst/>
              <a:pathLst>
                <a:path w="7094" h="167167">
                  <a:moveTo>
                    <a:pt x="7094" y="0"/>
                  </a:moveTo>
                  <a:lnTo>
                    <a:pt x="0" y="150"/>
                  </a:lnTo>
                  <a:lnTo>
                    <a:pt x="709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121" y="5399442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121" y="5399442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121" y="5399442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121" y="5399442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121" y="5399442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121" y="5399442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5" y="5399442"/>
              <a:ext cx="334311" cy="334183"/>
            </a:xfrm>
            <a:custGeom>
              <a:avLst/>
              <a:pathLst>
                <a:path w="334311" h="334183">
                  <a:moveTo>
                    <a:pt x="160065" y="0"/>
                  </a:moveTo>
                  <a:lnTo>
                    <a:pt x="154784" y="308"/>
                  </a:lnTo>
                  <a:lnTo>
                    <a:pt x="149515" y="783"/>
                  </a:lnTo>
                  <a:lnTo>
                    <a:pt x="144264" y="1424"/>
                  </a:lnTo>
                  <a:lnTo>
                    <a:pt x="139035" y="2232"/>
                  </a:lnTo>
                  <a:lnTo>
                    <a:pt x="133835" y="3204"/>
                  </a:lnTo>
                  <a:lnTo>
                    <a:pt x="128668" y="4341"/>
                  </a:lnTo>
                  <a:lnTo>
                    <a:pt x="123540" y="5640"/>
                  </a:lnTo>
                  <a:lnTo>
                    <a:pt x="118456" y="7101"/>
                  </a:lnTo>
                  <a:lnTo>
                    <a:pt x="113420" y="8722"/>
                  </a:lnTo>
                  <a:lnTo>
                    <a:pt x="108438" y="10502"/>
                  </a:lnTo>
                  <a:lnTo>
                    <a:pt x="103515" y="12439"/>
                  </a:lnTo>
                  <a:lnTo>
                    <a:pt x="98655" y="14530"/>
                  </a:lnTo>
                  <a:lnTo>
                    <a:pt x="93864" y="16774"/>
                  </a:lnTo>
                  <a:lnTo>
                    <a:pt x="89147" y="19169"/>
                  </a:lnTo>
                  <a:lnTo>
                    <a:pt x="84508" y="21711"/>
                  </a:lnTo>
                  <a:lnTo>
                    <a:pt x="79951" y="24399"/>
                  </a:lnTo>
                  <a:lnTo>
                    <a:pt x="75482" y="27230"/>
                  </a:lnTo>
                  <a:lnTo>
                    <a:pt x="71105" y="30201"/>
                  </a:lnTo>
                  <a:lnTo>
                    <a:pt x="66824" y="33309"/>
                  </a:lnTo>
                  <a:lnTo>
                    <a:pt x="62643" y="36551"/>
                  </a:lnTo>
                  <a:lnTo>
                    <a:pt x="58567" y="39924"/>
                  </a:lnTo>
                  <a:lnTo>
                    <a:pt x="54600" y="43423"/>
                  </a:lnTo>
                  <a:lnTo>
                    <a:pt x="50745" y="47047"/>
                  </a:lnTo>
                  <a:lnTo>
                    <a:pt x="47008" y="50791"/>
                  </a:lnTo>
                  <a:lnTo>
                    <a:pt x="43390" y="54651"/>
                  </a:lnTo>
                  <a:lnTo>
                    <a:pt x="39896" y="58624"/>
                  </a:lnTo>
                  <a:lnTo>
                    <a:pt x="36530" y="62705"/>
                  </a:lnTo>
                  <a:lnTo>
                    <a:pt x="33295" y="66891"/>
                  </a:lnTo>
                  <a:lnTo>
                    <a:pt x="30194" y="71177"/>
                  </a:lnTo>
                  <a:lnTo>
                    <a:pt x="27230" y="75559"/>
                  </a:lnTo>
                  <a:lnTo>
                    <a:pt x="24406" y="80032"/>
                  </a:lnTo>
                  <a:lnTo>
                    <a:pt x="21725" y="84593"/>
                  </a:lnTo>
                  <a:lnTo>
                    <a:pt x="19190" y="89236"/>
                  </a:lnTo>
                  <a:lnTo>
                    <a:pt x="16802" y="93957"/>
                  </a:lnTo>
                  <a:lnTo>
                    <a:pt x="14566" y="98752"/>
                  </a:lnTo>
                  <a:lnTo>
                    <a:pt x="12482" y="103614"/>
                  </a:lnTo>
                  <a:lnTo>
                    <a:pt x="10554" y="108540"/>
                  </a:lnTo>
                  <a:lnTo>
                    <a:pt x="8782" y="113525"/>
                  </a:lnTo>
                  <a:lnTo>
                    <a:pt x="7168" y="118564"/>
                  </a:lnTo>
                  <a:lnTo>
                    <a:pt x="5715" y="123650"/>
                  </a:lnTo>
                  <a:lnTo>
                    <a:pt x="4424" y="128781"/>
                  </a:lnTo>
                  <a:lnTo>
                    <a:pt x="3295" y="133949"/>
                  </a:lnTo>
                  <a:lnTo>
                    <a:pt x="2331" y="139151"/>
                  </a:lnTo>
                  <a:lnTo>
                    <a:pt x="1532" y="144381"/>
                  </a:lnTo>
                  <a:lnTo>
                    <a:pt x="899" y="149633"/>
                  </a:lnTo>
                  <a:lnTo>
                    <a:pt x="432" y="154903"/>
                  </a:lnTo>
                  <a:lnTo>
                    <a:pt x="132" y="160184"/>
                  </a:lnTo>
                  <a:lnTo>
                    <a:pt x="0" y="165473"/>
                  </a:lnTo>
                  <a:lnTo>
                    <a:pt x="34" y="170763"/>
                  </a:lnTo>
                  <a:lnTo>
                    <a:pt x="237" y="176050"/>
                  </a:lnTo>
                  <a:lnTo>
                    <a:pt x="606" y="181327"/>
                  </a:lnTo>
                  <a:lnTo>
                    <a:pt x="1142" y="186590"/>
                  </a:lnTo>
                  <a:lnTo>
                    <a:pt x="1845" y="191834"/>
                  </a:lnTo>
                  <a:lnTo>
                    <a:pt x="2713" y="197052"/>
                  </a:lnTo>
                  <a:lnTo>
                    <a:pt x="3746" y="202241"/>
                  </a:lnTo>
                  <a:lnTo>
                    <a:pt x="4942" y="207394"/>
                  </a:lnTo>
                  <a:lnTo>
                    <a:pt x="6301" y="212507"/>
                  </a:lnTo>
                  <a:lnTo>
                    <a:pt x="7821" y="217574"/>
                  </a:lnTo>
                  <a:lnTo>
                    <a:pt x="9501" y="222591"/>
                  </a:lnTo>
                  <a:lnTo>
                    <a:pt x="11338" y="227552"/>
                  </a:lnTo>
                  <a:lnTo>
                    <a:pt x="13332" y="232452"/>
                  </a:lnTo>
                  <a:lnTo>
                    <a:pt x="15479" y="237287"/>
                  </a:lnTo>
                  <a:lnTo>
                    <a:pt x="17779" y="242051"/>
                  </a:lnTo>
                  <a:lnTo>
                    <a:pt x="20228" y="246741"/>
                  </a:lnTo>
                  <a:lnTo>
                    <a:pt x="22824" y="251350"/>
                  </a:lnTo>
                  <a:lnTo>
                    <a:pt x="25565" y="255875"/>
                  </a:lnTo>
                  <a:lnTo>
                    <a:pt x="28448" y="260311"/>
                  </a:lnTo>
                  <a:lnTo>
                    <a:pt x="31469" y="264653"/>
                  </a:lnTo>
                  <a:lnTo>
                    <a:pt x="34627" y="268898"/>
                  </a:lnTo>
                  <a:lnTo>
                    <a:pt x="37917" y="273041"/>
                  </a:lnTo>
                  <a:lnTo>
                    <a:pt x="41336" y="277077"/>
                  </a:lnTo>
                  <a:lnTo>
                    <a:pt x="44882" y="281004"/>
                  </a:lnTo>
                  <a:lnTo>
                    <a:pt x="48550" y="284816"/>
                  </a:lnTo>
                  <a:lnTo>
                    <a:pt x="52337" y="288510"/>
                  </a:lnTo>
                  <a:lnTo>
                    <a:pt x="56239" y="292082"/>
                  </a:lnTo>
                  <a:lnTo>
                    <a:pt x="60252" y="295530"/>
                  </a:lnTo>
                  <a:lnTo>
                    <a:pt x="64372" y="298848"/>
                  </a:lnTo>
                  <a:lnTo>
                    <a:pt x="68595" y="302035"/>
                  </a:lnTo>
                  <a:lnTo>
                    <a:pt x="72917" y="305086"/>
                  </a:lnTo>
                  <a:lnTo>
                    <a:pt x="77333" y="307999"/>
                  </a:lnTo>
                  <a:lnTo>
                    <a:pt x="81839" y="310771"/>
                  </a:lnTo>
                  <a:lnTo>
                    <a:pt x="86431" y="313399"/>
                  </a:lnTo>
                  <a:lnTo>
                    <a:pt x="91103" y="315880"/>
                  </a:lnTo>
                  <a:lnTo>
                    <a:pt x="95852" y="318212"/>
                  </a:lnTo>
                  <a:lnTo>
                    <a:pt x="100672" y="320393"/>
                  </a:lnTo>
                  <a:lnTo>
                    <a:pt x="105558" y="322420"/>
                  </a:lnTo>
                  <a:lnTo>
                    <a:pt x="110506" y="324291"/>
                  </a:lnTo>
                  <a:lnTo>
                    <a:pt x="115511" y="326005"/>
                  </a:lnTo>
                  <a:lnTo>
                    <a:pt x="120568" y="327560"/>
                  </a:lnTo>
                  <a:lnTo>
                    <a:pt x="125671" y="328954"/>
                  </a:lnTo>
                  <a:lnTo>
                    <a:pt x="130816" y="330185"/>
                  </a:lnTo>
                  <a:lnTo>
                    <a:pt x="135998" y="331254"/>
                  </a:lnTo>
                  <a:lnTo>
                    <a:pt x="141210" y="332157"/>
                  </a:lnTo>
                  <a:lnTo>
                    <a:pt x="146449" y="332896"/>
                  </a:lnTo>
                  <a:lnTo>
                    <a:pt x="151708" y="333468"/>
                  </a:lnTo>
                  <a:lnTo>
                    <a:pt x="156983" y="333874"/>
                  </a:lnTo>
                  <a:lnTo>
                    <a:pt x="162268" y="334112"/>
                  </a:lnTo>
                  <a:lnTo>
                    <a:pt x="167558" y="334183"/>
                  </a:lnTo>
                  <a:lnTo>
                    <a:pt x="172847" y="334087"/>
                  </a:lnTo>
                  <a:lnTo>
                    <a:pt x="178131" y="333823"/>
                  </a:lnTo>
                  <a:lnTo>
                    <a:pt x="183404" y="333393"/>
                  </a:lnTo>
                  <a:lnTo>
                    <a:pt x="188660" y="332795"/>
                  </a:lnTo>
                  <a:lnTo>
                    <a:pt x="193895" y="332032"/>
                  </a:lnTo>
                  <a:lnTo>
                    <a:pt x="199103" y="331103"/>
                  </a:lnTo>
                  <a:lnTo>
                    <a:pt x="204279" y="330010"/>
                  </a:lnTo>
                  <a:lnTo>
                    <a:pt x="209418" y="328754"/>
                  </a:lnTo>
                  <a:lnTo>
                    <a:pt x="214515" y="327336"/>
                  </a:lnTo>
                  <a:lnTo>
                    <a:pt x="219564" y="325757"/>
                  </a:lnTo>
                  <a:lnTo>
                    <a:pt x="224561" y="324020"/>
                  </a:lnTo>
                  <a:lnTo>
                    <a:pt x="229500" y="322125"/>
                  </a:lnTo>
                  <a:lnTo>
                    <a:pt x="234377" y="320074"/>
                  </a:lnTo>
                  <a:lnTo>
                    <a:pt x="239187" y="317871"/>
                  </a:lnTo>
                  <a:lnTo>
                    <a:pt x="243924" y="315516"/>
                  </a:lnTo>
                  <a:lnTo>
                    <a:pt x="248585" y="313013"/>
                  </a:lnTo>
                  <a:lnTo>
                    <a:pt x="253164" y="310363"/>
                  </a:lnTo>
                  <a:lnTo>
                    <a:pt x="257657" y="307570"/>
                  </a:lnTo>
                  <a:lnTo>
                    <a:pt x="262059" y="304636"/>
                  </a:lnTo>
                  <a:lnTo>
                    <a:pt x="266366" y="301564"/>
                  </a:lnTo>
                  <a:lnTo>
                    <a:pt x="270574" y="298358"/>
                  </a:lnTo>
                  <a:lnTo>
                    <a:pt x="274678" y="295020"/>
                  </a:lnTo>
                  <a:lnTo>
                    <a:pt x="278674" y="291553"/>
                  </a:lnTo>
                  <a:lnTo>
                    <a:pt x="282559" y="287962"/>
                  </a:lnTo>
                  <a:lnTo>
                    <a:pt x="286329" y="284250"/>
                  </a:lnTo>
                  <a:lnTo>
                    <a:pt x="289979" y="280421"/>
                  </a:lnTo>
                  <a:lnTo>
                    <a:pt x="293505" y="276477"/>
                  </a:lnTo>
                  <a:lnTo>
                    <a:pt x="296906" y="272425"/>
                  </a:lnTo>
                  <a:lnTo>
                    <a:pt x="300176" y="268266"/>
                  </a:lnTo>
                  <a:lnTo>
                    <a:pt x="303314" y="264007"/>
                  </a:lnTo>
                  <a:lnTo>
                    <a:pt x="306314" y="259650"/>
                  </a:lnTo>
                  <a:lnTo>
                    <a:pt x="309176" y="255200"/>
                  </a:lnTo>
                  <a:lnTo>
                    <a:pt x="311895" y="250662"/>
                  </a:lnTo>
                  <a:lnTo>
                    <a:pt x="314470" y="246040"/>
                  </a:lnTo>
                  <a:lnTo>
                    <a:pt x="316896" y="241340"/>
                  </a:lnTo>
                  <a:lnTo>
                    <a:pt x="319173" y="236564"/>
                  </a:lnTo>
                  <a:lnTo>
                    <a:pt x="321298" y="231719"/>
                  </a:lnTo>
                  <a:lnTo>
                    <a:pt x="323268" y="226809"/>
                  </a:lnTo>
                  <a:lnTo>
                    <a:pt x="325082" y="221840"/>
                  </a:lnTo>
                  <a:lnTo>
                    <a:pt x="326737" y="216815"/>
                  </a:lnTo>
                  <a:lnTo>
                    <a:pt x="328233" y="211741"/>
                  </a:lnTo>
                  <a:lnTo>
                    <a:pt x="329568" y="206622"/>
                  </a:lnTo>
                  <a:lnTo>
                    <a:pt x="330740" y="201463"/>
                  </a:lnTo>
                  <a:lnTo>
                    <a:pt x="331748" y="196269"/>
                  </a:lnTo>
                  <a:lnTo>
                    <a:pt x="332591" y="191047"/>
                  </a:lnTo>
                  <a:lnTo>
                    <a:pt x="333269" y="185800"/>
                  </a:lnTo>
                  <a:lnTo>
                    <a:pt x="333780" y="180534"/>
                  </a:lnTo>
                  <a:lnTo>
                    <a:pt x="334124" y="175255"/>
                  </a:lnTo>
                  <a:lnTo>
                    <a:pt x="334301" y="169968"/>
                  </a:lnTo>
                  <a:lnTo>
                    <a:pt x="334311" y="164678"/>
                  </a:lnTo>
                  <a:lnTo>
                    <a:pt x="334153" y="159390"/>
                  </a:lnTo>
                  <a:lnTo>
                    <a:pt x="333828" y="154109"/>
                  </a:lnTo>
                  <a:lnTo>
                    <a:pt x="333336" y="148842"/>
                  </a:lnTo>
                  <a:lnTo>
                    <a:pt x="332678" y="143593"/>
                  </a:lnTo>
                  <a:lnTo>
                    <a:pt x="331854" y="138367"/>
                  </a:lnTo>
                  <a:lnTo>
                    <a:pt x="330865" y="133170"/>
                  </a:lnTo>
                  <a:lnTo>
                    <a:pt x="329712" y="128007"/>
                  </a:lnTo>
                  <a:lnTo>
                    <a:pt x="328396" y="122883"/>
                  </a:lnTo>
                  <a:lnTo>
                    <a:pt x="326919" y="117803"/>
                  </a:lnTo>
                  <a:lnTo>
                    <a:pt x="325282" y="112772"/>
                  </a:lnTo>
                  <a:lnTo>
                    <a:pt x="323486" y="107796"/>
                  </a:lnTo>
                  <a:lnTo>
                    <a:pt x="321534" y="102879"/>
                  </a:lnTo>
                  <a:lnTo>
                    <a:pt x="319427" y="98026"/>
                  </a:lnTo>
                  <a:lnTo>
                    <a:pt x="317168" y="93243"/>
                  </a:lnTo>
                  <a:lnTo>
                    <a:pt x="314758" y="88533"/>
                  </a:lnTo>
                  <a:lnTo>
                    <a:pt x="312201" y="83902"/>
                  </a:lnTo>
                  <a:lnTo>
                    <a:pt x="309498" y="79354"/>
                  </a:lnTo>
                  <a:lnTo>
                    <a:pt x="306653" y="74894"/>
                  </a:lnTo>
                  <a:lnTo>
                    <a:pt x="303668" y="70526"/>
                  </a:lnTo>
                  <a:lnTo>
                    <a:pt x="300547" y="66255"/>
                  </a:lnTo>
                  <a:lnTo>
                    <a:pt x="297291" y="62084"/>
                  </a:lnTo>
                  <a:lnTo>
                    <a:pt x="293906" y="58019"/>
                  </a:lnTo>
                  <a:lnTo>
                    <a:pt x="290393" y="54063"/>
                  </a:lnTo>
                  <a:lnTo>
                    <a:pt x="286758" y="50220"/>
                  </a:lnTo>
                  <a:lnTo>
                    <a:pt x="283002" y="46494"/>
                  </a:lnTo>
                  <a:lnTo>
                    <a:pt x="279130" y="42889"/>
                  </a:lnTo>
                  <a:lnTo>
                    <a:pt x="275146" y="39408"/>
                  </a:lnTo>
                  <a:lnTo>
                    <a:pt x="271055" y="36055"/>
                  </a:lnTo>
                  <a:lnTo>
                    <a:pt x="266859" y="32833"/>
                  </a:lnTo>
                  <a:lnTo>
                    <a:pt x="262563" y="29746"/>
                  </a:lnTo>
                  <a:lnTo>
                    <a:pt x="258171" y="26796"/>
                  </a:lnTo>
                  <a:lnTo>
                    <a:pt x="253689" y="23986"/>
                  </a:lnTo>
                  <a:lnTo>
                    <a:pt x="249119" y="21319"/>
                  </a:lnTo>
                  <a:lnTo>
                    <a:pt x="244468" y="18799"/>
                  </a:lnTo>
                  <a:lnTo>
                    <a:pt x="239739" y="16427"/>
                  </a:lnTo>
                  <a:lnTo>
                    <a:pt x="234938" y="14206"/>
                  </a:lnTo>
                  <a:lnTo>
                    <a:pt x="230069" y="12138"/>
                  </a:lnTo>
                  <a:lnTo>
                    <a:pt x="225136" y="10225"/>
                  </a:lnTo>
                  <a:lnTo>
                    <a:pt x="220146" y="8468"/>
                  </a:lnTo>
                  <a:lnTo>
                    <a:pt x="215103" y="6871"/>
                  </a:lnTo>
                  <a:lnTo>
                    <a:pt x="167160" y="1670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47942" cy="167167"/>
            </a:xfrm>
            <a:custGeom>
              <a:avLst/>
              <a:pathLst>
                <a:path w="47942" h="167167">
                  <a:moveTo>
                    <a:pt x="47942" y="7022"/>
                  </a:moveTo>
                  <a:lnTo>
                    <a:pt x="42089" y="5385"/>
                  </a:lnTo>
                  <a:lnTo>
                    <a:pt x="36180" y="3962"/>
                  </a:lnTo>
                  <a:lnTo>
                    <a:pt x="30223" y="2754"/>
                  </a:lnTo>
                  <a:lnTo>
                    <a:pt x="24227" y="1764"/>
                  </a:lnTo>
                  <a:lnTo>
                    <a:pt x="18198" y="993"/>
                  </a:lnTo>
                  <a:lnTo>
                    <a:pt x="12145" y="441"/>
                  </a:lnTo>
                  <a:lnTo>
                    <a:pt x="6076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709" y="5399291"/>
              <a:ext cx="80835" cy="167167"/>
            </a:xfrm>
            <a:custGeom>
              <a:avLst/>
              <a:pathLst>
                <a:path w="80835" h="167167">
                  <a:moveTo>
                    <a:pt x="80835" y="0"/>
                  </a:moveTo>
                  <a:lnTo>
                    <a:pt x="75211" y="94"/>
                  </a:lnTo>
                  <a:lnTo>
                    <a:pt x="69593" y="378"/>
                  </a:lnTo>
                  <a:lnTo>
                    <a:pt x="63989" y="850"/>
                  </a:lnTo>
                  <a:lnTo>
                    <a:pt x="58403" y="1511"/>
                  </a:lnTo>
                  <a:lnTo>
                    <a:pt x="52843" y="2360"/>
                  </a:lnTo>
                  <a:lnTo>
                    <a:pt x="47315" y="3395"/>
                  </a:lnTo>
                  <a:lnTo>
                    <a:pt x="41824" y="4615"/>
                  </a:lnTo>
                  <a:lnTo>
                    <a:pt x="36378" y="6019"/>
                  </a:lnTo>
                  <a:lnTo>
                    <a:pt x="30982" y="7606"/>
                  </a:lnTo>
                  <a:lnTo>
                    <a:pt x="25642" y="9374"/>
                  </a:lnTo>
                  <a:lnTo>
                    <a:pt x="20365" y="11320"/>
                  </a:lnTo>
                  <a:lnTo>
                    <a:pt x="15156" y="13442"/>
                  </a:lnTo>
                  <a:lnTo>
                    <a:pt x="10022" y="15739"/>
                  </a:lnTo>
                  <a:lnTo>
                    <a:pt x="4968" y="18207"/>
                  </a:lnTo>
                  <a:lnTo>
                    <a:pt x="0" y="20843"/>
                  </a:lnTo>
                  <a:lnTo>
                    <a:pt x="808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709" y="5420135"/>
              <a:ext cx="80835" cy="146323"/>
            </a:xfrm>
            <a:custGeom>
              <a:avLst/>
              <a:pathLst>
                <a:path w="80835" h="146323">
                  <a:moveTo>
                    <a:pt x="0" y="0"/>
                  </a:moveTo>
                  <a:lnTo>
                    <a:pt x="80835" y="146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709" y="5420135"/>
              <a:ext cx="80835" cy="146323"/>
            </a:xfrm>
            <a:custGeom>
              <a:avLst/>
              <a:pathLst>
                <a:path w="80835" h="146323">
                  <a:moveTo>
                    <a:pt x="0" y="0"/>
                  </a:moveTo>
                  <a:lnTo>
                    <a:pt x="80835" y="146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709" y="5420135"/>
              <a:ext cx="80835" cy="146323"/>
            </a:xfrm>
            <a:custGeom>
              <a:avLst/>
              <a:pathLst>
                <a:path w="80835" h="146323">
                  <a:moveTo>
                    <a:pt x="0" y="0"/>
                  </a:moveTo>
                  <a:lnTo>
                    <a:pt x="80835" y="146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709" y="5420135"/>
              <a:ext cx="80835" cy="146323"/>
            </a:xfrm>
            <a:custGeom>
              <a:avLst/>
              <a:pathLst>
                <a:path w="80835" h="146323">
                  <a:moveTo>
                    <a:pt x="0" y="0"/>
                  </a:moveTo>
                  <a:lnTo>
                    <a:pt x="80835" y="1463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42709" y="5420135"/>
              <a:ext cx="80835" cy="146323"/>
            </a:xfrm>
            <a:custGeom>
              <a:avLst/>
              <a:pathLst>
                <a:path w="80835" h="146323">
                  <a:moveTo>
                    <a:pt x="0" y="0"/>
                  </a:moveTo>
                  <a:lnTo>
                    <a:pt x="80835" y="1463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78" y="5420135"/>
              <a:ext cx="167165" cy="311348"/>
            </a:xfrm>
            <a:custGeom>
              <a:avLst/>
              <a:pathLst>
                <a:path w="167165" h="311348">
                  <a:moveTo>
                    <a:pt x="86330" y="0"/>
                  </a:moveTo>
                  <a:lnTo>
                    <a:pt x="81666" y="2675"/>
                  </a:lnTo>
                  <a:lnTo>
                    <a:pt x="77091" y="5498"/>
                  </a:lnTo>
                  <a:lnTo>
                    <a:pt x="72609" y="8468"/>
                  </a:lnTo>
                  <a:lnTo>
                    <a:pt x="68225" y="11580"/>
                  </a:lnTo>
                  <a:lnTo>
                    <a:pt x="63943" y="14831"/>
                  </a:lnTo>
                  <a:lnTo>
                    <a:pt x="59768" y="18219"/>
                  </a:lnTo>
                  <a:lnTo>
                    <a:pt x="55704" y="21739"/>
                  </a:lnTo>
                  <a:lnTo>
                    <a:pt x="51755" y="25388"/>
                  </a:lnTo>
                  <a:lnTo>
                    <a:pt x="47926" y="29161"/>
                  </a:lnTo>
                  <a:lnTo>
                    <a:pt x="44220" y="33057"/>
                  </a:lnTo>
                  <a:lnTo>
                    <a:pt x="40641" y="37069"/>
                  </a:lnTo>
                  <a:lnTo>
                    <a:pt x="37193" y="41194"/>
                  </a:lnTo>
                  <a:lnTo>
                    <a:pt x="33879" y="45428"/>
                  </a:lnTo>
                  <a:lnTo>
                    <a:pt x="30704" y="49767"/>
                  </a:lnTo>
                  <a:lnTo>
                    <a:pt x="27669" y="54205"/>
                  </a:lnTo>
                  <a:lnTo>
                    <a:pt x="24779" y="58738"/>
                  </a:lnTo>
                  <a:lnTo>
                    <a:pt x="22036" y="63363"/>
                  </a:lnTo>
                  <a:lnTo>
                    <a:pt x="19443" y="68073"/>
                  </a:lnTo>
                  <a:lnTo>
                    <a:pt x="17003" y="72864"/>
                  </a:lnTo>
                  <a:lnTo>
                    <a:pt x="14718" y="77730"/>
                  </a:lnTo>
                  <a:lnTo>
                    <a:pt x="12591" y="82668"/>
                  </a:lnTo>
                  <a:lnTo>
                    <a:pt x="10624" y="87672"/>
                  </a:lnTo>
                  <a:lnTo>
                    <a:pt x="8819" y="92736"/>
                  </a:lnTo>
                  <a:lnTo>
                    <a:pt x="7178" y="97856"/>
                  </a:lnTo>
                  <a:lnTo>
                    <a:pt x="5702" y="103026"/>
                  </a:lnTo>
                  <a:lnTo>
                    <a:pt x="4393" y="108241"/>
                  </a:lnTo>
                  <a:lnTo>
                    <a:pt x="3253" y="113495"/>
                  </a:lnTo>
                  <a:lnTo>
                    <a:pt x="2282" y="118783"/>
                  </a:lnTo>
                  <a:lnTo>
                    <a:pt x="1481" y="124100"/>
                  </a:lnTo>
                  <a:lnTo>
                    <a:pt x="852" y="129439"/>
                  </a:lnTo>
                  <a:lnTo>
                    <a:pt x="396" y="134796"/>
                  </a:lnTo>
                  <a:lnTo>
                    <a:pt x="111" y="140165"/>
                  </a:lnTo>
                  <a:lnTo>
                    <a:pt x="0" y="145541"/>
                  </a:lnTo>
                  <a:lnTo>
                    <a:pt x="61" y="150917"/>
                  </a:lnTo>
                  <a:lnTo>
                    <a:pt x="295" y="156288"/>
                  </a:lnTo>
                  <a:lnTo>
                    <a:pt x="702" y="161649"/>
                  </a:lnTo>
                  <a:lnTo>
                    <a:pt x="1281" y="166994"/>
                  </a:lnTo>
                  <a:lnTo>
                    <a:pt x="2031" y="172318"/>
                  </a:lnTo>
                  <a:lnTo>
                    <a:pt x="2953" y="177615"/>
                  </a:lnTo>
                  <a:lnTo>
                    <a:pt x="4044" y="182880"/>
                  </a:lnTo>
                  <a:lnTo>
                    <a:pt x="5304" y="188107"/>
                  </a:lnTo>
                  <a:lnTo>
                    <a:pt x="6731" y="193290"/>
                  </a:lnTo>
                  <a:lnTo>
                    <a:pt x="8324" y="198425"/>
                  </a:lnTo>
                  <a:lnTo>
                    <a:pt x="10082" y="203506"/>
                  </a:lnTo>
                  <a:lnTo>
                    <a:pt x="12002" y="208528"/>
                  </a:lnTo>
                  <a:lnTo>
                    <a:pt x="14083" y="213486"/>
                  </a:lnTo>
                  <a:lnTo>
                    <a:pt x="16322" y="218374"/>
                  </a:lnTo>
                  <a:lnTo>
                    <a:pt x="18717" y="223187"/>
                  </a:lnTo>
                  <a:lnTo>
                    <a:pt x="21265" y="227921"/>
                  </a:lnTo>
                  <a:lnTo>
                    <a:pt x="23965" y="232571"/>
                  </a:lnTo>
                  <a:lnTo>
                    <a:pt x="26813" y="237131"/>
                  </a:lnTo>
                  <a:lnTo>
                    <a:pt x="29805" y="241598"/>
                  </a:lnTo>
                  <a:lnTo>
                    <a:pt x="32940" y="245966"/>
                  </a:lnTo>
                  <a:lnTo>
                    <a:pt x="36214" y="250231"/>
                  </a:lnTo>
                  <a:lnTo>
                    <a:pt x="39623" y="254388"/>
                  </a:lnTo>
                  <a:lnTo>
                    <a:pt x="43164" y="258434"/>
                  </a:lnTo>
                  <a:lnTo>
                    <a:pt x="46834" y="262363"/>
                  </a:lnTo>
                  <a:lnTo>
                    <a:pt x="50628" y="266173"/>
                  </a:lnTo>
                  <a:lnTo>
                    <a:pt x="54542" y="269859"/>
                  </a:lnTo>
                  <a:lnTo>
                    <a:pt x="58573" y="273416"/>
                  </a:lnTo>
                  <a:lnTo>
                    <a:pt x="62716" y="276843"/>
                  </a:lnTo>
                  <a:lnTo>
                    <a:pt x="66967" y="280134"/>
                  </a:lnTo>
                  <a:lnTo>
                    <a:pt x="71322" y="283287"/>
                  </a:lnTo>
                  <a:lnTo>
                    <a:pt x="75776" y="286298"/>
                  </a:lnTo>
                  <a:lnTo>
                    <a:pt x="80325" y="289165"/>
                  </a:lnTo>
                  <a:lnTo>
                    <a:pt x="84963" y="291884"/>
                  </a:lnTo>
                  <a:lnTo>
                    <a:pt x="89687" y="294452"/>
                  </a:lnTo>
                  <a:lnTo>
                    <a:pt x="94491" y="296867"/>
                  </a:lnTo>
                  <a:lnTo>
                    <a:pt x="99369" y="299126"/>
                  </a:lnTo>
                  <a:lnTo>
                    <a:pt x="104318" y="301227"/>
                  </a:lnTo>
                  <a:lnTo>
                    <a:pt x="109332" y="303168"/>
                  </a:lnTo>
                  <a:lnTo>
                    <a:pt x="114406" y="304947"/>
                  </a:lnTo>
                  <a:lnTo>
                    <a:pt x="119534" y="306561"/>
                  </a:lnTo>
                  <a:lnTo>
                    <a:pt x="124712" y="308010"/>
                  </a:lnTo>
                  <a:lnTo>
                    <a:pt x="129933" y="309292"/>
                  </a:lnTo>
                  <a:lnTo>
                    <a:pt x="135193" y="310405"/>
                  </a:lnTo>
                  <a:lnTo>
                    <a:pt x="140486" y="311348"/>
                  </a:lnTo>
                  <a:lnTo>
                    <a:pt x="167165" y="1463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96865" y="5399291"/>
              <a:ext cx="193827" cy="334334"/>
            </a:xfrm>
            <a:custGeom>
              <a:avLst/>
              <a:pathLst>
                <a:path w="193827" h="334334">
                  <a:moveTo>
                    <a:pt x="0" y="332192"/>
                  </a:moveTo>
                  <a:lnTo>
                    <a:pt x="5251" y="332955"/>
                  </a:lnTo>
                  <a:lnTo>
                    <a:pt x="10525" y="333552"/>
                  </a:lnTo>
                  <a:lnTo>
                    <a:pt x="15815" y="333981"/>
                  </a:lnTo>
                  <a:lnTo>
                    <a:pt x="21115" y="334242"/>
                  </a:lnTo>
                  <a:lnTo>
                    <a:pt x="26422" y="334334"/>
                  </a:lnTo>
                  <a:lnTo>
                    <a:pt x="31728" y="334258"/>
                  </a:lnTo>
                  <a:lnTo>
                    <a:pt x="37030" y="334014"/>
                  </a:lnTo>
                  <a:lnTo>
                    <a:pt x="42321" y="333601"/>
                  </a:lnTo>
                  <a:lnTo>
                    <a:pt x="47596" y="333020"/>
                  </a:lnTo>
                  <a:lnTo>
                    <a:pt x="52850" y="332273"/>
                  </a:lnTo>
                  <a:lnTo>
                    <a:pt x="58078" y="331359"/>
                  </a:lnTo>
                  <a:lnTo>
                    <a:pt x="63274" y="330279"/>
                  </a:lnTo>
                  <a:lnTo>
                    <a:pt x="68434" y="329036"/>
                  </a:lnTo>
                  <a:lnTo>
                    <a:pt x="73551" y="327628"/>
                  </a:lnTo>
                  <a:lnTo>
                    <a:pt x="78621" y="326060"/>
                  </a:lnTo>
                  <a:lnTo>
                    <a:pt x="83639" y="324331"/>
                  </a:lnTo>
                  <a:lnTo>
                    <a:pt x="88599" y="322443"/>
                  </a:lnTo>
                  <a:lnTo>
                    <a:pt x="93497" y="320400"/>
                  </a:lnTo>
                  <a:lnTo>
                    <a:pt x="98327" y="318201"/>
                  </a:lnTo>
                  <a:lnTo>
                    <a:pt x="103085" y="315851"/>
                  </a:lnTo>
                  <a:lnTo>
                    <a:pt x="107767" y="313351"/>
                  </a:lnTo>
                  <a:lnTo>
                    <a:pt x="112366" y="310703"/>
                  </a:lnTo>
                  <a:lnTo>
                    <a:pt x="116879" y="307911"/>
                  </a:lnTo>
                  <a:lnTo>
                    <a:pt x="121301" y="304976"/>
                  </a:lnTo>
                  <a:lnTo>
                    <a:pt x="125628" y="301903"/>
                  </a:lnTo>
                  <a:lnTo>
                    <a:pt x="129855" y="298694"/>
                  </a:lnTo>
                  <a:lnTo>
                    <a:pt x="133978" y="295353"/>
                  </a:lnTo>
                  <a:lnTo>
                    <a:pt x="137993" y="291882"/>
                  </a:lnTo>
                  <a:lnTo>
                    <a:pt x="141896" y="288286"/>
                  </a:lnTo>
                  <a:lnTo>
                    <a:pt x="145683" y="284567"/>
                  </a:lnTo>
                  <a:lnTo>
                    <a:pt x="149350" y="280731"/>
                  </a:lnTo>
                  <a:lnTo>
                    <a:pt x="152893" y="276779"/>
                  </a:lnTo>
                  <a:lnTo>
                    <a:pt x="156309" y="272718"/>
                  </a:lnTo>
                  <a:lnTo>
                    <a:pt x="159594" y="268549"/>
                  </a:lnTo>
                  <a:lnTo>
                    <a:pt x="162745" y="264279"/>
                  </a:lnTo>
                  <a:lnTo>
                    <a:pt x="165759" y="259911"/>
                  </a:lnTo>
                  <a:lnTo>
                    <a:pt x="168633" y="255449"/>
                  </a:lnTo>
                  <a:lnTo>
                    <a:pt x="171364" y="250899"/>
                  </a:lnTo>
                  <a:lnTo>
                    <a:pt x="173949" y="246264"/>
                  </a:lnTo>
                  <a:lnTo>
                    <a:pt x="176386" y="241549"/>
                  </a:lnTo>
                  <a:lnTo>
                    <a:pt x="178671" y="236759"/>
                  </a:lnTo>
                  <a:lnTo>
                    <a:pt x="180804" y="231899"/>
                  </a:lnTo>
                  <a:lnTo>
                    <a:pt x="182781" y="226974"/>
                  </a:lnTo>
                  <a:lnTo>
                    <a:pt x="184601" y="221989"/>
                  </a:lnTo>
                  <a:lnTo>
                    <a:pt x="186261" y="216948"/>
                  </a:lnTo>
                  <a:lnTo>
                    <a:pt x="187761" y="211858"/>
                  </a:lnTo>
                  <a:lnTo>
                    <a:pt x="189099" y="206722"/>
                  </a:lnTo>
                  <a:lnTo>
                    <a:pt x="190272" y="201546"/>
                  </a:lnTo>
                  <a:lnTo>
                    <a:pt x="191281" y="196336"/>
                  </a:lnTo>
                  <a:lnTo>
                    <a:pt x="192124" y="191096"/>
                  </a:lnTo>
                  <a:lnTo>
                    <a:pt x="192800" y="185832"/>
                  </a:lnTo>
                  <a:lnTo>
                    <a:pt x="193309" y="180549"/>
                  </a:lnTo>
                  <a:lnTo>
                    <a:pt x="193650" y="175253"/>
                  </a:lnTo>
                  <a:lnTo>
                    <a:pt x="193823" y="169949"/>
                  </a:lnTo>
                  <a:lnTo>
                    <a:pt x="193827" y="164642"/>
                  </a:lnTo>
                  <a:lnTo>
                    <a:pt x="193662" y="159337"/>
                  </a:lnTo>
                  <a:lnTo>
                    <a:pt x="193330" y="154040"/>
                  </a:lnTo>
                  <a:lnTo>
                    <a:pt x="192829" y="148757"/>
                  </a:lnTo>
                  <a:lnTo>
                    <a:pt x="192161" y="143492"/>
                  </a:lnTo>
                  <a:lnTo>
                    <a:pt x="191326" y="138251"/>
                  </a:lnTo>
                  <a:lnTo>
                    <a:pt x="190325" y="133039"/>
                  </a:lnTo>
                  <a:lnTo>
                    <a:pt x="189159" y="127861"/>
                  </a:lnTo>
                  <a:lnTo>
                    <a:pt x="187830" y="122724"/>
                  </a:lnTo>
                  <a:lnTo>
                    <a:pt x="186338" y="117631"/>
                  </a:lnTo>
                  <a:lnTo>
                    <a:pt x="184685" y="112587"/>
                  </a:lnTo>
                  <a:lnTo>
                    <a:pt x="182872" y="107599"/>
                  </a:lnTo>
                  <a:lnTo>
                    <a:pt x="180903" y="102671"/>
                  </a:lnTo>
                  <a:lnTo>
                    <a:pt x="178778" y="97808"/>
                  </a:lnTo>
                  <a:lnTo>
                    <a:pt x="176499" y="93015"/>
                  </a:lnTo>
                  <a:lnTo>
                    <a:pt x="174070" y="88296"/>
                  </a:lnTo>
                  <a:lnTo>
                    <a:pt x="171492" y="83657"/>
                  </a:lnTo>
                  <a:lnTo>
                    <a:pt x="168768" y="79102"/>
                  </a:lnTo>
                  <a:lnTo>
                    <a:pt x="165901" y="74636"/>
                  </a:lnTo>
                  <a:lnTo>
                    <a:pt x="162894" y="70264"/>
                  </a:lnTo>
                  <a:lnTo>
                    <a:pt x="159749" y="65989"/>
                  </a:lnTo>
                  <a:lnTo>
                    <a:pt x="156470" y="61815"/>
                  </a:lnTo>
                  <a:lnTo>
                    <a:pt x="153061" y="57748"/>
                  </a:lnTo>
                  <a:lnTo>
                    <a:pt x="149524" y="53792"/>
                  </a:lnTo>
                  <a:lnTo>
                    <a:pt x="145863" y="49949"/>
                  </a:lnTo>
                  <a:lnTo>
                    <a:pt x="142082" y="46225"/>
                  </a:lnTo>
                  <a:lnTo>
                    <a:pt x="138185" y="42623"/>
                  </a:lnTo>
                  <a:lnTo>
                    <a:pt x="134175" y="39146"/>
                  </a:lnTo>
                  <a:lnTo>
                    <a:pt x="130057" y="35798"/>
                  </a:lnTo>
                  <a:lnTo>
                    <a:pt x="125835" y="32583"/>
                  </a:lnTo>
                  <a:lnTo>
                    <a:pt x="121513" y="29503"/>
                  </a:lnTo>
                  <a:lnTo>
                    <a:pt x="117095" y="26562"/>
                  </a:lnTo>
                  <a:lnTo>
                    <a:pt x="112586" y="23763"/>
                  </a:lnTo>
                  <a:lnTo>
                    <a:pt x="107991" y="21108"/>
                  </a:lnTo>
                  <a:lnTo>
                    <a:pt x="103313" y="18600"/>
                  </a:lnTo>
                  <a:lnTo>
                    <a:pt x="98559" y="16243"/>
                  </a:lnTo>
                  <a:lnTo>
                    <a:pt x="93732" y="14037"/>
                  </a:lnTo>
                  <a:lnTo>
                    <a:pt x="88837" y="11986"/>
                  </a:lnTo>
                  <a:lnTo>
                    <a:pt x="83880" y="10091"/>
                  </a:lnTo>
                  <a:lnTo>
                    <a:pt x="78865" y="8354"/>
                  </a:lnTo>
                  <a:lnTo>
                    <a:pt x="73797" y="6778"/>
                  </a:lnTo>
                  <a:lnTo>
                    <a:pt x="68682" y="5363"/>
                  </a:lnTo>
                  <a:lnTo>
                    <a:pt x="63525" y="4111"/>
                  </a:lnTo>
                  <a:lnTo>
                    <a:pt x="58330" y="3023"/>
                  </a:lnTo>
                  <a:lnTo>
                    <a:pt x="53104" y="2101"/>
                  </a:lnTo>
                  <a:lnTo>
                    <a:pt x="47851" y="1346"/>
                  </a:lnTo>
                  <a:lnTo>
                    <a:pt x="42576" y="757"/>
                  </a:lnTo>
                  <a:lnTo>
                    <a:pt x="37286" y="336"/>
                  </a:lnTo>
                  <a:lnTo>
                    <a:pt x="31985" y="84"/>
                  </a:lnTo>
                  <a:lnTo>
                    <a:pt x="26678" y="0"/>
                  </a:lnTo>
                  <a:lnTo>
                    <a:pt x="2667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6781" y="5269756"/>
              <a:ext cx="28477" cy="167167"/>
            </a:xfrm>
            <a:custGeom>
              <a:avLst/>
              <a:pathLst>
                <a:path w="28477" h="167167">
                  <a:moveTo>
                    <a:pt x="28477" y="0"/>
                  </a:moveTo>
                  <a:lnTo>
                    <a:pt x="21325" y="153"/>
                  </a:lnTo>
                  <a:lnTo>
                    <a:pt x="14186" y="611"/>
                  </a:lnTo>
                  <a:lnTo>
                    <a:pt x="7073" y="1375"/>
                  </a:lnTo>
                  <a:lnTo>
                    <a:pt x="0" y="2443"/>
                  </a:lnTo>
                  <a:lnTo>
                    <a:pt x="284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6781" y="5272199"/>
              <a:ext cx="28477" cy="164724"/>
            </a:xfrm>
            <a:custGeom>
              <a:avLst/>
              <a:pathLst>
                <a:path w="28477" h="164724">
                  <a:moveTo>
                    <a:pt x="0" y="0"/>
                  </a:moveTo>
                  <a:lnTo>
                    <a:pt x="28477" y="164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6781" y="5272199"/>
              <a:ext cx="28477" cy="164724"/>
            </a:xfrm>
            <a:custGeom>
              <a:avLst/>
              <a:pathLst>
                <a:path w="28477" h="164724">
                  <a:moveTo>
                    <a:pt x="0" y="0"/>
                  </a:moveTo>
                  <a:lnTo>
                    <a:pt x="28477" y="164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6781" y="5272199"/>
              <a:ext cx="28477" cy="164724"/>
            </a:xfrm>
            <a:custGeom>
              <a:avLst/>
              <a:pathLst>
                <a:path w="28477" h="164724">
                  <a:moveTo>
                    <a:pt x="0" y="0"/>
                  </a:moveTo>
                  <a:lnTo>
                    <a:pt x="28477" y="1647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16781" y="5272199"/>
              <a:ext cx="28477" cy="164724"/>
            </a:xfrm>
            <a:custGeom>
              <a:avLst/>
              <a:pathLst>
                <a:path w="28477" h="164724">
                  <a:moveTo>
                    <a:pt x="0" y="0"/>
                  </a:moveTo>
                  <a:lnTo>
                    <a:pt x="28477" y="1647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90074" y="5272199"/>
              <a:ext cx="155183" cy="164724"/>
            </a:xfrm>
            <a:custGeom>
              <a:avLst/>
              <a:pathLst>
                <a:path w="155183" h="164724">
                  <a:moveTo>
                    <a:pt x="126706" y="0"/>
                  </a:moveTo>
                  <a:lnTo>
                    <a:pt x="121310" y="1024"/>
                  </a:lnTo>
                  <a:lnTo>
                    <a:pt x="115950" y="2225"/>
                  </a:lnTo>
                  <a:lnTo>
                    <a:pt x="110632" y="3602"/>
                  </a:lnTo>
                  <a:lnTo>
                    <a:pt x="105363" y="5153"/>
                  </a:lnTo>
                  <a:lnTo>
                    <a:pt x="100147" y="6876"/>
                  </a:lnTo>
                  <a:lnTo>
                    <a:pt x="94991" y="8769"/>
                  </a:lnTo>
                  <a:lnTo>
                    <a:pt x="89899" y="10831"/>
                  </a:lnTo>
                  <a:lnTo>
                    <a:pt x="84879" y="13059"/>
                  </a:lnTo>
                  <a:lnTo>
                    <a:pt x="79934" y="15450"/>
                  </a:lnTo>
                  <a:lnTo>
                    <a:pt x="75070" y="18003"/>
                  </a:lnTo>
                  <a:lnTo>
                    <a:pt x="70293" y="20715"/>
                  </a:lnTo>
                  <a:lnTo>
                    <a:pt x="65608" y="23581"/>
                  </a:lnTo>
                  <a:lnTo>
                    <a:pt x="61019" y="26601"/>
                  </a:lnTo>
                  <a:lnTo>
                    <a:pt x="56532" y="29769"/>
                  </a:lnTo>
                  <a:lnTo>
                    <a:pt x="52151" y="33083"/>
                  </a:lnTo>
                  <a:lnTo>
                    <a:pt x="47882" y="36539"/>
                  </a:lnTo>
                  <a:lnTo>
                    <a:pt x="43728" y="40133"/>
                  </a:lnTo>
                  <a:lnTo>
                    <a:pt x="39695" y="43862"/>
                  </a:lnTo>
                  <a:lnTo>
                    <a:pt x="35787" y="47722"/>
                  </a:lnTo>
                  <a:lnTo>
                    <a:pt x="32007" y="51708"/>
                  </a:lnTo>
                  <a:lnTo>
                    <a:pt x="28361" y="55816"/>
                  </a:lnTo>
                  <a:lnTo>
                    <a:pt x="24851" y="60041"/>
                  </a:lnTo>
                  <a:lnTo>
                    <a:pt x="21482" y="64380"/>
                  </a:lnTo>
                  <a:lnTo>
                    <a:pt x="18257" y="68827"/>
                  </a:lnTo>
                  <a:lnTo>
                    <a:pt x="15181" y="73377"/>
                  </a:lnTo>
                  <a:lnTo>
                    <a:pt x="12255" y="78026"/>
                  </a:lnTo>
                  <a:lnTo>
                    <a:pt x="9484" y="82769"/>
                  </a:lnTo>
                  <a:lnTo>
                    <a:pt x="6870" y="87600"/>
                  </a:lnTo>
                  <a:lnTo>
                    <a:pt x="4416" y="92514"/>
                  </a:lnTo>
                  <a:lnTo>
                    <a:pt x="2125" y="97506"/>
                  </a:lnTo>
                  <a:lnTo>
                    <a:pt x="0" y="102571"/>
                  </a:lnTo>
                  <a:lnTo>
                    <a:pt x="155183" y="1647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091" y="5269756"/>
              <a:ext cx="334324" cy="334327"/>
            </a:xfrm>
            <a:custGeom>
              <a:avLst/>
              <a:pathLst>
                <a:path w="334324" h="334327">
                  <a:moveTo>
                    <a:pt x="11983" y="105015"/>
                  </a:moveTo>
                  <a:lnTo>
                    <a:pt x="10095" y="109954"/>
                  </a:lnTo>
                  <a:lnTo>
                    <a:pt x="8364" y="114951"/>
                  </a:lnTo>
                  <a:lnTo>
                    <a:pt x="6791" y="120000"/>
                  </a:lnTo>
                  <a:lnTo>
                    <a:pt x="5380" y="125097"/>
                  </a:lnTo>
                  <a:lnTo>
                    <a:pt x="4130" y="130235"/>
                  </a:lnTo>
                  <a:lnTo>
                    <a:pt x="3043" y="135410"/>
                  </a:lnTo>
                  <a:lnTo>
                    <a:pt x="2121" y="140618"/>
                  </a:lnTo>
                  <a:lnTo>
                    <a:pt x="1364" y="145851"/>
                  </a:lnTo>
                  <a:lnTo>
                    <a:pt x="773" y="151106"/>
                  </a:lnTo>
                  <a:lnTo>
                    <a:pt x="348" y="156378"/>
                  </a:lnTo>
                  <a:lnTo>
                    <a:pt x="90" y="161659"/>
                  </a:lnTo>
                  <a:lnTo>
                    <a:pt x="0" y="166947"/>
                  </a:lnTo>
                  <a:lnTo>
                    <a:pt x="76" y="172235"/>
                  </a:lnTo>
                  <a:lnTo>
                    <a:pt x="320" y="177517"/>
                  </a:lnTo>
                  <a:lnTo>
                    <a:pt x="731" y="182789"/>
                  </a:lnTo>
                  <a:lnTo>
                    <a:pt x="1308" y="188046"/>
                  </a:lnTo>
                  <a:lnTo>
                    <a:pt x="2052" y="193282"/>
                  </a:lnTo>
                  <a:lnTo>
                    <a:pt x="2960" y="198491"/>
                  </a:lnTo>
                  <a:lnTo>
                    <a:pt x="4033" y="203670"/>
                  </a:lnTo>
                  <a:lnTo>
                    <a:pt x="5270" y="208811"/>
                  </a:lnTo>
                  <a:lnTo>
                    <a:pt x="6668" y="213911"/>
                  </a:lnTo>
                  <a:lnTo>
                    <a:pt x="8227" y="218964"/>
                  </a:lnTo>
                  <a:lnTo>
                    <a:pt x="9945" y="223966"/>
                  </a:lnTo>
                  <a:lnTo>
                    <a:pt x="11820" y="228910"/>
                  </a:lnTo>
                  <a:lnTo>
                    <a:pt x="13850" y="233793"/>
                  </a:lnTo>
                  <a:lnTo>
                    <a:pt x="16035" y="238609"/>
                  </a:lnTo>
                  <a:lnTo>
                    <a:pt x="18370" y="243354"/>
                  </a:lnTo>
                  <a:lnTo>
                    <a:pt x="20854" y="248022"/>
                  </a:lnTo>
                  <a:lnTo>
                    <a:pt x="23485" y="252610"/>
                  </a:lnTo>
                  <a:lnTo>
                    <a:pt x="26259" y="257112"/>
                  </a:lnTo>
                  <a:lnTo>
                    <a:pt x="29175" y="261524"/>
                  </a:lnTo>
                  <a:lnTo>
                    <a:pt x="32229" y="265841"/>
                  </a:lnTo>
                  <a:lnTo>
                    <a:pt x="35417" y="270060"/>
                  </a:lnTo>
                  <a:lnTo>
                    <a:pt x="38738" y="274176"/>
                  </a:lnTo>
                  <a:lnTo>
                    <a:pt x="42187" y="278184"/>
                  </a:lnTo>
                  <a:lnTo>
                    <a:pt x="45761" y="282082"/>
                  </a:lnTo>
                  <a:lnTo>
                    <a:pt x="49456" y="285865"/>
                  </a:lnTo>
                  <a:lnTo>
                    <a:pt x="53270" y="289529"/>
                  </a:lnTo>
                  <a:lnTo>
                    <a:pt x="57197" y="293070"/>
                  </a:lnTo>
                  <a:lnTo>
                    <a:pt x="61234" y="296485"/>
                  </a:lnTo>
                  <a:lnTo>
                    <a:pt x="65378" y="299771"/>
                  </a:lnTo>
                  <a:lnTo>
                    <a:pt x="69623" y="302925"/>
                  </a:lnTo>
                  <a:lnTo>
                    <a:pt x="73966" y="305942"/>
                  </a:lnTo>
                  <a:lnTo>
                    <a:pt x="78402" y="308821"/>
                  </a:lnTo>
                  <a:lnTo>
                    <a:pt x="82927" y="311557"/>
                  </a:lnTo>
                  <a:lnTo>
                    <a:pt x="87536" y="314150"/>
                  </a:lnTo>
                  <a:lnTo>
                    <a:pt x="92225" y="316595"/>
                  </a:lnTo>
                  <a:lnTo>
                    <a:pt x="96989" y="318890"/>
                  </a:lnTo>
                  <a:lnTo>
                    <a:pt x="101823" y="321034"/>
                  </a:lnTo>
                  <a:lnTo>
                    <a:pt x="106723" y="323024"/>
                  </a:lnTo>
                  <a:lnTo>
                    <a:pt x="111683" y="324858"/>
                  </a:lnTo>
                  <a:lnTo>
                    <a:pt x="116698" y="326534"/>
                  </a:lnTo>
                  <a:lnTo>
                    <a:pt x="121765" y="328051"/>
                  </a:lnTo>
                  <a:lnTo>
                    <a:pt x="126876" y="329406"/>
                  </a:lnTo>
                  <a:lnTo>
                    <a:pt x="132028" y="330600"/>
                  </a:lnTo>
                  <a:lnTo>
                    <a:pt x="137215" y="331629"/>
                  </a:lnTo>
                  <a:lnTo>
                    <a:pt x="142432" y="332494"/>
                  </a:lnTo>
                  <a:lnTo>
                    <a:pt x="147674" y="333194"/>
                  </a:lnTo>
                  <a:lnTo>
                    <a:pt x="152935" y="333727"/>
                  </a:lnTo>
                  <a:lnTo>
                    <a:pt x="158210" y="334094"/>
                  </a:lnTo>
                  <a:lnTo>
                    <a:pt x="163495" y="334294"/>
                  </a:lnTo>
                  <a:lnTo>
                    <a:pt x="168783" y="334327"/>
                  </a:lnTo>
                  <a:lnTo>
                    <a:pt x="174069" y="334192"/>
                  </a:lnTo>
                  <a:lnTo>
                    <a:pt x="179349" y="333890"/>
                  </a:lnTo>
                  <a:lnTo>
                    <a:pt x="184616" y="333421"/>
                  </a:lnTo>
                  <a:lnTo>
                    <a:pt x="189866" y="332786"/>
                  </a:lnTo>
                  <a:lnTo>
                    <a:pt x="195094" y="331985"/>
                  </a:lnTo>
                  <a:lnTo>
                    <a:pt x="200293" y="331019"/>
                  </a:lnTo>
                  <a:lnTo>
                    <a:pt x="205459" y="329890"/>
                  </a:lnTo>
                  <a:lnTo>
                    <a:pt x="210587" y="328597"/>
                  </a:lnTo>
                  <a:lnTo>
                    <a:pt x="215671" y="327143"/>
                  </a:lnTo>
                  <a:lnTo>
                    <a:pt x="220707" y="325529"/>
                  </a:lnTo>
                  <a:lnTo>
                    <a:pt x="225689" y="323756"/>
                  </a:lnTo>
                  <a:lnTo>
                    <a:pt x="230613" y="321826"/>
                  </a:lnTo>
                  <a:lnTo>
                    <a:pt x="235473" y="319742"/>
                  </a:lnTo>
                  <a:lnTo>
                    <a:pt x="240265" y="317505"/>
                  </a:lnTo>
                  <a:lnTo>
                    <a:pt x="244984" y="315118"/>
                  </a:lnTo>
                  <a:lnTo>
                    <a:pt x="249624" y="312583"/>
                  </a:lnTo>
                  <a:lnTo>
                    <a:pt x="254183" y="309902"/>
                  </a:lnTo>
                  <a:lnTo>
                    <a:pt x="258654" y="307078"/>
                  </a:lnTo>
                  <a:lnTo>
                    <a:pt x="263034" y="304114"/>
                  </a:lnTo>
                  <a:lnTo>
                    <a:pt x="267317" y="301013"/>
                  </a:lnTo>
                  <a:lnTo>
                    <a:pt x="271501" y="297779"/>
                  </a:lnTo>
                  <a:lnTo>
                    <a:pt x="275580" y="294413"/>
                  </a:lnTo>
                  <a:lnTo>
                    <a:pt x="279550" y="290920"/>
                  </a:lnTo>
                  <a:lnTo>
                    <a:pt x="283409" y="287304"/>
                  </a:lnTo>
                  <a:lnTo>
                    <a:pt x="287150" y="283567"/>
                  </a:lnTo>
                  <a:lnTo>
                    <a:pt x="290772" y="279713"/>
                  </a:lnTo>
                  <a:lnTo>
                    <a:pt x="294270" y="275747"/>
                  </a:lnTo>
                  <a:lnTo>
                    <a:pt x="297641" y="271673"/>
                  </a:lnTo>
                  <a:lnTo>
                    <a:pt x="300881" y="267493"/>
                  </a:lnTo>
                  <a:lnTo>
                    <a:pt x="303988" y="263214"/>
                  </a:lnTo>
                  <a:lnTo>
                    <a:pt x="306957" y="258838"/>
                  </a:lnTo>
                  <a:lnTo>
                    <a:pt x="309787" y="254371"/>
                  </a:lnTo>
                  <a:lnTo>
                    <a:pt x="312474" y="249816"/>
                  </a:lnTo>
                  <a:lnTo>
                    <a:pt x="315015" y="245178"/>
                  </a:lnTo>
                  <a:lnTo>
                    <a:pt x="317409" y="240463"/>
                  </a:lnTo>
                  <a:lnTo>
                    <a:pt x="319652" y="235674"/>
                  </a:lnTo>
                  <a:lnTo>
                    <a:pt x="321743" y="230817"/>
                  </a:lnTo>
                  <a:lnTo>
                    <a:pt x="323679" y="225895"/>
                  </a:lnTo>
                  <a:lnTo>
                    <a:pt x="325458" y="220916"/>
                  </a:lnTo>
                  <a:lnTo>
                    <a:pt x="327079" y="215882"/>
                  </a:lnTo>
                  <a:lnTo>
                    <a:pt x="328540" y="210799"/>
                  </a:lnTo>
                  <a:lnTo>
                    <a:pt x="329839" y="205673"/>
                  </a:lnTo>
                  <a:lnTo>
                    <a:pt x="330975" y="200509"/>
                  </a:lnTo>
                  <a:lnTo>
                    <a:pt x="331948" y="195311"/>
                  </a:lnTo>
                  <a:lnTo>
                    <a:pt x="332756" y="190084"/>
                  </a:lnTo>
                  <a:lnTo>
                    <a:pt x="333398" y="184835"/>
                  </a:lnTo>
                  <a:lnTo>
                    <a:pt x="333874" y="179569"/>
                  </a:lnTo>
                  <a:lnTo>
                    <a:pt x="334182" y="174289"/>
                  </a:lnTo>
                  <a:lnTo>
                    <a:pt x="334324" y="169003"/>
                  </a:lnTo>
                  <a:lnTo>
                    <a:pt x="334299" y="163715"/>
                  </a:lnTo>
                  <a:lnTo>
                    <a:pt x="334106" y="158430"/>
                  </a:lnTo>
                  <a:lnTo>
                    <a:pt x="333746" y="153154"/>
                  </a:lnTo>
                  <a:lnTo>
                    <a:pt x="333219" y="147892"/>
                  </a:lnTo>
                  <a:lnTo>
                    <a:pt x="332527" y="142650"/>
                  </a:lnTo>
                  <a:lnTo>
                    <a:pt x="331668" y="137432"/>
                  </a:lnTo>
                  <a:lnTo>
                    <a:pt x="330645" y="132243"/>
                  </a:lnTo>
                  <a:lnTo>
                    <a:pt x="329459" y="127090"/>
                  </a:lnTo>
                  <a:lnTo>
                    <a:pt x="328110" y="121976"/>
                  </a:lnTo>
                  <a:lnTo>
                    <a:pt x="326600" y="116908"/>
                  </a:lnTo>
                  <a:lnTo>
                    <a:pt x="324931" y="111891"/>
                  </a:lnTo>
                  <a:lnTo>
                    <a:pt x="323103" y="106928"/>
                  </a:lnTo>
                  <a:lnTo>
                    <a:pt x="321120" y="102026"/>
                  </a:lnTo>
                  <a:lnTo>
                    <a:pt x="318983" y="97189"/>
                  </a:lnTo>
                  <a:lnTo>
                    <a:pt x="316693" y="92422"/>
                  </a:lnTo>
                  <a:lnTo>
                    <a:pt x="314254" y="87730"/>
                  </a:lnTo>
                  <a:lnTo>
                    <a:pt x="311668" y="83117"/>
                  </a:lnTo>
                  <a:lnTo>
                    <a:pt x="308937" y="78589"/>
                  </a:lnTo>
                  <a:lnTo>
                    <a:pt x="306064" y="74149"/>
                  </a:lnTo>
                  <a:lnTo>
                    <a:pt x="303053" y="69802"/>
                  </a:lnTo>
                  <a:lnTo>
                    <a:pt x="299905" y="65552"/>
                  </a:lnTo>
                  <a:lnTo>
                    <a:pt x="296625" y="61405"/>
                  </a:lnTo>
                  <a:lnTo>
                    <a:pt x="293214" y="57363"/>
                  </a:lnTo>
                  <a:lnTo>
                    <a:pt x="289678" y="53431"/>
                  </a:lnTo>
                  <a:lnTo>
                    <a:pt x="286019" y="49613"/>
                  </a:lnTo>
                  <a:lnTo>
                    <a:pt x="282242" y="45912"/>
                  </a:lnTo>
                  <a:lnTo>
                    <a:pt x="278349" y="42333"/>
                  </a:lnTo>
                  <a:lnTo>
                    <a:pt x="274345" y="38879"/>
                  </a:lnTo>
                  <a:lnTo>
                    <a:pt x="270233" y="35553"/>
                  </a:lnTo>
                  <a:lnTo>
                    <a:pt x="266019" y="32359"/>
                  </a:lnTo>
                  <a:lnTo>
                    <a:pt x="261705" y="29299"/>
                  </a:lnTo>
                  <a:lnTo>
                    <a:pt x="257297" y="26378"/>
                  </a:lnTo>
                  <a:lnTo>
                    <a:pt x="252799" y="23598"/>
                  </a:lnTo>
                  <a:lnTo>
                    <a:pt x="248215" y="20961"/>
                  </a:lnTo>
                  <a:lnTo>
                    <a:pt x="243550" y="18471"/>
                  </a:lnTo>
                  <a:lnTo>
                    <a:pt x="238808" y="16129"/>
                  </a:lnTo>
                  <a:lnTo>
                    <a:pt x="233995" y="13938"/>
                  </a:lnTo>
                  <a:lnTo>
                    <a:pt x="229115" y="11901"/>
                  </a:lnTo>
                  <a:lnTo>
                    <a:pt x="224173" y="10020"/>
                  </a:lnTo>
                  <a:lnTo>
                    <a:pt x="219174" y="8295"/>
                  </a:lnTo>
                  <a:lnTo>
                    <a:pt x="214122" y="6730"/>
                  </a:lnTo>
                  <a:lnTo>
                    <a:pt x="209024" y="5325"/>
                  </a:lnTo>
                  <a:lnTo>
                    <a:pt x="203884" y="4082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8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6727" y="5018213"/>
              <a:ext cx="44311" cy="167167"/>
            </a:xfrm>
            <a:custGeom>
              <a:avLst/>
              <a:pathLst>
                <a:path w="44311" h="167167">
                  <a:moveTo>
                    <a:pt x="44311" y="0"/>
                  </a:moveTo>
                  <a:lnTo>
                    <a:pt x="37905" y="122"/>
                  </a:lnTo>
                  <a:lnTo>
                    <a:pt x="31510" y="490"/>
                  </a:lnTo>
                  <a:lnTo>
                    <a:pt x="25133" y="1103"/>
                  </a:lnTo>
                  <a:lnTo>
                    <a:pt x="18784" y="1960"/>
                  </a:lnTo>
                  <a:lnTo>
                    <a:pt x="12473" y="3059"/>
                  </a:lnTo>
                  <a:lnTo>
                    <a:pt x="6208" y="4400"/>
                  </a:lnTo>
                  <a:lnTo>
                    <a:pt x="0" y="5979"/>
                  </a:lnTo>
                  <a:lnTo>
                    <a:pt x="4431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6727" y="5024193"/>
              <a:ext cx="44311" cy="161187"/>
            </a:xfrm>
            <a:custGeom>
              <a:avLst/>
              <a:pathLst>
                <a:path w="44311" h="161187">
                  <a:moveTo>
                    <a:pt x="0" y="0"/>
                  </a:moveTo>
                  <a:lnTo>
                    <a:pt x="44311" y="16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6727" y="5024193"/>
              <a:ext cx="44311" cy="161187"/>
            </a:xfrm>
            <a:custGeom>
              <a:avLst/>
              <a:pathLst>
                <a:path w="44311" h="161187">
                  <a:moveTo>
                    <a:pt x="0" y="0"/>
                  </a:moveTo>
                  <a:lnTo>
                    <a:pt x="44311" y="1611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76727" y="5024193"/>
              <a:ext cx="44311" cy="161187"/>
            </a:xfrm>
            <a:custGeom>
              <a:avLst/>
              <a:pathLst>
                <a:path w="44311" h="161187">
                  <a:moveTo>
                    <a:pt x="0" y="0"/>
                  </a:moveTo>
                  <a:lnTo>
                    <a:pt x="44311" y="1611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880" y="5024193"/>
              <a:ext cx="167158" cy="181042"/>
            </a:xfrm>
            <a:custGeom>
              <a:avLst/>
              <a:pathLst>
                <a:path w="167158" h="181042">
                  <a:moveTo>
                    <a:pt x="122847" y="0"/>
                  </a:moveTo>
                  <a:lnTo>
                    <a:pt x="117663" y="1515"/>
                  </a:lnTo>
                  <a:lnTo>
                    <a:pt x="112531" y="3197"/>
                  </a:lnTo>
                  <a:lnTo>
                    <a:pt x="107456" y="5044"/>
                  </a:lnTo>
                  <a:lnTo>
                    <a:pt x="102444" y="7054"/>
                  </a:lnTo>
                  <a:lnTo>
                    <a:pt x="97498" y="9225"/>
                  </a:lnTo>
                  <a:lnTo>
                    <a:pt x="92626" y="11555"/>
                  </a:lnTo>
                  <a:lnTo>
                    <a:pt x="87831" y="14040"/>
                  </a:lnTo>
                  <a:lnTo>
                    <a:pt x="83120" y="16680"/>
                  </a:lnTo>
                  <a:lnTo>
                    <a:pt x="78495" y="19470"/>
                  </a:lnTo>
                  <a:lnTo>
                    <a:pt x="73964" y="22408"/>
                  </a:lnTo>
                  <a:lnTo>
                    <a:pt x="69529" y="25491"/>
                  </a:lnTo>
                  <a:lnTo>
                    <a:pt x="65197" y="28715"/>
                  </a:lnTo>
                  <a:lnTo>
                    <a:pt x="60971" y="32078"/>
                  </a:lnTo>
                  <a:lnTo>
                    <a:pt x="56856" y="35575"/>
                  </a:lnTo>
                  <a:lnTo>
                    <a:pt x="52856" y="39204"/>
                  </a:lnTo>
                  <a:lnTo>
                    <a:pt x="48975" y="42960"/>
                  </a:lnTo>
                  <a:lnTo>
                    <a:pt x="45218" y="46839"/>
                  </a:lnTo>
                  <a:lnTo>
                    <a:pt x="41587" y="50838"/>
                  </a:lnTo>
                  <a:lnTo>
                    <a:pt x="38088" y="54952"/>
                  </a:lnTo>
                  <a:lnTo>
                    <a:pt x="34724" y="59177"/>
                  </a:lnTo>
                  <a:lnTo>
                    <a:pt x="31498" y="63508"/>
                  </a:lnTo>
                  <a:lnTo>
                    <a:pt x="28413" y="67941"/>
                  </a:lnTo>
                  <a:lnTo>
                    <a:pt x="25474" y="72472"/>
                  </a:lnTo>
                  <a:lnTo>
                    <a:pt x="22682" y="77095"/>
                  </a:lnTo>
                  <a:lnTo>
                    <a:pt x="20041" y="81806"/>
                  </a:lnTo>
                  <a:lnTo>
                    <a:pt x="17553" y="86599"/>
                  </a:lnTo>
                  <a:lnTo>
                    <a:pt x="15222" y="91471"/>
                  </a:lnTo>
                  <a:lnTo>
                    <a:pt x="13049" y="96415"/>
                  </a:lnTo>
                  <a:lnTo>
                    <a:pt x="11037" y="101427"/>
                  </a:lnTo>
                  <a:lnTo>
                    <a:pt x="9188" y="106502"/>
                  </a:lnTo>
                  <a:lnTo>
                    <a:pt x="7504" y="111633"/>
                  </a:lnTo>
                  <a:lnTo>
                    <a:pt x="5987" y="116816"/>
                  </a:lnTo>
                  <a:lnTo>
                    <a:pt x="4638" y="122046"/>
                  </a:lnTo>
                  <a:lnTo>
                    <a:pt x="3458" y="127316"/>
                  </a:lnTo>
                  <a:lnTo>
                    <a:pt x="2450" y="132622"/>
                  </a:lnTo>
                  <a:lnTo>
                    <a:pt x="1613" y="137957"/>
                  </a:lnTo>
                  <a:lnTo>
                    <a:pt x="949" y="143317"/>
                  </a:lnTo>
                  <a:lnTo>
                    <a:pt x="458" y="148695"/>
                  </a:lnTo>
                  <a:lnTo>
                    <a:pt x="142" y="154087"/>
                  </a:lnTo>
                  <a:lnTo>
                    <a:pt x="0" y="159485"/>
                  </a:lnTo>
                  <a:lnTo>
                    <a:pt x="32" y="164886"/>
                  </a:lnTo>
                  <a:lnTo>
                    <a:pt x="238" y="170283"/>
                  </a:lnTo>
                  <a:lnTo>
                    <a:pt x="619" y="175670"/>
                  </a:lnTo>
                  <a:lnTo>
                    <a:pt x="1174" y="181042"/>
                  </a:lnTo>
                  <a:lnTo>
                    <a:pt x="167158" y="1611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5054" y="5018213"/>
              <a:ext cx="333137" cy="334332"/>
            </a:xfrm>
            <a:custGeom>
              <a:avLst/>
              <a:pathLst>
                <a:path w="333137" h="334332">
                  <a:moveTo>
                    <a:pt x="0" y="187022"/>
                  </a:moveTo>
                  <a:lnTo>
                    <a:pt x="712" y="192269"/>
                  </a:lnTo>
                  <a:lnTo>
                    <a:pt x="1590" y="197491"/>
                  </a:lnTo>
                  <a:lnTo>
                    <a:pt x="2633" y="202683"/>
                  </a:lnTo>
                  <a:lnTo>
                    <a:pt x="3839" y="207839"/>
                  </a:lnTo>
                  <a:lnTo>
                    <a:pt x="5209" y="212954"/>
                  </a:lnTo>
                  <a:lnTo>
                    <a:pt x="6740" y="218023"/>
                  </a:lnTo>
                  <a:lnTo>
                    <a:pt x="8430" y="223041"/>
                  </a:lnTo>
                  <a:lnTo>
                    <a:pt x="10279" y="228004"/>
                  </a:lnTo>
                  <a:lnTo>
                    <a:pt x="12284" y="232905"/>
                  </a:lnTo>
                  <a:lnTo>
                    <a:pt x="14443" y="237740"/>
                  </a:lnTo>
                  <a:lnTo>
                    <a:pt x="16755" y="242504"/>
                  </a:lnTo>
                  <a:lnTo>
                    <a:pt x="19216" y="247193"/>
                  </a:lnTo>
                  <a:lnTo>
                    <a:pt x="21824" y="251801"/>
                  </a:lnTo>
                  <a:lnTo>
                    <a:pt x="24577" y="256325"/>
                  </a:lnTo>
                  <a:lnTo>
                    <a:pt x="27472" y="260759"/>
                  </a:lnTo>
                  <a:lnTo>
                    <a:pt x="30506" y="265099"/>
                  </a:lnTo>
                  <a:lnTo>
                    <a:pt x="33675" y="269341"/>
                  </a:lnTo>
                  <a:lnTo>
                    <a:pt x="36978" y="273480"/>
                  </a:lnTo>
                  <a:lnTo>
                    <a:pt x="40410" y="277513"/>
                  </a:lnTo>
                  <a:lnTo>
                    <a:pt x="43968" y="281435"/>
                  </a:lnTo>
                  <a:lnTo>
                    <a:pt x="47648" y="285242"/>
                  </a:lnTo>
                  <a:lnTo>
                    <a:pt x="51447" y="288931"/>
                  </a:lnTo>
                  <a:lnTo>
                    <a:pt x="55361" y="292497"/>
                  </a:lnTo>
                  <a:lnTo>
                    <a:pt x="59386" y="295938"/>
                  </a:lnTo>
                  <a:lnTo>
                    <a:pt x="63518" y="299250"/>
                  </a:lnTo>
                  <a:lnTo>
                    <a:pt x="67753" y="302429"/>
                  </a:lnTo>
                  <a:lnTo>
                    <a:pt x="72087" y="305472"/>
                  </a:lnTo>
                  <a:lnTo>
                    <a:pt x="76514" y="308377"/>
                  </a:lnTo>
                  <a:lnTo>
                    <a:pt x="81032" y="311140"/>
                  </a:lnTo>
                  <a:lnTo>
                    <a:pt x="85634" y="313758"/>
                  </a:lnTo>
                  <a:lnTo>
                    <a:pt x="90318" y="316229"/>
                  </a:lnTo>
                  <a:lnTo>
                    <a:pt x="95077" y="318551"/>
                  </a:lnTo>
                  <a:lnTo>
                    <a:pt x="99907" y="320721"/>
                  </a:lnTo>
                  <a:lnTo>
                    <a:pt x="104804" y="322737"/>
                  </a:lnTo>
                  <a:lnTo>
                    <a:pt x="109762" y="324597"/>
                  </a:lnTo>
                  <a:lnTo>
                    <a:pt x="114776" y="326298"/>
                  </a:lnTo>
                  <a:lnTo>
                    <a:pt x="119842" y="327840"/>
                  </a:lnTo>
                  <a:lnTo>
                    <a:pt x="124954" y="329221"/>
                  </a:lnTo>
                  <a:lnTo>
                    <a:pt x="130108" y="330439"/>
                  </a:lnTo>
                  <a:lnTo>
                    <a:pt x="135297" y="331494"/>
                  </a:lnTo>
                  <a:lnTo>
                    <a:pt x="140517" y="332383"/>
                  </a:lnTo>
                  <a:lnTo>
                    <a:pt x="145763" y="333107"/>
                  </a:lnTo>
                  <a:lnTo>
                    <a:pt x="151029" y="333664"/>
                  </a:lnTo>
                  <a:lnTo>
                    <a:pt x="156310" y="334054"/>
                  </a:lnTo>
                  <a:lnTo>
                    <a:pt x="161600" y="334277"/>
                  </a:lnTo>
                  <a:lnTo>
                    <a:pt x="166895" y="334332"/>
                  </a:lnTo>
                  <a:lnTo>
                    <a:pt x="172189" y="334219"/>
                  </a:lnTo>
                  <a:lnTo>
                    <a:pt x="177477" y="333939"/>
                  </a:lnTo>
                  <a:lnTo>
                    <a:pt x="182754" y="333491"/>
                  </a:lnTo>
                  <a:lnTo>
                    <a:pt x="188013" y="332876"/>
                  </a:lnTo>
                  <a:lnTo>
                    <a:pt x="193251" y="332096"/>
                  </a:lnTo>
                  <a:lnTo>
                    <a:pt x="198461" y="331149"/>
                  </a:lnTo>
                  <a:lnTo>
                    <a:pt x="203638" y="330038"/>
                  </a:lnTo>
                  <a:lnTo>
                    <a:pt x="208778" y="328764"/>
                  </a:lnTo>
                  <a:lnTo>
                    <a:pt x="213875" y="327327"/>
                  </a:lnTo>
                  <a:lnTo>
                    <a:pt x="218924" y="325730"/>
                  </a:lnTo>
                  <a:lnTo>
                    <a:pt x="223919" y="323974"/>
                  </a:lnTo>
                  <a:lnTo>
                    <a:pt x="228857" y="322060"/>
                  </a:lnTo>
                  <a:lnTo>
                    <a:pt x="233731" y="319991"/>
                  </a:lnTo>
                  <a:lnTo>
                    <a:pt x="238537" y="317769"/>
                  </a:lnTo>
                  <a:lnTo>
                    <a:pt x="243271" y="315395"/>
                  </a:lnTo>
                  <a:lnTo>
                    <a:pt x="247927" y="312873"/>
                  </a:lnTo>
                  <a:lnTo>
                    <a:pt x="252501" y="310204"/>
                  </a:lnTo>
                  <a:lnTo>
                    <a:pt x="256988" y="307392"/>
                  </a:lnTo>
                  <a:lnTo>
                    <a:pt x="261383" y="304440"/>
                  </a:lnTo>
                  <a:lnTo>
                    <a:pt x="265683" y="301349"/>
                  </a:lnTo>
                  <a:lnTo>
                    <a:pt x="269883" y="298124"/>
                  </a:lnTo>
                  <a:lnTo>
                    <a:pt x="273979" y="294768"/>
                  </a:lnTo>
                  <a:lnTo>
                    <a:pt x="277966" y="291283"/>
                  </a:lnTo>
                  <a:lnTo>
                    <a:pt x="281841" y="287674"/>
                  </a:lnTo>
                  <a:lnTo>
                    <a:pt x="285600" y="283944"/>
                  </a:lnTo>
                  <a:lnTo>
                    <a:pt x="289239" y="280097"/>
                  </a:lnTo>
                  <a:lnTo>
                    <a:pt x="292754" y="276136"/>
                  </a:lnTo>
                  <a:lnTo>
                    <a:pt x="296141" y="272067"/>
                  </a:lnTo>
                  <a:lnTo>
                    <a:pt x="299399" y="267891"/>
                  </a:lnTo>
                  <a:lnTo>
                    <a:pt x="302522" y="263615"/>
                  </a:lnTo>
                  <a:lnTo>
                    <a:pt x="305508" y="259242"/>
                  </a:lnTo>
                  <a:lnTo>
                    <a:pt x="308354" y="254777"/>
                  </a:lnTo>
                  <a:lnTo>
                    <a:pt x="311058" y="250224"/>
                  </a:lnTo>
                  <a:lnTo>
                    <a:pt x="313616" y="245587"/>
                  </a:lnTo>
                  <a:lnTo>
                    <a:pt x="316025" y="240872"/>
                  </a:lnTo>
                  <a:lnTo>
                    <a:pt x="318285" y="236083"/>
                  </a:lnTo>
                  <a:lnTo>
                    <a:pt x="320391" y="231224"/>
                  </a:lnTo>
                  <a:lnTo>
                    <a:pt x="322342" y="226302"/>
                  </a:lnTo>
                  <a:lnTo>
                    <a:pt x="324137" y="221320"/>
                  </a:lnTo>
                  <a:lnTo>
                    <a:pt x="325773" y="216283"/>
                  </a:lnTo>
                  <a:lnTo>
                    <a:pt x="327248" y="211198"/>
                  </a:lnTo>
                  <a:lnTo>
                    <a:pt x="328562" y="206068"/>
                  </a:lnTo>
                  <a:lnTo>
                    <a:pt x="329712" y="200899"/>
                  </a:lnTo>
                  <a:lnTo>
                    <a:pt x="330699" y="195696"/>
                  </a:lnTo>
                  <a:lnTo>
                    <a:pt x="331520" y="190465"/>
                  </a:lnTo>
                  <a:lnTo>
                    <a:pt x="332174" y="185210"/>
                  </a:lnTo>
                  <a:lnTo>
                    <a:pt x="332663" y="179938"/>
                  </a:lnTo>
                  <a:lnTo>
                    <a:pt x="332983" y="174652"/>
                  </a:lnTo>
                  <a:lnTo>
                    <a:pt x="333137" y="169359"/>
                  </a:lnTo>
                  <a:lnTo>
                    <a:pt x="333122" y="164064"/>
                  </a:lnTo>
                  <a:lnTo>
                    <a:pt x="332940" y="158771"/>
                  </a:lnTo>
                  <a:lnTo>
                    <a:pt x="332590" y="153488"/>
                  </a:lnTo>
                  <a:lnTo>
                    <a:pt x="332074" y="148217"/>
                  </a:lnTo>
                  <a:lnTo>
                    <a:pt x="331390" y="142966"/>
                  </a:lnTo>
                  <a:lnTo>
                    <a:pt x="330541" y="137740"/>
                  </a:lnTo>
                  <a:lnTo>
                    <a:pt x="329526" y="132542"/>
                  </a:lnTo>
                  <a:lnTo>
                    <a:pt x="328347" y="127380"/>
                  </a:lnTo>
                  <a:lnTo>
                    <a:pt x="327006" y="122257"/>
                  </a:lnTo>
                  <a:lnTo>
                    <a:pt x="325502" y="117180"/>
                  </a:lnTo>
                  <a:lnTo>
                    <a:pt x="323839" y="112153"/>
                  </a:lnTo>
                  <a:lnTo>
                    <a:pt x="322018" y="107180"/>
                  </a:lnTo>
                  <a:lnTo>
                    <a:pt x="320039" y="102268"/>
                  </a:lnTo>
                  <a:lnTo>
                    <a:pt x="317906" y="97422"/>
                  </a:lnTo>
                  <a:lnTo>
                    <a:pt x="315621" y="92645"/>
                  </a:lnTo>
                  <a:lnTo>
                    <a:pt x="313186" y="87943"/>
                  </a:lnTo>
                  <a:lnTo>
                    <a:pt x="310603" y="83320"/>
                  </a:lnTo>
                  <a:lnTo>
                    <a:pt x="307874" y="78782"/>
                  </a:lnTo>
                  <a:lnTo>
                    <a:pt x="305004" y="74332"/>
                  </a:lnTo>
                  <a:lnTo>
                    <a:pt x="301994" y="69975"/>
                  </a:lnTo>
                  <a:lnTo>
                    <a:pt x="298847" y="65716"/>
                  </a:lnTo>
                  <a:lnTo>
                    <a:pt x="295567" y="61559"/>
                  </a:lnTo>
                  <a:lnTo>
                    <a:pt x="292157" y="57508"/>
                  </a:lnTo>
                  <a:lnTo>
                    <a:pt x="288621" y="53566"/>
                  </a:lnTo>
                  <a:lnTo>
                    <a:pt x="284961" y="49739"/>
                  </a:lnTo>
                  <a:lnTo>
                    <a:pt x="281182" y="46030"/>
                  </a:lnTo>
                  <a:lnTo>
                    <a:pt x="277288" y="42442"/>
                  </a:lnTo>
                  <a:lnTo>
                    <a:pt x="273282" y="38979"/>
                  </a:lnTo>
                  <a:lnTo>
                    <a:pt x="269168" y="35645"/>
                  </a:lnTo>
                  <a:lnTo>
                    <a:pt x="264950" y="32443"/>
                  </a:lnTo>
                  <a:lnTo>
                    <a:pt x="260633" y="29376"/>
                  </a:lnTo>
                  <a:lnTo>
                    <a:pt x="256222" y="26447"/>
                  </a:lnTo>
                  <a:lnTo>
                    <a:pt x="251719" y="23660"/>
                  </a:lnTo>
                  <a:lnTo>
                    <a:pt x="247131" y="21016"/>
                  </a:lnTo>
                  <a:lnTo>
                    <a:pt x="242461" y="18519"/>
                  </a:lnTo>
                  <a:lnTo>
                    <a:pt x="237715" y="16172"/>
                  </a:lnTo>
                  <a:lnTo>
                    <a:pt x="232896" y="13975"/>
                  </a:lnTo>
                  <a:lnTo>
                    <a:pt x="228011" y="11933"/>
                  </a:lnTo>
                  <a:lnTo>
                    <a:pt x="223063" y="10046"/>
                  </a:lnTo>
                  <a:lnTo>
                    <a:pt x="218058" y="8317"/>
                  </a:lnTo>
                  <a:lnTo>
                    <a:pt x="213001" y="6748"/>
                  </a:lnTo>
                  <a:lnTo>
                    <a:pt x="207896" y="5339"/>
                  </a:lnTo>
                  <a:lnTo>
                    <a:pt x="202750" y="4093"/>
                  </a:lnTo>
                  <a:lnTo>
                    <a:pt x="197566" y="3010"/>
                  </a:lnTo>
                  <a:lnTo>
                    <a:pt x="192351" y="2092"/>
                  </a:lnTo>
                  <a:lnTo>
                    <a:pt x="187109" y="1340"/>
                  </a:lnTo>
                  <a:lnTo>
                    <a:pt x="181846" y="754"/>
                  </a:lnTo>
                  <a:lnTo>
                    <a:pt x="176568" y="335"/>
                  </a:lnTo>
                  <a:lnTo>
                    <a:pt x="171278" y="83"/>
                  </a:lnTo>
                  <a:lnTo>
                    <a:pt x="165984" y="0"/>
                  </a:lnTo>
                  <a:lnTo>
                    <a:pt x="1659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5125" y="4659281"/>
              <a:ext cx="138109" cy="167167"/>
            </a:xfrm>
            <a:custGeom>
              <a:avLst/>
              <a:pathLst>
                <a:path w="138109" h="167167">
                  <a:moveTo>
                    <a:pt x="138109" y="0"/>
                  </a:moveTo>
                  <a:lnTo>
                    <a:pt x="132505" y="93"/>
                  </a:lnTo>
                  <a:lnTo>
                    <a:pt x="126908" y="375"/>
                  </a:lnTo>
                  <a:lnTo>
                    <a:pt x="121323" y="844"/>
                  </a:lnTo>
                  <a:lnTo>
                    <a:pt x="115758" y="1500"/>
                  </a:lnTo>
                  <a:lnTo>
                    <a:pt x="110217" y="2343"/>
                  </a:lnTo>
                  <a:lnTo>
                    <a:pt x="104708" y="3370"/>
                  </a:lnTo>
                  <a:lnTo>
                    <a:pt x="99236" y="4582"/>
                  </a:lnTo>
                  <a:lnTo>
                    <a:pt x="93808" y="5977"/>
                  </a:lnTo>
                  <a:lnTo>
                    <a:pt x="88429" y="7552"/>
                  </a:lnTo>
                  <a:lnTo>
                    <a:pt x="83107" y="9307"/>
                  </a:lnTo>
                  <a:lnTo>
                    <a:pt x="77846" y="11240"/>
                  </a:lnTo>
                  <a:lnTo>
                    <a:pt x="72653" y="13347"/>
                  </a:lnTo>
                  <a:lnTo>
                    <a:pt x="67534" y="15628"/>
                  </a:lnTo>
                  <a:lnTo>
                    <a:pt x="62494" y="18079"/>
                  </a:lnTo>
                  <a:lnTo>
                    <a:pt x="57539" y="20697"/>
                  </a:lnTo>
                  <a:lnTo>
                    <a:pt x="52674" y="23480"/>
                  </a:lnTo>
                  <a:lnTo>
                    <a:pt x="47906" y="26425"/>
                  </a:lnTo>
                  <a:lnTo>
                    <a:pt x="43239" y="29528"/>
                  </a:lnTo>
                  <a:lnTo>
                    <a:pt x="38678" y="32785"/>
                  </a:lnTo>
                  <a:lnTo>
                    <a:pt x="34230" y="36194"/>
                  </a:lnTo>
                  <a:lnTo>
                    <a:pt x="29898" y="39749"/>
                  </a:lnTo>
                  <a:lnTo>
                    <a:pt x="25687" y="43448"/>
                  </a:lnTo>
                  <a:lnTo>
                    <a:pt x="21603" y="47286"/>
                  </a:lnTo>
                  <a:lnTo>
                    <a:pt x="17650" y="51259"/>
                  </a:lnTo>
                  <a:lnTo>
                    <a:pt x="13833" y="55362"/>
                  </a:lnTo>
                  <a:lnTo>
                    <a:pt x="10155" y="59591"/>
                  </a:lnTo>
                  <a:lnTo>
                    <a:pt x="6621" y="63940"/>
                  </a:lnTo>
                  <a:lnTo>
                    <a:pt x="3234" y="68406"/>
                  </a:lnTo>
                  <a:lnTo>
                    <a:pt x="0" y="72982"/>
                  </a:lnTo>
                  <a:lnTo>
                    <a:pt x="1381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5125" y="4732264"/>
              <a:ext cx="138109" cy="94184"/>
            </a:xfrm>
            <a:custGeom>
              <a:avLst/>
              <a:pathLst>
                <a:path w="138109" h="94184">
                  <a:moveTo>
                    <a:pt x="0" y="0"/>
                  </a:moveTo>
                  <a:lnTo>
                    <a:pt x="138109" y="941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5125" y="4732264"/>
              <a:ext cx="138109" cy="94184"/>
            </a:xfrm>
            <a:custGeom>
              <a:avLst/>
              <a:pathLst>
                <a:path w="138109" h="94184">
                  <a:moveTo>
                    <a:pt x="0" y="0"/>
                  </a:moveTo>
                  <a:lnTo>
                    <a:pt x="138109" y="941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68" y="4732264"/>
              <a:ext cx="334333" cy="261333"/>
            </a:xfrm>
            <a:custGeom>
              <a:avLst/>
              <a:pathLst>
                <a:path w="334333" h="261333">
                  <a:moveTo>
                    <a:pt x="29056" y="0"/>
                  </a:moveTo>
                  <a:lnTo>
                    <a:pt x="26142" y="4422"/>
                  </a:lnTo>
                  <a:lnTo>
                    <a:pt x="23369" y="8935"/>
                  </a:lnTo>
                  <a:lnTo>
                    <a:pt x="20741" y="13533"/>
                  </a:lnTo>
                  <a:lnTo>
                    <a:pt x="18259" y="18212"/>
                  </a:lnTo>
                  <a:lnTo>
                    <a:pt x="15927" y="22967"/>
                  </a:lnTo>
                  <a:lnTo>
                    <a:pt x="13747" y="27794"/>
                  </a:lnTo>
                  <a:lnTo>
                    <a:pt x="11721" y="32688"/>
                  </a:lnTo>
                  <a:lnTo>
                    <a:pt x="9851" y="37643"/>
                  </a:lnTo>
                  <a:lnTo>
                    <a:pt x="8139" y="42655"/>
                  </a:lnTo>
                  <a:lnTo>
                    <a:pt x="6586" y="47719"/>
                  </a:lnTo>
                  <a:lnTo>
                    <a:pt x="5195" y="52829"/>
                  </a:lnTo>
                  <a:lnTo>
                    <a:pt x="3966" y="57981"/>
                  </a:lnTo>
                  <a:lnTo>
                    <a:pt x="2901" y="63169"/>
                  </a:lnTo>
                  <a:lnTo>
                    <a:pt x="2001" y="68389"/>
                  </a:lnTo>
                  <a:lnTo>
                    <a:pt x="1266" y="73634"/>
                  </a:lnTo>
                  <a:lnTo>
                    <a:pt x="699" y="78900"/>
                  </a:lnTo>
                  <a:lnTo>
                    <a:pt x="298" y="84181"/>
                  </a:lnTo>
                  <a:lnTo>
                    <a:pt x="65" y="89472"/>
                  </a:lnTo>
                  <a:lnTo>
                    <a:pt x="0" y="94768"/>
                  </a:lnTo>
                  <a:lnTo>
                    <a:pt x="102" y="100064"/>
                  </a:lnTo>
                  <a:lnTo>
                    <a:pt x="372" y="105353"/>
                  </a:lnTo>
                  <a:lnTo>
                    <a:pt x="810" y="110632"/>
                  </a:lnTo>
                  <a:lnTo>
                    <a:pt x="1414" y="115893"/>
                  </a:lnTo>
                  <a:lnTo>
                    <a:pt x="2185" y="121133"/>
                  </a:lnTo>
                  <a:lnTo>
                    <a:pt x="3122" y="126346"/>
                  </a:lnTo>
                  <a:lnTo>
                    <a:pt x="4223" y="131527"/>
                  </a:lnTo>
                  <a:lnTo>
                    <a:pt x="5488" y="136670"/>
                  </a:lnTo>
                  <a:lnTo>
                    <a:pt x="6915" y="141771"/>
                  </a:lnTo>
                  <a:lnTo>
                    <a:pt x="8503" y="146823"/>
                  </a:lnTo>
                  <a:lnTo>
                    <a:pt x="10250" y="151823"/>
                  </a:lnTo>
                  <a:lnTo>
                    <a:pt x="12155" y="156765"/>
                  </a:lnTo>
                  <a:lnTo>
                    <a:pt x="14215" y="161645"/>
                  </a:lnTo>
                  <a:lnTo>
                    <a:pt x="16429" y="166456"/>
                  </a:lnTo>
                  <a:lnTo>
                    <a:pt x="18794" y="171195"/>
                  </a:lnTo>
                  <a:lnTo>
                    <a:pt x="21308" y="175857"/>
                  </a:lnTo>
                  <a:lnTo>
                    <a:pt x="23969" y="180437"/>
                  </a:lnTo>
                  <a:lnTo>
                    <a:pt x="26773" y="184930"/>
                  </a:lnTo>
                  <a:lnTo>
                    <a:pt x="29718" y="189332"/>
                  </a:lnTo>
                  <a:lnTo>
                    <a:pt x="32801" y="193638"/>
                  </a:lnTo>
                  <a:lnTo>
                    <a:pt x="36019" y="197845"/>
                  </a:lnTo>
                  <a:lnTo>
                    <a:pt x="39369" y="201947"/>
                  </a:lnTo>
                  <a:lnTo>
                    <a:pt x="42847" y="205942"/>
                  </a:lnTo>
                  <a:lnTo>
                    <a:pt x="46450" y="209824"/>
                  </a:lnTo>
                  <a:lnTo>
                    <a:pt x="50174" y="213590"/>
                  </a:lnTo>
                  <a:lnTo>
                    <a:pt x="54015" y="217237"/>
                  </a:lnTo>
                  <a:lnTo>
                    <a:pt x="57970" y="220759"/>
                  </a:lnTo>
                  <a:lnTo>
                    <a:pt x="62035" y="224155"/>
                  </a:lnTo>
                  <a:lnTo>
                    <a:pt x="66205" y="227420"/>
                  </a:lnTo>
                  <a:lnTo>
                    <a:pt x="70477" y="230552"/>
                  </a:lnTo>
                  <a:lnTo>
                    <a:pt x="74845" y="233546"/>
                  </a:lnTo>
                  <a:lnTo>
                    <a:pt x="79306" y="236401"/>
                  </a:lnTo>
                  <a:lnTo>
                    <a:pt x="83856" y="239113"/>
                  </a:lnTo>
                  <a:lnTo>
                    <a:pt x="88489" y="241679"/>
                  </a:lnTo>
                  <a:lnTo>
                    <a:pt x="93201" y="244098"/>
                  </a:lnTo>
                  <a:lnTo>
                    <a:pt x="97987" y="246366"/>
                  </a:lnTo>
                  <a:lnTo>
                    <a:pt x="102843" y="248481"/>
                  </a:lnTo>
                  <a:lnTo>
                    <a:pt x="107763" y="250441"/>
                  </a:lnTo>
                  <a:lnTo>
                    <a:pt x="112743" y="252245"/>
                  </a:lnTo>
                  <a:lnTo>
                    <a:pt x="117778" y="253889"/>
                  </a:lnTo>
                  <a:lnTo>
                    <a:pt x="122862" y="255374"/>
                  </a:lnTo>
                  <a:lnTo>
                    <a:pt x="127991" y="256696"/>
                  </a:lnTo>
                  <a:lnTo>
                    <a:pt x="133159" y="257856"/>
                  </a:lnTo>
                  <a:lnTo>
                    <a:pt x="138361" y="258851"/>
                  </a:lnTo>
                  <a:lnTo>
                    <a:pt x="143592" y="259681"/>
                  </a:lnTo>
                  <a:lnTo>
                    <a:pt x="148846" y="260345"/>
                  </a:lnTo>
                  <a:lnTo>
                    <a:pt x="154119" y="260842"/>
                  </a:lnTo>
                  <a:lnTo>
                    <a:pt x="159405" y="261171"/>
                  </a:lnTo>
                  <a:lnTo>
                    <a:pt x="164699" y="261333"/>
                  </a:lnTo>
                  <a:lnTo>
                    <a:pt x="169996" y="261328"/>
                  </a:lnTo>
                  <a:lnTo>
                    <a:pt x="175289" y="261154"/>
                  </a:lnTo>
                  <a:lnTo>
                    <a:pt x="180575" y="260813"/>
                  </a:lnTo>
                  <a:lnTo>
                    <a:pt x="185847" y="260304"/>
                  </a:lnTo>
                  <a:lnTo>
                    <a:pt x="191100" y="259629"/>
                  </a:lnTo>
                  <a:lnTo>
                    <a:pt x="196329" y="258788"/>
                  </a:lnTo>
                  <a:lnTo>
                    <a:pt x="201529" y="257782"/>
                  </a:lnTo>
                  <a:lnTo>
                    <a:pt x="206694" y="256611"/>
                  </a:lnTo>
                  <a:lnTo>
                    <a:pt x="211820" y="255277"/>
                  </a:lnTo>
                  <a:lnTo>
                    <a:pt x="216901" y="253782"/>
                  </a:lnTo>
                  <a:lnTo>
                    <a:pt x="221932" y="252126"/>
                  </a:lnTo>
                  <a:lnTo>
                    <a:pt x="226908" y="250312"/>
                  </a:lnTo>
                  <a:lnTo>
                    <a:pt x="231824" y="248341"/>
                  </a:lnTo>
                  <a:lnTo>
                    <a:pt x="236675" y="246215"/>
                  </a:lnTo>
                  <a:lnTo>
                    <a:pt x="241457" y="243937"/>
                  </a:lnTo>
                  <a:lnTo>
                    <a:pt x="246163" y="241508"/>
                  </a:lnTo>
                  <a:lnTo>
                    <a:pt x="250791" y="238932"/>
                  </a:lnTo>
                  <a:lnTo>
                    <a:pt x="255334" y="236210"/>
                  </a:lnTo>
                  <a:lnTo>
                    <a:pt x="259789" y="233345"/>
                  </a:lnTo>
                  <a:lnTo>
                    <a:pt x="264151" y="230341"/>
                  </a:lnTo>
                  <a:lnTo>
                    <a:pt x="268416" y="227200"/>
                  </a:lnTo>
                  <a:lnTo>
                    <a:pt x="272579" y="223926"/>
                  </a:lnTo>
                  <a:lnTo>
                    <a:pt x="276636" y="220522"/>
                  </a:lnTo>
                  <a:lnTo>
                    <a:pt x="280584" y="216990"/>
                  </a:lnTo>
                  <a:lnTo>
                    <a:pt x="284417" y="213336"/>
                  </a:lnTo>
                  <a:lnTo>
                    <a:pt x="288133" y="209561"/>
                  </a:lnTo>
                  <a:lnTo>
                    <a:pt x="291727" y="205671"/>
                  </a:lnTo>
                  <a:lnTo>
                    <a:pt x="295197" y="201669"/>
                  </a:lnTo>
                  <a:lnTo>
                    <a:pt x="298537" y="197559"/>
                  </a:lnTo>
                  <a:lnTo>
                    <a:pt x="301746" y="193346"/>
                  </a:lnTo>
                  <a:lnTo>
                    <a:pt x="304820" y="189033"/>
                  </a:lnTo>
                  <a:lnTo>
                    <a:pt x="307756" y="184624"/>
                  </a:lnTo>
                  <a:lnTo>
                    <a:pt x="310550" y="180125"/>
                  </a:lnTo>
                  <a:lnTo>
                    <a:pt x="313201" y="175540"/>
                  </a:lnTo>
                  <a:lnTo>
                    <a:pt x="315705" y="170872"/>
                  </a:lnTo>
                  <a:lnTo>
                    <a:pt x="318060" y="166128"/>
                  </a:lnTo>
                  <a:lnTo>
                    <a:pt x="320263" y="161312"/>
                  </a:lnTo>
                  <a:lnTo>
                    <a:pt x="322313" y="156428"/>
                  </a:lnTo>
                  <a:lnTo>
                    <a:pt x="324207" y="151482"/>
                  </a:lnTo>
                  <a:lnTo>
                    <a:pt x="325943" y="146478"/>
                  </a:lnTo>
                  <a:lnTo>
                    <a:pt x="327520" y="141422"/>
                  </a:lnTo>
                  <a:lnTo>
                    <a:pt x="328936" y="136319"/>
                  </a:lnTo>
                  <a:lnTo>
                    <a:pt x="330190" y="131173"/>
                  </a:lnTo>
                  <a:lnTo>
                    <a:pt x="331280" y="125990"/>
                  </a:lnTo>
                  <a:lnTo>
                    <a:pt x="332205" y="120775"/>
                  </a:lnTo>
                  <a:lnTo>
                    <a:pt x="332965" y="115533"/>
                  </a:lnTo>
                  <a:lnTo>
                    <a:pt x="333558" y="110270"/>
                  </a:lnTo>
                  <a:lnTo>
                    <a:pt x="333984" y="104991"/>
                  </a:lnTo>
                  <a:lnTo>
                    <a:pt x="334242" y="99701"/>
                  </a:lnTo>
                  <a:lnTo>
                    <a:pt x="334333" y="94405"/>
                  </a:lnTo>
                  <a:lnTo>
                    <a:pt x="334256" y="89109"/>
                  </a:lnTo>
                  <a:lnTo>
                    <a:pt x="334012" y="83818"/>
                  </a:lnTo>
                  <a:lnTo>
                    <a:pt x="333600" y="78538"/>
                  </a:lnTo>
                  <a:lnTo>
                    <a:pt x="333020" y="73273"/>
                  </a:lnTo>
                  <a:lnTo>
                    <a:pt x="332275" y="68030"/>
                  </a:lnTo>
                  <a:lnTo>
                    <a:pt x="331363" y="62812"/>
                  </a:lnTo>
                  <a:lnTo>
                    <a:pt x="330287" y="57626"/>
                  </a:lnTo>
                  <a:lnTo>
                    <a:pt x="329047" y="52477"/>
                  </a:lnTo>
                  <a:lnTo>
                    <a:pt x="327644" y="47370"/>
                  </a:lnTo>
                  <a:lnTo>
                    <a:pt x="326081" y="42309"/>
                  </a:lnTo>
                  <a:lnTo>
                    <a:pt x="324358" y="37301"/>
                  </a:lnTo>
                  <a:lnTo>
                    <a:pt x="322477" y="32350"/>
                  </a:lnTo>
                  <a:lnTo>
                    <a:pt x="320440" y="27461"/>
                  </a:lnTo>
                  <a:lnTo>
                    <a:pt x="318249" y="22639"/>
                  </a:lnTo>
                  <a:lnTo>
                    <a:pt x="167166" y="941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51083" cy="167167"/>
            </a:xfrm>
            <a:custGeom>
              <a:avLst/>
              <a:pathLst>
                <a:path w="151083" h="167167">
                  <a:moveTo>
                    <a:pt x="151083" y="95621"/>
                  </a:moveTo>
                  <a:lnTo>
                    <a:pt x="148625" y="90647"/>
                  </a:lnTo>
                  <a:lnTo>
                    <a:pt x="146004" y="85757"/>
                  </a:lnTo>
                  <a:lnTo>
                    <a:pt x="143222" y="80956"/>
                  </a:lnTo>
                  <a:lnTo>
                    <a:pt x="140282" y="76251"/>
                  </a:lnTo>
                  <a:lnTo>
                    <a:pt x="137188" y="71646"/>
                  </a:lnTo>
                  <a:lnTo>
                    <a:pt x="133942" y="67145"/>
                  </a:lnTo>
                  <a:lnTo>
                    <a:pt x="130549" y="62756"/>
                  </a:lnTo>
                  <a:lnTo>
                    <a:pt x="127012" y="58481"/>
                  </a:lnTo>
                  <a:lnTo>
                    <a:pt x="123335" y="54325"/>
                  </a:lnTo>
                  <a:lnTo>
                    <a:pt x="119523" y="50295"/>
                  </a:lnTo>
                  <a:lnTo>
                    <a:pt x="115578" y="46392"/>
                  </a:lnTo>
                  <a:lnTo>
                    <a:pt x="111507" y="42623"/>
                  </a:lnTo>
                  <a:lnTo>
                    <a:pt x="107312" y="38991"/>
                  </a:lnTo>
                  <a:lnTo>
                    <a:pt x="102999" y="35501"/>
                  </a:lnTo>
                  <a:lnTo>
                    <a:pt x="98573" y="32155"/>
                  </a:lnTo>
                  <a:lnTo>
                    <a:pt x="94038" y="28958"/>
                  </a:lnTo>
                  <a:lnTo>
                    <a:pt x="89400" y="25914"/>
                  </a:lnTo>
                  <a:lnTo>
                    <a:pt x="84663" y="23025"/>
                  </a:lnTo>
                  <a:lnTo>
                    <a:pt x="79833" y="20294"/>
                  </a:lnTo>
                  <a:lnTo>
                    <a:pt x="74915" y="17726"/>
                  </a:lnTo>
                  <a:lnTo>
                    <a:pt x="69914" y="15322"/>
                  </a:lnTo>
                  <a:lnTo>
                    <a:pt x="64837" y="13085"/>
                  </a:lnTo>
                  <a:lnTo>
                    <a:pt x="59688" y="11019"/>
                  </a:lnTo>
                  <a:lnTo>
                    <a:pt x="54473" y="9124"/>
                  </a:lnTo>
                  <a:lnTo>
                    <a:pt x="49198" y="7403"/>
                  </a:lnTo>
                  <a:lnTo>
                    <a:pt x="43869" y="5858"/>
                  </a:lnTo>
                  <a:lnTo>
                    <a:pt x="38491" y="4491"/>
                  </a:lnTo>
                  <a:lnTo>
                    <a:pt x="33072" y="3304"/>
                  </a:lnTo>
                  <a:lnTo>
                    <a:pt x="27616" y="2296"/>
                  </a:lnTo>
                  <a:lnTo>
                    <a:pt x="22129" y="1471"/>
                  </a:lnTo>
                  <a:lnTo>
                    <a:pt x="16618" y="828"/>
                  </a:lnTo>
                  <a:lnTo>
                    <a:pt x="11089" y="368"/>
                  </a:lnTo>
                  <a:lnTo>
                    <a:pt x="554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7346" y="4213821"/>
              <a:ext cx="141125" cy="167167"/>
            </a:xfrm>
            <a:custGeom>
              <a:avLst/>
              <a:pathLst>
                <a:path w="141125" h="167167">
                  <a:moveTo>
                    <a:pt x="141125" y="0"/>
                  </a:moveTo>
                  <a:lnTo>
                    <a:pt x="135526" y="93"/>
                  </a:lnTo>
                  <a:lnTo>
                    <a:pt x="129932" y="375"/>
                  </a:lnTo>
                  <a:lnTo>
                    <a:pt x="124352" y="843"/>
                  </a:lnTo>
                  <a:lnTo>
                    <a:pt x="118790" y="1498"/>
                  </a:lnTo>
                  <a:lnTo>
                    <a:pt x="113253" y="2340"/>
                  </a:lnTo>
                  <a:lnTo>
                    <a:pt x="107747" y="3366"/>
                  </a:lnTo>
                  <a:lnTo>
                    <a:pt x="102279" y="4576"/>
                  </a:lnTo>
                  <a:lnTo>
                    <a:pt x="96854" y="5968"/>
                  </a:lnTo>
                  <a:lnTo>
                    <a:pt x="91479" y="7542"/>
                  </a:lnTo>
                  <a:lnTo>
                    <a:pt x="86160" y="9294"/>
                  </a:lnTo>
                  <a:lnTo>
                    <a:pt x="80903" y="11224"/>
                  </a:lnTo>
                  <a:lnTo>
                    <a:pt x="75713" y="13329"/>
                  </a:lnTo>
                  <a:lnTo>
                    <a:pt x="70597" y="15606"/>
                  </a:lnTo>
                  <a:lnTo>
                    <a:pt x="65559" y="18054"/>
                  </a:lnTo>
                  <a:lnTo>
                    <a:pt x="60607" y="20669"/>
                  </a:lnTo>
                  <a:lnTo>
                    <a:pt x="55745" y="23448"/>
                  </a:lnTo>
                  <a:lnTo>
                    <a:pt x="50978" y="26389"/>
                  </a:lnTo>
                  <a:lnTo>
                    <a:pt x="46313" y="29487"/>
                  </a:lnTo>
                  <a:lnTo>
                    <a:pt x="41755" y="32741"/>
                  </a:lnTo>
                  <a:lnTo>
                    <a:pt x="37307" y="36145"/>
                  </a:lnTo>
                  <a:lnTo>
                    <a:pt x="32977" y="39696"/>
                  </a:lnTo>
                  <a:lnTo>
                    <a:pt x="28768" y="43390"/>
                  </a:lnTo>
                  <a:lnTo>
                    <a:pt x="24685" y="47223"/>
                  </a:lnTo>
                  <a:lnTo>
                    <a:pt x="20732" y="51191"/>
                  </a:lnTo>
                  <a:lnTo>
                    <a:pt x="16915" y="55289"/>
                  </a:lnTo>
                  <a:lnTo>
                    <a:pt x="13237" y="59512"/>
                  </a:lnTo>
                  <a:lnTo>
                    <a:pt x="9703" y="63857"/>
                  </a:lnTo>
                  <a:lnTo>
                    <a:pt x="6316" y="68317"/>
                  </a:lnTo>
                  <a:lnTo>
                    <a:pt x="3080" y="72888"/>
                  </a:lnTo>
                  <a:lnTo>
                    <a:pt x="0" y="77565"/>
                  </a:lnTo>
                  <a:lnTo>
                    <a:pt x="14112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87346" y="4291387"/>
              <a:ext cx="141125" cy="89601"/>
            </a:xfrm>
            <a:custGeom>
              <a:avLst/>
              <a:pathLst>
                <a:path w="141125" h="89601">
                  <a:moveTo>
                    <a:pt x="0" y="0"/>
                  </a:moveTo>
                  <a:lnTo>
                    <a:pt x="141125" y="896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07" y="4272979"/>
              <a:ext cx="334330" cy="275166"/>
            </a:xfrm>
            <a:custGeom>
              <a:avLst/>
              <a:pathLst>
                <a:path w="334330" h="275166">
                  <a:moveTo>
                    <a:pt x="26039" y="18407"/>
                  </a:moveTo>
                  <a:lnTo>
                    <a:pt x="23268" y="22929"/>
                  </a:lnTo>
                  <a:lnTo>
                    <a:pt x="20641" y="27536"/>
                  </a:lnTo>
                  <a:lnTo>
                    <a:pt x="18162" y="32224"/>
                  </a:lnTo>
                  <a:lnTo>
                    <a:pt x="15834" y="36988"/>
                  </a:lnTo>
                  <a:lnTo>
                    <a:pt x="13657" y="41824"/>
                  </a:lnTo>
                  <a:lnTo>
                    <a:pt x="11635" y="46727"/>
                  </a:lnTo>
                  <a:lnTo>
                    <a:pt x="9769" y="51691"/>
                  </a:lnTo>
                  <a:lnTo>
                    <a:pt x="8062" y="56712"/>
                  </a:lnTo>
                  <a:lnTo>
                    <a:pt x="6515" y="61784"/>
                  </a:lnTo>
                  <a:lnTo>
                    <a:pt x="5130" y="66903"/>
                  </a:lnTo>
                  <a:lnTo>
                    <a:pt x="3907" y="72064"/>
                  </a:lnTo>
                  <a:lnTo>
                    <a:pt x="2849" y="77260"/>
                  </a:lnTo>
                  <a:lnTo>
                    <a:pt x="1957" y="82488"/>
                  </a:lnTo>
                  <a:lnTo>
                    <a:pt x="1230" y="87741"/>
                  </a:lnTo>
                  <a:lnTo>
                    <a:pt x="671" y="93015"/>
                  </a:lnTo>
                  <a:lnTo>
                    <a:pt x="279" y="98303"/>
                  </a:lnTo>
                  <a:lnTo>
                    <a:pt x="55" y="103602"/>
                  </a:lnTo>
                  <a:lnTo>
                    <a:pt x="0" y="108904"/>
                  </a:lnTo>
                  <a:lnTo>
                    <a:pt x="112" y="114206"/>
                  </a:lnTo>
                  <a:lnTo>
                    <a:pt x="393" y="119502"/>
                  </a:lnTo>
                  <a:lnTo>
                    <a:pt x="841" y="124786"/>
                  </a:lnTo>
                  <a:lnTo>
                    <a:pt x="1457" y="130054"/>
                  </a:lnTo>
                  <a:lnTo>
                    <a:pt x="2240" y="135299"/>
                  </a:lnTo>
                  <a:lnTo>
                    <a:pt x="3188" y="140516"/>
                  </a:lnTo>
                  <a:lnTo>
                    <a:pt x="4302" y="145701"/>
                  </a:lnTo>
                  <a:lnTo>
                    <a:pt x="5579" y="150848"/>
                  </a:lnTo>
                  <a:lnTo>
                    <a:pt x="7020" y="155952"/>
                  </a:lnTo>
                  <a:lnTo>
                    <a:pt x="8621" y="161008"/>
                  </a:lnTo>
                  <a:lnTo>
                    <a:pt x="10382" y="166010"/>
                  </a:lnTo>
                  <a:lnTo>
                    <a:pt x="12300" y="170954"/>
                  </a:lnTo>
                  <a:lnTo>
                    <a:pt x="14375" y="175834"/>
                  </a:lnTo>
                  <a:lnTo>
                    <a:pt x="16603" y="180647"/>
                  </a:lnTo>
                  <a:lnTo>
                    <a:pt x="18983" y="185386"/>
                  </a:lnTo>
                  <a:lnTo>
                    <a:pt x="21512" y="190047"/>
                  </a:lnTo>
                  <a:lnTo>
                    <a:pt x="24188" y="194626"/>
                  </a:lnTo>
                  <a:lnTo>
                    <a:pt x="27007" y="199118"/>
                  </a:lnTo>
                  <a:lnTo>
                    <a:pt x="29967" y="203517"/>
                  </a:lnTo>
                  <a:lnTo>
                    <a:pt x="33066" y="207821"/>
                  </a:lnTo>
                  <a:lnTo>
                    <a:pt x="36299" y="212025"/>
                  </a:lnTo>
                  <a:lnTo>
                    <a:pt x="39665" y="216123"/>
                  </a:lnTo>
                  <a:lnTo>
                    <a:pt x="43158" y="220113"/>
                  </a:lnTo>
                  <a:lnTo>
                    <a:pt x="46776" y="223990"/>
                  </a:lnTo>
                  <a:lnTo>
                    <a:pt x="50516" y="227750"/>
                  </a:lnTo>
                  <a:lnTo>
                    <a:pt x="54373" y="231390"/>
                  </a:lnTo>
                  <a:lnTo>
                    <a:pt x="58343" y="234906"/>
                  </a:lnTo>
                  <a:lnTo>
                    <a:pt x="62423" y="238294"/>
                  </a:lnTo>
                  <a:lnTo>
                    <a:pt x="66608" y="241551"/>
                  </a:lnTo>
                  <a:lnTo>
                    <a:pt x="70895" y="244673"/>
                  </a:lnTo>
                  <a:lnTo>
                    <a:pt x="75278" y="247658"/>
                  </a:lnTo>
                  <a:lnTo>
                    <a:pt x="79754" y="250502"/>
                  </a:lnTo>
                  <a:lnTo>
                    <a:pt x="84318" y="253203"/>
                  </a:lnTo>
                  <a:lnTo>
                    <a:pt x="88965" y="255758"/>
                  </a:lnTo>
                  <a:lnTo>
                    <a:pt x="93691" y="258164"/>
                  </a:lnTo>
                  <a:lnTo>
                    <a:pt x="98491" y="260419"/>
                  </a:lnTo>
                  <a:lnTo>
                    <a:pt x="103360" y="262521"/>
                  </a:lnTo>
                  <a:lnTo>
                    <a:pt x="108293" y="264467"/>
                  </a:lnTo>
                  <a:lnTo>
                    <a:pt x="113285" y="266255"/>
                  </a:lnTo>
                  <a:lnTo>
                    <a:pt x="118332" y="267885"/>
                  </a:lnTo>
                  <a:lnTo>
                    <a:pt x="123428" y="269353"/>
                  </a:lnTo>
                  <a:lnTo>
                    <a:pt x="128567" y="270659"/>
                  </a:lnTo>
                  <a:lnTo>
                    <a:pt x="133746" y="271802"/>
                  </a:lnTo>
                  <a:lnTo>
                    <a:pt x="138958" y="272779"/>
                  </a:lnTo>
                  <a:lnTo>
                    <a:pt x="144199" y="273591"/>
                  </a:lnTo>
                  <a:lnTo>
                    <a:pt x="149463" y="274236"/>
                  </a:lnTo>
                  <a:lnTo>
                    <a:pt x="154744" y="274714"/>
                  </a:lnTo>
                  <a:lnTo>
                    <a:pt x="160038" y="275024"/>
                  </a:lnTo>
                  <a:lnTo>
                    <a:pt x="165340" y="275166"/>
                  </a:lnTo>
                  <a:lnTo>
                    <a:pt x="170643" y="275140"/>
                  </a:lnTo>
                  <a:lnTo>
                    <a:pt x="175942" y="274946"/>
                  </a:lnTo>
                  <a:lnTo>
                    <a:pt x="181233" y="274583"/>
                  </a:lnTo>
                  <a:lnTo>
                    <a:pt x="186510" y="274053"/>
                  </a:lnTo>
                  <a:lnTo>
                    <a:pt x="191767" y="273356"/>
                  </a:lnTo>
                  <a:lnTo>
                    <a:pt x="196999" y="272492"/>
                  </a:lnTo>
                  <a:lnTo>
                    <a:pt x="202202" y="271463"/>
                  </a:lnTo>
                  <a:lnTo>
                    <a:pt x="207369" y="270270"/>
                  </a:lnTo>
                  <a:lnTo>
                    <a:pt x="212495" y="268913"/>
                  </a:lnTo>
                  <a:lnTo>
                    <a:pt x="217576" y="267394"/>
                  </a:lnTo>
                  <a:lnTo>
                    <a:pt x="222607" y="265715"/>
                  </a:lnTo>
                  <a:lnTo>
                    <a:pt x="227581" y="263877"/>
                  </a:lnTo>
                  <a:lnTo>
                    <a:pt x="232495" y="261882"/>
                  </a:lnTo>
                  <a:lnTo>
                    <a:pt x="237343" y="259732"/>
                  </a:lnTo>
                  <a:lnTo>
                    <a:pt x="242120" y="257430"/>
                  </a:lnTo>
                  <a:lnTo>
                    <a:pt x="246822" y="254977"/>
                  </a:lnTo>
                  <a:lnTo>
                    <a:pt x="251443" y="252376"/>
                  </a:lnTo>
                  <a:lnTo>
                    <a:pt x="255980" y="249631"/>
                  </a:lnTo>
                  <a:lnTo>
                    <a:pt x="260428" y="246742"/>
                  </a:lnTo>
                  <a:lnTo>
                    <a:pt x="264781" y="243714"/>
                  </a:lnTo>
                  <a:lnTo>
                    <a:pt x="269037" y="240549"/>
                  </a:lnTo>
                  <a:lnTo>
                    <a:pt x="273190" y="237251"/>
                  </a:lnTo>
                  <a:lnTo>
                    <a:pt x="277236" y="233823"/>
                  </a:lnTo>
                  <a:lnTo>
                    <a:pt x="281171" y="230268"/>
                  </a:lnTo>
                  <a:lnTo>
                    <a:pt x="284992" y="226591"/>
                  </a:lnTo>
                  <a:lnTo>
                    <a:pt x="288694" y="222794"/>
                  </a:lnTo>
                  <a:lnTo>
                    <a:pt x="292274" y="218881"/>
                  </a:lnTo>
                  <a:lnTo>
                    <a:pt x="295728" y="214857"/>
                  </a:lnTo>
                  <a:lnTo>
                    <a:pt x="299052" y="210725"/>
                  </a:lnTo>
                  <a:lnTo>
                    <a:pt x="302244" y="206490"/>
                  </a:lnTo>
                  <a:lnTo>
                    <a:pt x="305300" y="202156"/>
                  </a:lnTo>
                  <a:lnTo>
                    <a:pt x="308217" y="197727"/>
                  </a:lnTo>
                  <a:lnTo>
                    <a:pt x="310991" y="193207"/>
                  </a:lnTo>
                  <a:lnTo>
                    <a:pt x="313621" y="188602"/>
                  </a:lnTo>
                  <a:lnTo>
                    <a:pt x="316104" y="183916"/>
                  </a:lnTo>
                  <a:lnTo>
                    <a:pt x="318437" y="179154"/>
                  </a:lnTo>
                  <a:lnTo>
                    <a:pt x="320618" y="174320"/>
                  </a:lnTo>
                  <a:lnTo>
                    <a:pt x="322644" y="169419"/>
                  </a:lnTo>
                  <a:lnTo>
                    <a:pt x="324513" y="164456"/>
                  </a:lnTo>
                  <a:lnTo>
                    <a:pt x="326225" y="159437"/>
                  </a:lnTo>
                  <a:lnTo>
                    <a:pt x="327776" y="154366"/>
                  </a:lnTo>
                  <a:lnTo>
                    <a:pt x="329165" y="149248"/>
                  </a:lnTo>
                  <a:lnTo>
                    <a:pt x="330392" y="144088"/>
                  </a:lnTo>
                  <a:lnTo>
                    <a:pt x="331454" y="138893"/>
                  </a:lnTo>
                  <a:lnTo>
                    <a:pt x="332351" y="133666"/>
                  </a:lnTo>
                  <a:lnTo>
                    <a:pt x="333082" y="128413"/>
                  </a:lnTo>
                  <a:lnTo>
                    <a:pt x="333646" y="123140"/>
                  </a:lnTo>
                  <a:lnTo>
                    <a:pt x="334042" y="117852"/>
                  </a:lnTo>
                  <a:lnTo>
                    <a:pt x="334270" y="112554"/>
                  </a:lnTo>
                  <a:lnTo>
                    <a:pt x="334330" y="107251"/>
                  </a:lnTo>
                  <a:lnTo>
                    <a:pt x="334222" y="101949"/>
                  </a:lnTo>
                  <a:lnTo>
                    <a:pt x="333946" y="96653"/>
                  </a:lnTo>
                  <a:lnTo>
                    <a:pt x="333502" y="91368"/>
                  </a:lnTo>
                  <a:lnTo>
                    <a:pt x="332890" y="86101"/>
                  </a:lnTo>
                  <a:lnTo>
                    <a:pt x="332112" y="80855"/>
                  </a:lnTo>
                  <a:lnTo>
                    <a:pt x="331168" y="75636"/>
                  </a:lnTo>
                  <a:lnTo>
                    <a:pt x="330058" y="70451"/>
                  </a:lnTo>
                  <a:lnTo>
                    <a:pt x="328785" y="65303"/>
                  </a:lnTo>
                  <a:lnTo>
                    <a:pt x="327349" y="60198"/>
                  </a:lnTo>
                  <a:lnTo>
                    <a:pt x="325752" y="55141"/>
                  </a:lnTo>
                  <a:lnTo>
                    <a:pt x="323995" y="50137"/>
                  </a:lnTo>
                  <a:lnTo>
                    <a:pt x="322080" y="45191"/>
                  </a:lnTo>
                  <a:lnTo>
                    <a:pt x="320010" y="40309"/>
                  </a:lnTo>
                  <a:lnTo>
                    <a:pt x="317786" y="35495"/>
                  </a:lnTo>
                  <a:lnTo>
                    <a:pt x="315410" y="30754"/>
                  </a:lnTo>
                  <a:lnTo>
                    <a:pt x="312885" y="26090"/>
                  </a:lnTo>
                  <a:lnTo>
                    <a:pt x="310213" y="21509"/>
                  </a:lnTo>
                  <a:lnTo>
                    <a:pt x="307397" y="17016"/>
                  </a:lnTo>
                  <a:lnTo>
                    <a:pt x="304440" y="12613"/>
                  </a:lnTo>
                  <a:lnTo>
                    <a:pt x="301345" y="8307"/>
                  </a:lnTo>
                  <a:lnTo>
                    <a:pt x="298115" y="4101"/>
                  </a:lnTo>
                  <a:lnTo>
                    <a:pt x="294753" y="0"/>
                  </a:lnTo>
                  <a:lnTo>
                    <a:pt x="167165" y="1080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127588" cy="167167"/>
            </a:xfrm>
            <a:custGeom>
              <a:avLst/>
              <a:pathLst>
                <a:path w="127588" h="167167">
                  <a:moveTo>
                    <a:pt x="127588" y="59158"/>
                  </a:moveTo>
                  <a:lnTo>
                    <a:pt x="123911" y="54958"/>
                  </a:lnTo>
                  <a:lnTo>
                    <a:pt x="120095" y="50883"/>
                  </a:lnTo>
                  <a:lnTo>
                    <a:pt x="116145" y="46937"/>
                  </a:lnTo>
                  <a:lnTo>
                    <a:pt x="112066" y="43126"/>
                  </a:lnTo>
                  <a:lnTo>
                    <a:pt x="107862" y="39454"/>
                  </a:lnTo>
                  <a:lnTo>
                    <a:pt x="103537" y="35923"/>
                  </a:lnTo>
                  <a:lnTo>
                    <a:pt x="99097" y="32539"/>
                  </a:lnTo>
                  <a:lnTo>
                    <a:pt x="94547" y="29305"/>
                  </a:lnTo>
                  <a:lnTo>
                    <a:pt x="89891" y="26225"/>
                  </a:lnTo>
                  <a:lnTo>
                    <a:pt x="85134" y="23302"/>
                  </a:lnTo>
                  <a:lnTo>
                    <a:pt x="80283" y="20540"/>
                  </a:lnTo>
                  <a:lnTo>
                    <a:pt x="75342" y="17941"/>
                  </a:lnTo>
                  <a:lnTo>
                    <a:pt x="70318" y="15508"/>
                  </a:lnTo>
                  <a:lnTo>
                    <a:pt x="65215" y="13245"/>
                  </a:lnTo>
                  <a:lnTo>
                    <a:pt x="60039" y="11153"/>
                  </a:lnTo>
                  <a:lnTo>
                    <a:pt x="54796" y="9236"/>
                  </a:lnTo>
                  <a:lnTo>
                    <a:pt x="49492" y="7494"/>
                  </a:lnTo>
                  <a:lnTo>
                    <a:pt x="44133" y="5930"/>
                  </a:lnTo>
                  <a:lnTo>
                    <a:pt x="38724" y="4547"/>
                  </a:lnTo>
                  <a:lnTo>
                    <a:pt x="33273" y="3344"/>
                  </a:lnTo>
                  <a:lnTo>
                    <a:pt x="27784" y="2325"/>
                  </a:lnTo>
                  <a:lnTo>
                    <a:pt x="22264" y="1489"/>
                  </a:lnTo>
                  <a:lnTo>
                    <a:pt x="16720" y="838"/>
                  </a:lnTo>
                  <a:lnTo>
                    <a:pt x="11157" y="372"/>
                  </a:lnTo>
                  <a:lnTo>
                    <a:pt x="558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968" y="3707720"/>
              <a:ext cx="167043" cy="167167"/>
            </a:xfrm>
            <a:custGeom>
              <a:avLst/>
              <a:pathLst>
                <a:path w="167043" h="167167">
                  <a:moveTo>
                    <a:pt x="167043" y="0"/>
                  </a:moveTo>
                  <a:lnTo>
                    <a:pt x="161594" y="88"/>
                  </a:lnTo>
                  <a:lnTo>
                    <a:pt x="156151" y="355"/>
                  </a:lnTo>
                  <a:lnTo>
                    <a:pt x="150719" y="798"/>
                  </a:lnTo>
                  <a:lnTo>
                    <a:pt x="145305" y="1419"/>
                  </a:lnTo>
                  <a:lnTo>
                    <a:pt x="139914" y="2215"/>
                  </a:lnTo>
                  <a:lnTo>
                    <a:pt x="134552" y="3187"/>
                  </a:lnTo>
                  <a:lnTo>
                    <a:pt x="129225" y="4333"/>
                  </a:lnTo>
                  <a:lnTo>
                    <a:pt x="123937" y="5653"/>
                  </a:lnTo>
                  <a:lnTo>
                    <a:pt x="118696" y="7143"/>
                  </a:lnTo>
                  <a:lnTo>
                    <a:pt x="113505" y="8804"/>
                  </a:lnTo>
                  <a:lnTo>
                    <a:pt x="108372" y="10634"/>
                  </a:lnTo>
                  <a:lnTo>
                    <a:pt x="103301" y="12629"/>
                  </a:lnTo>
                  <a:lnTo>
                    <a:pt x="98298" y="14789"/>
                  </a:lnTo>
                  <a:lnTo>
                    <a:pt x="93368" y="17110"/>
                  </a:lnTo>
                  <a:lnTo>
                    <a:pt x="88516" y="19592"/>
                  </a:lnTo>
                  <a:lnTo>
                    <a:pt x="83747" y="22230"/>
                  </a:lnTo>
                  <a:lnTo>
                    <a:pt x="79067" y="25022"/>
                  </a:lnTo>
                  <a:lnTo>
                    <a:pt x="74481" y="27965"/>
                  </a:lnTo>
                  <a:lnTo>
                    <a:pt x="69993" y="31056"/>
                  </a:lnTo>
                  <a:lnTo>
                    <a:pt x="65608" y="34291"/>
                  </a:lnTo>
                  <a:lnTo>
                    <a:pt x="61331" y="37668"/>
                  </a:lnTo>
                  <a:lnTo>
                    <a:pt x="57166" y="41183"/>
                  </a:lnTo>
                  <a:lnTo>
                    <a:pt x="53118" y="44831"/>
                  </a:lnTo>
                  <a:lnTo>
                    <a:pt x="49191" y="48609"/>
                  </a:lnTo>
                  <a:lnTo>
                    <a:pt x="45389" y="52514"/>
                  </a:lnTo>
                  <a:lnTo>
                    <a:pt x="41717" y="56540"/>
                  </a:lnTo>
                  <a:lnTo>
                    <a:pt x="38177" y="60684"/>
                  </a:lnTo>
                  <a:lnTo>
                    <a:pt x="34775" y="64941"/>
                  </a:lnTo>
                  <a:lnTo>
                    <a:pt x="31513" y="69306"/>
                  </a:lnTo>
                  <a:lnTo>
                    <a:pt x="28395" y="73776"/>
                  </a:lnTo>
                  <a:lnTo>
                    <a:pt x="25425" y="78344"/>
                  </a:lnTo>
                  <a:lnTo>
                    <a:pt x="22605" y="83008"/>
                  </a:lnTo>
                  <a:lnTo>
                    <a:pt x="19939" y="87760"/>
                  </a:lnTo>
                  <a:lnTo>
                    <a:pt x="17429" y="92597"/>
                  </a:lnTo>
                  <a:lnTo>
                    <a:pt x="15078" y="97514"/>
                  </a:lnTo>
                  <a:lnTo>
                    <a:pt x="12888" y="102504"/>
                  </a:lnTo>
                  <a:lnTo>
                    <a:pt x="10862" y="107563"/>
                  </a:lnTo>
                  <a:lnTo>
                    <a:pt x="9002" y="112685"/>
                  </a:lnTo>
                  <a:lnTo>
                    <a:pt x="7311" y="117865"/>
                  </a:lnTo>
                  <a:lnTo>
                    <a:pt x="5789" y="123098"/>
                  </a:lnTo>
                  <a:lnTo>
                    <a:pt x="4438" y="128377"/>
                  </a:lnTo>
                  <a:lnTo>
                    <a:pt x="3260" y="133698"/>
                  </a:lnTo>
                  <a:lnTo>
                    <a:pt x="2256" y="139054"/>
                  </a:lnTo>
                  <a:lnTo>
                    <a:pt x="1427" y="144440"/>
                  </a:lnTo>
                  <a:lnTo>
                    <a:pt x="774" y="149851"/>
                  </a:lnTo>
                  <a:lnTo>
                    <a:pt x="298" y="155279"/>
                  </a:lnTo>
                  <a:lnTo>
                    <a:pt x="0" y="160721"/>
                  </a:lnTo>
                  <a:lnTo>
                    <a:pt x="16704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47" y="3708026"/>
              <a:ext cx="334320" cy="334024"/>
            </a:xfrm>
            <a:custGeom>
              <a:avLst/>
              <a:pathLst>
                <a:path w="334320" h="334024">
                  <a:moveTo>
                    <a:pt x="120" y="160415"/>
                  </a:moveTo>
                  <a:lnTo>
                    <a:pt x="0" y="165711"/>
                  </a:lnTo>
                  <a:lnTo>
                    <a:pt x="47" y="171008"/>
                  </a:lnTo>
                  <a:lnTo>
                    <a:pt x="262" y="176302"/>
                  </a:lnTo>
                  <a:lnTo>
                    <a:pt x="645" y="181585"/>
                  </a:lnTo>
                  <a:lnTo>
                    <a:pt x="1195" y="186854"/>
                  </a:lnTo>
                  <a:lnTo>
                    <a:pt x="1912" y="192103"/>
                  </a:lnTo>
                  <a:lnTo>
                    <a:pt x="2795" y="197327"/>
                  </a:lnTo>
                  <a:lnTo>
                    <a:pt x="3843" y="202520"/>
                  </a:lnTo>
                  <a:lnTo>
                    <a:pt x="5055" y="207677"/>
                  </a:lnTo>
                  <a:lnTo>
                    <a:pt x="6430" y="212793"/>
                  </a:lnTo>
                  <a:lnTo>
                    <a:pt x="7966" y="217863"/>
                  </a:lnTo>
                  <a:lnTo>
                    <a:pt x="9662" y="222882"/>
                  </a:lnTo>
                  <a:lnTo>
                    <a:pt x="11516" y="227845"/>
                  </a:lnTo>
                  <a:lnTo>
                    <a:pt x="13527" y="232746"/>
                  </a:lnTo>
                  <a:lnTo>
                    <a:pt x="15692" y="237581"/>
                  </a:lnTo>
                  <a:lnTo>
                    <a:pt x="18009" y="242345"/>
                  </a:lnTo>
                  <a:lnTo>
                    <a:pt x="20475" y="247034"/>
                  </a:lnTo>
                  <a:lnTo>
                    <a:pt x="23089" y="251641"/>
                  </a:lnTo>
                  <a:lnTo>
                    <a:pt x="25848" y="256164"/>
                  </a:lnTo>
                  <a:lnTo>
                    <a:pt x="28749" y="260597"/>
                  </a:lnTo>
                  <a:lnTo>
                    <a:pt x="31789" y="264936"/>
                  </a:lnTo>
                  <a:lnTo>
                    <a:pt x="34964" y="269176"/>
                  </a:lnTo>
                  <a:lnTo>
                    <a:pt x="38273" y="273314"/>
                  </a:lnTo>
                  <a:lnTo>
                    <a:pt x="41711" y="277344"/>
                  </a:lnTo>
                  <a:lnTo>
                    <a:pt x="45274" y="281264"/>
                  </a:lnTo>
                  <a:lnTo>
                    <a:pt x="48961" y="285069"/>
                  </a:lnTo>
                  <a:lnTo>
                    <a:pt x="52766" y="288755"/>
                  </a:lnTo>
                  <a:lnTo>
                    <a:pt x="56686" y="292319"/>
                  </a:lnTo>
                  <a:lnTo>
                    <a:pt x="60716" y="295756"/>
                  </a:lnTo>
                  <a:lnTo>
                    <a:pt x="64854" y="299065"/>
                  </a:lnTo>
                  <a:lnTo>
                    <a:pt x="69095" y="302240"/>
                  </a:lnTo>
                  <a:lnTo>
                    <a:pt x="73434" y="305279"/>
                  </a:lnTo>
                  <a:lnTo>
                    <a:pt x="77867" y="308180"/>
                  </a:lnTo>
                  <a:lnTo>
                    <a:pt x="82389" y="310939"/>
                  </a:lnTo>
                  <a:lnTo>
                    <a:pt x="86997" y="313552"/>
                  </a:lnTo>
                  <a:lnTo>
                    <a:pt x="91686" y="316019"/>
                  </a:lnTo>
                  <a:lnTo>
                    <a:pt x="96450" y="318336"/>
                  </a:lnTo>
                  <a:lnTo>
                    <a:pt x="101285" y="320500"/>
                  </a:lnTo>
                  <a:lnTo>
                    <a:pt x="106187" y="322511"/>
                  </a:lnTo>
                  <a:lnTo>
                    <a:pt x="111149" y="324364"/>
                  </a:lnTo>
                  <a:lnTo>
                    <a:pt x="116168" y="326060"/>
                  </a:lnTo>
                  <a:lnTo>
                    <a:pt x="121238" y="327596"/>
                  </a:lnTo>
                  <a:lnTo>
                    <a:pt x="126355" y="328971"/>
                  </a:lnTo>
                  <a:lnTo>
                    <a:pt x="131512" y="330182"/>
                  </a:lnTo>
                  <a:lnTo>
                    <a:pt x="136705" y="331230"/>
                  </a:lnTo>
                  <a:lnTo>
                    <a:pt x="141929" y="332113"/>
                  </a:lnTo>
                  <a:lnTo>
                    <a:pt x="147178" y="332829"/>
                  </a:lnTo>
                  <a:lnTo>
                    <a:pt x="152447" y="333379"/>
                  </a:lnTo>
                  <a:lnTo>
                    <a:pt x="157730" y="333762"/>
                  </a:lnTo>
                  <a:lnTo>
                    <a:pt x="163024" y="333977"/>
                  </a:lnTo>
                  <a:lnTo>
                    <a:pt x="168321" y="334024"/>
                  </a:lnTo>
                  <a:lnTo>
                    <a:pt x="173617" y="333904"/>
                  </a:lnTo>
                  <a:lnTo>
                    <a:pt x="178907" y="333615"/>
                  </a:lnTo>
                  <a:lnTo>
                    <a:pt x="184185" y="333159"/>
                  </a:lnTo>
                  <a:lnTo>
                    <a:pt x="189446" y="332536"/>
                  </a:lnTo>
                  <a:lnTo>
                    <a:pt x="194685" y="331747"/>
                  </a:lnTo>
                  <a:lnTo>
                    <a:pt x="199896" y="330792"/>
                  </a:lnTo>
                  <a:lnTo>
                    <a:pt x="205074" y="329673"/>
                  </a:lnTo>
                  <a:lnTo>
                    <a:pt x="210214" y="328390"/>
                  </a:lnTo>
                  <a:lnTo>
                    <a:pt x="215310" y="326944"/>
                  </a:lnTo>
                  <a:lnTo>
                    <a:pt x="220359" y="325338"/>
                  </a:lnTo>
                  <a:lnTo>
                    <a:pt x="225354" y="323573"/>
                  </a:lnTo>
                  <a:lnTo>
                    <a:pt x="230290" y="321651"/>
                  </a:lnTo>
                  <a:lnTo>
                    <a:pt x="235163" y="319573"/>
                  </a:lnTo>
                  <a:lnTo>
                    <a:pt x="239968" y="317341"/>
                  </a:lnTo>
                  <a:lnTo>
                    <a:pt x="244700" y="314959"/>
                  </a:lnTo>
                  <a:lnTo>
                    <a:pt x="249353" y="312428"/>
                  </a:lnTo>
                  <a:lnTo>
                    <a:pt x="253925" y="309750"/>
                  </a:lnTo>
                  <a:lnTo>
                    <a:pt x="258409" y="306929"/>
                  </a:lnTo>
                  <a:lnTo>
                    <a:pt x="262801" y="303968"/>
                  </a:lnTo>
                  <a:lnTo>
                    <a:pt x="267098" y="300868"/>
                  </a:lnTo>
                  <a:lnTo>
                    <a:pt x="271294" y="297634"/>
                  </a:lnTo>
                  <a:lnTo>
                    <a:pt x="275385" y="294269"/>
                  </a:lnTo>
                  <a:lnTo>
                    <a:pt x="279368" y="290776"/>
                  </a:lnTo>
                  <a:lnTo>
                    <a:pt x="283238" y="287158"/>
                  </a:lnTo>
                  <a:lnTo>
                    <a:pt x="286992" y="283420"/>
                  </a:lnTo>
                  <a:lnTo>
                    <a:pt x="290625" y="279564"/>
                  </a:lnTo>
                  <a:lnTo>
                    <a:pt x="294134" y="275596"/>
                  </a:lnTo>
                  <a:lnTo>
                    <a:pt x="297516" y="271518"/>
                  </a:lnTo>
                  <a:lnTo>
                    <a:pt x="300767" y="267335"/>
                  </a:lnTo>
                  <a:lnTo>
                    <a:pt x="303883" y="263051"/>
                  </a:lnTo>
                  <a:lnTo>
                    <a:pt x="306863" y="258670"/>
                  </a:lnTo>
                  <a:lnTo>
                    <a:pt x="309702" y="254197"/>
                  </a:lnTo>
                  <a:lnTo>
                    <a:pt x="312397" y="249637"/>
                  </a:lnTo>
                  <a:lnTo>
                    <a:pt x="314947" y="244993"/>
                  </a:lnTo>
                  <a:lnTo>
                    <a:pt x="317349" y="240271"/>
                  </a:lnTo>
                  <a:lnTo>
                    <a:pt x="319600" y="235476"/>
                  </a:lnTo>
                  <a:lnTo>
                    <a:pt x="321697" y="230611"/>
                  </a:lnTo>
                  <a:lnTo>
                    <a:pt x="323640" y="225682"/>
                  </a:lnTo>
                  <a:lnTo>
                    <a:pt x="325425" y="220694"/>
                  </a:lnTo>
                  <a:lnTo>
                    <a:pt x="327051" y="215653"/>
                  </a:lnTo>
                  <a:lnTo>
                    <a:pt x="328517" y="210562"/>
                  </a:lnTo>
                  <a:lnTo>
                    <a:pt x="329821" y="205427"/>
                  </a:lnTo>
                  <a:lnTo>
                    <a:pt x="330961" y="200254"/>
                  </a:lnTo>
                  <a:lnTo>
                    <a:pt x="331937" y="195047"/>
                  </a:lnTo>
                  <a:lnTo>
                    <a:pt x="332747" y="189811"/>
                  </a:lnTo>
                  <a:lnTo>
                    <a:pt x="333392" y="184553"/>
                  </a:lnTo>
                  <a:lnTo>
                    <a:pt x="333869" y="179277"/>
                  </a:lnTo>
                  <a:lnTo>
                    <a:pt x="334178" y="173988"/>
                  </a:lnTo>
                  <a:lnTo>
                    <a:pt x="334320" y="168692"/>
                  </a:lnTo>
                  <a:lnTo>
                    <a:pt x="334294" y="163395"/>
                  </a:lnTo>
                  <a:lnTo>
                    <a:pt x="334101" y="158101"/>
                  </a:lnTo>
                  <a:lnTo>
                    <a:pt x="333739" y="152815"/>
                  </a:lnTo>
                  <a:lnTo>
                    <a:pt x="333211" y="147544"/>
                  </a:lnTo>
                  <a:lnTo>
                    <a:pt x="332515" y="142292"/>
                  </a:lnTo>
                  <a:lnTo>
                    <a:pt x="331654" y="137065"/>
                  </a:lnTo>
                  <a:lnTo>
                    <a:pt x="330627" y="131868"/>
                  </a:lnTo>
                  <a:lnTo>
                    <a:pt x="329436" y="126706"/>
                  </a:lnTo>
                  <a:lnTo>
                    <a:pt x="328082" y="121584"/>
                  </a:lnTo>
                  <a:lnTo>
                    <a:pt x="326567" y="116508"/>
                  </a:lnTo>
                  <a:lnTo>
                    <a:pt x="324891" y="111482"/>
                  </a:lnTo>
                  <a:lnTo>
                    <a:pt x="323057" y="106512"/>
                  </a:lnTo>
                  <a:lnTo>
                    <a:pt x="321067" y="101603"/>
                  </a:lnTo>
                  <a:lnTo>
                    <a:pt x="318922" y="96759"/>
                  </a:lnTo>
                  <a:lnTo>
                    <a:pt x="316624" y="91985"/>
                  </a:lnTo>
                  <a:lnTo>
                    <a:pt x="314176" y="87287"/>
                  </a:lnTo>
                  <a:lnTo>
                    <a:pt x="311581" y="82668"/>
                  </a:lnTo>
                  <a:lnTo>
                    <a:pt x="308841" y="78135"/>
                  </a:lnTo>
                  <a:lnTo>
                    <a:pt x="305958" y="73690"/>
                  </a:lnTo>
                  <a:lnTo>
                    <a:pt x="302936" y="69339"/>
                  </a:lnTo>
                  <a:lnTo>
                    <a:pt x="299778" y="65085"/>
                  </a:lnTo>
                  <a:lnTo>
                    <a:pt x="296486" y="60934"/>
                  </a:lnTo>
                  <a:lnTo>
                    <a:pt x="293065" y="56890"/>
                  </a:lnTo>
                  <a:lnTo>
                    <a:pt x="289517" y="52955"/>
                  </a:lnTo>
                  <a:lnTo>
                    <a:pt x="285846" y="49136"/>
                  </a:lnTo>
                  <a:lnTo>
                    <a:pt x="282056" y="45434"/>
                  </a:lnTo>
                  <a:lnTo>
                    <a:pt x="278151" y="41854"/>
                  </a:lnTo>
                  <a:lnTo>
                    <a:pt x="274134" y="38400"/>
                  </a:lnTo>
                  <a:lnTo>
                    <a:pt x="270010" y="35075"/>
                  </a:lnTo>
                  <a:lnTo>
                    <a:pt x="265783" y="31883"/>
                  </a:lnTo>
                  <a:lnTo>
                    <a:pt x="261456" y="28825"/>
                  </a:lnTo>
                  <a:lnTo>
                    <a:pt x="257035" y="25907"/>
                  </a:lnTo>
                  <a:lnTo>
                    <a:pt x="252523" y="23130"/>
                  </a:lnTo>
                  <a:lnTo>
                    <a:pt x="247926" y="20497"/>
                  </a:lnTo>
                  <a:lnTo>
                    <a:pt x="243248" y="18012"/>
                  </a:lnTo>
                  <a:lnTo>
                    <a:pt x="238493" y="15676"/>
                  </a:lnTo>
                  <a:lnTo>
                    <a:pt x="233667" y="13491"/>
                  </a:lnTo>
                  <a:lnTo>
                    <a:pt x="228774" y="11461"/>
                  </a:lnTo>
                  <a:lnTo>
                    <a:pt x="223818" y="9587"/>
                  </a:lnTo>
                  <a:lnTo>
                    <a:pt x="218807" y="7870"/>
                  </a:lnTo>
                  <a:lnTo>
                    <a:pt x="213743" y="6314"/>
                  </a:lnTo>
                  <a:lnTo>
                    <a:pt x="208632" y="4919"/>
                  </a:lnTo>
                  <a:lnTo>
                    <a:pt x="203480" y="3686"/>
                  </a:lnTo>
                  <a:lnTo>
                    <a:pt x="198291" y="2617"/>
                  </a:lnTo>
                  <a:lnTo>
                    <a:pt x="193071" y="1713"/>
                  </a:lnTo>
                  <a:lnTo>
                    <a:pt x="187825" y="975"/>
                  </a:lnTo>
                  <a:lnTo>
                    <a:pt x="182558" y="404"/>
                  </a:lnTo>
                  <a:lnTo>
                    <a:pt x="177276" y="0"/>
                  </a:lnTo>
                  <a:lnTo>
                    <a:pt x="167163" y="1668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0113" cy="167167"/>
            </a:xfrm>
            <a:custGeom>
              <a:avLst/>
              <a:pathLst>
                <a:path w="10113" h="167167">
                  <a:moveTo>
                    <a:pt x="10113" y="30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2025-06-05T16:22:44Z</dcterms:modified>
  <cp:category/>
</cp:coreProperties>
</file>