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5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6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1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1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1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00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5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5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52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2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91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06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9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99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2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3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3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8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1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3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3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11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16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60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4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16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14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60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5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8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3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87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7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16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2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8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3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25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39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32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1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5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4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5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11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35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60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2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36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15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8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1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37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8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49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87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63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1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65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16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67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60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2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7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636719" y="1274694"/>
              <a:ext cx="479517" cy="4095589"/>
            </a:xfrm>
            <a:custGeom>
              <a:avLst/>
              <a:pathLst>
                <a:path w="479517" h="4095589">
                  <a:moveTo>
                    <a:pt x="0" y="0"/>
                  </a:moveTo>
                  <a:lnTo>
                    <a:pt x="479517" y="4095589"/>
                  </a:lnTo>
                </a:path>
              </a:pathLst>
            </a:custGeom>
            <a:ln w="60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2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7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269826" y="1265715"/>
              <a:ext cx="1290193" cy="3538779"/>
            </a:xfrm>
            <a:custGeom>
              <a:avLst/>
              <a:pathLst>
                <a:path w="1290193" h="3538779">
                  <a:moveTo>
                    <a:pt x="1290193" y="0"/>
                  </a:moveTo>
                  <a:lnTo>
                    <a:pt x="0" y="3538779"/>
                  </a:lnTo>
                </a:path>
              </a:pathLst>
            </a:custGeom>
            <a:ln w="28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246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674540" y="1265715"/>
              <a:ext cx="1351039" cy="3705671"/>
            </a:xfrm>
            <a:custGeom>
              <a:avLst/>
              <a:pathLst>
                <a:path w="1351039" h="3705671">
                  <a:moveTo>
                    <a:pt x="0" y="0"/>
                  </a:moveTo>
                  <a:lnTo>
                    <a:pt x="1351039" y="3705671"/>
                  </a:lnTo>
                </a:path>
              </a:pathLst>
            </a:custGeom>
            <a:ln w="15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5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45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80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00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36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64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0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185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06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17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2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03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306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2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328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2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28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5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6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6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9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00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38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28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62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142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32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51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11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00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25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20126" y="1841537"/>
              <a:ext cx="2655153" cy="3158935"/>
            </a:xfrm>
            <a:custGeom>
              <a:avLst/>
              <a:pathLst>
                <a:path w="2655153" h="3158935">
                  <a:moveTo>
                    <a:pt x="0" y="0"/>
                  </a:moveTo>
                  <a:lnTo>
                    <a:pt x="2655153" y="3158935"/>
                  </a:lnTo>
                </a:path>
              </a:pathLst>
            </a:custGeom>
            <a:ln w="185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1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324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8409" y="3170392"/>
              <a:ext cx="45369" cy="167167"/>
            </a:xfrm>
            <a:custGeom>
              <a:avLst/>
              <a:pathLst>
                <a:path w="45369" h="167167">
                  <a:moveTo>
                    <a:pt x="45369" y="0"/>
                  </a:moveTo>
                  <a:lnTo>
                    <a:pt x="38807" y="128"/>
                  </a:lnTo>
                  <a:lnTo>
                    <a:pt x="32255" y="515"/>
                  </a:lnTo>
                  <a:lnTo>
                    <a:pt x="25724" y="1158"/>
                  </a:lnTo>
                  <a:lnTo>
                    <a:pt x="19222" y="2057"/>
                  </a:lnTo>
                  <a:lnTo>
                    <a:pt x="12761" y="3211"/>
                  </a:lnTo>
                  <a:lnTo>
                    <a:pt x="6350" y="4617"/>
                  </a:lnTo>
                  <a:lnTo>
                    <a:pt x="0" y="6274"/>
                  </a:lnTo>
                  <a:lnTo>
                    <a:pt x="453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38409" y="3176667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816611" y="3170485"/>
              <a:ext cx="334323" cy="334233"/>
            </a:xfrm>
            <a:custGeom>
              <a:avLst/>
              <a:pathLst>
                <a:path w="334323" h="334233">
                  <a:moveTo>
                    <a:pt x="121797" y="6181"/>
                  </a:moveTo>
                  <a:lnTo>
                    <a:pt x="116734" y="7695"/>
                  </a:lnTo>
                  <a:lnTo>
                    <a:pt x="111722" y="9369"/>
                  </a:lnTo>
                  <a:lnTo>
                    <a:pt x="106765" y="11200"/>
                  </a:lnTo>
                  <a:lnTo>
                    <a:pt x="101868" y="13187"/>
                  </a:lnTo>
                  <a:lnTo>
                    <a:pt x="97037" y="15328"/>
                  </a:lnTo>
                  <a:lnTo>
                    <a:pt x="92275" y="17620"/>
                  </a:lnTo>
                  <a:lnTo>
                    <a:pt x="87589" y="20062"/>
                  </a:lnTo>
                  <a:lnTo>
                    <a:pt x="82982" y="22651"/>
                  </a:lnTo>
                  <a:lnTo>
                    <a:pt x="78459" y="25384"/>
                  </a:lnTo>
                  <a:lnTo>
                    <a:pt x="74025" y="28259"/>
                  </a:lnTo>
                  <a:lnTo>
                    <a:pt x="69684" y="31272"/>
                  </a:lnTo>
                  <a:lnTo>
                    <a:pt x="65440" y="34421"/>
                  </a:lnTo>
                  <a:lnTo>
                    <a:pt x="61298" y="37703"/>
                  </a:lnTo>
                  <a:lnTo>
                    <a:pt x="57262" y="41114"/>
                  </a:lnTo>
                  <a:lnTo>
                    <a:pt x="53335" y="44651"/>
                  </a:lnTo>
                  <a:lnTo>
                    <a:pt x="49523" y="48310"/>
                  </a:lnTo>
                  <a:lnTo>
                    <a:pt x="45828" y="52088"/>
                  </a:lnTo>
                  <a:lnTo>
                    <a:pt x="42254" y="55980"/>
                  </a:lnTo>
                  <a:lnTo>
                    <a:pt x="38805" y="59984"/>
                  </a:lnTo>
                  <a:lnTo>
                    <a:pt x="35484" y="64095"/>
                  </a:lnTo>
                  <a:lnTo>
                    <a:pt x="32295" y="68309"/>
                  </a:lnTo>
                  <a:lnTo>
                    <a:pt x="29241" y="72621"/>
                  </a:lnTo>
                  <a:lnTo>
                    <a:pt x="26324" y="77028"/>
                  </a:lnTo>
                  <a:lnTo>
                    <a:pt x="23548" y="81525"/>
                  </a:lnTo>
                  <a:lnTo>
                    <a:pt x="20916" y="86107"/>
                  </a:lnTo>
                  <a:lnTo>
                    <a:pt x="18430" y="90770"/>
                  </a:lnTo>
                  <a:lnTo>
                    <a:pt x="16092" y="95509"/>
                  </a:lnTo>
                  <a:lnTo>
                    <a:pt x="13906" y="100320"/>
                  </a:lnTo>
                  <a:lnTo>
                    <a:pt x="11872" y="105198"/>
                  </a:lnTo>
                  <a:lnTo>
                    <a:pt x="9994" y="110137"/>
                  </a:lnTo>
                  <a:lnTo>
                    <a:pt x="8273" y="115134"/>
                  </a:lnTo>
                  <a:lnTo>
                    <a:pt x="6711" y="120182"/>
                  </a:lnTo>
                  <a:lnTo>
                    <a:pt x="5309" y="125277"/>
                  </a:lnTo>
                  <a:lnTo>
                    <a:pt x="4069" y="130414"/>
                  </a:lnTo>
                  <a:lnTo>
                    <a:pt x="2991" y="135588"/>
                  </a:lnTo>
                  <a:lnTo>
                    <a:pt x="2078" y="140793"/>
                  </a:lnTo>
                  <a:lnTo>
                    <a:pt x="1330" y="146024"/>
                  </a:lnTo>
                  <a:lnTo>
                    <a:pt x="748" y="151276"/>
                  </a:lnTo>
                  <a:lnTo>
                    <a:pt x="331" y="156544"/>
                  </a:lnTo>
                  <a:lnTo>
                    <a:pt x="82" y="161823"/>
                  </a:lnTo>
                  <a:lnTo>
                    <a:pt x="0" y="167107"/>
                  </a:lnTo>
                  <a:lnTo>
                    <a:pt x="84" y="172390"/>
                  </a:lnTo>
                  <a:lnTo>
                    <a:pt x="336" y="177669"/>
                  </a:lnTo>
                  <a:lnTo>
                    <a:pt x="754" y="182937"/>
                  </a:lnTo>
                  <a:lnTo>
                    <a:pt x="1338" y="188189"/>
                  </a:lnTo>
                  <a:lnTo>
                    <a:pt x="2089" y="193420"/>
                  </a:lnTo>
                  <a:lnTo>
                    <a:pt x="3004" y="198625"/>
                  </a:lnTo>
                  <a:lnTo>
                    <a:pt x="4083" y="203798"/>
                  </a:lnTo>
                  <a:lnTo>
                    <a:pt x="5325" y="208934"/>
                  </a:lnTo>
                  <a:lnTo>
                    <a:pt x="6729" y="214029"/>
                  </a:lnTo>
                  <a:lnTo>
                    <a:pt x="8294" y="219076"/>
                  </a:lnTo>
                  <a:lnTo>
                    <a:pt x="10017" y="224072"/>
                  </a:lnTo>
                  <a:lnTo>
                    <a:pt x="11897" y="229011"/>
                  </a:lnTo>
                  <a:lnTo>
                    <a:pt x="13932" y="233887"/>
                  </a:lnTo>
                  <a:lnTo>
                    <a:pt x="16121" y="238698"/>
                  </a:lnTo>
                  <a:lnTo>
                    <a:pt x="18460" y="243436"/>
                  </a:lnTo>
                  <a:lnTo>
                    <a:pt x="20948" y="248098"/>
                  </a:lnTo>
                  <a:lnTo>
                    <a:pt x="23582" y="252679"/>
                  </a:lnTo>
                  <a:lnTo>
                    <a:pt x="26360" y="257175"/>
                  </a:lnTo>
                  <a:lnTo>
                    <a:pt x="29278" y="261581"/>
                  </a:lnTo>
                  <a:lnTo>
                    <a:pt x="32334" y="265892"/>
                  </a:lnTo>
                  <a:lnTo>
                    <a:pt x="35525" y="270104"/>
                  </a:lnTo>
                  <a:lnTo>
                    <a:pt x="38847" y="274214"/>
                  </a:lnTo>
                  <a:lnTo>
                    <a:pt x="42298" y="278216"/>
                  </a:lnTo>
                  <a:lnTo>
                    <a:pt x="45873" y="282107"/>
                  </a:lnTo>
                  <a:lnTo>
                    <a:pt x="49570" y="285884"/>
                  </a:lnTo>
                  <a:lnTo>
                    <a:pt x="53384" y="289541"/>
                  </a:lnTo>
                  <a:lnTo>
                    <a:pt x="57312" y="293077"/>
                  </a:lnTo>
                  <a:lnTo>
                    <a:pt x="61349" y="296486"/>
                  </a:lnTo>
                  <a:lnTo>
                    <a:pt x="65493" y="299766"/>
                  </a:lnTo>
                  <a:lnTo>
                    <a:pt x="69738" y="302913"/>
                  </a:lnTo>
                  <a:lnTo>
                    <a:pt x="74080" y="305925"/>
                  </a:lnTo>
                  <a:lnTo>
                    <a:pt x="78515" y="308798"/>
                  </a:lnTo>
                  <a:lnTo>
                    <a:pt x="83039" y="311529"/>
                  </a:lnTo>
                  <a:lnTo>
                    <a:pt x="87647" y="314116"/>
                  </a:lnTo>
                  <a:lnTo>
                    <a:pt x="92335" y="316556"/>
                  </a:lnTo>
                  <a:lnTo>
                    <a:pt x="97097" y="318847"/>
                  </a:lnTo>
                  <a:lnTo>
                    <a:pt x="101929" y="320986"/>
                  </a:lnTo>
                  <a:lnTo>
                    <a:pt x="106827" y="322971"/>
                  </a:lnTo>
                  <a:lnTo>
                    <a:pt x="111784" y="324800"/>
                  </a:lnTo>
                  <a:lnTo>
                    <a:pt x="116797" y="326472"/>
                  </a:lnTo>
                  <a:lnTo>
                    <a:pt x="121861" y="327984"/>
                  </a:lnTo>
                  <a:lnTo>
                    <a:pt x="126970" y="329336"/>
                  </a:lnTo>
                  <a:lnTo>
                    <a:pt x="132119" y="330526"/>
                  </a:lnTo>
                  <a:lnTo>
                    <a:pt x="137302" y="331552"/>
                  </a:lnTo>
                  <a:lnTo>
                    <a:pt x="142516" y="332413"/>
                  </a:lnTo>
                  <a:lnTo>
                    <a:pt x="147755" y="333110"/>
                  </a:lnTo>
                  <a:lnTo>
                    <a:pt x="153012" y="333641"/>
                  </a:lnTo>
                  <a:lnTo>
                    <a:pt x="158284" y="334005"/>
                  </a:lnTo>
                  <a:lnTo>
                    <a:pt x="163565" y="334202"/>
                  </a:lnTo>
                  <a:lnTo>
                    <a:pt x="168849" y="334233"/>
                  </a:lnTo>
                  <a:lnTo>
                    <a:pt x="174132" y="334096"/>
                  </a:lnTo>
                  <a:lnTo>
                    <a:pt x="179408" y="333792"/>
                  </a:lnTo>
                  <a:lnTo>
                    <a:pt x="184671" y="333322"/>
                  </a:lnTo>
                  <a:lnTo>
                    <a:pt x="189917" y="332686"/>
                  </a:lnTo>
                  <a:lnTo>
                    <a:pt x="195141" y="331884"/>
                  </a:lnTo>
                  <a:lnTo>
                    <a:pt x="200336" y="330917"/>
                  </a:lnTo>
                  <a:lnTo>
                    <a:pt x="205498" y="329787"/>
                  </a:lnTo>
                  <a:lnTo>
                    <a:pt x="210622" y="328494"/>
                  </a:lnTo>
                  <a:lnTo>
                    <a:pt x="215703" y="327040"/>
                  </a:lnTo>
                  <a:lnTo>
                    <a:pt x="220735" y="325426"/>
                  </a:lnTo>
                  <a:lnTo>
                    <a:pt x="225713" y="323654"/>
                  </a:lnTo>
                  <a:lnTo>
                    <a:pt x="230633" y="321725"/>
                  </a:lnTo>
                  <a:lnTo>
                    <a:pt x="235490" y="319641"/>
                  </a:lnTo>
                  <a:lnTo>
                    <a:pt x="240278" y="317406"/>
                  </a:lnTo>
                  <a:lnTo>
                    <a:pt x="244993" y="315020"/>
                  </a:lnTo>
                  <a:lnTo>
                    <a:pt x="249630" y="312486"/>
                  </a:lnTo>
                  <a:lnTo>
                    <a:pt x="254185" y="309807"/>
                  </a:lnTo>
                  <a:lnTo>
                    <a:pt x="258653" y="306985"/>
                  </a:lnTo>
                  <a:lnTo>
                    <a:pt x="263030" y="304023"/>
                  </a:lnTo>
                  <a:lnTo>
                    <a:pt x="267311" y="300925"/>
                  </a:lnTo>
                  <a:lnTo>
                    <a:pt x="271491" y="297693"/>
                  </a:lnTo>
                  <a:lnTo>
                    <a:pt x="275568" y="294330"/>
                  </a:lnTo>
                  <a:lnTo>
                    <a:pt x="279536" y="290840"/>
                  </a:lnTo>
                  <a:lnTo>
                    <a:pt x="283392" y="287226"/>
                  </a:lnTo>
                  <a:lnTo>
                    <a:pt x="287132" y="283493"/>
                  </a:lnTo>
                  <a:lnTo>
                    <a:pt x="290752" y="279643"/>
                  </a:lnTo>
                  <a:lnTo>
                    <a:pt x="294248" y="275680"/>
                  </a:lnTo>
                  <a:lnTo>
                    <a:pt x="297617" y="271609"/>
                  </a:lnTo>
                  <a:lnTo>
                    <a:pt x="300856" y="267434"/>
                  </a:lnTo>
                  <a:lnTo>
                    <a:pt x="303962" y="263158"/>
                  </a:lnTo>
                  <a:lnTo>
                    <a:pt x="306930" y="258786"/>
                  </a:lnTo>
                  <a:lnTo>
                    <a:pt x="309759" y="254323"/>
                  </a:lnTo>
                  <a:lnTo>
                    <a:pt x="312446" y="249772"/>
                  </a:lnTo>
                  <a:lnTo>
                    <a:pt x="314987" y="245139"/>
                  </a:lnTo>
                  <a:lnTo>
                    <a:pt x="317381" y="240427"/>
                  </a:lnTo>
                  <a:lnTo>
                    <a:pt x="319624" y="235643"/>
                  </a:lnTo>
                  <a:lnTo>
                    <a:pt x="321715" y="230790"/>
                  </a:lnTo>
                  <a:lnTo>
                    <a:pt x="323652" y="225873"/>
                  </a:lnTo>
                  <a:lnTo>
                    <a:pt x="325432" y="220897"/>
                  </a:lnTo>
                  <a:lnTo>
                    <a:pt x="327055" y="215868"/>
                  </a:lnTo>
                  <a:lnTo>
                    <a:pt x="328517" y="210790"/>
                  </a:lnTo>
                  <a:lnTo>
                    <a:pt x="329818" y="205668"/>
                  </a:lnTo>
                  <a:lnTo>
                    <a:pt x="330957" y="200508"/>
                  </a:lnTo>
                  <a:lnTo>
                    <a:pt x="331932" y="195314"/>
                  </a:lnTo>
                  <a:lnTo>
                    <a:pt x="332742" y="190092"/>
                  </a:lnTo>
                  <a:lnTo>
                    <a:pt x="333387" y="184847"/>
                  </a:lnTo>
                  <a:lnTo>
                    <a:pt x="333866" y="179584"/>
                  </a:lnTo>
                  <a:lnTo>
                    <a:pt x="334178" y="174309"/>
                  </a:lnTo>
                  <a:lnTo>
                    <a:pt x="334323" y="169026"/>
                  </a:lnTo>
                  <a:lnTo>
                    <a:pt x="334301" y="163742"/>
                  </a:lnTo>
                  <a:lnTo>
                    <a:pt x="334112" y="158461"/>
                  </a:lnTo>
                  <a:lnTo>
                    <a:pt x="333757" y="153188"/>
                  </a:lnTo>
                  <a:lnTo>
                    <a:pt x="333235" y="147930"/>
                  </a:lnTo>
                  <a:lnTo>
                    <a:pt x="332546" y="142690"/>
                  </a:lnTo>
                  <a:lnTo>
                    <a:pt x="331693" y="137475"/>
                  </a:lnTo>
                  <a:lnTo>
                    <a:pt x="330675" y="132289"/>
                  </a:lnTo>
                  <a:lnTo>
                    <a:pt x="329494" y="127139"/>
                  </a:lnTo>
                  <a:lnTo>
                    <a:pt x="328151" y="122028"/>
                  </a:lnTo>
                  <a:lnTo>
                    <a:pt x="326647" y="116962"/>
                  </a:lnTo>
                  <a:lnTo>
                    <a:pt x="324983" y="111946"/>
                  </a:lnTo>
                  <a:lnTo>
                    <a:pt x="323162" y="106985"/>
                  </a:lnTo>
                  <a:lnTo>
                    <a:pt x="321184" y="102085"/>
                  </a:lnTo>
                  <a:lnTo>
                    <a:pt x="319053" y="97249"/>
                  </a:lnTo>
                  <a:lnTo>
                    <a:pt x="316770" y="92483"/>
                  </a:lnTo>
                  <a:lnTo>
                    <a:pt x="314338" y="87792"/>
                  </a:lnTo>
                  <a:lnTo>
                    <a:pt x="311759" y="83179"/>
                  </a:lnTo>
                  <a:lnTo>
                    <a:pt x="309035" y="78651"/>
                  </a:lnTo>
                  <a:lnTo>
                    <a:pt x="306169" y="74211"/>
                  </a:lnTo>
                  <a:lnTo>
                    <a:pt x="303164" y="69864"/>
                  </a:lnTo>
                  <a:lnTo>
                    <a:pt x="300024" y="65614"/>
                  </a:lnTo>
                  <a:lnTo>
                    <a:pt x="296750" y="61465"/>
                  </a:lnTo>
                  <a:lnTo>
                    <a:pt x="293347" y="57422"/>
                  </a:lnTo>
                  <a:lnTo>
                    <a:pt x="289819" y="53489"/>
                  </a:lnTo>
                  <a:lnTo>
                    <a:pt x="286167" y="49669"/>
                  </a:lnTo>
                  <a:lnTo>
                    <a:pt x="282397" y="45966"/>
                  </a:lnTo>
                  <a:lnTo>
                    <a:pt x="278511" y="42384"/>
                  </a:lnTo>
                  <a:lnTo>
                    <a:pt x="274514" y="38927"/>
                  </a:lnTo>
                  <a:lnTo>
                    <a:pt x="270410" y="35598"/>
                  </a:lnTo>
                  <a:lnTo>
                    <a:pt x="266203" y="32401"/>
                  </a:lnTo>
                  <a:lnTo>
                    <a:pt x="261897" y="29338"/>
                  </a:lnTo>
                  <a:lnTo>
                    <a:pt x="257496" y="26412"/>
                  </a:lnTo>
                  <a:lnTo>
                    <a:pt x="253005" y="23627"/>
                  </a:lnTo>
                  <a:lnTo>
                    <a:pt x="248428" y="20986"/>
                  </a:lnTo>
                  <a:lnTo>
                    <a:pt x="243770" y="18490"/>
                  </a:lnTo>
                  <a:lnTo>
                    <a:pt x="239035" y="16143"/>
                  </a:lnTo>
                  <a:lnTo>
                    <a:pt x="234228" y="13947"/>
                  </a:lnTo>
                  <a:lnTo>
                    <a:pt x="229355" y="11904"/>
                  </a:lnTo>
                  <a:lnTo>
                    <a:pt x="224419" y="10016"/>
                  </a:lnTo>
                  <a:lnTo>
                    <a:pt x="219426" y="8285"/>
                  </a:lnTo>
                  <a:lnTo>
                    <a:pt x="214381" y="6712"/>
                  </a:lnTo>
                  <a:lnTo>
                    <a:pt x="209289" y="5300"/>
                  </a:lnTo>
                  <a:lnTo>
                    <a:pt x="204155" y="4049"/>
                  </a:lnTo>
                  <a:lnTo>
                    <a:pt x="198983" y="2962"/>
                  </a:lnTo>
                  <a:lnTo>
                    <a:pt x="193780" y="2038"/>
                  </a:lnTo>
                  <a:lnTo>
                    <a:pt x="188550" y="1279"/>
                  </a:lnTo>
                  <a:lnTo>
                    <a:pt x="183299" y="686"/>
                  </a:lnTo>
                  <a:lnTo>
                    <a:pt x="178032" y="260"/>
                  </a:lnTo>
                  <a:lnTo>
                    <a:pt x="172754" y="0"/>
                  </a:lnTo>
                  <a:lnTo>
                    <a:pt x="167167" y="1670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5586" cy="167167"/>
            </a:xfrm>
            <a:custGeom>
              <a:avLst/>
              <a:pathLst>
                <a:path w="5586" h="167167">
                  <a:moveTo>
                    <a:pt x="5586" y="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163" y="2655501"/>
              <a:ext cx="162331" cy="167167"/>
            </a:xfrm>
            <a:custGeom>
              <a:avLst/>
              <a:pathLst>
                <a:path w="162331" h="167167">
                  <a:moveTo>
                    <a:pt x="162331" y="0"/>
                  </a:moveTo>
                  <a:lnTo>
                    <a:pt x="156911" y="87"/>
                  </a:lnTo>
                  <a:lnTo>
                    <a:pt x="151496" y="351"/>
                  </a:lnTo>
                  <a:lnTo>
                    <a:pt x="146093" y="790"/>
                  </a:lnTo>
                  <a:lnTo>
                    <a:pt x="140706" y="1404"/>
                  </a:lnTo>
                  <a:lnTo>
                    <a:pt x="135343" y="2192"/>
                  </a:lnTo>
                  <a:lnTo>
                    <a:pt x="130007" y="3154"/>
                  </a:lnTo>
                  <a:lnTo>
                    <a:pt x="124706" y="4289"/>
                  </a:lnTo>
                  <a:lnTo>
                    <a:pt x="119445" y="5594"/>
                  </a:lnTo>
                  <a:lnTo>
                    <a:pt x="114228" y="7070"/>
                  </a:lnTo>
                  <a:lnTo>
                    <a:pt x="109062" y="8714"/>
                  </a:lnTo>
                  <a:lnTo>
                    <a:pt x="103952" y="10525"/>
                  </a:lnTo>
                  <a:lnTo>
                    <a:pt x="98904" y="12500"/>
                  </a:lnTo>
                  <a:lnTo>
                    <a:pt x="93922" y="14638"/>
                  </a:lnTo>
                  <a:lnTo>
                    <a:pt x="89012" y="16936"/>
                  </a:lnTo>
                  <a:lnTo>
                    <a:pt x="84179" y="19393"/>
                  </a:lnTo>
                  <a:lnTo>
                    <a:pt x="79429" y="22005"/>
                  </a:lnTo>
                  <a:lnTo>
                    <a:pt x="74765" y="24769"/>
                  </a:lnTo>
                  <a:lnTo>
                    <a:pt x="70194" y="27683"/>
                  </a:lnTo>
                  <a:lnTo>
                    <a:pt x="65720" y="30744"/>
                  </a:lnTo>
                  <a:lnTo>
                    <a:pt x="61347" y="33949"/>
                  </a:lnTo>
                  <a:lnTo>
                    <a:pt x="57080" y="37293"/>
                  </a:lnTo>
                  <a:lnTo>
                    <a:pt x="52924" y="40774"/>
                  </a:lnTo>
                  <a:lnTo>
                    <a:pt x="48883" y="44388"/>
                  </a:lnTo>
                  <a:lnTo>
                    <a:pt x="44962" y="48132"/>
                  </a:lnTo>
                  <a:lnTo>
                    <a:pt x="41164" y="52000"/>
                  </a:lnTo>
                  <a:lnTo>
                    <a:pt x="37493" y="55989"/>
                  </a:lnTo>
                  <a:lnTo>
                    <a:pt x="33954" y="60096"/>
                  </a:lnTo>
                  <a:lnTo>
                    <a:pt x="30550" y="64315"/>
                  </a:lnTo>
                  <a:lnTo>
                    <a:pt x="27284" y="68642"/>
                  </a:lnTo>
                  <a:lnTo>
                    <a:pt x="24160" y="73073"/>
                  </a:lnTo>
                  <a:lnTo>
                    <a:pt x="21182" y="77603"/>
                  </a:lnTo>
                  <a:lnTo>
                    <a:pt x="18352" y="82227"/>
                  </a:lnTo>
                  <a:lnTo>
                    <a:pt x="15673" y="86940"/>
                  </a:lnTo>
                  <a:lnTo>
                    <a:pt x="13149" y="91738"/>
                  </a:lnTo>
                  <a:lnTo>
                    <a:pt x="10782" y="96615"/>
                  </a:lnTo>
                  <a:lnTo>
                    <a:pt x="8574" y="101566"/>
                  </a:lnTo>
                  <a:lnTo>
                    <a:pt x="6527" y="106586"/>
                  </a:lnTo>
                  <a:lnTo>
                    <a:pt x="4645" y="111670"/>
                  </a:lnTo>
                  <a:lnTo>
                    <a:pt x="2928" y="116812"/>
                  </a:lnTo>
                  <a:lnTo>
                    <a:pt x="1379" y="122007"/>
                  </a:lnTo>
                  <a:lnTo>
                    <a:pt x="0" y="127250"/>
                  </a:lnTo>
                  <a:lnTo>
                    <a:pt x="1623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61163" y="2782752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6344" y="2711094"/>
              <a:ext cx="334317" cy="278739"/>
            </a:xfrm>
            <a:custGeom>
              <a:avLst/>
              <a:pathLst>
                <a:path w="334317" h="278739">
                  <a:moveTo>
                    <a:pt x="4819" y="71657"/>
                  </a:moveTo>
                  <a:lnTo>
                    <a:pt x="3629" y="76853"/>
                  </a:lnTo>
                  <a:lnTo>
                    <a:pt x="2605" y="82084"/>
                  </a:lnTo>
                  <a:lnTo>
                    <a:pt x="1748" y="87345"/>
                  </a:lnTo>
                  <a:lnTo>
                    <a:pt x="1060" y="92631"/>
                  </a:lnTo>
                  <a:lnTo>
                    <a:pt x="540" y="97936"/>
                  </a:lnTo>
                  <a:lnTo>
                    <a:pt x="190" y="103254"/>
                  </a:lnTo>
                  <a:lnTo>
                    <a:pt x="10" y="108582"/>
                  </a:lnTo>
                  <a:lnTo>
                    <a:pt x="0" y="113912"/>
                  </a:lnTo>
                  <a:lnTo>
                    <a:pt x="159" y="119240"/>
                  </a:lnTo>
                  <a:lnTo>
                    <a:pt x="488" y="124560"/>
                  </a:lnTo>
                  <a:lnTo>
                    <a:pt x="987" y="129867"/>
                  </a:lnTo>
                  <a:lnTo>
                    <a:pt x="1655" y="135155"/>
                  </a:lnTo>
                  <a:lnTo>
                    <a:pt x="2491" y="140420"/>
                  </a:lnTo>
                  <a:lnTo>
                    <a:pt x="3494" y="145655"/>
                  </a:lnTo>
                  <a:lnTo>
                    <a:pt x="4664" y="150855"/>
                  </a:lnTo>
                  <a:lnTo>
                    <a:pt x="5999" y="156015"/>
                  </a:lnTo>
                  <a:lnTo>
                    <a:pt x="7498" y="161131"/>
                  </a:lnTo>
                  <a:lnTo>
                    <a:pt x="9159" y="166196"/>
                  </a:lnTo>
                  <a:lnTo>
                    <a:pt x="10980" y="171205"/>
                  </a:lnTo>
                  <a:lnTo>
                    <a:pt x="12961" y="176154"/>
                  </a:lnTo>
                  <a:lnTo>
                    <a:pt x="15098" y="181037"/>
                  </a:lnTo>
                  <a:lnTo>
                    <a:pt x="17390" y="185849"/>
                  </a:lnTo>
                  <a:lnTo>
                    <a:pt x="19834" y="190586"/>
                  </a:lnTo>
                  <a:lnTo>
                    <a:pt x="22428" y="195243"/>
                  </a:lnTo>
                  <a:lnTo>
                    <a:pt x="25169" y="199814"/>
                  </a:lnTo>
                  <a:lnTo>
                    <a:pt x="28055" y="204296"/>
                  </a:lnTo>
                  <a:lnTo>
                    <a:pt x="31082" y="208683"/>
                  </a:lnTo>
                  <a:lnTo>
                    <a:pt x="34247" y="212972"/>
                  </a:lnTo>
                  <a:lnTo>
                    <a:pt x="37547" y="217158"/>
                  </a:lnTo>
                  <a:lnTo>
                    <a:pt x="40979" y="221236"/>
                  </a:lnTo>
                  <a:lnTo>
                    <a:pt x="44540" y="225203"/>
                  </a:lnTo>
                  <a:lnTo>
                    <a:pt x="48225" y="229054"/>
                  </a:lnTo>
                  <a:lnTo>
                    <a:pt x="52031" y="232786"/>
                  </a:lnTo>
                  <a:lnTo>
                    <a:pt x="55954" y="236395"/>
                  </a:lnTo>
                  <a:lnTo>
                    <a:pt x="59990" y="239877"/>
                  </a:lnTo>
                  <a:lnTo>
                    <a:pt x="64135" y="243228"/>
                  </a:lnTo>
                  <a:lnTo>
                    <a:pt x="68385" y="246445"/>
                  </a:lnTo>
                  <a:lnTo>
                    <a:pt x="72735" y="249526"/>
                  </a:lnTo>
                  <a:lnTo>
                    <a:pt x="77181" y="252466"/>
                  </a:lnTo>
                  <a:lnTo>
                    <a:pt x="81719" y="255262"/>
                  </a:lnTo>
                  <a:lnTo>
                    <a:pt x="86343" y="257913"/>
                  </a:lnTo>
                  <a:lnTo>
                    <a:pt x="91050" y="260415"/>
                  </a:lnTo>
                  <a:lnTo>
                    <a:pt x="95834" y="262766"/>
                  </a:lnTo>
                  <a:lnTo>
                    <a:pt x="100690" y="264962"/>
                  </a:lnTo>
                  <a:lnTo>
                    <a:pt x="105614" y="267003"/>
                  </a:lnTo>
                  <a:lnTo>
                    <a:pt x="110601" y="268886"/>
                  </a:lnTo>
                  <a:lnTo>
                    <a:pt x="115645" y="270609"/>
                  </a:lnTo>
                  <a:lnTo>
                    <a:pt x="120742" y="272170"/>
                  </a:lnTo>
                  <a:lnTo>
                    <a:pt x="125886" y="273568"/>
                  </a:lnTo>
                  <a:lnTo>
                    <a:pt x="131071" y="274802"/>
                  </a:lnTo>
                  <a:lnTo>
                    <a:pt x="136294" y="275869"/>
                  </a:lnTo>
                  <a:lnTo>
                    <a:pt x="141547" y="276769"/>
                  </a:lnTo>
                  <a:lnTo>
                    <a:pt x="146827" y="277502"/>
                  </a:lnTo>
                  <a:lnTo>
                    <a:pt x="152127" y="278065"/>
                  </a:lnTo>
                  <a:lnTo>
                    <a:pt x="157443" y="278459"/>
                  </a:lnTo>
                  <a:lnTo>
                    <a:pt x="162769" y="278684"/>
                  </a:lnTo>
                  <a:lnTo>
                    <a:pt x="168099" y="278739"/>
                  </a:lnTo>
                  <a:lnTo>
                    <a:pt x="173428" y="278624"/>
                  </a:lnTo>
                  <a:lnTo>
                    <a:pt x="178751" y="278339"/>
                  </a:lnTo>
                  <a:lnTo>
                    <a:pt x="184061" y="277884"/>
                  </a:lnTo>
                  <a:lnTo>
                    <a:pt x="189355" y="277260"/>
                  </a:lnTo>
                  <a:lnTo>
                    <a:pt x="194626" y="276468"/>
                  </a:lnTo>
                  <a:lnTo>
                    <a:pt x="199869" y="275508"/>
                  </a:lnTo>
                  <a:lnTo>
                    <a:pt x="205079" y="274382"/>
                  </a:lnTo>
                  <a:lnTo>
                    <a:pt x="210251" y="273090"/>
                  </a:lnTo>
                  <a:lnTo>
                    <a:pt x="215378" y="271634"/>
                  </a:lnTo>
                  <a:lnTo>
                    <a:pt x="220457" y="270015"/>
                  </a:lnTo>
                  <a:lnTo>
                    <a:pt x="225481" y="268235"/>
                  </a:lnTo>
                  <a:lnTo>
                    <a:pt x="230446" y="266295"/>
                  </a:lnTo>
                  <a:lnTo>
                    <a:pt x="235347" y="264199"/>
                  </a:lnTo>
                  <a:lnTo>
                    <a:pt x="240178" y="261947"/>
                  </a:lnTo>
                  <a:lnTo>
                    <a:pt x="244935" y="259542"/>
                  </a:lnTo>
                  <a:lnTo>
                    <a:pt x="249613" y="256987"/>
                  </a:lnTo>
                  <a:lnTo>
                    <a:pt x="254207" y="254284"/>
                  </a:lnTo>
                  <a:lnTo>
                    <a:pt x="258713" y="251436"/>
                  </a:lnTo>
                  <a:lnTo>
                    <a:pt x="263125" y="248446"/>
                  </a:lnTo>
                  <a:lnTo>
                    <a:pt x="267440" y="245316"/>
                  </a:lnTo>
                  <a:lnTo>
                    <a:pt x="271653" y="242051"/>
                  </a:lnTo>
                  <a:lnTo>
                    <a:pt x="275760" y="238653"/>
                  </a:lnTo>
                  <a:lnTo>
                    <a:pt x="279756" y="235125"/>
                  </a:lnTo>
                  <a:lnTo>
                    <a:pt x="283638" y="231472"/>
                  </a:lnTo>
                  <a:lnTo>
                    <a:pt x="287401" y="227698"/>
                  </a:lnTo>
                  <a:lnTo>
                    <a:pt x="291043" y="223805"/>
                  </a:lnTo>
                  <a:lnTo>
                    <a:pt x="294558" y="219798"/>
                  </a:lnTo>
                  <a:lnTo>
                    <a:pt x="297943" y="215681"/>
                  </a:lnTo>
                  <a:lnTo>
                    <a:pt x="301196" y="211458"/>
                  </a:lnTo>
                  <a:lnTo>
                    <a:pt x="304312" y="207134"/>
                  </a:lnTo>
                  <a:lnTo>
                    <a:pt x="307289" y="202712"/>
                  </a:lnTo>
                  <a:lnTo>
                    <a:pt x="310124" y="198198"/>
                  </a:lnTo>
                  <a:lnTo>
                    <a:pt x="312813" y="193595"/>
                  </a:lnTo>
                  <a:lnTo>
                    <a:pt x="315354" y="188910"/>
                  </a:lnTo>
                  <a:lnTo>
                    <a:pt x="317744" y="184145"/>
                  </a:lnTo>
                  <a:lnTo>
                    <a:pt x="319981" y="179307"/>
                  </a:lnTo>
                  <a:lnTo>
                    <a:pt x="322063" y="174400"/>
                  </a:lnTo>
                  <a:lnTo>
                    <a:pt x="323987" y="169429"/>
                  </a:lnTo>
                  <a:lnTo>
                    <a:pt x="325752" y="164400"/>
                  </a:lnTo>
                  <a:lnTo>
                    <a:pt x="327356" y="159316"/>
                  </a:lnTo>
                  <a:lnTo>
                    <a:pt x="328796" y="154185"/>
                  </a:lnTo>
                  <a:lnTo>
                    <a:pt x="330073" y="149009"/>
                  </a:lnTo>
                  <a:lnTo>
                    <a:pt x="331183" y="143796"/>
                  </a:lnTo>
                  <a:lnTo>
                    <a:pt x="332127" y="138550"/>
                  </a:lnTo>
                  <a:lnTo>
                    <a:pt x="332903" y="133276"/>
                  </a:lnTo>
                  <a:lnTo>
                    <a:pt x="333511" y="127981"/>
                  </a:lnTo>
                  <a:lnTo>
                    <a:pt x="333949" y="122669"/>
                  </a:lnTo>
                  <a:lnTo>
                    <a:pt x="334218" y="117345"/>
                  </a:lnTo>
                  <a:lnTo>
                    <a:pt x="334317" y="112016"/>
                  </a:lnTo>
                  <a:lnTo>
                    <a:pt x="334247" y="106686"/>
                  </a:lnTo>
                  <a:lnTo>
                    <a:pt x="334006" y="101361"/>
                  </a:lnTo>
                  <a:lnTo>
                    <a:pt x="333595" y="96047"/>
                  </a:lnTo>
                  <a:lnTo>
                    <a:pt x="333016" y="90748"/>
                  </a:lnTo>
                  <a:lnTo>
                    <a:pt x="332267" y="85470"/>
                  </a:lnTo>
                  <a:lnTo>
                    <a:pt x="331351" y="80219"/>
                  </a:lnTo>
                  <a:lnTo>
                    <a:pt x="330268" y="75000"/>
                  </a:lnTo>
                  <a:lnTo>
                    <a:pt x="329019" y="69818"/>
                  </a:lnTo>
                  <a:lnTo>
                    <a:pt x="327606" y="64679"/>
                  </a:lnTo>
                  <a:lnTo>
                    <a:pt x="326029" y="59587"/>
                  </a:lnTo>
                  <a:lnTo>
                    <a:pt x="324291" y="54548"/>
                  </a:lnTo>
                  <a:lnTo>
                    <a:pt x="322393" y="49567"/>
                  </a:lnTo>
                  <a:lnTo>
                    <a:pt x="320337" y="44649"/>
                  </a:lnTo>
                  <a:lnTo>
                    <a:pt x="318125" y="39799"/>
                  </a:lnTo>
                  <a:lnTo>
                    <a:pt x="315760" y="35023"/>
                  </a:lnTo>
                  <a:lnTo>
                    <a:pt x="313244" y="30323"/>
                  </a:lnTo>
                  <a:lnTo>
                    <a:pt x="310579" y="25707"/>
                  </a:lnTo>
                  <a:lnTo>
                    <a:pt x="307769" y="21178"/>
                  </a:lnTo>
                  <a:lnTo>
                    <a:pt x="304815" y="16741"/>
                  </a:lnTo>
                  <a:lnTo>
                    <a:pt x="301722" y="12400"/>
                  </a:lnTo>
                  <a:lnTo>
                    <a:pt x="298492" y="8160"/>
                  </a:lnTo>
                  <a:lnTo>
                    <a:pt x="295128" y="4025"/>
                  </a:lnTo>
                  <a:lnTo>
                    <a:pt x="291634" y="0"/>
                  </a:lnTo>
                  <a:lnTo>
                    <a:pt x="167151" y="1115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124483" cy="167167"/>
            </a:xfrm>
            <a:custGeom>
              <a:avLst/>
              <a:pathLst>
                <a:path w="124483" h="167167">
                  <a:moveTo>
                    <a:pt x="124483" y="55592"/>
                  </a:moveTo>
                  <a:lnTo>
                    <a:pt x="120664" y="51473"/>
                  </a:lnTo>
                  <a:lnTo>
                    <a:pt x="116709" y="47485"/>
                  </a:lnTo>
                  <a:lnTo>
                    <a:pt x="112623" y="43632"/>
                  </a:lnTo>
                  <a:lnTo>
                    <a:pt x="108409" y="39918"/>
                  </a:lnTo>
                  <a:lnTo>
                    <a:pt x="104073" y="36348"/>
                  </a:lnTo>
                  <a:lnTo>
                    <a:pt x="99619" y="32925"/>
                  </a:lnTo>
                  <a:lnTo>
                    <a:pt x="95053" y="29654"/>
                  </a:lnTo>
                  <a:lnTo>
                    <a:pt x="90380" y="26539"/>
                  </a:lnTo>
                  <a:lnTo>
                    <a:pt x="85604" y="23582"/>
                  </a:lnTo>
                  <a:lnTo>
                    <a:pt x="80732" y="20787"/>
                  </a:lnTo>
                  <a:lnTo>
                    <a:pt x="75769" y="18157"/>
                  </a:lnTo>
                  <a:lnTo>
                    <a:pt x="70721" y="15696"/>
                  </a:lnTo>
                  <a:lnTo>
                    <a:pt x="65592" y="13406"/>
                  </a:lnTo>
                  <a:lnTo>
                    <a:pt x="60389" y="11289"/>
                  </a:lnTo>
                  <a:lnTo>
                    <a:pt x="55119" y="9348"/>
                  </a:lnTo>
                  <a:lnTo>
                    <a:pt x="49786" y="7585"/>
                  </a:lnTo>
                  <a:lnTo>
                    <a:pt x="44396" y="6003"/>
                  </a:lnTo>
                  <a:lnTo>
                    <a:pt x="38957" y="4602"/>
                  </a:lnTo>
                  <a:lnTo>
                    <a:pt x="33474" y="3385"/>
                  </a:lnTo>
                  <a:lnTo>
                    <a:pt x="27953" y="2353"/>
                  </a:lnTo>
                  <a:lnTo>
                    <a:pt x="22400" y="1507"/>
                  </a:lnTo>
                  <a:lnTo>
                    <a:pt x="16822" y="848"/>
                  </a:lnTo>
                  <a:lnTo>
                    <a:pt x="11225" y="377"/>
                  </a:lnTo>
                  <a:lnTo>
                    <a:pt x="561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79573" y="2168369"/>
              <a:ext cx="66318" cy="167167"/>
            </a:xfrm>
            <a:custGeom>
              <a:avLst/>
              <a:pathLst>
                <a:path w="66318" h="167167">
                  <a:moveTo>
                    <a:pt x="66318" y="0"/>
                  </a:moveTo>
                  <a:lnTo>
                    <a:pt x="60120" y="114"/>
                  </a:lnTo>
                  <a:lnTo>
                    <a:pt x="53931" y="459"/>
                  </a:lnTo>
                  <a:lnTo>
                    <a:pt x="47758" y="1033"/>
                  </a:lnTo>
                  <a:lnTo>
                    <a:pt x="41611" y="1835"/>
                  </a:lnTo>
                  <a:lnTo>
                    <a:pt x="35498" y="2865"/>
                  </a:lnTo>
                  <a:lnTo>
                    <a:pt x="29428" y="4121"/>
                  </a:lnTo>
                  <a:lnTo>
                    <a:pt x="23408" y="5601"/>
                  </a:lnTo>
                  <a:lnTo>
                    <a:pt x="17447" y="7303"/>
                  </a:lnTo>
                  <a:lnTo>
                    <a:pt x="11553" y="9225"/>
                  </a:lnTo>
                  <a:lnTo>
                    <a:pt x="5735" y="11364"/>
                  </a:lnTo>
                  <a:lnTo>
                    <a:pt x="0" y="13717"/>
                  </a:lnTo>
                  <a:lnTo>
                    <a:pt x="6631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79573" y="2182087"/>
              <a:ext cx="66318" cy="153449"/>
            </a:xfrm>
            <a:custGeom>
              <a:avLst/>
              <a:pathLst>
                <a:path w="66318" h="153449">
                  <a:moveTo>
                    <a:pt x="0" y="0"/>
                  </a:moveTo>
                  <a:lnTo>
                    <a:pt x="66318" y="1534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578739" y="2182087"/>
              <a:ext cx="236687" cy="320601"/>
            </a:xfrm>
            <a:custGeom>
              <a:avLst/>
              <a:pathLst>
                <a:path w="236687" h="320601">
                  <a:moveTo>
                    <a:pt x="100834" y="0"/>
                  </a:moveTo>
                  <a:lnTo>
                    <a:pt x="95967" y="2196"/>
                  </a:lnTo>
                  <a:lnTo>
                    <a:pt x="91172" y="4547"/>
                  </a:lnTo>
                  <a:lnTo>
                    <a:pt x="86455" y="7050"/>
                  </a:lnTo>
                  <a:lnTo>
                    <a:pt x="81820" y="9702"/>
                  </a:lnTo>
                  <a:lnTo>
                    <a:pt x="77272" y="12501"/>
                  </a:lnTo>
                  <a:lnTo>
                    <a:pt x="72816" y="15444"/>
                  </a:lnTo>
                  <a:lnTo>
                    <a:pt x="68456" y="18527"/>
                  </a:lnTo>
                  <a:lnTo>
                    <a:pt x="64197" y="21749"/>
                  </a:lnTo>
                  <a:lnTo>
                    <a:pt x="60043" y="25104"/>
                  </a:lnTo>
                  <a:lnTo>
                    <a:pt x="55998" y="28591"/>
                  </a:lnTo>
                  <a:lnTo>
                    <a:pt x="52067" y="32205"/>
                  </a:lnTo>
                  <a:lnTo>
                    <a:pt x="48253" y="35943"/>
                  </a:lnTo>
                  <a:lnTo>
                    <a:pt x="44561" y="39800"/>
                  </a:lnTo>
                  <a:lnTo>
                    <a:pt x="40993" y="43774"/>
                  </a:lnTo>
                  <a:lnTo>
                    <a:pt x="37555" y="47859"/>
                  </a:lnTo>
                  <a:lnTo>
                    <a:pt x="34248" y="52053"/>
                  </a:lnTo>
                  <a:lnTo>
                    <a:pt x="31077" y="56350"/>
                  </a:lnTo>
                  <a:lnTo>
                    <a:pt x="28045" y="60745"/>
                  </a:lnTo>
                  <a:lnTo>
                    <a:pt x="25155" y="65236"/>
                  </a:lnTo>
                  <a:lnTo>
                    <a:pt x="22410" y="69816"/>
                  </a:lnTo>
                  <a:lnTo>
                    <a:pt x="19813" y="74482"/>
                  </a:lnTo>
                  <a:lnTo>
                    <a:pt x="17366" y="79229"/>
                  </a:lnTo>
                  <a:lnTo>
                    <a:pt x="15072" y="84051"/>
                  </a:lnTo>
                  <a:lnTo>
                    <a:pt x="12933" y="88944"/>
                  </a:lnTo>
                  <a:lnTo>
                    <a:pt x="10951" y="93903"/>
                  </a:lnTo>
                  <a:lnTo>
                    <a:pt x="9129" y="98922"/>
                  </a:lnTo>
                  <a:lnTo>
                    <a:pt x="7468" y="103997"/>
                  </a:lnTo>
                  <a:lnTo>
                    <a:pt x="5970" y="109123"/>
                  </a:lnTo>
                  <a:lnTo>
                    <a:pt x="4636" y="114294"/>
                  </a:lnTo>
                  <a:lnTo>
                    <a:pt x="3468" y="119505"/>
                  </a:lnTo>
                  <a:lnTo>
                    <a:pt x="2468" y="124750"/>
                  </a:lnTo>
                  <a:lnTo>
                    <a:pt x="1635" y="130025"/>
                  </a:lnTo>
                  <a:lnTo>
                    <a:pt x="971" y="135324"/>
                  </a:lnTo>
                  <a:lnTo>
                    <a:pt x="477" y="140641"/>
                  </a:lnTo>
                  <a:lnTo>
                    <a:pt x="153" y="145971"/>
                  </a:lnTo>
                  <a:lnTo>
                    <a:pt x="0" y="151309"/>
                  </a:lnTo>
                  <a:lnTo>
                    <a:pt x="16" y="156649"/>
                  </a:lnTo>
                  <a:lnTo>
                    <a:pt x="204" y="161986"/>
                  </a:lnTo>
                  <a:lnTo>
                    <a:pt x="562" y="167314"/>
                  </a:lnTo>
                  <a:lnTo>
                    <a:pt x="1090" y="172628"/>
                  </a:lnTo>
                  <a:lnTo>
                    <a:pt x="1787" y="177922"/>
                  </a:lnTo>
                  <a:lnTo>
                    <a:pt x="2653" y="183191"/>
                  </a:lnTo>
                  <a:lnTo>
                    <a:pt x="3687" y="188430"/>
                  </a:lnTo>
                  <a:lnTo>
                    <a:pt x="4888" y="193634"/>
                  </a:lnTo>
                  <a:lnTo>
                    <a:pt x="6254" y="198796"/>
                  </a:lnTo>
                  <a:lnTo>
                    <a:pt x="7784" y="203912"/>
                  </a:lnTo>
                  <a:lnTo>
                    <a:pt x="9478" y="208977"/>
                  </a:lnTo>
                  <a:lnTo>
                    <a:pt x="11332" y="213985"/>
                  </a:lnTo>
                  <a:lnTo>
                    <a:pt x="13345" y="218931"/>
                  </a:lnTo>
                  <a:lnTo>
                    <a:pt x="15515" y="223810"/>
                  </a:lnTo>
                  <a:lnTo>
                    <a:pt x="17839" y="228618"/>
                  </a:lnTo>
                  <a:lnTo>
                    <a:pt x="20316" y="233348"/>
                  </a:lnTo>
                  <a:lnTo>
                    <a:pt x="22943" y="237998"/>
                  </a:lnTo>
                  <a:lnTo>
                    <a:pt x="25717" y="242561"/>
                  </a:lnTo>
                  <a:lnTo>
                    <a:pt x="28636" y="247033"/>
                  </a:lnTo>
                  <a:lnTo>
                    <a:pt x="31696" y="251409"/>
                  </a:lnTo>
                  <a:lnTo>
                    <a:pt x="34894" y="255686"/>
                  </a:lnTo>
                  <a:lnTo>
                    <a:pt x="38227" y="259858"/>
                  </a:lnTo>
                  <a:lnTo>
                    <a:pt x="41691" y="263922"/>
                  </a:lnTo>
                  <a:lnTo>
                    <a:pt x="45284" y="267873"/>
                  </a:lnTo>
                  <a:lnTo>
                    <a:pt x="49001" y="271707"/>
                  </a:lnTo>
                  <a:lnTo>
                    <a:pt x="52838" y="275420"/>
                  </a:lnTo>
                  <a:lnTo>
                    <a:pt x="56792" y="279009"/>
                  </a:lnTo>
                  <a:lnTo>
                    <a:pt x="60859" y="282470"/>
                  </a:lnTo>
                  <a:lnTo>
                    <a:pt x="65034" y="285800"/>
                  </a:lnTo>
                  <a:lnTo>
                    <a:pt x="69314" y="288994"/>
                  </a:lnTo>
                  <a:lnTo>
                    <a:pt x="73693" y="292050"/>
                  </a:lnTo>
                  <a:lnTo>
                    <a:pt x="78168" y="294964"/>
                  </a:lnTo>
                  <a:lnTo>
                    <a:pt x="82733" y="297734"/>
                  </a:lnTo>
                  <a:lnTo>
                    <a:pt x="87385" y="300357"/>
                  </a:lnTo>
                  <a:lnTo>
                    <a:pt x="92118" y="302830"/>
                  </a:lnTo>
                  <a:lnTo>
                    <a:pt x="96927" y="305150"/>
                  </a:lnTo>
                  <a:lnTo>
                    <a:pt x="101809" y="307316"/>
                  </a:lnTo>
                  <a:lnTo>
                    <a:pt x="106756" y="309325"/>
                  </a:lnTo>
                  <a:lnTo>
                    <a:pt x="111766" y="311174"/>
                  </a:lnTo>
                  <a:lnTo>
                    <a:pt x="116832" y="312863"/>
                  </a:lnTo>
                  <a:lnTo>
                    <a:pt x="121949" y="314389"/>
                  </a:lnTo>
                  <a:lnTo>
                    <a:pt x="127113" y="315750"/>
                  </a:lnTo>
                  <a:lnTo>
                    <a:pt x="132317" y="316946"/>
                  </a:lnTo>
                  <a:lnTo>
                    <a:pt x="137557" y="317976"/>
                  </a:lnTo>
                  <a:lnTo>
                    <a:pt x="142828" y="318837"/>
                  </a:lnTo>
                  <a:lnTo>
                    <a:pt x="148123" y="319530"/>
                  </a:lnTo>
                  <a:lnTo>
                    <a:pt x="153437" y="320053"/>
                  </a:lnTo>
                  <a:lnTo>
                    <a:pt x="158765" y="320406"/>
                  </a:lnTo>
                  <a:lnTo>
                    <a:pt x="164102" y="320589"/>
                  </a:lnTo>
                  <a:lnTo>
                    <a:pt x="169442" y="320601"/>
                  </a:lnTo>
                  <a:lnTo>
                    <a:pt x="174780" y="320442"/>
                  </a:lnTo>
                  <a:lnTo>
                    <a:pt x="180110" y="320114"/>
                  </a:lnTo>
                  <a:lnTo>
                    <a:pt x="185427" y="319615"/>
                  </a:lnTo>
                  <a:lnTo>
                    <a:pt x="190725" y="318946"/>
                  </a:lnTo>
                  <a:lnTo>
                    <a:pt x="195999" y="318109"/>
                  </a:lnTo>
                  <a:lnTo>
                    <a:pt x="201243" y="317104"/>
                  </a:lnTo>
                  <a:lnTo>
                    <a:pt x="206453" y="315931"/>
                  </a:lnTo>
                  <a:lnTo>
                    <a:pt x="211623" y="314593"/>
                  </a:lnTo>
                  <a:lnTo>
                    <a:pt x="216747" y="313090"/>
                  </a:lnTo>
                  <a:lnTo>
                    <a:pt x="221821" y="311425"/>
                  </a:lnTo>
                  <a:lnTo>
                    <a:pt x="226839" y="309598"/>
                  </a:lnTo>
                  <a:lnTo>
                    <a:pt x="231796" y="307612"/>
                  </a:lnTo>
                  <a:lnTo>
                    <a:pt x="236687" y="305469"/>
                  </a:lnTo>
                  <a:lnTo>
                    <a:pt x="167153" y="1534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3" cy="319187"/>
            </a:xfrm>
            <a:custGeom>
              <a:avLst/>
              <a:pathLst>
                <a:path w="167163" h="319187">
                  <a:moveTo>
                    <a:pt x="69533" y="319187"/>
                  </a:moveTo>
                  <a:lnTo>
                    <a:pt x="74348" y="316891"/>
                  </a:lnTo>
                  <a:lnTo>
                    <a:pt x="79088" y="314442"/>
                  </a:lnTo>
                  <a:lnTo>
                    <a:pt x="83747" y="311844"/>
                  </a:lnTo>
                  <a:lnTo>
                    <a:pt x="88320" y="309098"/>
                  </a:lnTo>
                  <a:lnTo>
                    <a:pt x="92804" y="306207"/>
                  </a:lnTo>
                  <a:lnTo>
                    <a:pt x="97193" y="303175"/>
                  </a:lnTo>
                  <a:lnTo>
                    <a:pt x="101483" y="300005"/>
                  </a:lnTo>
                  <a:lnTo>
                    <a:pt x="105670" y="296699"/>
                  </a:lnTo>
                  <a:lnTo>
                    <a:pt x="109750" y="293262"/>
                  </a:lnTo>
                  <a:lnTo>
                    <a:pt x="113717" y="289696"/>
                  </a:lnTo>
                  <a:lnTo>
                    <a:pt x="117569" y="286005"/>
                  </a:lnTo>
                  <a:lnTo>
                    <a:pt x="121301" y="282193"/>
                  </a:lnTo>
                  <a:lnTo>
                    <a:pt x="124909" y="278264"/>
                  </a:lnTo>
                  <a:lnTo>
                    <a:pt x="128390" y="274222"/>
                  </a:lnTo>
                  <a:lnTo>
                    <a:pt x="131741" y="270071"/>
                  </a:lnTo>
                  <a:lnTo>
                    <a:pt x="134957" y="265815"/>
                  </a:lnTo>
                  <a:lnTo>
                    <a:pt x="138036" y="261458"/>
                  </a:lnTo>
                  <a:lnTo>
                    <a:pt x="140974" y="257006"/>
                  </a:lnTo>
                  <a:lnTo>
                    <a:pt x="143769" y="252462"/>
                  </a:lnTo>
                  <a:lnTo>
                    <a:pt x="146418" y="247831"/>
                  </a:lnTo>
                  <a:lnTo>
                    <a:pt x="148917" y="243118"/>
                  </a:lnTo>
                  <a:lnTo>
                    <a:pt x="151264" y="238328"/>
                  </a:lnTo>
                  <a:lnTo>
                    <a:pt x="153458" y="233465"/>
                  </a:lnTo>
                  <a:lnTo>
                    <a:pt x="155495" y="228535"/>
                  </a:lnTo>
                  <a:lnTo>
                    <a:pt x="157374" y="223542"/>
                  </a:lnTo>
                  <a:lnTo>
                    <a:pt x="159093" y="218492"/>
                  </a:lnTo>
                  <a:lnTo>
                    <a:pt x="160649" y="213390"/>
                  </a:lnTo>
                  <a:lnTo>
                    <a:pt x="162043" y="208240"/>
                  </a:lnTo>
                  <a:lnTo>
                    <a:pt x="163271" y="203049"/>
                  </a:lnTo>
                  <a:lnTo>
                    <a:pt x="164332" y="197821"/>
                  </a:lnTo>
                  <a:lnTo>
                    <a:pt x="165227" y="192562"/>
                  </a:lnTo>
                  <a:lnTo>
                    <a:pt x="165953" y="187277"/>
                  </a:lnTo>
                  <a:lnTo>
                    <a:pt x="166510" y="181972"/>
                  </a:lnTo>
                  <a:lnTo>
                    <a:pt x="166898" y="176651"/>
                  </a:lnTo>
                  <a:lnTo>
                    <a:pt x="167115" y="171321"/>
                  </a:lnTo>
                  <a:lnTo>
                    <a:pt x="167163" y="165987"/>
                  </a:lnTo>
                  <a:lnTo>
                    <a:pt x="167040" y="160653"/>
                  </a:lnTo>
                  <a:lnTo>
                    <a:pt x="166747" y="155327"/>
                  </a:lnTo>
                  <a:lnTo>
                    <a:pt x="166284" y="150012"/>
                  </a:lnTo>
                  <a:lnTo>
                    <a:pt x="165652" y="144715"/>
                  </a:lnTo>
                  <a:lnTo>
                    <a:pt x="164852" y="139441"/>
                  </a:lnTo>
                  <a:lnTo>
                    <a:pt x="163883" y="134195"/>
                  </a:lnTo>
                  <a:lnTo>
                    <a:pt x="162748" y="128983"/>
                  </a:lnTo>
                  <a:lnTo>
                    <a:pt x="161446" y="123810"/>
                  </a:lnTo>
                  <a:lnTo>
                    <a:pt x="159981" y="118680"/>
                  </a:lnTo>
                  <a:lnTo>
                    <a:pt x="158352" y="113600"/>
                  </a:lnTo>
                  <a:lnTo>
                    <a:pt x="156562" y="108575"/>
                  </a:lnTo>
                  <a:lnTo>
                    <a:pt x="154613" y="103609"/>
                  </a:lnTo>
                  <a:lnTo>
                    <a:pt x="152506" y="98708"/>
                  </a:lnTo>
                  <a:lnTo>
                    <a:pt x="150244" y="93877"/>
                  </a:lnTo>
                  <a:lnTo>
                    <a:pt x="147829" y="89120"/>
                  </a:lnTo>
                  <a:lnTo>
                    <a:pt x="145264" y="84443"/>
                  </a:lnTo>
                  <a:lnTo>
                    <a:pt x="142550" y="79850"/>
                  </a:lnTo>
                  <a:lnTo>
                    <a:pt x="139692" y="75346"/>
                  </a:lnTo>
                  <a:lnTo>
                    <a:pt x="136691" y="70936"/>
                  </a:lnTo>
                  <a:lnTo>
                    <a:pt x="133551" y="66623"/>
                  </a:lnTo>
                  <a:lnTo>
                    <a:pt x="130275" y="62413"/>
                  </a:lnTo>
                  <a:lnTo>
                    <a:pt x="126866" y="58310"/>
                  </a:lnTo>
                  <a:lnTo>
                    <a:pt x="123328" y="54317"/>
                  </a:lnTo>
                  <a:lnTo>
                    <a:pt x="119664" y="50440"/>
                  </a:lnTo>
                  <a:lnTo>
                    <a:pt x="115879" y="46681"/>
                  </a:lnTo>
                  <a:lnTo>
                    <a:pt x="111976" y="43045"/>
                  </a:lnTo>
                  <a:lnTo>
                    <a:pt x="107958" y="39535"/>
                  </a:lnTo>
                  <a:lnTo>
                    <a:pt x="103831" y="36155"/>
                  </a:lnTo>
                  <a:lnTo>
                    <a:pt x="99598" y="32909"/>
                  </a:lnTo>
                  <a:lnTo>
                    <a:pt x="95263" y="29800"/>
                  </a:lnTo>
                  <a:lnTo>
                    <a:pt x="90831" y="26830"/>
                  </a:lnTo>
                  <a:lnTo>
                    <a:pt x="86307" y="24003"/>
                  </a:lnTo>
                  <a:lnTo>
                    <a:pt x="81695" y="21322"/>
                  </a:lnTo>
                  <a:lnTo>
                    <a:pt x="77000" y="18790"/>
                  </a:lnTo>
                  <a:lnTo>
                    <a:pt x="72227" y="16408"/>
                  </a:lnTo>
                  <a:lnTo>
                    <a:pt x="67380" y="14180"/>
                  </a:lnTo>
                  <a:lnTo>
                    <a:pt x="62464" y="12108"/>
                  </a:lnTo>
                  <a:lnTo>
                    <a:pt x="57485" y="10194"/>
                  </a:lnTo>
                  <a:lnTo>
                    <a:pt x="52447" y="8440"/>
                  </a:lnTo>
                  <a:lnTo>
                    <a:pt x="47355" y="6847"/>
                  </a:lnTo>
                  <a:lnTo>
                    <a:pt x="42216" y="5418"/>
                  </a:lnTo>
                  <a:lnTo>
                    <a:pt x="37033" y="4153"/>
                  </a:lnTo>
                  <a:lnTo>
                    <a:pt x="31813" y="3055"/>
                  </a:lnTo>
                  <a:lnTo>
                    <a:pt x="26561" y="2123"/>
                  </a:lnTo>
                  <a:lnTo>
                    <a:pt x="21281" y="1360"/>
                  </a:lnTo>
                  <a:lnTo>
                    <a:pt x="15979" y="765"/>
                  </a:lnTo>
                  <a:lnTo>
                    <a:pt x="10662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8053" y="1735255"/>
              <a:ext cx="52493" cy="167167"/>
            </a:xfrm>
            <a:custGeom>
              <a:avLst/>
              <a:pathLst>
                <a:path w="52493" h="167167">
                  <a:moveTo>
                    <a:pt x="52493" y="0"/>
                  </a:moveTo>
                  <a:lnTo>
                    <a:pt x="46561" y="105"/>
                  </a:lnTo>
                  <a:lnTo>
                    <a:pt x="40637" y="420"/>
                  </a:lnTo>
                  <a:lnTo>
                    <a:pt x="34728" y="946"/>
                  </a:lnTo>
                  <a:lnTo>
                    <a:pt x="28841" y="1681"/>
                  </a:lnTo>
                  <a:lnTo>
                    <a:pt x="22983" y="2625"/>
                  </a:lnTo>
                  <a:lnTo>
                    <a:pt x="17163" y="3775"/>
                  </a:lnTo>
                  <a:lnTo>
                    <a:pt x="11388" y="5132"/>
                  </a:lnTo>
                  <a:lnTo>
                    <a:pt x="5664" y="6693"/>
                  </a:lnTo>
                  <a:lnTo>
                    <a:pt x="0" y="8455"/>
                  </a:lnTo>
                  <a:lnTo>
                    <a:pt x="5249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08053" y="1743711"/>
              <a:ext cx="52493" cy="158711"/>
            </a:xfrm>
            <a:custGeom>
              <a:avLst/>
              <a:pathLst>
                <a:path w="52493" h="158711">
                  <a:moveTo>
                    <a:pt x="0" y="0"/>
                  </a:moveTo>
                  <a:lnTo>
                    <a:pt x="52493" y="1587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93396" y="1743711"/>
              <a:ext cx="334314" cy="325876"/>
            </a:xfrm>
            <a:custGeom>
              <a:avLst/>
              <a:pathLst>
                <a:path w="334314" h="325876">
                  <a:moveTo>
                    <a:pt x="114656" y="0"/>
                  </a:moveTo>
                  <a:lnTo>
                    <a:pt x="109661" y="1740"/>
                  </a:lnTo>
                  <a:lnTo>
                    <a:pt x="104723" y="3637"/>
                  </a:lnTo>
                  <a:lnTo>
                    <a:pt x="99848" y="5690"/>
                  </a:lnTo>
                  <a:lnTo>
                    <a:pt x="95040" y="7896"/>
                  </a:lnTo>
                  <a:lnTo>
                    <a:pt x="90304" y="10253"/>
                  </a:lnTo>
                  <a:lnTo>
                    <a:pt x="85646" y="12759"/>
                  </a:lnTo>
                  <a:lnTo>
                    <a:pt x="81069" y="15411"/>
                  </a:lnTo>
                  <a:lnTo>
                    <a:pt x="76578" y="18206"/>
                  </a:lnTo>
                  <a:lnTo>
                    <a:pt x="72178" y="21142"/>
                  </a:lnTo>
                  <a:lnTo>
                    <a:pt x="67872" y="24216"/>
                  </a:lnTo>
                  <a:lnTo>
                    <a:pt x="63667" y="27424"/>
                  </a:lnTo>
                  <a:lnTo>
                    <a:pt x="59565" y="30764"/>
                  </a:lnTo>
                  <a:lnTo>
                    <a:pt x="55570" y="34232"/>
                  </a:lnTo>
                  <a:lnTo>
                    <a:pt x="51688" y="37825"/>
                  </a:lnTo>
                  <a:lnTo>
                    <a:pt x="47921" y="41538"/>
                  </a:lnTo>
                  <a:lnTo>
                    <a:pt x="44273" y="45370"/>
                  </a:lnTo>
                  <a:lnTo>
                    <a:pt x="40749" y="49314"/>
                  </a:lnTo>
                  <a:lnTo>
                    <a:pt x="37351" y="53368"/>
                  </a:lnTo>
                  <a:lnTo>
                    <a:pt x="34082" y="57528"/>
                  </a:lnTo>
                  <a:lnTo>
                    <a:pt x="30948" y="61788"/>
                  </a:lnTo>
                  <a:lnTo>
                    <a:pt x="27949" y="66146"/>
                  </a:lnTo>
                  <a:lnTo>
                    <a:pt x="25090" y="70597"/>
                  </a:lnTo>
                  <a:lnTo>
                    <a:pt x="22373" y="75136"/>
                  </a:lnTo>
                  <a:lnTo>
                    <a:pt x="19802" y="79758"/>
                  </a:lnTo>
                  <a:lnTo>
                    <a:pt x="17377" y="84460"/>
                  </a:lnTo>
                  <a:lnTo>
                    <a:pt x="15103" y="89236"/>
                  </a:lnTo>
                  <a:lnTo>
                    <a:pt x="12981" y="94081"/>
                  </a:lnTo>
                  <a:lnTo>
                    <a:pt x="11013" y="98992"/>
                  </a:lnTo>
                  <a:lnTo>
                    <a:pt x="9202" y="103962"/>
                  </a:lnTo>
                  <a:lnTo>
                    <a:pt x="7549" y="108986"/>
                  </a:lnTo>
                  <a:lnTo>
                    <a:pt x="6055" y="114061"/>
                  </a:lnTo>
                  <a:lnTo>
                    <a:pt x="4723" y="119180"/>
                  </a:lnTo>
                  <a:lnTo>
                    <a:pt x="3554" y="124339"/>
                  </a:lnTo>
                  <a:lnTo>
                    <a:pt x="2548" y="129532"/>
                  </a:lnTo>
                  <a:lnTo>
                    <a:pt x="1708" y="134755"/>
                  </a:lnTo>
                  <a:lnTo>
                    <a:pt x="1032" y="140002"/>
                  </a:lnTo>
                  <a:lnTo>
                    <a:pt x="524" y="145267"/>
                  </a:lnTo>
                  <a:lnTo>
                    <a:pt x="182" y="150546"/>
                  </a:lnTo>
                  <a:lnTo>
                    <a:pt x="7" y="155832"/>
                  </a:lnTo>
                  <a:lnTo>
                    <a:pt x="0" y="161122"/>
                  </a:lnTo>
                  <a:lnTo>
                    <a:pt x="159" y="166410"/>
                  </a:lnTo>
                  <a:lnTo>
                    <a:pt x="487" y="171689"/>
                  </a:lnTo>
                  <a:lnTo>
                    <a:pt x="981" y="176956"/>
                  </a:lnTo>
                  <a:lnTo>
                    <a:pt x="1641" y="182204"/>
                  </a:lnTo>
                  <a:lnTo>
                    <a:pt x="2467" y="187429"/>
                  </a:lnTo>
                  <a:lnTo>
                    <a:pt x="3458" y="192625"/>
                  </a:lnTo>
                  <a:lnTo>
                    <a:pt x="4613" y="197787"/>
                  </a:lnTo>
                  <a:lnTo>
                    <a:pt x="5931" y="202910"/>
                  </a:lnTo>
                  <a:lnTo>
                    <a:pt x="7410" y="207989"/>
                  </a:lnTo>
                  <a:lnTo>
                    <a:pt x="9049" y="213019"/>
                  </a:lnTo>
                  <a:lnTo>
                    <a:pt x="10847" y="217994"/>
                  </a:lnTo>
                  <a:lnTo>
                    <a:pt x="12801" y="222909"/>
                  </a:lnTo>
                  <a:lnTo>
                    <a:pt x="14909" y="227761"/>
                  </a:lnTo>
                  <a:lnTo>
                    <a:pt x="17170" y="232543"/>
                  </a:lnTo>
                  <a:lnTo>
                    <a:pt x="19581" y="237251"/>
                  </a:lnTo>
                  <a:lnTo>
                    <a:pt x="22140" y="241881"/>
                  </a:lnTo>
                  <a:lnTo>
                    <a:pt x="24844" y="246428"/>
                  </a:lnTo>
                  <a:lnTo>
                    <a:pt x="27691" y="250886"/>
                  </a:lnTo>
                  <a:lnTo>
                    <a:pt x="30677" y="255252"/>
                  </a:lnTo>
                  <a:lnTo>
                    <a:pt x="33800" y="259522"/>
                  </a:lnTo>
                  <a:lnTo>
                    <a:pt x="37056" y="263691"/>
                  </a:lnTo>
                  <a:lnTo>
                    <a:pt x="40443" y="267754"/>
                  </a:lnTo>
                  <a:lnTo>
                    <a:pt x="43956" y="271709"/>
                  </a:lnTo>
                  <a:lnTo>
                    <a:pt x="47593" y="275550"/>
                  </a:lnTo>
                  <a:lnTo>
                    <a:pt x="51350" y="279274"/>
                  </a:lnTo>
                  <a:lnTo>
                    <a:pt x="55222" y="282878"/>
                  </a:lnTo>
                  <a:lnTo>
                    <a:pt x="59207" y="286357"/>
                  </a:lnTo>
                  <a:lnTo>
                    <a:pt x="63300" y="289708"/>
                  </a:lnTo>
                  <a:lnTo>
                    <a:pt x="67497" y="292928"/>
                  </a:lnTo>
                  <a:lnTo>
                    <a:pt x="71793" y="296014"/>
                  </a:lnTo>
                  <a:lnTo>
                    <a:pt x="76185" y="298962"/>
                  </a:lnTo>
                  <a:lnTo>
                    <a:pt x="80668" y="301770"/>
                  </a:lnTo>
                  <a:lnTo>
                    <a:pt x="85238" y="304435"/>
                  </a:lnTo>
                  <a:lnTo>
                    <a:pt x="89889" y="306954"/>
                  </a:lnTo>
                  <a:lnTo>
                    <a:pt x="94618" y="309324"/>
                  </a:lnTo>
                  <a:lnTo>
                    <a:pt x="99420" y="311543"/>
                  </a:lnTo>
                  <a:lnTo>
                    <a:pt x="104289" y="313610"/>
                  </a:lnTo>
                  <a:lnTo>
                    <a:pt x="109222" y="315521"/>
                  </a:lnTo>
                  <a:lnTo>
                    <a:pt x="114212" y="317275"/>
                  </a:lnTo>
                  <a:lnTo>
                    <a:pt x="119256" y="318871"/>
                  </a:lnTo>
                  <a:lnTo>
                    <a:pt x="124347" y="320306"/>
                  </a:lnTo>
                  <a:lnTo>
                    <a:pt x="129481" y="321579"/>
                  </a:lnTo>
                  <a:lnTo>
                    <a:pt x="134653" y="322690"/>
                  </a:lnTo>
                  <a:lnTo>
                    <a:pt x="139858" y="323636"/>
                  </a:lnTo>
                  <a:lnTo>
                    <a:pt x="145090" y="324417"/>
                  </a:lnTo>
                  <a:lnTo>
                    <a:pt x="150344" y="325032"/>
                  </a:lnTo>
                  <a:lnTo>
                    <a:pt x="155614" y="325480"/>
                  </a:lnTo>
                  <a:lnTo>
                    <a:pt x="160897" y="325762"/>
                  </a:lnTo>
                  <a:lnTo>
                    <a:pt x="166185" y="325876"/>
                  </a:lnTo>
                  <a:lnTo>
                    <a:pt x="171475" y="325823"/>
                  </a:lnTo>
                  <a:lnTo>
                    <a:pt x="176760" y="325602"/>
                  </a:lnTo>
                  <a:lnTo>
                    <a:pt x="182035" y="325215"/>
                  </a:lnTo>
                  <a:lnTo>
                    <a:pt x="187296" y="324660"/>
                  </a:lnTo>
                  <a:lnTo>
                    <a:pt x="192537" y="323940"/>
                  </a:lnTo>
                  <a:lnTo>
                    <a:pt x="197752" y="323054"/>
                  </a:lnTo>
                  <a:lnTo>
                    <a:pt x="202936" y="322003"/>
                  </a:lnTo>
                  <a:lnTo>
                    <a:pt x="208085" y="320789"/>
                  </a:lnTo>
                  <a:lnTo>
                    <a:pt x="213192" y="319413"/>
                  </a:lnTo>
                  <a:lnTo>
                    <a:pt x="218254" y="317876"/>
                  </a:lnTo>
                  <a:lnTo>
                    <a:pt x="223264" y="316179"/>
                  </a:lnTo>
                  <a:lnTo>
                    <a:pt x="228218" y="314325"/>
                  </a:lnTo>
                  <a:lnTo>
                    <a:pt x="233111" y="312315"/>
                  </a:lnTo>
                  <a:lnTo>
                    <a:pt x="237938" y="310151"/>
                  </a:lnTo>
                  <a:lnTo>
                    <a:pt x="242694" y="307835"/>
                  </a:lnTo>
                  <a:lnTo>
                    <a:pt x="247375" y="305370"/>
                  </a:lnTo>
                  <a:lnTo>
                    <a:pt x="251975" y="302759"/>
                  </a:lnTo>
                  <a:lnTo>
                    <a:pt x="256490" y="300003"/>
                  </a:lnTo>
                  <a:lnTo>
                    <a:pt x="260916" y="297105"/>
                  </a:lnTo>
                  <a:lnTo>
                    <a:pt x="265247" y="294069"/>
                  </a:lnTo>
                  <a:lnTo>
                    <a:pt x="269481" y="290898"/>
                  </a:lnTo>
                  <a:lnTo>
                    <a:pt x="273612" y="287594"/>
                  </a:lnTo>
                  <a:lnTo>
                    <a:pt x="277636" y="284161"/>
                  </a:lnTo>
                  <a:lnTo>
                    <a:pt x="281550" y="280602"/>
                  </a:lnTo>
                  <a:lnTo>
                    <a:pt x="285350" y="276922"/>
                  </a:lnTo>
                  <a:lnTo>
                    <a:pt x="289031" y="273123"/>
                  </a:lnTo>
                  <a:lnTo>
                    <a:pt x="292590" y="269209"/>
                  </a:lnTo>
                  <a:lnTo>
                    <a:pt x="296023" y="265185"/>
                  </a:lnTo>
                  <a:lnTo>
                    <a:pt x="299327" y="261054"/>
                  </a:lnTo>
                  <a:lnTo>
                    <a:pt x="302499" y="256821"/>
                  </a:lnTo>
                  <a:lnTo>
                    <a:pt x="305535" y="252489"/>
                  </a:lnTo>
                  <a:lnTo>
                    <a:pt x="308433" y="248064"/>
                  </a:lnTo>
                  <a:lnTo>
                    <a:pt x="311190" y="243549"/>
                  </a:lnTo>
                  <a:lnTo>
                    <a:pt x="313802" y="238949"/>
                  </a:lnTo>
                  <a:lnTo>
                    <a:pt x="316267" y="234269"/>
                  </a:lnTo>
                  <a:lnTo>
                    <a:pt x="318583" y="229513"/>
                  </a:lnTo>
                  <a:lnTo>
                    <a:pt x="320747" y="224686"/>
                  </a:lnTo>
                  <a:lnTo>
                    <a:pt x="322758" y="219793"/>
                  </a:lnTo>
                  <a:lnTo>
                    <a:pt x="324613" y="214839"/>
                  </a:lnTo>
                  <a:lnTo>
                    <a:pt x="326310" y="209829"/>
                  </a:lnTo>
                  <a:lnTo>
                    <a:pt x="327847" y="204768"/>
                  </a:lnTo>
                  <a:lnTo>
                    <a:pt x="329224" y="199660"/>
                  </a:lnTo>
                  <a:lnTo>
                    <a:pt x="330438" y="194512"/>
                  </a:lnTo>
                  <a:lnTo>
                    <a:pt x="331489" y="189327"/>
                  </a:lnTo>
                  <a:lnTo>
                    <a:pt x="332376" y="184112"/>
                  </a:lnTo>
                  <a:lnTo>
                    <a:pt x="333097" y="178872"/>
                  </a:lnTo>
                  <a:lnTo>
                    <a:pt x="333652" y="173611"/>
                  </a:lnTo>
                  <a:lnTo>
                    <a:pt x="334040" y="168336"/>
                  </a:lnTo>
                  <a:lnTo>
                    <a:pt x="334261" y="163051"/>
                  </a:lnTo>
                  <a:lnTo>
                    <a:pt x="334314" y="157761"/>
                  </a:lnTo>
                  <a:lnTo>
                    <a:pt x="334201" y="152473"/>
                  </a:lnTo>
                  <a:lnTo>
                    <a:pt x="333920" y="147190"/>
                  </a:lnTo>
                  <a:lnTo>
                    <a:pt x="333472" y="141920"/>
                  </a:lnTo>
                  <a:lnTo>
                    <a:pt x="332857" y="136666"/>
                  </a:lnTo>
                  <a:lnTo>
                    <a:pt x="332076" y="131434"/>
                  </a:lnTo>
                  <a:lnTo>
                    <a:pt x="331131" y="126229"/>
                  </a:lnTo>
                  <a:lnTo>
                    <a:pt x="330021" y="121057"/>
                  </a:lnTo>
                  <a:lnTo>
                    <a:pt x="328748" y="115923"/>
                  </a:lnTo>
                  <a:lnTo>
                    <a:pt x="327313" y="110831"/>
                  </a:lnTo>
                  <a:lnTo>
                    <a:pt x="325718" y="105788"/>
                  </a:lnTo>
                  <a:lnTo>
                    <a:pt x="323964" y="100797"/>
                  </a:lnTo>
                  <a:lnTo>
                    <a:pt x="322054" y="95864"/>
                  </a:lnTo>
                  <a:lnTo>
                    <a:pt x="319988" y="90995"/>
                  </a:lnTo>
                  <a:lnTo>
                    <a:pt x="317768" y="86193"/>
                  </a:lnTo>
                  <a:lnTo>
                    <a:pt x="315399" y="81464"/>
                  </a:lnTo>
                  <a:lnTo>
                    <a:pt x="312880" y="76812"/>
                  </a:lnTo>
                  <a:lnTo>
                    <a:pt x="310216" y="72242"/>
                  </a:lnTo>
                  <a:lnTo>
                    <a:pt x="307409" y="67759"/>
                  </a:lnTo>
                  <a:lnTo>
                    <a:pt x="304461" y="63367"/>
                  </a:lnTo>
                  <a:lnTo>
                    <a:pt x="301375" y="59070"/>
                  </a:lnTo>
                  <a:lnTo>
                    <a:pt x="298155" y="54873"/>
                  </a:lnTo>
                  <a:lnTo>
                    <a:pt x="294804" y="50780"/>
                  </a:lnTo>
                  <a:lnTo>
                    <a:pt x="291326" y="46795"/>
                  </a:lnTo>
                  <a:lnTo>
                    <a:pt x="287722" y="42922"/>
                  </a:lnTo>
                  <a:lnTo>
                    <a:pt x="283999" y="39165"/>
                  </a:lnTo>
                  <a:lnTo>
                    <a:pt x="280158" y="35528"/>
                  </a:lnTo>
                  <a:lnTo>
                    <a:pt x="276204" y="32014"/>
                  </a:lnTo>
                  <a:lnTo>
                    <a:pt x="272140" y="28627"/>
                  </a:lnTo>
                  <a:lnTo>
                    <a:pt x="267972" y="25370"/>
                  </a:lnTo>
                  <a:lnTo>
                    <a:pt x="263703" y="22247"/>
                  </a:lnTo>
                  <a:lnTo>
                    <a:pt x="259337" y="19260"/>
                  </a:lnTo>
                  <a:lnTo>
                    <a:pt x="254878" y="16413"/>
                  </a:lnTo>
                  <a:lnTo>
                    <a:pt x="250332" y="13709"/>
                  </a:lnTo>
                  <a:lnTo>
                    <a:pt x="245703" y="11150"/>
                  </a:lnTo>
                  <a:lnTo>
                    <a:pt x="240994" y="8738"/>
                  </a:lnTo>
                  <a:lnTo>
                    <a:pt x="236212" y="6477"/>
                  </a:lnTo>
                  <a:lnTo>
                    <a:pt x="167150" y="1587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9062" cy="167167"/>
            </a:xfrm>
            <a:custGeom>
              <a:avLst/>
              <a:pathLst>
                <a:path w="69062" h="167167">
                  <a:moveTo>
                    <a:pt x="69062" y="14933"/>
                  </a:moveTo>
                  <a:lnTo>
                    <a:pt x="63617" y="12578"/>
                  </a:lnTo>
                  <a:lnTo>
                    <a:pt x="58092" y="10418"/>
                  </a:lnTo>
                  <a:lnTo>
                    <a:pt x="52493" y="8455"/>
                  </a:lnTo>
                  <a:lnTo>
                    <a:pt x="46828" y="6693"/>
                  </a:lnTo>
                  <a:lnTo>
                    <a:pt x="41104" y="5132"/>
                  </a:lnTo>
                  <a:lnTo>
                    <a:pt x="35329" y="3775"/>
                  </a:lnTo>
                  <a:lnTo>
                    <a:pt x="29509" y="2625"/>
                  </a:lnTo>
                  <a:lnTo>
                    <a:pt x="23652" y="1681"/>
                  </a:lnTo>
                  <a:lnTo>
                    <a:pt x="17765" y="946"/>
                  </a:lnTo>
                  <a:lnTo>
                    <a:pt x="11855" y="420"/>
                  </a:lnTo>
                  <a:lnTo>
                    <a:pt x="593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915693" y="1379510"/>
              <a:ext cx="309117" cy="334334"/>
            </a:xfrm>
            <a:custGeom>
              <a:avLst/>
              <a:pathLst>
                <a:path w="309117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0" y="756"/>
                  </a:lnTo>
                  <a:lnTo>
                    <a:pt x="145989" y="1344"/>
                  </a:lnTo>
                  <a:lnTo>
                    <a:pt x="140740" y="2098"/>
                  </a:lnTo>
                  <a:lnTo>
                    <a:pt x="135517" y="3019"/>
                  </a:lnTo>
                  <a:lnTo>
                    <a:pt x="130326" y="4105"/>
                  </a:lnTo>
                  <a:lnTo>
                    <a:pt x="125172" y="5355"/>
                  </a:lnTo>
                  <a:lnTo>
                    <a:pt x="120060" y="6768"/>
                  </a:lnTo>
                  <a:lnTo>
                    <a:pt x="114995" y="8343"/>
                  </a:lnTo>
                  <a:lnTo>
                    <a:pt x="109984" y="10077"/>
                  </a:lnTo>
                  <a:lnTo>
                    <a:pt x="105029" y="11969"/>
                  </a:lnTo>
                  <a:lnTo>
                    <a:pt x="100137" y="14018"/>
                  </a:lnTo>
                  <a:lnTo>
                    <a:pt x="95313" y="16220"/>
                  </a:lnTo>
                  <a:lnTo>
                    <a:pt x="90561" y="18575"/>
                  </a:lnTo>
                  <a:lnTo>
                    <a:pt x="85886" y="21079"/>
                  </a:lnTo>
                  <a:lnTo>
                    <a:pt x="81293" y="23730"/>
                  </a:lnTo>
                  <a:lnTo>
                    <a:pt x="76786" y="26526"/>
                  </a:lnTo>
                  <a:lnTo>
                    <a:pt x="72370" y="29463"/>
                  </a:lnTo>
                  <a:lnTo>
                    <a:pt x="68050" y="32539"/>
                  </a:lnTo>
                  <a:lnTo>
                    <a:pt x="63829" y="35750"/>
                  </a:lnTo>
                  <a:lnTo>
                    <a:pt x="59712" y="39094"/>
                  </a:lnTo>
                  <a:lnTo>
                    <a:pt x="55704" y="42566"/>
                  </a:lnTo>
                  <a:lnTo>
                    <a:pt x="51807" y="46164"/>
                  </a:lnTo>
                  <a:lnTo>
                    <a:pt x="48027" y="49883"/>
                  </a:lnTo>
                  <a:lnTo>
                    <a:pt x="44367" y="53721"/>
                  </a:lnTo>
                  <a:lnTo>
                    <a:pt x="40830" y="57673"/>
                  </a:lnTo>
                  <a:lnTo>
                    <a:pt x="37420" y="61735"/>
                  </a:lnTo>
                  <a:lnTo>
                    <a:pt x="34141" y="65903"/>
                  </a:lnTo>
                  <a:lnTo>
                    <a:pt x="30995" y="70173"/>
                  </a:lnTo>
                  <a:lnTo>
                    <a:pt x="27987" y="74541"/>
                  </a:lnTo>
                  <a:lnTo>
                    <a:pt x="25119" y="79002"/>
                  </a:lnTo>
                  <a:lnTo>
                    <a:pt x="22394" y="83552"/>
                  </a:lnTo>
                  <a:lnTo>
                    <a:pt x="19814" y="88185"/>
                  </a:lnTo>
                  <a:lnTo>
                    <a:pt x="17383" y="92899"/>
                  </a:lnTo>
                  <a:lnTo>
                    <a:pt x="15103" y="97687"/>
                  </a:lnTo>
                  <a:lnTo>
                    <a:pt x="12975" y="102545"/>
                  </a:lnTo>
                  <a:lnTo>
                    <a:pt x="11003" y="107468"/>
                  </a:lnTo>
                  <a:lnTo>
                    <a:pt x="9188" y="112451"/>
                  </a:lnTo>
                  <a:lnTo>
                    <a:pt x="7531" y="117489"/>
                  </a:lnTo>
                  <a:lnTo>
                    <a:pt x="6036" y="122577"/>
                  </a:lnTo>
                  <a:lnTo>
                    <a:pt x="4703" y="127710"/>
                  </a:lnTo>
                  <a:lnTo>
                    <a:pt x="3533" y="132883"/>
                  </a:lnTo>
                  <a:lnTo>
                    <a:pt x="2527" y="138091"/>
                  </a:lnTo>
                  <a:lnTo>
                    <a:pt x="1688" y="143327"/>
                  </a:lnTo>
                  <a:lnTo>
                    <a:pt x="1015" y="148588"/>
                  </a:lnTo>
                  <a:lnTo>
                    <a:pt x="509" y="153867"/>
                  </a:lnTo>
                  <a:lnTo>
                    <a:pt x="171" y="159160"/>
                  </a:lnTo>
                  <a:lnTo>
                    <a:pt x="1" y="164460"/>
                  </a:lnTo>
                  <a:lnTo>
                    <a:pt x="0" y="169764"/>
                  </a:lnTo>
                  <a:lnTo>
                    <a:pt x="166" y="175065"/>
                  </a:lnTo>
                  <a:lnTo>
                    <a:pt x="501" y="180357"/>
                  </a:lnTo>
                  <a:lnTo>
                    <a:pt x="1003" y="185637"/>
                  </a:lnTo>
                  <a:lnTo>
                    <a:pt x="1672" y="190898"/>
                  </a:lnTo>
                  <a:lnTo>
                    <a:pt x="2508" y="196135"/>
                  </a:lnTo>
                  <a:lnTo>
                    <a:pt x="3510" y="201343"/>
                  </a:lnTo>
                  <a:lnTo>
                    <a:pt x="4677" y="206517"/>
                  </a:lnTo>
                  <a:lnTo>
                    <a:pt x="6007" y="211651"/>
                  </a:lnTo>
                  <a:lnTo>
                    <a:pt x="7499" y="216740"/>
                  </a:lnTo>
                  <a:lnTo>
                    <a:pt x="9152" y="221779"/>
                  </a:lnTo>
                  <a:lnTo>
                    <a:pt x="10964" y="226763"/>
                  </a:lnTo>
                  <a:lnTo>
                    <a:pt x="12933" y="231688"/>
                  </a:lnTo>
                  <a:lnTo>
                    <a:pt x="15057" y="236547"/>
                  </a:lnTo>
                  <a:lnTo>
                    <a:pt x="17334" y="241337"/>
                  </a:lnTo>
                  <a:lnTo>
                    <a:pt x="19762" y="246052"/>
                  </a:lnTo>
                  <a:lnTo>
                    <a:pt x="22339" y="250687"/>
                  </a:lnTo>
                  <a:lnTo>
                    <a:pt x="25061" y="255239"/>
                  </a:lnTo>
                  <a:lnTo>
                    <a:pt x="27926" y="259702"/>
                  </a:lnTo>
                  <a:lnTo>
                    <a:pt x="30932" y="264071"/>
                  </a:lnTo>
                  <a:lnTo>
                    <a:pt x="34074" y="268343"/>
                  </a:lnTo>
                  <a:lnTo>
                    <a:pt x="37351" y="272514"/>
                  </a:lnTo>
                  <a:lnTo>
                    <a:pt x="40758" y="276578"/>
                  </a:lnTo>
                  <a:lnTo>
                    <a:pt x="44292" y="280532"/>
                  </a:lnTo>
                  <a:lnTo>
                    <a:pt x="47950" y="284372"/>
                  </a:lnTo>
                  <a:lnTo>
                    <a:pt x="51728" y="288094"/>
                  </a:lnTo>
                  <a:lnTo>
                    <a:pt x="55622" y="291695"/>
                  </a:lnTo>
                  <a:lnTo>
                    <a:pt x="59628" y="295170"/>
                  </a:lnTo>
                  <a:lnTo>
                    <a:pt x="63743" y="298516"/>
                  </a:lnTo>
                  <a:lnTo>
                    <a:pt x="67961" y="301730"/>
                  </a:lnTo>
                  <a:lnTo>
                    <a:pt x="72280" y="304809"/>
                  </a:lnTo>
                  <a:lnTo>
                    <a:pt x="76694" y="307749"/>
                  </a:lnTo>
                  <a:lnTo>
                    <a:pt x="81199" y="310547"/>
                  </a:lnTo>
                  <a:lnTo>
                    <a:pt x="85790" y="313201"/>
                  </a:lnTo>
                  <a:lnTo>
                    <a:pt x="90463" y="315709"/>
                  </a:lnTo>
                  <a:lnTo>
                    <a:pt x="95214" y="318066"/>
                  </a:lnTo>
                  <a:lnTo>
                    <a:pt x="100037" y="320272"/>
                  </a:lnTo>
                  <a:lnTo>
                    <a:pt x="104927" y="322324"/>
                  </a:lnTo>
                  <a:lnTo>
                    <a:pt x="109880" y="324220"/>
                  </a:lnTo>
                  <a:lnTo>
                    <a:pt x="114891" y="325957"/>
                  </a:lnTo>
                  <a:lnTo>
                    <a:pt x="119954" y="327535"/>
                  </a:lnTo>
                  <a:lnTo>
                    <a:pt x="125065" y="328951"/>
                  </a:lnTo>
                  <a:lnTo>
                    <a:pt x="130218" y="330205"/>
                  </a:lnTo>
                  <a:lnTo>
                    <a:pt x="135409" y="331294"/>
                  </a:lnTo>
                  <a:lnTo>
                    <a:pt x="140631" y="332218"/>
                  </a:lnTo>
                  <a:lnTo>
                    <a:pt x="145880" y="332976"/>
                  </a:lnTo>
                  <a:lnTo>
                    <a:pt x="151151" y="333567"/>
                  </a:lnTo>
                  <a:lnTo>
                    <a:pt x="156437" y="333991"/>
                  </a:lnTo>
                  <a:lnTo>
                    <a:pt x="161734" y="334247"/>
                  </a:lnTo>
                  <a:lnTo>
                    <a:pt x="167037" y="334334"/>
                  </a:lnTo>
                  <a:lnTo>
                    <a:pt x="172340" y="334254"/>
                  </a:lnTo>
                  <a:lnTo>
                    <a:pt x="177637" y="334005"/>
                  </a:lnTo>
                  <a:lnTo>
                    <a:pt x="182924" y="333588"/>
                  </a:lnTo>
                  <a:lnTo>
                    <a:pt x="188196" y="333004"/>
                  </a:lnTo>
                  <a:lnTo>
                    <a:pt x="193446" y="332253"/>
                  </a:lnTo>
                  <a:lnTo>
                    <a:pt x="198669" y="331335"/>
                  </a:lnTo>
                  <a:lnTo>
                    <a:pt x="203861" y="330253"/>
                  </a:lnTo>
                  <a:lnTo>
                    <a:pt x="209016" y="329006"/>
                  </a:lnTo>
                  <a:lnTo>
                    <a:pt x="214128" y="327597"/>
                  </a:lnTo>
                  <a:lnTo>
                    <a:pt x="219194" y="326026"/>
                  </a:lnTo>
                  <a:lnTo>
                    <a:pt x="224207" y="324295"/>
                  </a:lnTo>
                  <a:lnTo>
                    <a:pt x="229162" y="322406"/>
                  </a:lnTo>
                  <a:lnTo>
                    <a:pt x="234055" y="320360"/>
                  </a:lnTo>
                  <a:lnTo>
                    <a:pt x="238881" y="318161"/>
                  </a:lnTo>
                  <a:lnTo>
                    <a:pt x="243635" y="315809"/>
                  </a:lnTo>
                  <a:lnTo>
                    <a:pt x="248312" y="313308"/>
                  </a:lnTo>
                  <a:lnTo>
                    <a:pt x="252906" y="310660"/>
                  </a:lnTo>
                  <a:lnTo>
                    <a:pt x="257415" y="307867"/>
                  </a:lnTo>
                  <a:lnTo>
                    <a:pt x="261833" y="304933"/>
                  </a:lnTo>
                  <a:lnTo>
                    <a:pt x="266155" y="301860"/>
                  </a:lnTo>
                  <a:lnTo>
                    <a:pt x="270378" y="298652"/>
                  </a:lnTo>
                  <a:lnTo>
                    <a:pt x="274497" y="295311"/>
                  </a:lnTo>
                  <a:lnTo>
                    <a:pt x="278508" y="291841"/>
                  </a:lnTo>
                  <a:lnTo>
                    <a:pt x="282407" y="288246"/>
                  </a:lnTo>
                  <a:lnTo>
                    <a:pt x="286190" y="284529"/>
                  </a:lnTo>
                  <a:lnTo>
                    <a:pt x="289852" y="280693"/>
                  </a:lnTo>
                  <a:lnTo>
                    <a:pt x="293392" y="276744"/>
                  </a:lnTo>
                  <a:lnTo>
                    <a:pt x="296804" y="272684"/>
                  </a:lnTo>
                  <a:lnTo>
                    <a:pt x="300086" y="268518"/>
                  </a:lnTo>
                  <a:lnTo>
                    <a:pt x="303234" y="264250"/>
                  </a:lnTo>
                  <a:lnTo>
                    <a:pt x="306245" y="259884"/>
                  </a:lnTo>
                  <a:lnTo>
                    <a:pt x="309117" y="25542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41969" cy="88258"/>
            </a:xfrm>
            <a:custGeom>
              <a:avLst/>
              <a:pathLst>
                <a:path w="141969" h="88258">
                  <a:moveTo>
                    <a:pt x="141969" y="88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42187" cy="88258"/>
            </a:xfrm>
            <a:custGeom>
              <a:avLst/>
              <a:pathLst>
                <a:path w="142187" h="88258">
                  <a:moveTo>
                    <a:pt x="141969" y="88258"/>
                  </a:moveTo>
                  <a:lnTo>
                    <a:pt x="142187" y="87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63" cy="255073"/>
            </a:xfrm>
            <a:custGeom>
              <a:avLst/>
              <a:pathLst>
                <a:path w="167163" h="255073">
                  <a:moveTo>
                    <a:pt x="142187" y="255073"/>
                  </a:moveTo>
                  <a:lnTo>
                    <a:pt x="144943" y="250452"/>
                  </a:lnTo>
                  <a:lnTo>
                    <a:pt x="147548" y="245744"/>
                  </a:lnTo>
                  <a:lnTo>
                    <a:pt x="150001" y="240954"/>
                  </a:lnTo>
                  <a:lnTo>
                    <a:pt x="152298" y="236088"/>
                  </a:lnTo>
                  <a:lnTo>
                    <a:pt x="154437" y="231151"/>
                  </a:lnTo>
                  <a:lnTo>
                    <a:pt x="156416" y="226148"/>
                  </a:lnTo>
                  <a:lnTo>
                    <a:pt x="158234" y="221083"/>
                  </a:lnTo>
                  <a:lnTo>
                    <a:pt x="159887" y="215962"/>
                  </a:lnTo>
                  <a:lnTo>
                    <a:pt x="161374" y="210791"/>
                  </a:lnTo>
                  <a:lnTo>
                    <a:pt x="162695" y="205575"/>
                  </a:lnTo>
                  <a:lnTo>
                    <a:pt x="163847" y="200319"/>
                  </a:lnTo>
                  <a:lnTo>
                    <a:pt x="164829" y="195028"/>
                  </a:lnTo>
                  <a:lnTo>
                    <a:pt x="165640" y="189709"/>
                  </a:lnTo>
                  <a:lnTo>
                    <a:pt x="166280" y="184366"/>
                  </a:lnTo>
                  <a:lnTo>
                    <a:pt x="166747" y="179006"/>
                  </a:lnTo>
                  <a:lnTo>
                    <a:pt x="167042" y="173633"/>
                  </a:lnTo>
                  <a:lnTo>
                    <a:pt x="167163" y="168253"/>
                  </a:lnTo>
                  <a:lnTo>
                    <a:pt x="167112" y="162873"/>
                  </a:lnTo>
                  <a:lnTo>
                    <a:pt x="166887" y="157497"/>
                  </a:lnTo>
                  <a:lnTo>
                    <a:pt x="166489" y="152131"/>
                  </a:lnTo>
                  <a:lnTo>
                    <a:pt x="165919" y="146780"/>
                  </a:lnTo>
                  <a:lnTo>
                    <a:pt x="165177" y="141451"/>
                  </a:lnTo>
                  <a:lnTo>
                    <a:pt x="164264" y="136148"/>
                  </a:lnTo>
                  <a:lnTo>
                    <a:pt x="163180" y="130877"/>
                  </a:lnTo>
                  <a:lnTo>
                    <a:pt x="161928" y="125644"/>
                  </a:lnTo>
                  <a:lnTo>
                    <a:pt x="160508" y="120454"/>
                  </a:lnTo>
                  <a:lnTo>
                    <a:pt x="158921" y="115313"/>
                  </a:lnTo>
                  <a:lnTo>
                    <a:pt x="157170" y="110225"/>
                  </a:lnTo>
                  <a:lnTo>
                    <a:pt x="155256" y="105196"/>
                  </a:lnTo>
                  <a:lnTo>
                    <a:pt x="153181" y="100231"/>
                  </a:lnTo>
                  <a:lnTo>
                    <a:pt x="150947" y="95336"/>
                  </a:lnTo>
                  <a:lnTo>
                    <a:pt x="148557" y="90515"/>
                  </a:lnTo>
                  <a:lnTo>
                    <a:pt x="146013" y="85773"/>
                  </a:lnTo>
                  <a:lnTo>
                    <a:pt x="143318" y="81116"/>
                  </a:lnTo>
                  <a:lnTo>
                    <a:pt x="140474" y="76548"/>
                  </a:lnTo>
                  <a:lnTo>
                    <a:pt x="137485" y="72074"/>
                  </a:lnTo>
                  <a:lnTo>
                    <a:pt x="134353" y="67698"/>
                  </a:lnTo>
                  <a:lnTo>
                    <a:pt x="131082" y="63426"/>
                  </a:lnTo>
                  <a:lnTo>
                    <a:pt x="127676" y="59261"/>
                  </a:lnTo>
                  <a:lnTo>
                    <a:pt x="124137" y="55208"/>
                  </a:lnTo>
                  <a:lnTo>
                    <a:pt x="120469" y="51270"/>
                  </a:lnTo>
                  <a:lnTo>
                    <a:pt x="116677" y="47453"/>
                  </a:lnTo>
                  <a:lnTo>
                    <a:pt x="112763" y="43760"/>
                  </a:lnTo>
                  <a:lnTo>
                    <a:pt x="108733" y="40195"/>
                  </a:lnTo>
                  <a:lnTo>
                    <a:pt x="104590" y="36761"/>
                  </a:lnTo>
                  <a:lnTo>
                    <a:pt x="100339" y="33462"/>
                  </a:lnTo>
                  <a:lnTo>
                    <a:pt x="95984" y="30302"/>
                  </a:lnTo>
                  <a:lnTo>
                    <a:pt x="91529" y="27284"/>
                  </a:lnTo>
                  <a:lnTo>
                    <a:pt x="86980" y="24411"/>
                  </a:lnTo>
                  <a:lnTo>
                    <a:pt x="82340" y="21685"/>
                  </a:lnTo>
                  <a:lnTo>
                    <a:pt x="77616" y="19111"/>
                  </a:lnTo>
                  <a:lnTo>
                    <a:pt x="72810" y="16689"/>
                  </a:lnTo>
                  <a:lnTo>
                    <a:pt x="67930" y="14424"/>
                  </a:lnTo>
                  <a:lnTo>
                    <a:pt x="62978" y="12317"/>
                  </a:lnTo>
                  <a:lnTo>
                    <a:pt x="57962" y="10370"/>
                  </a:lnTo>
                  <a:lnTo>
                    <a:pt x="52886" y="8586"/>
                  </a:lnTo>
                  <a:lnTo>
                    <a:pt x="47755" y="6966"/>
                  </a:lnTo>
                  <a:lnTo>
                    <a:pt x="42574" y="5512"/>
                  </a:lnTo>
                  <a:lnTo>
                    <a:pt x="37349" y="4225"/>
                  </a:lnTo>
                  <a:lnTo>
                    <a:pt x="32086" y="3108"/>
                  </a:lnTo>
                  <a:lnTo>
                    <a:pt x="26789" y="2160"/>
                  </a:lnTo>
                  <a:lnTo>
                    <a:pt x="21464" y="1383"/>
                  </a:lnTo>
                  <a:lnTo>
                    <a:pt x="16118" y="778"/>
                  </a:lnTo>
                  <a:lnTo>
                    <a:pt x="10754" y="346"/>
                  </a:lnTo>
                  <a:lnTo>
                    <a:pt x="538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465988" y="1120312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8" y="2100"/>
                  </a:lnTo>
                  <a:lnTo>
                    <a:pt x="135503" y="3022"/>
                  </a:lnTo>
                  <a:lnTo>
                    <a:pt x="130310" y="4109"/>
                  </a:lnTo>
                  <a:lnTo>
                    <a:pt x="125154" y="5360"/>
                  </a:lnTo>
                  <a:lnTo>
                    <a:pt x="120040" y="6774"/>
                  </a:lnTo>
                  <a:lnTo>
                    <a:pt x="114974" y="8350"/>
                  </a:lnTo>
                  <a:lnTo>
                    <a:pt x="109960" y="10085"/>
                  </a:lnTo>
                  <a:lnTo>
                    <a:pt x="105004" y="11979"/>
                  </a:lnTo>
                  <a:lnTo>
                    <a:pt x="100111" y="14029"/>
                  </a:lnTo>
                  <a:lnTo>
                    <a:pt x="95285" y="16234"/>
                  </a:lnTo>
                  <a:lnTo>
                    <a:pt x="90531" y="18591"/>
                  </a:lnTo>
                  <a:lnTo>
                    <a:pt x="85854" y="21097"/>
                  </a:lnTo>
                  <a:lnTo>
                    <a:pt x="81260" y="23750"/>
                  </a:lnTo>
                  <a:lnTo>
                    <a:pt x="76752" y="26548"/>
                  </a:lnTo>
                  <a:lnTo>
                    <a:pt x="72335" y="29487"/>
                  </a:lnTo>
                  <a:lnTo>
                    <a:pt x="68013" y="32566"/>
                  </a:lnTo>
                  <a:lnTo>
                    <a:pt x="63792" y="35779"/>
                  </a:lnTo>
                  <a:lnTo>
                    <a:pt x="59674" y="39126"/>
                  </a:lnTo>
                  <a:lnTo>
                    <a:pt x="55665" y="42601"/>
                  </a:lnTo>
                  <a:lnTo>
                    <a:pt x="51768" y="46201"/>
                  </a:lnTo>
                  <a:lnTo>
                    <a:pt x="47987" y="49924"/>
                  </a:lnTo>
                  <a:lnTo>
                    <a:pt x="44327" y="53764"/>
                  </a:lnTo>
                  <a:lnTo>
                    <a:pt x="40790" y="57719"/>
                  </a:lnTo>
                  <a:lnTo>
                    <a:pt x="37380" y="61784"/>
                  </a:lnTo>
                  <a:lnTo>
                    <a:pt x="34101" y="65955"/>
                  </a:lnTo>
                  <a:lnTo>
                    <a:pt x="30956" y="70228"/>
                  </a:lnTo>
                  <a:lnTo>
                    <a:pt x="27948" y="74599"/>
                  </a:lnTo>
                  <a:lnTo>
                    <a:pt x="25081" y="79063"/>
                  </a:lnTo>
                  <a:lnTo>
                    <a:pt x="22357" y="83616"/>
                  </a:lnTo>
                  <a:lnTo>
                    <a:pt x="19778" y="88253"/>
                  </a:lnTo>
                  <a:lnTo>
                    <a:pt x="17348" y="92970"/>
                  </a:lnTo>
                  <a:lnTo>
                    <a:pt x="15069" y="97761"/>
                  </a:lnTo>
                  <a:lnTo>
                    <a:pt x="12943" y="102622"/>
                  </a:lnTo>
                  <a:lnTo>
                    <a:pt x="10972" y="107548"/>
                  </a:lnTo>
                  <a:lnTo>
                    <a:pt x="9159" y="112534"/>
                  </a:lnTo>
                  <a:lnTo>
                    <a:pt x="7505" y="117575"/>
                  </a:lnTo>
                  <a:lnTo>
                    <a:pt x="6011" y="122667"/>
                  </a:lnTo>
                  <a:lnTo>
                    <a:pt x="4680" y="127803"/>
                  </a:lnTo>
                  <a:lnTo>
                    <a:pt x="3513" y="132978"/>
                  </a:lnTo>
                  <a:lnTo>
                    <a:pt x="2510" y="138188"/>
                  </a:lnTo>
                  <a:lnTo>
                    <a:pt x="1674" y="143428"/>
                  </a:lnTo>
                  <a:lnTo>
                    <a:pt x="1003" y="148691"/>
                  </a:lnTo>
                  <a:lnTo>
                    <a:pt x="501" y="153973"/>
                  </a:lnTo>
                  <a:lnTo>
                    <a:pt x="166" y="159268"/>
                  </a:lnTo>
                  <a:lnTo>
                    <a:pt x="0" y="164571"/>
                  </a:lnTo>
                  <a:lnTo>
                    <a:pt x="1" y="169877"/>
                  </a:lnTo>
                  <a:lnTo>
                    <a:pt x="171" y="175180"/>
                  </a:lnTo>
                  <a:lnTo>
                    <a:pt x="510" y="180475"/>
                  </a:lnTo>
                  <a:lnTo>
                    <a:pt x="1016" y="185756"/>
                  </a:lnTo>
                  <a:lnTo>
                    <a:pt x="1690" y="191019"/>
                  </a:lnTo>
                  <a:lnTo>
                    <a:pt x="2530" y="196258"/>
                  </a:lnTo>
                  <a:lnTo>
                    <a:pt x="3536" y="201467"/>
                  </a:lnTo>
                  <a:lnTo>
                    <a:pt x="4707" y="206642"/>
                  </a:lnTo>
                  <a:lnTo>
                    <a:pt x="6042" y="211777"/>
                  </a:lnTo>
                  <a:lnTo>
                    <a:pt x="7538" y="216867"/>
                  </a:lnTo>
                  <a:lnTo>
                    <a:pt x="9196" y="221907"/>
                  </a:lnTo>
                  <a:lnTo>
                    <a:pt x="11013" y="226892"/>
                  </a:lnTo>
                  <a:lnTo>
                    <a:pt x="12987" y="231817"/>
                  </a:lnTo>
                  <a:lnTo>
                    <a:pt x="15116" y="236677"/>
                  </a:lnTo>
                  <a:lnTo>
                    <a:pt x="17399" y="241466"/>
                  </a:lnTo>
                  <a:lnTo>
                    <a:pt x="19832" y="246181"/>
                  </a:lnTo>
                  <a:lnTo>
                    <a:pt x="22414" y="250816"/>
                  </a:lnTo>
                  <a:lnTo>
                    <a:pt x="25141" y="255367"/>
                  </a:lnTo>
                  <a:lnTo>
                    <a:pt x="28012" y="259829"/>
                  </a:lnTo>
                  <a:lnTo>
                    <a:pt x="31022" y="264198"/>
                  </a:lnTo>
                  <a:lnTo>
                    <a:pt x="34170" y="268469"/>
                  </a:lnTo>
                  <a:lnTo>
                    <a:pt x="37452" y="272638"/>
                  </a:lnTo>
                  <a:lnTo>
                    <a:pt x="40864" y="276701"/>
                  </a:lnTo>
                  <a:lnTo>
                    <a:pt x="44404" y="280653"/>
                  </a:lnTo>
                  <a:lnTo>
                    <a:pt x="48067" y="284491"/>
                  </a:lnTo>
                  <a:lnTo>
                    <a:pt x="51851" y="288211"/>
                  </a:lnTo>
                  <a:lnTo>
                    <a:pt x="55750" y="291809"/>
                  </a:lnTo>
                  <a:lnTo>
                    <a:pt x="59761" y="295282"/>
                  </a:lnTo>
                  <a:lnTo>
                    <a:pt x="63881" y="298625"/>
                  </a:lnTo>
                  <a:lnTo>
                    <a:pt x="68105" y="301836"/>
                  </a:lnTo>
                  <a:lnTo>
                    <a:pt x="72429" y="304911"/>
                  </a:lnTo>
                  <a:lnTo>
                    <a:pt x="76848" y="307847"/>
                  </a:lnTo>
                  <a:lnTo>
                    <a:pt x="81358" y="310642"/>
                  </a:lnTo>
                  <a:lnTo>
                    <a:pt x="85954" y="313293"/>
                  </a:lnTo>
                  <a:lnTo>
                    <a:pt x="90632" y="315796"/>
                  </a:lnTo>
                  <a:lnTo>
                    <a:pt x="95387" y="318149"/>
                  </a:lnTo>
                  <a:lnTo>
                    <a:pt x="100215" y="320350"/>
                  </a:lnTo>
                  <a:lnTo>
                    <a:pt x="105110" y="322397"/>
                  </a:lnTo>
                  <a:lnTo>
                    <a:pt x="110067" y="324288"/>
                  </a:lnTo>
                  <a:lnTo>
                    <a:pt x="115082" y="326020"/>
                  </a:lnTo>
                  <a:lnTo>
                    <a:pt x="120150" y="327592"/>
                  </a:lnTo>
                  <a:lnTo>
                    <a:pt x="125264" y="329003"/>
                  </a:lnTo>
                  <a:lnTo>
                    <a:pt x="130421" y="330250"/>
                  </a:lnTo>
                  <a:lnTo>
                    <a:pt x="135615" y="331334"/>
                  </a:lnTo>
                  <a:lnTo>
                    <a:pt x="140841" y="332252"/>
                  </a:lnTo>
                  <a:lnTo>
                    <a:pt x="146093" y="333003"/>
                  </a:lnTo>
                  <a:lnTo>
                    <a:pt x="151366" y="333588"/>
                  </a:lnTo>
                  <a:lnTo>
                    <a:pt x="156656" y="334005"/>
                  </a:lnTo>
                  <a:lnTo>
                    <a:pt x="161956" y="334254"/>
                  </a:lnTo>
                  <a:lnTo>
                    <a:pt x="167261" y="334334"/>
                  </a:lnTo>
                  <a:lnTo>
                    <a:pt x="172566" y="334247"/>
                  </a:lnTo>
                  <a:lnTo>
                    <a:pt x="177865" y="333990"/>
                  </a:lnTo>
                  <a:lnTo>
                    <a:pt x="183154" y="333566"/>
                  </a:lnTo>
                  <a:lnTo>
                    <a:pt x="188426" y="332974"/>
                  </a:lnTo>
                  <a:lnTo>
                    <a:pt x="193678" y="332216"/>
                  </a:lnTo>
                  <a:lnTo>
                    <a:pt x="198902" y="331291"/>
                  </a:lnTo>
                  <a:lnTo>
                    <a:pt x="204094" y="330200"/>
                  </a:lnTo>
                  <a:lnTo>
                    <a:pt x="209250" y="328945"/>
                  </a:lnTo>
                  <a:lnTo>
                    <a:pt x="214362" y="327528"/>
                  </a:lnTo>
                  <a:lnTo>
                    <a:pt x="219428" y="325949"/>
                  </a:lnTo>
                  <a:lnTo>
                    <a:pt x="224440" y="324210"/>
                  </a:lnTo>
                  <a:lnTo>
                    <a:pt x="229395" y="322312"/>
                  </a:lnTo>
                  <a:lnTo>
                    <a:pt x="234287" y="320259"/>
                  </a:lnTo>
                  <a:lnTo>
                    <a:pt x="239112" y="318051"/>
                  </a:lnTo>
                  <a:lnTo>
                    <a:pt x="243864" y="315691"/>
                  </a:lnTo>
                  <a:lnTo>
                    <a:pt x="248539" y="313182"/>
                  </a:lnTo>
                  <a:lnTo>
                    <a:pt x="253131" y="310525"/>
                  </a:lnTo>
                  <a:lnTo>
                    <a:pt x="257638" y="307724"/>
                  </a:lnTo>
                  <a:lnTo>
                    <a:pt x="262053" y="304782"/>
                  </a:lnTo>
                  <a:lnTo>
                    <a:pt x="266372" y="301701"/>
                  </a:lnTo>
                  <a:lnTo>
                    <a:pt x="270591" y="298484"/>
                  </a:lnTo>
                  <a:lnTo>
                    <a:pt x="274707" y="295135"/>
                  </a:lnTo>
                  <a:lnTo>
                    <a:pt x="278713" y="291657"/>
                  </a:lnTo>
                  <a:lnTo>
                    <a:pt x="282608" y="288054"/>
                  </a:lnTo>
                  <a:lnTo>
                    <a:pt x="286386" y="284329"/>
                  </a:lnTo>
                  <a:lnTo>
                    <a:pt x="290044" y="280486"/>
                  </a:lnTo>
                  <a:lnTo>
                    <a:pt x="293578" y="276529"/>
                  </a:lnTo>
                  <a:lnTo>
                    <a:pt x="296985" y="272461"/>
                  </a:lnTo>
                  <a:lnTo>
                    <a:pt x="300261" y="268288"/>
                  </a:lnTo>
                  <a:lnTo>
                    <a:pt x="303403" y="264013"/>
                  </a:lnTo>
                  <a:lnTo>
                    <a:pt x="306408" y="259640"/>
                  </a:lnTo>
                  <a:lnTo>
                    <a:pt x="309273" y="255174"/>
                  </a:lnTo>
                  <a:lnTo>
                    <a:pt x="311994" y="250619"/>
                  </a:lnTo>
                  <a:lnTo>
                    <a:pt x="314569" y="245980"/>
                  </a:lnTo>
                  <a:lnTo>
                    <a:pt x="316996" y="241262"/>
                  </a:lnTo>
                  <a:lnTo>
                    <a:pt x="319272" y="236470"/>
                  </a:lnTo>
                  <a:lnTo>
                    <a:pt x="321395" y="231607"/>
                  </a:lnTo>
                  <a:lnTo>
                    <a:pt x="323362" y="226679"/>
                  </a:lnTo>
                  <a:lnTo>
                    <a:pt x="325172" y="221692"/>
                  </a:lnTo>
                  <a:lnTo>
                    <a:pt x="326823" y="216650"/>
                  </a:lnTo>
                  <a:lnTo>
                    <a:pt x="328313" y="211557"/>
                  </a:lnTo>
                  <a:lnTo>
                    <a:pt x="329640" y="206421"/>
                  </a:lnTo>
                  <a:lnTo>
                    <a:pt x="330804" y="201244"/>
                  </a:lnTo>
                  <a:lnTo>
                    <a:pt x="331803" y="196033"/>
                  </a:lnTo>
                  <a:lnTo>
                    <a:pt x="332636" y="190793"/>
                  </a:lnTo>
                  <a:lnTo>
                    <a:pt x="333303" y="185530"/>
                  </a:lnTo>
                  <a:lnTo>
                    <a:pt x="333802" y="180248"/>
                  </a:lnTo>
                  <a:lnTo>
                    <a:pt x="334133" y="174952"/>
                  </a:lnTo>
                  <a:lnTo>
                    <a:pt x="334296" y="169649"/>
                  </a:lnTo>
                  <a:lnTo>
                    <a:pt x="334290" y="164343"/>
                  </a:lnTo>
                  <a:lnTo>
                    <a:pt x="334117" y="159040"/>
                  </a:lnTo>
                  <a:lnTo>
                    <a:pt x="333775" y="153746"/>
                  </a:lnTo>
                  <a:lnTo>
                    <a:pt x="333265" y="148465"/>
                  </a:lnTo>
                  <a:lnTo>
                    <a:pt x="332588" y="143202"/>
                  </a:lnTo>
                  <a:lnTo>
                    <a:pt x="331744" y="137964"/>
                  </a:lnTo>
                  <a:lnTo>
                    <a:pt x="330734" y="132755"/>
                  </a:lnTo>
                  <a:lnTo>
                    <a:pt x="329560" y="127581"/>
                  </a:lnTo>
                  <a:lnTo>
                    <a:pt x="328222" y="122447"/>
                  </a:lnTo>
                  <a:lnTo>
                    <a:pt x="326721" y="117358"/>
                  </a:lnTo>
                  <a:lnTo>
                    <a:pt x="325060" y="112319"/>
                  </a:lnTo>
                  <a:lnTo>
                    <a:pt x="323240" y="107335"/>
                  </a:lnTo>
                  <a:lnTo>
                    <a:pt x="321263" y="102412"/>
                  </a:lnTo>
                  <a:lnTo>
                    <a:pt x="319130" y="97554"/>
                  </a:lnTo>
                  <a:lnTo>
                    <a:pt x="316844" y="92765"/>
                  </a:lnTo>
                  <a:lnTo>
                    <a:pt x="314408" y="88052"/>
                  </a:lnTo>
                  <a:lnTo>
                    <a:pt x="311823" y="83419"/>
                  </a:lnTo>
                  <a:lnTo>
                    <a:pt x="309092" y="78870"/>
                  </a:lnTo>
                  <a:lnTo>
                    <a:pt x="306219" y="74410"/>
                  </a:lnTo>
                  <a:lnTo>
                    <a:pt x="303205" y="70043"/>
                  </a:lnTo>
                  <a:lnTo>
                    <a:pt x="300054" y="65774"/>
                  </a:lnTo>
                  <a:lnTo>
                    <a:pt x="296770" y="61607"/>
                  </a:lnTo>
                  <a:lnTo>
                    <a:pt x="293355" y="57547"/>
                  </a:lnTo>
                  <a:lnTo>
                    <a:pt x="289812" y="53597"/>
                  </a:lnTo>
                  <a:lnTo>
                    <a:pt x="286146" y="49761"/>
                  </a:lnTo>
                  <a:lnTo>
                    <a:pt x="282361" y="46044"/>
                  </a:lnTo>
                  <a:lnTo>
                    <a:pt x="278459" y="42449"/>
                  </a:lnTo>
                  <a:lnTo>
                    <a:pt x="274445" y="38979"/>
                  </a:lnTo>
                  <a:lnTo>
                    <a:pt x="270323" y="35639"/>
                  </a:lnTo>
                  <a:lnTo>
                    <a:pt x="266097" y="32431"/>
                  </a:lnTo>
                  <a:lnTo>
                    <a:pt x="261771" y="2935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49671"/>
              <a:ext cx="94624" cy="137808"/>
            </a:xfrm>
            <a:custGeom>
              <a:avLst/>
              <a:pathLst>
                <a:path w="94624" h="137808">
                  <a:moveTo>
                    <a:pt x="94624" y="0"/>
                  </a:moveTo>
                  <a:lnTo>
                    <a:pt x="0" y="137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48052"/>
              <a:ext cx="94624" cy="139427"/>
            </a:xfrm>
            <a:custGeom>
              <a:avLst/>
              <a:pathLst>
                <a:path w="94624" h="139427">
                  <a:moveTo>
                    <a:pt x="94624" y="1619"/>
                  </a:moveTo>
                  <a:lnTo>
                    <a:pt x="92221" y="0"/>
                  </a:lnTo>
                  <a:lnTo>
                    <a:pt x="0" y="1394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92221" cy="167167"/>
            </a:xfrm>
            <a:custGeom>
              <a:avLst/>
              <a:pathLst>
                <a:path w="92221" h="167167">
                  <a:moveTo>
                    <a:pt x="92221" y="27739"/>
                  </a:moveTo>
                  <a:lnTo>
                    <a:pt x="87375" y="24652"/>
                  </a:lnTo>
                  <a:lnTo>
                    <a:pt x="82425" y="21733"/>
                  </a:lnTo>
                  <a:lnTo>
                    <a:pt x="77378" y="18986"/>
                  </a:lnTo>
                  <a:lnTo>
                    <a:pt x="72240" y="16415"/>
                  </a:lnTo>
                  <a:lnTo>
                    <a:pt x="67016" y="14021"/>
                  </a:lnTo>
                  <a:lnTo>
                    <a:pt x="61713" y="11808"/>
                  </a:lnTo>
                  <a:lnTo>
                    <a:pt x="56338" y="9779"/>
                  </a:lnTo>
                  <a:lnTo>
                    <a:pt x="50895" y="7936"/>
                  </a:lnTo>
                  <a:lnTo>
                    <a:pt x="45393" y="6281"/>
                  </a:lnTo>
                  <a:lnTo>
                    <a:pt x="39837" y="4816"/>
                  </a:lnTo>
                  <a:lnTo>
                    <a:pt x="34233" y="3542"/>
                  </a:lnTo>
                  <a:lnTo>
                    <a:pt x="28590" y="2463"/>
                  </a:lnTo>
                  <a:lnTo>
                    <a:pt x="22912" y="1577"/>
                  </a:lnTo>
                  <a:lnTo>
                    <a:pt x="17208" y="888"/>
                  </a:lnTo>
                  <a:lnTo>
                    <a:pt x="11483" y="394"/>
                  </a:lnTo>
                  <a:lnTo>
                    <a:pt x="574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68522" y="971635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89" y="2108"/>
                  </a:lnTo>
                  <a:lnTo>
                    <a:pt x="135455" y="3032"/>
                  </a:lnTo>
                  <a:lnTo>
                    <a:pt x="130253" y="4123"/>
                  </a:lnTo>
                  <a:lnTo>
                    <a:pt x="125089" y="5378"/>
                  </a:lnTo>
                  <a:lnTo>
                    <a:pt x="119966" y="6797"/>
                  </a:lnTo>
                  <a:lnTo>
                    <a:pt x="114892" y="8379"/>
                  </a:lnTo>
                  <a:lnTo>
                    <a:pt x="109871" y="10120"/>
                  </a:lnTo>
                  <a:lnTo>
                    <a:pt x="104907" y="12021"/>
                  </a:lnTo>
                  <a:lnTo>
                    <a:pt x="100006" y="14078"/>
                  </a:lnTo>
                  <a:lnTo>
                    <a:pt x="95173" y="16290"/>
                  </a:lnTo>
                  <a:lnTo>
                    <a:pt x="90413" y="18655"/>
                  </a:lnTo>
                  <a:lnTo>
                    <a:pt x="85731" y="21169"/>
                  </a:lnTo>
                  <a:lnTo>
                    <a:pt x="81131" y="23831"/>
                  </a:lnTo>
                  <a:lnTo>
                    <a:pt x="76617" y="26639"/>
                  </a:lnTo>
                  <a:lnTo>
                    <a:pt x="72196" y="29588"/>
                  </a:lnTo>
                  <a:lnTo>
                    <a:pt x="67870" y="32676"/>
                  </a:lnTo>
                  <a:lnTo>
                    <a:pt x="63645" y="35900"/>
                  </a:lnTo>
                  <a:lnTo>
                    <a:pt x="59524" y="39257"/>
                  </a:lnTo>
                  <a:lnTo>
                    <a:pt x="55512" y="42743"/>
                  </a:lnTo>
                  <a:lnTo>
                    <a:pt x="51613" y="46355"/>
                  </a:lnTo>
                  <a:lnTo>
                    <a:pt x="47831" y="50090"/>
                  </a:lnTo>
                  <a:lnTo>
                    <a:pt x="44169" y="53942"/>
                  </a:lnTo>
                  <a:lnTo>
                    <a:pt x="40632" y="57909"/>
                  </a:lnTo>
                  <a:lnTo>
                    <a:pt x="37222" y="61986"/>
                  </a:lnTo>
                  <a:lnTo>
                    <a:pt x="33944" y="66170"/>
                  </a:lnTo>
                  <a:lnTo>
                    <a:pt x="30801" y="70456"/>
                  </a:lnTo>
                  <a:lnTo>
                    <a:pt x="27795" y="74839"/>
                  </a:lnTo>
                  <a:lnTo>
                    <a:pt x="24931" y="79316"/>
                  </a:lnTo>
                  <a:lnTo>
                    <a:pt x="22210" y="83882"/>
                  </a:lnTo>
                  <a:lnTo>
                    <a:pt x="19635" y="88532"/>
                  </a:lnTo>
                  <a:lnTo>
                    <a:pt x="17210" y="93261"/>
                  </a:lnTo>
                  <a:lnTo>
                    <a:pt x="14936" y="98066"/>
                  </a:lnTo>
                  <a:lnTo>
                    <a:pt x="12817" y="102940"/>
                  </a:lnTo>
                  <a:lnTo>
                    <a:pt x="10853" y="107878"/>
                  </a:lnTo>
                  <a:lnTo>
                    <a:pt x="9047" y="112877"/>
                  </a:lnTo>
                  <a:lnTo>
                    <a:pt x="7401" y="117931"/>
                  </a:lnTo>
                  <a:lnTo>
                    <a:pt x="5917" y="123034"/>
                  </a:lnTo>
                  <a:lnTo>
                    <a:pt x="4595" y="128182"/>
                  </a:lnTo>
                  <a:lnTo>
                    <a:pt x="3438" y="133370"/>
                  </a:lnTo>
                  <a:lnTo>
                    <a:pt x="2446" y="138592"/>
                  </a:lnTo>
                  <a:lnTo>
                    <a:pt x="1621" y="143842"/>
                  </a:lnTo>
                  <a:lnTo>
                    <a:pt x="963" y="149116"/>
                  </a:lnTo>
                  <a:lnTo>
                    <a:pt x="473" y="154409"/>
                  </a:lnTo>
                  <a:lnTo>
                    <a:pt x="152" y="159714"/>
                  </a:lnTo>
                  <a:lnTo>
                    <a:pt x="0" y="165027"/>
                  </a:lnTo>
                  <a:lnTo>
                    <a:pt x="16" y="170342"/>
                  </a:lnTo>
                  <a:lnTo>
                    <a:pt x="201" y="175654"/>
                  </a:lnTo>
                  <a:lnTo>
                    <a:pt x="556" y="180957"/>
                  </a:lnTo>
                  <a:lnTo>
                    <a:pt x="1078" y="186246"/>
                  </a:lnTo>
                  <a:lnTo>
                    <a:pt x="1769" y="191516"/>
                  </a:lnTo>
                  <a:lnTo>
                    <a:pt x="2626" y="196761"/>
                  </a:lnTo>
                  <a:lnTo>
                    <a:pt x="3650" y="201977"/>
                  </a:lnTo>
                  <a:lnTo>
                    <a:pt x="4839" y="207157"/>
                  </a:lnTo>
                  <a:lnTo>
                    <a:pt x="6193" y="212297"/>
                  </a:lnTo>
                  <a:lnTo>
                    <a:pt x="7709" y="217391"/>
                  </a:lnTo>
                  <a:lnTo>
                    <a:pt x="9386" y="222434"/>
                  </a:lnTo>
                  <a:lnTo>
                    <a:pt x="11223" y="227422"/>
                  </a:lnTo>
                  <a:lnTo>
                    <a:pt x="13217" y="232349"/>
                  </a:lnTo>
                  <a:lnTo>
                    <a:pt x="15367" y="237209"/>
                  </a:lnTo>
                  <a:lnTo>
                    <a:pt x="17671" y="241999"/>
                  </a:lnTo>
                  <a:lnTo>
                    <a:pt x="20125" y="246714"/>
                  </a:lnTo>
                  <a:lnTo>
                    <a:pt x="22728" y="251347"/>
                  </a:lnTo>
                  <a:lnTo>
                    <a:pt x="25477" y="255896"/>
                  </a:lnTo>
                  <a:lnTo>
                    <a:pt x="28370" y="260355"/>
                  </a:lnTo>
                  <a:lnTo>
                    <a:pt x="31402" y="264720"/>
                  </a:lnTo>
                  <a:lnTo>
                    <a:pt x="34572" y="268986"/>
                  </a:lnTo>
                  <a:lnTo>
                    <a:pt x="37876" y="273150"/>
                  </a:lnTo>
                  <a:lnTo>
                    <a:pt x="41311" y="277206"/>
                  </a:lnTo>
                  <a:lnTo>
                    <a:pt x="44872" y="281151"/>
                  </a:lnTo>
                  <a:lnTo>
                    <a:pt x="48558" y="284981"/>
                  </a:lnTo>
                  <a:lnTo>
                    <a:pt x="52363" y="288691"/>
                  </a:lnTo>
                  <a:lnTo>
                    <a:pt x="56284" y="292279"/>
                  </a:lnTo>
                  <a:lnTo>
                    <a:pt x="60318" y="295741"/>
                  </a:lnTo>
                  <a:lnTo>
                    <a:pt x="64459" y="299072"/>
                  </a:lnTo>
                  <a:lnTo>
                    <a:pt x="68705" y="302270"/>
                  </a:lnTo>
                  <a:lnTo>
                    <a:pt x="73049" y="305331"/>
                  </a:lnTo>
                  <a:lnTo>
                    <a:pt x="77489" y="308253"/>
                  </a:lnTo>
                  <a:lnTo>
                    <a:pt x="82020" y="311032"/>
                  </a:lnTo>
                  <a:lnTo>
                    <a:pt x="86636" y="313666"/>
                  </a:lnTo>
                  <a:lnTo>
                    <a:pt x="91334" y="316152"/>
                  </a:lnTo>
                  <a:lnTo>
                    <a:pt x="96109" y="318487"/>
                  </a:lnTo>
                  <a:lnTo>
                    <a:pt x="100955" y="320669"/>
                  </a:lnTo>
                  <a:lnTo>
                    <a:pt x="105869" y="322696"/>
                  </a:lnTo>
                  <a:lnTo>
                    <a:pt x="110844" y="324565"/>
                  </a:lnTo>
                  <a:lnTo>
                    <a:pt x="115876" y="326276"/>
                  </a:lnTo>
                  <a:lnTo>
                    <a:pt x="120960" y="327825"/>
                  </a:lnTo>
                  <a:lnTo>
                    <a:pt x="126091" y="329213"/>
                  </a:lnTo>
                  <a:lnTo>
                    <a:pt x="131263" y="330436"/>
                  </a:lnTo>
                  <a:lnTo>
                    <a:pt x="136472" y="331495"/>
                  </a:lnTo>
                  <a:lnTo>
                    <a:pt x="141711" y="332387"/>
                  </a:lnTo>
                  <a:lnTo>
                    <a:pt x="146976" y="333112"/>
                  </a:lnTo>
                  <a:lnTo>
                    <a:pt x="152262" y="333670"/>
                  </a:lnTo>
                  <a:lnTo>
                    <a:pt x="157563" y="334059"/>
                  </a:lnTo>
                  <a:lnTo>
                    <a:pt x="162873" y="334280"/>
                  </a:lnTo>
                  <a:lnTo>
                    <a:pt x="168188" y="334331"/>
                  </a:lnTo>
                  <a:lnTo>
                    <a:pt x="173502" y="334214"/>
                  </a:lnTo>
                  <a:lnTo>
                    <a:pt x="178809" y="333928"/>
                  </a:lnTo>
                  <a:lnTo>
                    <a:pt x="184105" y="333473"/>
                  </a:lnTo>
                  <a:lnTo>
                    <a:pt x="189383" y="332850"/>
                  </a:lnTo>
                  <a:lnTo>
                    <a:pt x="194639" y="332059"/>
                  </a:lnTo>
                  <a:lnTo>
                    <a:pt x="199867" y="331102"/>
                  </a:lnTo>
                  <a:lnTo>
                    <a:pt x="205062" y="329979"/>
                  </a:lnTo>
                  <a:lnTo>
                    <a:pt x="210219" y="328692"/>
                  </a:lnTo>
                  <a:lnTo>
                    <a:pt x="215332" y="327241"/>
                  </a:lnTo>
                  <a:lnTo>
                    <a:pt x="220396" y="325629"/>
                  </a:lnTo>
                  <a:lnTo>
                    <a:pt x="225407" y="323856"/>
                  </a:lnTo>
                  <a:lnTo>
                    <a:pt x="230359" y="321925"/>
                  </a:lnTo>
                  <a:lnTo>
                    <a:pt x="235247" y="319837"/>
                  </a:lnTo>
                  <a:lnTo>
                    <a:pt x="240066" y="317595"/>
                  </a:lnTo>
                  <a:lnTo>
                    <a:pt x="244811" y="315201"/>
                  </a:lnTo>
                  <a:lnTo>
                    <a:pt x="249478" y="312658"/>
                  </a:lnTo>
                  <a:lnTo>
                    <a:pt x="254061" y="309967"/>
                  </a:lnTo>
                  <a:lnTo>
                    <a:pt x="258557" y="307132"/>
                  </a:lnTo>
                  <a:lnTo>
                    <a:pt x="262961" y="304156"/>
                  </a:lnTo>
                  <a:lnTo>
                    <a:pt x="267267" y="301041"/>
                  </a:lnTo>
                  <a:lnTo>
                    <a:pt x="271472" y="297790"/>
                  </a:lnTo>
                  <a:lnTo>
                    <a:pt x="275572" y="294408"/>
                  </a:lnTo>
                  <a:lnTo>
                    <a:pt x="279562" y="290897"/>
                  </a:lnTo>
                  <a:lnTo>
                    <a:pt x="283439" y="287261"/>
                  </a:lnTo>
                  <a:lnTo>
                    <a:pt x="287198" y="283503"/>
                  </a:lnTo>
                  <a:lnTo>
                    <a:pt x="290836" y="279628"/>
                  </a:lnTo>
                  <a:lnTo>
                    <a:pt x="294349" y="275640"/>
                  </a:lnTo>
                  <a:lnTo>
                    <a:pt x="297733" y="271541"/>
                  </a:lnTo>
                  <a:lnTo>
                    <a:pt x="300985" y="267337"/>
                  </a:lnTo>
                  <a:lnTo>
                    <a:pt x="304102" y="263032"/>
                  </a:lnTo>
                  <a:lnTo>
                    <a:pt x="307080" y="258630"/>
                  </a:lnTo>
                  <a:lnTo>
                    <a:pt x="309917" y="254135"/>
                  </a:lnTo>
                  <a:lnTo>
                    <a:pt x="312609" y="249553"/>
                  </a:lnTo>
                  <a:lnTo>
                    <a:pt x="315155" y="244887"/>
                  </a:lnTo>
                  <a:lnTo>
                    <a:pt x="317551" y="240143"/>
                  </a:lnTo>
                  <a:lnTo>
                    <a:pt x="319795" y="235325"/>
                  </a:lnTo>
                  <a:lnTo>
                    <a:pt x="321884" y="230438"/>
                  </a:lnTo>
                  <a:lnTo>
                    <a:pt x="323818" y="225487"/>
                  </a:lnTo>
                  <a:lnTo>
                    <a:pt x="325593" y="220477"/>
                  </a:lnTo>
                  <a:lnTo>
                    <a:pt x="327207" y="215413"/>
                  </a:lnTo>
                  <a:lnTo>
                    <a:pt x="328660" y="210301"/>
                  </a:lnTo>
                  <a:lnTo>
                    <a:pt x="329950" y="205144"/>
                  </a:lnTo>
                  <a:lnTo>
                    <a:pt x="331075" y="199950"/>
                  </a:lnTo>
                  <a:lnTo>
                    <a:pt x="332034" y="194722"/>
                  </a:lnTo>
                  <a:lnTo>
                    <a:pt x="332827" y="189467"/>
                  </a:lnTo>
                  <a:lnTo>
                    <a:pt x="333452" y="184188"/>
                  </a:lnTo>
                  <a:lnTo>
                    <a:pt x="333909" y="178893"/>
                  </a:lnTo>
                  <a:lnTo>
                    <a:pt x="334197" y="173586"/>
                  </a:lnTo>
                  <a:lnTo>
                    <a:pt x="334317" y="168272"/>
                  </a:lnTo>
                  <a:lnTo>
                    <a:pt x="334268" y="162958"/>
                  </a:lnTo>
                  <a:lnTo>
                    <a:pt x="334049" y="157647"/>
                  </a:lnTo>
                  <a:lnTo>
                    <a:pt x="333662" y="152346"/>
                  </a:lnTo>
                  <a:lnTo>
                    <a:pt x="333107" y="147060"/>
                  </a:lnTo>
                  <a:lnTo>
                    <a:pt x="332384" y="141795"/>
                  </a:lnTo>
                  <a:lnTo>
                    <a:pt x="331494" y="13655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08190"/>
              <a:ext cx="164340" cy="30612"/>
            </a:xfrm>
            <a:custGeom>
              <a:avLst/>
              <a:pathLst>
                <a:path w="164340" h="30612">
                  <a:moveTo>
                    <a:pt x="164340" y="0"/>
                  </a:moveTo>
                  <a:lnTo>
                    <a:pt x="0" y="306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04536"/>
              <a:ext cx="164340" cy="34266"/>
            </a:xfrm>
            <a:custGeom>
              <a:avLst/>
              <a:pathLst>
                <a:path w="164340" h="34266">
                  <a:moveTo>
                    <a:pt x="164340" y="3654"/>
                  </a:moveTo>
                  <a:lnTo>
                    <a:pt x="163617" y="0"/>
                  </a:lnTo>
                  <a:lnTo>
                    <a:pt x="0" y="34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3617" cy="167167"/>
            </a:xfrm>
            <a:custGeom>
              <a:avLst/>
              <a:pathLst>
                <a:path w="163617" h="167167">
                  <a:moveTo>
                    <a:pt x="163617" y="132900"/>
                  </a:moveTo>
                  <a:lnTo>
                    <a:pt x="162418" y="127604"/>
                  </a:lnTo>
                  <a:lnTo>
                    <a:pt x="161047" y="122350"/>
                  </a:lnTo>
                  <a:lnTo>
                    <a:pt x="159507" y="117143"/>
                  </a:lnTo>
                  <a:lnTo>
                    <a:pt x="157798" y="111989"/>
                  </a:lnTo>
                  <a:lnTo>
                    <a:pt x="155922" y="106893"/>
                  </a:lnTo>
                  <a:lnTo>
                    <a:pt x="153883" y="101860"/>
                  </a:lnTo>
                  <a:lnTo>
                    <a:pt x="151680" y="96897"/>
                  </a:lnTo>
                  <a:lnTo>
                    <a:pt x="149318" y="92008"/>
                  </a:lnTo>
                  <a:lnTo>
                    <a:pt x="146798" y="87198"/>
                  </a:lnTo>
                  <a:lnTo>
                    <a:pt x="144123" y="82472"/>
                  </a:lnTo>
                  <a:lnTo>
                    <a:pt x="141297" y="77836"/>
                  </a:lnTo>
                  <a:lnTo>
                    <a:pt x="138321" y="73294"/>
                  </a:lnTo>
                  <a:lnTo>
                    <a:pt x="135199" y="68851"/>
                  </a:lnTo>
                  <a:lnTo>
                    <a:pt x="131934" y="64511"/>
                  </a:lnTo>
                  <a:lnTo>
                    <a:pt x="128531" y="60280"/>
                  </a:lnTo>
                  <a:lnTo>
                    <a:pt x="124991" y="56162"/>
                  </a:lnTo>
                  <a:lnTo>
                    <a:pt x="121320" y="52161"/>
                  </a:lnTo>
                  <a:lnTo>
                    <a:pt x="117521" y="48282"/>
                  </a:lnTo>
                  <a:lnTo>
                    <a:pt x="113597" y="44527"/>
                  </a:lnTo>
                  <a:lnTo>
                    <a:pt x="109554" y="40903"/>
                  </a:lnTo>
                  <a:lnTo>
                    <a:pt x="105396" y="37411"/>
                  </a:lnTo>
                  <a:lnTo>
                    <a:pt x="101126" y="34056"/>
                  </a:lnTo>
                  <a:lnTo>
                    <a:pt x="96749" y="30842"/>
                  </a:lnTo>
                  <a:lnTo>
                    <a:pt x="92270" y="27772"/>
                  </a:lnTo>
                  <a:lnTo>
                    <a:pt x="87694" y="24848"/>
                  </a:lnTo>
                  <a:lnTo>
                    <a:pt x="83026" y="22075"/>
                  </a:lnTo>
                  <a:lnTo>
                    <a:pt x="78269" y="19455"/>
                  </a:lnTo>
                  <a:lnTo>
                    <a:pt x="73431" y="16991"/>
                  </a:lnTo>
                  <a:lnTo>
                    <a:pt x="68514" y="14685"/>
                  </a:lnTo>
                  <a:lnTo>
                    <a:pt x="63526" y="12540"/>
                  </a:lnTo>
                  <a:lnTo>
                    <a:pt x="58470" y="10559"/>
                  </a:lnTo>
                  <a:lnTo>
                    <a:pt x="53353" y="8742"/>
                  </a:lnTo>
                  <a:lnTo>
                    <a:pt x="48179" y="7093"/>
                  </a:lnTo>
                  <a:lnTo>
                    <a:pt x="42955" y="5613"/>
                  </a:lnTo>
                  <a:lnTo>
                    <a:pt x="37685" y="4303"/>
                  </a:lnTo>
                  <a:lnTo>
                    <a:pt x="32376" y="3165"/>
                  </a:lnTo>
                  <a:lnTo>
                    <a:pt x="27032" y="2200"/>
                  </a:lnTo>
                  <a:lnTo>
                    <a:pt x="21660" y="1409"/>
                  </a:lnTo>
                  <a:lnTo>
                    <a:pt x="16265" y="793"/>
                  </a:lnTo>
                  <a:lnTo>
                    <a:pt x="10853" y="352"/>
                  </a:lnTo>
                  <a:lnTo>
                    <a:pt x="542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495810" y="941493"/>
              <a:ext cx="121469" cy="167167"/>
            </a:xfrm>
            <a:custGeom>
              <a:avLst/>
              <a:pathLst>
                <a:path w="121469" h="167167">
                  <a:moveTo>
                    <a:pt x="121469" y="0"/>
                  </a:moveTo>
                  <a:lnTo>
                    <a:pt x="115804" y="96"/>
                  </a:lnTo>
                  <a:lnTo>
                    <a:pt x="110146" y="383"/>
                  </a:lnTo>
                  <a:lnTo>
                    <a:pt x="104501" y="863"/>
                  </a:lnTo>
                  <a:lnTo>
                    <a:pt x="98876" y="1533"/>
                  </a:lnTo>
                  <a:lnTo>
                    <a:pt x="93276" y="2394"/>
                  </a:lnTo>
                  <a:lnTo>
                    <a:pt x="87709" y="3444"/>
                  </a:lnTo>
                  <a:lnTo>
                    <a:pt x="82180" y="4682"/>
                  </a:lnTo>
                  <a:lnTo>
                    <a:pt x="76697" y="6107"/>
                  </a:lnTo>
                  <a:lnTo>
                    <a:pt x="71265" y="7716"/>
                  </a:lnTo>
                  <a:lnTo>
                    <a:pt x="65891" y="9509"/>
                  </a:lnTo>
                  <a:lnTo>
                    <a:pt x="60581" y="11483"/>
                  </a:lnTo>
                  <a:lnTo>
                    <a:pt x="55340" y="13635"/>
                  </a:lnTo>
                  <a:lnTo>
                    <a:pt x="50176" y="15964"/>
                  </a:lnTo>
                  <a:lnTo>
                    <a:pt x="45093" y="18467"/>
                  </a:lnTo>
                  <a:lnTo>
                    <a:pt x="40098" y="21141"/>
                  </a:lnTo>
                  <a:lnTo>
                    <a:pt x="35197" y="23982"/>
                  </a:lnTo>
                  <a:lnTo>
                    <a:pt x="30394" y="26987"/>
                  </a:lnTo>
                  <a:lnTo>
                    <a:pt x="25696" y="30154"/>
                  </a:lnTo>
                  <a:lnTo>
                    <a:pt x="21109" y="33478"/>
                  </a:lnTo>
                  <a:lnTo>
                    <a:pt x="16636" y="36955"/>
                  </a:lnTo>
                  <a:lnTo>
                    <a:pt x="12284" y="40583"/>
                  </a:lnTo>
                  <a:lnTo>
                    <a:pt x="8057" y="44355"/>
                  </a:lnTo>
                  <a:lnTo>
                    <a:pt x="3961" y="48269"/>
                  </a:lnTo>
                  <a:lnTo>
                    <a:pt x="0" y="52319"/>
                  </a:lnTo>
                  <a:lnTo>
                    <a:pt x="12146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95810" y="993812"/>
              <a:ext cx="121469" cy="114848"/>
            </a:xfrm>
            <a:custGeom>
              <a:avLst/>
              <a:pathLst>
                <a:path w="121469" h="114848">
                  <a:moveTo>
                    <a:pt x="0" y="0"/>
                  </a:moveTo>
                  <a:lnTo>
                    <a:pt x="121469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50113" y="970676"/>
              <a:ext cx="334327" cy="305139"/>
            </a:xfrm>
            <a:custGeom>
              <a:avLst/>
              <a:pathLst>
                <a:path w="334327" h="305139">
                  <a:moveTo>
                    <a:pt x="45697" y="23135"/>
                  </a:moveTo>
                  <a:lnTo>
                    <a:pt x="42127" y="27033"/>
                  </a:lnTo>
                  <a:lnTo>
                    <a:pt x="38681" y="31042"/>
                  </a:lnTo>
                  <a:lnTo>
                    <a:pt x="35364" y="35158"/>
                  </a:lnTo>
                  <a:lnTo>
                    <a:pt x="32179" y="39377"/>
                  </a:lnTo>
                  <a:lnTo>
                    <a:pt x="29129" y="43694"/>
                  </a:lnTo>
                  <a:lnTo>
                    <a:pt x="26217" y="48106"/>
                  </a:lnTo>
                  <a:lnTo>
                    <a:pt x="23445" y="52607"/>
                  </a:lnTo>
                  <a:lnTo>
                    <a:pt x="20818" y="57194"/>
                  </a:lnTo>
                  <a:lnTo>
                    <a:pt x="18337" y="61862"/>
                  </a:lnTo>
                  <a:lnTo>
                    <a:pt x="16004" y="66605"/>
                  </a:lnTo>
                  <a:lnTo>
                    <a:pt x="13823" y="71420"/>
                  </a:lnTo>
                  <a:lnTo>
                    <a:pt x="11795" y="76302"/>
                  </a:lnTo>
                  <a:lnTo>
                    <a:pt x="9923" y="81245"/>
                  </a:lnTo>
                  <a:lnTo>
                    <a:pt x="8207" y="86245"/>
                  </a:lnTo>
                  <a:lnTo>
                    <a:pt x="6651" y="91297"/>
                  </a:lnTo>
                  <a:lnTo>
                    <a:pt x="5255" y="96396"/>
                  </a:lnTo>
                  <a:lnTo>
                    <a:pt x="4021" y="101536"/>
                  </a:lnTo>
                  <a:lnTo>
                    <a:pt x="2950" y="106712"/>
                  </a:lnTo>
                  <a:lnTo>
                    <a:pt x="2044" y="111920"/>
                  </a:lnTo>
                  <a:lnTo>
                    <a:pt x="1302" y="117154"/>
                  </a:lnTo>
                  <a:lnTo>
                    <a:pt x="726" y="122409"/>
                  </a:lnTo>
                  <a:lnTo>
                    <a:pt x="317" y="127679"/>
                  </a:lnTo>
                  <a:lnTo>
                    <a:pt x="75" y="132959"/>
                  </a:lnTo>
                  <a:lnTo>
                    <a:pt x="0" y="138245"/>
                  </a:lnTo>
                  <a:lnTo>
                    <a:pt x="91" y="143530"/>
                  </a:lnTo>
                  <a:lnTo>
                    <a:pt x="350" y="148810"/>
                  </a:lnTo>
                  <a:lnTo>
                    <a:pt x="776" y="154079"/>
                  </a:lnTo>
                  <a:lnTo>
                    <a:pt x="1368" y="159332"/>
                  </a:lnTo>
                  <a:lnTo>
                    <a:pt x="2126" y="164563"/>
                  </a:lnTo>
                  <a:lnTo>
                    <a:pt x="3049" y="169768"/>
                  </a:lnTo>
                  <a:lnTo>
                    <a:pt x="4136" y="174941"/>
                  </a:lnTo>
                  <a:lnTo>
                    <a:pt x="5386" y="180078"/>
                  </a:lnTo>
                  <a:lnTo>
                    <a:pt x="6798" y="185172"/>
                  </a:lnTo>
                  <a:lnTo>
                    <a:pt x="8370" y="190219"/>
                  </a:lnTo>
                  <a:lnTo>
                    <a:pt x="10101" y="195213"/>
                  </a:lnTo>
                  <a:lnTo>
                    <a:pt x="11989" y="200151"/>
                  </a:lnTo>
                  <a:lnTo>
                    <a:pt x="14032" y="205026"/>
                  </a:lnTo>
                  <a:lnTo>
                    <a:pt x="16228" y="209834"/>
                  </a:lnTo>
                  <a:lnTo>
                    <a:pt x="18575" y="214571"/>
                  </a:lnTo>
                  <a:lnTo>
                    <a:pt x="21071" y="219230"/>
                  </a:lnTo>
                  <a:lnTo>
                    <a:pt x="23713" y="223809"/>
                  </a:lnTo>
                  <a:lnTo>
                    <a:pt x="26498" y="228302"/>
                  </a:lnTo>
                  <a:lnTo>
                    <a:pt x="29424" y="232704"/>
                  </a:lnTo>
                  <a:lnTo>
                    <a:pt x="32488" y="237012"/>
                  </a:lnTo>
                  <a:lnTo>
                    <a:pt x="35686" y="241221"/>
                  </a:lnTo>
                  <a:lnTo>
                    <a:pt x="39016" y="245326"/>
                  </a:lnTo>
                  <a:lnTo>
                    <a:pt x="42474" y="249324"/>
                  </a:lnTo>
                  <a:lnTo>
                    <a:pt x="46057" y="253211"/>
                  </a:lnTo>
                  <a:lnTo>
                    <a:pt x="49761" y="256983"/>
                  </a:lnTo>
                  <a:lnTo>
                    <a:pt x="53582" y="260635"/>
                  </a:lnTo>
                  <a:lnTo>
                    <a:pt x="57517" y="264165"/>
                  </a:lnTo>
                  <a:lnTo>
                    <a:pt x="61561" y="267569"/>
                  </a:lnTo>
                  <a:lnTo>
                    <a:pt x="65711" y="270843"/>
                  </a:lnTo>
                  <a:lnTo>
                    <a:pt x="69963" y="273985"/>
                  </a:lnTo>
                  <a:lnTo>
                    <a:pt x="74311" y="276990"/>
                  </a:lnTo>
                  <a:lnTo>
                    <a:pt x="78753" y="279856"/>
                  </a:lnTo>
                  <a:lnTo>
                    <a:pt x="83283" y="282581"/>
                  </a:lnTo>
                  <a:lnTo>
                    <a:pt x="87896" y="285161"/>
                  </a:lnTo>
                  <a:lnTo>
                    <a:pt x="92589" y="287594"/>
                  </a:lnTo>
                  <a:lnTo>
                    <a:pt x="97357" y="289877"/>
                  </a:lnTo>
                  <a:lnTo>
                    <a:pt x="102194" y="292008"/>
                  </a:lnTo>
                  <a:lnTo>
                    <a:pt x="107097" y="293985"/>
                  </a:lnTo>
                  <a:lnTo>
                    <a:pt x="112059" y="295807"/>
                  </a:lnTo>
                  <a:lnTo>
                    <a:pt x="117077" y="297470"/>
                  </a:lnTo>
                  <a:lnTo>
                    <a:pt x="122144" y="298974"/>
                  </a:lnTo>
                  <a:lnTo>
                    <a:pt x="127257" y="300317"/>
                  </a:lnTo>
                  <a:lnTo>
                    <a:pt x="132410" y="301498"/>
                  </a:lnTo>
                  <a:lnTo>
                    <a:pt x="137597" y="302515"/>
                  </a:lnTo>
                  <a:lnTo>
                    <a:pt x="142814" y="303368"/>
                  </a:lnTo>
                  <a:lnTo>
                    <a:pt x="148055" y="304055"/>
                  </a:lnTo>
                  <a:lnTo>
                    <a:pt x="153315" y="304576"/>
                  </a:lnTo>
                  <a:lnTo>
                    <a:pt x="158590" y="304931"/>
                  </a:lnTo>
                  <a:lnTo>
                    <a:pt x="163872" y="305119"/>
                  </a:lnTo>
                  <a:lnTo>
                    <a:pt x="169158" y="305139"/>
                  </a:lnTo>
                  <a:lnTo>
                    <a:pt x="174442" y="304993"/>
                  </a:lnTo>
                  <a:lnTo>
                    <a:pt x="179719" y="304679"/>
                  </a:lnTo>
                  <a:lnTo>
                    <a:pt x="184984" y="304199"/>
                  </a:lnTo>
                  <a:lnTo>
                    <a:pt x="190230" y="303552"/>
                  </a:lnTo>
                  <a:lnTo>
                    <a:pt x="195453" y="302740"/>
                  </a:lnTo>
                  <a:lnTo>
                    <a:pt x="200648" y="301764"/>
                  </a:lnTo>
                  <a:lnTo>
                    <a:pt x="205810" y="300623"/>
                  </a:lnTo>
                  <a:lnTo>
                    <a:pt x="210933" y="299320"/>
                  </a:lnTo>
                  <a:lnTo>
                    <a:pt x="216012" y="297856"/>
                  </a:lnTo>
                  <a:lnTo>
                    <a:pt x="221043" y="296231"/>
                  </a:lnTo>
                  <a:lnTo>
                    <a:pt x="226019" y="294449"/>
                  </a:lnTo>
                  <a:lnTo>
                    <a:pt x="230937" y="292510"/>
                  </a:lnTo>
                  <a:lnTo>
                    <a:pt x="235791" y="290416"/>
                  </a:lnTo>
                  <a:lnTo>
                    <a:pt x="240576" y="288170"/>
                  </a:lnTo>
                  <a:lnTo>
                    <a:pt x="245288" y="285774"/>
                  </a:lnTo>
                  <a:lnTo>
                    <a:pt x="249921" y="283230"/>
                  </a:lnTo>
                  <a:lnTo>
                    <a:pt x="254472" y="280541"/>
                  </a:lnTo>
                  <a:lnTo>
                    <a:pt x="258936" y="277710"/>
                  </a:lnTo>
                  <a:lnTo>
                    <a:pt x="263308" y="274738"/>
                  </a:lnTo>
                  <a:lnTo>
                    <a:pt x="267584" y="271630"/>
                  </a:lnTo>
                  <a:lnTo>
                    <a:pt x="271759" y="268388"/>
                  </a:lnTo>
                  <a:lnTo>
                    <a:pt x="275830" y="265016"/>
                  </a:lnTo>
                  <a:lnTo>
                    <a:pt x="279792" y="261517"/>
                  </a:lnTo>
                  <a:lnTo>
                    <a:pt x="283642" y="257894"/>
                  </a:lnTo>
                  <a:lnTo>
                    <a:pt x="287375" y="254152"/>
                  </a:lnTo>
                  <a:lnTo>
                    <a:pt x="290988" y="250293"/>
                  </a:lnTo>
                  <a:lnTo>
                    <a:pt x="294477" y="246322"/>
                  </a:lnTo>
                  <a:lnTo>
                    <a:pt x="297838" y="242242"/>
                  </a:lnTo>
                  <a:lnTo>
                    <a:pt x="301069" y="238059"/>
                  </a:lnTo>
                  <a:lnTo>
                    <a:pt x="304167" y="233775"/>
                  </a:lnTo>
                  <a:lnTo>
                    <a:pt x="307127" y="229395"/>
                  </a:lnTo>
                  <a:lnTo>
                    <a:pt x="309947" y="224924"/>
                  </a:lnTo>
                  <a:lnTo>
                    <a:pt x="312625" y="220367"/>
                  </a:lnTo>
                  <a:lnTo>
                    <a:pt x="315157" y="215726"/>
                  </a:lnTo>
                  <a:lnTo>
                    <a:pt x="317541" y="211008"/>
                  </a:lnTo>
                  <a:lnTo>
                    <a:pt x="319774" y="206217"/>
                  </a:lnTo>
                  <a:lnTo>
                    <a:pt x="321855" y="201358"/>
                  </a:lnTo>
                  <a:lnTo>
                    <a:pt x="323782" y="196436"/>
                  </a:lnTo>
                  <a:lnTo>
                    <a:pt x="325552" y="191455"/>
                  </a:lnTo>
                  <a:lnTo>
                    <a:pt x="327163" y="186420"/>
                  </a:lnTo>
                  <a:lnTo>
                    <a:pt x="328615" y="181337"/>
                  </a:lnTo>
                  <a:lnTo>
                    <a:pt x="329905" y="176211"/>
                  </a:lnTo>
                  <a:lnTo>
                    <a:pt x="331032" y="171046"/>
                  </a:lnTo>
                  <a:lnTo>
                    <a:pt x="331995" y="165849"/>
                  </a:lnTo>
                  <a:lnTo>
                    <a:pt x="332794" y="160623"/>
                  </a:lnTo>
                  <a:lnTo>
                    <a:pt x="333427" y="155375"/>
                  </a:lnTo>
                  <a:lnTo>
                    <a:pt x="333894" y="150110"/>
                  </a:lnTo>
                  <a:lnTo>
                    <a:pt x="334194" y="144832"/>
                  </a:lnTo>
                  <a:lnTo>
                    <a:pt x="334327" y="139548"/>
                  </a:lnTo>
                  <a:lnTo>
                    <a:pt x="334293" y="134262"/>
                  </a:lnTo>
                  <a:lnTo>
                    <a:pt x="334092" y="128980"/>
                  </a:lnTo>
                  <a:lnTo>
                    <a:pt x="333723" y="123706"/>
                  </a:lnTo>
                  <a:lnTo>
                    <a:pt x="333189" y="118447"/>
                  </a:lnTo>
                  <a:lnTo>
                    <a:pt x="332488" y="113208"/>
                  </a:lnTo>
                  <a:lnTo>
                    <a:pt x="331622" y="107993"/>
                  </a:lnTo>
                  <a:lnTo>
                    <a:pt x="330592" y="102808"/>
                  </a:lnTo>
                  <a:lnTo>
                    <a:pt x="329398" y="97659"/>
                  </a:lnTo>
                  <a:lnTo>
                    <a:pt x="328042" y="92550"/>
                  </a:lnTo>
                  <a:lnTo>
                    <a:pt x="326525" y="87486"/>
                  </a:lnTo>
                  <a:lnTo>
                    <a:pt x="324848" y="82473"/>
                  </a:lnTo>
                  <a:lnTo>
                    <a:pt x="323014" y="77515"/>
                  </a:lnTo>
                  <a:lnTo>
                    <a:pt x="321025" y="72618"/>
                  </a:lnTo>
                  <a:lnTo>
                    <a:pt x="318881" y="67786"/>
                  </a:lnTo>
                  <a:lnTo>
                    <a:pt x="316586" y="63024"/>
                  </a:lnTo>
                  <a:lnTo>
                    <a:pt x="314141" y="58337"/>
                  </a:lnTo>
                  <a:lnTo>
                    <a:pt x="311549" y="53730"/>
                  </a:lnTo>
                  <a:lnTo>
                    <a:pt x="308813" y="49207"/>
                  </a:lnTo>
                  <a:lnTo>
                    <a:pt x="305935" y="44773"/>
                  </a:lnTo>
                  <a:lnTo>
                    <a:pt x="302919" y="40432"/>
                  </a:lnTo>
                  <a:lnTo>
                    <a:pt x="299767" y="36189"/>
                  </a:lnTo>
                  <a:lnTo>
                    <a:pt x="296482" y="32047"/>
                  </a:lnTo>
                  <a:lnTo>
                    <a:pt x="293068" y="28011"/>
                  </a:lnTo>
                  <a:lnTo>
                    <a:pt x="289528" y="24086"/>
                  </a:lnTo>
                  <a:lnTo>
                    <a:pt x="285865" y="20274"/>
                  </a:lnTo>
                  <a:lnTo>
                    <a:pt x="282084" y="16580"/>
                  </a:lnTo>
                  <a:lnTo>
                    <a:pt x="278188" y="13007"/>
                  </a:lnTo>
                  <a:lnTo>
                    <a:pt x="274181" y="9559"/>
                  </a:lnTo>
                  <a:lnTo>
                    <a:pt x="270067" y="6240"/>
                  </a:lnTo>
                  <a:lnTo>
                    <a:pt x="265850" y="3052"/>
                  </a:lnTo>
                  <a:lnTo>
                    <a:pt x="261535" y="0"/>
                  </a:lnTo>
                  <a:lnTo>
                    <a:pt x="167167" y="1379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94368" cy="167167"/>
            </a:xfrm>
            <a:custGeom>
              <a:avLst/>
              <a:pathLst>
                <a:path w="94368" h="167167">
                  <a:moveTo>
                    <a:pt x="94368" y="29183"/>
                  </a:moveTo>
                  <a:lnTo>
                    <a:pt x="89718" y="26115"/>
                  </a:lnTo>
                  <a:lnTo>
                    <a:pt x="84968" y="23204"/>
                  </a:lnTo>
                  <a:lnTo>
                    <a:pt x="80125" y="20453"/>
                  </a:lnTo>
                  <a:lnTo>
                    <a:pt x="75192" y="17865"/>
                  </a:lnTo>
                  <a:lnTo>
                    <a:pt x="70176" y="15443"/>
                  </a:lnTo>
                  <a:lnTo>
                    <a:pt x="65081" y="13189"/>
                  </a:lnTo>
                  <a:lnTo>
                    <a:pt x="59915" y="11106"/>
                  </a:lnTo>
                  <a:lnTo>
                    <a:pt x="54682" y="9196"/>
                  </a:lnTo>
                  <a:lnTo>
                    <a:pt x="49388" y="7462"/>
                  </a:lnTo>
                  <a:lnTo>
                    <a:pt x="44040" y="5905"/>
                  </a:lnTo>
                  <a:lnTo>
                    <a:pt x="38642" y="4527"/>
                  </a:lnTo>
                  <a:lnTo>
                    <a:pt x="33202" y="3330"/>
                  </a:lnTo>
                  <a:lnTo>
                    <a:pt x="27725" y="2315"/>
                  </a:lnTo>
                  <a:lnTo>
                    <a:pt x="22217" y="1482"/>
                  </a:lnTo>
                  <a:lnTo>
                    <a:pt x="16684" y="834"/>
                  </a:lnTo>
                  <a:lnTo>
                    <a:pt x="11133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6377" y="1031511"/>
              <a:ext cx="109517" cy="167167"/>
            </a:xfrm>
            <a:custGeom>
              <a:avLst/>
              <a:pathLst>
                <a:path w="109517" h="167167">
                  <a:moveTo>
                    <a:pt x="109517" y="0"/>
                  </a:moveTo>
                  <a:lnTo>
                    <a:pt x="103832" y="96"/>
                  </a:lnTo>
                  <a:lnTo>
                    <a:pt x="98153" y="386"/>
                  </a:lnTo>
                  <a:lnTo>
                    <a:pt x="92487" y="869"/>
                  </a:lnTo>
                  <a:lnTo>
                    <a:pt x="86841" y="1545"/>
                  </a:lnTo>
                  <a:lnTo>
                    <a:pt x="81221" y="2412"/>
                  </a:lnTo>
                  <a:lnTo>
                    <a:pt x="75634" y="3469"/>
                  </a:lnTo>
                  <a:lnTo>
                    <a:pt x="70086" y="4716"/>
                  </a:lnTo>
                  <a:lnTo>
                    <a:pt x="64584" y="6152"/>
                  </a:lnTo>
                  <a:lnTo>
                    <a:pt x="59134" y="7773"/>
                  </a:lnTo>
                  <a:lnTo>
                    <a:pt x="53742" y="9579"/>
                  </a:lnTo>
                  <a:lnTo>
                    <a:pt x="48414" y="11567"/>
                  </a:lnTo>
                  <a:lnTo>
                    <a:pt x="43157" y="13735"/>
                  </a:lnTo>
                  <a:lnTo>
                    <a:pt x="37977" y="16081"/>
                  </a:lnTo>
                  <a:lnTo>
                    <a:pt x="32880" y="18601"/>
                  </a:lnTo>
                  <a:lnTo>
                    <a:pt x="27872" y="21294"/>
                  </a:lnTo>
                  <a:lnTo>
                    <a:pt x="22958" y="24155"/>
                  </a:lnTo>
                  <a:lnTo>
                    <a:pt x="18144" y="27182"/>
                  </a:lnTo>
                  <a:lnTo>
                    <a:pt x="13436" y="30370"/>
                  </a:lnTo>
                  <a:lnTo>
                    <a:pt x="8839" y="33717"/>
                  </a:lnTo>
                  <a:lnTo>
                    <a:pt x="4358" y="37219"/>
                  </a:lnTo>
                  <a:lnTo>
                    <a:pt x="0" y="40870"/>
                  </a:lnTo>
                  <a:lnTo>
                    <a:pt x="10951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6377" y="1072382"/>
              <a:ext cx="109517" cy="126296"/>
            </a:xfrm>
            <a:custGeom>
              <a:avLst/>
              <a:pathLst>
                <a:path w="109517" h="126296">
                  <a:moveTo>
                    <a:pt x="0" y="0"/>
                  </a:moveTo>
                  <a:lnTo>
                    <a:pt x="109517" y="1262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38735" y="1072382"/>
              <a:ext cx="167159" cy="277664"/>
            </a:xfrm>
            <a:custGeom>
              <a:avLst/>
              <a:pathLst>
                <a:path w="167159" h="277664">
                  <a:moveTo>
                    <a:pt x="57641" y="0"/>
                  </a:moveTo>
                  <a:lnTo>
                    <a:pt x="53647" y="3577"/>
                  </a:lnTo>
                  <a:lnTo>
                    <a:pt x="49769" y="7281"/>
                  </a:lnTo>
                  <a:lnTo>
                    <a:pt x="46012" y="11108"/>
                  </a:lnTo>
                  <a:lnTo>
                    <a:pt x="42380" y="15053"/>
                  </a:lnTo>
                  <a:lnTo>
                    <a:pt x="38876" y="19112"/>
                  </a:lnTo>
                  <a:lnTo>
                    <a:pt x="35504" y="23282"/>
                  </a:lnTo>
                  <a:lnTo>
                    <a:pt x="32268" y="27558"/>
                  </a:lnTo>
                  <a:lnTo>
                    <a:pt x="29170" y="31935"/>
                  </a:lnTo>
                  <a:lnTo>
                    <a:pt x="26215" y="36409"/>
                  </a:lnTo>
                  <a:lnTo>
                    <a:pt x="23404" y="40976"/>
                  </a:lnTo>
                  <a:lnTo>
                    <a:pt x="20742" y="45631"/>
                  </a:lnTo>
                  <a:lnTo>
                    <a:pt x="18230" y="50369"/>
                  </a:lnTo>
                  <a:lnTo>
                    <a:pt x="15871" y="55185"/>
                  </a:lnTo>
                  <a:lnTo>
                    <a:pt x="13668" y="60074"/>
                  </a:lnTo>
                  <a:lnTo>
                    <a:pt x="11623" y="65031"/>
                  </a:lnTo>
                  <a:lnTo>
                    <a:pt x="9738" y="70051"/>
                  </a:lnTo>
                  <a:lnTo>
                    <a:pt x="8015" y="75129"/>
                  </a:lnTo>
                  <a:lnTo>
                    <a:pt x="6455" y="80260"/>
                  </a:lnTo>
                  <a:lnTo>
                    <a:pt x="5062" y="85438"/>
                  </a:lnTo>
                  <a:lnTo>
                    <a:pt x="3834" y="90658"/>
                  </a:lnTo>
                  <a:lnTo>
                    <a:pt x="2775" y="95915"/>
                  </a:lnTo>
                  <a:lnTo>
                    <a:pt x="1886" y="101203"/>
                  </a:lnTo>
                  <a:lnTo>
                    <a:pt x="1166" y="106517"/>
                  </a:lnTo>
                  <a:lnTo>
                    <a:pt x="617" y="111852"/>
                  </a:lnTo>
                  <a:lnTo>
                    <a:pt x="239" y="117201"/>
                  </a:lnTo>
                  <a:lnTo>
                    <a:pt x="33" y="122559"/>
                  </a:lnTo>
                  <a:lnTo>
                    <a:pt x="0" y="127922"/>
                  </a:lnTo>
                  <a:lnTo>
                    <a:pt x="138" y="133283"/>
                  </a:lnTo>
                  <a:lnTo>
                    <a:pt x="448" y="138636"/>
                  </a:lnTo>
                  <a:lnTo>
                    <a:pt x="929" y="143977"/>
                  </a:lnTo>
                  <a:lnTo>
                    <a:pt x="1582" y="149299"/>
                  </a:lnTo>
                  <a:lnTo>
                    <a:pt x="2405" y="154598"/>
                  </a:lnTo>
                  <a:lnTo>
                    <a:pt x="3397" y="159868"/>
                  </a:lnTo>
                  <a:lnTo>
                    <a:pt x="4558" y="165104"/>
                  </a:lnTo>
                  <a:lnTo>
                    <a:pt x="5887" y="170299"/>
                  </a:lnTo>
                  <a:lnTo>
                    <a:pt x="7381" y="175449"/>
                  </a:lnTo>
                  <a:lnTo>
                    <a:pt x="9040" y="180548"/>
                  </a:lnTo>
                  <a:lnTo>
                    <a:pt x="10861" y="185592"/>
                  </a:lnTo>
                  <a:lnTo>
                    <a:pt x="12844" y="190575"/>
                  </a:lnTo>
                  <a:lnTo>
                    <a:pt x="14985" y="195491"/>
                  </a:lnTo>
                  <a:lnTo>
                    <a:pt x="17282" y="200337"/>
                  </a:lnTo>
                  <a:lnTo>
                    <a:pt x="19734" y="205106"/>
                  </a:lnTo>
                  <a:lnTo>
                    <a:pt x="22338" y="209794"/>
                  </a:lnTo>
                  <a:lnTo>
                    <a:pt x="25091" y="214396"/>
                  </a:lnTo>
                  <a:lnTo>
                    <a:pt x="27989" y="218907"/>
                  </a:lnTo>
                  <a:lnTo>
                    <a:pt x="31032" y="223323"/>
                  </a:lnTo>
                  <a:lnTo>
                    <a:pt x="34214" y="227640"/>
                  </a:lnTo>
                  <a:lnTo>
                    <a:pt x="37533" y="231852"/>
                  </a:lnTo>
                  <a:lnTo>
                    <a:pt x="40985" y="235955"/>
                  </a:lnTo>
                  <a:lnTo>
                    <a:pt x="44567" y="239945"/>
                  </a:lnTo>
                  <a:lnTo>
                    <a:pt x="48275" y="243819"/>
                  </a:lnTo>
                  <a:lnTo>
                    <a:pt x="52106" y="247572"/>
                  </a:lnTo>
                  <a:lnTo>
                    <a:pt x="56055" y="251200"/>
                  </a:lnTo>
                  <a:lnTo>
                    <a:pt x="60118" y="254699"/>
                  </a:lnTo>
                  <a:lnTo>
                    <a:pt x="64292" y="258066"/>
                  </a:lnTo>
                  <a:lnTo>
                    <a:pt x="68571" y="261298"/>
                  </a:lnTo>
                  <a:lnTo>
                    <a:pt x="72952" y="264390"/>
                  </a:lnTo>
                  <a:lnTo>
                    <a:pt x="77430" y="267341"/>
                  </a:lnTo>
                  <a:lnTo>
                    <a:pt x="82000" y="270146"/>
                  </a:lnTo>
                  <a:lnTo>
                    <a:pt x="86658" y="272804"/>
                  </a:lnTo>
                  <a:lnTo>
                    <a:pt x="91398" y="275310"/>
                  </a:lnTo>
                  <a:lnTo>
                    <a:pt x="96217" y="277664"/>
                  </a:lnTo>
                  <a:lnTo>
                    <a:pt x="167159" y="126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4034952" y="1031511"/>
              <a:ext cx="238107" cy="334327"/>
            </a:xfrm>
            <a:custGeom>
              <a:avLst/>
              <a:pathLst>
                <a:path w="238107" h="334327">
                  <a:moveTo>
                    <a:pt x="0" y="318535"/>
                  </a:moveTo>
                  <a:lnTo>
                    <a:pt x="4873" y="320724"/>
                  </a:lnTo>
                  <a:lnTo>
                    <a:pt x="9814" y="322757"/>
                  </a:lnTo>
                  <a:lnTo>
                    <a:pt x="14818" y="324631"/>
                  </a:lnTo>
                  <a:lnTo>
                    <a:pt x="19879" y="326345"/>
                  </a:lnTo>
                  <a:lnTo>
                    <a:pt x="24992" y="327895"/>
                  </a:lnTo>
                  <a:lnTo>
                    <a:pt x="30152" y="329281"/>
                  </a:lnTo>
                  <a:lnTo>
                    <a:pt x="35353" y="330502"/>
                  </a:lnTo>
                  <a:lnTo>
                    <a:pt x="40591" y="331556"/>
                  </a:lnTo>
                  <a:lnTo>
                    <a:pt x="45860" y="332442"/>
                  </a:lnTo>
                  <a:lnTo>
                    <a:pt x="51155" y="333159"/>
                  </a:lnTo>
                  <a:lnTo>
                    <a:pt x="56470" y="333707"/>
                  </a:lnTo>
                  <a:lnTo>
                    <a:pt x="61799" y="334084"/>
                  </a:lnTo>
                  <a:lnTo>
                    <a:pt x="67138" y="334291"/>
                  </a:lnTo>
                  <a:lnTo>
                    <a:pt x="72481" y="334327"/>
                  </a:lnTo>
                  <a:lnTo>
                    <a:pt x="77822" y="334193"/>
                  </a:lnTo>
                  <a:lnTo>
                    <a:pt x="83157" y="333888"/>
                  </a:lnTo>
                  <a:lnTo>
                    <a:pt x="88478" y="333412"/>
                  </a:lnTo>
                  <a:lnTo>
                    <a:pt x="93782" y="332767"/>
                  </a:lnTo>
                  <a:lnTo>
                    <a:pt x="99063" y="331952"/>
                  </a:lnTo>
                  <a:lnTo>
                    <a:pt x="104314" y="330969"/>
                  </a:lnTo>
                  <a:lnTo>
                    <a:pt x="109532" y="329819"/>
                  </a:lnTo>
                  <a:lnTo>
                    <a:pt x="114710" y="328503"/>
                  </a:lnTo>
                  <a:lnTo>
                    <a:pt x="119844" y="327022"/>
                  </a:lnTo>
                  <a:lnTo>
                    <a:pt x="124928" y="325377"/>
                  </a:lnTo>
                  <a:lnTo>
                    <a:pt x="129956" y="323571"/>
                  </a:lnTo>
                  <a:lnTo>
                    <a:pt x="134924" y="321605"/>
                  </a:lnTo>
                  <a:lnTo>
                    <a:pt x="139827" y="319482"/>
                  </a:lnTo>
                  <a:lnTo>
                    <a:pt x="144659" y="317202"/>
                  </a:lnTo>
                  <a:lnTo>
                    <a:pt x="149417" y="314770"/>
                  </a:lnTo>
                  <a:lnTo>
                    <a:pt x="154094" y="312187"/>
                  </a:lnTo>
                  <a:lnTo>
                    <a:pt x="158686" y="309455"/>
                  </a:lnTo>
                  <a:lnTo>
                    <a:pt x="163188" y="306579"/>
                  </a:lnTo>
                  <a:lnTo>
                    <a:pt x="167596" y="303559"/>
                  </a:lnTo>
                  <a:lnTo>
                    <a:pt x="171906" y="300401"/>
                  </a:lnTo>
                  <a:lnTo>
                    <a:pt x="176112" y="297106"/>
                  </a:lnTo>
                  <a:lnTo>
                    <a:pt x="180211" y="293679"/>
                  </a:lnTo>
                  <a:lnTo>
                    <a:pt x="184198" y="290122"/>
                  </a:lnTo>
                  <a:lnTo>
                    <a:pt x="188069" y="286440"/>
                  </a:lnTo>
                  <a:lnTo>
                    <a:pt x="191821" y="282636"/>
                  </a:lnTo>
                  <a:lnTo>
                    <a:pt x="195450" y="278714"/>
                  </a:lnTo>
                  <a:lnTo>
                    <a:pt x="198951" y="274678"/>
                  </a:lnTo>
                  <a:lnTo>
                    <a:pt x="202321" y="270532"/>
                  </a:lnTo>
                  <a:lnTo>
                    <a:pt x="205557" y="266281"/>
                  </a:lnTo>
                  <a:lnTo>
                    <a:pt x="208656" y="261928"/>
                  </a:lnTo>
                  <a:lnTo>
                    <a:pt x="211614" y="257479"/>
                  </a:lnTo>
                  <a:lnTo>
                    <a:pt x="214428" y="252937"/>
                  </a:lnTo>
                  <a:lnTo>
                    <a:pt x="217096" y="248308"/>
                  </a:lnTo>
                  <a:lnTo>
                    <a:pt x="219615" y="243596"/>
                  </a:lnTo>
                  <a:lnTo>
                    <a:pt x="221981" y="238805"/>
                  </a:lnTo>
                  <a:lnTo>
                    <a:pt x="224193" y="233942"/>
                  </a:lnTo>
                  <a:lnTo>
                    <a:pt x="226249" y="229010"/>
                  </a:lnTo>
                  <a:lnTo>
                    <a:pt x="228146" y="224015"/>
                  </a:lnTo>
                  <a:lnTo>
                    <a:pt x="229883" y="218962"/>
                  </a:lnTo>
                  <a:lnTo>
                    <a:pt x="231457" y="213857"/>
                  </a:lnTo>
                  <a:lnTo>
                    <a:pt x="232867" y="208703"/>
                  </a:lnTo>
                  <a:lnTo>
                    <a:pt x="234111" y="203507"/>
                  </a:lnTo>
                  <a:lnTo>
                    <a:pt x="235189" y="198274"/>
                  </a:lnTo>
                  <a:lnTo>
                    <a:pt x="236100" y="193009"/>
                  </a:lnTo>
                  <a:lnTo>
                    <a:pt x="236841" y="187718"/>
                  </a:lnTo>
                  <a:lnTo>
                    <a:pt x="237413" y="182406"/>
                  </a:lnTo>
                  <a:lnTo>
                    <a:pt x="237815" y="177078"/>
                  </a:lnTo>
                  <a:lnTo>
                    <a:pt x="238047" y="171740"/>
                  </a:lnTo>
                  <a:lnTo>
                    <a:pt x="238107" y="166397"/>
                  </a:lnTo>
                  <a:lnTo>
                    <a:pt x="237997" y="161055"/>
                  </a:lnTo>
                  <a:lnTo>
                    <a:pt x="237717" y="155720"/>
                  </a:lnTo>
                  <a:lnTo>
                    <a:pt x="237266" y="150396"/>
                  </a:lnTo>
                  <a:lnTo>
                    <a:pt x="236645" y="145089"/>
                  </a:lnTo>
                  <a:lnTo>
                    <a:pt x="235855" y="139805"/>
                  </a:lnTo>
                  <a:lnTo>
                    <a:pt x="234896" y="134549"/>
                  </a:lnTo>
                  <a:lnTo>
                    <a:pt x="233770" y="129326"/>
                  </a:lnTo>
                  <a:lnTo>
                    <a:pt x="232477" y="124142"/>
                  </a:lnTo>
                  <a:lnTo>
                    <a:pt x="231020" y="119001"/>
                  </a:lnTo>
                  <a:lnTo>
                    <a:pt x="229399" y="113910"/>
                  </a:lnTo>
                  <a:lnTo>
                    <a:pt x="227616" y="108873"/>
                  </a:lnTo>
                  <a:lnTo>
                    <a:pt x="225673" y="103896"/>
                  </a:lnTo>
                  <a:lnTo>
                    <a:pt x="223572" y="98984"/>
                  </a:lnTo>
                  <a:lnTo>
                    <a:pt x="221315" y="94141"/>
                  </a:lnTo>
                  <a:lnTo>
                    <a:pt x="218905" y="89373"/>
                  </a:lnTo>
                  <a:lnTo>
                    <a:pt x="216343" y="84684"/>
                  </a:lnTo>
                  <a:lnTo>
                    <a:pt x="213633" y="80079"/>
                  </a:lnTo>
                  <a:lnTo>
                    <a:pt x="210777" y="75564"/>
                  </a:lnTo>
                  <a:lnTo>
                    <a:pt x="207778" y="71142"/>
                  </a:lnTo>
                  <a:lnTo>
                    <a:pt x="204639" y="66818"/>
                  </a:lnTo>
                  <a:lnTo>
                    <a:pt x="201364" y="62596"/>
                  </a:lnTo>
                  <a:lnTo>
                    <a:pt x="197955" y="58482"/>
                  </a:lnTo>
                  <a:lnTo>
                    <a:pt x="194417" y="54478"/>
                  </a:lnTo>
                  <a:lnTo>
                    <a:pt x="190753" y="50590"/>
                  </a:lnTo>
                  <a:lnTo>
                    <a:pt x="186966" y="46820"/>
                  </a:lnTo>
                  <a:lnTo>
                    <a:pt x="183061" y="43174"/>
                  </a:lnTo>
                  <a:lnTo>
                    <a:pt x="179041" y="39654"/>
                  </a:lnTo>
                  <a:lnTo>
                    <a:pt x="174911" y="36265"/>
                  </a:lnTo>
                  <a:lnTo>
                    <a:pt x="170674" y="33009"/>
                  </a:lnTo>
                  <a:lnTo>
                    <a:pt x="166336" y="29890"/>
                  </a:lnTo>
                  <a:lnTo>
                    <a:pt x="161900" y="26912"/>
                  </a:lnTo>
                  <a:lnTo>
                    <a:pt x="157372" y="24077"/>
                  </a:lnTo>
                  <a:lnTo>
                    <a:pt x="152755" y="21388"/>
                  </a:lnTo>
                  <a:lnTo>
                    <a:pt x="148054" y="18848"/>
                  </a:lnTo>
                  <a:lnTo>
                    <a:pt x="143275" y="16459"/>
                  </a:lnTo>
                  <a:lnTo>
                    <a:pt x="138422" y="14224"/>
                  </a:lnTo>
                  <a:lnTo>
                    <a:pt x="133499" y="12146"/>
                  </a:lnTo>
                  <a:lnTo>
                    <a:pt x="128513" y="10226"/>
                  </a:lnTo>
                  <a:lnTo>
                    <a:pt x="123469" y="8466"/>
                  </a:lnTo>
                  <a:lnTo>
                    <a:pt x="118370" y="6869"/>
                  </a:lnTo>
                  <a:lnTo>
                    <a:pt x="113223" y="5435"/>
                  </a:lnTo>
                  <a:lnTo>
                    <a:pt x="108033" y="4166"/>
                  </a:lnTo>
                  <a:lnTo>
                    <a:pt x="102805" y="3064"/>
                  </a:lnTo>
                  <a:lnTo>
                    <a:pt x="97544" y="2130"/>
                  </a:lnTo>
                  <a:lnTo>
                    <a:pt x="92256" y="1364"/>
                  </a:lnTo>
                  <a:lnTo>
                    <a:pt x="86947" y="767"/>
                  </a:lnTo>
                  <a:lnTo>
                    <a:pt x="81621" y="341"/>
                  </a:lnTo>
                  <a:lnTo>
                    <a:pt x="76284" y="85"/>
                  </a:lnTo>
                  <a:lnTo>
                    <a:pt x="70942" y="0"/>
                  </a:lnTo>
                  <a:lnTo>
                    <a:pt x="709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461921" y="1236837"/>
              <a:ext cx="167167" cy="324143"/>
            </a:xfrm>
            <a:custGeom>
              <a:avLst/>
              <a:pathLst>
                <a:path w="167167" h="324143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6" y="773"/>
                  </a:lnTo>
                  <a:lnTo>
                    <a:pt x="145778" y="1374"/>
                  </a:lnTo>
                  <a:lnTo>
                    <a:pt x="140471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40" y="5473"/>
                  </a:lnTo>
                  <a:lnTo>
                    <a:pt x="119576" y="6917"/>
                  </a:lnTo>
                  <a:lnTo>
                    <a:pt x="114461" y="8526"/>
                  </a:lnTo>
                  <a:lnTo>
                    <a:pt x="109401" y="10298"/>
                  </a:lnTo>
                  <a:lnTo>
                    <a:pt x="104399" y="12231"/>
                  </a:lnTo>
                  <a:lnTo>
                    <a:pt x="99463" y="14323"/>
                  </a:lnTo>
                  <a:lnTo>
                    <a:pt x="94596" y="16573"/>
                  </a:lnTo>
                  <a:lnTo>
                    <a:pt x="89804" y="18978"/>
                  </a:lnTo>
                  <a:lnTo>
                    <a:pt x="85091" y="21536"/>
                  </a:lnTo>
                  <a:lnTo>
                    <a:pt x="80463" y="24243"/>
                  </a:lnTo>
                  <a:lnTo>
                    <a:pt x="75924" y="27097"/>
                  </a:lnTo>
                  <a:lnTo>
                    <a:pt x="71479" y="30095"/>
                  </a:lnTo>
                  <a:lnTo>
                    <a:pt x="67132" y="33234"/>
                  </a:lnTo>
                  <a:lnTo>
                    <a:pt x="62888" y="36511"/>
                  </a:lnTo>
                  <a:lnTo>
                    <a:pt x="58752" y="39923"/>
                  </a:lnTo>
                  <a:lnTo>
                    <a:pt x="54727" y="43465"/>
                  </a:lnTo>
                  <a:lnTo>
                    <a:pt x="50817" y="47135"/>
                  </a:lnTo>
                  <a:lnTo>
                    <a:pt x="47028" y="50928"/>
                  </a:lnTo>
                  <a:lnTo>
                    <a:pt x="43362" y="54841"/>
                  </a:lnTo>
                  <a:lnTo>
                    <a:pt x="39823" y="58869"/>
                  </a:lnTo>
                  <a:lnTo>
                    <a:pt x="36415" y="63009"/>
                  </a:lnTo>
                  <a:lnTo>
                    <a:pt x="33142" y="67255"/>
                  </a:lnTo>
                  <a:lnTo>
                    <a:pt x="30007" y="71605"/>
                  </a:lnTo>
                  <a:lnTo>
                    <a:pt x="27013" y="76053"/>
                  </a:lnTo>
                  <a:lnTo>
                    <a:pt x="24163" y="80595"/>
                  </a:lnTo>
                  <a:lnTo>
                    <a:pt x="21460" y="85225"/>
                  </a:lnTo>
                  <a:lnTo>
                    <a:pt x="18907" y="89940"/>
                  </a:lnTo>
                  <a:lnTo>
                    <a:pt x="16507" y="94735"/>
                  </a:lnTo>
                  <a:lnTo>
                    <a:pt x="14261" y="99604"/>
                  </a:lnTo>
                  <a:lnTo>
                    <a:pt x="12173" y="104542"/>
                  </a:lnTo>
                  <a:lnTo>
                    <a:pt x="10244" y="109545"/>
                  </a:lnTo>
                  <a:lnTo>
                    <a:pt x="8477" y="114607"/>
                  </a:lnTo>
                  <a:lnTo>
                    <a:pt x="6873" y="119724"/>
                  </a:lnTo>
                  <a:lnTo>
                    <a:pt x="5434" y="124889"/>
                  </a:lnTo>
                  <a:lnTo>
                    <a:pt x="4161" y="130097"/>
                  </a:lnTo>
                  <a:lnTo>
                    <a:pt x="3056" y="135344"/>
                  </a:lnTo>
                  <a:lnTo>
                    <a:pt x="2120" y="140624"/>
                  </a:lnTo>
                  <a:lnTo>
                    <a:pt x="1354" y="145930"/>
                  </a:lnTo>
                  <a:lnTo>
                    <a:pt x="758" y="151259"/>
                  </a:lnTo>
                  <a:lnTo>
                    <a:pt x="333" y="156604"/>
                  </a:lnTo>
                  <a:lnTo>
                    <a:pt x="81" y="161960"/>
                  </a:lnTo>
                  <a:lnTo>
                    <a:pt x="0" y="167321"/>
                  </a:lnTo>
                  <a:lnTo>
                    <a:pt x="90" y="172682"/>
                  </a:lnTo>
                  <a:lnTo>
                    <a:pt x="353" y="178037"/>
                  </a:lnTo>
                  <a:lnTo>
                    <a:pt x="788" y="183382"/>
                  </a:lnTo>
                  <a:lnTo>
                    <a:pt x="1393" y="188709"/>
                  </a:lnTo>
                  <a:lnTo>
                    <a:pt x="2169" y="194014"/>
                  </a:lnTo>
                  <a:lnTo>
                    <a:pt x="3115" y="199292"/>
                  </a:lnTo>
                  <a:lnTo>
                    <a:pt x="4230" y="204537"/>
                  </a:lnTo>
                  <a:lnTo>
                    <a:pt x="5512" y="209743"/>
                  </a:lnTo>
                  <a:lnTo>
                    <a:pt x="6961" y="214905"/>
                  </a:lnTo>
                  <a:lnTo>
                    <a:pt x="8574" y="220019"/>
                  </a:lnTo>
                  <a:lnTo>
                    <a:pt x="10351" y="225078"/>
                  </a:lnTo>
                  <a:lnTo>
                    <a:pt x="12289" y="230077"/>
                  </a:lnTo>
                  <a:lnTo>
                    <a:pt x="14386" y="235012"/>
                  </a:lnTo>
                  <a:lnTo>
                    <a:pt x="16640" y="239877"/>
                  </a:lnTo>
                  <a:lnTo>
                    <a:pt x="19049" y="244667"/>
                  </a:lnTo>
                  <a:lnTo>
                    <a:pt x="21611" y="249377"/>
                  </a:lnTo>
                  <a:lnTo>
                    <a:pt x="24323" y="254003"/>
                  </a:lnTo>
                  <a:lnTo>
                    <a:pt x="27181" y="258539"/>
                  </a:lnTo>
                  <a:lnTo>
                    <a:pt x="30183" y="262981"/>
                  </a:lnTo>
                  <a:lnTo>
                    <a:pt x="33326" y="267325"/>
                  </a:lnTo>
                  <a:lnTo>
                    <a:pt x="36607" y="271566"/>
                  </a:lnTo>
                  <a:lnTo>
                    <a:pt x="40023" y="275699"/>
                  </a:lnTo>
                  <a:lnTo>
                    <a:pt x="43569" y="279721"/>
                  </a:lnTo>
                  <a:lnTo>
                    <a:pt x="47242" y="283627"/>
                  </a:lnTo>
                  <a:lnTo>
                    <a:pt x="51039" y="287413"/>
                  </a:lnTo>
                  <a:lnTo>
                    <a:pt x="54955" y="291076"/>
                  </a:lnTo>
                  <a:lnTo>
                    <a:pt x="58986" y="294611"/>
                  </a:lnTo>
                  <a:lnTo>
                    <a:pt x="63129" y="298014"/>
                  </a:lnTo>
                  <a:lnTo>
                    <a:pt x="67379" y="301284"/>
                  </a:lnTo>
                  <a:lnTo>
                    <a:pt x="71731" y="304415"/>
                  </a:lnTo>
                  <a:lnTo>
                    <a:pt x="76182" y="307405"/>
                  </a:lnTo>
                  <a:lnTo>
                    <a:pt x="80726" y="310251"/>
                  </a:lnTo>
                  <a:lnTo>
                    <a:pt x="85360" y="312949"/>
                  </a:lnTo>
                  <a:lnTo>
                    <a:pt x="90077" y="315498"/>
                  </a:lnTo>
                  <a:lnTo>
                    <a:pt x="94874" y="317894"/>
                  </a:lnTo>
                  <a:lnTo>
                    <a:pt x="99745" y="320135"/>
                  </a:lnTo>
                  <a:lnTo>
                    <a:pt x="104685" y="322218"/>
                  </a:lnTo>
                  <a:lnTo>
                    <a:pt x="109690" y="32414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71611" y="1404005"/>
              <a:ext cx="57477" cy="156975"/>
            </a:xfrm>
            <a:custGeom>
              <a:avLst/>
              <a:pathLst>
                <a:path w="57477" h="156975">
                  <a:moveTo>
                    <a:pt x="0" y="156975"/>
                  </a:moveTo>
                  <a:lnTo>
                    <a:pt x="574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71611" y="1251771"/>
              <a:ext cx="224642" cy="319401"/>
            </a:xfrm>
            <a:custGeom>
              <a:avLst/>
              <a:pathLst>
                <a:path w="224642" h="319401">
                  <a:moveTo>
                    <a:pt x="0" y="309209"/>
                  </a:moveTo>
                  <a:lnTo>
                    <a:pt x="5043" y="310965"/>
                  </a:lnTo>
                  <a:lnTo>
                    <a:pt x="10139" y="312559"/>
                  </a:lnTo>
                  <a:lnTo>
                    <a:pt x="15284" y="313989"/>
                  </a:lnTo>
                  <a:lnTo>
                    <a:pt x="20472" y="315254"/>
                  </a:lnTo>
                  <a:lnTo>
                    <a:pt x="25697" y="316353"/>
                  </a:lnTo>
                  <a:lnTo>
                    <a:pt x="30955" y="317284"/>
                  </a:lnTo>
                  <a:lnTo>
                    <a:pt x="36240" y="318047"/>
                  </a:lnTo>
                  <a:lnTo>
                    <a:pt x="41547" y="318641"/>
                  </a:lnTo>
                  <a:lnTo>
                    <a:pt x="46870" y="319064"/>
                  </a:lnTo>
                  <a:lnTo>
                    <a:pt x="52204" y="319318"/>
                  </a:lnTo>
                  <a:lnTo>
                    <a:pt x="57543" y="319401"/>
                  </a:lnTo>
                  <a:lnTo>
                    <a:pt x="62883" y="319314"/>
                  </a:lnTo>
                  <a:lnTo>
                    <a:pt x="68216" y="319056"/>
                  </a:lnTo>
                  <a:lnTo>
                    <a:pt x="73539" y="318628"/>
                  </a:lnTo>
                  <a:lnTo>
                    <a:pt x="78845" y="318030"/>
                  </a:lnTo>
                  <a:lnTo>
                    <a:pt x="84130" y="317263"/>
                  </a:lnTo>
                  <a:lnTo>
                    <a:pt x="89387" y="316327"/>
                  </a:lnTo>
                  <a:lnTo>
                    <a:pt x="94612" y="315224"/>
                  </a:lnTo>
                  <a:lnTo>
                    <a:pt x="99799" y="313955"/>
                  </a:lnTo>
                  <a:lnTo>
                    <a:pt x="104942" y="312521"/>
                  </a:lnTo>
                  <a:lnTo>
                    <a:pt x="110038" y="310923"/>
                  </a:lnTo>
                  <a:lnTo>
                    <a:pt x="115079" y="309163"/>
                  </a:lnTo>
                  <a:lnTo>
                    <a:pt x="120062" y="307244"/>
                  </a:lnTo>
                  <a:lnTo>
                    <a:pt x="124981" y="305166"/>
                  </a:lnTo>
                  <a:lnTo>
                    <a:pt x="129831" y="302931"/>
                  </a:lnTo>
                  <a:lnTo>
                    <a:pt x="134607" y="300544"/>
                  </a:lnTo>
                  <a:lnTo>
                    <a:pt x="139305" y="298004"/>
                  </a:lnTo>
                  <a:lnTo>
                    <a:pt x="143919" y="295317"/>
                  </a:lnTo>
                  <a:lnTo>
                    <a:pt x="148445" y="292483"/>
                  </a:lnTo>
                  <a:lnTo>
                    <a:pt x="152878" y="289506"/>
                  </a:lnTo>
                  <a:lnTo>
                    <a:pt x="157213" y="286389"/>
                  </a:lnTo>
                  <a:lnTo>
                    <a:pt x="161447" y="283135"/>
                  </a:lnTo>
                  <a:lnTo>
                    <a:pt x="165575" y="279747"/>
                  </a:lnTo>
                  <a:lnTo>
                    <a:pt x="169593" y="276229"/>
                  </a:lnTo>
                  <a:lnTo>
                    <a:pt x="173496" y="272585"/>
                  </a:lnTo>
                  <a:lnTo>
                    <a:pt x="177281" y="268818"/>
                  </a:lnTo>
                  <a:lnTo>
                    <a:pt x="180943" y="264932"/>
                  </a:lnTo>
                  <a:lnTo>
                    <a:pt x="184480" y="260931"/>
                  </a:lnTo>
                  <a:lnTo>
                    <a:pt x="187887" y="256820"/>
                  </a:lnTo>
                  <a:lnTo>
                    <a:pt x="191160" y="252601"/>
                  </a:lnTo>
                  <a:lnTo>
                    <a:pt x="194298" y="248280"/>
                  </a:lnTo>
                  <a:lnTo>
                    <a:pt x="197296" y="243861"/>
                  </a:lnTo>
                  <a:lnTo>
                    <a:pt x="200151" y="239349"/>
                  </a:lnTo>
                  <a:lnTo>
                    <a:pt x="202860" y="234747"/>
                  </a:lnTo>
                  <a:lnTo>
                    <a:pt x="205422" y="230062"/>
                  </a:lnTo>
                  <a:lnTo>
                    <a:pt x="207832" y="225297"/>
                  </a:lnTo>
                  <a:lnTo>
                    <a:pt x="210089" y="220457"/>
                  </a:lnTo>
                  <a:lnTo>
                    <a:pt x="212190" y="215548"/>
                  </a:lnTo>
                  <a:lnTo>
                    <a:pt x="214133" y="210574"/>
                  </a:lnTo>
                  <a:lnTo>
                    <a:pt x="215917" y="205541"/>
                  </a:lnTo>
                  <a:lnTo>
                    <a:pt x="217538" y="200453"/>
                  </a:lnTo>
                  <a:lnTo>
                    <a:pt x="218997" y="195317"/>
                  </a:lnTo>
                  <a:lnTo>
                    <a:pt x="220291" y="190136"/>
                  </a:lnTo>
                  <a:lnTo>
                    <a:pt x="221418" y="184916"/>
                  </a:lnTo>
                  <a:lnTo>
                    <a:pt x="222378" y="179663"/>
                  </a:lnTo>
                  <a:lnTo>
                    <a:pt x="223170" y="174383"/>
                  </a:lnTo>
                  <a:lnTo>
                    <a:pt x="223793" y="169079"/>
                  </a:lnTo>
                  <a:lnTo>
                    <a:pt x="224246" y="163759"/>
                  </a:lnTo>
                  <a:lnTo>
                    <a:pt x="224529" y="158426"/>
                  </a:lnTo>
                  <a:lnTo>
                    <a:pt x="224642" y="153088"/>
                  </a:lnTo>
                  <a:lnTo>
                    <a:pt x="224584" y="147748"/>
                  </a:lnTo>
                  <a:lnTo>
                    <a:pt x="224355" y="142413"/>
                  </a:lnTo>
                  <a:lnTo>
                    <a:pt x="223956" y="137088"/>
                  </a:lnTo>
                  <a:lnTo>
                    <a:pt x="223388" y="131778"/>
                  </a:lnTo>
                  <a:lnTo>
                    <a:pt x="222650" y="126490"/>
                  </a:lnTo>
                  <a:lnTo>
                    <a:pt x="221743" y="121227"/>
                  </a:lnTo>
                  <a:lnTo>
                    <a:pt x="220669" y="115997"/>
                  </a:lnTo>
                  <a:lnTo>
                    <a:pt x="219429" y="110803"/>
                  </a:lnTo>
                  <a:lnTo>
                    <a:pt x="218023" y="105651"/>
                  </a:lnTo>
                  <a:lnTo>
                    <a:pt x="216453" y="100547"/>
                  </a:lnTo>
                  <a:lnTo>
                    <a:pt x="214721" y="95496"/>
                  </a:lnTo>
                  <a:lnTo>
                    <a:pt x="212829" y="90503"/>
                  </a:lnTo>
                  <a:lnTo>
                    <a:pt x="210778" y="85573"/>
                  </a:lnTo>
                  <a:lnTo>
                    <a:pt x="208570" y="80710"/>
                  </a:lnTo>
                  <a:lnTo>
                    <a:pt x="206209" y="75921"/>
                  </a:lnTo>
                  <a:lnTo>
                    <a:pt x="203696" y="71210"/>
                  </a:lnTo>
                  <a:lnTo>
                    <a:pt x="201033" y="66581"/>
                  </a:lnTo>
                  <a:lnTo>
                    <a:pt x="198224" y="62039"/>
                  </a:lnTo>
                  <a:lnTo>
                    <a:pt x="195272" y="57590"/>
                  </a:lnTo>
                  <a:lnTo>
                    <a:pt x="192179" y="53237"/>
                  </a:lnTo>
                  <a:lnTo>
                    <a:pt x="188948" y="48985"/>
                  </a:lnTo>
                  <a:lnTo>
                    <a:pt x="185583" y="44839"/>
                  </a:lnTo>
                  <a:lnTo>
                    <a:pt x="182088" y="40802"/>
                  </a:lnTo>
                  <a:lnTo>
                    <a:pt x="178465" y="36879"/>
                  </a:lnTo>
                  <a:lnTo>
                    <a:pt x="174719" y="33074"/>
                  </a:lnTo>
                  <a:lnTo>
                    <a:pt x="170853" y="29390"/>
                  </a:lnTo>
                  <a:lnTo>
                    <a:pt x="166872" y="25831"/>
                  </a:lnTo>
                  <a:lnTo>
                    <a:pt x="162779" y="22402"/>
                  </a:lnTo>
                  <a:lnTo>
                    <a:pt x="158578" y="19105"/>
                  </a:lnTo>
                  <a:lnTo>
                    <a:pt x="154275" y="15943"/>
                  </a:lnTo>
                  <a:lnTo>
                    <a:pt x="149872" y="12921"/>
                  </a:lnTo>
                  <a:lnTo>
                    <a:pt x="145376" y="10041"/>
                  </a:lnTo>
                  <a:lnTo>
                    <a:pt x="140789" y="7306"/>
                  </a:lnTo>
                  <a:lnTo>
                    <a:pt x="136118" y="4719"/>
                  </a:lnTo>
                  <a:lnTo>
                    <a:pt x="131366" y="2283"/>
                  </a:lnTo>
                  <a:lnTo>
                    <a:pt x="126539" y="0"/>
                  </a:lnTo>
                  <a:lnTo>
                    <a:pt x="57477" y="1522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69062" cy="167167"/>
            </a:xfrm>
            <a:custGeom>
              <a:avLst/>
              <a:pathLst>
                <a:path w="69062" h="167167">
                  <a:moveTo>
                    <a:pt x="69062" y="14933"/>
                  </a:moveTo>
                  <a:lnTo>
                    <a:pt x="63617" y="12578"/>
                  </a:lnTo>
                  <a:lnTo>
                    <a:pt x="58092" y="10418"/>
                  </a:lnTo>
                  <a:lnTo>
                    <a:pt x="52493" y="8455"/>
                  </a:lnTo>
                  <a:lnTo>
                    <a:pt x="46828" y="6693"/>
                  </a:lnTo>
                  <a:lnTo>
                    <a:pt x="41104" y="5132"/>
                  </a:lnTo>
                  <a:lnTo>
                    <a:pt x="35329" y="3775"/>
                  </a:lnTo>
                  <a:lnTo>
                    <a:pt x="29509" y="2625"/>
                  </a:lnTo>
                  <a:lnTo>
                    <a:pt x="23652" y="1681"/>
                  </a:lnTo>
                  <a:lnTo>
                    <a:pt x="17765" y="946"/>
                  </a:lnTo>
                  <a:lnTo>
                    <a:pt x="11855" y="420"/>
                  </a:lnTo>
                  <a:lnTo>
                    <a:pt x="593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86236" y="1546402"/>
              <a:ext cx="126330" cy="167167"/>
            </a:xfrm>
            <a:custGeom>
              <a:avLst/>
              <a:pathLst>
                <a:path w="126330" h="167167">
                  <a:moveTo>
                    <a:pt x="126330" y="0"/>
                  </a:moveTo>
                  <a:lnTo>
                    <a:pt x="120823" y="90"/>
                  </a:lnTo>
                  <a:lnTo>
                    <a:pt x="115321" y="362"/>
                  </a:lnTo>
                  <a:lnTo>
                    <a:pt x="109832" y="816"/>
                  </a:lnTo>
                  <a:lnTo>
                    <a:pt x="104360" y="1449"/>
                  </a:lnTo>
                  <a:lnTo>
                    <a:pt x="98912" y="2263"/>
                  </a:lnTo>
                  <a:lnTo>
                    <a:pt x="93494" y="3256"/>
                  </a:lnTo>
                  <a:lnTo>
                    <a:pt x="88112" y="4427"/>
                  </a:lnTo>
                  <a:lnTo>
                    <a:pt x="82771" y="5774"/>
                  </a:lnTo>
                  <a:lnTo>
                    <a:pt x="77478" y="7297"/>
                  </a:lnTo>
                  <a:lnTo>
                    <a:pt x="72237" y="8993"/>
                  </a:lnTo>
                  <a:lnTo>
                    <a:pt x="67055" y="10861"/>
                  </a:lnTo>
                  <a:lnTo>
                    <a:pt x="61938" y="12899"/>
                  </a:lnTo>
                  <a:lnTo>
                    <a:pt x="56890" y="15104"/>
                  </a:lnTo>
                  <a:lnTo>
                    <a:pt x="51918" y="17474"/>
                  </a:lnTo>
                  <a:lnTo>
                    <a:pt x="47027" y="20007"/>
                  </a:lnTo>
                  <a:lnTo>
                    <a:pt x="42222" y="22700"/>
                  </a:lnTo>
                  <a:lnTo>
                    <a:pt x="37508" y="25549"/>
                  </a:lnTo>
                  <a:lnTo>
                    <a:pt x="32890" y="28552"/>
                  </a:lnTo>
                  <a:lnTo>
                    <a:pt x="28374" y="31706"/>
                  </a:lnTo>
                  <a:lnTo>
                    <a:pt x="23965" y="35007"/>
                  </a:lnTo>
                  <a:lnTo>
                    <a:pt x="19666" y="38451"/>
                  </a:lnTo>
                  <a:lnTo>
                    <a:pt x="15484" y="42035"/>
                  </a:lnTo>
                  <a:lnTo>
                    <a:pt x="11421" y="45755"/>
                  </a:lnTo>
                  <a:lnTo>
                    <a:pt x="7484" y="49607"/>
                  </a:lnTo>
                  <a:lnTo>
                    <a:pt x="3675" y="53586"/>
                  </a:lnTo>
                  <a:lnTo>
                    <a:pt x="0" y="57688"/>
                  </a:lnTo>
                  <a:lnTo>
                    <a:pt x="1263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236" y="1604091"/>
              <a:ext cx="126330" cy="109478"/>
            </a:xfrm>
            <a:custGeom>
              <a:avLst/>
              <a:pathLst>
                <a:path w="126330" h="109478">
                  <a:moveTo>
                    <a:pt x="0" y="0"/>
                  </a:moveTo>
                  <a:lnTo>
                    <a:pt x="126330" y="1094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45417" y="1570759"/>
              <a:ext cx="334308" cy="309976"/>
            </a:xfrm>
            <a:custGeom>
              <a:avLst/>
              <a:pathLst>
                <a:path w="334308" h="309976">
                  <a:moveTo>
                    <a:pt x="40818" y="33331"/>
                  </a:moveTo>
                  <a:lnTo>
                    <a:pt x="37413" y="37388"/>
                  </a:lnTo>
                  <a:lnTo>
                    <a:pt x="34138" y="41552"/>
                  </a:lnTo>
                  <a:lnTo>
                    <a:pt x="30997" y="45816"/>
                  </a:lnTo>
                  <a:lnTo>
                    <a:pt x="27992" y="50179"/>
                  </a:lnTo>
                  <a:lnTo>
                    <a:pt x="25128" y="54634"/>
                  </a:lnTo>
                  <a:lnTo>
                    <a:pt x="22405" y="59178"/>
                  </a:lnTo>
                  <a:lnTo>
                    <a:pt x="19828" y="63805"/>
                  </a:lnTo>
                  <a:lnTo>
                    <a:pt x="17399" y="68513"/>
                  </a:lnTo>
                  <a:lnTo>
                    <a:pt x="15121" y="73294"/>
                  </a:lnTo>
                  <a:lnTo>
                    <a:pt x="12995" y="78146"/>
                  </a:lnTo>
                  <a:lnTo>
                    <a:pt x="11023" y="83062"/>
                  </a:lnTo>
                  <a:lnTo>
                    <a:pt x="9209" y="88038"/>
                  </a:lnTo>
                  <a:lnTo>
                    <a:pt x="7553" y="93070"/>
                  </a:lnTo>
                  <a:lnTo>
                    <a:pt x="6057" y="98151"/>
                  </a:lnTo>
                  <a:lnTo>
                    <a:pt x="4723" y="103277"/>
                  </a:lnTo>
                  <a:lnTo>
                    <a:pt x="3552" y="108443"/>
                  </a:lnTo>
                  <a:lnTo>
                    <a:pt x="2545" y="113643"/>
                  </a:lnTo>
                  <a:lnTo>
                    <a:pt x="1704" y="118873"/>
                  </a:lnTo>
                  <a:lnTo>
                    <a:pt x="1029" y="124126"/>
                  </a:lnTo>
                  <a:lnTo>
                    <a:pt x="520" y="129399"/>
                  </a:lnTo>
                  <a:lnTo>
                    <a:pt x="179" y="134685"/>
                  </a:lnTo>
                  <a:lnTo>
                    <a:pt x="5" y="139979"/>
                  </a:lnTo>
                  <a:lnTo>
                    <a:pt x="0" y="145276"/>
                  </a:lnTo>
                  <a:lnTo>
                    <a:pt x="162" y="150570"/>
                  </a:lnTo>
                  <a:lnTo>
                    <a:pt x="491" y="155857"/>
                  </a:lnTo>
                  <a:lnTo>
                    <a:pt x="988" y="161130"/>
                  </a:lnTo>
                  <a:lnTo>
                    <a:pt x="1652" y="166385"/>
                  </a:lnTo>
                  <a:lnTo>
                    <a:pt x="2482" y="171617"/>
                  </a:lnTo>
                  <a:lnTo>
                    <a:pt x="3477" y="176819"/>
                  </a:lnTo>
                  <a:lnTo>
                    <a:pt x="4637" y="181987"/>
                  </a:lnTo>
                  <a:lnTo>
                    <a:pt x="5960" y="187116"/>
                  </a:lnTo>
                  <a:lnTo>
                    <a:pt x="7445" y="192201"/>
                  </a:lnTo>
                  <a:lnTo>
                    <a:pt x="9089" y="197236"/>
                  </a:lnTo>
                  <a:lnTo>
                    <a:pt x="10893" y="202216"/>
                  </a:lnTo>
                  <a:lnTo>
                    <a:pt x="12854" y="207137"/>
                  </a:lnTo>
                  <a:lnTo>
                    <a:pt x="14969" y="211993"/>
                  </a:lnTo>
                  <a:lnTo>
                    <a:pt x="17237" y="216780"/>
                  </a:lnTo>
                  <a:lnTo>
                    <a:pt x="19656" y="221492"/>
                  </a:lnTo>
                  <a:lnTo>
                    <a:pt x="22223" y="226125"/>
                  </a:lnTo>
                  <a:lnTo>
                    <a:pt x="24935" y="230675"/>
                  </a:lnTo>
                  <a:lnTo>
                    <a:pt x="27791" y="235136"/>
                  </a:lnTo>
                  <a:lnTo>
                    <a:pt x="30786" y="239505"/>
                  </a:lnTo>
                  <a:lnTo>
                    <a:pt x="33918" y="243777"/>
                  </a:lnTo>
                  <a:lnTo>
                    <a:pt x="37183" y="247947"/>
                  </a:lnTo>
                  <a:lnTo>
                    <a:pt x="40580" y="252012"/>
                  </a:lnTo>
                  <a:lnTo>
                    <a:pt x="44103" y="255967"/>
                  </a:lnTo>
                  <a:lnTo>
                    <a:pt x="47750" y="259809"/>
                  </a:lnTo>
                  <a:lnTo>
                    <a:pt x="51516" y="263533"/>
                  </a:lnTo>
                  <a:lnTo>
                    <a:pt x="55399" y="267136"/>
                  </a:lnTo>
                  <a:lnTo>
                    <a:pt x="59394" y="270614"/>
                  </a:lnTo>
                  <a:lnTo>
                    <a:pt x="63497" y="273963"/>
                  </a:lnTo>
                  <a:lnTo>
                    <a:pt x="67705" y="277181"/>
                  </a:lnTo>
                  <a:lnTo>
                    <a:pt x="72012" y="280265"/>
                  </a:lnTo>
                  <a:lnTo>
                    <a:pt x="76414" y="283210"/>
                  </a:lnTo>
                  <a:lnTo>
                    <a:pt x="80908" y="286014"/>
                  </a:lnTo>
                  <a:lnTo>
                    <a:pt x="85488" y="288674"/>
                  </a:lnTo>
                  <a:lnTo>
                    <a:pt x="90150" y="291188"/>
                  </a:lnTo>
                  <a:lnTo>
                    <a:pt x="94890" y="293553"/>
                  </a:lnTo>
                  <a:lnTo>
                    <a:pt x="99702" y="295767"/>
                  </a:lnTo>
                  <a:lnTo>
                    <a:pt x="104582" y="297827"/>
                  </a:lnTo>
                  <a:lnTo>
                    <a:pt x="109525" y="299731"/>
                  </a:lnTo>
                  <a:lnTo>
                    <a:pt x="114525" y="301478"/>
                  </a:lnTo>
                  <a:lnTo>
                    <a:pt x="119579" y="303066"/>
                  </a:lnTo>
                  <a:lnTo>
                    <a:pt x="124680" y="304492"/>
                  </a:lnTo>
                  <a:lnTo>
                    <a:pt x="129823" y="305757"/>
                  </a:lnTo>
                  <a:lnTo>
                    <a:pt x="135005" y="306857"/>
                  </a:lnTo>
                  <a:lnTo>
                    <a:pt x="140218" y="307793"/>
                  </a:lnTo>
                  <a:lnTo>
                    <a:pt x="145459" y="308564"/>
                  </a:lnTo>
                  <a:lnTo>
                    <a:pt x="150721" y="309168"/>
                  </a:lnTo>
                  <a:lnTo>
                    <a:pt x="156000" y="309605"/>
                  </a:lnTo>
                  <a:lnTo>
                    <a:pt x="161290" y="309874"/>
                  </a:lnTo>
                  <a:lnTo>
                    <a:pt x="166586" y="309976"/>
                  </a:lnTo>
                  <a:lnTo>
                    <a:pt x="171882" y="309910"/>
                  </a:lnTo>
                  <a:lnTo>
                    <a:pt x="177174" y="309676"/>
                  </a:lnTo>
                  <a:lnTo>
                    <a:pt x="182455" y="309275"/>
                  </a:lnTo>
                  <a:lnTo>
                    <a:pt x="187722" y="308706"/>
                  </a:lnTo>
                  <a:lnTo>
                    <a:pt x="192967" y="307971"/>
                  </a:lnTo>
                  <a:lnTo>
                    <a:pt x="198187" y="307070"/>
                  </a:lnTo>
                  <a:lnTo>
                    <a:pt x="203375" y="306004"/>
                  </a:lnTo>
                  <a:lnTo>
                    <a:pt x="208528" y="304775"/>
                  </a:lnTo>
                  <a:lnTo>
                    <a:pt x="213638" y="303383"/>
                  </a:lnTo>
                  <a:lnTo>
                    <a:pt x="218702" y="301829"/>
                  </a:lnTo>
                  <a:lnTo>
                    <a:pt x="223714" y="300116"/>
                  </a:lnTo>
                  <a:lnTo>
                    <a:pt x="228670" y="298245"/>
                  </a:lnTo>
                  <a:lnTo>
                    <a:pt x="233563" y="296218"/>
                  </a:lnTo>
                  <a:lnTo>
                    <a:pt x="238390" y="294037"/>
                  </a:lnTo>
                  <a:lnTo>
                    <a:pt x="243146" y="291704"/>
                  </a:lnTo>
                  <a:lnTo>
                    <a:pt x="247825" y="289221"/>
                  </a:lnTo>
                  <a:lnTo>
                    <a:pt x="252423" y="286592"/>
                  </a:lnTo>
                  <a:lnTo>
                    <a:pt x="256935" y="283818"/>
                  </a:lnTo>
                  <a:lnTo>
                    <a:pt x="261358" y="280902"/>
                  </a:lnTo>
                  <a:lnTo>
                    <a:pt x="265685" y="277848"/>
                  </a:lnTo>
                  <a:lnTo>
                    <a:pt x="269914" y="274659"/>
                  </a:lnTo>
                  <a:lnTo>
                    <a:pt x="274040" y="271337"/>
                  </a:lnTo>
                  <a:lnTo>
                    <a:pt x="278058" y="267886"/>
                  </a:lnTo>
                  <a:lnTo>
                    <a:pt x="281965" y="264309"/>
                  </a:lnTo>
                  <a:lnTo>
                    <a:pt x="285757" y="260610"/>
                  </a:lnTo>
                  <a:lnTo>
                    <a:pt x="289430" y="256794"/>
                  </a:lnTo>
                  <a:lnTo>
                    <a:pt x="292979" y="252862"/>
                  </a:lnTo>
                  <a:lnTo>
                    <a:pt x="296403" y="248820"/>
                  </a:lnTo>
                  <a:lnTo>
                    <a:pt x="299697" y="244672"/>
                  </a:lnTo>
                  <a:lnTo>
                    <a:pt x="302857" y="240422"/>
                  </a:lnTo>
                  <a:lnTo>
                    <a:pt x="305882" y="236073"/>
                  </a:lnTo>
                  <a:lnTo>
                    <a:pt x="308767" y="231631"/>
                  </a:lnTo>
                  <a:lnTo>
                    <a:pt x="311510" y="227100"/>
                  </a:lnTo>
                  <a:lnTo>
                    <a:pt x="314108" y="222484"/>
                  </a:lnTo>
                  <a:lnTo>
                    <a:pt x="316558" y="217788"/>
                  </a:lnTo>
                  <a:lnTo>
                    <a:pt x="318859" y="213017"/>
                  </a:lnTo>
                  <a:lnTo>
                    <a:pt x="321007" y="208175"/>
                  </a:lnTo>
                  <a:lnTo>
                    <a:pt x="323001" y="203268"/>
                  </a:lnTo>
                  <a:lnTo>
                    <a:pt x="324838" y="198300"/>
                  </a:lnTo>
                  <a:lnTo>
                    <a:pt x="326517" y="193276"/>
                  </a:lnTo>
                  <a:lnTo>
                    <a:pt x="328035" y="188201"/>
                  </a:lnTo>
                  <a:lnTo>
                    <a:pt x="329393" y="183081"/>
                  </a:lnTo>
                  <a:lnTo>
                    <a:pt x="330587" y="177921"/>
                  </a:lnTo>
                  <a:lnTo>
                    <a:pt x="331618" y="172725"/>
                  </a:lnTo>
                  <a:lnTo>
                    <a:pt x="332483" y="167500"/>
                  </a:lnTo>
                  <a:lnTo>
                    <a:pt x="333182" y="162249"/>
                  </a:lnTo>
                  <a:lnTo>
                    <a:pt x="333715" y="156979"/>
                  </a:lnTo>
                  <a:lnTo>
                    <a:pt x="334080" y="151695"/>
                  </a:lnTo>
                  <a:lnTo>
                    <a:pt x="334278" y="146402"/>
                  </a:lnTo>
                  <a:lnTo>
                    <a:pt x="334308" y="141105"/>
                  </a:lnTo>
                  <a:lnTo>
                    <a:pt x="334170" y="135810"/>
                  </a:lnTo>
                  <a:lnTo>
                    <a:pt x="333864" y="130522"/>
                  </a:lnTo>
                  <a:lnTo>
                    <a:pt x="333391" y="125246"/>
                  </a:lnTo>
                  <a:lnTo>
                    <a:pt x="332751" y="119988"/>
                  </a:lnTo>
                  <a:lnTo>
                    <a:pt x="331945" y="114753"/>
                  </a:lnTo>
                  <a:lnTo>
                    <a:pt x="330973" y="109546"/>
                  </a:lnTo>
                  <a:lnTo>
                    <a:pt x="329837" y="104372"/>
                  </a:lnTo>
                  <a:lnTo>
                    <a:pt x="328538" y="99237"/>
                  </a:lnTo>
                  <a:lnTo>
                    <a:pt x="327076" y="94146"/>
                  </a:lnTo>
                  <a:lnTo>
                    <a:pt x="325454" y="89104"/>
                  </a:lnTo>
                  <a:lnTo>
                    <a:pt x="323673" y="84115"/>
                  </a:lnTo>
                  <a:lnTo>
                    <a:pt x="321735" y="79186"/>
                  </a:lnTo>
                  <a:lnTo>
                    <a:pt x="319642" y="74320"/>
                  </a:lnTo>
                  <a:lnTo>
                    <a:pt x="317395" y="69523"/>
                  </a:lnTo>
                  <a:lnTo>
                    <a:pt x="314998" y="64800"/>
                  </a:lnTo>
                  <a:lnTo>
                    <a:pt x="312452" y="60155"/>
                  </a:lnTo>
                  <a:lnTo>
                    <a:pt x="309761" y="55593"/>
                  </a:lnTo>
                  <a:lnTo>
                    <a:pt x="306926" y="51118"/>
                  </a:lnTo>
                  <a:lnTo>
                    <a:pt x="303951" y="46736"/>
                  </a:lnTo>
                  <a:lnTo>
                    <a:pt x="300838" y="42450"/>
                  </a:lnTo>
                  <a:lnTo>
                    <a:pt x="297592" y="38265"/>
                  </a:lnTo>
                  <a:lnTo>
                    <a:pt x="294214" y="34185"/>
                  </a:lnTo>
                  <a:lnTo>
                    <a:pt x="290709" y="30213"/>
                  </a:lnTo>
                  <a:lnTo>
                    <a:pt x="287079" y="26355"/>
                  </a:lnTo>
                  <a:lnTo>
                    <a:pt x="283330" y="22614"/>
                  </a:lnTo>
                  <a:lnTo>
                    <a:pt x="279463" y="18994"/>
                  </a:lnTo>
                  <a:lnTo>
                    <a:pt x="275484" y="15498"/>
                  </a:lnTo>
                  <a:lnTo>
                    <a:pt x="271396" y="12129"/>
                  </a:lnTo>
                  <a:lnTo>
                    <a:pt x="267204" y="8892"/>
                  </a:lnTo>
                  <a:lnTo>
                    <a:pt x="262911" y="5789"/>
                  </a:lnTo>
                  <a:lnTo>
                    <a:pt x="258522" y="2824"/>
                  </a:lnTo>
                  <a:lnTo>
                    <a:pt x="254041" y="0"/>
                  </a:lnTo>
                  <a:lnTo>
                    <a:pt x="167149" y="1428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86892" cy="167167"/>
            </a:xfrm>
            <a:custGeom>
              <a:avLst/>
              <a:pathLst>
                <a:path w="86892" h="167167">
                  <a:moveTo>
                    <a:pt x="86892" y="24357"/>
                  </a:moveTo>
                  <a:lnTo>
                    <a:pt x="81963" y="21472"/>
                  </a:lnTo>
                  <a:lnTo>
                    <a:pt x="76939" y="18758"/>
                  </a:lnTo>
                  <a:lnTo>
                    <a:pt x="71825" y="16216"/>
                  </a:lnTo>
                  <a:lnTo>
                    <a:pt x="66627" y="13851"/>
                  </a:lnTo>
                  <a:lnTo>
                    <a:pt x="61351" y="11665"/>
                  </a:lnTo>
                  <a:lnTo>
                    <a:pt x="56004" y="9660"/>
                  </a:lnTo>
                  <a:lnTo>
                    <a:pt x="50592" y="7839"/>
                  </a:lnTo>
                  <a:lnTo>
                    <a:pt x="45120" y="6204"/>
                  </a:lnTo>
                  <a:lnTo>
                    <a:pt x="39596" y="4757"/>
                  </a:lnTo>
                  <a:lnTo>
                    <a:pt x="34026" y="3499"/>
                  </a:lnTo>
                  <a:lnTo>
                    <a:pt x="28415" y="2432"/>
                  </a:lnTo>
                  <a:lnTo>
                    <a:pt x="22772" y="1558"/>
                  </a:lnTo>
                  <a:lnTo>
                    <a:pt x="17102" y="877"/>
                  </a:lnTo>
                  <a:lnTo>
                    <a:pt x="11412" y="390"/>
                  </a:lnTo>
                  <a:lnTo>
                    <a:pt x="570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9079" y="1943516"/>
              <a:ext cx="89703" cy="167167"/>
            </a:xfrm>
            <a:custGeom>
              <a:avLst/>
              <a:pathLst>
                <a:path w="89703" h="167167">
                  <a:moveTo>
                    <a:pt x="89703" y="0"/>
                  </a:moveTo>
                  <a:lnTo>
                    <a:pt x="84135" y="92"/>
                  </a:lnTo>
                  <a:lnTo>
                    <a:pt x="78572" y="371"/>
                  </a:lnTo>
                  <a:lnTo>
                    <a:pt x="73022" y="834"/>
                  </a:lnTo>
                  <a:lnTo>
                    <a:pt x="67490" y="1482"/>
                  </a:lnTo>
                  <a:lnTo>
                    <a:pt x="61983" y="2314"/>
                  </a:lnTo>
                  <a:lnTo>
                    <a:pt x="56507" y="3329"/>
                  </a:lnTo>
                  <a:lnTo>
                    <a:pt x="51067" y="4526"/>
                  </a:lnTo>
                  <a:lnTo>
                    <a:pt x="45671" y="5903"/>
                  </a:lnTo>
                  <a:lnTo>
                    <a:pt x="40323" y="7459"/>
                  </a:lnTo>
                  <a:lnTo>
                    <a:pt x="35030" y="9193"/>
                  </a:lnTo>
                  <a:lnTo>
                    <a:pt x="29798" y="11102"/>
                  </a:lnTo>
                  <a:lnTo>
                    <a:pt x="24633" y="13184"/>
                  </a:lnTo>
                  <a:lnTo>
                    <a:pt x="19539" y="15437"/>
                  </a:lnTo>
                  <a:lnTo>
                    <a:pt x="14524" y="17859"/>
                  </a:lnTo>
                  <a:lnTo>
                    <a:pt x="9592" y="20446"/>
                  </a:lnTo>
                  <a:lnTo>
                    <a:pt x="4748" y="23196"/>
                  </a:lnTo>
                  <a:lnTo>
                    <a:pt x="0" y="26106"/>
                  </a:lnTo>
                  <a:lnTo>
                    <a:pt x="897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9079" y="1969623"/>
              <a:ext cx="89703" cy="141060"/>
            </a:xfrm>
            <a:custGeom>
              <a:avLst/>
              <a:pathLst>
                <a:path w="89703" h="141060">
                  <a:moveTo>
                    <a:pt x="0" y="0"/>
                  </a:moveTo>
                  <a:lnTo>
                    <a:pt x="89703" y="141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8730" y="1969623"/>
              <a:ext cx="90052" cy="141060"/>
            </a:xfrm>
            <a:custGeom>
              <a:avLst/>
              <a:pathLst>
                <a:path w="90052" h="141060">
                  <a:moveTo>
                    <a:pt x="349" y="0"/>
                  </a:moveTo>
                  <a:lnTo>
                    <a:pt x="0" y="222"/>
                  </a:lnTo>
                  <a:lnTo>
                    <a:pt x="90052" y="141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11632" y="1943516"/>
              <a:ext cx="334299" cy="334334"/>
            </a:xfrm>
            <a:custGeom>
              <a:avLst/>
              <a:pathLst>
                <a:path w="334299" h="334334">
                  <a:moveTo>
                    <a:pt x="77098" y="26329"/>
                  </a:moveTo>
                  <a:lnTo>
                    <a:pt x="72673" y="29258"/>
                  </a:lnTo>
                  <a:lnTo>
                    <a:pt x="68343" y="32326"/>
                  </a:lnTo>
                  <a:lnTo>
                    <a:pt x="64113" y="35530"/>
                  </a:lnTo>
                  <a:lnTo>
                    <a:pt x="59987" y="38867"/>
                  </a:lnTo>
                  <a:lnTo>
                    <a:pt x="55968" y="42333"/>
                  </a:lnTo>
                  <a:lnTo>
                    <a:pt x="52062" y="45925"/>
                  </a:lnTo>
                  <a:lnTo>
                    <a:pt x="48272" y="49639"/>
                  </a:lnTo>
                  <a:lnTo>
                    <a:pt x="44601" y="53472"/>
                  </a:lnTo>
                  <a:lnTo>
                    <a:pt x="41054" y="57419"/>
                  </a:lnTo>
                  <a:lnTo>
                    <a:pt x="37634" y="61477"/>
                  </a:lnTo>
                  <a:lnTo>
                    <a:pt x="34345" y="65641"/>
                  </a:lnTo>
                  <a:lnTo>
                    <a:pt x="31189" y="69907"/>
                  </a:lnTo>
                  <a:lnTo>
                    <a:pt x="28171" y="74272"/>
                  </a:lnTo>
                  <a:lnTo>
                    <a:pt x="25292" y="78730"/>
                  </a:lnTo>
                  <a:lnTo>
                    <a:pt x="22556" y="83277"/>
                  </a:lnTo>
                  <a:lnTo>
                    <a:pt x="19967" y="87909"/>
                  </a:lnTo>
                  <a:lnTo>
                    <a:pt x="17525" y="92621"/>
                  </a:lnTo>
                  <a:lnTo>
                    <a:pt x="15234" y="97407"/>
                  </a:lnTo>
                  <a:lnTo>
                    <a:pt x="13097" y="102265"/>
                  </a:lnTo>
                  <a:lnTo>
                    <a:pt x="11114" y="107187"/>
                  </a:lnTo>
                  <a:lnTo>
                    <a:pt x="9289" y="112170"/>
                  </a:lnTo>
                  <a:lnTo>
                    <a:pt x="7623" y="117208"/>
                  </a:lnTo>
                  <a:lnTo>
                    <a:pt x="6118" y="122297"/>
                  </a:lnTo>
                  <a:lnTo>
                    <a:pt x="4775" y="127431"/>
                  </a:lnTo>
                  <a:lnTo>
                    <a:pt x="3595" y="132605"/>
                  </a:lnTo>
                  <a:lnTo>
                    <a:pt x="2580" y="137814"/>
                  </a:lnTo>
                  <a:lnTo>
                    <a:pt x="1732" y="143052"/>
                  </a:lnTo>
                  <a:lnTo>
                    <a:pt x="1050" y="148315"/>
                  </a:lnTo>
                  <a:lnTo>
                    <a:pt x="535" y="153596"/>
                  </a:lnTo>
                  <a:lnTo>
                    <a:pt x="188" y="158892"/>
                  </a:lnTo>
                  <a:lnTo>
                    <a:pt x="10" y="164195"/>
                  </a:lnTo>
                  <a:lnTo>
                    <a:pt x="0" y="169502"/>
                  </a:lnTo>
                  <a:lnTo>
                    <a:pt x="158" y="174806"/>
                  </a:lnTo>
                  <a:lnTo>
                    <a:pt x="484" y="180103"/>
                  </a:lnTo>
                  <a:lnTo>
                    <a:pt x="979" y="185387"/>
                  </a:lnTo>
                  <a:lnTo>
                    <a:pt x="1641" y="190652"/>
                  </a:lnTo>
                  <a:lnTo>
                    <a:pt x="2470" y="195893"/>
                  </a:lnTo>
                  <a:lnTo>
                    <a:pt x="3465" y="201106"/>
                  </a:lnTo>
                  <a:lnTo>
                    <a:pt x="4624" y="206284"/>
                  </a:lnTo>
                  <a:lnTo>
                    <a:pt x="5948" y="211423"/>
                  </a:lnTo>
                  <a:lnTo>
                    <a:pt x="7434" y="216518"/>
                  </a:lnTo>
                  <a:lnTo>
                    <a:pt x="9081" y="221563"/>
                  </a:lnTo>
                  <a:lnTo>
                    <a:pt x="10887" y="226552"/>
                  </a:lnTo>
                  <a:lnTo>
                    <a:pt x="12851" y="231482"/>
                  </a:lnTo>
                  <a:lnTo>
                    <a:pt x="14970" y="236348"/>
                  </a:lnTo>
                  <a:lnTo>
                    <a:pt x="17242" y="241143"/>
                  </a:lnTo>
                  <a:lnTo>
                    <a:pt x="19666" y="245864"/>
                  </a:lnTo>
                  <a:lnTo>
                    <a:pt x="22238" y="250506"/>
                  </a:lnTo>
                  <a:lnTo>
                    <a:pt x="24956" y="255063"/>
                  </a:lnTo>
                  <a:lnTo>
                    <a:pt x="27818" y="259532"/>
                  </a:lnTo>
                  <a:lnTo>
                    <a:pt x="30820" y="263908"/>
                  </a:lnTo>
                  <a:lnTo>
                    <a:pt x="33959" y="268187"/>
                  </a:lnTo>
                  <a:lnTo>
                    <a:pt x="37233" y="272363"/>
                  </a:lnTo>
                  <a:lnTo>
                    <a:pt x="40637" y="276434"/>
                  </a:lnTo>
                  <a:lnTo>
                    <a:pt x="44169" y="280395"/>
                  </a:lnTo>
                  <a:lnTo>
                    <a:pt x="47825" y="284241"/>
                  </a:lnTo>
                  <a:lnTo>
                    <a:pt x="51601" y="287970"/>
                  </a:lnTo>
                  <a:lnTo>
                    <a:pt x="55494" y="291576"/>
                  </a:lnTo>
                  <a:lnTo>
                    <a:pt x="59499" y="295058"/>
                  </a:lnTo>
                  <a:lnTo>
                    <a:pt x="63613" y="298410"/>
                  </a:lnTo>
                  <a:lnTo>
                    <a:pt x="67831" y="301631"/>
                  </a:lnTo>
                  <a:lnTo>
                    <a:pt x="72149" y="304715"/>
                  </a:lnTo>
                  <a:lnTo>
                    <a:pt x="76562" y="307661"/>
                  </a:lnTo>
                  <a:lnTo>
                    <a:pt x="81067" y="310466"/>
                  </a:lnTo>
                  <a:lnTo>
                    <a:pt x="85659" y="313126"/>
                  </a:lnTo>
                  <a:lnTo>
                    <a:pt x="90333" y="315639"/>
                  </a:lnTo>
                  <a:lnTo>
                    <a:pt x="95084" y="318003"/>
                  </a:lnTo>
                  <a:lnTo>
                    <a:pt x="99908" y="320214"/>
                  </a:lnTo>
                  <a:lnTo>
                    <a:pt x="104800" y="322271"/>
                  </a:lnTo>
                  <a:lnTo>
                    <a:pt x="109755" y="324172"/>
                  </a:lnTo>
                  <a:lnTo>
                    <a:pt x="114767" y="325915"/>
                  </a:lnTo>
                  <a:lnTo>
                    <a:pt x="119832" y="327498"/>
                  </a:lnTo>
                  <a:lnTo>
                    <a:pt x="124945" y="328919"/>
                  </a:lnTo>
                  <a:lnTo>
                    <a:pt x="130100" y="330177"/>
                  </a:lnTo>
                  <a:lnTo>
                    <a:pt x="135293" y="331271"/>
                  </a:lnTo>
                  <a:lnTo>
                    <a:pt x="140518" y="332199"/>
                  </a:lnTo>
                  <a:lnTo>
                    <a:pt x="145770" y="332961"/>
                  </a:lnTo>
                  <a:lnTo>
                    <a:pt x="151043" y="333557"/>
                  </a:lnTo>
                  <a:lnTo>
                    <a:pt x="156332" y="333984"/>
                  </a:lnTo>
                  <a:lnTo>
                    <a:pt x="161633" y="334243"/>
                  </a:lnTo>
                  <a:lnTo>
                    <a:pt x="166938" y="334334"/>
                  </a:lnTo>
                  <a:lnTo>
                    <a:pt x="172245" y="334257"/>
                  </a:lnTo>
                  <a:lnTo>
                    <a:pt x="177546" y="334011"/>
                  </a:lnTo>
                  <a:lnTo>
                    <a:pt x="182836" y="333597"/>
                  </a:lnTo>
                  <a:lnTo>
                    <a:pt x="188111" y="333015"/>
                  </a:lnTo>
                  <a:lnTo>
                    <a:pt x="193364" y="332266"/>
                  </a:lnTo>
                  <a:lnTo>
                    <a:pt x="198592" y="331351"/>
                  </a:lnTo>
                  <a:lnTo>
                    <a:pt x="203787" y="330270"/>
                  </a:lnTo>
                  <a:lnTo>
                    <a:pt x="208946" y="329025"/>
                  </a:lnTo>
                  <a:lnTo>
                    <a:pt x="214062" y="327617"/>
                  </a:lnTo>
                  <a:lnTo>
                    <a:pt x="219131" y="326047"/>
                  </a:lnTo>
                  <a:lnTo>
                    <a:pt x="224148" y="324317"/>
                  </a:lnTo>
                  <a:lnTo>
                    <a:pt x="229107" y="322429"/>
                  </a:lnTo>
                  <a:lnTo>
                    <a:pt x="234004" y="320384"/>
                  </a:lnTo>
                  <a:lnTo>
                    <a:pt x="238834" y="318185"/>
                  </a:lnTo>
                  <a:lnTo>
                    <a:pt x="243591" y="315834"/>
                  </a:lnTo>
                  <a:lnTo>
                    <a:pt x="248271" y="313332"/>
                  </a:lnTo>
                  <a:lnTo>
                    <a:pt x="252870" y="310684"/>
                  </a:lnTo>
                  <a:lnTo>
                    <a:pt x="257382" y="307891"/>
                  </a:lnTo>
                  <a:lnTo>
                    <a:pt x="261803" y="304956"/>
                  </a:lnTo>
                  <a:lnTo>
                    <a:pt x="266129" y="301882"/>
                  </a:lnTo>
                  <a:lnTo>
                    <a:pt x="270355" y="298673"/>
                  </a:lnTo>
                  <a:lnTo>
                    <a:pt x="274477" y="295331"/>
                  </a:lnTo>
                  <a:lnTo>
                    <a:pt x="278491" y="291859"/>
                  </a:lnTo>
                  <a:lnTo>
                    <a:pt x="282393" y="288263"/>
                  </a:lnTo>
                  <a:lnTo>
                    <a:pt x="286179" y="284544"/>
                  </a:lnTo>
                  <a:lnTo>
                    <a:pt x="289844" y="280706"/>
                  </a:lnTo>
                  <a:lnTo>
                    <a:pt x="293386" y="276755"/>
                  </a:lnTo>
                  <a:lnTo>
                    <a:pt x="296801" y="272693"/>
                  </a:lnTo>
                  <a:lnTo>
                    <a:pt x="300085" y="268524"/>
                  </a:lnTo>
                  <a:lnTo>
                    <a:pt x="303235" y="264254"/>
                  </a:lnTo>
                  <a:lnTo>
                    <a:pt x="306248" y="259886"/>
                  </a:lnTo>
                  <a:lnTo>
                    <a:pt x="309121" y="255424"/>
                  </a:lnTo>
                  <a:lnTo>
                    <a:pt x="311851" y="250873"/>
                  </a:lnTo>
                  <a:lnTo>
                    <a:pt x="314435" y="246238"/>
                  </a:lnTo>
                  <a:lnTo>
                    <a:pt x="316871" y="241523"/>
                  </a:lnTo>
                  <a:lnTo>
                    <a:pt x="319155" y="236734"/>
                  </a:lnTo>
                  <a:lnTo>
                    <a:pt x="321287" y="231874"/>
                  </a:lnTo>
                  <a:lnTo>
                    <a:pt x="323263" y="226949"/>
                  </a:lnTo>
                  <a:lnTo>
                    <a:pt x="325082" y="221964"/>
                  </a:lnTo>
                  <a:lnTo>
                    <a:pt x="326742" y="216923"/>
                  </a:lnTo>
                  <a:lnTo>
                    <a:pt x="328240" y="211832"/>
                  </a:lnTo>
                  <a:lnTo>
                    <a:pt x="329577" y="206697"/>
                  </a:lnTo>
                  <a:lnTo>
                    <a:pt x="330750" y="201521"/>
                  </a:lnTo>
                  <a:lnTo>
                    <a:pt x="331758" y="196311"/>
                  </a:lnTo>
                  <a:lnTo>
                    <a:pt x="332600" y="191072"/>
                  </a:lnTo>
                  <a:lnTo>
                    <a:pt x="333275" y="185808"/>
                  </a:lnTo>
                  <a:lnTo>
                    <a:pt x="333783" y="180526"/>
                  </a:lnTo>
                  <a:lnTo>
                    <a:pt x="334123" y="175230"/>
                  </a:lnTo>
                  <a:lnTo>
                    <a:pt x="334295" y="169926"/>
                  </a:lnTo>
                  <a:lnTo>
                    <a:pt x="334299" y="164620"/>
                  </a:lnTo>
                  <a:lnTo>
                    <a:pt x="334134" y="159316"/>
                  </a:lnTo>
                  <a:lnTo>
                    <a:pt x="333800" y="154019"/>
                  </a:lnTo>
                  <a:lnTo>
                    <a:pt x="333299" y="148736"/>
                  </a:lnTo>
                  <a:lnTo>
                    <a:pt x="332630" y="143472"/>
                  </a:lnTo>
                  <a:lnTo>
                    <a:pt x="331795" y="138231"/>
                  </a:lnTo>
                  <a:lnTo>
                    <a:pt x="330793" y="133020"/>
                  </a:lnTo>
                  <a:lnTo>
                    <a:pt x="329627" y="127843"/>
                  </a:lnTo>
                  <a:lnTo>
                    <a:pt x="328297" y="122706"/>
                  </a:lnTo>
                  <a:lnTo>
                    <a:pt x="326805" y="117613"/>
                  </a:lnTo>
                  <a:lnTo>
                    <a:pt x="325151" y="112571"/>
                  </a:lnTo>
                  <a:lnTo>
                    <a:pt x="323339" y="107583"/>
                  </a:lnTo>
                  <a:lnTo>
                    <a:pt x="321369" y="102656"/>
                  </a:lnTo>
                  <a:lnTo>
                    <a:pt x="319244" y="97793"/>
                  </a:lnTo>
                  <a:lnTo>
                    <a:pt x="316965" y="93001"/>
                  </a:lnTo>
                  <a:lnTo>
                    <a:pt x="314535" y="88283"/>
                  </a:lnTo>
                  <a:lnTo>
                    <a:pt x="311957" y="83644"/>
                  </a:lnTo>
                  <a:lnTo>
                    <a:pt x="309233" y="79090"/>
                  </a:lnTo>
                  <a:lnTo>
                    <a:pt x="306366" y="74625"/>
                  </a:lnTo>
                  <a:lnTo>
                    <a:pt x="303358" y="70253"/>
                  </a:lnTo>
                  <a:lnTo>
                    <a:pt x="300214" y="65978"/>
                  </a:lnTo>
                  <a:lnTo>
                    <a:pt x="296935" y="61806"/>
                  </a:lnTo>
                  <a:lnTo>
                    <a:pt x="293525" y="57739"/>
                  </a:lnTo>
                  <a:lnTo>
                    <a:pt x="289988" y="53783"/>
                  </a:lnTo>
                  <a:lnTo>
                    <a:pt x="286327" y="49941"/>
                  </a:lnTo>
                  <a:lnTo>
                    <a:pt x="282547" y="46218"/>
                  </a:lnTo>
                  <a:lnTo>
                    <a:pt x="278649" y="42616"/>
                  </a:lnTo>
                  <a:lnTo>
                    <a:pt x="274640" y="39140"/>
                  </a:lnTo>
                  <a:lnTo>
                    <a:pt x="270522" y="35792"/>
                  </a:lnTo>
                  <a:lnTo>
                    <a:pt x="266300" y="32577"/>
                  </a:lnTo>
                  <a:lnTo>
                    <a:pt x="261978" y="29498"/>
                  </a:lnTo>
                  <a:lnTo>
                    <a:pt x="257561" y="26558"/>
                  </a:lnTo>
                  <a:lnTo>
                    <a:pt x="253052" y="23759"/>
                  </a:lnTo>
                  <a:lnTo>
                    <a:pt x="248457" y="21104"/>
                  </a:lnTo>
                  <a:lnTo>
                    <a:pt x="243780" y="18597"/>
                  </a:lnTo>
                  <a:lnTo>
                    <a:pt x="239025" y="16240"/>
                  </a:lnTo>
                  <a:lnTo>
                    <a:pt x="234199" y="14035"/>
                  </a:lnTo>
                  <a:lnTo>
                    <a:pt x="229304" y="11984"/>
                  </a:lnTo>
                  <a:lnTo>
                    <a:pt x="224347" y="10089"/>
                  </a:lnTo>
                  <a:lnTo>
                    <a:pt x="219333" y="8353"/>
                  </a:lnTo>
                  <a:lnTo>
                    <a:pt x="214266" y="6776"/>
                  </a:lnTo>
                  <a:lnTo>
                    <a:pt x="209151" y="5362"/>
                  </a:lnTo>
                  <a:lnTo>
                    <a:pt x="203994" y="4110"/>
                  </a:lnTo>
                  <a:lnTo>
                    <a:pt x="198800" y="3023"/>
                  </a:lnTo>
                  <a:lnTo>
                    <a:pt x="193574" y="2101"/>
                  </a:lnTo>
                  <a:lnTo>
                    <a:pt x="188321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1466" y="2406772"/>
              <a:ext cx="104267" cy="167167"/>
            </a:xfrm>
            <a:custGeom>
              <a:avLst/>
              <a:pathLst>
                <a:path w="104267" h="167167">
                  <a:moveTo>
                    <a:pt x="104267" y="0"/>
                  </a:moveTo>
                  <a:lnTo>
                    <a:pt x="98639" y="94"/>
                  </a:lnTo>
                  <a:lnTo>
                    <a:pt x="93017" y="379"/>
                  </a:lnTo>
                  <a:lnTo>
                    <a:pt x="87408" y="852"/>
                  </a:lnTo>
                  <a:lnTo>
                    <a:pt x="81817" y="1514"/>
                  </a:lnTo>
                  <a:lnTo>
                    <a:pt x="76253" y="2364"/>
                  </a:lnTo>
                  <a:lnTo>
                    <a:pt x="70720" y="3400"/>
                  </a:lnTo>
                  <a:lnTo>
                    <a:pt x="65225" y="4623"/>
                  </a:lnTo>
                  <a:lnTo>
                    <a:pt x="59774" y="6029"/>
                  </a:lnTo>
                  <a:lnTo>
                    <a:pt x="54374" y="7619"/>
                  </a:lnTo>
                  <a:lnTo>
                    <a:pt x="49031" y="9389"/>
                  </a:lnTo>
                  <a:lnTo>
                    <a:pt x="43750" y="11338"/>
                  </a:lnTo>
                  <a:lnTo>
                    <a:pt x="38538" y="13464"/>
                  </a:lnTo>
                  <a:lnTo>
                    <a:pt x="33400" y="15764"/>
                  </a:lnTo>
                  <a:lnTo>
                    <a:pt x="28342" y="18236"/>
                  </a:lnTo>
                  <a:lnTo>
                    <a:pt x="23371" y="20877"/>
                  </a:lnTo>
                  <a:lnTo>
                    <a:pt x="18492" y="23683"/>
                  </a:lnTo>
                  <a:lnTo>
                    <a:pt x="13709" y="26653"/>
                  </a:lnTo>
                  <a:lnTo>
                    <a:pt x="9030" y="29781"/>
                  </a:lnTo>
                  <a:lnTo>
                    <a:pt x="4458" y="33066"/>
                  </a:lnTo>
                  <a:lnTo>
                    <a:pt x="0" y="36502"/>
                  </a:lnTo>
                  <a:lnTo>
                    <a:pt x="1042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41466" y="2443275"/>
              <a:ext cx="104267" cy="130664"/>
            </a:xfrm>
            <a:custGeom>
              <a:avLst/>
              <a:pathLst>
                <a:path w="104267" h="130664">
                  <a:moveTo>
                    <a:pt x="0" y="0"/>
                  </a:moveTo>
                  <a:lnTo>
                    <a:pt x="104267" y="1306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478575" y="2407131"/>
              <a:ext cx="334306" cy="333974"/>
            </a:xfrm>
            <a:custGeom>
              <a:avLst/>
              <a:pathLst>
                <a:path w="334306" h="333974">
                  <a:moveTo>
                    <a:pt x="62891" y="36143"/>
                  </a:moveTo>
                  <a:lnTo>
                    <a:pt x="58804" y="39511"/>
                  </a:lnTo>
                  <a:lnTo>
                    <a:pt x="54826" y="43007"/>
                  </a:lnTo>
                  <a:lnTo>
                    <a:pt x="50961" y="46627"/>
                  </a:lnTo>
                  <a:lnTo>
                    <a:pt x="47213" y="50368"/>
                  </a:lnTo>
                  <a:lnTo>
                    <a:pt x="43585" y="54226"/>
                  </a:lnTo>
                  <a:lnTo>
                    <a:pt x="40081" y="58196"/>
                  </a:lnTo>
                  <a:lnTo>
                    <a:pt x="36704" y="62276"/>
                  </a:lnTo>
                  <a:lnTo>
                    <a:pt x="33459" y="66461"/>
                  </a:lnTo>
                  <a:lnTo>
                    <a:pt x="30347" y="70746"/>
                  </a:lnTo>
                  <a:lnTo>
                    <a:pt x="27373" y="75128"/>
                  </a:lnTo>
                  <a:lnTo>
                    <a:pt x="24539" y="79601"/>
                  </a:lnTo>
                  <a:lnTo>
                    <a:pt x="21849" y="84163"/>
                  </a:lnTo>
                  <a:lnTo>
                    <a:pt x="19304" y="88807"/>
                  </a:lnTo>
                  <a:lnTo>
                    <a:pt x="16907" y="93529"/>
                  </a:lnTo>
                  <a:lnTo>
                    <a:pt x="14662" y="98325"/>
                  </a:lnTo>
                  <a:lnTo>
                    <a:pt x="12569" y="103190"/>
                  </a:lnTo>
                  <a:lnTo>
                    <a:pt x="10632" y="108118"/>
                  </a:lnTo>
                  <a:lnTo>
                    <a:pt x="8851" y="113106"/>
                  </a:lnTo>
                  <a:lnTo>
                    <a:pt x="7230" y="118147"/>
                  </a:lnTo>
                  <a:lnTo>
                    <a:pt x="5769" y="123237"/>
                  </a:lnTo>
                  <a:lnTo>
                    <a:pt x="4469" y="128371"/>
                  </a:lnTo>
                  <a:lnTo>
                    <a:pt x="3334" y="133544"/>
                  </a:lnTo>
                  <a:lnTo>
                    <a:pt x="2362" y="138749"/>
                  </a:lnTo>
                  <a:lnTo>
                    <a:pt x="1556" y="143983"/>
                  </a:lnTo>
                  <a:lnTo>
                    <a:pt x="916" y="149240"/>
                  </a:lnTo>
                  <a:lnTo>
                    <a:pt x="443" y="154515"/>
                  </a:lnTo>
                  <a:lnTo>
                    <a:pt x="138" y="159802"/>
                  </a:lnTo>
                  <a:lnTo>
                    <a:pt x="0" y="165096"/>
                  </a:lnTo>
                  <a:lnTo>
                    <a:pt x="29" y="170391"/>
                  </a:lnTo>
                  <a:lnTo>
                    <a:pt x="227" y="175683"/>
                  </a:lnTo>
                  <a:lnTo>
                    <a:pt x="591" y="180966"/>
                  </a:lnTo>
                  <a:lnTo>
                    <a:pt x="1124" y="186235"/>
                  </a:lnTo>
                  <a:lnTo>
                    <a:pt x="1822" y="191485"/>
                  </a:lnTo>
                  <a:lnTo>
                    <a:pt x="2687" y="196709"/>
                  </a:lnTo>
                  <a:lnTo>
                    <a:pt x="3717" y="201904"/>
                  </a:lnTo>
                  <a:lnTo>
                    <a:pt x="4910" y="207063"/>
                  </a:lnTo>
                  <a:lnTo>
                    <a:pt x="6267" y="212182"/>
                  </a:lnTo>
                  <a:lnTo>
                    <a:pt x="7785" y="217256"/>
                  </a:lnTo>
                  <a:lnTo>
                    <a:pt x="9463" y="222279"/>
                  </a:lnTo>
                  <a:lnTo>
                    <a:pt x="11299" y="227246"/>
                  </a:lnTo>
                  <a:lnTo>
                    <a:pt x="13291" y="232152"/>
                  </a:lnTo>
                  <a:lnTo>
                    <a:pt x="15439" y="236993"/>
                  </a:lnTo>
                  <a:lnTo>
                    <a:pt x="17738" y="241764"/>
                  </a:lnTo>
                  <a:lnTo>
                    <a:pt x="20187" y="246459"/>
                  </a:lnTo>
                  <a:lnTo>
                    <a:pt x="22784" y="251074"/>
                  </a:lnTo>
                  <a:lnTo>
                    <a:pt x="25525" y="255605"/>
                  </a:lnTo>
                  <a:lnTo>
                    <a:pt x="28409" y="260047"/>
                  </a:lnTo>
                  <a:lnTo>
                    <a:pt x="31432" y="264395"/>
                  </a:lnTo>
                  <a:lnTo>
                    <a:pt x="34591" y="268645"/>
                  </a:lnTo>
                  <a:lnTo>
                    <a:pt x="37884" y="272793"/>
                  </a:lnTo>
                  <a:lnTo>
                    <a:pt x="41306" y="276835"/>
                  </a:lnTo>
                  <a:lnTo>
                    <a:pt x="44854" y="280766"/>
                  </a:lnTo>
                  <a:lnTo>
                    <a:pt x="48525" y="284583"/>
                  </a:lnTo>
                  <a:lnTo>
                    <a:pt x="52315" y="288281"/>
                  </a:lnTo>
                  <a:lnTo>
                    <a:pt x="56220" y="291858"/>
                  </a:lnTo>
                  <a:lnTo>
                    <a:pt x="60237" y="295309"/>
                  </a:lnTo>
                  <a:lnTo>
                    <a:pt x="64361" y="298632"/>
                  </a:lnTo>
                  <a:lnTo>
                    <a:pt x="68588" y="301822"/>
                  </a:lnTo>
                  <a:lnTo>
                    <a:pt x="72914" y="304876"/>
                  </a:lnTo>
                  <a:lnTo>
                    <a:pt x="77335" y="307792"/>
                  </a:lnTo>
                  <a:lnTo>
                    <a:pt x="81845" y="310566"/>
                  </a:lnTo>
                  <a:lnTo>
                    <a:pt x="86442" y="313196"/>
                  </a:lnTo>
                  <a:lnTo>
                    <a:pt x="91119" y="315680"/>
                  </a:lnTo>
                  <a:lnTo>
                    <a:pt x="95873" y="318014"/>
                  </a:lnTo>
                  <a:lnTo>
                    <a:pt x="100698" y="320196"/>
                  </a:lnTo>
                  <a:lnTo>
                    <a:pt x="105590" y="322224"/>
                  </a:lnTo>
                  <a:lnTo>
                    <a:pt x="110544" y="324096"/>
                  </a:lnTo>
                  <a:lnTo>
                    <a:pt x="115554" y="325810"/>
                  </a:lnTo>
                  <a:lnTo>
                    <a:pt x="120617" y="327365"/>
                  </a:lnTo>
                  <a:lnTo>
                    <a:pt x="125726" y="328759"/>
                  </a:lnTo>
                  <a:lnTo>
                    <a:pt x="130876" y="329990"/>
                  </a:lnTo>
                  <a:lnTo>
                    <a:pt x="136063" y="331057"/>
                  </a:lnTo>
                  <a:lnTo>
                    <a:pt x="141282" y="331960"/>
                  </a:lnTo>
                  <a:lnTo>
                    <a:pt x="146526" y="332696"/>
                  </a:lnTo>
                  <a:lnTo>
                    <a:pt x="151791" y="333267"/>
                  </a:lnTo>
                  <a:lnTo>
                    <a:pt x="157071" y="333670"/>
                  </a:lnTo>
                  <a:lnTo>
                    <a:pt x="162361" y="333906"/>
                  </a:lnTo>
                  <a:lnTo>
                    <a:pt x="167657" y="333974"/>
                  </a:lnTo>
                  <a:lnTo>
                    <a:pt x="172951" y="333874"/>
                  </a:lnTo>
                  <a:lnTo>
                    <a:pt x="178240" y="333607"/>
                  </a:lnTo>
                  <a:lnTo>
                    <a:pt x="183518" y="333172"/>
                  </a:lnTo>
                  <a:lnTo>
                    <a:pt x="188780" y="332570"/>
                  </a:lnTo>
                  <a:lnTo>
                    <a:pt x="194019" y="331802"/>
                  </a:lnTo>
                  <a:lnTo>
                    <a:pt x="199232" y="330869"/>
                  </a:lnTo>
                  <a:lnTo>
                    <a:pt x="204413" y="329771"/>
                  </a:lnTo>
                  <a:lnTo>
                    <a:pt x="209556" y="328509"/>
                  </a:lnTo>
                  <a:lnTo>
                    <a:pt x="214656" y="327085"/>
                  </a:lnTo>
                  <a:lnTo>
                    <a:pt x="219709" y="325500"/>
                  </a:lnTo>
                  <a:lnTo>
                    <a:pt x="224710" y="323756"/>
                  </a:lnTo>
                  <a:lnTo>
                    <a:pt x="229652" y="321854"/>
                  </a:lnTo>
                  <a:lnTo>
                    <a:pt x="234532" y="319797"/>
                  </a:lnTo>
                  <a:lnTo>
                    <a:pt x="239344" y="317586"/>
                  </a:lnTo>
                  <a:lnTo>
                    <a:pt x="244084" y="315224"/>
                  </a:lnTo>
                  <a:lnTo>
                    <a:pt x="248746" y="312712"/>
                  </a:lnTo>
                  <a:lnTo>
                    <a:pt x="253327" y="310055"/>
                  </a:lnTo>
                  <a:lnTo>
                    <a:pt x="257821" y="307254"/>
                  </a:lnTo>
                  <a:lnTo>
                    <a:pt x="262224" y="304311"/>
                  </a:lnTo>
                  <a:lnTo>
                    <a:pt x="266532" y="301231"/>
                  </a:lnTo>
                  <a:lnTo>
                    <a:pt x="270740" y="298016"/>
                  </a:lnTo>
                  <a:lnTo>
                    <a:pt x="274844" y="294669"/>
                  </a:lnTo>
                  <a:lnTo>
                    <a:pt x="278840" y="291194"/>
                  </a:lnTo>
                  <a:lnTo>
                    <a:pt x="282724" y="287594"/>
                  </a:lnTo>
                  <a:lnTo>
                    <a:pt x="286492" y="283873"/>
                  </a:lnTo>
                  <a:lnTo>
                    <a:pt x="290140" y="280034"/>
                  </a:lnTo>
                  <a:lnTo>
                    <a:pt x="293665" y="276082"/>
                  </a:lnTo>
                  <a:lnTo>
                    <a:pt x="297063" y="272020"/>
                  </a:lnTo>
                  <a:lnTo>
                    <a:pt x="300330" y="267853"/>
                  </a:lnTo>
                  <a:lnTo>
                    <a:pt x="303464" y="263584"/>
                  </a:lnTo>
                  <a:lnTo>
                    <a:pt x="306461" y="259218"/>
                  </a:lnTo>
                  <a:lnTo>
                    <a:pt x="309318" y="254759"/>
                  </a:lnTo>
                  <a:lnTo>
                    <a:pt x="312033" y="250212"/>
                  </a:lnTo>
                  <a:lnTo>
                    <a:pt x="314602" y="245581"/>
                  </a:lnTo>
                  <a:lnTo>
                    <a:pt x="317023" y="240871"/>
                  </a:lnTo>
                  <a:lnTo>
                    <a:pt x="319294" y="236087"/>
                  </a:lnTo>
                  <a:lnTo>
                    <a:pt x="321412" y="231234"/>
                  </a:lnTo>
                  <a:lnTo>
                    <a:pt x="323375" y="226315"/>
                  </a:lnTo>
                  <a:lnTo>
                    <a:pt x="325182" y="221337"/>
                  </a:lnTo>
                  <a:lnTo>
                    <a:pt x="326830" y="216304"/>
                  </a:lnTo>
                  <a:lnTo>
                    <a:pt x="328317" y="211222"/>
                  </a:lnTo>
                  <a:lnTo>
                    <a:pt x="329643" y="206095"/>
                  </a:lnTo>
                  <a:lnTo>
                    <a:pt x="330806" y="200929"/>
                  </a:lnTo>
                  <a:lnTo>
                    <a:pt x="331805" y="195728"/>
                  </a:lnTo>
                  <a:lnTo>
                    <a:pt x="332638" y="190498"/>
                  </a:lnTo>
                  <a:lnTo>
                    <a:pt x="333306" y="185245"/>
                  </a:lnTo>
                  <a:lnTo>
                    <a:pt x="333806" y="179973"/>
                  </a:lnTo>
                  <a:lnTo>
                    <a:pt x="334140" y="174688"/>
                  </a:lnTo>
                  <a:lnTo>
                    <a:pt x="334306" y="169394"/>
                  </a:lnTo>
                  <a:lnTo>
                    <a:pt x="334304" y="164099"/>
                  </a:lnTo>
                  <a:lnTo>
                    <a:pt x="334134" y="158806"/>
                  </a:lnTo>
                  <a:lnTo>
                    <a:pt x="333797" y="153521"/>
                  </a:lnTo>
                  <a:lnTo>
                    <a:pt x="333292" y="148249"/>
                  </a:lnTo>
                  <a:lnTo>
                    <a:pt x="332621" y="142996"/>
                  </a:lnTo>
                  <a:lnTo>
                    <a:pt x="331784" y="137767"/>
                  </a:lnTo>
                  <a:lnTo>
                    <a:pt x="330781" y="132567"/>
                  </a:lnTo>
                  <a:lnTo>
                    <a:pt x="329615" y="127402"/>
                  </a:lnTo>
                  <a:lnTo>
                    <a:pt x="328285" y="122275"/>
                  </a:lnTo>
                  <a:lnTo>
                    <a:pt x="326794" y="117194"/>
                  </a:lnTo>
                  <a:lnTo>
                    <a:pt x="325142" y="112163"/>
                  </a:lnTo>
                  <a:lnTo>
                    <a:pt x="323332" y="107186"/>
                  </a:lnTo>
                  <a:lnTo>
                    <a:pt x="321365" y="102269"/>
                  </a:lnTo>
                  <a:lnTo>
                    <a:pt x="319243" y="97417"/>
                  </a:lnTo>
                  <a:lnTo>
                    <a:pt x="316969" y="92634"/>
                  </a:lnTo>
                  <a:lnTo>
                    <a:pt x="314545" y="87926"/>
                  </a:lnTo>
                  <a:lnTo>
                    <a:pt x="311972" y="83297"/>
                  </a:lnTo>
                  <a:lnTo>
                    <a:pt x="309254" y="78752"/>
                  </a:lnTo>
                  <a:lnTo>
                    <a:pt x="306394" y="74296"/>
                  </a:lnTo>
                  <a:lnTo>
                    <a:pt x="303394" y="69932"/>
                  </a:lnTo>
                  <a:lnTo>
                    <a:pt x="300257" y="65665"/>
                  </a:lnTo>
                  <a:lnTo>
                    <a:pt x="296986" y="61500"/>
                  </a:lnTo>
                  <a:lnTo>
                    <a:pt x="293586" y="57440"/>
                  </a:lnTo>
                  <a:lnTo>
                    <a:pt x="290058" y="53491"/>
                  </a:lnTo>
                  <a:lnTo>
                    <a:pt x="286407" y="49655"/>
                  </a:lnTo>
                  <a:lnTo>
                    <a:pt x="282636" y="45936"/>
                  </a:lnTo>
                  <a:lnTo>
                    <a:pt x="278750" y="42339"/>
                  </a:lnTo>
                  <a:lnTo>
                    <a:pt x="274751" y="38867"/>
                  </a:lnTo>
                  <a:lnTo>
                    <a:pt x="270645" y="35523"/>
                  </a:lnTo>
                  <a:lnTo>
                    <a:pt x="266434" y="32311"/>
                  </a:lnTo>
                  <a:lnTo>
                    <a:pt x="262124" y="29234"/>
                  </a:lnTo>
                  <a:lnTo>
                    <a:pt x="257719" y="26295"/>
                  </a:lnTo>
                  <a:lnTo>
                    <a:pt x="253223" y="23497"/>
                  </a:lnTo>
                  <a:lnTo>
                    <a:pt x="248640" y="20843"/>
                  </a:lnTo>
                  <a:lnTo>
                    <a:pt x="243976" y="18335"/>
                  </a:lnTo>
                  <a:lnTo>
                    <a:pt x="239235" y="15976"/>
                  </a:lnTo>
                  <a:lnTo>
                    <a:pt x="234421" y="13769"/>
                  </a:lnTo>
                  <a:lnTo>
                    <a:pt x="229540" y="11715"/>
                  </a:lnTo>
                  <a:lnTo>
                    <a:pt x="224596" y="9817"/>
                  </a:lnTo>
                  <a:lnTo>
                    <a:pt x="219594" y="8077"/>
                  </a:lnTo>
                  <a:lnTo>
                    <a:pt x="214540" y="6495"/>
                  </a:lnTo>
                  <a:lnTo>
                    <a:pt x="209439" y="5075"/>
                  </a:lnTo>
                  <a:lnTo>
                    <a:pt x="204294" y="3817"/>
                  </a:lnTo>
                  <a:lnTo>
                    <a:pt x="199113" y="2722"/>
                  </a:lnTo>
                  <a:lnTo>
                    <a:pt x="193900" y="1793"/>
                  </a:lnTo>
                  <a:lnTo>
                    <a:pt x="188659" y="1028"/>
                  </a:lnTo>
                  <a:lnTo>
                    <a:pt x="183398" y="430"/>
                  </a:lnTo>
                  <a:lnTo>
                    <a:pt x="178119" y="0"/>
                  </a:lnTo>
                  <a:lnTo>
                    <a:pt x="167158" y="166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0961" cy="167167"/>
            </a:xfrm>
            <a:custGeom>
              <a:avLst/>
              <a:pathLst>
                <a:path w="10961" h="167167">
                  <a:moveTo>
                    <a:pt x="10961" y="35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358824" y="2911194"/>
              <a:ext cx="334322" cy="334329"/>
            </a:xfrm>
            <a:custGeom>
              <a:avLst/>
              <a:pathLst>
                <a:path w="334322" h="334329">
                  <a:moveTo>
                    <a:pt x="167156" y="0"/>
                  </a:moveTo>
                  <a:lnTo>
                    <a:pt x="161866" y="83"/>
                  </a:lnTo>
                  <a:lnTo>
                    <a:pt x="156581" y="334"/>
                  </a:lnTo>
                  <a:lnTo>
                    <a:pt x="151308" y="752"/>
                  </a:lnTo>
                  <a:lnTo>
                    <a:pt x="146050" y="1337"/>
                  </a:lnTo>
                  <a:lnTo>
                    <a:pt x="140813" y="2088"/>
                  </a:lnTo>
                  <a:lnTo>
                    <a:pt x="135602" y="3004"/>
                  </a:lnTo>
                  <a:lnTo>
                    <a:pt x="130424" y="4085"/>
                  </a:lnTo>
                  <a:lnTo>
                    <a:pt x="125282" y="5329"/>
                  </a:lnTo>
                  <a:lnTo>
                    <a:pt x="120181" y="6735"/>
                  </a:lnTo>
                  <a:lnTo>
                    <a:pt x="115128" y="8302"/>
                  </a:lnTo>
                  <a:lnTo>
                    <a:pt x="110127" y="10028"/>
                  </a:lnTo>
                  <a:lnTo>
                    <a:pt x="105184" y="11911"/>
                  </a:lnTo>
                  <a:lnTo>
                    <a:pt x="100302" y="13950"/>
                  </a:lnTo>
                  <a:lnTo>
                    <a:pt x="95487" y="16142"/>
                  </a:lnTo>
                  <a:lnTo>
                    <a:pt x="90744" y="18485"/>
                  </a:lnTo>
                  <a:lnTo>
                    <a:pt x="86077" y="20978"/>
                  </a:lnTo>
                  <a:lnTo>
                    <a:pt x="81492" y="23617"/>
                  </a:lnTo>
                  <a:lnTo>
                    <a:pt x="76993" y="26399"/>
                  </a:lnTo>
                  <a:lnTo>
                    <a:pt x="72583" y="29323"/>
                  </a:lnTo>
                  <a:lnTo>
                    <a:pt x="68269" y="32384"/>
                  </a:lnTo>
                  <a:lnTo>
                    <a:pt x="64053" y="35581"/>
                  </a:lnTo>
                  <a:lnTo>
                    <a:pt x="59941" y="38909"/>
                  </a:lnTo>
                  <a:lnTo>
                    <a:pt x="55937" y="42366"/>
                  </a:lnTo>
                  <a:lnTo>
                    <a:pt x="52043" y="45948"/>
                  </a:lnTo>
                  <a:lnTo>
                    <a:pt x="48265" y="49651"/>
                  </a:lnTo>
                  <a:lnTo>
                    <a:pt x="44606" y="53472"/>
                  </a:lnTo>
                  <a:lnTo>
                    <a:pt x="41070" y="57407"/>
                  </a:lnTo>
                  <a:lnTo>
                    <a:pt x="37660" y="61452"/>
                  </a:lnTo>
                  <a:lnTo>
                    <a:pt x="34379" y="65602"/>
                  </a:lnTo>
                  <a:lnTo>
                    <a:pt x="31232" y="69855"/>
                  </a:lnTo>
                  <a:lnTo>
                    <a:pt x="28221" y="74204"/>
                  </a:lnTo>
                  <a:lnTo>
                    <a:pt x="25349" y="78647"/>
                  </a:lnTo>
                  <a:lnTo>
                    <a:pt x="22619" y="83179"/>
                  </a:lnTo>
                  <a:lnTo>
                    <a:pt x="20033" y="87795"/>
                  </a:lnTo>
                  <a:lnTo>
                    <a:pt x="17595" y="92490"/>
                  </a:lnTo>
                  <a:lnTo>
                    <a:pt x="15307" y="97260"/>
                  </a:lnTo>
                  <a:lnTo>
                    <a:pt x="13171" y="102100"/>
                  </a:lnTo>
                  <a:lnTo>
                    <a:pt x="11189" y="107005"/>
                  </a:lnTo>
                  <a:lnTo>
                    <a:pt x="9364" y="111970"/>
                  </a:lnTo>
                  <a:lnTo>
                    <a:pt x="7696" y="116991"/>
                  </a:lnTo>
                  <a:lnTo>
                    <a:pt x="6188" y="122062"/>
                  </a:lnTo>
                  <a:lnTo>
                    <a:pt x="4842" y="127178"/>
                  </a:lnTo>
                  <a:lnTo>
                    <a:pt x="3658" y="132334"/>
                  </a:lnTo>
                  <a:lnTo>
                    <a:pt x="2637" y="137525"/>
                  </a:lnTo>
                  <a:lnTo>
                    <a:pt x="1782" y="142746"/>
                  </a:lnTo>
                  <a:lnTo>
                    <a:pt x="1092" y="147991"/>
                  </a:lnTo>
                  <a:lnTo>
                    <a:pt x="568" y="153256"/>
                  </a:lnTo>
                  <a:lnTo>
                    <a:pt x="211" y="158534"/>
                  </a:lnTo>
                  <a:lnTo>
                    <a:pt x="22" y="163821"/>
                  </a:lnTo>
                  <a:lnTo>
                    <a:pt x="0" y="169111"/>
                  </a:lnTo>
                  <a:lnTo>
                    <a:pt x="145" y="174400"/>
                  </a:lnTo>
                  <a:lnTo>
                    <a:pt x="457" y="179681"/>
                  </a:lnTo>
                  <a:lnTo>
                    <a:pt x="937" y="184949"/>
                  </a:lnTo>
                  <a:lnTo>
                    <a:pt x="1583" y="190200"/>
                  </a:lnTo>
                  <a:lnTo>
                    <a:pt x="2394" y="195428"/>
                  </a:lnTo>
                  <a:lnTo>
                    <a:pt x="3371" y="200627"/>
                  </a:lnTo>
                  <a:lnTo>
                    <a:pt x="4512" y="205793"/>
                  </a:lnTo>
                  <a:lnTo>
                    <a:pt x="5816" y="210921"/>
                  </a:lnTo>
                  <a:lnTo>
                    <a:pt x="7281" y="216004"/>
                  </a:lnTo>
                  <a:lnTo>
                    <a:pt x="8906" y="221038"/>
                  </a:lnTo>
                  <a:lnTo>
                    <a:pt x="10690" y="226019"/>
                  </a:lnTo>
                  <a:lnTo>
                    <a:pt x="12631" y="230941"/>
                  </a:lnTo>
                  <a:lnTo>
                    <a:pt x="14726" y="235798"/>
                  </a:lnTo>
                  <a:lnTo>
                    <a:pt x="16974" y="240587"/>
                  </a:lnTo>
                  <a:lnTo>
                    <a:pt x="19373" y="245303"/>
                  </a:lnTo>
                  <a:lnTo>
                    <a:pt x="21919" y="249940"/>
                  </a:lnTo>
                  <a:lnTo>
                    <a:pt x="24611" y="254494"/>
                  </a:lnTo>
                  <a:lnTo>
                    <a:pt x="27446" y="258961"/>
                  </a:lnTo>
                  <a:lnTo>
                    <a:pt x="30421" y="263336"/>
                  </a:lnTo>
                  <a:lnTo>
                    <a:pt x="33532" y="267615"/>
                  </a:lnTo>
                  <a:lnTo>
                    <a:pt x="36778" y="271793"/>
                  </a:lnTo>
                  <a:lnTo>
                    <a:pt x="40154" y="275866"/>
                  </a:lnTo>
                  <a:lnTo>
                    <a:pt x="43657" y="279830"/>
                  </a:lnTo>
                  <a:lnTo>
                    <a:pt x="47284" y="283682"/>
                  </a:lnTo>
                  <a:lnTo>
                    <a:pt x="51031" y="287416"/>
                  </a:lnTo>
                  <a:lnTo>
                    <a:pt x="54894" y="291031"/>
                  </a:lnTo>
                  <a:lnTo>
                    <a:pt x="58870" y="294521"/>
                  </a:lnTo>
                  <a:lnTo>
                    <a:pt x="62954" y="297884"/>
                  </a:lnTo>
                  <a:lnTo>
                    <a:pt x="67142" y="301116"/>
                  </a:lnTo>
                  <a:lnTo>
                    <a:pt x="71431" y="304213"/>
                  </a:lnTo>
                  <a:lnTo>
                    <a:pt x="75815" y="307174"/>
                  </a:lnTo>
                  <a:lnTo>
                    <a:pt x="80291" y="309994"/>
                  </a:lnTo>
                  <a:lnTo>
                    <a:pt x="84854" y="312671"/>
                  </a:lnTo>
                  <a:lnTo>
                    <a:pt x="89500" y="315202"/>
                  </a:lnTo>
                  <a:lnTo>
                    <a:pt x="94223" y="317586"/>
                  </a:lnTo>
                  <a:lnTo>
                    <a:pt x="99019" y="319818"/>
                  </a:lnTo>
                  <a:lnTo>
                    <a:pt x="103884" y="321898"/>
                  </a:lnTo>
                  <a:lnTo>
                    <a:pt x="108812" y="323822"/>
                  </a:lnTo>
                  <a:lnTo>
                    <a:pt x="113798" y="325590"/>
                  </a:lnTo>
                  <a:lnTo>
                    <a:pt x="118838" y="327199"/>
                  </a:lnTo>
                  <a:lnTo>
                    <a:pt x="123926" y="328648"/>
                  </a:lnTo>
                  <a:lnTo>
                    <a:pt x="129057" y="329935"/>
                  </a:lnTo>
                  <a:lnTo>
                    <a:pt x="134227" y="331059"/>
                  </a:lnTo>
                  <a:lnTo>
                    <a:pt x="139429" y="332019"/>
                  </a:lnTo>
                  <a:lnTo>
                    <a:pt x="144660" y="332814"/>
                  </a:lnTo>
                  <a:lnTo>
                    <a:pt x="149913" y="333443"/>
                  </a:lnTo>
                  <a:lnTo>
                    <a:pt x="155183" y="333905"/>
                  </a:lnTo>
                  <a:lnTo>
                    <a:pt x="160465" y="334200"/>
                  </a:lnTo>
                  <a:lnTo>
                    <a:pt x="165754" y="334329"/>
                  </a:lnTo>
                  <a:lnTo>
                    <a:pt x="171044" y="334289"/>
                  </a:lnTo>
                  <a:lnTo>
                    <a:pt x="176330" y="334082"/>
                  </a:lnTo>
                  <a:lnTo>
                    <a:pt x="181608" y="333709"/>
                  </a:lnTo>
                  <a:lnTo>
                    <a:pt x="186870" y="333168"/>
                  </a:lnTo>
                  <a:lnTo>
                    <a:pt x="192113" y="332461"/>
                  </a:lnTo>
                  <a:lnTo>
                    <a:pt x="197331" y="331588"/>
                  </a:lnTo>
                  <a:lnTo>
                    <a:pt x="202519" y="330551"/>
                  </a:lnTo>
                  <a:lnTo>
                    <a:pt x="207671" y="329350"/>
                  </a:lnTo>
                  <a:lnTo>
                    <a:pt x="212783" y="327987"/>
                  </a:lnTo>
                  <a:lnTo>
                    <a:pt x="217849" y="326463"/>
                  </a:lnTo>
                  <a:lnTo>
                    <a:pt x="222864" y="324779"/>
                  </a:lnTo>
                  <a:lnTo>
                    <a:pt x="227824" y="322937"/>
                  </a:lnTo>
                  <a:lnTo>
                    <a:pt x="232722" y="320939"/>
                  </a:lnTo>
                  <a:lnTo>
                    <a:pt x="237555" y="318788"/>
                  </a:lnTo>
                  <a:lnTo>
                    <a:pt x="242318" y="316484"/>
                  </a:lnTo>
                  <a:lnTo>
                    <a:pt x="247005" y="314031"/>
                  </a:lnTo>
                  <a:lnTo>
                    <a:pt x="251612" y="311431"/>
                  </a:lnTo>
                  <a:lnTo>
                    <a:pt x="256135" y="308686"/>
                  </a:lnTo>
                  <a:lnTo>
                    <a:pt x="260569" y="305799"/>
                  </a:lnTo>
                  <a:lnTo>
                    <a:pt x="264909" y="302774"/>
                  </a:lnTo>
                  <a:lnTo>
                    <a:pt x="269151" y="299613"/>
                  </a:lnTo>
                  <a:lnTo>
                    <a:pt x="273291" y="296319"/>
                  </a:lnTo>
                  <a:lnTo>
                    <a:pt x="277324" y="292896"/>
                  </a:lnTo>
                  <a:lnTo>
                    <a:pt x="281248" y="289347"/>
                  </a:lnTo>
                  <a:lnTo>
                    <a:pt x="285057" y="285676"/>
                  </a:lnTo>
                  <a:lnTo>
                    <a:pt x="288748" y="281886"/>
                  </a:lnTo>
                  <a:lnTo>
                    <a:pt x="292317" y="277981"/>
                  </a:lnTo>
                  <a:lnTo>
                    <a:pt x="295761" y="273965"/>
                  </a:lnTo>
                  <a:lnTo>
                    <a:pt x="299076" y="269842"/>
                  </a:lnTo>
                  <a:lnTo>
                    <a:pt x="302259" y="265616"/>
                  </a:lnTo>
                  <a:lnTo>
                    <a:pt x="305306" y="261291"/>
                  </a:lnTo>
                  <a:lnTo>
                    <a:pt x="308215" y="256873"/>
                  </a:lnTo>
                  <a:lnTo>
                    <a:pt x="310983" y="252364"/>
                  </a:lnTo>
                  <a:lnTo>
                    <a:pt x="313607" y="247770"/>
                  </a:lnTo>
                  <a:lnTo>
                    <a:pt x="316084" y="243096"/>
                  </a:lnTo>
                  <a:lnTo>
                    <a:pt x="318412" y="238345"/>
                  </a:lnTo>
                  <a:lnTo>
                    <a:pt x="320589" y="233523"/>
                  </a:lnTo>
                  <a:lnTo>
                    <a:pt x="322612" y="228635"/>
                  </a:lnTo>
                  <a:lnTo>
                    <a:pt x="324479" y="223685"/>
                  </a:lnTo>
                  <a:lnTo>
                    <a:pt x="326189" y="218678"/>
                  </a:lnTo>
                  <a:lnTo>
                    <a:pt x="327739" y="213620"/>
                  </a:lnTo>
                  <a:lnTo>
                    <a:pt x="329129" y="208516"/>
                  </a:lnTo>
                  <a:lnTo>
                    <a:pt x="330356" y="203370"/>
                  </a:lnTo>
                  <a:lnTo>
                    <a:pt x="331420" y="198187"/>
                  </a:lnTo>
                  <a:lnTo>
                    <a:pt x="332319" y="192974"/>
                  </a:lnTo>
                  <a:lnTo>
                    <a:pt x="333053" y="187735"/>
                  </a:lnTo>
                  <a:lnTo>
                    <a:pt x="333621" y="182475"/>
                  </a:lnTo>
                  <a:lnTo>
                    <a:pt x="334022" y="177200"/>
                  </a:lnTo>
                  <a:lnTo>
                    <a:pt x="334256" y="171914"/>
                  </a:lnTo>
                  <a:lnTo>
                    <a:pt x="334322" y="166624"/>
                  </a:lnTo>
                  <a:lnTo>
                    <a:pt x="334221" y="161335"/>
                  </a:lnTo>
                  <a:lnTo>
                    <a:pt x="333953" y="156051"/>
                  </a:lnTo>
                  <a:lnTo>
                    <a:pt x="333518" y="150779"/>
                  </a:lnTo>
                  <a:lnTo>
                    <a:pt x="332916" y="145523"/>
                  </a:lnTo>
                  <a:lnTo>
                    <a:pt x="332148" y="140289"/>
                  </a:lnTo>
                  <a:lnTo>
                    <a:pt x="331215" y="135081"/>
                  </a:lnTo>
                  <a:lnTo>
                    <a:pt x="330117" y="129906"/>
                  </a:lnTo>
                  <a:lnTo>
                    <a:pt x="328857" y="124768"/>
                  </a:lnTo>
                  <a:lnTo>
                    <a:pt x="327434" y="119672"/>
                  </a:lnTo>
                  <a:lnTo>
                    <a:pt x="325851" y="114624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25819"/>
              <a:ext cx="158695" cy="52542"/>
            </a:xfrm>
            <a:custGeom>
              <a:avLst/>
              <a:pathLst>
                <a:path w="158695" h="52542">
                  <a:moveTo>
                    <a:pt x="158695" y="0"/>
                  </a:moveTo>
                  <a:lnTo>
                    <a:pt x="0" y="525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21457"/>
              <a:ext cx="158695" cy="156904"/>
            </a:xfrm>
            <a:custGeom>
              <a:avLst/>
              <a:pathLst>
                <a:path w="158695" h="156904">
                  <a:moveTo>
                    <a:pt x="158695" y="104361"/>
                  </a:moveTo>
                  <a:lnTo>
                    <a:pt x="156858" y="99108"/>
                  </a:lnTo>
                  <a:lnTo>
                    <a:pt x="154848" y="93920"/>
                  </a:lnTo>
                  <a:lnTo>
                    <a:pt x="152665" y="88800"/>
                  </a:lnTo>
                  <a:lnTo>
                    <a:pt x="150314" y="83757"/>
                  </a:lnTo>
                  <a:lnTo>
                    <a:pt x="147796" y="78794"/>
                  </a:lnTo>
                  <a:lnTo>
                    <a:pt x="145114" y="73918"/>
                  </a:lnTo>
                  <a:lnTo>
                    <a:pt x="142272" y="69134"/>
                  </a:lnTo>
                  <a:lnTo>
                    <a:pt x="139272" y="64447"/>
                  </a:lnTo>
                  <a:lnTo>
                    <a:pt x="136117" y="59863"/>
                  </a:lnTo>
                  <a:lnTo>
                    <a:pt x="132812" y="55386"/>
                  </a:lnTo>
                  <a:lnTo>
                    <a:pt x="129359" y="51022"/>
                  </a:lnTo>
                  <a:lnTo>
                    <a:pt x="125764" y="46775"/>
                  </a:lnTo>
                  <a:lnTo>
                    <a:pt x="122028" y="42650"/>
                  </a:lnTo>
                  <a:lnTo>
                    <a:pt x="118158" y="38652"/>
                  </a:lnTo>
                  <a:lnTo>
                    <a:pt x="114157" y="34785"/>
                  </a:lnTo>
                  <a:lnTo>
                    <a:pt x="110029" y="31053"/>
                  </a:lnTo>
                  <a:lnTo>
                    <a:pt x="105779" y="27460"/>
                  </a:lnTo>
                  <a:lnTo>
                    <a:pt x="101412" y="24011"/>
                  </a:lnTo>
                  <a:lnTo>
                    <a:pt x="96932" y="20709"/>
                  </a:lnTo>
                  <a:lnTo>
                    <a:pt x="92346" y="17558"/>
                  </a:lnTo>
                  <a:lnTo>
                    <a:pt x="87657" y="14562"/>
                  </a:lnTo>
                  <a:lnTo>
                    <a:pt x="82870" y="11723"/>
                  </a:lnTo>
                  <a:lnTo>
                    <a:pt x="77992" y="9045"/>
                  </a:lnTo>
                  <a:lnTo>
                    <a:pt x="73028" y="6531"/>
                  </a:lnTo>
                  <a:lnTo>
                    <a:pt x="67982" y="4184"/>
                  </a:lnTo>
                  <a:lnTo>
                    <a:pt x="62861" y="2006"/>
                  </a:lnTo>
                  <a:lnTo>
                    <a:pt x="57671" y="0"/>
                  </a:lnTo>
                  <a:lnTo>
                    <a:pt x="0" y="1569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57671" cy="167167"/>
            </a:xfrm>
            <a:custGeom>
              <a:avLst/>
              <a:pathLst>
                <a:path w="57671" h="167167">
                  <a:moveTo>
                    <a:pt x="57671" y="10263"/>
                  </a:moveTo>
                  <a:lnTo>
                    <a:pt x="52110" y="8329"/>
                  </a:lnTo>
                  <a:lnTo>
                    <a:pt x="46484" y="6592"/>
                  </a:lnTo>
                  <a:lnTo>
                    <a:pt x="40800" y="5055"/>
                  </a:lnTo>
                  <a:lnTo>
                    <a:pt x="35066" y="3719"/>
                  </a:lnTo>
                  <a:lnTo>
                    <a:pt x="29288" y="2585"/>
                  </a:lnTo>
                  <a:lnTo>
                    <a:pt x="23474" y="1656"/>
                  </a:lnTo>
                  <a:lnTo>
                    <a:pt x="17631" y="932"/>
                  </a:lnTo>
                  <a:lnTo>
                    <a:pt x="11766" y="414"/>
                  </a:lnTo>
                  <a:lnTo>
                    <a:pt x="588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358820" y="3429590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0" y="333"/>
                  </a:lnTo>
                  <a:lnTo>
                    <a:pt x="151334" y="750"/>
                  </a:lnTo>
                  <a:lnTo>
                    <a:pt x="146083" y="1334"/>
                  </a:lnTo>
                  <a:lnTo>
                    <a:pt x="140853" y="2082"/>
                  </a:lnTo>
                  <a:lnTo>
                    <a:pt x="135650" y="2996"/>
                  </a:lnTo>
                  <a:lnTo>
                    <a:pt x="130478" y="4074"/>
                  </a:lnTo>
                  <a:lnTo>
                    <a:pt x="125342" y="5314"/>
                  </a:lnTo>
                  <a:lnTo>
                    <a:pt x="120249" y="6716"/>
                  </a:lnTo>
                  <a:lnTo>
                    <a:pt x="115202" y="8279"/>
                  </a:lnTo>
                  <a:lnTo>
                    <a:pt x="110207" y="10000"/>
                  </a:lnTo>
                  <a:lnTo>
                    <a:pt x="105269" y="11878"/>
                  </a:lnTo>
                  <a:lnTo>
                    <a:pt x="100393" y="13911"/>
                  </a:lnTo>
                  <a:lnTo>
                    <a:pt x="95584" y="16098"/>
                  </a:lnTo>
                  <a:lnTo>
                    <a:pt x="90846" y="18435"/>
                  </a:lnTo>
                  <a:lnTo>
                    <a:pt x="86184" y="20921"/>
                  </a:lnTo>
                  <a:lnTo>
                    <a:pt x="81603" y="23552"/>
                  </a:lnTo>
                  <a:lnTo>
                    <a:pt x="77108" y="26328"/>
                  </a:lnTo>
                  <a:lnTo>
                    <a:pt x="72703" y="29244"/>
                  </a:lnTo>
                  <a:lnTo>
                    <a:pt x="68392" y="32297"/>
                  </a:lnTo>
                  <a:lnTo>
                    <a:pt x="64179" y="35486"/>
                  </a:lnTo>
                  <a:lnTo>
                    <a:pt x="60069" y="38805"/>
                  </a:lnTo>
                  <a:lnTo>
                    <a:pt x="56067" y="42253"/>
                  </a:lnTo>
                  <a:lnTo>
                    <a:pt x="52175" y="45826"/>
                  </a:lnTo>
                  <a:lnTo>
                    <a:pt x="48398" y="49520"/>
                  </a:lnTo>
                  <a:lnTo>
                    <a:pt x="44740" y="53332"/>
                  </a:lnTo>
                  <a:lnTo>
                    <a:pt x="41204" y="57257"/>
                  </a:lnTo>
                  <a:lnTo>
                    <a:pt x="37794" y="61292"/>
                  </a:lnTo>
                  <a:lnTo>
                    <a:pt x="34513" y="65433"/>
                  </a:lnTo>
                  <a:lnTo>
                    <a:pt x="31364" y="69675"/>
                  </a:lnTo>
                  <a:lnTo>
                    <a:pt x="28352" y="74015"/>
                  </a:lnTo>
                  <a:lnTo>
                    <a:pt x="25477" y="78448"/>
                  </a:lnTo>
                  <a:lnTo>
                    <a:pt x="22745" y="82969"/>
                  </a:lnTo>
                  <a:lnTo>
                    <a:pt x="20156" y="87574"/>
                  </a:lnTo>
                  <a:lnTo>
                    <a:pt x="17715" y="92259"/>
                  </a:lnTo>
                  <a:lnTo>
                    <a:pt x="15422" y="97019"/>
                  </a:lnTo>
                  <a:lnTo>
                    <a:pt x="13281" y="101849"/>
                  </a:lnTo>
                  <a:lnTo>
                    <a:pt x="11294" y="106744"/>
                  </a:lnTo>
                  <a:lnTo>
                    <a:pt x="9463" y="111699"/>
                  </a:lnTo>
                  <a:lnTo>
                    <a:pt x="7789" y="116710"/>
                  </a:lnTo>
                  <a:lnTo>
                    <a:pt x="6274" y="121771"/>
                  </a:lnTo>
                  <a:lnTo>
                    <a:pt x="4920" y="126878"/>
                  </a:lnTo>
                  <a:lnTo>
                    <a:pt x="3728" y="132025"/>
                  </a:lnTo>
                  <a:lnTo>
                    <a:pt x="2699" y="137206"/>
                  </a:lnTo>
                  <a:lnTo>
                    <a:pt x="1834" y="142418"/>
                  </a:lnTo>
                  <a:lnTo>
                    <a:pt x="1135" y="147655"/>
                  </a:lnTo>
                  <a:lnTo>
                    <a:pt x="601" y="152911"/>
                  </a:lnTo>
                  <a:lnTo>
                    <a:pt x="234" y="158181"/>
                  </a:lnTo>
                  <a:lnTo>
                    <a:pt x="33" y="163460"/>
                  </a:lnTo>
                  <a:lnTo>
                    <a:pt x="0" y="168743"/>
                  </a:lnTo>
                  <a:lnTo>
                    <a:pt x="133" y="174025"/>
                  </a:lnTo>
                  <a:lnTo>
                    <a:pt x="433" y="179299"/>
                  </a:lnTo>
                  <a:lnTo>
                    <a:pt x="900" y="184561"/>
                  </a:lnTo>
                  <a:lnTo>
                    <a:pt x="1532" y="189806"/>
                  </a:lnTo>
                  <a:lnTo>
                    <a:pt x="2330" y="195029"/>
                  </a:lnTo>
                  <a:lnTo>
                    <a:pt x="3293" y="200223"/>
                  </a:lnTo>
                  <a:lnTo>
                    <a:pt x="4419" y="205385"/>
                  </a:lnTo>
                  <a:lnTo>
                    <a:pt x="5708" y="210508"/>
                  </a:lnTo>
                  <a:lnTo>
                    <a:pt x="7159" y="215588"/>
                  </a:lnTo>
                  <a:lnTo>
                    <a:pt x="8769" y="220620"/>
                  </a:lnTo>
                  <a:lnTo>
                    <a:pt x="10537" y="225598"/>
                  </a:lnTo>
                  <a:lnTo>
                    <a:pt x="12461" y="230518"/>
                  </a:lnTo>
                  <a:lnTo>
                    <a:pt x="14540" y="235375"/>
                  </a:lnTo>
                  <a:lnTo>
                    <a:pt x="16772" y="240164"/>
                  </a:lnTo>
                  <a:lnTo>
                    <a:pt x="19154" y="244879"/>
                  </a:lnTo>
                  <a:lnTo>
                    <a:pt x="21683" y="249517"/>
                  </a:lnTo>
                  <a:lnTo>
                    <a:pt x="24358" y="254073"/>
                  </a:lnTo>
                  <a:lnTo>
                    <a:pt x="27176" y="258542"/>
                  </a:lnTo>
                  <a:lnTo>
                    <a:pt x="30133" y="262920"/>
                  </a:lnTo>
                  <a:lnTo>
                    <a:pt x="33227" y="267202"/>
                  </a:lnTo>
                  <a:lnTo>
                    <a:pt x="36455" y="271384"/>
                  </a:lnTo>
                  <a:lnTo>
                    <a:pt x="39813" y="275463"/>
                  </a:lnTo>
                  <a:lnTo>
                    <a:pt x="43299" y="279432"/>
                  </a:lnTo>
                  <a:lnTo>
                    <a:pt x="46908" y="283290"/>
                  </a:lnTo>
                  <a:lnTo>
                    <a:pt x="50638" y="287032"/>
                  </a:lnTo>
                  <a:lnTo>
                    <a:pt x="54484" y="290654"/>
                  </a:lnTo>
                  <a:lnTo>
                    <a:pt x="58442" y="294153"/>
                  </a:lnTo>
                  <a:lnTo>
                    <a:pt x="62509" y="297525"/>
                  </a:lnTo>
                  <a:lnTo>
                    <a:pt x="66681" y="300767"/>
                  </a:lnTo>
                  <a:lnTo>
                    <a:pt x="70952" y="303875"/>
                  </a:lnTo>
                  <a:lnTo>
                    <a:pt x="75320" y="306847"/>
                  </a:lnTo>
                  <a:lnTo>
                    <a:pt x="79780" y="309679"/>
                  </a:lnTo>
                  <a:lnTo>
                    <a:pt x="84327" y="312369"/>
                  </a:lnTo>
                  <a:lnTo>
                    <a:pt x="88957" y="314914"/>
                  </a:lnTo>
                  <a:lnTo>
                    <a:pt x="93664" y="317312"/>
                  </a:lnTo>
                  <a:lnTo>
                    <a:pt x="98445" y="319559"/>
                  </a:lnTo>
                  <a:lnTo>
                    <a:pt x="103295" y="321654"/>
                  </a:lnTo>
                  <a:lnTo>
                    <a:pt x="108209" y="323595"/>
                  </a:lnTo>
                  <a:lnTo>
                    <a:pt x="113181" y="325380"/>
                  </a:lnTo>
                  <a:lnTo>
                    <a:pt x="118208" y="327006"/>
                  </a:lnTo>
                  <a:lnTo>
                    <a:pt x="123283" y="328473"/>
                  </a:lnTo>
                  <a:lnTo>
                    <a:pt x="128402" y="329779"/>
                  </a:lnTo>
                  <a:lnTo>
                    <a:pt x="133560" y="330923"/>
                  </a:lnTo>
                  <a:lnTo>
                    <a:pt x="138751" y="331903"/>
                  </a:lnTo>
                  <a:lnTo>
                    <a:pt x="143971" y="332718"/>
                  </a:lnTo>
                  <a:lnTo>
                    <a:pt x="149214" y="333368"/>
                  </a:lnTo>
                  <a:lnTo>
                    <a:pt x="154475" y="333852"/>
                  </a:lnTo>
                  <a:lnTo>
                    <a:pt x="159748" y="334170"/>
                  </a:lnTo>
                  <a:lnTo>
                    <a:pt x="165029" y="334321"/>
                  </a:lnTo>
                  <a:lnTo>
                    <a:pt x="170312" y="334305"/>
                  </a:lnTo>
                  <a:lnTo>
                    <a:pt x="175592" y="334122"/>
                  </a:lnTo>
                  <a:lnTo>
                    <a:pt x="180863" y="333772"/>
                  </a:lnTo>
                  <a:lnTo>
                    <a:pt x="186121" y="333256"/>
                  </a:lnTo>
                  <a:lnTo>
                    <a:pt x="191360" y="332573"/>
                  </a:lnTo>
                  <a:lnTo>
                    <a:pt x="196574" y="331726"/>
                  </a:lnTo>
                  <a:lnTo>
                    <a:pt x="201760" y="330714"/>
                  </a:lnTo>
                  <a:lnTo>
                    <a:pt x="206910" y="329539"/>
                  </a:lnTo>
                  <a:lnTo>
                    <a:pt x="212021" y="328202"/>
                  </a:lnTo>
                  <a:lnTo>
                    <a:pt x="217087" y="326704"/>
                  </a:lnTo>
                  <a:lnTo>
                    <a:pt x="222104" y="325047"/>
                  </a:lnTo>
                  <a:lnTo>
                    <a:pt x="227065" y="323232"/>
                  </a:lnTo>
                  <a:lnTo>
                    <a:pt x="231967" y="321261"/>
                  </a:lnTo>
                  <a:lnTo>
                    <a:pt x="236804" y="319136"/>
                  </a:lnTo>
                  <a:lnTo>
                    <a:pt x="241571" y="316860"/>
                  </a:lnTo>
                  <a:lnTo>
                    <a:pt x="246264" y="314433"/>
                  </a:lnTo>
                  <a:lnTo>
                    <a:pt x="250878" y="311860"/>
                  </a:lnTo>
                  <a:lnTo>
                    <a:pt x="255409" y="309143"/>
                  </a:lnTo>
                  <a:lnTo>
                    <a:pt x="259851" y="306283"/>
                  </a:lnTo>
                  <a:lnTo>
                    <a:pt x="264200" y="303285"/>
                  </a:lnTo>
                  <a:lnTo>
                    <a:pt x="268453" y="300150"/>
                  </a:lnTo>
                  <a:lnTo>
                    <a:pt x="272605" y="296883"/>
                  </a:lnTo>
                  <a:lnTo>
                    <a:pt x="276651" y="293486"/>
                  </a:lnTo>
                  <a:lnTo>
                    <a:pt x="280588" y="289963"/>
                  </a:lnTo>
                  <a:lnTo>
                    <a:pt x="284412" y="286318"/>
                  </a:lnTo>
                  <a:lnTo>
                    <a:pt x="288118" y="282553"/>
                  </a:lnTo>
                  <a:lnTo>
                    <a:pt x="291704" y="278673"/>
                  </a:lnTo>
                  <a:lnTo>
                    <a:pt x="295165" y="274682"/>
                  </a:lnTo>
                  <a:lnTo>
                    <a:pt x="298499" y="270584"/>
                  </a:lnTo>
                  <a:lnTo>
                    <a:pt x="301701" y="266382"/>
                  </a:lnTo>
                  <a:lnTo>
                    <a:pt x="304769" y="262081"/>
                  </a:lnTo>
                  <a:lnTo>
                    <a:pt x="307699" y="257685"/>
                  </a:lnTo>
                  <a:lnTo>
                    <a:pt x="310489" y="253199"/>
                  </a:lnTo>
                  <a:lnTo>
                    <a:pt x="313136" y="248627"/>
                  </a:lnTo>
                  <a:lnTo>
                    <a:pt x="315638" y="243973"/>
                  </a:lnTo>
                  <a:lnTo>
                    <a:pt x="317990" y="239243"/>
                  </a:lnTo>
                  <a:lnTo>
                    <a:pt x="320193" y="234441"/>
                  </a:lnTo>
                  <a:lnTo>
                    <a:pt x="322242" y="229572"/>
                  </a:lnTo>
                  <a:lnTo>
                    <a:pt x="324137" y="224640"/>
                  </a:lnTo>
                  <a:lnTo>
                    <a:pt x="325874" y="219651"/>
                  </a:lnTo>
                  <a:lnTo>
                    <a:pt x="327453" y="214609"/>
                  </a:lnTo>
                  <a:lnTo>
                    <a:pt x="328873" y="209521"/>
                  </a:lnTo>
                  <a:lnTo>
                    <a:pt x="330130" y="204389"/>
                  </a:lnTo>
                  <a:lnTo>
                    <a:pt x="331225" y="199221"/>
                  </a:lnTo>
                  <a:lnTo>
                    <a:pt x="332156" y="194021"/>
                  </a:lnTo>
                  <a:lnTo>
                    <a:pt x="332922" y="188794"/>
                  </a:lnTo>
                  <a:lnTo>
                    <a:pt x="333523" y="183545"/>
                  </a:lnTo>
                  <a:lnTo>
                    <a:pt x="333957" y="178280"/>
                  </a:lnTo>
                  <a:lnTo>
                    <a:pt x="334225" y="173003"/>
                  </a:lnTo>
                  <a:lnTo>
                    <a:pt x="334326" y="167721"/>
                  </a:lnTo>
                  <a:lnTo>
                    <a:pt x="334260" y="162439"/>
                  </a:lnTo>
                  <a:lnTo>
                    <a:pt x="334027" y="157161"/>
                  </a:lnTo>
                  <a:lnTo>
                    <a:pt x="333628" y="151893"/>
                  </a:lnTo>
                  <a:lnTo>
                    <a:pt x="333062" y="146640"/>
                  </a:lnTo>
                  <a:lnTo>
                    <a:pt x="332330" y="141408"/>
                  </a:lnTo>
                  <a:lnTo>
                    <a:pt x="331434" y="136202"/>
                  </a:lnTo>
                  <a:lnTo>
                    <a:pt x="330374" y="131026"/>
                  </a:lnTo>
                  <a:lnTo>
                    <a:pt x="329150" y="125887"/>
                  </a:lnTo>
                  <a:lnTo>
                    <a:pt x="327765" y="120789"/>
                  </a:lnTo>
                  <a:lnTo>
                    <a:pt x="326219" y="115737"/>
                  </a:lnTo>
                  <a:lnTo>
                    <a:pt x="324514" y="110736"/>
                  </a:lnTo>
                  <a:lnTo>
                    <a:pt x="322653" y="105792"/>
                  </a:lnTo>
                  <a:lnTo>
                    <a:pt x="320636" y="100909"/>
                  </a:lnTo>
                  <a:lnTo>
                    <a:pt x="318465" y="96093"/>
                  </a:lnTo>
                  <a:lnTo>
                    <a:pt x="316144" y="91347"/>
                  </a:lnTo>
                  <a:lnTo>
                    <a:pt x="313674" y="86677"/>
                  </a:lnTo>
                  <a:lnTo>
                    <a:pt x="311057" y="82088"/>
                  </a:lnTo>
                  <a:lnTo>
                    <a:pt x="308297" y="77583"/>
                  </a:lnTo>
                  <a:lnTo>
                    <a:pt x="305395" y="73168"/>
                  </a:lnTo>
                  <a:lnTo>
                    <a:pt x="302356" y="68847"/>
                  </a:lnTo>
                  <a:lnTo>
                    <a:pt x="299182" y="64624"/>
                  </a:lnTo>
                  <a:lnTo>
                    <a:pt x="295876" y="60503"/>
                  </a:lnTo>
                  <a:lnTo>
                    <a:pt x="292441" y="56489"/>
                  </a:lnTo>
                  <a:lnTo>
                    <a:pt x="288881" y="52586"/>
                  </a:lnTo>
                  <a:lnTo>
                    <a:pt x="285199" y="48797"/>
                  </a:lnTo>
                  <a:lnTo>
                    <a:pt x="281400" y="45126"/>
                  </a:lnTo>
                  <a:lnTo>
                    <a:pt x="277487" y="41577"/>
                  </a:lnTo>
                  <a:lnTo>
                    <a:pt x="273463" y="38153"/>
                  </a:lnTo>
                  <a:lnTo>
                    <a:pt x="269333" y="34859"/>
                  </a:lnTo>
                  <a:lnTo>
                    <a:pt x="265101" y="31696"/>
                  </a:lnTo>
                  <a:lnTo>
                    <a:pt x="260772" y="28669"/>
                  </a:lnTo>
                  <a:lnTo>
                    <a:pt x="256348" y="25780"/>
                  </a:lnTo>
                  <a:lnTo>
                    <a:pt x="251836" y="23032"/>
                  </a:lnTo>
                  <a:lnTo>
                    <a:pt x="247239" y="2042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50019"/>
              <a:ext cx="80079" cy="146738"/>
            </a:xfrm>
            <a:custGeom>
              <a:avLst/>
              <a:pathLst>
                <a:path w="80079" h="146738">
                  <a:moveTo>
                    <a:pt x="80079" y="0"/>
                  </a:moveTo>
                  <a:lnTo>
                    <a:pt x="0" y="146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44183"/>
              <a:ext cx="80079" cy="152574"/>
            </a:xfrm>
            <a:custGeom>
              <a:avLst/>
              <a:pathLst>
                <a:path w="80079" h="152574">
                  <a:moveTo>
                    <a:pt x="80079" y="5835"/>
                  </a:moveTo>
                  <a:lnTo>
                    <a:pt x="68308" y="0"/>
                  </a:lnTo>
                  <a:lnTo>
                    <a:pt x="0" y="1525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68308" cy="167167"/>
            </a:xfrm>
            <a:custGeom>
              <a:avLst/>
              <a:pathLst>
                <a:path w="68308" h="167167">
                  <a:moveTo>
                    <a:pt x="68308" y="14593"/>
                  </a:moveTo>
                  <a:lnTo>
                    <a:pt x="62915" y="12291"/>
                  </a:lnTo>
                  <a:lnTo>
                    <a:pt x="57444" y="10179"/>
                  </a:lnTo>
                  <a:lnTo>
                    <a:pt x="51903" y="8261"/>
                  </a:lnTo>
                  <a:lnTo>
                    <a:pt x="46298" y="6539"/>
                  </a:lnTo>
                  <a:lnTo>
                    <a:pt x="40636" y="5014"/>
                  </a:lnTo>
                  <a:lnTo>
                    <a:pt x="34924" y="3688"/>
                  </a:lnTo>
                  <a:lnTo>
                    <a:pt x="29169" y="2564"/>
                  </a:lnTo>
                  <a:lnTo>
                    <a:pt x="23379" y="1642"/>
                  </a:lnTo>
                  <a:lnTo>
                    <a:pt x="17559" y="924"/>
                  </a:lnTo>
                  <a:lnTo>
                    <a:pt x="11718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478586" y="3934012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3" y="8343"/>
                  </a:lnTo>
                  <a:lnTo>
                    <a:pt x="109981" y="10077"/>
                  </a:lnTo>
                  <a:lnTo>
                    <a:pt x="105027" y="11970"/>
                  </a:lnTo>
                  <a:lnTo>
                    <a:pt x="100135" y="14019"/>
                  </a:lnTo>
                  <a:lnTo>
                    <a:pt x="95310" y="16222"/>
                  </a:lnTo>
                  <a:lnTo>
                    <a:pt x="90558" y="18576"/>
                  </a:lnTo>
                  <a:lnTo>
                    <a:pt x="85883" y="21081"/>
                  </a:lnTo>
                  <a:lnTo>
                    <a:pt x="81290" y="23732"/>
                  </a:lnTo>
                  <a:lnTo>
                    <a:pt x="76783" y="26528"/>
                  </a:lnTo>
                  <a:lnTo>
                    <a:pt x="72367" y="29465"/>
                  </a:lnTo>
                  <a:lnTo>
                    <a:pt x="68046" y="32541"/>
                  </a:lnTo>
                  <a:lnTo>
                    <a:pt x="63826" y="35753"/>
                  </a:lnTo>
                  <a:lnTo>
                    <a:pt x="59709" y="39096"/>
                  </a:lnTo>
                  <a:lnTo>
                    <a:pt x="55700" y="42569"/>
                  </a:lnTo>
                  <a:lnTo>
                    <a:pt x="51804" y="46167"/>
                  </a:lnTo>
                  <a:lnTo>
                    <a:pt x="48023" y="49887"/>
                  </a:lnTo>
                  <a:lnTo>
                    <a:pt x="44363" y="53725"/>
                  </a:lnTo>
                  <a:lnTo>
                    <a:pt x="40826" y="57677"/>
                  </a:lnTo>
                  <a:lnTo>
                    <a:pt x="37416" y="61739"/>
                  </a:lnTo>
                  <a:lnTo>
                    <a:pt x="34137" y="65908"/>
                  </a:lnTo>
                  <a:lnTo>
                    <a:pt x="30992" y="70178"/>
                  </a:lnTo>
                  <a:lnTo>
                    <a:pt x="27984" y="74546"/>
                  </a:lnTo>
                  <a:lnTo>
                    <a:pt x="25116" y="79007"/>
                  </a:lnTo>
                  <a:lnTo>
                    <a:pt x="22390" y="83557"/>
                  </a:lnTo>
                  <a:lnTo>
                    <a:pt x="19811" y="88191"/>
                  </a:lnTo>
                  <a:lnTo>
                    <a:pt x="17380" y="92905"/>
                  </a:lnTo>
                  <a:lnTo>
                    <a:pt x="15099" y="97693"/>
                  </a:lnTo>
                  <a:lnTo>
                    <a:pt x="12972" y="102551"/>
                  </a:lnTo>
                  <a:lnTo>
                    <a:pt x="11000" y="107475"/>
                  </a:lnTo>
                  <a:lnTo>
                    <a:pt x="9185" y="112458"/>
                  </a:lnTo>
                  <a:lnTo>
                    <a:pt x="7529" y="117497"/>
                  </a:lnTo>
                  <a:lnTo>
                    <a:pt x="6034" y="122585"/>
                  </a:lnTo>
                  <a:lnTo>
                    <a:pt x="4700" y="127718"/>
                  </a:lnTo>
                  <a:lnTo>
                    <a:pt x="3531" y="132892"/>
                  </a:lnTo>
                  <a:lnTo>
                    <a:pt x="2526" y="138099"/>
                  </a:lnTo>
                  <a:lnTo>
                    <a:pt x="1687" y="143336"/>
                  </a:lnTo>
                  <a:lnTo>
                    <a:pt x="1014" y="148597"/>
                  </a:lnTo>
                  <a:lnTo>
                    <a:pt x="508" y="153876"/>
                  </a:lnTo>
                  <a:lnTo>
                    <a:pt x="171" y="159169"/>
                  </a:lnTo>
                  <a:lnTo>
                    <a:pt x="1" y="164470"/>
                  </a:lnTo>
                  <a:lnTo>
                    <a:pt x="0" y="169774"/>
                  </a:lnTo>
                  <a:lnTo>
                    <a:pt x="166" y="175075"/>
                  </a:lnTo>
                  <a:lnTo>
                    <a:pt x="501" y="180368"/>
                  </a:lnTo>
                  <a:lnTo>
                    <a:pt x="1004" y="185647"/>
                  </a:lnTo>
                  <a:lnTo>
                    <a:pt x="1674" y="190909"/>
                  </a:lnTo>
                  <a:lnTo>
                    <a:pt x="2510" y="196146"/>
                  </a:lnTo>
                  <a:lnTo>
                    <a:pt x="3512" y="201354"/>
                  </a:lnTo>
                  <a:lnTo>
                    <a:pt x="4679" y="206528"/>
                  </a:lnTo>
                  <a:lnTo>
                    <a:pt x="6009" y="211662"/>
                  </a:lnTo>
                  <a:lnTo>
                    <a:pt x="7502" y="216751"/>
                  </a:lnTo>
                  <a:lnTo>
                    <a:pt x="9155" y="221790"/>
                  </a:lnTo>
                  <a:lnTo>
                    <a:pt x="10968" y="226775"/>
                  </a:lnTo>
                  <a:lnTo>
                    <a:pt x="12937" y="231699"/>
                  </a:lnTo>
                  <a:lnTo>
                    <a:pt x="15062" y="236559"/>
                  </a:lnTo>
                  <a:lnTo>
                    <a:pt x="17340" y="241348"/>
                  </a:lnTo>
                  <a:lnTo>
                    <a:pt x="19768" y="246063"/>
                  </a:lnTo>
                  <a:lnTo>
                    <a:pt x="22345" y="250698"/>
                  </a:lnTo>
                  <a:lnTo>
                    <a:pt x="25068" y="255250"/>
                  </a:lnTo>
                  <a:lnTo>
                    <a:pt x="27934" y="259713"/>
                  </a:lnTo>
                  <a:lnTo>
                    <a:pt x="30940" y="264082"/>
                  </a:lnTo>
                  <a:lnTo>
                    <a:pt x="34082" y="268354"/>
                  </a:lnTo>
                  <a:lnTo>
                    <a:pt x="37359" y="272525"/>
                  </a:lnTo>
                  <a:lnTo>
                    <a:pt x="40767" y="276589"/>
                  </a:lnTo>
                  <a:lnTo>
                    <a:pt x="44302" y="280543"/>
                  </a:lnTo>
                  <a:lnTo>
                    <a:pt x="47960" y="284383"/>
                  </a:lnTo>
                  <a:lnTo>
                    <a:pt x="51738" y="288104"/>
                  </a:lnTo>
                  <a:lnTo>
                    <a:pt x="55633" y="291705"/>
                  </a:lnTo>
                  <a:lnTo>
                    <a:pt x="59640" y="295179"/>
                  </a:lnTo>
                  <a:lnTo>
                    <a:pt x="63755" y="298525"/>
                  </a:lnTo>
                  <a:lnTo>
                    <a:pt x="67974" y="301739"/>
                  </a:lnTo>
                  <a:lnTo>
                    <a:pt x="72293" y="304817"/>
                  </a:lnTo>
                  <a:lnTo>
                    <a:pt x="76707" y="307757"/>
                  </a:lnTo>
                  <a:lnTo>
                    <a:pt x="81212" y="310555"/>
                  </a:lnTo>
                  <a:lnTo>
                    <a:pt x="85804" y="313209"/>
                  </a:lnTo>
                  <a:lnTo>
                    <a:pt x="90478" y="315716"/>
                  </a:lnTo>
                  <a:lnTo>
                    <a:pt x="95229" y="318074"/>
                  </a:lnTo>
                  <a:lnTo>
                    <a:pt x="100052" y="320279"/>
                  </a:lnTo>
                  <a:lnTo>
                    <a:pt x="104943" y="322330"/>
                  </a:lnTo>
                  <a:lnTo>
                    <a:pt x="109897" y="324225"/>
                  </a:lnTo>
                  <a:lnTo>
                    <a:pt x="114908" y="325963"/>
                  </a:lnTo>
                  <a:lnTo>
                    <a:pt x="119971" y="327540"/>
                  </a:lnTo>
                  <a:lnTo>
                    <a:pt x="125082" y="328956"/>
                  </a:lnTo>
                  <a:lnTo>
                    <a:pt x="130236" y="330209"/>
                  </a:lnTo>
                  <a:lnTo>
                    <a:pt x="135427" y="331297"/>
                  </a:lnTo>
                  <a:lnTo>
                    <a:pt x="140649" y="332221"/>
                  </a:lnTo>
                  <a:lnTo>
                    <a:pt x="145898" y="332978"/>
                  </a:lnTo>
                  <a:lnTo>
                    <a:pt x="151169" y="333569"/>
                  </a:lnTo>
                  <a:lnTo>
                    <a:pt x="156456" y="333992"/>
                  </a:lnTo>
                  <a:lnTo>
                    <a:pt x="161753" y="334247"/>
                  </a:lnTo>
                  <a:lnTo>
                    <a:pt x="167056" y="334334"/>
                  </a:lnTo>
                  <a:lnTo>
                    <a:pt x="172359" y="334253"/>
                  </a:lnTo>
                  <a:lnTo>
                    <a:pt x="177657" y="334004"/>
                  </a:lnTo>
                  <a:lnTo>
                    <a:pt x="182944" y="333586"/>
                  </a:lnTo>
                  <a:lnTo>
                    <a:pt x="188216" y="333001"/>
                  </a:lnTo>
                  <a:lnTo>
                    <a:pt x="193466" y="332250"/>
                  </a:lnTo>
                  <a:lnTo>
                    <a:pt x="198689" y="331332"/>
                  </a:lnTo>
                  <a:lnTo>
                    <a:pt x="203881" y="330248"/>
                  </a:lnTo>
                  <a:lnTo>
                    <a:pt x="209036" y="329001"/>
                  </a:lnTo>
                  <a:lnTo>
                    <a:pt x="214149" y="327591"/>
                  </a:lnTo>
                  <a:lnTo>
                    <a:pt x="219214" y="326019"/>
                  </a:lnTo>
                  <a:lnTo>
                    <a:pt x="224227" y="324287"/>
                  </a:lnTo>
                  <a:lnTo>
                    <a:pt x="229182" y="322397"/>
                  </a:lnTo>
                  <a:lnTo>
                    <a:pt x="234075" y="320351"/>
                  </a:lnTo>
                  <a:lnTo>
                    <a:pt x="238901" y="318151"/>
                  </a:lnTo>
                  <a:lnTo>
                    <a:pt x="243655" y="315799"/>
                  </a:lnTo>
                  <a:lnTo>
                    <a:pt x="248331" y="313297"/>
                  </a:lnTo>
                  <a:lnTo>
                    <a:pt x="252926" y="310648"/>
                  </a:lnTo>
                  <a:lnTo>
                    <a:pt x="257434" y="307855"/>
                  </a:lnTo>
                  <a:lnTo>
                    <a:pt x="261852" y="304920"/>
                  </a:lnTo>
                  <a:lnTo>
                    <a:pt x="266174" y="301846"/>
                  </a:lnTo>
                  <a:lnTo>
                    <a:pt x="270397" y="298637"/>
                  </a:lnTo>
                  <a:lnTo>
                    <a:pt x="274515" y="295296"/>
                  </a:lnTo>
                  <a:lnTo>
                    <a:pt x="278526" y="291825"/>
                  </a:lnTo>
                  <a:lnTo>
                    <a:pt x="282424" y="288229"/>
                  </a:lnTo>
                  <a:lnTo>
                    <a:pt x="286206" y="284511"/>
                  </a:lnTo>
                  <a:lnTo>
                    <a:pt x="289869" y="280675"/>
                  </a:lnTo>
                  <a:lnTo>
                    <a:pt x="293408" y="276725"/>
                  </a:lnTo>
                  <a:lnTo>
                    <a:pt x="296820" y="272665"/>
                  </a:lnTo>
                  <a:lnTo>
                    <a:pt x="300101" y="268498"/>
                  </a:lnTo>
                  <a:lnTo>
                    <a:pt x="303249" y="264229"/>
                  </a:lnTo>
                  <a:lnTo>
                    <a:pt x="306259" y="259863"/>
                  </a:lnTo>
                  <a:lnTo>
                    <a:pt x="309130" y="255403"/>
                  </a:lnTo>
                  <a:lnTo>
                    <a:pt x="311858" y="250855"/>
                  </a:lnTo>
                  <a:lnTo>
                    <a:pt x="314440" y="246222"/>
                  </a:lnTo>
                  <a:lnTo>
                    <a:pt x="316873" y="241510"/>
                  </a:lnTo>
                  <a:lnTo>
                    <a:pt x="319156" y="236723"/>
                  </a:lnTo>
                  <a:lnTo>
                    <a:pt x="321286" y="231866"/>
                  </a:lnTo>
                  <a:lnTo>
                    <a:pt x="323261" y="226943"/>
                  </a:lnTo>
                  <a:lnTo>
                    <a:pt x="325079" y="221961"/>
                  </a:lnTo>
                  <a:lnTo>
                    <a:pt x="326737" y="216923"/>
                  </a:lnTo>
                  <a:lnTo>
                    <a:pt x="328236" y="211836"/>
                  </a:lnTo>
                  <a:lnTo>
                    <a:pt x="329571" y="206703"/>
                  </a:lnTo>
                  <a:lnTo>
                    <a:pt x="330744" y="201531"/>
                  </a:lnTo>
                  <a:lnTo>
                    <a:pt x="331752" y="196324"/>
                  </a:lnTo>
                  <a:lnTo>
                    <a:pt x="332594" y="191087"/>
                  </a:lnTo>
                  <a:lnTo>
                    <a:pt x="333269" y="185827"/>
                  </a:lnTo>
                  <a:lnTo>
                    <a:pt x="333778" y="180548"/>
                  </a:lnTo>
                  <a:lnTo>
                    <a:pt x="334118" y="175255"/>
                  </a:lnTo>
                  <a:lnTo>
                    <a:pt x="334291" y="169954"/>
                  </a:lnTo>
                  <a:lnTo>
                    <a:pt x="334295" y="164651"/>
                  </a:lnTo>
                  <a:lnTo>
                    <a:pt x="334131" y="159350"/>
                  </a:lnTo>
                  <a:lnTo>
                    <a:pt x="333799" y="154056"/>
                  </a:lnTo>
                  <a:lnTo>
                    <a:pt x="333299" y="148776"/>
                  </a:lnTo>
                  <a:lnTo>
                    <a:pt x="332632" y="143515"/>
                  </a:lnTo>
                  <a:lnTo>
                    <a:pt x="331799" y="138277"/>
                  </a:lnTo>
                  <a:lnTo>
                    <a:pt x="330799" y="133068"/>
                  </a:lnTo>
                  <a:lnTo>
                    <a:pt x="329635" y="127894"/>
                  </a:lnTo>
                  <a:lnTo>
                    <a:pt x="328308" y="122759"/>
                  </a:lnTo>
                  <a:lnTo>
                    <a:pt x="326818" y="117669"/>
                  </a:lnTo>
                  <a:lnTo>
                    <a:pt x="325167" y="112629"/>
                  </a:lnTo>
                  <a:lnTo>
                    <a:pt x="323358" y="107644"/>
                  </a:lnTo>
                  <a:lnTo>
                    <a:pt x="321391" y="102718"/>
                  </a:lnTo>
                  <a:lnTo>
                    <a:pt x="319269" y="97858"/>
                  </a:lnTo>
                  <a:lnTo>
                    <a:pt x="316994" y="93067"/>
                  </a:lnTo>
                  <a:lnTo>
                    <a:pt x="314568" y="88351"/>
                  </a:lnTo>
                  <a:lnTo>
                    <a:pt x="311993" y="83714"/>
                  </a:lnTo>
                  <a:lnTo>
                    <a:pt x="309273" y="79161"/>
                  </a:lnTo>
                  <a:lnTo>
                    <a:pt x="306410" y="74696"/>
                  </a:lnTo>
                  <a:lnTo>
                    <a:pt x="303406" y="70325"/>
                  </a:lnTo>
                  <a:lnTo>
                    <a:pt x="300265" y="66051"/>
                  </a:lnTo>
                  <a:lnTo>
                    <a:pt x="296991" y="61880"/>
                  </a:lnTo>
                  <a:lnTo>
                    <a:pt x="293585" y="57814"/>
                  </a:lnTo>
                  <a:lnTo>
                    <a:pt x="290053" y="53858"/>
                  </a:lnTo>
                  <a:lnTo>
                    <a:pt x="286397" y="50016"/>
                  </a:lnTo>
                  <a:lnTo>
                    <a:pt x="282620" y="46292"/>
                  </a:lnTo>
                  <a:lnTo>
                    <a:pt x="278728" y="42690"/>
                  </a:lnTo>
                  <a:lnTo>
                    <a:pt x="274723" y="39213"/>
                  </a:lnTo>
                  <a:lnTo>
                    <a:pt x="270610" y="35864"/>
                  </a:lnTo>
                  <a:lnTo>
                    <a:pt x="266392" y="32648"/>
                  </a:lnTo>
                  <a:lnTo>
                    <a:pt x="262075" y="29568"/>
                  </a:lnTo>
                  <a:lnTo>
                    <a:pt x="257662" y="26626"/>
                  </a:lnTo>
                  <a:lnTo>
                    <a:pt x="253158" y="23825"/>
                  </a:lnTo>
                  <a:lnTo>
                    <a:pt x="248568" y="21169"/>
                  </a:lnTo>
                  <a:lnTo>
                    <a:pt x="243896" y="18659"/>
                  </a:lnTo>
                  <a:lnTo>
                    <a:pt x="239146" y="16299"/>
                  </a:lnTo>
                  <a:lnTo>
                    <a:pt x="234324" y="14091"/>
                  </a:lnTo>
                  <a:lnTo>
                    <a:pt x="229434" y="12037"/>
                  </a:lnTo>
                  <a:lnTo>
                    <a:pt x="224482" y="10139"/>
                  </a:lnTo>
                  <a:lnTo>
                    <a:pt x="219471" y="8400"/>
                  </a:lnTo>
                  <a:lnTo>
                    <a:pt x="214409" y="6820"/>
                  </a:lnTo>
                  <a:lnTo>
                    <a:pt x="209298" y="5401"/>
                  </a:lnTo>
                  <a:lnTo>
                    <a:pt x="204145" y="4145"/>
                  </a:lnTo>
                  <a:lnTo>
                    <a:pt x="198955" y="3054"/>
                  </a:lnTo>
                  <a:lnTo>
                    <a:pt x="193733" y="2127"/>
                  </a:lnTo>
                  <a:lnTo>
                    <a:pt x="188484" y="1367"/>
                  </a:lnTo>
                  <a:lnTo>
                    <a:pt x="183214" y="773"/>
                  </a:lnTo>
                  <a:lnTo>
                    <a:pt x="177928" y="348"/>
                  </a:lnTo>
                  <a:lnTo>
                    <a:pt x="172630" y="8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102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5483" cy="167167"/>
            </a:xfrm>
            <a:custGeom>
              <a:avLst/>
              <a:pathLst>
                <a:path w="5483" h="167167">
                  <a:moveTo>
                    <a:pt x="5483" y="8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711636" y="4397268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3" y="8343"/>
                  </a:lnTo>
                  <a:lnTo>
                    <a:pt x="109981" y="10077"/>
                  </a:lnTo>
                  <a:lnTo>
                    <a:pt x="105027" y="11970"/>
                  </a:lnTo>
                  <a:lnTo>
                    <a:pt x="100135" y="14019"/>
                  </a:lnTo>
                  <a:lnTo>
                    <a:pt x="95310" y="16222"/>
                  </a:lnTo>
                  <a:lnTo>
                    <a:pt x="90558" y="18576"/>
                  </a:lnTo>
                  <a:lnTo>
                    <a:pt x="85883" y="21081"/>
                  </a:lnTo>
                  <a:lnTo>
                    <a:pt x="81290" y="23732"/>
                  </a:lnTo>
                  <a:lnTo>
                    <a:pt x="76783" y="26528"/>
                  </a:lnTo>
                  <a:lnTo>
                    <a:pt x="72367" y="29465"/>
                  </a:lnTo>
                  <a:lnTo>
                    <a:pt x="68046" y="32541"/>
                  </a:lnTo>
                  <a:lnTo>
                    <a:pt x="63826" y="35753"/>
                  </a:lnTo>
                  <a:lnTo>
                    <a:pt x="59709" y="39096"/>
                  </a:lnTo>
                  <a:lnTo>
                    <a:pt x="55700" y="42569"/>
                  </a:lnTo>
                  <a:lnTo>
                    <a:pt x="51804" y="46167"/>
                  </a:lnTo>
                  <a:lnTo>
                    <a:pt x="48023" y="49887"/>
                  </a:lnTo>
                  <a:lnTo>
                    <a:pt x="44363" y="53725"/>
                  </a:lnTo>
                  <a:lnTo>
                    <a:pt x="40826" y="57677"/>
                  </a:lnTo>
                  <a:lnTo>
                    <a:pt x="37416" y="61739"/>
                  </a:lnTo>
                  <a:lnTo>
                    <a:pt x="34137" y="65908"/>
                  </a:lnTo>
                  <a:lnTo>
                    <a:pt x="30992" y="70178"/>
                  </a:lnTo>
                  <a:lnTo>
                    <a:pt x="27984" y="74546"/>
                  </a:lnTo>
                  <a:lnTo>
                    <a:pt x="25116" y="79007"/>
                  </a:lnTo>
                  <a:lnTo>
                    <a:pt x="22390" y="83557"/>
                  </a:lnTo>
                  <a:lnTo>
                    <a:pt x="19811" y="88191"/>
                  </a:lnTo>
                  <a:lnTo>
                    <a:pt x="17380" y="92905"/>
                  </a:lnTo>
                  <a:lnTo>
                    <a:pt x="15099" y="97693"/>
                  </a:lnTo>
                  <a:lnTo>
                    <a:pt x="12972" y="102551"/>
                  </a:lnTo>
                  <a:lnTo>
                    <a:pt x="11000" y="107475"/>
                  </a:lnTo>
                  <a:lnTo>
                    <a:pt x="9185" y="112458"/>
                  </a:lnTo>
                  <a:lnTo>
                    <a:pt x="7529" y="117497"/>
                  </a:lnTo>
                  <a:lnTo>
                    <a:pt x="6034" y="122585"/>
                  </a:lnTo>
                  <a:lnTo>
                    <a:pt x="4700" y="127718"/>
                  </a:lnTo>
                  <a:lnTo>
                    <a:pt x="3531" y="132892"/>
                  </a:lnTo>
                  <a:lnTo>
                    <a:pt x="2526" y="138099"/>
                  </a:lnTo>
                  <a:lnTo>
                    <a:pt x="1687" y="143336"/>
                  </a:lnTo>
                  <a:lnTo>
                    <a:pt x="1014" y="148597"/>
                  </a:lnTo>
                  <a:lnTo>
                    <a:pt x="508" y="153876"/>
                  </a:lnTo>
                  <a:lnTo>
                    <a:pt x="171" y="159169"/>
                  </a:lnTo>
                  <a:lnTo>
                    <a:pt x="1" y="164470"/>
                  </a:lnTo>
                  <a:lnTo>
                    <a:pt x="0" y="169774"/>
                  </a:lnTo>
                  <a:lnTo>
                    <a:pt x="166" y="175075"/>
                  </a:lnTo>
                  <a:lnTo>
                    <a:pt x="501" y="180368"/>
                  </a:lnTo>
                  <a:lnTo>
                    <a:pt x="1004" y="185647"/>
                  </a:lnTo>
                  <a:lnTo>
                    <a:pt x="1674" y="190909"/>
                  </a:lnTo>
                  <a:lnTo>
                    <a:pt x="2510" y="196146"/>
                  </a:lnTo>
                  <a:lnTo>
                    <a:pt x="3512" y="201354"/>
                  </a:lnTo>
                  <a:lnTo>
                    <a:pt x="4679" y="206528"/>
                  </a:lnTo>
                  <a:lnTo>
                    <a:pt x="6009" y="211662"/>
                  </a:lnTo>
                  <a:lnTo>
                    <a:pt x="7502" y="216751"/>
                  </a:lnTo>
                  <a:lnTo>
                    <a:pt x="9155" y="221790"/>
                  </a:lnTo>
                  <a:lnTo>
                    <a:pt x="10968" y="226775"/>
                  </a:lnTo>
                  <a:lnTo>
                    <a:pt x="12937" y="231699"/>
                  </a:lnTo>
                  <a:lnTo>
                    <a:pt x="15062" y="236559"/>
                  </a:lnTo>
                  <a:lnTo>
                    <a:pt x="17340" y="241348"/>
                  </a:lnTo>
                  <a:lnTo>
                    <a:pt x="19768" y="246063"/>
                  </a:lnTo>
                  <a:lnTo>
                    <a:pt x="22345" y="250698"/>
                  </a:lnTo>
                  <a:lnTo>
                    <a:pt x="25068" y="255250"/>
                  </a:lnTo>
                  <a:lnTo>
                    <a:pt x="27934" y="259713"/>
                  </a:lnTo>
                  <a:lnTo>
                    <a:pt x="30940" y="264082"/>
                  </a:lnTo>
                  <a:lnTo>
                    <a:pt x="34082" y="268354"/>
                  </a:lnTo>
                  <a:lnTo>
                    <a:pt x="37359" y="272525"/>
                  </a:lnTo>
                  <a:lnTo>
                    <a:pt x="40767" y="276589"/>
                  </a:lnTo>
                  <a:lnTo>
                    <a:pt x="44302" y="280543"/>
                  </a:lnTo>
                  <a:lnTo>
                    <a:pt x="47960" y="284383"/>
                  </a:lnTo>
                  <a:lnTo>
                    <a:pt x="51738" y="288104"/>
                  </a:lnTo>
                  <a:lnTo>
                    <a:pt x="55633" y="291705"/>
                  </a:lnTo>
                  <a:lnTo>
                    <a:pt x="59640" y="295179"/>
                  </a:lnTo>
                  <a:lnTo>
                    <a:pt x="63755" y="298525"/>
                  </a:lnTo>
                  <a:lnTo>
                    <a:pt x="67974" y="301739"/>
                  </a:lnTo>
                  <a:lnTo>
                    <a:pt x="72293" y="304817"/>
                  </a:lnTo>
                  <a:lnTo>
                    <a:pt x="76707" y="307757"/>
                  </a:lnTo>
                  <a:lnTo>
                    <a:pt x="81212" y="310555"/>
                  </a:lnTo>
                  <a:lnTo>
                    <a:pt x="85804" y="313209"/>
                  </a:lnTo>
                  <a:lnTo>
                    <a:pt x="90478" y="315716"/>
                  </a:lnTo>
                  <a:lnTo>
                    <a:pt x="95229" y="318074"/>
                  </a:lnTo>
                  <a:lnTo>
                    <a:pt x="100052" y="320279"/>
                  </a:lnTo>
                  <a:lnTo>
                    <a:pt x="104943" y="322330"/>
                  </a:lnTo>
                  <a:lnTo>
                    <a:pt x="109897" y="324225"/>
                  </a:lnTo>
                  <a:lnTo>
                    <a:pt x="114908" y="325963"/>
                  </a:lnTo>
                  <a:lnTo>
                    <a:pt x="119971" y="327540"/>
                  </a:lnTo>
                  <a:lnTo>
                    <a:pt x="125082" y="328956"/>
                  </a:lnTo>
                  <a:lnTo>
                    <a:pt x="130236" y="330209"/>
                  </a:lnTo>
                  <a:lnTo>
                    <a:pt x="135427" y="331297"/>
                  </a:lnTo>
                  <a:lnTo>
                    <a:pt x="140649" y="332221"/>
                  </a:lnTo>
                  <a:lnTo>
                    <a:pt x="145898" y="332978"/>
                  </a:lnTo>
                  <a:lnTo>
                    <a:pt x="151169" y="333569"/>
                  </a:lnTo>
                  <a:lnTo>
                    <a:pt x="156456" y="333992"/>
                  </a:lnTo>
                  <a:lnTo>
                    <a:pt x="161753" y="334247"/>
                  </a:lnTo>
                  <a:lnTo>
                    <a:pt x="167056" y="334334"/>
                  </a:lnTo>
                  <a:lnTo>
                    <a:pt x="172359" y="334253"/>
                  </a:lnTo>
                  <a:lnTo>
                    <a:pt x="177657" y="334004"/>
                  </a:lnTo>
                  <a:lnTo>
                    <a:pt x="182944" y="333586"/>
                  </a:lnTo>
                  <a:lnTo>
                    <a:pt x="188216" y="333001"/>
                  </a:lnTo>
                  <a:lnTo>
                    <a:pt x="193466" y="332250"/>
                  </a:lnTo>
                  <a:lnTo>
                    <a:pt x="198689" y="331332"/>
                  </a:lnTo>
                  <a:lnTo>
                    <a:pt x="203881" y="330248"/>
                  </a:lnTo>
                  <a:lnTo>
                    <a:pt x="209036" y="329001"/>
                  </a:lnTo>
                  <a:lnTo>
                    <a:pt x="214149" y="327591"/>
                  </a:lnTo>
                  <a:lnTo>
                    <a:pt x="219214" y="326019"/>
                  </a:lnTo>
                  <a:lnTo>
                    <a:pt x="224227" y="324287"/>
                  </a:lnTo>
                  <a:lnTo>
                    <a:pt x="229182" y="322397"/>
                  </a:lnTo>
                  <a:lnTo>
                    <a:pt x="234075" y="320351"/>
                  </a:lnTo>
                  <a:lnTo>
                    <a:pt x="238901" y="318151"/>
                  </a:lnTo>
                  <a:lnTo>
                    <a:pt x="243655" y="315799"/>
                  </a:lnTo>
                  <a:lnTo>
                    <a:pt x="248331" y="313297"/>
                  </a:lnTo>
                  <a:lnTo>
                    <a:pt x="252926" y="310648"/>
                  </a:lnTo>
                  <a:lnTo>
                    <a:pt x="257434" y="307855"/>
                  </a:lnTo>
                  <a:lnTo>
                    <a:pt x="261852" y="304920"/>
                  </a:lnTo>
                  <a:lnTo>
                    <a:pt x="266174" y="301846"/>
                  </a:lnTo>
                  <a:lnTo>
                    <a:pt x="270397" y="298637"/>
                  </a:lnTo>
                  <a:lnTo>
                    <a:pt x="274515" y="295296"/>
                  </a:lnTo>
                  <a:lnTo>
                    <a:pt x="278526" y="291825"/>
                  </a:lnTo>
                  <a:lnTo>
                    <a:pt x="282424" y="288229"/>
                  </a:lnTo>
                  <a:lnTo>
                    <a:pt x="286206" y="284511"/>
                  </a:lnTo>
                  <a:lnTo>
                    <a:pt x="289869" y="280675"/>
                  </a:lnTo>
                  <a:lnTo>
                    <a:pt x="293408" y="276725"/>
                  </a:lnTo>
                  <a:lnTo>
                    <a:pt x="296820" y="272665"/>
                  </a:lnTo>
                  <a:lnTo>
                    <a:pt x="300101" y="268498"/>
                  </a:lnTo>
                  <a:lnTo>
                    <a:pt x="303249" y="264229"/>
                  </a:lnTo>
                  <a:lnTo>
                    <a:pt x="306259" y="259863"/>
                  </a:lnTo>
                  <a:lnTo>
                    <a:pt x="309130" y="255403"/>
                  </a:lnTo>
                  <a:lnTo>
                    <a:pt x="311858" y="250855"/>
                  </a:lnTo>
                  <a:lnTo>
                    <a:pt x="314440" y="246222"/>
                  </a:lnTo>
                  <a:lnTo>
                    <a:pt x="316873" y="241510"/>
                  </a:lnTo>
                  <a:lnTo>
                    <a:pt x="319156" y="236723"/>
                  </a:lnTo>
                  <a:lnTo>
                    <a:pt x="321286" y="231866"/>
                  </a:lnTo>
                  <a:lnTo>
                    <a:pt x="323261" y="226943"/>
                  </a:lnTo>
                  <a:lnTo>
                    <a:pt x="325079" y="221961"/>
                  </a:lnTo>
                  <a:lnTo>
                    <a:pt x="326737" y="216923"/>
                  </a:lnTo>
                  <a:lnTo>
                    <a:pt x="328236" y="211836"/>
                  </a:lnTo>
                  <a:lnTo>
                    <a:pt x="329571" y="206703"/>
                  </a:lnTo>
                  <a:lnTo>
                    <a:pt x="330744" y="201531"/>
                  </a:lnTo>
                  <a:lnTo>
                    <a:pt x="331752" y="196324"/>
                  </a:lnTo>
                  <a:lnTo>
                    <a:pt x="332594" y="191087"/>
                  </a:lnTo>
                  <a:lnTo>
                    <a:pt x="333269" y="185827"/>
                  </a:lnTo>
                  <a:lnTo>
                    <a:pt x="333778" y="180548"/>
                  </a:lnTo>
                  <a:lnTo>
                    <a:pt x="334118" y="175255"/>
                  </a:lnTo>
                  <a:lnTo>
                    <a:pt x="334291" y="169954"/>
                  </a:lnTo>
                  <a:lnTo>
                    <a:pt x="334295" y="164651"/>
                  </a:lnTo>
                  <a:lnTo>
                    <a:pt x="334131" y="159350"/>
                  </a:lnTo>
                  <a:lnTo>
                    <a:pt x="333799" y="154056"/>
                  </a:lnTo>
                  <a:lnTo>
                    <a:pt x="333299" y="148776"/>
                  </a:lnTo>
                  <a:lnTo>
                    <a:pt x="332632" y="143515"/>
                  </a:lnTo>
                  <a:lnTo>
                    <a:pt x="331799" y="138277"/>
                  </a:lnTo>
                  <a:lnTo>
                    <a:pt x="330799" y="133068"/>
                  </a:lnTo>
                  <a:lnTo>
                    <a:pt x="329635" y="127894"/>
                  </a:lnTo>
                  <a:lnTo>
                    <a:pt x="328308" y="122759"/>
                  </a:lnTo>
                  <a:lnTo>
                    <a:pt x="326818" y="117669"/>
                  </a:lnTo>
                  <a:lnTo>
                    <a:pt x="325167" y="112629"/>
                  </a:lnTo>
                  <a:lnTo>
                    <a:pt x="323358" y="107644"/>
                  </a:lnTo>
                  <a:lnTo>
                    <a:pt x="321391" y="102718"/>
                  </a:lnTo>
                  <a:lnTo>
                    <a:pt x="319269" y="97858"/>
                  </a:lnTo>
                  <a:lnTo>
                    <a:pt x="316994" y="93067"/>
                  </a:lnTo>
                  <a:lnTo>
                    <a:pt x="314568" y="88351"/>
                  </a:lnTo>
                  <a:lnTo>
                    <a:pt x="311993" y="83714"/>
                  </a:lnTo>
                  <a:lnTo>
                    <a:pt x="309273" y="79161"/>
                  </a:lnTo>
                  <a:lnTo>
                    <a:pt x="306410" y="74696"/>
                  </a:lnTo>
                  <a:lnTo>
                    <a:pt x="303406" y="70325"/>
                  </a:lnTo>
                  <a:lnTo>
                    <a:pt x="300265" y="66051"/>
                  </a:lnTo>
                  <a:lnTo>
                    <a:pt x="296991" y="61880"/>
                  </a:lnTo>
                  <a:lnTo>
                    <a:pt x="293585" y="57814"/>
                  </a:lnTo>
                  <a:lnTo>
                    <a:pt x="290053" y="53858"/>
                  </a:lnTo>
                  <a:lnTo>
                    <a:pt x="286397" y="50016"/>
                  </a:lnTo>
                  <a:lnTo>
                    <a:pt x="282620" y="46292"/>
                  </a:lnTo>
                  <a:lnTo>
                    <a:pt x="278728" y="42690"/>
                  </a:lnTo>
                  <a:lnTo>
                    <a:pt x="274723" y="39213"/>
                  </a:lnTo>
                  <a:lnTo>
                    <a:pt x="270610" y="35864"/>
                  </a:lnTo>
                  <a:lnTo>
                    <a:pt x="266392" y="32648"/>
                  </a:lnTo>
                  <a:lnTo>
                    <a:pt x="262075" y="29568"/>
                  </a:lnTo>
                  <a:lnTo>
                    <a:pt x="257662" y="26626"/>
                  </a:lnTo>
                  <a:lnTo>
                    <a:pt x="253158" y="23825"/>
                  </a:lnTo>
                  <a:lnTo>
                    <a:pt x="248568" y="21169"/>
                  </a:lnTo>
                  <a:lnTo>
                    <a:pt x="243896" y="18659"/>
                  </a:lnTo>
                  <a:lnTo>
                    <a:pt x="239146" y="16299"/>
                  </a:lnTo>
                  <a:lnTo>
                    <a:pt x="234324" y="14091"/>
                  </a:lnTo>
                  <a:lnTo>
                    <a:pt x="229434" y="12037"/>
                  </a:lnTo>
                  <a:lnTo>
                    <a:pt x="224482" y="10139"/>
                  </a:lnTo>
                  <a:lnTo>
                    <a:pt x="219471" y="8400"/>
                  </a:lnTo>
                  <a:lnTo>
                    <a:pt x="214409" y="6820"/>
                  </a:lnTo>
                  <a:lnTo>
                    <a:pt x="209298" y="5401"/>
                  </a:lnTo>
                  <a:lnTo>
                    <a:pt x="204145" y="4145"/>
                  </a:lnTo>
                  <a:lnTo>
                    <a:pt x="198955" y="3054"/>
                  </a:lnTo>
                  <a:lnTo>
                    <a:pt x="193733" y="2127"/>
                  </a:lnTo>
                  <a:lnTo>
                    <a:pt x="188484" y="1367"/>
                  </a:lnTo>
                  <a:lnTo>
                    <a:pt x="183214" y="773"/>
                  </a:lnTo>
                  <a:lnTo>
                    <a:pt x="177928" y="348"/>
                  </a:lnTo>
                  <a:lnTo>
                    <a:pt x="172630" y="8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358"/>
              <a:ext cx="5483" cy="167077"/>
            </a:xfrm>
            <a:custGeom>
              <a:avLst/>
              <a:pathLst>
                <a:path w="5483" h="167077">
                  <a:moveTo>
                    <a:pt x="5483" y="0"/>
                  </a:moveTo>
                  <a:lnTo>
                    <a:pt x="0" y="167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5483" cy="167167"/>
            </a:xfrm>
            <a:custGeom>
              <a:avLst/>
              <a:pathLst>
                <a:path w="5483" h="167167">
                  <a:moveTo>
                    <a:pt x="5483" y="8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05" y="4794382"/>
              <a:ext cx="167161" cy="195436"/>
            </a:xfrm>
            <a:custGeom>
              <a:avLst/>
              <a:pathLst>
                <a:path w="167161" h="195436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0" y="781"/>
                  </a:lnTo>
                  <a:lnTo>
                    <a:pt x="145665" y="1387"/>
                  </a:lnTo>
                  <a:lnTo>
                    <a:pt x="140333" y="2166"/>
                  </a:lnTo>
                  <a:lnTo>
                    <a:pt x="135029" y="3117"/>
                  </a:lnTo>
                  <a:lnTo>
                    <a:pt x="129759" y="4237"/>
                  </a:lnTo>
                  <a:lnTo>
                    <a:pt x="124527" y="5527"/>
                  </a:lnTo>
                  <a:lnTo>
                    <a:pt x="119339" y="6986"/>
                  </a:lnTo>
                  <a:lnTo>
                    <a:pt x="114202" y="8610"/>
                  </a:lnTo>
                  <a:lnTo>
                    <a:pt x="109119" y="10399"/>
                  </a:lnTo>
                  <a:lnTo>
                    <a:pt x="104096" y="12351"/>
                  </a:lnTo>
                  <a:lnTo>
                    <a:pt x="99139" y="14464"/>
                  </a:lnTo>
                  <a:lnTo>
                    <a:pt x="94253" y="16736"/>
                  </a:lnTo>
                  <a:lnTo>
                    <a:pt x="89443" y="19164"/>
                  </a:lnTo>
                  <a:lnTo>
                    <a:pt x="84713" y="21746"/>
                  </a:lnTo>
                  <a:lnTo>
                    <a:pt x="80069" y="24479"/>
                  </a:lnTo>
                  <a:lnTo>
                    <a:pt x="75515" y="27360"/>
                  </a:lnTo>
                  <a:lnTo>
                    <a:pt x="71057" y="30386"/>
                  </a:lnTo>
                  <a:lnTo>
                    <a:pt x="66698" y="33554"/>
                  </a:lnTo>
                  <a:lnTo>
                    <a:pt x="62444" y="36862"/>
                  </a:lnTo>
                  <a:lnTo>
                    <a:pt x="58299" y="40304"/>
                  </a:lnTo>
                  <a:lnTo>
                    <a:pt x="54267" y="43879"/>
                  </a:lnTo>
                  <a:lnTo>
                    <a:pt x="50352" y="47582"/>
                  </a:lnTo>
                  <a:lnTo>
                    <a:pt x="46558" y="51409"/>
                  </a:lnTo>
                  <a:lnTo>
                    <a:pt x="42890" y="55356"/>
                  </a:lnTo>
                  <a:lnTo>
                    <a:pt x="39351" y="59419"/>
                  </a:lnTo>
                  <a:lnTo>
                    <a:pt x="35944" y="63594"/>
                  </a:lnTo>
                  <a:lnTo>
                    <a:pt x="32674" y="67877"/>
                  </a:lnTo>
                  <a:lnTo>
                    <a:pt x="29544" y="72263"/>
                  </a:lnTo>
                  <a:lnTo>
                    <a:pt x="26557" y="76748"/>
                  </a:lnTo>
                  <a:lnTo>
                    <a:pt x="23716" y="81327"/>
                  </a:lnTo>
                  <a:lnTo>
                    <a:pt x="21024" y="85994"/>
                  </a:lnTo>
                  <a:lnTo>
                    <a:pt x="18483" y="90747"/>
                  </a:lnTo>
                  <a:lnTo>
                    <a:pt x="16098" y="95578"/>
                  </a:lnTo>
                  <a:lnTo>
                    <a:pt x="13869" y="100484"/>
                  </a:lnTo>
                  <a:lnTo>
                    <a:pt x="11799" y="105459"/>
                  </a:lnTo>
                  <a:lnTo>
                    <a:pt x="9891" y="110499"/>
                  </a:lnTo>
                  <a:lnTo>
                    <a:pt x="8146" y="115597"/>
                  </a:lnTo>
                  <a:lnTo>
                    <a:pt x="6567" y="120749"/>
                  </a:lnTo>
                  <a:lnTo>
                    <a:pt x="5154" y="125949"/>
                  </a:lnTo>
                  <a:lnTo>
                    <a:pt x="3910" y="131192"/>
                  </a:lnTo>
                  <a:lnTo>
                    <a:pt x="2835" y="136472"/>
                  </a:lnTo>
                  <a:lnTo>
                    <a:pt x="1931" y="141784"/>
                  </a:lnTo>
                  <a:lnTo>
                    <a:pt x="1199" y="147122"/>
                  </a:lnTo>
                  <a:lnTo>
                    <a:pt x="639" y="152482"/>
                  </a:lnTo>
                  <a:lnTo>
                    <a:pt x="253" y="157856"/>
                  </a:lnTo>
                  <a:lnTo>
                    <a:pt x="39" y="163241"/>
                  </a:lnTo>
                  <a:lnTo>
                    <a:pt x="0" y="168629"/>
                  </a:lnTo>
                  <a:lnTo>
                    <a:pt x="133" y="174016"/>
                  </a:lnTo>
                  <a:lnTo>
                    <a:pt x="441" y="179396"/>
                  </a:lnTo>
                  <a:lnTo>
                    <a:pt x="922" y="184763"/>
                  </a:lnTo>
                  <a:lnTo>
                    <a:pt x="1575" y="190111"/>
                  </a:lnTo>
                  <a:lnTo>
                    <a:pt x="2401" y="19543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7806" y="4961550"/>
              <a:ext cx="164759" cy="51362"/>
            </a:xfrm>
            <a:custGeom>
              <a:avLst/>
              <a:pathLst>
                <a:path w="164759" h="51362">
                  <a:moveTo>
                    <a:pt x="0" y="28269"/>
                  </a:moveTo>
                  <a:lnTo>
                    <a:pt x="1526" y="36053"/>
                  </a:lnTo>
                  <a:lnTo>
                    <a:pt x="3420" y="43757"/>
                  </a:lnTo>
                  <a:lnTo>
                    <a:pt x="5678" y="51362"/>
                  </a:lnTo>
                  <a:lnTo>
                    <a:pt x="16475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53485" y="4794382"/>
              <a:ext cx="326236" cy="334329"/>
            </a:xfrm>
            <a:custGeom>
              <a:avLst/>
              <a:pathLst>
                <a:path w="326236" h="334329">
                  <a:moveTo>
                    <a:pt x="0" y="218529"/>
                  </a:moveTo>
                  <a:lnTo>
                    <a:pt x="1705" y="223538"/>
                  </a:lnTo>
                  <a:lnTo>
                    <a:pt x="3568" y="228491"/>
                  </a:lnTo>
                  <a:lnTo>
                    <a:pt x="5587" y="233382"/>
                  </a:lnTo>
                  <a:lnTo>
                    <a:pt x="7759" y="238207"/>
                  </a:lnTo>
                  <a:lnTo>
                    <a:pt x="10083" y="242961"/>
                  </a:lnTo>
                  <a:lnTo>
                    <a:pt x="12557" y="247639"/>
                  </a:lnTo>
                  <a:lnTo>
                    <a:pt x="15177" y="252236"/>
                  </a:lnTo>
                  <a:lnTo>
                    <a:pt x="17942" y="256748"/>
                  </a:lnTo>
                  <a:lnTo>
                    <a:pt x="20848" y="261170"/>
                  </a:lnTo>
                  <a:lnTo>
                    <a:pt x="23892" y="265498"/>
                  </a:lnTo>
                  <a:lnTo>
                    <a:pt x="27072" y="269728"/>
                  </a:lnTo>
                  <a:lnTo>
                    <a:pt x="30384" y="273854"/>
                  </a:lnTo>
                  <a:lnTo>
                    <a:pt x="33826" y="277874"/>
                  </a:lnTo>
                  <a:lnTo>
                    <a:pt x="37392" y="281783"/>
                  </a:lnTo>
                  <a:lnTo>
                    <a:pt x="41081" y="285577"/>
                  </a:lnTo>
                  <a:lnTo>
                    <a:pt x="44887" y="289252"/>
                  </a:lnTo>
                  <a:lnTo>
                    <a:pt x="48809" y="292805"/>
                  </a:lnTo>
                  <a:lnTo>
                    <a:pt x="52840" y="296233"/>
                  </a:lnTo>
                  <a:lnTo>
                    <a:pt x="56979" y="299530"/>
                  </a:lnTo>
                  <a:lnTo>
                    <a:pt x="61219" y="302696"/>
                  </a:lnTo>
                  <a:lnTo>
                    <a:pt x="65558" y="305725"/>
                  </a:lnTo>
                  <a:lnTo>
                    <a:pt x="69990" y="308616"/>
                  </a:lnTo>
                  <a:lnTo>
                    <a:pt x="74511" y="311364"/>
                  </a:lnTo>
                  <a:lnTo>
                    <a:pt x="79117" y="313969"/>
                  </a:lnTo>
                  <a:lnTo>
                    <a:pt x="83804" y="316426"/>
                  </a:lnTo>
                  <a:lnTo>
                    <a:pt x="88566" y="318734"/>
                  </a:lnTo>
                  <a:lnTo>
                    <a:pt x="93398" y="320890"/>
                  </a:lnTo>
                  <a:lnTo>
                    <a:pt x="98296" y="322892"/>
                  </a:lnTo>
                  <a:lnTo>
                    <a:pt x="103255" y="324737"/>
                  </a:lnTo>
                  <a:lnTo>
                    <a:pt x="108270" y="326425"/>
                  </a:lnTo>
                  <a:lnTo>
                    <a:pt x="113336" y="327954"/>
                  </a:lnTo>
                  <a:lnTo>
                    <a:pt x="118448" y="329321"/>
                  </a:lnTo>
                  <a:lnTo>
                    <a:pt x="123601" y="330526"/>
                  </a:lnTo>
                  <a:lnTo>
                    <a:pt x="128789" y="331567"/>
                  </a:lnTo>
                  <a:lnTo>
                    <a:pt x="134007" y="332443"/>
                  </a:lnTo>
                  <a:lnTo>
                    <a:pt x="139251" y="333154"/>
                  </a:lnTo>
                  <a:lnTo>
                    <a:pt x="144514" y="333699"/>
                  </a:lnTo>
                  <a:lnTo>
                    <a:pt x="149792" y="334076"/>
                  </a:lnTo>
                  <a:lnTo>
                    <a:pt x="155080" y="334286"/>
                  </a:lnTo>
                  <a:lnTo>
                    <a:pt x="160371" y="334329"/>
                  </a:lnTo>
                  <a:lnTo>
                    <a:pt x="165661" y="334205"/>
                  </a:lnTo>
                  <a:lnTo>
                    <a:pt x="170945" y="333913"/>
                  </a:lnTo>
                  <a:lnTo>
                    <a:pt x="176216" y="333454"/>
                  </a:lnTo>
                  <a:lnTo>
                    <a:pt x="181470" y="332828"/>
                  </a:lnTo>
                  <a:lnTo>
                    <a:pt x="186702" y="332037"/>
                  </a:lnTo>
                  <a:lnTo>
                    <a:pt x="191907" y="331080"/>
                  </a:lnTo>
                  <a:lnTo>
                    <a:pt x="197078" y="329959"/>
                  </a:lnTo>
                  <a:lnTo>
                    <a:pt x="202211" y="328675"/>
                  </a:lnTo>
                  <a:lnTo>
                    <a:pt x="207302" y="327229"/>
                  </a:lnTo>
                  <a:lnTo>
                    <a:pt x="212343" y="325622"/>
                  </a:lnTo>
                  <a:lnTo>
                    <a:pt x="217332" y="323857"/>
                  </a:lnTo>
                  <a:lnTo>
                    <a:pt x="222262" y="321935"/>
                  </a:lnTo>
                  <a:lnTo>
                    <a:pt x="227129" y="319858"/>
                  </a:lnTo>
                  <a:lnTo>
                    <a:pt x="231927" y="317627"/>
                  </a:lnTo>
                  <a:lnTo>
                    <a:pt x="236653" y="315246"/>
                  </a:lnTo>
                  <a:lnTo>
                    <a:pt x="241301" y="312717"/>
                  </a:lnTo>
                  <a:lnTo>
                    <a:pt x="245866" y="310042"/>
                  </a:lnTo>
                  <a:lnTo>
                    <a:pt x="250345" y="307224"/>
                  </a:lnTo>
                  <a:lnTo>
                    <a:pt x="254732" y="304265"/>
                  </a:lnTo>
                  <a:lnTo>
                    <a:pt x="259023" y="301169"/>
                  </a:lnTo>
                  <a:lnTo>
                    <a:pt x="263214" y="297939"/>
                  </a:lnTo>
                  <a:lnTo>
                    <a:pt x="267301" y="294577"/>
                  </a:lnTo>
                  <a:lnTo>
                    <a:pt x="271279" y="291088"/>
                  </a:lnTo>
                  <a:lnTo>
                    <a:pt x="275145" y="287475"/>
                  </a:lnTo>
                  <a:lnTo>
                    <a:pt x="278895" y="283741"/>
                  </a:lnTo>
                  <a:lnTo>
                    <a:pt x="282524" y="279891"/>
                  </a:lnTo>
                  <a:lnTo>
                    <a:pt x="286030" y="275927"/>
                  </a:lnTo>
                  <a:lnTo>
                    <a:pt x="289409" y="271855"/>
                  </a:lnTo>
                  <a:lnTo>
                    <a:pt x="292657" y="267678"/>
                  </a:lnTo>
                  <a:lnTo>
                    <a:pt x="295771" y="263400"/>
                  </a:lnTo>
                  <a:lnTo>
                    <a:pt x="298748" y="259025"/>
                  </a:lnTo>
                  <a:lnTo>
                    <a:pt x="301586" y="254559"/>
                  </a:lnTo>
                  <a:lnTo>
                    <a:pt x="304280" y="250005"/>
                  </a:lnTo>
                  <a:lnTo>
                    <a:pt x="306829" y="245368"/>
                  </a:lnTo>
                  <a:lnTo>
                    <a:pt x="309230" y="240652"/>
                  </a:lnTo>
                  <a:lnTo>
                    <a:pt x="311481" y="235863"/>
                  </a:lnTo>
                  <a:lnTo>
                    <a:pt x="313579" y="231005"/>
                  </a:lnTo>
                  <a:lnTo>
                    <a:pt x="315522" y="226083"/>
                  </a:lnTo>
                  <a:lnTo>
                    <a:pt x="317308" y="221103"/>
                  </a:lnTo>
                  <a:lnTo>
                    <a:pt x="318936" y="216068"/>
                  </a:lnTo>
                  <a:lnTo>
                    <a:pt x="320404" y="210984"/>
                  </a:lnTo>
                  <a:lnTo>
                    <a:pt x="321710" y="205856"/>
                  </a:lnTo>
                  <a:lnTo>
                    <a:pt x="322853" y="200689"/>
                  </a:lnTo>
                  <a:lnTo>
                    <a:pt x="323832" y="195489"/>
                  </a:lnTo>
                  <a:lnTo>
                    <a:pt x="324645" y="190261"/>
                  </a:lnTo>
                  <a:lnTo>
                    <a:pt x="325293" y="185009"/>
                  </a:lnTo>
                  <a:lnTo>
                    <a:pt x="325775" y="179739"/>
                  </a:lnTo>
                  <a:lnTo>
                    <a:pt x="326089" y="174457"/>
                  </a:lnTo>
                  <a:lnTo>
                    <a:pt x="326236" y="169168"/>
                  </a:lnTo>
                  <a:lnTo>
                    <a:pt x="326216" y="163876"/>
                  </a:lnTo>
                  <a:lnTo>
                    <a:pt x="326028" y="158588"/>
                  </a:lnTo>
                  <a:lnTo>
                    <a:pt x="325673" y="153308"/>
                  </a:lnTo>
                  <a:lnTo>
                    <a:pt x="325151" y="148043"/>
                  </a:lnTo>
                  <a:lnTo>
                    <a:pt x="324462" y="142796"/>
                  </a:lnTo>
                  <a:lnTo>
                    <a:pt x="323608" y="137574"/>
                  </a:lnTo>
                  <a:lnTo>
                    <a:pt x="322589" y="132382"/>
                  </a:lnTo>
                  <a:lnTo>
                    <a:pt x="321406" y="127224"/>
                  </a:lnTo>
                  <a:lnTo>
                    <a:pt x="320061" y="122106"/>
                  </a:lnTo>
                  <a:lnTo>
                    <a:pt x="318554" y="117034"/>
                  </a:lnTo>
                  <a:lnTo>
                    <a:pt x="316887" y="112012"/>
                  </a:lnTo>
                  <a:lnTo>
                    <a:pt x="315063" y="107045"/>
                  </a:lnTo>
                  <a:lnTo>
                    <a:pt x="313082" y="102138"/>
                  </a:lnTo>
                  <a:lnTo>
                    <a:pt x="310946" y="97297"/>
                  </a:lnTo>
                  <a:lnTo>
                    <a:pt x="308659" y="92525"/>
                  </a:lnTo>
                  <a:lnTo>
                    <a:pt x="306221" y="87828"/>
                  </a:lnTo>
                  <a:lnTo>
                    <a:pt x="303637" y="83211"/>
                  </a:lnTo>
                  <a:lnTo>
                    <a:pt x="300907" y="78678"/>
                  </a:lnTo>
                  <a:lnTo>
                    <a:pt x="298035" y="74233"/>
                  </a:lnTo>
                  <a:lnTo>
                    <a:pt x="295024" y="69882"/>
                  </a:lnTo>
                  <a:lnTo>
                    <a:pt x="291877" y="65628"/>
                  </a:lnTo>
                  <a:lnTo>
                    <a:pt x="288597" y="61476"/>
                  </a:lnTo>
                  <a:lnTo>
                    <a:pt x="285187" y="57430"/>
                  </a:lnTo>
                  <a:lnTo>
                    <a:pt x="281651" y="53494"/>
                  </a:lnTo>
                  <a:lnTo>
                    <a:pt x="277991" y="49671"/>
                  </a:lnTo>
                  <a:lnTo>
                    <a:pt x="274213" y="45967"/>
                  </a:lnTo>
                  <a:lnTo>
                    <a:pt x="270319" y="42383"/>
                  </a:lnTo>
                  <a:lnTo>
                    <a:pt x="266314" y="38925"/>
                  </a:lnTo>
                  <a:lnTo>
                    <a:pt x="262202" y="35595"/>
                  </a:lnTo>
                  <a:lnTo>
                    <a:pt x="257986" y="32398"/>
                  </a:lnTo>
                  <a:lnTo>
                    <a:pt x="253671" y="29335"/>
                  </a:lnTo>
                  <a:lnTo>
                    <a:pt x="249261" y="26410"/>
                  </a:lnTo>
                  <a:lnTo>
                    <a:pt x="244761" y="23626"/>
                  </a:lnTo>
                  <a:lnTo>
                    <a:pt x="240175" y="20987"/>
                  </a:lnTo>
                  <a:lnTo>
                    <a:pt x="235508" y="18493"/>
                  </a:lnTo>
                  <a:lnTo>
                    <a:pt x="230764" y="16149"/>
                  </a:lnTo>
                  <a:lnTo>
                    <a:pt x="225948" y="13956"/>
                  </a:lnTo>
                  <a:lnTo>
                    <a:pt x="221065" y="11916"/>
                  </a:lnTo>
                  <a:lnTo>
                    <a:pt x="216121" y="10032"/>
                  </a:lnTo>
                  <a:lnTo>
                    <a:pt x="211119" y="8305"/>
                  </a:lnTo>
                  <a:lnTo>
                    <a:pt x="206065" y="6738"/>
                  </a:lnTo>
                  <a:lnTo>
                    <a:pt x="200964" y="5331"/>
                  </a:lnTo>
                  <a:lnTo>
                    <a:pt x="195821" y="4087"/>
                  </a:lnTo>
                  <a:lnTo>
                    <a:pt x="190641" y="3006"/>
                  </a:lnTo>
                  <a:lnTo>
                    <a:pt x="185429" y="2089"/>
                  </a:lnTo>
                  <a:lnTo>
                    <a:pt x="180191" y="1338"/>
                  </a:lnTo>
                  <a:lnTo>
                    <a:pt x="174932" y="753"/>
                  </a:lnTo>
                  <a:lnTo>
                    <a:pt x="169657" y="334"/>
                  </a:lnTo>
                  <a:lnTo>
                    <a:pt x="164372" y="83"/>
                  </a:lnTo>
                  <a:lnTo>
                    <a:pt x="159081" y="0"/>
                  </a:lnTo>
                  <a:lnTo>
                    <a:pt x="1590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708" y="5103947"/>
              <a:ext cx="2380" cy="167167"/>
            </a:xfrm>
            <a:custGeom>
              <a:avLst/>
              <a:pathLst>
                <a:path w="2380" h="167167">
                  <a:moveTo>
                    <a:pt x="2380" y="0"/>
                  </a:moveTo>
                  <a:lnTo>
                    <a:pt x="0" y="16"/>
                  </a:lnTo>
                  <a:lnTo>
                    <a:pt x="23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6708" y="5103964"/>
              <a:ext cx="2380" cy="167150"/>
            </a:xfrm>
            <a:custGeom>
              <a:avLst/>
              <a:pathLst>
                <a:path w="2380" h="167150">
                  <a:moveTo>
                    <a:pt x="0" y="0"/>
                  </a:moveTo>
                  <a:lnTo>
                    <a:pt x="238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461922" y="5103964"/>
              <a:ext cx="334327" cy="334310"/>
            </a:xfrm>
            <a:custGeom>
              <a:avLst/>
              <a:pathLst>
                <a:path w="334327" h="334310">
                  <a:moveTo>
                    <a:pt x="164786" y="0"/>
                  </a:moveTo>
                  <a:lnTo>
                    <a:pt x="159491" y="159"/>
                  </a:lnTo>
                  <a:lnTo>
                    <a:pt x="154204" y="486"/>
                  </a:lnTo>
                  <a:lnTo>
                    <a:pt x="148931" y="980"/>
                  </a:lnTo>
                  <a:lnTo>
                    <a:pt x="143675" y="1641"/>
                  </a:lnTo>
                  <a:lnTo>
                    <a:pt x="138443" y="2469"/>
                  </a:lnTo>
                  <a:lnTo>
                    <a:pt x="133240" y="3461"/>
                  </a:lnTo>
                  <a:lnTo>
                    <a:pt x="128071" y="4618"/>
                  </a:lnTo>
                  <a:lnTo>
                    <a:pt x="122941" y="5938"/>
                  </a:lnTo>
                  <a:lnTo>
                    <a:pt x="117856" y="7420"/>
                  </a:lnTo>
                  <a:lnTo>
                    <a:pt x="112820" y="9063"/>
                  </a:lnTo>
                  <a:lnTo>
                    <a:pt x="107839" y="10864"/>
                  </a:lnTo>
                  <a:lnTo>
                    <a:pt x="102917" y="12822"/>
                  </a:lnTo>
                  <a:lnTo>
                    <a:pt x="98060" y="14935"/>
                  </a:lnTo>
                  <a:lnTo>
                    <a:pt x="93272" y="17201"/>
                  </a:lnTo>
                  <a:lnTo>
                    <a:pt x="88559" y="19617"/>
                  </a:lnTo>
                  <a:lnTo>
                    <a:pt x="83924" y="22182"/>
                  </a:lnTo>
                  <a:lnTo>
                    <a:pt x="79373" y="24892"/>
                  </a:lnTo>
                  <a:lnTo>
                    <a:pt x="74910" y="27745"/>
                  </a:lnTo>
                  <a:lnTo>
                    <a:pt x="70539" y="30738"/>
                  </a:lnTo>
                  <a:lnTo>
                    <a:pt x="66266" y="33867"/>
                  </a:lnTo>
                  <a:lnTo>
                    <a:pt x="62094" y="37131"/>
                  </a:lnTo>
                  <a:lnTo>
                    <a:pt x="58028" y="40525"/>
                  </a:lnTo>
                  <a:lnTo>
                    <a:pt x="54071" y="44047"/>
                  </a:lnTo>
                  <a:lnTo>
                    <a:pt x="50227" y="47692"/>
                  </a:lnTo>
                  <a:lnTo>
                    <a:pt x="46501" y="51456"/>
                  </a:lnTo>
                  <a:lnTo>
                    <a:pt x="42896" y="55337"/>
                  </a:lnTo>
                  <a:lnTo>
                    <a:pt x="39416" y="59331"/>
                  </a:lnTo>
                  <a:lnTo>
                    <a:pt x="36064" y="63432"/>
                  </a:lnTo>
                  <a:lnTo>
                    <a:pt x="32844" y="67638"/>
                  </a:lnTo>
                  <a:lnTo>
                    <a:pt x="29759" y="71943"/>
                  </a:lnTo>
                  <a:lnTo>
                    <a:pt x="26811" y="76345"/>
                  </a:lnTo>
                  <a:lnTo>
                    <a:pt x="24005" y="80837"/>
                  </a:lnTo>
                  <a:lnTo>
                    <a:pt x="21342" y="85416"/>
                  </a:lnTo>
                  <a:lnTo>
                    <a:pt x="18826" y="90077"/>
                  </a:lnTo>
                  <a:lnTo>
                    <a:pt x="16459" y="94815"/>
                  </a:lnTo>
                  <a:lnTo>
                    <a:pt x="14242" y="99626"/>
                  </a:lnTo>
                  <a:lnTo>
                    <a:pt x="12180" y="104505"/>
                  </a:lnTo>
                  <a:lnTo>
                    <a:pt x="10273" y="109447"/>
                  </a:lnTo>
                  <a:lnTo>
                    <a:pt x="8524" y="114447"/>
                  </a:lnTo>
                  <a:lnTo>
                    <a:pt x="6933" y="119499"/>
                  </a:lnTo>
                  <a:lnTo>
                    <a:pt x="5504" y="124600"/>
                  </a:lnTo>
                  <a:lnTo>
                    <a:pt x="4237" y="129743"/>
                  </a:lnTo>
                  <a:lnTo>
                    <a:pt x="3134" y="134924"/>
                  </a:lnTo>
                  <a:lnTo>
                    <a:pt x="2195" y="140137"/>
                  </a:lnTo>
                  <a:lnTo>
                    <a:pt x="1422" y="145377"/>
                  </a:lnTo>
                  <a:lnTo>
                    <a:pt x="816" y="150639"/>
                  </a:lnTo>
                  <a:lnTo>
                    <a:pt x="376" y="155917"/>
                  </a:lnTo>
                  <a:lnTo>
                    <a:pt x="104" y="161207"/>
                  </a:lnTo>
                  <a:lnTo>
                    <a:pt x="0" y="166503"/>
                  </a:lnTo>
                  <a:lnTo>
                    <a:pt x="63" y="171800"/>
                  </a:lnTo>
                  <a:lnTo>
                    <a:pt x="294" y="177092"/>
                  </a:lnTo>
                  <a:lnTo>
                    <a:pt x="693" y="182373"/>
                  </a:lnTo>
                  <a:lnTo>
                    <a:pt x="1259" y="187640"/>
                  </a:lnTo>
                  <a:lnTo>
                    <a:pt x="1991" y="192886"/>
                  </a:lnTo>
                  <a:lnTo>
                    <a:pt x="2890" y="198106"/>
                  </a:lnTo>
                  <a:lnTo>
                    <a:pt x="3953" y="203295"/>
                  </a:lnTo>
                  <a:lnTo>
                    <a:pt x="5180" y="208448"/>
                  </a:lnTo>
                  <a:lnTo>
                    <a:pt x="6570" y="213560"/>
                  </a:lnTo>
                  <a:lnTo>
                    <a:pt x="8121" y="218624"/>
                  </a:lnTo>
                  <a:lnTo>
                    <a:pt x="9831" y="223637"/>
                  </a:lnTo>
                  <a:lnTo>
                    <a:pt x="11700" y="228594"/>
                  </a:lnTo>
                  <a:lnTo>
                    <a:pt x="13725" y="233488"/>
                  </a:lnTo>
                  <a:lnTo>
                    <a:pt x="15903" y="238316"/>
                  </a:lnTo>
                  <a:lnTo>
                    <a:pt x="18234" y="243073"/>
                  </a:lnTo>
                  <a:lnTo>
                    <a:pt x="20714" y="247753"/>
                  </a:lnTo>
                  <a:lnTo>
                    <a:pt x="23341" y="252353"/>
                  </a:lnTo>
                  <a:lnTo>
                    <a:pt x="26113" y="256867"/>
                  </a:lnTo>
                  <a:lnTo>
                    <a:pt x="29026" y="261291"/>
                  </a:lnTo>
                  <a:lnTo>
                    <a:pt x="32078" y="265620"/>
                  </a:lnTo>
                  <a:lnTo>
                    <a:pt x="35266" y="269850"/>
                  </a:lnTo>
                  <a:lnTo>
                    <a:pt x="38586" y="273978"/>
                  </a:lnTo>
                  <a:lnTo>
                    <a:pt x="42035" y="277998"/>
                  </a:lnTo>
                  <a:lnTo>
                    <a:pt x="45610" y="281906"/>
                  </a:lnTo>
                  <a:lnTo>
                    <a:pt x="49306" y="285700"/>
                  </a:lnTo>
                  <a:lnTo>
                    <a:pt x="53121" y="289375"/>
                  </a:lnTo>
                  <a:lnTo>
                    <a:pt x="57051" y="292926"/>
                  </a:lnTo>
                  <a:lnTo>
                    <a:pt x="61091" y="296352"/>
                  </a:lnTo>
                  <a:lnTo>
                    <a:pt x="65238" y="299648"/>
                  </a:lnTo>
                  <a:lnTo>
                    <a:pt x="69487" y="302811"/>
                  </a:lnTo>
                  <a:lnTo>
                    <a:pt x="73834" y="305837"/>
                  </a:lnTo>
                  <a:lnTo>
                    <a:pt x="78275" y="308724"/>
                  </a:lnTo>
                  <a:lnTo>
                    <a:pt x="82805" y="311470"/>
                  </a:lnTo>
                  <a:lnTo>
                    <a:pt x="87419" y="314070"/>
                  </a:lnTo>
                  <a:lnTo>
                    <a:pt x="92114" y="316523"/>
                  </a:lnTo>
                  <a:lnTo>
                    <a:pt x="96884" y="318826"/>
                  </a:lnTo>
                  <a:lnTo>
                    <a:pt x="101725" y="320976"/>
                  </a:lnTo>
                  <a:lnTo>
                    <a:pt x="106631" y="322972"/>
                  </a:lnTo>
                  <a:lnTo>
                    <a:pt x="111599" y="324812"/>
                  </a:lnTo>
                  <a:lnTo>
                    <a:pt x="116622" y="326493"/>
                  </a:lnTo>
                  <a:lnTo>
                    <a:pt x="121695" y="328015"/>
                  </a:lnTo>
                  <a:lnTo>
                    <a:pt x="126815" y="329374"/>
                  </a:lnTo>
                  <a:lnTo>
                    <a:pt x="131975" y="330571"/>
                  </a:lnTo>
                  <a:lnTo>
                    <a:pt x="137170" y="331604"/>
                  </a:lnTo>
                  <a:lnTo>
                    <a:pt x="142395" y="332472"/>
                  </a:lnTo>
                  <a:lnTo>
                    <a:pt x="147645" y="333174"/>
                  </a:lnTo>
                  <a:lnTo>
                    <a:pt x="152915" y="333709"/>
                  </a:lnTo>
                  <a:lnTo>
                    <a:pt x="158199" y="334077"/>
                  </a:lnTo>
                  <a:lnTo>
                    <a:pt x="163492" y="334277"/>
                  </a:lnTo>
                  <a:lnTo>
                    <a:pt x="168789" y="334310"/>
                  </a:lnTo>
                  <a:lnTo>
                    <a:pt x="174084" y="334174"/>
                  </a:lnTo>
                  <a:lnTo>
                    <a:pt x="179373" y="333871"/>
                  </a:lnTo>
                  <a:lnTo>
                    <a:pt x="184649" y="333401"/>
                  </a:lnTo>
                  <a:lnTo>
                    <a:pt x="189907" y="332763"/>
                  </a:lnTo>
                  <a:lnTo>
                    <a:pt x="195143" y="331960"/>
                  </a:lnTo>
                  <a:lnTo>
                    <a:pt x="200350" y="330991"/>
                  </a:lnTo>
                  <a:lnTo>
                    <a:pt x="205524" y="329857"/>
                  </a:lnTo>
                  <a:lnTo>
                    <a:pt x="210660" y="328560"/>
                  </a:lnTo>
                  <a:lnTo>
                    <a:pt x="215752" y="327101"/>
                  </a:lnTo>
                  <a:lnTo>
                    <a:pt x="220795" y="325481"/>
                  </a:lnTo>
                  <a:lnTo>
                    <a:pt x="225784" y="323703"/>
                  </a:lnTo>
                  <a:lnTo>
                    <a:pt x="230715" y="321767"/>
                  </a:lnTo>
                  <a:lnTo>
                    <a:pt x="235582" y="319676"/>
                  </a:lnTo>
                  <a:lnTo>
                    <a:pt x="240380" y="317432"/>
                  </a:lnTo>
                  <a:lnTo>
                    <a:pt x="245104" y="315037"/>
                  </a:lnTo>
                  <a:lnTo>
                    <a:pt x="249751" y="312493"/>
                  </a:lnTo>
                  <a:lnTo>
                    <a:pt x="254314" y="309804"/>
                  </a:lnTo>
                  <a:lnTo>
                    <a:pt x="258790" y="306971"/>
                  </a:lnTo>
                  <a:lnTo>
                    <a:pt x="263174" y="303998"/>
                  </a:lnTo>
                  <a:lnTo>
                    <a:pt x="267461" y="300888"/>
                  </a:lnTo>
                  <a:lnTo>
                    <a:pt x="271648" y="297643"/>
                  </a:lnTo>
                  <a:lnTo>
                    <a:pt x="275730" y="294267"/>
                  </a:lnTo>
                  <a:lnTo>
                    <a:pt x="279703" y="290764"/>
                  </a:lnTo>
                  <a:lnTo>
                    <a:pt x="283562" y="287137"/>
                  </a:lnTo>
                  <a:lnTo>
                    <a:pt x="287305" y="283389"/>
                  </a:lnTo>
                  <a:lnTo>
                    <a:pt x="290928" y="279524"/>
                  </a:lnTo>
                  <a:lnTo>
                    <a:pt x="294426" y="275546"/>
                  </a:lnTo>
                  <a:lnTo>
                    <a:pt x="297796" y="271460"/>
                  </a:lnTo>
                  <a:lnTo>
                    <a:pt x="301035" y="267269"/>
                  </a:lnTo>
                  <a:lnTo>
                    <a:pt x="304140" y="262978"/>
                  </a:lnTo>
                  <a:lnTo>
                    <a:pt x="307108" y="258590"/>
                  </a:lnTo>
                  <a:lnTo>
                    <a:pt x="309934" y="254110"/>
                  </a:lnTo>
                  <a:lnTo>
                    <a:pt x="312618" y="249543"/>
                  </a:lnTo>
                  <a:lnTo>
                    <a:pt x="315155" y="244894"/>
                  </a:lnTo>
                  <a:lnTo>
                    <a:pt x="317544" y="240166"/>
                  </a:lnTo>
                  <a:lnTo>
                    <a:pt x="319782" y="235365"/>
                  </a:lnTo>
                  <a:lnTo>
                    <a:pt x="321866" y="230496"/>
                  </a:lnTo>
                  <a:lnTo>
                    <a:pt x="323796" y="225563"/>
                  </a:lnTo>
                  <a:lnTo>
                    <a:pt x="325568" y="220571"/>
                  </a:lnTo>
                  <a:lnTo>
                    <a:pt x="327181" y="215526"/>
                  </a:lnTo>
                  <a:lnTo>
                    <a:pt x="328633" y="210432"/>
                  </a:lnTo>
                  <a:lnTo>
                    <a:pt x="329923" y="205294"/>
                  </a:lnTo>
                  <a:lnTo>
                    <a:pt x="331050" y="200119"/>
                  </a:lnTo>
                  <a:lnTo>
                    <a:pt x="332012" y="194910"/>
                  </a:lnTo>
                  <a:lnTo>
                    <a:pt x="332809" y="189673"/>
                  </a:lnTo>
                  <a:lnTo>
                    <a:pt x="333439" y="184414"/>
                  </a:lnTo>
                  <a:lnTo>
                    <a:pt x="333903" y="179137"/>
                  </a:lnTo>
                  <a:lnTo>
                    <a:pt x="334199" y="173849"/>
                  </a:lnTo>
                  <a:lnTo>
                    <a:pt x="334327" y="168553"/>
                  </a:lnTo>
                  <a:lnTo>
                    <a:pt x="334288" y="163257"/>
                  </a:lnTo>
                  <a:lnTo>
                    <a:pt x="334081" y="157964"/>
                  </a:lnTo>
                  <a:lnTo>
                    <a:pt x="333706" y="152680"/>
                  </a:lnTo>
                  <a:lnTo>
                    <a:pt x="333164" y="147411"/>
                  </a:lnTo>
                  <a:lnTo>
                    <a:pt x="332455" y="142162"/>
                  </a:lnTo>
                  <a:lnTo>
                    <a:pt x="331580" y="136938"/>
                  </a:lnTo>
                  <a:lnTo>
                    <a:pt x="330541" y="131744"/>
                  </a:lnTo>
                  <a:lnTo>
                    <a:pt x="329337" y="126585"/>
                  </a:lnTo>
                  <a:lnTo>
                    <a:pt x="327970" y="121468"/>
                  </a:lnTo>
                  <a:lnTo>
                    <a:pt x="326442" y="116396"/>
                  </a:lnTo>
                  <a:lnTo>
                    <a:pt x="324754" y="111375"/>
                  </a:lnTo>
                  <a:lnTo>
                    <a:pt x="322908" y="106411"/>
                  </a:lnTo>
                  <a:lnTo>
                    <a:pt x="320905" y="101507"/>
                  </a:lnTo>
                  <a:lnTo>
                    <a:pt x="318749" y="96669"/>
                  </a:lnTo>
                  <a:lnTo>
                    <a:pt x="316439" y="91902"/>
                  </a:lnTo>
                  <a:lnTo>
                    <a:pt x="313981" y="87210"/>
                  </a:lnTo>
                  <a:lnTo>
                    <a:pt x="311374" y="82599"/>
                  </a:lnTo>
                  <a:lnTo>
                    <a:pt x="308623" y="78073"/>
                  </a:lnTo>
                  <a:lnTo>
                    <a:pt x="305730" y="73636"/>
                  </a:lnTo>
                  <a:lnTo>
                    <a:pt x="302697" y="69293"/>
                  </a:lnTo>
                  <a:lnTo>
                    <a:pt x="299529" y="65048"/>
                  </a:lnTo>
                  <a:lnTo>
                    <a:pt x="296228" y="60905"/>
                  </a:lnTo>
                  <a:lnTo>
                    <a:pt x="292797" y="56870"/>
                  </a:lnTo>
                  <a:lnTo>
                    <a:pt x="289240" y="52945"/>
                  </a:lnTo>
                  <a:lnTo>
                    <a:pt x="285560" y="49135"/>
                  </a:lnTo>
                  <a:lnTo>
                    <a:pt x="281762" y="45443"/>
                  </a:lnTo>
                  <a:lnTo>
                    <a:pt x="277849" y="41873"/>
                  </a:lnTo>
                  <a:lnTo>
                    <a:pt x="273824" y="38429"/>
                  </a:lnTo>
                  <a:lnTo>
                    <a:pt x="269692" y="35115"/>
                  </a:lnTo>
                  <a:lnTo>
                    <a:pt x="265458" y="31933"/>
                  </a:lnTo>
                  <a:lnTo>
                    <a:pt x="261124" y="28887"/>
                  </a:lnTo>
                  <a:lnTo>
                    <a:pt x="256697" y="25979"/>
                  </a:lnTo>
                  <a:lnTo>
                    <a:pt x="252179" y="23214"/>
                  </a:lnTo>
                  <a:lnTo>
                    <a:pt x="247576" y="20592"/>
                  </a:lnTo>
                  <a:lnTo>
                    <a:pt x="242892" y="18118"/>
                  </a:lnTo>
                  <a:lnTo>
                    <a:pt x="238133" y="15794"/>
                  </a:lnTo>
                  <a:lnTo>
                    <a:pt x="233302" y="13622"/>
                  </a:lnTo>
                  <a:lnTo>
                    <a:pt x="228405" y="11603"/>
                  </a:lnTo>
                  <a:lnTo>
                    <a:pt x="223446" y="9741"/>
                  </a:lnTo>
                  <a:lnTo>
                    <a:pt x="218430" y="8037"/>
                  </a:lnTo>
                  <a:lnTo>
                    <a:pt x="213364" y="6493"/>
                  </a:lnTo>
                  <a:lnTo>
                    <a:pt x="208250" y="5110"/>
                  </a:lnTo>
                  <a:lnTo>
                    <a:pt x="203096" y="3890"/>
                  </a:lnTo>
                  <a:lnTo>
                    <a:pt x="197906" y="2833"/>
                  </a:lnTo>
                  <a:lnTo>
                    <a:pt x="192684" y="1942"/>
                  </a:lnTo>
                  <a:lnTo>
                    <a:pt x="187437" y="1216"/>
                  </a:lnTo>
                  <a:lnTo>
                    <a:pt x="182170" y="657"/>
                  </a:lnTo>
                  <a:lnTo>
                    <a:pt x="176888" y="265"/>
                  </a:lnTo>
                  <a:lnTo>
                    <a:pt x="167166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9721" cy="167167"/>
            </a:xfrm>
            <a:custGeom>
              <a:avLst/>
              <a:pathLst>
                <a:path w="9721" h="167167">
                  <a:moveTo>
                    <a:pt x="9721" y="2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38728" y="5309273"/>
              <a:ext cx="167166" cy="210191"/>
            </a:xfrm>
            <a:custGeom>
              <a:avLst/>
              <a:pathLst>
                <a:path w="167166" h="210191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30" y="2151"/>
                  </a:lnTo>
                  <a:lnTo>
                    <a:pt x="135144" y="3095"/>
                  </a:lnTo>
                  <a:lnTo>
                    <a:pt x="129891" y="4208"/>
                  </a:lnTo>
                  <a:lnTo>
                    <a:pt x="124676" y="5490"/>
                  </a:lnTo>
                  <a:lnTo>
                    <a:pt x="119505" y="6938"/>
                  </a:lnTo>
                  <a:lnTo>
                    <a:pt x="114383" y="8551"/>
                  </a:lnTo>
                  <a:lnTo>
                    <a:pt x="109316" y="10328"/>
                  </a:lnTo>
                  <a:lnTo>
                    <a:pt x="104308" y="12267"/>
                  </a:lnTo>
                  <a:lnTo>
                    <a:pt x="99365" y="14366"/>
                  </a:lnTo>
                  <a:lnTo>
                    <a:pt x="94493" y="16623"/>
                  </a:lnTo>
                  <a:lnTo>
                    <a:pt x="89695" y="19035"/>
                  </a:lnTo>
                  <a:lnTo>
                    <a:pt x="84977" y="21599"/>
                  </a:lnTo>
                  <a:lnTo>
                    <a:pt x="80344" y="24314"/>
                  </a:lnTo>
                  <a:lnTo>
                    <a:pt x="75800" y="27177"/>
                  </a:lnTo>
                  <a:lnTo>
                    <a:pt x="71351" y="30184"/>
                  </a:lnTo>
                  <a:lnTo>
                    <a:pt x="67001" y="33332"/>
                  </a:lnTo>
                  <a:lnTo>
                    <a:pt x="62754" y="36618"/>
                  </a:lnTo>
                  <a:lnTo>
                    <a:pt x="58614" y="40039"/>
                  </a:lnTo>
                  <a:lnTo>
                    <a:pt x="54587" y="43591"/>
                  </a:lnTo>
                  <a:lnTo>
                    <a:pt x="50676" y="47271"/>
                  </a:lnTo>
                  <a:lnTo>
                    <a:pt x="46885" y="51074"/>
                  </a:lnTo>
                  <a:lnTo>
                    <a:pt x="43219" y="54997"/>
                  </a:lnTo>
                  <a:lnTo>
                    <a:pt x="39680" y="59036"/>
                  </a:lnTo>
                  <a:lnTo>
                    <a:pt x="36273" y="63187"/>
                  </a:lnTo>
                  <a:lnTo>
                    <a:pt x="33000" y="67445"/>
                  </a:lnTo>
                  <a:lnTo>
                    <a:pt x="29867" y="71805"/>
                  </a:lnTo>
                  <a:lnTo>
                    <a:pt x="26874" y="76265"/>
                  </a:lnTo>
                  <a:lnTo>
                    <a:pt x="24027" y="80818"/>
                  </a:lnTo>
                  <a:lnTo>
                    <a:pt x="21328" y="85460"/>
                  </a:lnTo>
                  <a:lnTo>
                    <a:pt x="18778" y="90186"/>
                  </a:lnTo>
                  <a:lnTo>
                    <a:pt x="16382" y="94992"/>
                  </a:lnTo>
                  <a:lnTo>
                    <a:pt x="14142" y="99872"/>
                  </a:lnTo>
                  <a:lnTo>
                    <a:pt x="12060" y="104822"/>
                  </a:lnTo>
                  <a:lnTo>
                    <a:pt x="10137" y="109836"/>
                  </a:lnTo>
                  <a:lnTo>
                    <a:pt x="8377" y="114909"/>
                  </a:lnTo>
                  <a:lnTo>
                    <a:pt x="6780" y="120036"/>
                  </a:lnTo>
                  <a:lnTo>
                    <a:pt x="5349" y="125212"/>
                  </a:lnTo>
                  <a:lnTo>
                    <a:pt x="4085" y="130431"/>
                  </a:lnTo>
                  <a:lnTo>
                    <a:pt x="2989" y="135688"/>
                  </a:lnTo>
                  <a:lnTo>
                    <a:pt x="2063" y="140977"/>
                  </a:lnTo>
                  <a:lnTo>
                    <a:pt x="1307" y="146294"/>
                  </a:lnTo>
                  <a:lnTo>
                    <a:pt x="722" y="151632"/>
                  </a:lnTo>
                  <a:lnTo>
                    <a:pt x="309" y="156986"/>
                  </a:lnTo>
                  <a:lnTo>
                    <a:pt x="68" y="162350"/>
                  </a:lnTo>
                  <a:lnTo>
                    <a:pt x="0" y="167720"/>
                  </a:lnTo>
                  <a:lnTo>
                    <a:pt x="104" y="173089"/>
                  </a:lnTo>
                  <a:lnTo>
                    <a:pt x="380" y="178452"/>
                  </a:lnTo>
                  <a:lnTo>
                    <a:pt x="828" y="183803"/>
                  </a:lnTo>
                  <a:lnTo>
                    <a:pt x="1449" y="189137"/>
                  </a:lnTo>
                  <a:lnTo>
                    <a:pt x="2240" y="194448"/>
                  </a:lnTo>
                  <a:lnTo>
                    <a:pt x="3201" y="199731"/>
                  </a:lnTo>
                  <a:lnTo>
                    <a:pt x="4332" y="204981"/>
                  </a:lnTo>
                  <a:lnTo>
                    <a:pt x="5630" y="21019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44358" y="5309273"/>
              <a:ext cx="328690" cy="334331"/>
            </a:xfrm>
            <a:custGeom>
              <a:avLst/>
              <a:pathLst>
                <a:path w="328690" h="334331">
                  <a:moveTo>
                    <a:pt x="0" y="210191"/>
                  </a:moveTo>
                  <a:lnTo>
                    <a:pt x="1449" y="215306"/>
                  </a:lnTo>
                  <a:lnTo>
                    <a:pt x="3061" y="220371"/>
                  </a:lnTo>
                  <a:lnTo>
                    <a:pt x="4832" y="225383"/>
                  </a:lnTo>
                  <a:lnTo>
                    <a:pt x="6763" y="230336"/>
                  </a:lnTo>
                  <a:lnTo>
                    <a:pt x="8849" y="235225"/>
                  </a:lnTo>
                  <a:lnTo>
                    <a:pt x="11091" y="240046"/>
                  </a:lnTo>
                  <a:lnTo>
                    <a:pt x="13484" y="244792"/>
                  </a:lnTo>
                  <a:lnTo>
                    <a:pt x="16027" y="249460"/>
                  </a:lnTo>
                  <a:lnTo>
                    <a:pt x="18717" y="254045"/>
                  </a:lnTo>
                  <a:lnTo>
                    <a:pt x="21551" y="258542"/>
                  </a:lnTo>
                  <a:lnTo>
                    <a:pt x="24527" y="262947"/>
                  </a:lnTo>
                  <a:lnTo>
                    <a:pt x="27642" y="267255"/>
                  </a:lnTo>
                  <a:lnTo>
                    <a:pt x="30892" y="271461"/>
                  </a:lnTo>
                  <a:lnTo>
                    <a:pt x="34274" y="275562"/>
                  </a:lnTo>
                  <a:lnTo>
                    <a:pt x="37785" y="279554"/>
                  </a:lnTo>
                  <a:lnTo>
                    <a:pt x="41421" y="283432"/>
                  </a:lnTo>
                  <a:lnTo>
                    <a:pt x="45178" y="287192"/>
                  </a:lnTo>
                  <a:lnTo>
                    <a:pt x="49053" y="290831"/>
                  </a:lnTo>
                  <a:lnTo>
                    <a:pt x="53042" y="294345"/>
                  </a:lnTo>
                  <a:lnTo>
                    <a:pt x="57141" y="297730"/>
                  </a:lnTo>
                  <a:lnTo>
                    <a:pt x="61345" y="300983"/>
                  </a:lnTo>
                  <a:lnTo>
                    <a:pt x="65650" y="304101"/>
                  </a:lnTo>
                  <a:lnTo>
                    <a:pt x="70052" y="307081"/>
                  </a:lnTo>
                  <a:lnTo>
                    <a:pt x="74547" y="309919"/>
                  </a:lnTo>
                  <a:lnTo>
                    <a:pt x="79130" y="312612"/>
                  </a:lnTo>
                  <a:lnTo>
                    <a:pt x="83796" y="315159"/>
                  </a:lnTo>
                  <a:lnTo>
                    <a:pt x="88541" y="317556"/>
                  </a:lnTo>
                  <a:lnTo>
                    <a:pt x="93360" y="319801"/>
                  </a:lnTo>
                  <a:lnTo>
                    <a:pt x="98247" y="321891"/>
                  </a:lnTo>
                  <a:lnTo>
                    <a:pt x="103199" y="323825"/>
                  </a:lnTo>
                  <a:lnTo>
                    <a:pt x="108209" y="325601"/>
                  </a:lnTo>
                  <a:lnTo>
                    <a:pt x="113273" y="327216"/>
                  </a:lnTo>
                  <a:lnTo>
                    <a:pt x="118387" y="328670"/>
                  </a:lnTo>
                  <a:lnTo>
                    <a:pt x="123543" y="329960"/>
                  </a:lnTo>
                  <a:lnTo>
                    <a:pt x="128739" y="331086"/>
                  </a:lnTo>
                  <a:lnTo>
                    <a:pt x="133967" y="332046"/>
                  </a:lnTo>
                  <a:lnTo>
                    <a:pt x="139223" y="332839"/>
                  </a:lnTo>
                  <a:lnTo>
                    <a:pt x="144502" y="333464"/>
                  </a:lnTo>
                  <a:lnTo>
                    <a:pt x="149798" y="333922"/>
                  </a:lnTo>
                  <a:lnTo>
                    <a:pt x="155106" y="334211"/>
                  </a:lnTo>
                  <a:lnTo>
                    <a:pt x="160421" y="334331"/>
                  </a:lnTo>
                  <a:lnTo>
                    <a:pt x="165736" y="334282"/>
                  </a:lnTo>
                  <a:lnTo>
                    <a:pt x="171048" y="334064"/>
                  </a:lnTo>
                  <a:lnTo>
                    <a:pt x="176349" y="333677"/>
                  </a:lnTo>
                  <a:lnTo>
                    <a:pt x="181636" y="333122"/>
                  </a:lnTo>
                  <a:lnTo>
                    <a:pt x="186903" y="332398"/>
                  </a:lnTo>
                  <a:lnTo>
                    <a:pt x="192143" y="331508"/>
                  </a:lnTo>
                  <a:lnTo>
                    <a:pt x="197353" y="330452"/>
                  </a:lnTo>
                  <a:lnTo>
                    <a:pt x="202527" y="329231"/>
                  </a:lnTo>
                  <a:lnTo>
                    <a:pt x="207659" y="327845"/>
                  </a:lnTo>
                  <a:lnTo>
                    <a:pt x="212744" y="326298"/>
                  </a:lnTo>
                  <a:lnTo>
                    <a:pt x="217778" y="324589"/>
                  </a:lnTo>
                  <a:lnTo>
                    <a:pt x="222755" y="322721"/>
                  </a:lnTo>
                  <a:lnTo>
                    <a:pt x="227670" y="320696"/>
                  </a:lnTo>
                  <a:lnTo>
                    <a:pt x="232518" y="318516"/>
                  </a:lnTo>
                  <a:lnTo>
                    <a:pt x="237294" y="316182"/>
                  </a:lnTo>
                  <a:lnTo>
                    <a:pt x="241994" y="313698"/>
                  </a:lnTo>
                  <a:lnTo>
                    <a:pt x="246612" y="311066"/>
                  </a:lnTo>
                  <a:lnTo>
                    <a:pt x="251144" y="308288"/>
                  </a:lnTo>
                  <a:lnTo>
                    <a:pt x="255586" y="305368"/>
                  </a:lnTo>
                  <a:lnTo>
                    <a:pt x="259933" y="302307"/>
                  </a:lnTo>
                  <a:lnTo>
                    <a:pt x="264180" y="299110"/>
                  </a:lnTo>
                  <a:lnTo>
                    <a:pt x="268323" y="295780"/>
                  </a:lnTo>
                  <a:lnTo>
                    <a:pt x="272358" y="292320"/>
                  </a:lnTo>
                  <a:lnTo>
                    <a:pt x="276282" y="288733"/>
                  </a:lnTo>
                  <a:lnTo>
                    <a:pt x="280089" y="285023"/>
                  </a:lnTo>
                  <a:lnTo>
                    <a:pt x="283776" y="281194"/>
                  </a:lnTo>
                  <a:lnTo>
                    <a:pt x="287340" y="277250"/>
                  </a:lnTo>
                  <a:lnTo>
                    <a:pt x="290776" y="273194"/>
                  </a:lnTo>
                  <a:lnTo>
                    <a:pt x="294082" y="269031"/>
                  </a:lnTo>
                  <a:lnTo>
                    <a:pt x="297254" y="264765"/>
                  </a:lnTo>
                  <a:lnTo>
                    <a:pt x="300288" y="260401"/>
                  </a:lnTo>
                  <a:lnTo>
                    <a:pt x="303183" y="255942"/>
                  </a:lnTo>
                  <a:lnTo>
                    <a:pt x="305934" y="251393"/>
                  </a:lnTo>
                  <a:lnTo>
                    <a:pt x="308539" y="246760"/>
                  </a:lnTo>
                  <a:lnTo>
                    <a:pt x="310995" y="242045"/>
                  </a:lnTo>
                  <a:lnTo>
                    <a:pt x="313300" y="237255"/>
                  </a:lnTo>
                  <a:lnTo>
                    <a:pt x="315452" y="232395"/>
                  </a:lnTo>
                  <a:lnTo>
                    <a:pt x="317448" y="227468"/>
                  </a:lnTo>
                  <a:lnTo>
                    <a:pt x="319287" y="222480"/>
                  </a:lnTo>
                  <a:lnTo>
                    <a:pt x="320965" y="217436"/>
                  </a:lnTo>
                  <a:lnTo>
                    <a:pt x="322483" y="212342"/>
                  </a:lnTo>
                  <a:lnTo>
                    <a:pt x="323838" y="207202"/>
                  </a:lnTo>
                  <a:lnTo>
                    <a:pt x="325029" y="202021"/>
                  </a:lnTo>
                  <a:lnTo>
                    <a:pt x="326055" y="196805"/>
                  </a:lnTo>
                  <a:lnTo>
                    <a:pt x="326914" y="191559"/>
                  </a:lnTo>
                  <a:lnTo>
                    <a:pt x="327606" y="186288"/>
                  </a:lnTo>
                  <a:lnTo>
                    <a:pt x="328130" y="180999"/>
                  </a:lnTo>
                  <a:lnTo>
                    <a:pt x="328485" y="175695"/>
                  </a:lnTo>
                  <a:lnTo>
                    <a:pt x="328672" y="170382"/>
                  </a:lnTo>
                  <a:lnTo>
                    <a:pt x="328690" y="165066"/>
                  </a:lnTo>
                  <a:lnTo>
                    <a:pt x="328538" y="159753"/>
                  </a:lnTo>
                  <a:lnTo>
                    <a:pt x="328218" y="154447"/>
                  </a:lnTo>
                  <a:lnTo>
                    <a:pt x="327729" y="149153"/>
                  </a:lnTo>
                  <a:lnTo>
                    <a:pt x="327073" y="143878"/>
                  </a:lnTo>
                  <a:lnTo>
                    <a:pt x="326248" y="138627"/>
                  </a:lnTo>
                  <a:lnTo>
                    <a:pt x="325258" y="133404"/>
                  </a:lnTo>
                  <a:lnTo>
                    <a:pt x="324101" y="128215"/>
                  </a:lnTo>
                  <a:lnTo>
                    <a:pt x="322781" y="123066"/>
                  </a:lnTo>
                  <a:lnTo>
                    <a:pt x="321297" y="117962"/>
                  </a:lnTo>
                  <a:lnTo>
                    <a:pt x="319652" y="112907"/>
                  </a:lnTo>
                  <a:lnTo>
                    <a:pt x="317847" y="107907"/>
                  </a:lnTo>
                  <a:lnTo>
                    <a:pt x="315883" y="102967"/>
                  </a:lnTo>
                  <a:lnTo>
                    <a:pt x="313764" y="98092"/>
                  </a:lnTo>
                  <a:lnTo>
                    <a:pt x="311491" y="93287"/>
                  </a:lnTo>
                  <a:lnTo>
                    <a:pt x="309066" y="88556"/>
                  </a:lnTo>
                  <a:lnTo>
                    <a:pt x="306492" y="83905"/>
                  </a:lnTo>
                  <a:lnTo>
                    <a:pt x="303771" y="79338"/>
                  </a:lnTo>
                  <a:lnTo>
                    <a:pt x="300907" y="74860"/>
                  </a:lnTo>
                  <a:lnTo>
                    <a:pt x="297902" y="70476"/>
                  </a:lnTo>
                  <a:lnTo>
                    <a:pt x="294758" y="66189"/>
                  </a:lnTo>
                  <a:lnTo>
                    <a:pt x="291480" y="62004"/>
                  </a:lnTo>
                  <a:lnTo>
                    <a:pt x="288071" y="57925"/>
                  </a:lnTo>
                  <a:lnTo>
                    <a:pt x="284534" y="53957"/>
                  </a:lnTo>
                  <a:lnTo>
                    <a:pt x="280872" y="50104"/>
                  </a:lnTo>
                  <a:lnTo>
                    <a:pt x="277090" y="46369"/>
                  </a:lnTo>
                  <a:lnTo>
                    <a:pt x="273190" y="42756"/>
                  </a:lnTo>
                  <a:lnTo>
                    <a:pt x="269178" y="39269"/>
                  </a:lnTo>
                  <a:lnTo>
                    <a:pt x="265057" y="35911"/>
                  </a:lnTo>
                  <a:lnTo>
                    <a:pt x="260832" y="32686"/>
                  </a:lnTo>
                  <a:lnTo>
                    <a:pt x="256505" y="29596"/>
                  </a:lnTo>
                  <a:lnTo>
                    <a:pt x="252083" y="26646"/>
                  </a:lnTo>
                  <a:lnTo>
                    <a:pt x="247570" y="23838"/>
                  </a:lnTo>
                  <a:lnTo>
                    <a:pt x="242969" y="21175"/>
                  </a:lnTo>
                  <a:lnTo>
                    <a:pt x="238286" y="18660"/>
                  </a:lnTo>
                  <a:lnTo>
                    <a:pt x="233525" y="16295"/>
                  </a:lnTo>
                  <a:lnTo>
                    <a:pt x="228692" y="14082"/>
                  </a:lnTo>
                  <a:lnTo>
                    <a:pt x="223791" y="12024"/>
                  </a:lnTo>
                  <a:lnTo>
                    <a:pt x="218826" y="10123"/>
                  </a:lnTo>
                  <a:lnTo>
                    <a:pt x="213804" y="8381"/>
                  </a:lnTo>
                  <a:lnTo>
                    <a:pt x="208729" y="6800"/>
                  </a:lnTo>
                  <a:lnTo>
                    <a:pt x="203606" y="5380"/>
                  </a:lnTo>
                  <a:lnTo>
                    <a:pt x="198441" y="4124"/>
                  </a:lnTo>
                  <a:lnTo>
                    <a:pt x="193238" y="3033"/>
                  </a:lnTo>
                  <a:lnTo>
                    <a:pt x="188004" y="2108"/>
                  </a:lnTo>
                  <a:lnTo>
                    <a:pt x="182742" y="1350"/>
                  </a:lnTo>
                  <a:lnTo>
                    <a:pt x="177459" y="760"/>
                  </a:lnTo>
                  <a:lnTo>
                    <a:pt x="172160" y="337"/>
                  </a:lnTo>
                  <a:lnTo>
                    <a:pt x="166851" y="84"/>
                  </a:lnTo>
                  <a:lnTo>
                    <a:pt x="161535" y="0"/>
                  </a:lnTo>
                  <a:lnTo>
                    <a:pt x="16153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3457" y="5399291"/>
              <a:ext cx="23822" cy="167167"/>
            </a:xfrm>
            <a:custGeom>
              <a:avLst/>
              <a:pathLst>
                <a:path w="23822" h="167167">
                  <a:moveTo>
                    <a:pt x="23822" y="0"/>
                  </a:moveTo>
                  <a:lnTo>
                    <a:pt x="15857" y="189"/>
                  </a:lnTo>
                  <a:lnTo>
                    <a:pt x="7910" y="759"/>
                  </a:lnTo>
                  <a:lnTo>
                    <a:pt x="0" y="1706"/>
                  </a:lnTo>
                  <a:lnTo>
                    <a:pt x="2382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3457" y="5400997"/>
              <a:ext cx="23822" cy="165461"/>
            </a:xfrm>
            <a:custGeom>
              <a:avLst/>
              <a:pathLst>
                <a:path w="23822" h="165461">
                  <a:moveTo>
                    <a:pt x="0" y="0"/>
                  </a:moveTo>
                  <a:lnTo>
                    <a:pt x="23822" y="165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3457" y="5400997"/>
              <a:ext cx="23822" cy="165461"/>
            </a:xfrm>
            <a:custGeom>
              <a:avLst/>
              <a:pathLst>
                <a:path w="23822" h="165461">
                  <a:moveTo>
                    <a:pt x="0" y="0"/>
                  </a:moveTo>
                  <a:lnTo>
                    <a:pt x="23822" y="165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3457" y="5400997"/>
              <a:ext cx="23822" cy="165461"/>
            </a:xfrm>
            <a:custGeom>
              <a:avLst/>
              <a:pathLst>
                <a:path w="23822" h="165461">
                  <a:moveTo>
                    <a:pt x="0" y="0"/>
                  </a:moveTo>
                  <a:lnTo>
                    <a:pt x="23822" y="165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3457" y="5400997"/>
              <a:ext cx="23822" cy="165461"/>
            </a:xfrm>
            <a:custGeom>
              <a:avLst/>
              <a:pathLst>
                <a:path w="23822" h="165461">
                  <a:moveTo>
                    <a:pt x="0" y="0"/>
                  </a:moveTo>
                  <a:lnTo>
                    <a:pt x="23822" y="165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3457" y="5400997"/>
              <a:ext cx="23822" cy="165461"/>
            </a:xfrm>
            <a:custGeom>
              <a:avLst/>
              <a:pathLst>
                <a:path w="23822" h="165461">
                  <a:moveTo>
                    <a:pt x="0" y="0"/>
                  </a:moveTo>
                  <a:lnTo>
                    <a:pt x="23822" y="1654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3457" y="5400997"/>
              <a:ext cx="23822" cy="165461"/>
            </a:xfrm>
            <a:custGeom>
              <a:avLst/>
              <a:pathLst>
                <a:path w="23822" h="165461">
                  <a:moveTo>
                    <a:pt x="0" y="0"/>
                  </a:moveTo>
                  <a:lnTo>
                    <a:pt x="23822" y="1654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450115" y="5399730"/>
              <a:ext cx="334318" cy="333895"/>
            </a:xfrm>
            <a:custGeom>
              <a:avLst/>
              <a:pathLst>
                <a:path w="334318" h="333895">
                  <a:moveTo>
                    <a:pt x="143341" y="1267"/>
                  </a:moveTo>
                  <a:lnTo>
                    <a:pt x="138125" y="2103"/>
                  </a:lnTo>
                  <a:lnTo>
                    <a:pt x="132938" y="3103"/>
                  </a:lnTo>
                  <a:lnTo>
                    <a:pt x="127785" y="4266"/>
                  </a:lnTo>
                  <a:lnTo>
                    <a:pt x="122671" y="5591"/>
                  </a:lnTo>
                  <a:lnTo>
                    <a:pt x="117601" y="7078"/>
                  </a:lnTo>
                  <a:lnTo>
                    <a:pt x="112582" y="8723"/>
                  </a:lnTo>
                  <a:lnTo>
                    <a:pt x="107616" y="10527"/>
                  </a:lnTo>
                  <a:lnTo>
                    <a:pt x="102710" y="12487"/>
                  </a:lnTo>
                  <a:lnTo>
                    <a:pt x="97869" y="14600"/>
                  </a:lnTo>
                  <a:lnTo>
                    <a:pt x="93097" y="16866"/>
                  </a:lnTo>
                  <a:lnTo>
                    <a:pt x="88398" y="19281"/>
                  </a:lnTo>
                  <a:lnTo>
                    <a:pt x="83779" y="21843"/>
                  </a:lnTo>
                  <a:lnTo>
                    <a:pt x="79242" y="24550"/>
                  </a:lnTo>
                  <a:lnTo>
                    <a:pt x="74794" y="27400"/>
                  </a:lnTo>
                  <a:lnTo>
                    <a:pt x="70437" y="30388"/>
                  </a:lnTo>
                  <a:lnTo>
                    <a:pt x="66177" y="33512"/>
                  </a:lnTo>
                  <a:lnTo>
                    <a:pt x="62019" y="36770"/>
                  </a:lnTo>
                  <a:lnTo>
                    <a:pt x="57965" y="40157"/>
                  </a:lnTo>
                  <a:lnTo>
                    <a:pt x="54020" y="43671"/>
                  </a:lnTo>
                  <a:lnTo>
                    <a:pt x="50188" y="47307"/>
                  </a:lnTo>
                  <a:lnTo>
                    <a:pt x="46473" y="51063"/>
                  </a:lnTo>
                  <a:lnTo>
                    <a:pt x="42878" y="54934"/>
                  </a:lnTo>
                  <a:lnTo>
                    <a:pt x="39408" y="58917"/>
                  </a:lnTo>
                  <a:lnTo>
                    <a:pt x="36065" y="63008"/>
                  </a:lnTo>
                  <a:lnTo>
                    <a:pt x="32853" y="67202"/>
                  </a:lnTo>
                  <a:lnTo>
                    <a:pt x="29776" y="71496"/>
                  </a:lnTo>
                  <a:lnTo>
                    <a:pt x="26835" y="75884"/>
                  </a:lnTo>
                  <a:lnTo>
                    <a:pt x="24035" y="80364"/>
                  </a:lnTo>
                  <a:lnTo>
                    <a:pt x="21377" y="84930"/>
                  </a:lnTo>
                  <a:lnTo>
                    <a:pt x="18865" y="89577"/>
                  </a:lnTo>
                  <a:lnTo>
                    <a:pt x="16502" y="94301"/>
                  </a:lnTo>
                  <a:lnTo>
                    <a:pt x="14288" y="99098"/>
                  </a:lnTo>
                  <a:lnTo>
                    <a:pt x="12228" y="103962"/>
                  </a:lnTo>
                  <a:lnTo>
                    <a:pt x="10322" y="108889"/>
                  </a:lnTo>
                  <a:lnTo>
                    <a:pt x="8572" y="113874"/>
                  </a:lnTo>
                  <a:lnTo>
                    <a:pt x="6982" y="118912"/>
                  </a:lnTo>
                  <a:lnTo>
                    <a:pt x="5551" y="123997"/>
                  </a:lnTo>
                  <a:lnTo>
                    <a:pt x="4281" y="129125"/>
                  </a:lnTo>
                  <a:lnTo>
                    <a:pt x="3174" y="134290"/>
                  </a:lnTo>
                  <a:lnTo>
                    <a:pt x="2231" y="139488"/>
                  </a:lnTo>
                  <a:lnTo>
                    <a:pt x="1453" y="144713"/>
                  </a:lnTo>
                  <a:lnTo>
                    <a:pt x="840" y="149960"/>
                  </a:lnTo>
                  <a:lnTo>
                    <a:pt x="393" y="155224"/>
                  </a:lnTo>
                  <a:lnTo>
                    <a:pt x="113" y="160500"/>
                  </a:lnTo>
                  <a:lnTo>
                    <a:pt x="0" y="165781"/>
                  </a:lnTo>
                  <a:lnTo>
                    <a:pt x="53" y="171064"/>
                  </a:lnTo>
                  <a:lnTo>
                    <a:pt x="273" y="176342"/>
                  </a:lnTo>
                  <a:lnTo>
                    <a:pt x="661" y="181610"/>
                  </a:lnTo>
                  <a:lnTo>
                    <a:pt x="1214" y="186864"/>
                  </a:lnTo>
                  <a:lnTo>
                    <a:pt x="1933" y="192098"/>
                  </a:lnTo>
                  <a:lnTo>
                    <a:pt x="2817" y="197306"/>
                  </a:lnTo>
                  <a:lnTo>
                    <a:pt x="3865" y="202484"/>
                  </a:lnTo>
                  <a:lnTo>
                    <a:pt x="5077" y="207626"/>
                  </a:lnTo>
                  <a:lnTo>
                    <a:pt x="6450" y="212727"/>
                  </a:lnTo>
                  <a:lnTo>
                    <a:pt x="7984" y="217782"/>
                  </a:lnTo>
                  <a:lnTo>
                    <a:pt x="9676" y="222786"/>
                  </a:lnTo>
                  <a:lnTo>
                    <a:pt x="11526" y="227735"/>
                  </a:lnTo>
                  <a:lnTo>
                    <a:pt x="13531" y="232622"/>
                  </a:lnTo>
                  <a:lnTo>
                    <a:pt x="15690" y="237443"/>
                  </a:lnTo>
                  <a:lnTo>
                    <a:pt x="18000" y="242194"/>
                  </a:lnTo>
                  <a:lnTo>
                    <a:pt x="20459" y="246870"/>
                  </a:lnTo>
                  <a:lnTo>
                    <a:pt x="23065" y="251465"/>
                  </a:lnTo>
                  <a:lnTo>
                    <a:pt x="25814" y="255976"/>
                  </a:lnTo>
                  <a:lnTo>
                    <a:pt x="28705" y="260398"/>
                  </a:lnTo>
                  <a:lnTo>
                    <a:pt x="31734" y="264726"/>
                  </a:lnTo>
                  <a:lnTo>
                    <a:pt x="34898" y="268957"/>
                  </a:lnTo>
                  <a:lnTo>
                    <a:pt x="38194" y="273085"/>
                  </a:lnTo>
                  <a:lnTo>
                    <a:pt x="41619" y="277107"/>
                  </a:lnTo>
                  <a:lnTo>
                    <a:pt x="45169" y="281019"/>
                  </a:lnTo>
                  <a:lnTo>
                    <a:pt x="48842" y="284816"/>
                  </a:lnTo>
                  <a:lnTo>
                    <a:pt x="52632" y="288496"/>
                  </a:lnTo>
                  <a:lnTo>
                    <a:pt x="56537" y="292054"/>
                  </a:lnTo>
                  <a:lnTo>
                    <a:pt x="60552" y="295487"/>
                  </a:lnTo>
                  <a:lnTo>
                    <a:pt x="64674" y="298792"/>
                  </a:lnTo>
                  <a:lnTo>
                    <a:pt x="68898" y="301964"/>
                  </a:lnTo>
                  <a:lnTo>
                    <a:pt x="73220" y="305002"/>
                  </a:lnTo>
                  <a:lnTo>
                    <a:pt x="77636" y="307901"/>
                  </a:lnTo>
                  <a:lnTo>
                    <a:pt x="82141" y="310660"/>
                  </a:lnTo>
                  <a:lnTo>
                    <a:pt x="86732" y="313274"/>
                  </a:lnTo>
                  <a:lnTo>
                    <a:pt x="91402" y="315742"/>
                  </a:lnTo>
                  <a:lnTo>
                    <a:pt x="96149" y="318062"/>
                  </a:lnTo>
                  <a:lnTo>
                    <a:pt x="100966" y="320230"/>
                  </a:lnTo>
                  <a:lnTo>
                    <a:pt x="105849" y="322245"/>
                  </a:lnTo>
                  <a:lnTo>
                    <a:pt x="110794" y="324105"/>
                  </a:lnTo>
                  <a:lnTo>
                    <a:pt x="115795" y="325808"/>
                  </a:lnTo>
                  <a:lnTo>
                    <a:pt x="120847" y="327351"/>
                  </a:lnTo>
                  <a:lnTo>
                    <a:pt x="125945" y="328735"/>
                  </a:lnTo>
                  <a:lnTo>
                    <a:pt x="131085" y="329956"/>
                  </a:lnTo>
                  <a:lnTo>
                    <a:pt x="136261" y="331015"/>
                  </a:lnTo>
                  <a:lnTo>
                    <a:pt x="141467" y="331909"/>
                  </a:lnTo>
                  <a:lnTo>
                    <a:pt x="146699" y="332639"/>
                  </a:lnTo>
                  <a:lnTo>
                    <a:pt x="151952" y="333203"/>
                  </a:lnTo>
                  <a:lnTo>
                    <a:pt x="157220" y="333600"/>
                  </a:lnTo>
                  <a:lnTo>
                    <a:pt x="162497" y="333831"/>
                  </a:lnTo>
                  <a:lnTo>
                    <a:pt x="167780" y="333895"/>
                  </a:lnTo>
                  <a:lnTo>
                    <a:pt x="173062" y="333792"/>
                  </a:lnTo>
                  <a:lnTo>
                    <a:pt x="178337" y="333522"/>
                  </a:lnTo>
                  <a:lnTo>
                    <a:pt x="183602" y="333086"/>
                  </a:lnTo>
                  <a:lnTo>
                    <a:pt x="188850" y="332484"/>
                  </a:lnTo>
                  <a:lnTo>
                    <a:pt x="194077" y="331716"/>
                  </a:lnTo>
                  <a:lnTo>
                    <a:pt x="199277" y="330783"/>
                  </a:lnTo>
                  <a:lnTo>
                    <a:pt x="204444" y="329686"/>
                  </a:lnTo>
                  <a:lnTo>
                    <a:pt x="209575" y="328427"/>
                  </a:lnTo>
                  <a:lnTo>
                    <a:pt x="214663" y="327006"/>
                  </a:lnTo>
                  <a:lnTo>
                    <a:pt x="219704" y="325425"/>
                  </a:lnTo>
                  <a:lnTo>
                    <a:pt x="224692" y="323686"/>
                  </a:lnTo>
                  <a:lnTo>
                    <a:pt x="229623" y="321790"/>
                  </a:lnTo>
                  <a:lnTo>
                    <a:pt x="234491" y="319739"/>
                  </a:lnTo>
                  <a:lnTo>
                    <a:pt x="239292" y="317535"/>
                  </a:lnTo>
                  <a:lnTo>
                    <a:pt x="244021" y="315181"/>
                  </a:lnTo>
                  <a:lnTo>
                    <a:pt x="248674" y="312678"/>
                  </a:lnTo>
                  <a:lnTo>
                    <a:pt x="253245" y="310030"/>
                  </a:lnTo>
                  <a:lnTo>
                    <a:pt x="257730" y="307238"/>
                  </a:lnTo>
                  <a:lnTo>
                    <a:pt x="262124" y="304306"/>
                  </a:lnTo>
                  <a:lnTo>
                    <a:pt x="266424" y="301237"/>
                  </a:lnTo>
                  <a:lnTo>
                    <a:pt x="270624" y="298033"/>
                  </a:lnTo>
                  <a:lnTo>
                    <a:pt x="274722" y="294699"/>
                  </a:lnTo>
                  <a:lnTo>
                    <a:pt x="278712" y="291236"/>
                  </a:lnTo>
                  <a:lnTo>
                    <a:pt x="282590" y="287650"/>
                  </a:lnTo>
                  <a:lnTo>
                    <a:pt x="286353" y="283942"/>
                  </a:lnTo>
                  <a:lnTo>
                    <a:pt x="289997" y="280117"/>
                  </a:lnTo>
                  <a:lnTo>
                    <a:pt x="293519" y="276179"/>
                  </a:lnTo>
                  <a:lnTo>
                    <a:pt x="296914" y="272132"/>
                  </a:lnTo>
                  <a:lnTo>
                    <a:pt x="300180" y="267980"/>
                  </a:lnTo>
                  <a:lnTo>
                    <a:pt x="303313" y="263726"/>
                  </a:lnTo>
                  <a:lnTo>
                    <a:pt x="306310" y="259376"/>
                  </a:lnTo>
                  <a:lnTo>
                    <a:pt x="309168" y="254933"/>
                  </a:lnTo>
                  <a:lnTo>
                    <a:pt x="311884" y="250402"/>
                  </a:lnTo>
                  <a:lnTo>
                    <a:pt x="314455" y="245787"/>
                  </a:lnTo>
                  <a:lnTo>
                    <a:pt x="316880" y="241094"/>
                  </a:lnTo>
                  <a:lnTo>
                    <a:pt x="319155" y="236326"/>
                  </a:lnTo>
                  <a:lnTo>
                    <a:pt x="321278" y="231489"/>
                  </a:lnTo>
                  <a:lnTo>
                    <a:pt x="323247" y="226587"/>
                  </a:lnTo>
                  <a:lnTo>
                    <a:pt x="325061" y="221625"/>
                  </a:lnTo>
                  <a:lnTo>
                    <a:pt x="326717" y="216608"/>
                  </a:lnTo>
                  <a:lnTo>
                    <a:pt x="328213" y="211542"/>
                  </a:lnTo>
                  <a:lnTo>
                    <a:pt x="329549" y="206431"/>
                  </a:lnTo>
                  <a:lnTo>
                    <a:pt x="330722" y="201280"/>
                  </a:lnTo>
                  <a:lnTo>
                    <a:pt x="331732" y="196095"/>
                  </a:lnTo>
                  <a:lnTo>
                    <a:pt x="332578" y="190880"/>
                  </a:lnTo>
                  <a:lnTo>
                    <a:pt x="333258" y="185642"/>
                  </a:lnTo>
                  <a:lnTo>
                    <a:pt x="333773" y="180384"/>
                  </a:lnTo>
                  <a:lnTo>
                    <a:pt x="334121" y="175113"/>
                  </a:lnTo>
                  <a:lnTo>
                    <a:pt x="334303" y="169833"/>
                  </a:lnTo>
                  <a:lnTo>
                    <a:pt x="334318" y="164550"/>
                  </a:lnTo>
                  <a:lnTo>
                    <a:pt x="334165" y="159270"/>
                  </a:lnTo>
                  <a:lnTo>
                    <a:pt x="333846" y="153997"/>
                  </a:lnTo>
                  <a:lnTo>
                    <a:pt x="333361" y="148736"/>
                  </a:lnTo>
                  <a:lnTo>
                    <a:pt x="332709" y="143494"/>
                  </a:lnTo>
                  <a:lnTo>
                    <a:pt x="331892" y="138274"/>
                  </a:lnTo>
                  <a:lnTo>
                    <a:pt x="330911" y="133084"/>
                  </a:lnTo>
                  <a:lnTo>
                    <a:pt x="329766" y="127926"/>
                  </a:lnTo>
                  <a:lnTo>
                    <a:pt x="328459" y="122808"/>
                  </a:lnTo>
                  <a:lnTo>
                    <a:pt x="326990" y="117733"/>
                  </a:lnTo>
                  <a:lnTo>
                    <a:pt x="325363" y="112708"/>
                  </a:lnTo>
                  <a:lnTo>
                    <a:pt x="323577" y="107736"/>
                  </a:lnTo>
                  <a:lnTo>
                    <a:pt x="321634" y="102823"/>
                  </a:lnTo>
                  <a:lnTo>
                    <a:pt x="319538" y="97974"/>
                  </a:lnTo>
                  <a:lnTo>
                    <a:pt x="317289" y="93194"/>
                  </a:lnTo>
                  <a:lnTo>
                    <a:pt x="314891" y="88487"/>
                  </a:lnTo>
                  <a:lnTo>
                    <a:pt x="312345" y="83858"/>
                  </a:lnTo>
                  <a:lnTo>
                    <a:pt x="309654" y="79312"/>
                  </a:lnTo>
                  <a:lnTo>
                    <a:pt x="306821" y="74854"/>
                  </a:lnTo>
                  <a:lnTo>
                    <a:pt x="303848" y="70487"/>
                  </a:lnTo>
                  <a:lnTo>
                    <a:pt x="300739" y="66216"/>
                  </a:lnTo>
                  <a:lnTo>
                    <a:pt x="297496" y="62045"/>
                  </a:lnTo>
                  <a:lnTo>
                    <a:pt x="294123" y="57979"/>
                  </a:lnTo>
                  <a:lnTo>
                    <a:pt x="290624" y="54022"/>
                  </a:lnTo>
                  <a:lnTo>
                    <a:pt x="287001" y="50177"/>
                  </a:lnTo>
                  <a:lnTo>
                    <a:pt x="283258" y="46449"/>
                  </a:lnTo>
                  <a:lnTo>
                    <a:pt x="279399" y="42841"/>
                  </a:lnTo>
                  <a:lnTo>
                    <a:pt x="275429" y="39356"/>
                  </a:lnTo>
                  <a:lnTo>
                    <a:pt x="271350" y="35999"/>
                  </a:lnTo>
                  <a:lnTo>
                    <a:pt x="267167" y="32772"/>
                  </a:lnTo>
                  <a:lnTo>
                    <a:pt x="262885" y="29679"/>
                  </a:lnTo>
                  <a:lnTo>
                    <a:pt x="258506" y="26723"/>
                  </a:lnTo>
                  <a:lnTo>
                    <a:pt x="254037" y="23907"/>
                  </a:lnTo>
                  <a:lnTo>
                    <a:pt x="249481" y="21233"/>
                  </a:lnTo>
                  <a:lnTo>
                    <a:pt x="244842" y="18705"/>
                  </a:lnTo>
                  <a:lnTo>
                    <a:pt x="240126" y="16324"/>
                  </a:lnTo>
                  <a:lnTo>
                    <a:pt x="235338" y="14094"/>
                  </a:lnTo>
                  <a:lnTo>
                    <a:pt x="230481" y="12016"/>
                  </a:lnTo>
                  <a:lnTo>
                    <a:pt x="225560" y="10093"/>
                  </a:lnTo>
                  <a:lnTo>
                    <a:pt x="220582" y="8326"/>
                  </a:lnTo>
                  <a:lnTo>
                    <a:pt x="215550" y="6717"/>
                  </a:lnTo>
                  <a:lnTo>
                    <a:pt x="210470" y="5268"/>
                  </a:lnTo>
                  <a:lnTo>
                    <a:pt x="205347" y="3980"/>
                  </a:lnTo>
                  <a:lnTo>
                    <a:pt x="200185" y="2855"/>
                  </a:lnTo>
                  <a:lnTo>
                    <a:pt x="194990" y="1893"/>
                  </a:lnTo>
                  <a:lnTo>
                    <a:pt x="189768" y="1097"/>
                  </a:lnTo>
                  <a:lnTo>
                    <a:pt x="184523" y="465"/>
                  </a:lnTo>
                  <a:lnTo>
                    <a:pt x="179261" y="0"/>
                  </a:lnTo>
                  <a:lnTo>
                    <a:pt x="167164" y="166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12096" cy="167167"/>
            </a:xfrm>
            <a:custGeom>
              <a:avLst/>
              <a:pathLst>
                <a:path w="12096" h="167167">
                  <a:moveTo>
                    <a:pt x="12096" y="4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68511" y="5369149"/>
              <a:ext cx="167164" cy="298858"/>
            </a:xfrm>
            <a:custGeom>
              <a:avLst/>
              <a:pathLst>
                <a:path w="167164" h="298858">
                  <a:moveTo>
                    <a:pt x="167164" y="0"/>
                  </a:moveTo>
                  <a:lnTo>
                    <a:pt x="161785" y="86"/>
                  </a:lnTo>
                  <a:lnTo>
                    <a:pt x="156412" y="346"/>
                  </a:lnTo>
                  <a:lnTo>
                    <a:pt x="151050" y="778"/>
                  </a:lnTo>
                  <a:lnTo>
                    <a:pt x="145704" y="1383"/>
                  </a:lnTo>
                  <a:lnTo>
                    <a:pt x="140381" y="2159"/>
                  </a:lnTo>
                  <a:lnTo>
                    <a:pt x="135086" y="3106"/>
                  </a:lnTo>
                  <a:lnTo>
                    <a:pt x="129823" y="4223"/>
                  </a:lnTo>
                  <a:lnTo>
                    <a:pt x="124600" y="5509"/>
                  </a:lnTo>
                  <a:lnTo>
                    <a:pt x="119420" y="6962"/>
                  </a:lnTo>
                  <a:lnTo>
                    <a:pt x="114290" y="8581"/>
                  </a:lnTo>
                  <a:lnTo>
                    <a:pt x="109215" y="10365"/>
                  </a:lnTo>
                  <a:lnTo>
                    <a:pt x="104200" y="12311"/>
                  </a:lnTo>
                  <a:lnTo>
                    <a:pt x="99250" y="14417"/>
                  </a:lnTo>
                  <a:lnTo>
                    <a:pt x="94370" y="16681"/>
                  </a:lnTo>
                  <a:lnTo>
                    <a:pt x="89566" y="19101"/>
                  </a:lnTo>
                  <a:lnTo>
                    <a:pt x="84842" y="21675"/>
                  </a:lnTo>
                  <a:lnTo>
                    <a:pt x="80203" y="24399"/>
                  </a:lnTo>
                  <a:lnTo>
                    <a:pt x="75654" y="27271"/>
                  </a:lnTo>
                  <a:lnTo>
                    <a:pt x="71200" y="30288"/>
                  </a:lnTo>
                  <a:lnTo>
                    <a:pt x="66846" y="33446"/>
                  </a:lnTo>
                  <a:lnTo>
                    <a:pt x="62595" y="36743"/>
                  </a:lnTo>
                  <a:lnTo>
                    <a:pt x="58453" y="40176"/>
                  </a:lnTo>
                  <a:lnTo>
                    <a:pt x="54423" y="43739"/>
                  </a:lnTo>
                  <a:lnTo>
                    <a:pt x="50510" y="47431"/>
                  </a:lnTo>
                  <a:lnTo>
                    <a:pt x="46717" y="51246"/>
                  </a:lnTo>
                  <a:lnTo>
                    <a:pt x="43050" y="55182"/>
                  </a:lnTo>
                  <a:lnTo>
                    <a:pt x="39511" y="59233"/>
                  </a:lnTo>
                  <a:lnTo>
                    <a:pt x="36104" y="63396"/>
                  </a:lnTo>
                  <a:lnTo>
                    <a:pt x="32833" y="67667"/>
                  </a:lnTo>
                  <a:lnTo>
                    <a:pt x="29701" y="72041"/>
                  </a:lnTo>
                  <a:lnTo>
                    <a:pt x="26712" y="76513"/>
                  </a:lnTo>
                  <a:lnTo>
                    <a:pt x="23867" y="81079"/>
                  </a:lnTo>
                  <a:lnTo>
                    <a:pt x="21172" y="85735"/>
                  </a:lnTo>
                  <a:lnTo>
                    <a:pt x="18627" y="90474"/>
                  </a:lnTo>
                  <a:lnTo>
                    <a:pt x="16236" y="95293"/>
                  </a:lnTo>
                  <a:lnTo>
                    <a:pt x="14002" y="100187"/>
                  </a:lnTo>
                  <a:lnTo>
                    <a:pt x="11926" y="105150"/>
                  </a:lnTo>
                  <a:lnTo>
                    <a:pt x="10011" y="110177"/>
                  </a:lnTo>
                  <a:lnTo>
                    <a:pt x="8258" y="115263"/>
                  </a:lnTo>
                  <a:lnTo>
                    <a:pt x="6671" y="120403"/>
                  </a:lnTo>
                  <a:lnTo>
                    <a:pt x="5249" y="125591"/>
                  </a:lnTo>
                  <a:lnTo>
                    <a:pt x="3995" y="130822"/>
                  </a:lnTo>
                  <a:lnTo>
                    <a:pt x="2910" y="136091"/>
                  </a:lnTo>
                  <a:lnTo>
                    <a:pt x="1995" y="141392"/>
                  </a:lnTo>
                  <a:lnTo>
                    <a:pt x="1252" y="146720"/>
                  </a:lnTo>
                  <a:lnTo>
                    <a:pt x="680" y="152069"/>
                  </a:lnTo>
                  <a:lnTo>
                    <a:pt x="280" y="157434"/>
                  </a:lnTo>
                  <a:lnTo>
                    <a:pt x="53" y="162808"/>
                  </a:lnTo>
                  <a:lnTo>
                    <a:pt x="0" y="168188"/>
                  </a:lnTo>
                  <a:lnTo>
                    <a:pt x="119" y="173566"/>
                  </a:lnTo>
                  <a:lnTo>
                    <a:pt x="411" y="178937"/>
                  </a:lnTo>
                  <a:lnTo>
                    <a:pt x="876" y="184297"/>
                  </a:lnTo>
                  <a:lnTo>
                    <a:pt x="1514" y="189638"/>
                  </a:lnTo>
                  <a:lnTo>
                    <a:pt x="2322" y="194957"/>
                  </a:lnTo>
                  <a:lnTo>
                    <a:pt x="3302" y="200246"/>
                  </a:lnTo>
                  <a:lnTo>
                    <a:pt x="4451" y="205502"/>
                  </a:lnTo>
                  <a:lnTo>
                    <a:pt x="5769" y="210717"/>
                  </a:lnTo>
                  <a:lnTo>
                    <a:pt x="7254" y="215888"/>
                  </a:lnTo>
                  <a:lnTo>
                    <a:pt x="8904" y="221008"/>
                  </a:lnTo>
                  <a:lnTo>
                    <a:pt x="10718" y="226072"/>
                  </a:lnTo>
                  <a:lnTo>
                    <a:pt x="12695" y="231075"/>
                  </a:lnTo>
                  <a:lnTo>
                    <a:pt x="14831" y="236012"/>
                  </a:lnTo>
                  <a:lnTo>
                    <a:pt x="17125" y="240878"/>
                  </a:lnTo>
                  <a:lnTo>
                    <a:pt x="19575" y="245668"/>
                  </a:lnTo>
                  <a:lnTo>
                    <a:pt x="22177" y="250376"/>
                  </a:lnTo>
                  <a:lnTo>
                    <a:pt x="24929" y="254998"/>
                  </a:lnTo>
                  <a:lnTo>
                    <a:pt x="27829" y="259529"/>
                  </a:lnTo>
                  <a:lnTo>
                    <a:pt x="30873" y="263965"/>
                  </a:lnTo>
                  <a:lnTo>
                    <a:pt x="34058" y="268300"/>
                  </a:lnTo>
                  <a:lnTo>
                    <a:pt x="37381" y="272530"/>
                  </a:lnTo>
                  <a:lnTo>
                    <a:pt x="40839" y="276652"/>
                  </a:lnTo>
                  <a:lnTo>
                    <a:pt x="44427" y="280660"/>
                  </a:lnTo>
                  <a:lnTo>
                    <a:pt x="48142" y="284550"/>
                  </a:lnTo>
                  <a:lnTo>
                    <a:pt x="51981" y="288319"/>
                  </a:lnTo>
                  <a:lnTo>
                    <a:pt x="55938" y="291962"/>
                  </a:lnTo>
                  <a:lnTo>
                    <a:pt x="60011" y="295476"/>
                  </a:lnTo>
                  <a:lnTo>
                    <a:pt x="64195" y="298858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2707" y="5536317"/>
              <a:ext cx="102968" cy="131690"/>
            </a:xfrm>
            <a:custGeom>
              <a:avLst/>
              <a:pathLst>
                <a:path w="102968" h="131690">
                  <a:moveTo>
                    <a:pt x="0" y="131690"/>
                  </a:moveTo>
                  <a:lnTo>
                    <a:pt x="1029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2707" y="5536317"/>
              <a:ext cx="102968" cy="131690"/>
            </a:xfrm>
            <a:custGeom>
              <a:avLst/>
              <a:pathLst>
                <a:path w="102968" h="131690">
                  <a:moveTo>
                    <a:pt x="0" y="131690"/>
                  </a:moveTo>
                  <a:lnTo>
                    <a:pt x="1029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32707" y="5536317"/>
              <a:ext cx="102968" cy="131690"/>
            </a:xfrm>
            <a:custGeom>
              <a:avLst/>
              <a:pathLst>
                <a:path w="102968" h="131690">
                  <a:moveTo>
                    <a:pt x="0" y="131690"/>
                  </a:moveTo>
                  <a:lnTo>
                    <a:pt x="1029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32707" y="5536317"/>
              <a:ext cx="102968" cy="131690"/>
            </a:xfrm>
            <a:custGeom>
              <a:avLst/>
              <a:pathLst>
                <a:path w="102968" h="131690">
                  <a:moveTo>
                    <a:pt x="0" y="131690"/>
                  </a:moveTo>
                  <a:lnTo>
                    <a:pt x="1029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2707" y="5536317"/>
              <a:ext cx="102968" cy="131690"/>
            </a:xfrm>
            <a:custGeom>
              <a:avLst/>
              <a:pathLst>
                <a:path w="102968" h="131690">
                  <a:moveTo>
                    <a:pt x="0" y="131690"/>
                  </a:moveTo>
                  <a:lnTo>
                    <a:pt x="1029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2707" y="5536317"/>
              <a:ext cx="167764" cy="167167"/>
            </a:xfrm>
            <a:custGeom>
              <a:avLst/>
              <a:pathLst>
                <a:path w="167764" h="167167">
                  <a:moveTo>
                    <a:pt x="0" y="131690"/>
                  </a:moveTo>
                  <a:lnTo>
                    <a:pt x="4424" y="135033"/>
                  </a:lnTo>
                  <a:lnTo>
                    <a:pt x="8958" y="138228"/>
                  </a:lnTo>
                  <a:lnTo>
                    <a:pt x="13594" y="141270"/>
                  </a:lnTo>
                  <a:lnTo>
                    <a:pt x="18330" y="144157"/>
                  </a:lnTo>
                  <a:lnTo>
                    <a:pt x="23158" y="146885"/>
                  </a:lnTo>
                  <a:lnTo>
                    <a:pt x="28074" y="149451"/>
                  </a:lnTo>
                  <a:lnTo>
                    <a:pt x="33073" y="151853"/>
                  </a:lnTo>
                  <a:lnTo>
                    <a:pt x="38148" y="154088"/>
                  </a:lnTo>
                  <a:lnTo>
                    <a:pt x="43295" y="156154"/>
                  </a:lnTo>
                  <a:lnTo>
                    <a:pt x="48507" y="158047"/>
                  </a:lnTo>
                  <a:lnTo>
                    <a:pt x="53780" y="159767"/>
                  </a:lnTo>
                  <a:lnTo>
                    <a:pt x="59106" y="161310"/>
                  </a:lnTo>
                  <a:lnTo>
                    <a:pt x="64481" y="162676"/>
                  </a:lnTo>
                  <a:lnTo>
                    <a:pt x="69899" y="163863"/>
                  </a:lnTo>
                  <a:lnTo>
                    <a:pt x="75352" y="164870"/>
                  </a:lnTo>
                  <a:lnTo>
                    <a:pt x="80836" y="165695"/>
                  </a:lnTo>
                  <a:lnTo>
                    <a:pt x="86344" y="166338"/>
                  </a:lnTo>
                  <a:lnTo>
                    <a:pt x="91871" y="166798"/>
                  </a:lnTo>
                  <a:lnTo>
                    <a:pt x="97410" y="167075"/>
                  </a:lnTo>
                  <a:lnTo>
                    <a:pt x="102955" y="167167"/>
                  </a:lnTo>
                  <a:lnTo>
                    <a:pt x="108500" y="167075"/>
                  </a:lnTo>
                  <a:lnTo>
                    <a:pt x="114039" y="166800"/>
                  </a:lnTo>
                  <a:lnTo>
                    <a:pt x="119566" y="166341"/>
                  </a:lnTo>
                  <a:lnTo>
                    <a:pt x="125074" y="165699"/>
                  </a:lnTo>
                  <a:lnTo>
                    <a:pt x="130558" y="164874"/>
                  </a:lnTo>
                  <a:lnTo>
                    <a:pt x="136012" y="163868"/>
                  </a:lnTo>
                  <a:lnTo>
                    <a:pt x="141429" y="162682"/>
                  </a:lnTo>
                  <a:lnTo>
                    <a:pt x="146804" y="161317"/>
                  </a:lnTo>
                  <a:lnTo>
                    <a:pt x="152131" y="159774"/>
                  </a:lnTo>
                  <a:lnTo>
                    <a:pt x="157404" y="158055"/>
                  </a:lnTo>
                  <a:lnTo>
                    <a:pt x="162617" y="156163"/>
                  </a:lnTo>
                  <a:lnTo>
                    <a:pt x="167764" y="154098"/>
                  </a:lnTo>
                  <a:lnTo>
                    <a:pt x="10296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135676" y="5369149"/>
              <a:ext cx="167162" cy="321266"/>
            </a:xfrm>
            <a:custGeom>
              <a:avLst/>
              <a:pathLst>
                <a:path w="167162" h="321266">
                  <a:moveTo>
                    <a:pt x="64795" y="321266"/>
                  </a:moveTo>
                  <a:lnTo>
                    <a:pt x="69678" y="319121"/>
                  </a:lnTo>
                  <a:lnTo>
                    <a:pt x="74489" y="316821"/>
                  </a:lnTo>
                  <a:lnTo>
                    <a:pt x="79224" y="314369"/>
                  </a:lnTo>
                  <a:lnTo>
                    <a:pt x="83879" y="311767"/>
                  </a:lnTo>
                  <a:lnTo>
                    <a:pt x="88449" y="309018"/>
                  </a:lnTo>
                  <a:lnTo>
                    <a:pt x="92928" y="306124"/>
                  </a:lnTo>
                  <a:lnTo>
                    <a:pt x="97313" y="303090"/>
                  </a:lnTo>
                  <a:lnTo>
                    <a:pt x="101599" y="299916"/>
                  </a:lnTo>
                  <a:lnTo>
                    <a:pt x="105782" y="296608"/>
                  </a:lnTo>
                  <a:lnTo>
                    <a:pt x="109857" y="293168"/>
                  </a:lnTo>
                  <a:lnTo>
                    <a:pt x="113820" y="289600"/>
                  </a:lnTo>
                  <a:lnTo>
                    <a:pt x="117667" y="285907"/>
                  </a:lnTo>
                  <a:lnTo>
                    <a:pt x="121395" y="282094"/>
                  </a:lnTo>
                  <a:lnTo>
                    <a:pt x="124999" y="278163"/>
                  </a:lnTo>
                  <a:lnTo>
                    <a:pt x="128475" y="274120"/>
                  </a:lnTo>
                  <a:lnTo>
                    <a:pt x="131821" y="269967"/>
                  </a:lnTo>
                  <a:lnTo>
                    <a:pt x="135033" y="265711"/>
                  </a:lnTo>
                  <a:lnTo>
                    <a:pt x="138108" y="261353"/>
                  </a:lnTo>
                  <a:lnTo>
                    <a:pt x="141042" y="256900"/>
                  </a:lnTo>
                  <a:lnTo>
                    <a:pt x="143832" y="252356"/>
                  </a:lnTo>
                  <a:lnTo>
                    <a:pt x="146476" y="247725"/>
                  </a:lnTo>
                  <a:lnTo>
                    <a:pt x="148971" y="243012"/>
                  </a:lnTo>
                  <a:lnTo>
                    <a:pt x="151314" y="238221"/>
                  </a:lnTo>
                  <a:lnTo>
                    <a:pt x="153504" y="233359"/>
                  </a:lnTo>
                  <a:lnTo>
                    <a:pt x="155537" y="228429"/>
                  </a:lnTo>
                  <a:lnTo>
                    <a:pt x="157412" y="223437"/>
                  </a:lnTo>
                  <a:lnTo>
                    <a:pt x="159127" y="218387"/>
                  </a:lnTo>
                  <a:lnTo>
                    <a:pt x="160679" y="213286"/>
                  </a:lnTo>
                  <a:lnTo>
                    <a:pt x="162069" y="208137"/>
                  </a:lnTo>
                  <a:lnTo>
                    <a:pt x="163293" y="202947"/>
                  </a:lnTo>
                  <a:lnTo>
                    <a:pt x="164351" y="197720"/>
                  </a:lnTo>
                  <a:lnTo>
                    <a:pt x="165242" y="192462"/>
                  </a:lnTo>
                  <a:lnTo>
                    <a:pt x="165965" y="187179"/>
                  </a:lnTo>
                  <a:lnTo>
                    <a:pt x="166519" y="181875"/>
                  </a:lnTo>
                  <a:lnTo>
                    <a:pt x="166903" y="176556"/>
                  </a:lnTo>
                  <a:lnTo>
                    <a:pt x="167118" y="171228"/>
                  </a:lnTo>
                  <a:lnTo>
                    <a:pt x="167162" y="165895"/>
                  </a:lnTo>
                  <a:lnTo>
                    <a:pt x="167036" y="160564"/>
                  </a:lnTo>
                  <a:lnTo>
                    <a:pt x="166741" y="155239"/>
                  </a:lnTo>
                  <a:lnTo>
                    <a:pt x="166276" y="149927"/>
                  </a:lnTo>
                  <a:lnTo>
                    <a:pt x="165641" y="144632"/>
                  </a:lnTo>
                  <a:lnTo>
                    <a:pt x="164838" y="139360"/>
                  </a:lnTo>
                  <a:lnTo>
                    <a:pt x="163867" y="134117"/>
                  </a:lnTo>
                  <a:lnTo>
                    <a:pt x="162730" y="128907"/>
                  </a:lnTo>
                  <a:lnTo>
                    <a:pt x="161426" y="123736"/>
                  </a:lnTo>
                  <a:lnTo>
                    <a:pt x="159959" y="118609"/>
                  </a:lnTo>
                  <a:lnTo>
                    <a:pt x="158329" y="113531"/>
                  </a:lnTo>
                  <a:lnTo>
                    <a:pt x="156537" y="108509"/>
                  </a:lnTo>
                  <a:lnTo>
                    <a:pt x="154587" y="103545"/>
                  </a:lnTo>
                  <a:lnTo>
                    <a:pt x="152479" y="98647"/>
                  </a:lnTo>
                  <a:lnTo>
                    <a:pt x="150216" y="93818"/>
                  </a:lnTo>
                  <a:lnTo>
                    <a:pt x="147800" y="89064"/>
                  </a:lnTo>
                  <a:lnTo>
                    <a:pt x="145233" y="84390"/>
                  </a:lnTo>
                  <a:lnTo>
                    <a:pt x="142519" y="79799"/>
                  </a:lnTo>
                  <a:lnTo>
                    <a:pt x="139660" y="75298"/>
                  </a:lnTo>
                  <a:lnTo>
                    <a:pt x="136659" y="70890"/>
                  </a:lnTo>
                  <a:lnTo>
                    <a:pt x="133518" y="66580"/>
                  </a:lnTo>
                  <a:lnTo>
                    <a:pt x="130242" y="62373"/>
                  </a:lnTo>
                  <a:lnTo>
                    <a:pt x="126833" y="58272"/>
                  </a:lnTo>
                  <a:lnTo>
                    <a:pt x="123295" y="54281"/>
                  </a:lnTo>
                  <a:lnTo>
                    <a:pt x="119632" y="50406"/>
                  </a:lnTo>
                  <a:lnTo>
                    <a:pt x="115847" y="46650"/>
                  </a:lnTo>
                  <a:lnTo>
                    <a:pt x="111944" y="43016"/>
                  </a:lnTo>
                  <a:lnTo>
                    <a:pt x="107927" y="39509"/>
                  </a:lnTo>
                  <a:lnTo>
                    <a:pt x="103800" y="36131"/>
                  </a:lnTo>
                  <a:lnTo>
                    <a:pt x="99568" y="32887"/>
                  </a:lnTo>
                  <a:lnTo>
                    <a:pt x="95234" y="29779"/>
                  </a:lnTo>
                  <a:lnTo>
                    <a:pt x="90803" y="26812"/>
                  </a:lnTo>
                  <a:lnTo>
                    <a:pt x="86280" y="23987"/>
                  </a:lnTo>
                  <a:lnTo>
                    <a:pt x="81669" y="21307"/>
                  </a:lnTo>
                  <a:lnTo>
                    <a:pt x="76975" y="18777"/>
                  </a:lnTo>
                  <a:lnTo>
                    <a:pt x="72203" y="16397"/>
                  </a:lnTo>
                  <a:lnTo>
                    <a:pt x="67357" y="14171"/>
                  </a:lnTo>
                  <a:lnTo>
                    <a:pt x="62443" y="12100"/>
                  </a:lnTo>
                  <a:lnTo>
                    <a:pt x="57465" y="10187"/>
                  </a:lnTo>
                  <a:lnTo>
                    <a:pt x="52429" y="8434"/>
                  </a:lnTo>
                  <a:lnTo>
                    <a:pt x="47339" y="6843"/>
                  </a:lnTo>
                  <a:lnTo>
                    <a:pt x="42201" y="5414"/>
                  </a:lnTo>
                  <a:lnTo>
                    <a:pt x="37021" y="4150"/>
                  </a:lnTo>
                  <a:lnTo>
                    <a:pt x="31802" y="3053"/>
                  </a:lnTo>
                  <a:lnTo>
                    <a:pt x="26551" y="2122"/>
                  </a:lnTo>
                  <a:lnTo>
                    <a:pt x="21273" y="1359"/>
                  </a:lnTo>
                  <a:lnTo>
                    <a:pt x="15974" y="765"/>
                  </a:lnTo>
                  <a:lnTo>
                    <a:pt x="10658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06466" y="5220472"/>
              <a:ext cx="126668" cy="167167"/>
            </a:xfrm>
            <a:custGeom>
              <a:avLst/>
              <a:pathLst>
                <a:path w="126668" h="167167">
                  <a:moveTo>
                    <a:pt x="126668" y="0"/>
                  </a:moveTo>
                  <a:lnTo>
                    <a:pt x="121141" y="91"/>
                  </a:lnTo>
                  <a:lnTo>
                    <a:pt x="115620" y="365"/>
                  </a:lnTo>
                  <a:lnTo>
                    <a:pt x="110110" y="822"/>
                  </a:lnTo>
                  <a:lnTo>
                    <a:pt x="104619" y="1460"/>
                  </a:lnTo>
                  <a:lnTo>
                    <a:pt x="99152" y="2280"/>
                  </a:lnTo>
                  <a:lnTo>
                    <a:pt x="93716" y="3280"/>
                  </a:lnTo>
                  <a:lnTo>
                    <a:pt x="88315" y="4459"/>
                  </a:lnTo>
                  <a:lnTo>
                    <a:pt x="82956" y="5816"/>
                  </a:lnTo>
                  <a:lnTo>
                    <a:pt x="77645" y="7349"/>
                  </a:lnTo>
                  <a:lnTo>
                    <a:pt x="72387" y="9058"/>
                  </a:lnTo>
                  <a:lnTo>
                    <a:pt x="67189" y="10939"/>
                  </a:lnTo>
                  <a:lnTo>
                    <a:pt x="62056" y="12991"/>
                  </a:lnTo>
                  <a:lnTo>
                    <a:pt x="56993" y="15212"/>
                  </a:lnTo>
                  <a:lnTo>
                    <a:pt x="52007" y="17599"/>
                  </a:lnTo>
                  <a:lnTo>
                    <a:pt x="47103" y="20149"/>
                  </a:lnTo>
                  <a:lnTo>
                    <a:pt x="42285" y="22860"/>
                  </a:lnTo>
                  <a:lnTo>
                    <a:pt x="37560" y="25729"/>
                  </a:lnTo>
                  <a:lnTo>
                    <a:pt x="32932" y="28753"/>
                  </a:lnTo>
                  <a:lnTo>
                    <a:pt x="28407" y="31928"/>
                  </a:lnTo>
                  <a:lnTo>
                    <a:pt x="23989" y="35251"/>
                  </a:lnTo>
                  <a:lnTo>
                    <a:pt x="19683" y="38718"/>
                  </a:lnTo>
                  <a:lnTo>
                    <a:pt x="15494" y="42326"/>
                  </a:lnTo>
                  <a:lnTo>
                    <a:pt x="11427" y="46070"/>
                  </a:lnTo>
                  <a:lnTo>
                    <a:pt x="7486" y="49947"/>
                  </a:lnTo>
                  <a:lnTo>
                    <a:pt x="3676" y="53951"/>
                  </a:lnTo>
                  <a:lnTo>
                    <a:pt x="0" y="58080"/>
                  </a:lnTo>
                  <a:lnTo>
                    <a:pt x="1266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06466" y="5278552"/>
              <a:ext cx="126668" cy="109086"/>
            </a:xfrm>
            <a:custGeom>
              <a:avLst/>
              <a:pathLst>
                <a:path w="126668" h="109086">
                  <a:moveTo>
                    <a:pt x="0" y="0"/>
                  </a:moveTo>
                  <a:lnTo>
                    <a:pt x="126668" y="109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06466" y="5278552"/>
              <a:ext cx="126668" cy="109086"/>
            </a:xfrm>
            <a:custGeom>
              <a:avLst/>
              <a:pathLst>
                <a:path w="126668" h="109086">
                  <a:moveTo>
                    <a:pt x="0" y="0"/>
                  </a:moveTo>
                  <a:lnTo>
                    <a:pt x="126668" y="109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06466" y="5278552"/>
              <a:ext cx="126668" cy="109086"/>
            </a:xfrm>
            <a:custGeom>
              <a:avLst/>
              <a:pathLst>
                <a:path w="126668" h="109086">
                  <a:moveTo>
                    <a:pt x="0" y="0"/>
                  </a:moveTo>
                  <a:lnTo>
                    <a:pt x="126668" y="109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06466" y="5278552"/>
              <a:ext cx="126668" cy="109086"/>
            </a:xfrm>
            <a:custGeom>
              <a:avLst/>
              <a:pathLst>
                <a:path w="126668" h="109086">
                  <a:moveTo>
                    <a:pt x="0" y="0"/>
                  </a:moveTo>
                  <a:lnTo>
                    <a:pt x="126668" y="109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74086" y="5278552"/>
              <a:ext cx="159049" cy="109086"/>
            </a:xfrm>
            <a:custGeom>
              <a:avLst/>
              <a:pathLst>
                <a:path w="159049" h="109086">
                  <a:moveTo>
                    <a:pt x="32380" y="0"/>
                  </a:moveTo>
                  <a:lnTo>
                    <a:pt x="28517" y="4653"/>
                  </a:lnTo>
                  <a:lnTo>
                    <a:pt x="24824" y="9444"/>
                  </a:lnTo>
                  <a:lnTo>
                    <a:pt x="21307" y="14365"/>
                  </a:lnTo>
                  <a:lnTo>
                    <a:pt x="17970" y="19410"/>
                  </a:lnTo>
                  <a:lnTo>
                    <a:pt x="14819" y="24573"/>
                  </a:lnTo>
                  <a:lnTo>
                    <a:pt x="11855" y="29846"/>
                  </a:lnTo>
                  <a:lnTo>
                    <a:pt x="9085" y="35223"/>
                  </a:lnTo>
                  <a:lnTo>
                    <a:pt x="6511" y="40697"/>
                  </a:lnTo>
                  <a:lnTo>
                    <a:pt x="4137" y="46260"/>
                  </a:lnTo>
                  <a:lnTo>
                    <a:pt x="1965" y="51905"/>
                  </a:lnTo>
                  <a:lnTo>
                    <a:pt x="0" y="57626"/>
                  </a:lnTo>
                  <a:lnTo>
                    <a:pt x="159049" y="109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65970" y="5220472"/>
              <a:ext cx="334320" cy="334330"/>
            </a:xfrm>
            <a:custGeom>
              <a:avLst/>
              <a:pathLst>
                <a:path w="334320" h="334330">
                  <a:moveTo>
                    <a:pt x="8115" y="115706"/>
                  </a:moveTo>
                  <a:lnTo>
                    <a:pt x="6559" y="120790"/>
                  </a:lnTo>
                  <a:lnTo>
                    <a:pt x="5166" y="125921"/>
                  </a:lnTo>
                  <a:lnTo>
                    <a:pt x="3936" y="131093"/>
                  </a:lnTo>
                  <a:lnTo>
                    <a:pt x="2871" y="136302"/>
                  </a:lnTo>
                  <a:lnTo>
                    <a:pt x="1973" y="141543"/>
                  </a:lnTo>
                  <a:lnTo>
                    <a:pt x="1242" y="146809"/>
                  </a:lnTo>
                  <a:lnTo>
                    <a:pt x="678" y="152095"/>
                  </a:lnTo>
                  <a:lnTo>
                    <a:pt x="283" y="157397"/>
                  </a:lnTo>
                  <a:lnTo>
                    <a:pt x="57" y="162709"/>
                  </a:lnTo>
                  <a:lnTo>
                    <a:pt x="0" y="168026"/>
                  </a:lnTo>
                  <a:lnTo>
                    <a:pt x="111" y="173341"/>
                  </a:lnTo>
                  <a:lnTo>
                    <a:pt x="392" y="178650"/>
                  </a:lnTo>
                  <a:lnTo>
                    <a:pt x="842" y="183948"/>
                  </a:lnTo>
                  <a:lnTo>
                    <a:pt x="1459" y="189229"/>
                  </a:lnTo>
                  <a:lnTo>
                    <a:pt x="2245" y="194487"/>
                  </a:lnTo>
                  <a:lnTo>
                    <a:pt x="3197" y="199718"/>
                  </a:lnTo>
                  <a:lnTo>
                    <a:pt x="4315" y="204915"/>
                  </a:lnTo>
                  <a:lnTo>
                    <a:pt x="5598" y="210075"/>
                  </a:lnTo>
                  <a:lnTo>
                    <a:pt x="7044" y="215191"/>
                  </a:lnTo>
                  <a:lnTo>
                    <a:pt x="8652" y="220259"/>
                  </a:lnTo>
                  <a:lnTo>
                    <a:pt x="10421" y="225273"/>
                  </a:lnTo>
                  <a:lnTo>
                    <a:pt x="12348" y="230228"/>
                  </a:lnTo>
                  <a:lnTo>
                    <a:pt x="14431" y="235119"/>
                  </a:lnTo>
                  <a:lnTo>
                    <a:pt x="16670" y="239942"/>
                  </a:lnTo>
                  <a:lnTo>
                    <a:pt x="19060" y="244691"/>
                  </a:lnTo>
                  <a:lnTo>
                    <a:pt x="21600" y="249361"/>
                  </a:lnTo>
                  <a:lnTo>
                    <a:pt x="24288" y="253949"/>
                  </a:lnTo>
                  <a:lnTo>
                    <a:pt x="27120" y="258448"/>
                  </a:lnTo>
                  <a:lnTo>
                    <a:pt x="30093" y="262856"/>
                  </a:lnTo>
                  <a:lnTo>
                    <a:pt x="33205" y="267166"/>
                  </a:lnTo>
                  <a:lnTo>
                    <a:pt x="36453" y="271376"/>
                  </a:lnTo>
                  <a:lnTo>
                    <a:pt x="39833" y="275480"/>
                  </a:lnTo>
                  <a:lnTo>
                    <a:pt x="43342" y="279474"/>
                  </a:lnTo>
                  <a:lnTo>
                    <a:pt x="46976" y="283355"/>
                  </a:lnTo>
                  <a:lnTo>
                    <a:pt x="50732" y="287118"/>
                  </a:lnTo>
                  <a:lnTo>
                    <a:pt x="54605" y="290760"/>
                  </a:lnTo>
                  <a:lnTo>
                    <a:pt x="58592" y="294277"/>
                  </a:lnTo>
                  <a:lnTo>
                    <a:pt x="62689" y="297665"/>
                  </a:lnTo>
                  <a:lnTo>
                    <a:pt x="66892" y="300922"/>
                  </a:lnTo>
                  <a:lnTo>
                    <a:pt x="71196" y="304043"/>
                  </a:lnTo>
                  <a:lnTo>
                    <a:pt x="75598" y="307025"/>
                  </a:lnTo>
                  <a:lnTo>
                    <a:pt x="80091" y="309867"/>
                  </a:lnTo>
                  <a:lnTo>
                    <a:pt x="84673" y="312563"/>
                  </a:lnTo>
                  <a:lnTo>
                    <a:pt x="89339" y="315113"/>
                  </a:lnTo>
                  <a:lnTo>
                    <a:pt x="94083" y="317513"/>
                  </a:lnTo>
                  <a:lnTo>
                    <a:pt x="98901" y="319761"/>
                  </a:lnTo>
                  <a:lnTo>
                    <a:pt x="103788" y="321855"/>
                  </a:lnTo>
                  <a:lnTo>
                    <a:pt x="108739" y="323792"/>
                  </a:lnTo>
                  <a:lnTo>
                    <a:pt x="113749" y="325571"/>
                  </a:lnTo>
                  <a:lnTo>
                    <a:pt x="118814" y="327189"/>
                  </a:lnTo>
                  <a:lnTo>
                    <a:pt x="123927" y="328646"/>
                  </a:lnTo>
                  <a:lnTo>
                    <a:pt x="129084" y="329939"/>
                  </a:lnTo>
                  <a:lnTo>
                    <a:pt x="134279" y="331068"/>
                  </a:lnTo>
                  <a:lnTo>
                    <a:pt x="139508" y="332031"/>
                  </a:lnTo>
                  <a:lnTo>
                    <a:pt x="144765" y="332827"/>
                  </a:lnTo>
                  <a:lnTo>
                    <a:pt x="150044" y="333455"/>
                  </a:lnTo>
                  <a:lnTo>
                    <a:pt x="155341" y="333916"/>
                  </a:lnTo>
                  <a:lnTo>
                    <a:pt x="160650" y="334207"/>
                  </a:lnTo>
                  <a:lnTo>
                    <a:pt x="165965" y="334330"/>
                  </a:lnTo>
                  <a:lnTo>
                    <a:pt x="171281" y="334284"/>
                  </a:lnTo>
                  <a:lnTo>
                    <a:pt x="176594" y="334068"/>
                  </a:lnTo>
                  <a:lnTo>
                    <a:pt x="181896" y="333684"/>
                  </a:lnTo>
                  <a:lnTo>
                    <a:pt x="187184" y="333131"/>
                  </a:lnTo>
                  <a:lnTo>
                    <a:pt x="192452" y="332411"/>
                  </a:lnTo>
                  <a:lnTo>
                    <a:pt x="197694" y="331523"/>
                  </a:lnTo>
                  <a:lnTo>
                    <a:pt x="202905" y="330469"/>
                  </a:lnTo>
                  <a:lnTo>
                    <a:pt x="208080" y="329250"/>
                  </a:lnTo>
                  <a:lnTo>
                    <a:pt x="213214" y="327867"/>
                  </a:lnTo>
                  <a:lnTo>
                    <a:pt x="218301" y="326321"/>
                  </a:lnTo>
                  <a:lnTo>
                    <a:pt x="223336" y="324615"/>
                  </a:lnTo>
                  <a:lnTo>
                    <a:pt x="228314" y="322749"/>
                  </a:lnTo>
                  <a:lnTo>
                    <a:pt x="233231" y="320725"/>
                  </a:lnTo>
                  <a:lnTo>
                    <a:pt x="238081" y="318547"/>
                  </a:lnTo>
                  <a:lnTo>
                    <a:pt x="242859" y="316215"/>
                  </a:lnTo>
                  <a:lnTo>
                    <a:pt x="247560" y="313733"/>
                  </a:lnTo>
                  <a:lnTo>
                    <a:pt x="252181" y="311102"/>
                  </a:lnTo>
                  <a:lnTo>
                    <a:pt x="256715" y="308325"/>
                  </a:lnTo>
                  <a:lnTo>
                    <a:pt x="261158" y="305406"/>
                  </a:lnTo>
                  <a:lnTo>
                    <a:pt x="265507" y="302347"/>
                  </a:lnTo>
                  <a:lnTo>
                    <a:pt x="269756" y="299152"/>
                  </a:lnTo>
                  <a:lnTo>
                    <a:pt x="273901" y="295823"/>
                  </a:lnTo>
                  <a:lnTo>
                    <a:pt x="277939" y="292363"/>
                  </a:lnTo>
                  <a:lnTo>
                    <a:pt x="281864" y="288777"/>
                  </a:lnTo>
                  <a:lnTo>
                    <a:pt x="285673" y="285068"/>
                  </a:lnTo>
                  <a:lnTo>
                    <a:pt x="289363" y="281240"/>
                  </a:lnTo>
                  <a:lnTo>
                    <a:pt x="292928" y="277296"/>
                  </a:lnTo>
                  <a:lnTo>
                    <a:pt x="296367" y="273241"/>
                  </a:lnTo>
                  <a:lnTo>
                    <a:pt x="299675" y="269079"/>
                  </a:lnTo>
                  <a:lnTo>
                    <a:pt x="302849" y="264814"/>
                  </a:lnTo>
                  <a:lnTo>
                    <a:pt x="305885" y="260449"/>
                  </a:lnTo>
                  <a:lnTo>
                    <a:pt x="308781" y="255991"/>
                  </a:lnTo>
                  <a:lnTo>
                    <a:pt x="311534" y="251442"/>
                  </a:lnTo>
                  <a:lnTo>
                    <a:pt x="314141" y="246809"/>
                  </a:lnTo>
                  <a:lnTo>
                    <a:pt x="316600" y="242095"/>
                  </a:lnTo>
                  <a:lnTo>
                    <a:pt x="318907" y="237305"/>
                  </a:lnTo>
                  <a:lnTo>
                    <a:pt x="321060" y="232444"/>
                  </a:lnTo>
                  <a:lnTo>
                    <a:pt x="323058" y="227517"/>
                  </a:lnTo>
                  <a:lnTo>
                    <a:pt x="324899" y="222529"/>
                  </a:lnTo>
                  <a:lnTo>
                    <a:pt x="326580" y="217485"/>
                  </a:lnTo>
                  <a:lnTo>
                    <a:pt x="328099" y="212390"/>
                  </a:lnTo>
                  <a:lnTo>
                    <a:pt x="329456" y="207249"/>
                  </a:lnTo>
                  <a:lnTo>
                    <a:pt x="330648" y="202068"/>
                  </a:lnTo>
                  <a:lnTo>
                    <a:pt x="331675" y="196851"/>
                  </a:lnTo>
                  <a:lnTo>
                    <a:pt x="332536" y="191605"/>
                  </a:lnTo>
                  <a:lnTo>
                    <a:pt x="333230" y="186334"/>
                  </a:lnTo>
                  <a:lnTo>
                    <a:pt x="333755" y="181043"/>
                  </a:lnTo>
                  <a:lnTo>
                    <a:pt x="334112" y="175738"/>
                  </a:lnTo>
                  <a:lnTo>
                    <a:pt x="334300" y="170425"/>
                  </a:lnTo>
                  <a:lnTo>
                    <a:pt x="334320" y="165108"/>
                  </a:lnTo>
                  <a:lnTo>
                    <a:pt x="334170" y="159794"/>
                  </a:lnTo>
                  <a:lnTo>
                    <a:pt x="333851" y="154487"/>
                  </a:lnTo>
                  <a:lnTo>
                    <a:pt x="333363" y="149193"/>
                  </a:lnTo>
                  <a:lnTo>
                    <a:pt x="332707" y="143917"/>
                  </a:lnTo>
                  <a:lnTo>
                    <a:pt x="331884" y="138664"/>
                  </a:lnTo>
                  <a:lnTo>
                    <a:pt x="330895" y="133440"/>
                  </a:lnTo>
                  <a:lnTo>
                    <a:pt x="329739" y="128251"/>
                  </a:lnTo>
                  <a:lnTo>
                    <a:pt x="328419" y="123100"/>
                  </a:lnTo>
                  <a:lnTo>
                    <a:pt x="326937" y="117995"/>
                  </a:lnTo>
                  <a:lnTo>
                    <a:pt x="325292" y="112939"/>
                  </a:lnTo>
                  <a:lnTo>
                    <a:pt x="323488" y="107938"/>
                  </a:lnTo>
                  <a:lnTo>
                    <a:pt x="321525" y="102996"/>
                  </a:lnTo>
                  <a:lnTo>
                    <a:pt x="319406" y="98120"/>
                  </a:lnTo>
                  <a:lnTo>
                    <a:pt x="317134" y="93314"/>
                  </a:lnTo>
                  <a:lnTo>
                    <a:pt x="314709" y="88582"/>
                  </a:lnTo>
                  <a:lnTo>
                    <a:pt x="312136" y="83930"/>
                  </a:lnTo>
                  <a:lnTo>
                    <a:pt x="309415" y="79362"/>
                  </a:lnTo>
                  <a:lnTo>
                    <a:pt x="306551" y="74883"/>
                  </a:lnTo>
                  <a:lnTo>
                    <a:pt x="303546" y="70497"/>
                  </a:lnTo>
                  <a:lnTo>
                    <a:pt x="300403" y="66209"/>
                  </a:lnTo>
                  <a:lnTo>
                    <a:pt x="297125" y="62023"/>
                  </a:lnTo>
                  <a:lnTo>
                    <a:pt x="293716" y="57943"/>
                  </a:lnTo>
                  <a:lnTo>
                    <a:pt x="290178" y="53974"/>
                  </a:lnTo>
                  <a:lnTo>
                    <a:pt x="286516" y="50119"/>
                  </a:lnTo>
                  <a:lnTo>
                    <a:pt x="282734" y="46383"/>
                  </a:lnTo>
                  <a:lnTo>
                    <a:pt x="278834" y="42769"/>
                  </a:lnTo>
                  <a:lnTo>
                    <a:pt x="274822" y="39281"/>
                  </a:lnTo>
                  <a:lnTo>
                    <a:pt x="270701" y="35922"/>
                  </a:lnTo>
                  <a:lnTo>
                    <a:pt x="266475" y="32696"/>
                  </a:lnTo>
                  <a:lnTo>
                    <a:pt x="262148" y="29606"/>
                  </a:lnTo>
                  <a:lnTo>
                    <a:pt x="257726" y="26655"/>
                  </a:lnTo>
                  <a:lnTo>
                    <a:pt x="253212" y="23846"/>
                  </a:lnTo>
                  <a:lnTo>
                    <a:pt x="248610" y="21182"/>
                  </a:lnTo>
                  <a:lnTo>
                    <a:pt x="243927" y="18666"/>
                  </a:lnTo>
                  <a:lnTo>
                    <a:pt x="239166" y="16300"/>
                  </a:lnTo>
                  <a:lnTo>
                    <a:pt x="234332" y="14087"/>
                  </a:lnTo>
                  <a:lnTo>
                    <a:pt x="229430" y="12028"/>
                  </a:lnTo>
                  <a:lnTo>
                    <a:pt x="224465" y="10127"/>
                  </a:lnTo>
                  <a:lnTo>
                    <a:pt x="219442" y="8384"/>
                  </a:lnTo>
                  <a:lnTo>
                    <a:pt x="214366" y="6802"/>
                  </a:lnTo>
                  <a:lnTo>
                    <a:pt x="209242" y="5382"/>
                  </a:lnTo>
                  <a:lnTo>
                    <a:pt x="204076" y="4126"/>
                  </a:lnTo>
                  <a:lnTo>
                    <a:pt x="198873" y="3034"/>
                  </a:lnTo>
                  <a:lnTo>
                    <a:pt x="193637" y="2109"/>
                  </a:lnTo>
                  <a:lnTo>
                    <a:pt x="188375" y="1351"/>
                  </a:lnTo>
                  <a:lnTo>
                    <a:pt x="183091" y="760"/>
                  </a:lnTo>
                  <a:lnTo>
                    <a:pt x="177791" y="338"/>
                  </a:lnTo>
                  <a:lnTo>
                    <a:pt x="172481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1331" y="4961274"/>
              <a:ext cx="161509" cy="167167"/>
            </a:xfrm>
            <a:custGeom>
              <a:avLst/>
              <a:pathLst>
                <a:path w="161509" h="167167">
                  <a:moveTo>
                    <a:pt x="161509" y="0"/>
                  </a:moveTo>
                  <a:lnTo>
                    <a:pt x="156036" y="89"/>
                  </a:lnTo>
                  <a:lnTo>
                    <a:pt x="150568" y="358"/>
                  </a:lnTo>
                  <a:lnTo>
                    <a:pt x="145113" y="806"/>
                  </a:lnTo>
                  <a:lnTo>
                    <a:pt x="139674" y="1432"/>
                  </a:lnTo>
                  <a:lnTo>
                    <a:pt x="134260" y="2235"/>
                  </a:lnTo>
                  <a:lnTo>
                    <a:pt x="128874" y="3216"/>
                  </a:lnTo>
                  <a:lnTo>
                    <a:pt x="123524" y="4372"/>
                  </a:lnTo>
                  <a:lnTo>
                    <a:pt x="118214" y="5703"/>
                  </a:lnTo>
                  <a:lnTo>
                    <a:pt x="112951" y="7207"/>
                  </a:lnTo>
                  <a:lnTo>
                    <a:pt x="107740" y="8883"/>
                  </a:lnTo>
                  <a:lnTo>
                    <a:pt x="102586" y="10728"/>
                  </a:lnTo>
                  <a:lnTo>
                    <a:pt x="97496" y="12741"/>
                  </a:lnTo>
                  <a:lnTo>
                    <a:pt x="92474" y="14920"/>
                  </a:lnTo>
                  <a:lnTo>
                    <a:pt x="87526" y="17262"/>
                  </a:lnTo>
                  <a:lnTo>
                    <a:pt x="82658" y="19764"/>
                  </a:lnTo>
                  <a:lnTo>
                    <a:pt x="77874" y="22425"/>
                  </a:lnTo>
                  <a:lnTo>
                    <a:pt x="73180" y="25241"/>
                  </a:lnTo>
                  <a:lnTo>
                    <a:pt x="68581" y="28209"/>
                  </a:lnTo>
                  <a:lnTo>
                    <a:pt x="64081" y="31326"/>
                  </a:lnTo>
                  <a:lnTo>
                    <a:pt x="59685" y="34589"/>
                  </a:lnTo>
                  <a:lnTo>
                    <a:pt x="55399" y="37994"/>
                  </a:lnTo>
                  <a:lnTo>
                    <a:pt x="51227" y="41537"/>
                  </a:lnTo>
                  <a:lnTo>
                    <a:pt x="47173" y="45215"/>
                  </a:lnTo>
                  <a:lnTo>
                    <a:pt x="43241" y="49024"/>
                  </a:lnTo>
                  <a:lnTo>
                    <a:pt x="39437" y="52959"/>
                  </a:lnTo>
                  <a:lnTo>
                    <a:pt x="35763" y="57017"/>
                  </a:lnTo>
                  <a:lnTo>
                    <a:pt x="32224" y="61194"/>
                  </a:lnTo>
                  <a:lnTo>
                    <a:pt x="28823" y="65483"/>
                  </a:lnTo>
                  <a:lnTo>
                    <a:pt x="25565" y="69882"/>
                  </a:lnTo>
                  <a:lnTo>
                    <a:pt x="22453" y="74385"/>
                  </a:lnTo>
                  <a:lnTo>
                    <a:pt x="19490" y="78988"/>
                  </a:lnTo>
                  <a:lnTo>
                    <a:pt x="16679" y="83685"/>
                  </a:lnTo>
                  <a:lnTo>
                    <a:pt x="14023" y="88471"/>
                  </a:lnTo>
                  <a:lnTo>
                    <a:pt x="11526" y="93342"/>
                  </a:lnTo>
                  <a:lnTo>
                    <a:pt x="9189" y="98293"/>
                  </a:lnTo>
                  <a:lnTo>
                    <a:pt x="7016" y="103317"/>
                  </a:lnTo>
                  <a:lnTo>
                    <a:pt x="5008" y="108409"/>
                  </a:lnTo>
                  <a:lnTo>
                    <a:pt x="3168" y="113565"/>
                  </a:lnTo>
                  <a:lnTo>
                    <a:pt x="1498" y="118778"/>
                  </a:lnTo>
                  <a:lnTo>
                    <a:pt x="0" y="124042"/>
                  </a:lnTo>
                  <a:lnTo>
                    <a:pt x="1615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1331" y="5085317"/>
              <a:ext cx="161509" cy="43124"/>
            </a:xfrm>
            <a:custGeom>
              <a:avLst/>
              <a:pathLst>
                <a:path w="161509" h="43124">
                  <a:moveTo>
                    <a:pt x="0" y="0"/>
                  </a:moveTo>
                  <a:lnTo>
                    <a:pt x="161509" y="43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1331" y="5085317"/>
              <a:ext cx="161509" cy="43124"/>
            </a:xfrm>
            <a:custGeom>
              <a:avLst/>
              <a:pathLst>
                <a:path w="161509" h="43124">
                  <a:moveTo>
                    <a:pt x="0" y="0"/>
                  </a:moveTo>
                  <a:lnTo>
                    <a:pt x="161509" y="43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1331" y="5085317"/>
              <a:ext cx="161509" cy="43124"/>
            </a:xfrm>
            <a:custGeom>
              <a:avLst/>
              <a:pathLst>
                <a:path w="161509" h="43124">
                  <a:moveTo>
                    <a:pt x="0" y="0"/>
                  </a:moveTo>
                  <a:lnTo>
                    <a:pt x="161509" y="43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97" y="5085317"/>
              <a:ext cx="167143" cy="97236"/>
            </a:xfrm>
            <a:custGeom>
              <a:avLst/>
              <a:pathLst>
                <a:path w="167143" h="97236">
                  <a:moveTo>
                    <a:pt x="5634" y="0"/>
                  </a:moveTo>
                  <a:lnTo>
                    <a:pt x="4233" y="5635"/>
                  </a:lnTo>
                  <a:lnTo>
                    <a:pt x="3029" y="11316"/>
                  </a:lnTo>
                  <a:lnTo>
                    <a:pt x="2024" y="17035"/>
                  </a:lnTo>
                  <a:lnTo>
                    <a:pt x="1217" y="22785"/>
                  </a:lnTo>
                  <a:lnTo>
                    <a:pt x="611" y="28561"/>
                  </a:lnTo>
                  <a:lnTo>
                    <a:pt x="206" y="34353"/>
                  </a:lnTo>
                  <a:lnTo>
                    <a:pt x="2" y="40157"/>
                  </a:lnTo>
                  <a:lnTo>
                    <a:pt x="0" y="45964"/>
                  </a:lnTo>
                  <a:lnTo>
                    <a:pt x="199" y="51767"/>
                  </a:lnTo>
                  <a:lnTo>
                    <a:pt x="600" y="57560"/>
                  </a:lnTo>
                  <a:lnTo>
                    <a:pt x="1202" y="63336"/>
                  </a:lnTo>
                  <a:lnTo>
                    <a:pt x="2004" y="69087"/>
                  </a:lnTo>
                  <a:lnTo>
                    <a:pt x="3005" y="74807"/>
                  </a:lnTo>
                  <a:lnTo>
                    <a:pt x="4205" y="80488"/>
                  </a:lnTo>
                  <a:lnTo>
                    <a:pt x="5601" y="86125"/>
                  </a:lnTo>
                  <a:lnTo>
                    <a:pt x="7192" y="91710"/>
                  </a:lnTo>
                  <a:lnTo>
                    <a:pt x="8976" y="97236"/>
                  </a:lnTo>
                  <a:lnTo>
                    <a:pt x="167143" y="43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24673" y="4961274"/>
              <a:ext cx="325316" cy="334334"/>
            </a:xfrm>
            <a:custGeom>
              <a:avLst/>
              <a:pathLst>
                <a:path w="325316" h="334334">
                  <a:moveTo>
                    <a:pt x="0" y="221279"/>
                  </a:moveTo>
                  <a:lnTo>
                    <a:pt x="1798" y="226274"/>
                  </a:lnTo>
                  <a:lnTo>
                    <a:pt x="3753" y="231209"/>
                  </a:lnTo>
                  <a:lnTo>
                    <a:pt x="5865" y="236080"/>
                  </a:lnTo>
                  <a:lnTo>
                    <a:pt x="8130" y="240882"/>
                  </a:lnTo>
                  <a:lnTo>
                    <a:pt x="10546" y="245609"/>
                  </a:lnTo>
                  <a:lnTo>
                    <a:pt x="13111" y="250257"/>
                  </a:lnTo>
                  <a:lnTo>
                    <a:pt x="15823" y="254821"/>
                  </a:lnTo>
                  <a:lnTo>
                    <a:pt x="18678" y="259297"/>
                  </a:lnTo>
                  <a:lnTo>
                    <a:pt x="21674" y="263679"/>
                  </a:lnTo>
                  <a:lnTo>
                    <a:pt x="24807" y="267965"/>
                  </a:lnTo>
                  <a:lnTo>
                    <a:pt x="28075" y="272149"/>
                  </a:lnTo>
                  <a:lnTo>
                    <a:pt x="31474" y="276227"/>
                  </a:lnTo>
                  <a:lnTo>
                    <a:pt x="35001" y="280195"/>
                  </a:lnTo>
                  <a:lnTo>
                    <a:pt x="38653" y="284049"/>
                  </a:lnTo>
                  <a:lnTo>
                    <a:pt x="42424" y="287785"/>
                  </a:lnTo>
                  <a:lnTo>
                    <a:pt x="46313" y="291399"/>
                  </a:lnTo>
                  <a:lnTo>
                    <a:pt x="50314" y="294888"/>
                  </a:lnTo>
                  <a:lnTo>
                    <a:pt x="54424" y="298249"/>
                  </a:lnTo>
                  <a:lnTo>
                    <a:pt x="58639" y="301477"/>
                  </a:lnTo>
                  <a:lnTo>
                    <a:pt x="62954" y="304569"/>
                  </a:lnTo>
                  <a:lnTo>
                    <a:pt x="67365" y="307523"/>
                  </a:lnTo>
                  <a:lnTo>
                    <a:pt x="71867" y="310336"/>
                  </a:lnTo>
                  <a:lnTo>
                    <a:pt x="76457" y="313004"/>
                  </a:lnTo>
                  <a:lnTo>
                    <a:pt x="81129" y="315525"/>
                  </a:lnTo>
                  <a:lnTo>
                    <a:pt x="85879" y="317897"/>
                  </a:lnTo>
                  <a:lnTo>
                    <a:pt x="90701" y="320116"/>
                  </a:lnTo>
                  <a:lnTo>
                    <a:pt x="95592" y="322181"/>
                  </a:lnTo>
                  <a:lnTo>
                    <a:pt x="100546" y="324090"/>
                  </a:lnTo>
                  <a:lnTo>
                    <a:pt x="105558" y="325840"/>
                  </a:lnTo>
                  <a:lnTo>
                    <a:pt x="110623" y="327431"/>
                  </a:lnTo>
                  <a:lnTo>
                    <a:pt x="115736" y="328860"/>
                  </a:lnTo>
                  <a:lnTo>
                    <a:pt x="120892" y="330126"/>
                  </a:lnTo>
                  <a:lnTo>
                    <a:pt x="126085" y="331227"/>
                  </a:lnTo>
                  <a:lnTo>
                    <a:pt x="131311" y="332163"/>
                  </a:lnTo>
                  <a:lnTo>
                    <a:pt x="136564" y="332933"/>
                  </a:lnTo>
                  <a:lnTo>
                    <a:pt x="141838" y="333535"/>
                  </a:lnTo>
                  <a:lnTo>
                    <a:pt x="147129" y="333970"/>
                  </a:lnTo>
                  <a:lnTo>
                    <a:pt x="152431" y="334236"/>
                  </a:lnTo>
                  <a:lnTo>
                    <a:pt x="157739" y="334334"/>
                  </a:lnTo>
                  <a:lnTo>
                    <a:pt x="163048" y="334263"/>
                  </a:lnTo>
                  <a:lnTo>
                    <a:pt x="168351" y="334024"/>
                  </a:lnTo>
                  <a:lnTo>
                    <a:pt x="173644" y="333616"/>
                  </a:lnTo>
                  <a:lnTo>
                    <a:pt x="178922" y="333041"/>
                  </a:lnTo>
                  <a:lnTo>
                    <a:pt x="184179" y="332298"/>
                  </a:lnTo>
                  <a:lnTo>
                    <a:pt x="189409" y="331389"/>
                  </a:lnTo>
                  <a:lnTo>
                    <a:pt x="194608" y="330314"/>
                  </a:lnTo>
                  <a:lnTo>
                    <a:pt x="199770" y="329075"/>
                  </a:lnTo>
                  <a:lnTo>
                    <a:pt x="204890" y="327672"/>
                  </a:lnTo>
                  <a:lnTo>
                    <a:pt x="209963" y="326107"/>
                  </a:lnTo>
                  <a:lnTo>
                    <a:pt x="214984" y="324382"/>
                  </a:lnTo>
                  <a:lnTo>
                    <a:pt x="219948" y="322499"/>
                  </a:lnTo>
                  <a:lnTo>
                    <a:pt x="224849" y="320459"/>
                  </a:lnTo>
                  <a:lnTo>
                    <a:pt x="229683" y="318264"/>
                  </a:lnTo>
                  <a:lnTo>
                    <a:pt x="234445" y="315917"/>
                  </a:lnTo>
                  <a:lnTo>
                    <a:pt x="239130" y="313420"/>
                  </a:lnTo>
                  <a:lnTo>
                    <a:pt x="243733" y="310775"/>
                  </a:lnTo>
                  <a:lnTo>
                    <a:pt x="248250" y="307986"/>
                  </a:lnTo>
                  <a:lnTo>
                    <a:pt x="252676" y="305054"/>
                  </a:lnTo>
                  <a:lnTo>
                    <a:pt x="257007" y="301984"/>
                  </a:lnTo>
                  <a:lnTo>
                    <a:pt x="261238" y="298777"/>
                  </a:lnTo>
                  <a:lnTo>
                    <a:pt x="265365" y="295438"/>
                  </a:lnTo>
                  <a:lnTo>
                    <a:pt x="269384" y="291969"/>
                  </a:lnTo>
                  <a:lnTo>
                    <a:pt x="273291" y="288375"/>
                  </a:lnTo>
                  <a:lnTo>
                    <a:pt x="277082" y="284658"/>
                  </a:lnTo>
                  <a:lnTo>
                    <a:pt x="280752" y="280823"/>
                  </a:lnTo>
                  <a:lnTo>
                    <a:pt x="284300" y="276873"/>
                  </a:lnTo>
                  <a:lnTo>
                    <a:pt x="287720" y="272813"/>
                  </a:lnTo>
                  <a:lnTo>
                    <a:pt x="291009" y="268645"/>
                  </a:lnTo>
                  <a:lnTo>
                    <a:pt x="294164" y="264376"/>
                  </a:lnTo>
                  <a:lnTo>
                    <a:pt x="297182" y="260009"/>
                  </a:lnTo>
                  <a:lnTo>
                    <a:pt x="300060" y="255548"/>
                  </a:lnTo>
                  <a:lnTo>
                    <a:pt x="302795" y="250997"/>
                  </a:lnTo>
                  <a:lnTo>
                    <a:pt x="305384" y="246363"/>
                  </a:lnTo>
                  <a:lnTo>
                    <a:pt x="307825" y="241648"/>
                  </a:lnTo>
                  <a:lnTo>
                    <a:pt x="310114" y="236858"/>
                  </a:lnTo>
                  <a:lnTo>
                    <a:pt x="312251" y="231998"/>
                  </a:lnTo>
                  <a:lnTo>
                    <a:pt x="314232" y="227073"/>
                  </a:lnTo>
                  <a:lnTo>
                    <a:pt x="316055" y="222087"/>
                  </a:lnTo>
                  <a:lnTo>
                    <a:pt x="317719" y="217046"/>
                  </a:lnTo>
                  <a:lnTo>
                    <a:pt x="319223" y="211954"/>
                  </a:lnTo>
                  <a:lnTo>
                    <a:pt x="320564" y="206817"/>
                  </a:lnTo>
                  <a:lnTo>
                    <a:pt x="321741" y="201641"/>
                  </a:lnTo>
                  <a:lnTo>
                    <a:pt x="322753" y="196429"/>
                  </a:lnTo>
                  <a:lnTo>
                    <a:pt x="323599" y="191188"/>
                  </a:lnTo>
                  <a:lnTo>
                    <a:pt x="324279" y="185923"/>
                  </a:lnTo>
                  <a:lnTo>
                    <a:pt x="324790" y="180639"/>
                  </a:lnTo>
                  <a:lnTo>
                    <a:pt x="325134" y="175341"/>
                  </a:lnTo>
                  <a:lnTo>
                    <a:pt x="325310" y="170035"/>
                  </a:lnTo>
                  <a:lnTo>
                    <a:pt x="325316" y="164726"/>
                  </a:lnTo>
                  <a:lnTo>
                    <a:pt x="325155" y="159420"/>
                  </a:lnTo>
                  <a:lnTo>
                    <a:pt x="324824" y="154121"/>
                  </a:lnTo>
                  <a:lnTo>
                    <a:pt x="324326" y="148836"/>
                  </a:lnTo>
                  <a:lnTo>
                    <a:pt x="323660" y="143569"/>
                  </a:lnTo>
                  <a:lnTo>
                    <a:pt x="322827" y="138326"/>
                  </a:lnTo>
                  <a:lnTo>
                    <a:pt x="321829" y="133112"/>
                  </a:lnTo>
                  <a:lnTo>
                    <a:pt x="320665" y="127932"/>
                  </a:lnTo>
                  <a:lnTo>
                    <a:pt x="319337" y="122792"/>
                  </a:lnTo>
                  <a:lnTo>
                    <a:pt x="317846" y="117696"/>
                  </a:lnTo>
                  <a:lnTo>
                    <a:pt x="316195" y="112651"/>
                  </a:lnTo>
                  <a:lnTo>
                    <a:pt x="314384" y="107660"/>
                  </a:lnTo>
                  <a:lnTo>
                    <a:pt x="312416" y="102730"/>
                  </a:lnTo>
                  <a:lnTo>
                    <a:pt x="310292" y="97864"/>
                  </a:lnTo>
                  <a:lnTo>
                    <a:pt x="308015" y="93069"/>
                  </a:lnTo>
                  <a:lnTo>
                    <a:pt x="305586" y="88348"/>
                  </a:lnTo>
                  <a:lnTo>
                    <a:pt x="303009" y="83707"/>
                  </a:lnTo>
                  <a:lnTo>
                    <a:pt x="300286" y="79149"/>
                  </a:lnTo>
                  <a:lnTo>
                    <a:pt x="297419" y="74681"/>
                  </a:lnTo>
                  <a:lnTo>
                    <a:pt x="294412" y="70306"/>
                  </a:lnTo>
                  <a:lnTo>
                    <a:pt x="291268" y="66028"/>
                  </a:lnTo>
                  <a:lnTo>
                    <a:pt x="287989" y="61853"/>
                  </a:lnTo>
                  <a:lnTo>
                    <a:pt x="284580" y="57784"/>
                  </a:lnTo>
                  <a:lnTo>
                    <a:pt x="281043" y="53825"/>
                  </a:lnTo>
                  <a:lnTo>
                    <a:pt x="277382" y="49980"/>
                  </a:lnTo>
                  <a:lnTo>
                    <a:pt x="273600" y="46254"/>
                  </a:lnTo>
                  <a:lnTo>
                    <a:pt x="269703" y="42649"/>
                  </a:lnTo>
                  <a:lnTo>
                    <a:pt x="265693" y="39170"/>
                  </a:lnTo>
                  <a:lnTo>
                    <a:pt x="261574" y="35821"/>
                  </a:lnTo>
                  <a:lnTo>
                    <a:pt x="257351" y="32603"/>
                  </a:lnTo>
                  <a:lnTo>
                    <a:pt x="253028" y="29522"/>
                  </a:lnTo>
                  <a:lnTo>
                    <a:pt x="248610" y="26579"/>
                  </a:lnTo>
                  <a:lnTo>
                    <a:pt x="244100" y="23778"/>
                  </a:lnTo>
                  <a:lnTo>
                    <a:pt x="239503" y="21121"/>
                  </a:lnTo>
                  <a:lnTo>
                    <a:pt x="234825" y="18612"/>
                  </a:lnTo>
                  <a:lnTo>
                    <a:pt x="230069" y="16253"/>
                  </a:lnTo>
                  <a:lnTo>
                    <a:pt x="225241" y="14046"/>
                  </a:lnTo>
                  <a:lnTo>
                    <a:pt x="220345" y="11993"/>
                  </a:lnTo>
                  <a:lnTo>
                    <a:pt x="215386" y="10097"/>
                  </a:lnTo>
                  <a:lnTo>
                    <a:pt x="210370" y="8359"/>
                  </a:lnTo>
                  <a:lnTo>
                    <a:pt x="205301" y="6782"/>
                  </a:lnTo>
                  <a:lnTo>
                    <a:pt x="200184" y="5366"/>
                  </a:lnTo>
                  <a:lnTo>
                    <a:pt x="195025" y="4114"/>
                  </a:lnTo>
                  <a:lnTo>
                    <a:pt x="189829" y="3025"/>
                  </a:lnTo>
                  <a:lnTo>
                    <a:pt x="184601" y="2103"/>
                  </a:lnTo>
                  <a:lnTo>
                    <a:pt x="179346" y="1347"/>
                  </a:lnTo>
                  <a:lnTo>
                    <a:pt x="174070" y="758"/>
                  </a:lnTo>
                  <a:lnTo>
                    <a:pt x="168778" y="337"/>
                  </a:lnTo>
                  <a:lnTo>
                    <a:pt x="163475" y="84"/>
                  </a:lnTo>
                  <a:lnTo>
                    <a:pt x="158167" y="0"/>
                  </a:lnTo>
                  <a:lnTo>
                    <a:pt x="158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293381" y="4605529"/>
              <a:ext cx="167165" cy="332744"/>
            </a:xfrm>
            <a:custGeom>
              <a:avLst/>
              <a:pathLst>
                <a:path w="167165" h="332744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7" y="1363"/>
                  </a:lnTo>
                  <a:lnTo>
                    <a:pt x="140571" y="2128"/>
                  </a:lnTo>
                  <a:lnTo>
                    <a:pt x="135312" y="3062"/>
                  </a:lnTo>
                  <a:lnTo>
                    <a:pt x="130086" y="4164"/>
                  </a:lnTo>
                  <a:lnTo>
                    <a:pt x="124897" y="5431"/>
                  </a:lnTo>
                  <a:lnTo>
                    <a:pt x="119752" y="6864"/>
                  </a:lnTo>
                  <a:lnTo>
                    <a:pt x="114655" y="8461"/>
                  </a:lnTo>
                  <a:lnTo>
                    <a:pt x="109611" y="10219"/>
                  </a:lnTo>
                  <a:lnTo>
                    <a:pt x="104627" y="12138"/>
                  </a:lnTo>
                  <a:lnTo>
                    <a:pt x="99706" y="14215"/>
                  </a:lnTo>
                  <a:lnTo>
                    <a:pt x="94854" y="16448"/>
                  </a:lnTo>
                  <a:lnTo>
                    <a:pt x="90076" y="18835"/>
                  </a:lnTo>
                  <a:lnTo>
                    <a:pt x="85376" y="21374"/>
                  </a:lnTo>
                  <a:lnTo>
                    <a:pt x="80760" y="24061"/>
                  </a:lnTo>
                  <a:lnTo>
                    <a:pt x="76233" y="26895"/>
                  </a:lnTo>
                  <a:lnTo>
                    <a:pt x="71798" y="29871"/>
                  </a:lnTo>
                  <a:lnTo>
                    <a:pt x="67460" y="32988"/>
                  </a:lnTo>
                  <a:lnTo>
                    <a:pt x="63224" y="36242"/>
                  </a:lnTo>
                  <a:lnTo>
                    <a:pt x="59095" y="39629"/>
                  </a:lnTo>
                  <a:lnTo>
                    <a:pt x="55075" y="43147"/>
                  </a:lnTo>
                  <a:lnTo>
                    <a:pt x="51171" y="46791"/>
                  </a:lnTo>
                  <a:lnTo>
                    <a:pt x="47384" y="50558"/>
                  </a:lnTo>
                  <a:lnTo>
                    <a:pt x="43720" y="54445"/>
                  </a:lnTo>
                  <a:lnTo>
                    <a:pt x="40182" y="58446"/>
                  </a:lnTo>
                  <a:lnTo>
                    <a:pt x="36773" y="62558"/>
                  </a:lnTo>
                  <a:lnTo>
                    <a:pt x="33498" y="66777"/>
                  </a:lnTo>
                  <a:lnTo>
                    <a:pt x="30359" y="71099"/>
                  </a:lnTo>
                  <a:lnTo>
                    <a:pt x="27360" y="75518"/>
                  </a:lnTo>
                  <a:lnTo>
                    <a:pt x="24503" y="80031"/>
                  </a:lnTo>
                  <a:lnTo>
                    <a:pt x="21792" y="84633"/>
                  </a:lnTo>
                  <a:lnTo>
                    <a:pt x="19230" y="89320"/>
                  </a:lnTo>
                  <a:lnTo>
                    <a:pt x="16818" y="94086"/>
                  </a:lnTo>
                  <a:lnTo>
                    <a:pt x="14560" y="98926"/>
                  </a:lnTo>
                  <a:lnTo>
                    <a:pt x="12458" y="103836"/>
                  </a:lnTo>
                  <a:lnTo>
                    <a:pt x="10514" y="108811"/>
                  </a:lnTo>
                  <a:lnTo>
                    <a:pt x="8729" y="113845"/>
                  </a:lnTo>
                  <a:lnTo>
                    <a:pt x="7107" y="118934"/>
                  </a:lnTo>
                  <a:lnTo>
                    <a:pt x="5648" y="124072"/>
                  </a:lnTo>
                  <a:lnTo>
                    <a:pt x="4353" y="129254"/>
                  </a:lnTo>
                  <a:lnTo>
                    <a:pt x="3225" y="134475"/>
                  </a:lnTo>
                  <a:lnTo>
                    <a:pt x="2264" y="139729"/>
                  </a:lnTo>
                  <a:lnTo>
                    <a:pt x="1472" y="145011"/>
                  </a:lnTo>
                  <a:lnTo>
                    <a:pt x="849" y="150316"/>
                  </a:lnTo>
                  <a:lnTo>
                    <a:pt x="395" y="155638"/>
                  </a:lnTo>
                  <a:lnTo>
                    <a:pt x="112" y="160972"/>
                  </a:lnTo>
                  <a:lnTo>
                    <a:pt x="0" y="166312"/>
                  </a:lnTo>
                  <a:lnTo>
                    <a:pt x="58" y="171652"/>
                  </a:lnTo>
                  <a:lnTo>
                    <a:pt x="286" y="176989"/>
                  </a:lnTo>
                  <a:lnTo>
                    <a:pt x="685" y="182315"/>
                  </a:lnTo>
                  <a:lnTo>
                    <a:pt x="1254" y="187626"/>
                  </a:lnTo>
                  <a:lnTo>
                    <a:pt x="1992" y="192916"/>
                  </a:lnTo>
                  <a:lnTo>
                    <a:pt x="2899" y="198180"/>
                  </a:lnTo>
                  <a:lnTo>
                    <a:pt x="3974" y="203412"/>
                  </a:lnTo>
                  <a:lnTo>
                    <a:pt x="5215" y="208606"/>
                  </a:lnTo>
                  <a:lnTo>
                    <a:pt x="6622" y="213759"/>
                  </a:lnTo>
                  <a:lnTo>
                    <a:pt x="8192" y="218864"/>
                  </a:lnTo>
                  <a:lnTo>
                    <a:pt x="9925" y="223917"/>
                  </a:lnTo>
                  <a:lnTo>
                    <a:pt x="11818" y="228911"/>
                  </a:lnTo>
                  <a:lnTo>
                    <a:pt x="13870" y="233842"/>
                  </a:lnTo>
                  <a:lnTo>
                    <a:pt x="16078" y="238706"/>
                  </a:lnTo>
                  <a:lnTo>
                    <a:pt x="18441" y="243496"/>
                  </a:lnTo>
                  <a:lnTo>
                    <a:pt x="20955" y="248208"/>
                  </a:lnTo>
                  <a:lnTo>
                    <a:pt x="23619" y="252838"/>
                  </a:lnTo>
                  <a:lnTo>
                    <a:pt x="26429" y="257380"/>
                  </a:lnTo>
                  <a:lnTo>
                    <a:pt x="29383" y="261830"/>
                  </a:lnTo>
                  <a:lnTo>
                    <a:pt x="32478" y="266184"/>
                  </a:lnTo>
                  <a:lnTo>
                    <a:pt x="35710" y="270436"/>
                  </a:lnTo>
                  <a:lnTo>
                    <a:pt x="39076" y="274583"/>
                  </a:lnTo>
                  <a:lnTo>
                    <a:pt x="42573" y="278620"/>
                  </a:lnTo>
                  <a:lnTo>
                    <a:pt x="46197" y="282544"/>
                  </a:lnTo>
                  <a:lnTo>
                    <a:pt x="49945" y="286349"/>
                  </a:lnTo>
                  <a:lnTo>
                    <a:pt x="53812" y="290033"/>
                  </a:lnTo>
                  <a:lnTo>
                    <a:pt x="57795" y="293592"/>
                  </a:lnTo>
                  <a:lnTo>
                    <a:pt x="61890" y="297021"/>
                  </a:lnTo>
                  <a:lnTo>
                    <a:pt x="66092" y="300318"/>
                  </a:lnTo>
                  <a:lnTo>
                    <a:pt x="70398" y="303479"/>
                  </a:lnTo>
                  <a:lnTo>
                    <a:pt x="74802" y="306501"/>
                  </a:lnTo>
                  <a:lnTo>
                    <a:pt x="79300" y="309381"/>
                  </a:lnTo>
                  <a:lnTo>
                    <a:pt x="83889" y="312115"/>
                  </a:lnTo>
                  <a:lnTo>
                    <a:pt x="88562" y="314702"/>
                  </a:lnTo>
                  <a:lnTo>
                    <a:pt x="93315" y="317138"/>
                  </a:lnTo>
                  <a:lnTo>
                    <a:pt x="98144" y="319420"/>
                  </a:lnTo>
                  <a:lnTo>
                    <a:pt x="103043" y="321548"/>
                  </a:lnTo>
                  <a:lnTo>
                    <a:pt x="108008" y="323517"/>
                  </a:lnTo>
                  <a:lnTo>
                    <a:pt x="113033" y="325327"/>
                  </a:lnTo>
                  <a:lnTo>
                    <a:pt x="118114" y="326976"/>
                  </a:lnTo>
                  <a:lnTo>
                    <a:pt x="123244" y="328461"/>
                  </a:lnTo>
                  <a:lnTo>
                    <a:pt x="128419" y="329782"/>
                  </a:lnTo>
                  <a:lnTo>
                    <a:pt x="133634" y="330937"/>
                  </a:lnTo>
                  <a:lnTo>
                    <a:pt x="138883" y="331925"/>
                  </a:lnTo>
                  <a:lnTo>
                    <a:pt x="144161" y="33274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37543" y="4772696"/>
              <a:ext cx="23003" cy="165577"/>
            </a:xfrm>
            <a:custGeom>
              <a:avLst/>
              <a:pathLst>
                <a:path w="23003" h="165577">
                  <a:moveTo>
                    <a:pt x="0" y="165577"/>
                  </a:moveTo>
                  <a:lnTo>
                    <a:pt x="230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37543" y="4772696"/>
              <a:ext cx="23003" cy="165577"/>
            </a:xfrm>
            <a:custGeom>
              <a:avLst/>
              <a:pathLst>
                <a:path w="23003" h="165577">
                  <a:moveTo>
                    <a:pt x="0" y="165577"/>
                  </a:moveTo>
                  <a:lnTo>
                    <a:pt x="230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37543" y="4772696"/>
              <a:ext cx="130156" cy="167165"/>
            </a:xfrm>
            <a:custGeom>
              <a:avLst/>
              <a:pathLst>
                <a:path w="130156" h="167165">
                  <a:moveTo>
                    <a:pt x="0" y="165577"/>
                  </a:moveTo>
                  <a:lnTo>
                    <a:pt x="5534" y="166252"/>
                  </a:lnTo>
                  <a:lnTo>
                    <a:pt x="11088" y="166742"/>
                  </a:lnTo>
                  <a:lnTo>
                    <a:pt x="16655" y="167046"/>
                  </a:lnTo>
                  <a:lnTo>
                    <a:pt x="22229" y="167165"/>
                  </a:lnTo>
                  <a:lnTo>
                    <a:pt x="27804" y="167098"/>
                  </a:lnTo>
                  <a:lnTo>
                    <a:pt x="33373" y="166845"/>
                  </a:lnTo>
                  <a:lnTo>
                    <a:pt x="38931" y="166406"/>
                  </a:lnTo>
                  <a:lnTo>
                    <a:pt x="44472" y="165783"/>
                  </a:lnTo>
                  <a:lnTo>
                    <a:pt x="49988" y="164974"/>
                  </a:lnTo>
                  <a:lnTo>
                    <a:pt x="55475" y="163983"/>
                  </a:lnTo>
                  <a:lnTo>
                    <a:pt x="60925" y="162809"/>
                  </a:lnTo>
                  <a:lnTo>
                    <a:pt x="66333" y="161454"/>
                  </a:lnTo>
                  <a:lnTo>
                    <a:pt x="71693" y="159919"/>
                  </a:lnTo>
                  <a:lnTo>
                    <a:pt x="76999" y="158206"/>
                  </a:lnTo>
                  <a:lnTo>
                    <a:pt x="82245" y="156318"/>
                  </a:lnTo>
                  <a:lnTo>
                    <a:pt x="87425" y="154255"/>
                  </a:lnTo>
                  <a:lnTo>
                    <a:pt x="92533" y="152021"/>
                  </a:lnTo>
                  <a:lnTo>
                    <a:pt x="97564" y="149618"/>
                  </a:lnTo>
                  <a:lnTo>
                    <a:pt x="102511" y="147048"/>
                  </a:lnTo>
                  <a:lnTo>
                    <a:pt x="107371" y="144315"/>
                  </a:lnTo>
                  <a:lnTo>
                    <a:pt x="112137" y="141421"/>
                  </a:lnTo>
                  <a:lnTo>
                    <a:pt x="116803" y="138370"/>
                  </a:lnTo>
                  <a:lnTo>
                    <a:pt x="121365" y="135165"/>
                  </a:lnTo>
                  <a:lnTo>
                    <a:pt x="125818" y="131810"/>
                  </a:lnTo>
                  <a:lnTo>
                    <a:pt x="130156" y="128308"/>
                  </a:lnTo>
                  <a:lnTo>
                    <a:pt x="2300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67164" cy="295476"/>
            </a:xfrm>
            <a:custGeom>
              <a:avLst/>
              <a:pathLst>
                <a:path w="167164" h="295476">
                  <a:moveTo>
                    <a:pt x="107153" y="295476"/>
                  </a:moveTo>
                  <a:lnTo>
                    <a:pt x="111226" y="291961"/>
                  </a:lnTo>
                  <a:lnTo>
                    <a:pt x="115184" y="288318"/>
                  </a:lnTo>
                  <a:lnTo>
                    <a:pt x="119022" y="284549"/>
                  </a:lnTo>
                  <a:lnTo>
                    <a:pt x="122737" y="280659"/>
                  </a:lnTo>
                  <a:lnTo>
                    <a:pt x="126326" y="276651"/>
                  </a:lnTo>
                  <a:lnTo>
                    <a:pt x="129783" y="272529"/>
                  </a:lnTo>
                  <a:lnTo>
                    <a:pt x="133106" y="268299"/>
                  </a:lnTo>
                  <a:lnTo>
                    <a:pt x="136291" y="263964"/>
                  </a:lnTo>
                  <a:lnTo>
                    <a:pt x="139335" y="259528"/>
                  </a:lnTo>
                  <a:lnTo>
                    <a:pt x="142235" y="254997"/>
                  </a:lnTo>
                  <a:lnTo>
                    <a:pt x="144987" y="250375"/>
                  </a:lnTo>
                  <a:lnTo>
                    <a:pt x="147589" y="245667"/>
                  </a:lnTo>
                  <a:lnTo>
                    <a:pt x="150039" y="240877"/>
                  </a:lnTo>
                  <a:lnTo>
                    <a:pt x="152333" y="236011"/>
                  </a:lnTo>
                  <a:lnTo>
                    <a:pt x="154469" y="231074"/>
                  </a:lnTo>
                  <a:lnTo>
                    <a:pt x="156445" y="226071"/>
                  </a:lnTo>
                  <a:lnTo>
                    <a:pt x="158259" y="221007"/>
                  </a:lnTo>
                  <a:lnTo>
                    <a:pt x="159910" y="215887"/>
                  </a:lnTo>
                  <a:lnTo>
                    <a:pt x="161395" y="210716"/>
                  </a:lnTo>
                  <a:lnTo>
                    <a:pt x="162712" y="205501"/>
                  </a:lnTo>
                  <a:lnTo>
                    <a:pt x="163862" y="200245"/>
                  </a:lnTo>
                  <a:lnTo>
                    <a:pt x="164841" y="194956"/>
                  </a:lnTo>
                  <a:lnTo>
                    <a:pt x="165650" y="189637"/>
                  </a:lnTo>
                  <a:lnTo>
                    <a:pt x="166287" y="184296"/>
                  </a:lnTo>
                  <a:lnTo>
                    <a:pt x="166752" y="178936"/>
                  </a:lnTo>
                  <a:lnTo>
                    <a:pt x="167044" y="173565"/>
                  </a:lnTo>
                  <a:lnTo>
                    <a:pt x="167164" y="168187"/>
                  </a:lnTo>
                  <a:lnTo>
                    <a:pt x="167110" y="162808"/>
                  </a:lnTo>
                  <a:lnTo>
                    <a:pt x="166883" y="157433"/>
                  </a:lnTo>
                  <a:lnTo>
                    <a:pt x="166484" y="152068"/>
                  </a:lnTo>
                  <a:lnTo>
                    <a:pt x="165912" y="146719"/>
                  </a:lnTo>
                  <a:lnTo>
                    <a:pt x="165168" y="141391"/>
                  </a:lnTo>
                  <a:lnTo>
                    <a:pt x="164253" y="136090"/>
                  </a:lnTo>
                  <a:lnTo>
                    <a:pt x="163168" y="130821"/>
                  </a:lnTo>
                  <a:lnTo>
                    <a:pt x="161914" y="125590"/>
                  </a:lnTo>
                  <a:lnTo>
                    <a:pt x="160492" y="120402"/>
                  </a:lnTo>
                  <a:lnTo>
                    <a:pt x="158905" y="115262"/>
                  </a:lnTo>
                  <a:lnTo>
                    <a:pt x="157152" y="110176"/>
                  </a:lnTo>
                  <a:lnTo>
                    <a:pt x="155237" y="105149"/>
                  </a:lnTo>
                  <a:lnTo>
                    <a:pt x="153161" y="100186"/>
                  </a:lnTo>
                  <a:lnTo>
                    <a:pt x="150927" y="95293"/>
                  </a:lnTo>
                  <a:lnTo>
                    <a:pt x="148536" y="90474"/>
                  </a:lnTo>
                  <a:lnTo>
                    <a:pt x="145991" y="85734"/>
                  </a:lnTo>
                  <a:lnTo>
                    <a:pt x="143296" y="81079"/>
                  </a:lnTo>
                  <a:lnTo>
                    <a:pt x="140451" y="76513"/>
                  </a:lnTo>
                  <a:lnTo>
                    <a:pt x="137462" y="72040"/>
                  </a:lnTo>
                  <a:lnTo>
                    <a:pt x="134330" y="67667"/>
                  </a:lnTo>
                  <a:lnTo>
                    <a:pt x="131059" y="63396"/>
                  </a:lnTo>
                  <a:lnTo>
                    <a:pt x="127652" y="59233"/>
                  </a:lnTo>
                  <a:lnTo>
                    <a:pt x="124113" y="55181"/>
                  </a:lnTo>
                  <a:lnTo>
                    <a:pt x="120446" y="51246"/>
                  </a:lnTo>
                  <a:lnTo>
                    <a:pt x="116653" y="47430"/>
                  </a:lnTo>
                  <a:lnTo>
                    <a:pt x="112740" y="43739"/>
                  </a:lnTo>
                  <a:lnTo>
                    <a:pt x="108710" y="40175"/>
                  </a:lnTo>
                  <a:lnTo>
                    <a:pt x="104568" y="36743"/>
                  </a:lnTo>
                  <a:lnTo>
                    <a:pt x="100317" y="33446"/>
                  </a:lnTo>
                  <a:lnTo>
                    <a:pt x="95963" y="30287"/>
                  </a:lnTo>
                  <a:lnTo>
                    <a:pt x="91509" y="27271"/>
                  </a:lnTo>
                  <a:lnTo>
                    <a:pt x="86960" y="24399"/>
                  </a:lnTo>
                  <a:lnTo>
                    <a:pt x="82321" y="21675"/>
                  </a:lnTo>
                  <a:lnTo>
                    <a:pt x="77598" y="19101"/>
                  </a:lnTo>
                  <a:lnTo>
                    <a:pt x="72793" y="16681"/>
                  </a:lnTo>
                  <a:lnTo>
                    <a:pt x="67913" y="14417"/>
                  </a:lnTo>
                  <a:lnTo>
                    <a:pt x="62963" y="12311"/>
                  </a:lnTo>
                  <a:lnTo>
                    <a:pt x="57948" y="10365"/>
                  </a:lnTo>
                  <a:lnTo>
                    <a:pt x="52873" y="8581"/>
                  </a:lnTo>
                  <a:lnTo>
                    <a:pt x="47743" y="6962"/>
                  </a:lnTo>
                  <a:lnTo>
                    <a:pt x="42563" y="5509"/>
                  </a:lnTo>
                  <a:lnTo>
                    <a:pt x="37340" y="4223"/>
                  </a:lnTo>
                  <a:lnTo>
                    <a:pt x="32078" y="3106"/>
                  </a:lnTo>
                  <a:lnTo>
                    <a:pt x="26782" y="2159"/>
                  </a:lnTo>
                  <a:lnTo>
                    <a:pt x="21459" y="1383"/>
                  </a:lnTo>
                  <a:lnTo>
                    <a:pt x="16114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578735" y="4172415"/>
              <a:ext cx="221122" cy="334325"/>
            </a:xfrm>
            <a:custGeom>
              <a:avLst/>
              <a:pathLst>
                <a:path w="221122" h="334325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6" y="1353"/>
                  </a:lnTo>
                  <a:lnTo>
                    <a:pt x="140658" y="2113"/>
                  </a:lnTo>
                  <a:lnTo>
                    <a:pt x="135418" y="3040"/>
                  </a:lnTo>
                  <a:lnTo>
                    <a:pt x="130209" y="4134"/>
                  </a:lnTo>
                  <a:lnTo>
                    <a:pt x="125038" y="5393"/>
                  </a:lnTo>
                  <a:lnTo>
                    <a:pt x="119910" y="6815"/>
                  </a:lnTo>
                  <a:lnTo>
                    <a:pt x="114830" y="8400"/>
                  </a:lnTo>
                  <a:lnTo>
                    <a:pt x="109802" y="10147"/>
                  </a:lnTo>
                  <a:lnTo>
                    <a:pt x="104833" y="12052"/>
                  </a:lnTo>
                  <a:lnTo>
                    <a:pt x="99927" y="14114"/>
                  </a:lnTo>
                  <a:lnTo>
                    <a:pt x="95089" y="16332"/>
                  </a:lnTo>
                  <a:lnTo>
                    <a:pt x="90324" y="18703"/>
                  </a:lnTo>
                  <a:lnTo>
                    <a:pt x="85637" y="21224"/>
                  </a:lnTo>
                  <a:lnTo>
                    <a:pt x="81033" y="23893"/>
                  </a:lnTo>
                  <a:lnTo>
                    <a:pt x="76516" y="26707"/>
                  </a:lnTo>
                  <a:lnTo>
                    <a:pt x="72091" y="29663"/>
                  </a:lnTo>
                  <a:lnTo>
                    <a:pt x="67762" y="32759"/>
                  </a:lnTo>
                  <a:lnTo>
                    <a:pt x="63534" y="35991"/>
                  </a:lnTo>
                  <a:lnTo>
                    <a:pt x="59410" y="39356"/>
                  </a:lnTo>
                  <a:lnTo>
                    <a:pt x="55397" y="42851"/>
                  </a:lnTo>
                  <a:lnTo>
                    <a:pt x="51496" y="46471"/>
                  </a:lnTo>
                  <a:lnTo>
                    <a:pt x="47713" y="50214"/>
                  </a:lnTo>
                  <a:lnTo>
                    <a:pt x="44050" y="54076"/>
                  </a:lnTo>
                  <a:lnTo>
                    <a:pt x="40513" y="58052"/>
                  </a:lnTo>
                  <a:lnTo>
                    <a:pt x="37103" y="62139"/>
                  </a:lnTo>
                  <a:lnTo>
                    <a:pt x="33826" y="66332"/>
                  </a:lnTo>
                  <a:lnTo>
                    <a:pt x="30684" y="70627"/>
                  </a:lnTo>
                  <a:lnTo>
                    <a:pt x="27680" y="75020"/>
                  </a:lnTo>
                  <a:lnTo>
                    <a:pt x="24817" y="79507"/>
                  </a:lnTo>
                  <a:lnTo>
                    <a:pt x="22099" y="84082"/>
                  </a:lnTo>
                  <a:lnTo>
                    <a:pt x="19528" y="88742"/>
                  </a:lnTo>
                  <a:lnTo>
                    <a:pt x="17106" y="93481"/>
                  </a:lnTo>
                  <a:lnTo>
                    <a:pt x="14837" y="98295"/>
                  </a:lnTo>
                  <a:lnTo>
                    <a:pt x="12721" y="103178"/>
                  </a:lnTo>
                  <a:lnTo>
                    <a:pt x="10763" y="108127"/>
                  </a:lnTo>
                  <a:lnTo>
                    <a:pt x="8963" y="113135"/>
                  </a:lnTo>
                  <a:lnTo>
                    <a:pt x="7323" y="118198"/>
                  </a:lnTo>
                  <a:lnTo>
                    <a:pt x="5845" y="123311"/>
                  </a:lnTo>
                  <a:lnTo>
                    <a:pt x="4531" y="128468"/>
                  </a:lnTo>
                  <a:lnTo>
                    <a:pt x="3381" y="133664"/>
                  </a:lnTo>
                  <a:lnTo>
                    <a:pt x="2398" y="138895"/>
                  </a:lnTo>
                  <a:lnTo>
                    <a:pt x="1581" y="144154"/>
                  </a:lnTo>
                  <a:lnTo>
                    <a:pt x="933" y="149436"/>
                  </a:lnTo>
                  <a:lnTo>
                    <a:pt x="453" y="154736"/>
                  </a:lnTo>
                  <a:lnTo>
                    <a:pt x="141" y="160049"/>
                  </a:lnTo>
                  <a:lnTo>
                    <a:pt x="0" y="165369"/>
                  </a:lnTo>
                  <a:lnTo>
                    <a:pt x="27" y="170691"/>
                  </a:lnTo>
                  <a:lnTo>
                    <a:pt x="224" y="176010"/>
                  </a:lnTo>
                  <a:lnTo>
                    <a:pt x="590" y="181319"/>
                  </a:lnTo>
                  <a:lnTo>
                    <a:pt x="1125" y="186614"/>
                  </a:lnTo>
                  <a:lnTo>
                    <a:pt x="1828" y="191889"/>
                  </a:lnTo>
                  <a:lnTo>
                    <a:pt x="2699" y="197140"/>
                  </a:lnTo>
                  <a:lnTo>
                    <a:pt x="3736" y="202359"/>
                  </a:lnTo>
                  <a:lnTo>
                    <a:pt x="4939" y="207544"/>
                  </a:lnTo>
                  <a:lnTo>
                    <a:pt x="6307" y="212687"/>
                  </a:lnTo>
                  <a:lnTo>
                    <a:pt x="7837" y="217784"/>
                  </a:lnTo>
                  <a:lnTo>
                    <a:pt x="9529" y="222830"/>
                  </a:lnTo>
                  <a:lnTo>
                    <a:pt x="11381" y="227819"/>
                  </a:lnTo>
                  <a:lnTo>
                    <a:pt x="13391" y="232747"/>
                  </a:lnTo>
                  <a:lnTo>
                    <a:pt x="15556" y="237609"/>
                  </a:lnTo>
                  <a:lnTo>
                    <a:pt x="17875" y="242399"/>
                  </a:lnTo>
                  <a:lnTo>
                    <a:pt x="20346" y="247113"/>
                  </a:lnTo>
                  <a:lnTo>
                    <a:pt x="22965" y="251746"/>
                  </a:lnTo>
                  <a:lnTo>
                    <a:pt x="25730" y="256293"/>
                  </a:lnTo>
                  <a:lnTo>
                    <a:pt x="28639" y="260750"/>
                  </a:lnTo>
                  <a:lnTo>
                    <a:pt x="31688" y="265111"/>
                  </a:lnTo>
                  <a:lnTo>
                    <a:pt x="34875" y="269374"/>
                  </a:lnTo>
                  <a:lnTo>
                    <a:pt x="38195" y="273533"/>
                  </a:lnTo>
                  <a:lnTo>
                    <a:pt x="41647" y="277584"/>
                  </a:lnTo>
                  <a:lnTo>
                    <a:pt x="45225" y="281524"/>
                  </a:lnTo>
                  <a:lnTo>
                    <a:pt x="48927" y="285347"/>
                  </a:lnTo>
                  <a:lnTo>
                    <a:pt x="52749" y="289051"/>
                  </a:lnTo>
                  <a:lnTo>
                    <a:pt x="56687" y="292631"/>
                  </a:lnTo>
                  <a:lnTo>
                    <a:pt x="60736" y="296084"/>
                  </a:lnTo>
                  <a:lnTo>
                    <a:pt x="64894" y="299406"/>
                  </a:lnTo>
                  <a:lnTo>
                    <a:pt x="69155" y="302594"/>
                  </a:lnTo>
                  <a:lnTo>
                    <a:pt x="73516" y="305645"/>
                  </a:lnTo>
                  <a:lnTo>
                    <a:pt x="77972" y="308556"/>
                  </a:lnTo>
                  <a:lnTo>
                    <a:pt x="82518" y="311323"/>
                  </a:lnTo>
                  <a:lnTo>
                    <a:pt x="87149" y="313945"/>
                  </a:lnTo>
                  <a:lnTo>
                    <a:pt x="91862" y="316417"/>
                  </a:lnTo>
                  <a:lnTo>
                    <a:pt x="96651" y="318738"/>
                  </a:lnTo>
                  <a:lnTo>
                    <a:pt x="101512" y="320906"/>
                  </a:lnTo>
                  <a:lnTo>
                    <a:pt x="106439" y="322917"/>
                  </a:lnTo>
                  <a:lnTo>
                    <a:pt x="111427" y="324771"/>
                  </a:lnTo>
                  <a:lnTo>
                    <a:pt x="116473" y="326465"/>
                  </a:lnTo>
                  <a:lnTo>
                    <a:pt x="121569" y="327998"/>
                  </a:lnTo>
                  <a:lnTo>
                    <a:pt x="126712" y="329368"/>
                  </a:lnTo>
                  <a:lnTo>
                    <a:pt x="131896" y="330573"/>
                  </a:lnTo>
                  <a:lnTo>
                    <a:pt x="137115" y="331613"/>
                  </a:lnTo>
                  <a:lnTo>
                    <a:pt x="142365" y="332486"/>
                  </a:lnTo>
                  <a:lnTo>
                    <a:pt x="147640" y="333191"/>
                  </a:lnTo>
                  <a:lnTo>
                    <a:pt x="152935" y="333728"/>
                  </a:lnTo>
                  <a:lnTo>
                    <a:pt x="158244" y="334097"/>
                  </a:lnTo>
                  <a:lnTo>
                    <a:pt x="163562" y="334296"/>
                  </a:lnTo>
                  <a:lnTo>
                    <a:pt x="168884" y="334325"/>
                  </a:lnTo>
                  <a:lnTo>
                    <a:pt x="174204" y="334186"/>
                  </a:lnTo>
                  <a:lnTo>
                    <a:pt x="179517" y="333877"/>
                  </a:lnTo>
                  <a:lnTo>
                    <a:pt x="184818" y="333399"/>
                  </a:lnTo>
                  <a:lnTo>
                    <a:pt x="190100" y="332752"/>
                  </a:lnTo>
                  <a:lnTo>
                    <a:pt x="195360" y="331938"/>
                  </a:lnTo>
                  <a:lnTo>
                    <a:pt x="200590" y="330957"/>
                  </a:lnTo>
                  <a:lnTo>
                    <a:pt x="205787" y="329810"/>
                  </a:lnTo>
                  <a:lnTo>
                    <a:pt x="210945" y="328498"/>
                  </a:lnTo>
                  <a:lnTo>
                    <a:pt x="216058" y="327022"/>
                  </a:lnTo>
                  <a:lnTo>
                    <a:pt x="221122" y="32538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53964" cy="158217"/>
            </a:xfrm>
            <a:custGeom>
              <a:avLst/>
              <a:pathLst>
                <a:path w="53964" h="158217">
                  <a:moveTo>
                    <a:pt x="53964" y="1582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157726" cy="158217"/>
            </a:xfrm>
            <a:custGeom>
              <a:avLst/>
              <a:pathLst>
                <a:path w="157726" h="158217">
                  <a:moveTo>
                    <a:pt x="53964" y="158217"/>
                  </a:moveTo>
                  <a:lnTo>
                    <a:pt x="59233" y="156321"/>
                  </a:lnTo>
                  <a:lnTo>
                    <a:pt x="64435" y="154249"/>
                  </a:lnTo>
                  <a:lnTo>
                    <a:pt x="69565" y="152005"/>
                  </a:lnTo>
                  <a:lnTo>
                    <a:pt x="74616" y="149590"/>
                  </a:lnTo>
                  <a:lnTo>
                    <a:pt x="79584" y="147007"/>
                  </a:lnTo>
                  <a:lnTo>
                    <a:pt x="84463" y="144259"/>
                  </a:lnTo>
                  <a:lnTo>
                    <a:pt x="89247" y="141350"/>
                  </a:lnTo>
                  <a:lnTo>
                    <a:pt x="93931" y="138281"/>
                  </a:lnTo>
                  <a:lnTo>
                    <a:pt x="98509" y="135058"/>
                  </a:lnTo>
                  <a:lnTo>
                    <a:pt x="102977" y="131683"/>
                  </a:lnTo>
                  <a:lnTo>
                    <a:pt x="107329" y="128161"/>
                  </a:lnTo>
                  <a:lnTo>
                    <a:pt x="111561" y="124494"/>
                  </a:lnTo>
                  <a:lnTo>
                    <a:pt x="115668" y="120688"/>
                  </a:lnTo>
                  <a:lnTo>
                    <a:pt x="119645" y="116747"/>
                  </a:lnTo>
                  <a:lnTo>
                    <a:pt x="123488" y="112674"/>
                  </a:lnTo>
                  <a:lnTo>
                    <a:pt x="127192" y="108475"/>
                  </a:lnTo>
                  <a:lnTo>
                    <a:pt x="130754" y="104155"/>
                  </a:lnTo>
                  <a:lnTo>
                    <a:pt x="134168" y="99717"/>
                  </a:lnTo>
                  <a:lnTo>
                    <a:pt x="137433" y="95168"/>
                  </a:lnTo>
                  <a:lnTo>
                    <a:pt x="140543" y="90512"/>
                  </a:lnTo>
                  <a:lnTo>
                    <a:pt x="143495" y="85754"/>
                  </a:lnTo>
                  <a:lnTo>
                    <a:pt x="146287" y="80901"/>
                  </a:lnTo>
                  <a:lnTo>
                    <a:pt x="148914" y="75956"/>
                  </a:lnTo>
                  <a:lnTo>
                    <a:pt x="151374" y="70926"/>
                  </a:lnTo>
                  <a:lnTo>
                    <a:pt x="153665" y="65817"/>
                  </a:lnTo>
                  <a:lnTo>
                    <a:pt x="155783" y="60634"/>
                  </a:lnTo>
                  <a:lnTo>
                    <a:pt x="157726" y="55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67150" cy="222550"/>
            </a:xfrm>
            <a:custGeom>
              <a:avLst/>
              <a:pathLst>
                <a:path w="167150" h="222550">
                  <a:moveTo>
                    <a:pt x="157726" y="222550"/>
                  </a:moveTo>
                  <a:lnTo>
                    <a:pt x="159435" y="217420"/>
                  </a:lnTo>
                  <a:lnTo>
                    <a:pt x="160977" y="212237"/>
                  </a:lnTo>
                  <a:lnTo>
                    <a:pt x="162350" y="207007"/>
                  </a:lnTo>
                  <a:lnTo>
                    <a:pt x="163554" y="201736"/>
                  </a:lnTo>
                  <a:lnTo>
                    <a:pt x="164586" y="196428"/>
                  </a:lnTo>
                  <a:lnTo>
                    <a:pt x="165446" y="191090"/>
                  </a:lnTo>
                  <a:lnTo>
                    <a:pt x="166133" y="185726"/>
                  </a:lnTo>
                  <a:lnTo>
                    <a:pt x="166647" y="180344"/>
                  </a:lnTo>
                  <a:lnTo>
                    <a:pt x="166986" y="174947"/>
                  </a:lnTo>
                  <a:lnTo>
                    <a:pt x="167150" y="169543"/>
                  </a:lnTo>
                  <a:lnTo>
                    <a:pt x="167139" y="164135"/>
                  </a:lnTo>
                  <a:lnTo>
                    <a:pt x="166954" y="158731"/>
                  </a:lnTo>
                  <a:lnTo>
                    <a:pt x="166594" y="153336"/>
                  </a:lnTo>
                  <a:lnTo>
                    <a:pt x="166059" y="147956"/>
                  </a:lnTo>
                  <a:lnTo>
                    <a:pt x="165351" y="142595"/>
                  </a:lnTo>
                  <a:lnTo>
                    <a:pt x="164470" y="137260"/>
                  </a:lnTo>
                  <a:lnTo>
                    <a:pt x="163417" y="131957"/>
                  </a:lnTo>
                  <a:lnTo>
                    <a:pt x="162192" y="126690"/>
                  </a:lnTo>
                  <a:lnTo>
                    <a:pt x="160799" y="121466"/>
                  </a:lnTo>
                  <a:lnTo>
                    <a:pt x="159236" y="116289"/>
                  </a:lnTo>
                  <a:lnTo>
                    <a:pt x="157508" y="111166"/>
                  </a:lnTo>
                  <a:lnTo>
                    <a:pt x="155614" y="106101"/>
                  </a:lnTo>
                  <a:lnTo>
                    <a:pt x="153558" y="101100"/>
                  </a:lnTo>
                  <a:lnTo>
                    <a:pt x="151341" y="96168"/>
                  </a:lnTo>
                  <a:lnTo>
                    <a:pt x="148965" y="91311"/>
                  </a:lnTo>
                  <a:lnTo>
                    <a:pt x="146434" y="86533"/>
                  </a:lnTo>
                  <a:lnTo>
                    <a:pt x="143750" y="81839"/>
                  </a:lnTo>
                  <a:lnTo>
                    <a:pt x="140915" y="77235"/>
                  </a:lnTo>
                  <a:lnTo>
                    <a:pt x="137933" y="72724"/>
                  </a:lnTo>
                  <a:lnTo>
                    <a:pt x="134806" y="68313"/>
                  </a:lnTo>
                  <a:lnTo>
                    <a:pt x="131538" y="64005"/>
                  </a:lnTo>
                  <a:lnTo>
                    <a:pt x="128133" y="59804"/>
                  </a:lnTo>
                  <a:lnTo>
                    <a:pt x="124594" y="55716"/>
                  </a:lnTo>
                  <a:lnTo>
                    <a:pt x="120924" y="51745"/>
                  </a:lnTo>
                  <a:lnTo>
                    <a:pt x="117128" y="47895"/>
                  </a:lnTo>
                  <a:lnTo>
                    <a:pt x="113209" y="44169"/>
                  </a:lnTo>
                  <a:lnTo>
                    <a:pt x="109172" y="40572"/>
                  </a:lnTo>
                  <a:lnTo>
                    <a:pt x="105021" y="37107"/>
                  </a:lnTo>
                  <a:lnTo>
                    <a:pt x="100760" y="33779"/>
                  </a:lnTo>
                  <a:lnTo>
                    <a:pt x="96393" y="30590"/>
                  </a:lnTo>
                  <a:lnTo>
                    <a:pt x="91925" y="27544"/>
                  </a:lnTo>
                  <a:lnTo>
                    <a:pt x="87362" y="24644"/>
                  </a:lnTo>
                  <a:lnTo>
                    <a:pt x="82707" y="21893"/>
                  </a:lnTo>
                  <a:lnTo>
                    <a:pt x="77965" y="19294"/>
                  </a:lnTo>
                  <a:lnTo>
                    <a:pt x="73142" y="16850"/>
                  </a:lnTo>
                  <a:lnTo>
                    <a:pt x="68242" y="14563"/>
                  </a:lnTo>
                  <a:lnTo>
                    <a:pt x="63271" y="12436"/>
                  </a:lnTo>
                  <a:lnTo>
                    <a:pt x="58234" y="10471"/>
                  </a:lnTo>
                  <a:lnTo>
                    <a:pt x="53135" y="8669"/>
                  </a:lnTo>
                  <a:lnTo>
                    <a:pt x="47981" y="7034"/>
                  </a:lnTo>
                  <a:lnTo>
                    <a:pt x="42777" y="5566"/>
                  </a:lnTo>
                  <a:lnTo>
                    <a:pt x="37529" y="4267"/>
                  </a:lnTo>
                  <a:lnTo>
                    <a:pt x="32240" y="3138"/>
                  </a:lnTo>
                  <a:lnTo>
                    <a:pt x="26919" y="2181"/>
                  </a:lnTo>
                  <a:lnTo>
                    <a:pt x="21569" y="1397"/>
                  </a:lnTo>
                  <a:lnTo>
                    <a:pt x="16196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756332" y="3685283"/>
              <a:ext cx="167162" cy="333818"/>
            </a:xfrm>
            <a:custGeom>
              <a:avLst/>
              <a:pathLst>
                <a:path w="167162" h="333818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6" y="4151"/>
                  </a:lnTo>
                  <a:lnTo>
                    <a:pt x="124955" y="5416"/>
                  </a:lnTo>
                  <a:lnTo>
                    <a:pt x="119817" y="6844"/>
                  </a:lnTo>
                  <a:lnTo>
                    <a:pt x="114726" y="8436"/>
                  </a:lnTo>
                  <a:lnTo>
                    <a:pt x="109689" y="10190"/>
                  </a:lnTo>
                  <a:lnTo>
                    <a:pt x="104711" y="12103"/>
                  </a:lnTo>
                  <a:lnTo>
                    <a:pt x="99796" y="14174"/>
                  </a:lnTo>
                  <a:lnTo>
                    <a:pt x="94950" y="16401"/>
                  </a:lnTo>
                  <a:lnTo>
                    <a:pt x="90177" y="18782"/>
                  </a:lnTo>
                  <a:lnTo>
                    <a:pt x="85483" y="21313"/>
                  </a:lnTo>
                  <a:lnTo>
                    <a:pt x="80871" y="23993"/>
                  </a:lnTo>
                  <a:lnTo>
                    <a:pt x="76348" y="26818"/>
                  </a:lnTo>
                  <a:lnTo>
                    <a:pt x="71917" y="29787"/>
                  </a:lnTo>
                  <a:lnTo>
                    <a:pt x="67583" y="32895"/>
                  </a:lnTo>
                  <a:lnTo>
                    <a:pt x="63350" y="36140"/>
                  </a:lnTo>
                  <a:lnTo>
                    <a:pt x="59223" y="39519"/>
                  </a:lnTo>
                  <a:lnTo>
                    <a:pt x="55206" y="43027"/>
                  </a:lnTo>
                  <a:lnTo>
                    <a:pt x="51303" y="46661"/>
                  </a:lnTo>
                  <a:lnTo>
                    <a:pt x="47518" y="50419"/>
                  </a:lnTo>
                  <a:lnTo>
                    <a:pt x="43854" y="54295"/>
                  </a:lnTo>
                  <a:lnTo>
                    <a:pt x="40316" y="58286"/>
                  </a:lnTo>
                  <a:lnTo>
                    <a:pt x="36908" y="62388"/>
                  </a:lnTo>
                  <a:lnTo>
                    <a:pt x="33631" y="66596"/>
                  </a:lnTo>
                  <a:lnTo>
                    <a:pt x="30491" y="70907"/>
                  </a:lnTo>
                  <a:lnTo>
                    <a:pt x="27490" y="75316"/>
                  </a:lnTo>
                  <a:lnTo>
                    <a:pt x="24631" y="79819"/>
                  </a:lnTo>
                  <a:lnTo>
                    <a:pt x="21917" y="84410"/>
                  </a:lnTo>
                  <a:lnTo>
                    <a:pt x="19351" y="89085"/>
                  </a:lnTo>
                  <a:lnTo>
                    <a:pt x="16935" y="93840"/>
                  </a:lnTo>
                  <a:lnTo>
                    <a:pt x="14673" y="98670"/>
                  </a:lnTo>
                  <a:lnTo>
                    <a:pt x="12565" y="103569"/>
                  </a:lnTo>
                  <a:lnTo>
                    <a:pt x="10615" y="108533"/>
                  </a:lnTo>
                  <a:lnTo>
                    <a:pt x="8824" y="113557"/>
                  </a:lnTo>
                  <a:lnTo>
                    <a:pt x="7195" y="118636"/>
                  </a:lnTo>
                  <a:lnTo>
                    <a:pt x="5728" y="123763"/>
                  </a:lnTo>
                  <a:lnTo>
                    <a:pt x="4425" y="128935"/>
                  </a:lnTo>
                  <a:lnTo>
                    <a:pt x="3289" y="134146"/>
                  </a:lnTo>
                  <a:lnTo>
                    <a:pt x="2319" y="139391"/>
                  </a:lnTo>
                  <a:lnTo>
                    <a:pt x="1517" y="144663"/>
                  </a:lnTo>
                  <a:lnTo>
                    <a:pt x="883" y="149959"/>
                  </a:lnTo>
                  <a:lnTo>
                    <a:pt x="419" y="155272"/>
                  </a:lnTo>
                  <a:lnTo>
                    <a:pt x="124" y="160598"/>
                  </a:lnTo>
                  <a:lnTo>
                    <a:pt x="0" y="165929"/>
                  </a:lnTo>
                  <a:lnTo>
                    <a:pt x="45" y="171263"/>
                  </a:lnTo>
                  <a:lnTo>
                    <a:pt x="261" y="176592"/>
                  </a:lnTo>
                  <a:lnTo>
                    <a:pt x="646" y="181911"/>
                  </a:lnTo>
                  <a:lnTo>
                    <a:pt x="1202" y="187216"/>
                  </a:lnTo>
                  <a:lnTo>
                    <a:pt x="1926" y="192500"/>
                  </a:lnTo>
                  <a:lnTo>
                    <a:pt x="2818" y="197758"/>
                  </a:lnTo>
                  <a:lnTo>
                    <a:pt x="3877" y="202985"/>
                  </a:lnTo>
                  <a:lnTo>
                    <a:pt x="5103" y="208176"/>
                  </a:lnTo>
                  <a:lnTo>
                    <a:pt x="6494" y="213325"/>
                  </a:lnTo>
                  <a:lnTo>
                    <a:pt x="8048" y="218427"/>
                  </a:lnTo>
                  <a:lnTo>
                    <a:pt x="9764" y="223476"/>
                  </a:lnTo>
                  <a:lnTo>
                    <a:pt x="11641" y="228469"/>
                  </a:lnTo>
                  <a:lnTo>
                    <a:pt x="13675" y="233399"/>
                  </a:lnTo>
                  <a:lnTo>
                    <a:pt x="15866" y="238261"/>
                  </a:lnTo>
                  <a:lnTo>
                    <a:pt x="18211" y="243052"/>
                  </a:lnTo>
                  <a:lnTo>
                    <a:pt x="20708" y="247765"/>
                  </a:lnTo>
                  <a:lnTo>
                    <a:pt x="23353" y="252396"/>
                  </a:lnTo>
                  <a:lnTo>
                    <a:pt x="26145" y="256940"/>
                  </a:lnTo>
                  <a:lnTo>
                    <a:pt x="29081" y="261393"/>
                  </a:lnTo>
                  <a:lnTo>
                    <a:pt x="32157" y="265750"/>
                  </a:lnTo>
                  <a:lnTo>
                    <a:pt x="35371" y="270006"/>
                  </a:lnTo>
                  <a:lnTo>
                    <a:pt x="38718" y="274158"/>
                  </a:lnTo>
                  <a:lnTo>
                    <a:pt x="42197" y="278201"/>
                  </a:lnTo>
                  <a:lnTo>
                    <a:pt x="45803" y="282131"/>
                  </a:lnTo>
                  <a:lnTo>
                    <a:pt x="49532" y="285944"/>
                  </a:lnTo>
                  <a:lnTo>
                    <a:pt x="53381" y="289636"/>
                  </a:lnTo>
                  <a:lnTo>
                    <a:pt x="57345" y="293203"/>
                  </a:lnTo>
                  <a:lnTo>
                    <a:pt x="61422" y="296642"/>
                  </a:lnTo>
                  <a:lnTo>
                    <a:pt x="65606" y="299950"/>
                  </a:lnTo>
                  <a:lnTo>
                    <a:pt x="69894" y="303122"/>
                  </a:lnTo>
                  <a:lnTo>
                    <a:pt x="74280" y="306156"/>
                  </a:lnTo>
                  <a:lnTo>
                    <a:pt x="78761" y="309048"/>
                  </a:lnTo>
                  <a:lnTo>
                    <a:pt x="83332" y="311796"/>
                  </a:lnTo>
                  <a:lnTo>
                    <a:pt x="87989" y="314396"/>
                  </a:lnTo>
                  <a:lnTo>
                    <a:pt x="92726" y="316847"/>
                  </a:lnTo>
                  <a:lnTo>
                    <a:pt x="97538" y="319145"/>
                  </a:lnTo>
                  <a:lnTo>
                    <a:pt x="102422" y="321289"/>
                  </a:lnTo>
                  <a:lnTo>
                    <a:pt x="107372" y="323276"/>
                  </a:lnTo>
                  <a:lnTo>
                    <a:pt x="112382" y="325104"/>
                  </a:lnTo>
                  <a:lnTo>
                    <a:pt x="117448" y="326771"/>
                  </a:lnTo>
                  <a:lnTo>
                    <a:pt x="122565" y="328276"/>
                  </a:lnTo>
                  <a:lnTo>
                    <a:pt x="127727" y="329616"/>
                  </a:lnTo>
                  <a:lnTo>
                    <a:pt x="132929" y="330792"/>
                  </a:lnTo>
                  <a:lnTo>
                    <a:pt x="138167" y="331800"/>
                  </a:lnTo>
                  <a:lnTo>
                    <a:pt x="143433" y="332642"/>
                  </a:lnTo>
                  <a:lnTo>
                    <a:pt x="148724" y="333314"/>
                  </a:lnTo>
                  <a:lnTo>
                    <a:pt x="154034" y="33381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10366" y="3689555"/>
              <a:ext cx="180292" cy="330044"/>
            </a:xfrm>
            <a:custGeom>
              <a:avLst/>
              <a:pathLst>
                <a:path w="180292" h="330044">
                  <a:moveTo>
                    <a:pt x="0" y="329546"/>
                  </a:moveTo>
                  <a:lnTo>
                    <a:pt x="5313" y="329879"/>
                  </a:lnTo>
                  <a:lnTo>
                    <a:pt x="10634" y="330044"/>
                  </a:lnTo>
                  <a:lnTo>
                    <a:pt x="15957" y="330038"/>
                  </a:lnTo>
                  <a:lnTo>
                    <a:pt x="21278" y="329863"/>
                  </a:lnTo>
                  <a:lnTo>
                    <a:pt x="26591" y="329519"/>
                  </a:lnTo>
                  <a:lnTo>
                    <a:pt x="31889" y="329006"/>
                  </a:lnTo>
                  <a:lnTo>
                    <a:pt x="37169" y="328324"/>
                  </a:lnTo>
                  <a:lnTo>
                    <a:pt x="42425" y="327475"/>
                  </a:lnTo>
                  <a:lnTo>
                    <a:pt x="47650" y="326459"/>
                  </a:lnTo>
                  <a:lnTo>
                    <a:pt x="52841" y="325277"/>
                  </a:lnTo>
                  <a:lnTo>
                    <a:pt x="57991" y="323930"/>
                  </a:lnTo>
                  <a:lnTo>
                    <a:pt x="63096" y="322419"/>
                  </a:lnTo>
                  <a:lnTo>
                    <a:pt x="68150" y="320748"/>
                  </a:lnTo>
                  <a:lnTo>
                    <a:pt x="73149" y="318915"/>
                  </a:lnTo>
                  <a:lnTo>
                    <a:pt x="78086" y="316925"/>
                  </a:lnTo>
                  <a:lnTo>
                    <a:pt x="82958" y="314779"/>
                  </a:lnTo>
                  <a:lnTo>
                    <a:pt x="87759" y="312478"/>
                  </a:lnTo>
                  <a:lnTo>
                    <a:pt x="92484" y="310026"/>
                  </a:lnTo>
                  <a:lnTo>
                    <a:pt x="97129" y="307424"/>
                  </a:lnTo>
                  <a:lnTo>
                    <a:pt x="101688" y="304676"/>
                  </a:lnTo>
                  <a:lnTo>
                    <a:pt x="106158" y="301785"/>
                  </a:lnTo>
                  <a:lnTo>
                    <a:pt x="110533" y="298752"/>
                  </a:lnTo>
                  <a:lnTo>
                    <a:pt x="114810" y="295581"/>
                  </a:lnTo>
                  <a:lnTo>
                    <a:pt x="118983" y="292276"/>
                  </a:lnTo>
                  <a:lnTo>
                    <a:pt x="123049" y="288840"/>
                  </a:lnTo>
                  <a:lnTo>
                    <a:pt x="127004" y="285276"/>
                  </a:lnTo>
                  <a:lnTo>
                    <a:pt x="130843" y="281588"/>
                  </a:lnTo>
                  <a:lnTo>
                    <a:pt x="134563" y="277780"/>
                  </a:lnTo>
                  <a:lnTo>
                    <a:pt x="138159" y="273855"/>
                  </a:lnTo>
                  <a:lnTo>
                    <a:pt x="141629" y="269817"/>
                  </a:lnTo>
                  <a:lnTo>
                    <a:pt x="144969" y="265671"/>
                  </a:lnTo>
                  <a:lnTo>
                    <a:pt x="148174" y="261421"/>
                  </a:lnTo>
                  <a:lnTo>
                    <a:pt x="151243" y="257071"/>
                  </a:lnTo>
                  <a:lnTo>
                    <a:pt x="154172" y="252625"/>
                  </a:lnTo>
                  <a:lnTo>
                    <a:pt x="156958" y="248089"/>
                  </a:lnTo>
                  <a:lnTo>
                    <a:pt x="159597" y="243466"/>
                  </a:lnTo>
                  <a:lnTo>
                    <a:pt x="162089" y="238761"/>
                  </a:lnTo>
                  <a:lnTo>
                    <a:pt x="164429" y="233980"/>
                  </a:lnTo>
                  <a:lnTo>
                    <a:pt x="166616" y="229126"/>
                  </a:lnTo>
                  <a:lnTo>
                    <a:pt x="168647" y="224205"/>
                  </a:lnTo>
                  <a:lnTo>
                    <a:pt x="170520" y="219222"/>
                  </a:lnTo>
                  <a:lnTo>
                    <a:pt x="172234" y="214182"/>
                  </a:lnTo>
                  <a:lnTo>
                    <a:pt x="173786" y="209089"/>
                  </a:lnTo>
                  <a:lnTo>
                    <a:pt x="175176" y="203950"/>
                  </a:lnTo>
                  <a:lnTo>
                    <a:pt x="176401" y="198770"/>
                  </a:lnTo>
                  <a:lnTo>
                    <a:pt x="177460" y="193552"/>
                  </a:lnTo>
                  <a:lnTo>
                    <a:pt x="178353" y="188304"/>
                  </a:lnTo>
                  <a:lnTo>
                    <a:pt x="179079" y="183030"/>
                  </a:lnTo>
                  <a:lnTo>
                    <a:pt x="179636" y="177736"/>
                  </a:lnTo>
                  <a:lnTo>
                    <a:pt x="180024" y="172426"/>
                  </a:lnTo>
                  <a:lnTo>
                    <a:pt x="180243" y="167107"/>
                  </a:lnTo>
                  <a:lnTo>
                    <a:pt x="180292" y="161784"/>
                  </a:lnTo>
                  <a:lnTo>
                    <a:pt x="180172" y="156462"/>
                  </a:lnTo>
                  <a:lnTo>
                    <a:pt x="179882" y="151146"/>
                  </a:lnTo>
                  <a:lnTo>
                    <a:pt x="179424" y="145842"/>
                  </a:lnTo>
                  <a:lnTo>
                    <a:pt x="178796" y="140556"/>
                  </a:lnTo>
                  <a:lnTo>
                    <a:pt x="178001" y="135292"/>
                  </a:lnTo>
                  <a:lnTo>
                    <a:pt x="177038" y="130056"/>
                  </a:lnTo>
                  <a:lnTo>
                    <a:pt x="175910" y="124853"/>
                  </a:lnTo>
                  <a:lnTo>
                    <a:pt x="174616" y="119689"/>
                  </a:lnTo>
                  <a:lnTo>
                    <a:pt x="173158" y="114569"/>
                  </a:lnTo>
                  <a:lnTo>
                    <a:pt x="171538" y="109498"/>
                  </a:lnTo>
                  <a:lnTo>
                    <a:pt x="169758" y="104481"/>
                  </a:lnTo>
                  <a:lnTo>
                    <a:pt x="167818" y="99523"/>
                  </a:lnTo>
                  <a:lnTo>
                    <a:pt x="165722" y="94630"/>
                  </a:lnTo>
                  <a:lnTo>
                    <a:pt x="163471" y="89806"/>
                  </a:lnTo>
                  <a:lnTo>
                    <a:pt x="161067" y="85055"/>
                  </a:lnTo>
                  <a:lnTo>
                    <a:pt x="158514" y="80384"/>
                  </a:lnTo>
                  <a:lnTo>
                    <a:pt x="155813" y="75797"/>
                  </a:lnTo>
                  <a:lnTo>
                    <a:pt x="152967" y="71298"/>
                  </a:lnTo>
                  <a:lnTo>
                    <a:pt x="149980" y="66891"/>
                  </a:lnTo>
                  <a:lnTo>
                    <a:pt x="146853" y="62582"/>
                  </a:lnTo>
                  <a:lnTo>
                    <a:pt x="143591" y="58375"/>
                  </a:lnTo>
                  <a:lnTo>
                    <a:pt x="140197" y="54274"/>
                  </a:lnTo>
                  <a:lnTo>
                    <a:pt x="136674" y="50283"/>
                  </a:lnTo>
                  <a:lnTo>
                    <a:pt x="133025" y="46406"/>
                  </a:lnTo>
                  <a:lnTo>
                    <a:pt x="129255" y="42647"/>
                  </a:lnTo>
                  <a:lnTo>
                    <a:pt x="125368" y="39011"/>
                  </a:lnTo>
                  <a:lnTo>
                    <a:pt x="121366" y="35500"/>
                  </a:lnTo>
                  <a:lnTo>
                    <a:pt x="117255" y="32118"/>
                  </a:lnTo>
                  <a:lnTo>
                    <a:pt x="113038" y="28868"/>
                  </a:lnTo>
                  <a:lnTo>
                    <a:pt x="108719" y="25755"/>
                  </a:lnTo>
                  <a:lnTo>
                    <a:pt x="104304" y="22781"/>
                  </a:lnTo>
                  <a:lnTo>
                    <a:pt x="99796" y="19949"/>
                  </a:lnTo>
                  <a:lnTo>
                    <a:pt x="95201" y="17261"/>
                  </a:lnTo>
                  <a:lnTo>
                    <a:pt x="90522" y="14722"/>
                  </a:lnTo>
                  <a:lnTo>
                    <a:pt x="85765" y="12333"/>
                  </a:lnTo>
                  <a:lnTo>
                    <a:pt x="80934" y="10096"/>
                  </a:lnTo>
                  <a:lnTo>
                    <a:pt x="76034" y="8015"/>
                  </a:lnTo>
                  <a:lnTo>
                    <a:pt x="71070" y="6090"/>
                  </a:lnTo>
                  <a:lnTo>
                    <a:pt x="66048" y="4325"/>
                  </a:lnTo>
                  <a:lnTo>
                    <a:pt x="60972" y="2720"/>
                  </a:lnTo>
                  <a:lnTo>
                    <a:pt x="55847" y="1278"/>
                  </a:lnTo>
                  <a:lnTo>
                    <a:pt x="50679" y="0"/>
                  </a:lnTo>
                  <a:lnTo>
                    <a:pt x="13128" y="1628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37551" cy="167167"/>
            </a:xfrm>
            <a:custGeom>
              <a:avLst/>
              <a:pathLst>
                <a:path w="37551" h="167167">
                  <a:moveTo>
                    <a:pt x="37551" y="4272"/>
                  </a:moveTo>
                  <a:lnTo>
                    <a:pt x="31374" y="2970"/>
                  </a:lnTo>
                  <a:lnTo>
                    <a:pt x="25153" y="1903"/>
                  </a:lnTo>
                  <a:lnTo>
                    <a:pt x="18896" y="1071"/>
                  </a:lnTo>
                  <a:lnTo>
                    <a:pt x="12612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2025-06-26T11:36:13Z</dcterms:modified>
  <cp:category/>
</cp:coreProperties>
</file>