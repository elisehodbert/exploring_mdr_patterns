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248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142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5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33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03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328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472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2801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10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14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198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79452" y="1556381"/>
              <a:ext cx="2536502" cy="147484"/>
            </a:xfrm>
            <a:custGeom>
              <a:avLst/>
              <a:pathLst>
                <a:path w="2536502" h="147484">
                  <a:moveTo>
                    <a:pt x="2536502" y="0"/>
                  </a:moveTo>
                  <a:lnTo>
                    <a:pt x="0" y="147484"/>
                  </a:lnTo>
                </a:path>
              </a:pathLst>
            </a:custGeom>
            <a:ln w="1635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53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461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90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245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24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07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35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02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199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47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132" y="3170392"/>
              <a:ext cx="1646" cy="167167"/>
            </a:xfrm>
            <a:custGeom>
              <a:avLst/>
              <a:pathLst>
                <a:path w="1646" h="167167">
                  <a:moveTo>
                    <a:pt x="1646" y="0"/>
                  </a:moveTo>
                  <a:lnTo>
                    <a:pt x="0" y="8"/>
                  </a:lnTo>
                  <a:lnTo>
                    <a:pt x="164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132" y="3170400"/>
              <a:ext cx="1646" cy="167159"/>
            </a:xfrm>
            <a:custGeom>
              <a:avLst/>
              <a:pathLst>
                <a:path w="1646" h="167159">
                  <a:moveTo>
                    <a:pt x="0" y="0"/>
                  </a:moveTo>
                  <a:lnTo>
                    <a:pt x="1646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16621" y="3170400"/>
              <a:ext cx="334315" cy="334326"/>
            </a:xfrm>
            <a:custGeom>
              <a:avLst/>
              <a:pathLst>
                <a:path w="334315" h="334326">
                  <a:moveTo>
                    <a:pt x="165510" y="0"/>
                  </a:moveTo>
                  <a:lnTo>
                    <a:pt x="160224" y="135"/>
                  </a:lnTo>
                  <a:lnTo>
                    <a:pt x="154945" y="438"/>
                  </a:lnTo>
                  <a:lnTo>
                    <a:pt x="149679" y="908"/>
                  </a:lnTo>
                  <a:lnTo>
                    <a:pt x="144430" y="1544"/>
                  </a:lnTo>
                  <a:lnTo>
                    <a:pt x="139203" y="2345"/>
                  </a:lnTo>
                  <a:lnTo>
                    <a:pt x="134005" y="3312"/>
                  </a:lnTo>
                  <a:lnTo>
                    <a:pt x="128839" y="4442"/>
                  </a:lnTo>
                  <a:lnTo>
                    <a:pt x="123712" y="5735"/>
                  </a:lnTo>
                  <a:lnTo>
                    <a:pt x="118629" y="7190"/>
                  </a:lnTo>
                  <a:lnTo>
                    <a:pt x="113594" y="8805"/>
                  </a:lnTo>
                  <a:lnTo>
                    <a:pt x="108613" y="10578"/>
                  </a:lnTo>
                  <a:lnTo>
                    <a:pt x="103690" y="12508"/>
                  </a:lnTo>
                  <a:lnTo>
                    <a:pt x="98831" y="14592"/>
                  </a:lnTo>
                  <a:lnTo>
                    <a:pt x="94040" y="16830"/>
                  </a:lnTo>
                  <a:lnTo>
                    <a:pt x="89322" y="19217"/>
                  </a:lnTo>
                  <a:lnTo>
                    <a:pt x="84682" y="21753"/>
                  </a:lnTo>
                  <a:lnTo>
                    <a:pt x="80125" y="24434"/>
                  </a:lnTo>
                  <a:lnTo>
                    <a:pt x="75655" y="27258"/>
                  </a:lnTo>
                  <a:lnTo>
                    <a:pt x="71276" y="30222"/>
                  </a:lnTo>
                  <a:lnTo>
                    <a:pt x="66993" y="33323"/>
                  </a:lnTo>
                  <a:lnTo>
                    <a:pt x="62810" y="36557"/>
                  </a:lnTo>
                  <a:lnTo>
                    <a:pt x="58732" y="39923"/>
                  </a:lnTo>
                  <a:lnTo>
                    <a:pt x="54762" y="43415"/>
                  </a:lnTo>
                  <a:lnTo>
                    <a:pt x="50905" y="47032"/>
                  </a:lnTo>
                  <a:lnTo>
                    <a:pt x="47164" y="50769"/>
                  </a:lnTo>
                  <a:lnTo>
                    <a:pt x="43543" y="54622"/>
                  </a:lnTo>
                  <a:lnTo>
                    <a:pt x="40046" y="58587"/>
                  </a:lnTo>
                  <a:lnTo>
                    <a:pt x="36676" y="62662"/>
                  </a:lnTo>
                  <a:lnTo>
                    <a:pt x="33436" y="66841"/>
                  </a:lnTo>
                  <a:lnTo>
                    <a:pt x="30330" y="71120"/>
                  </a:lnTo>
                  <a:lnTo>
                    <a:pt x="27361" y="75495"/>
                  </a:lnTo>
                  <a:lnTo>
                    <a:pt x="24532" y="79962"/>
                  </a:lnTo>
                  <a:lnTo>
                    <a:pt x="21846" y="84517"/>
                  </a:lnTo>
                  <a:lnTo>
                    <a:pt x="19305" y="89154"/>
                  </a:lnTo>
                  <a:lnTo>
                    <a:pt x="16912" y="93869"/>
                  </a:lnTo>
                  <a:lnTo>
                    <a:pt x="14669" y="98657"/>
                  </a:lnTo>
                  <a:lnTo>
                    <a:pt x="12579" y="103514"/>
                  </a:lnTo>
                  <a:lnTo>
                    <a:pt x="10644" y="108434"/>
                  </a:lnTo>
                  <a:lnTo>
                    <a:pt x="8865" y="113414"/>
                  </a:lnTo>
                  <a:lnTo>
                    <a:pt x="7244" y="118447"/>
                  </a:lnTo>
                  <a:lnTo>
                    <a:pt x="5784" y="123528"/>
                  </a:lnTo>
                  <a:lnTo>
                    <a:pt x="4484" y="128654"/>
                  </a:lnTo>
                  <a:lnTo>
                    <a:pt x="3348" y="133818"/>
                  </a:lnTo>
                  <a:lnTo>
                    <a:pt x="2375" y="139015"/>
                  </a:lnTo>
                  <a:lnTo>
                    <a:pt x="1568" y="144241"/>
                  </a:lnTo>
                  <a:lnTo>
                    <a:pt x="926" y="149489"/>
                  </a:lnTo>
                  <a:lnTo>
                    <a:pt x="450" y="154755"/>
                  </a:lnTo>
                  <a:lnTo>
                    <a:pt x="141" y="160034"/>
                  </a:lnTo>
                  <a:lnTo>
                    <a:pt x="0" y="165319"/>
                  </a:lnTo>
                  <a:lnTo>
                    <a:pt x="25" y="170607"/>
                  </a:lnTo>
                  <a:lnTo>
                    <a:pt x="218" y="175891"/>
                  </a:lnTo>
                  <a:lnTo>
                    <a:pt x="577" y="181166"/>
                  </a:lnTo>
                  <a:lnTo>
                    <a:pt x="1104" y="186427"/>
                  </a:lnTo>
                  <a:lnTo>
                    <a:pt x="1796" y="191669"/>
                  </a:lnTo>
                  <a:lnTo>
                    <a:pt x="2654" y="196887"/>
                  </a:lnTo>
                  <a:lnTo>
                    <a:pt x="3676" y="202074"/>
                  </a:lnTo>
                  <a:lnTo>
                    <a:pt x="4862" y="207227"/>
                  </a:lnTo>
                  <a:lnTo>
                    <a:pt x="6211" y="212340"/>
                  </a:lnTo>
                  <a:lnTo>
                    <a:pt x="7720" y="217407"/>
                  </a:lnTo>
                  <a:lnTo>
                    <a:pt x="9389" y="222425"/>
                  </a:lnTo>
                  <a:lnTo>
                    <a:pt x="11216" y="227387"/>
                  </a:lnTo>
                  <a:lnTo>
                    <a:pt x="13199" y="232288"/>
                  </a:lnTo>
                  <a:lnTo>
                    <a:pt x="15335" y="237125"/>
                  </a:lnTo>
                  <a:lnTo>
                    <a:pt x="17624" y="241891"/>
                  </a:lnTo>
                  <a:lnTo>
                    <a:pt x="20062" y="246583"/>
                  </a:lnTo>
                  <a:lnTo>
                    <a:pt x="22648" y="251195"/>
                  </a:lnTo>
                  <a:lnTo>
                    <a:pt x="25378" y="255724"/>
                  </a:lnTo>
                  <a:lnTo>
                    <a:pt x="28250" y="260163"/>
                  </a:lnTo>
                  <a:lnTo>
                    <a:pt x="31261" y="264510"/>
                  </a:lnTo>
                  <a:lnTo>
                    <a:pt x="34408" y="268759"/>
                  </a:lnTo>
                  <a:lnTo>
                    <a:pt x="37687" y="272906"/>
                  </a:lnTo>
                  <a:lnTo>
                    <a:pt x="41096" y="276948"/>
                  </a:lnTo>
                  <a:lnTo>
                    <a:pt x="44632" y="280880"/>
                  </a:lnTo>
                  <a:lnTo>
                    <a:pt x="48289" y="284698"/>
                  </a:lnTo>
                  <a:lnTo>
                    <a:pt x="52066" y="288399"/>
                  </a:lnTo>
                  <a:lnTo>
                    <a:pt x="55958" y="291978"/>
                  </a:lnTo>
                  <a:lnTo>
                    <a:pt x="59961" y="295432"/>
                  </a:lnTo>
                  <a:lnTo>
                    <a:pt x="64072" y="298758"/>
                  </a:lnTo>
                  <a:lnTo>
                    <a:pt x="68285" y="301953"/>
                  </a:lnTo>
                  <a:lnTo>
                    <a:pt x="72598" y="305012"/>
                  </a:lnTo>
                  <a:lnTo>
                    <a:pt x="77005" y="307934"/>
                  </a:lnTo>
                  <a:lnTo>
                    <a:pt x="81502" y="310714"/>
                  </a:lnTo>
                  <a:lnTo>
                    <a:pt x="86085" y="313352"/>
                  </a:lnTo>
                  <a:lnTo>
                    <a:pt x="90749" y="315842"/>
                  </a:lnTo>
                  <a:lnTo>
                    <a:pt x="95490" y="318185"/>
                  </a:lnTo>
                  <a:lnTo>
                    <a:pt x="100302" y="320376"/>
                  </a:lnTo>
                  <a:lnTo>
                    <a:pt x="105181" y="322413"/>
                  </a:lnTo>
                  <a:lnTo>
                    <a:pt x="110122" y="324296"/>
                  </a:lnTo>
                  <a:lnTo>
                    <a:pt x="115120" y="326021"/>
                  </a:lnTo>
                  <a:lnTo>
                    <a:pt x="120170" y="327587"/>
                  </a:lnTo>
                  <a:lnTo>
                    <a:pt x="125268" y="328993"/>
                  </a:lnTo>
                  <a:lnTo>
                    <a:pt x="130407" y="330237"/>
                  </a:lnTo>
                  <a:lnTo>
                    <a:pt x="135583" y="331317"/>
                  </a:lnTo>
                  <a:lnTo>
                    <a:pt x="140790" y="332234"/>
                  </a:lnTo>
                  <a:lnTo>
                    <a:pt x="146024" y="332985"/>
                  </a:lnTo>
                  <a:lnTo>
                    <a:pt x="151279" y="333571"/>
                  </a:lnTo>
                  <a:lnTo>
                    <a:pt x="156550" y="333989"/>
                  </a:lnTo>
                  <a:lnTo>
                    <a:pt x="161832" y="334241"/>
                  </a:lnTo>
                  <a:lnTo>
                    <a:pt x="167118" y="334326"/>
                  </a:lnTo>
                  <a:lnTo>
                    <a:pt x="172405" y="334244"/>
                  </a:lnTo>
                  <a:lnTo>
                    <a:pt x="177687" y="333994"/>
                  </a:lnTo>
                  <a:lnTo>
                    <a:pt x="182958" y="333578"/>
                  </a:lnTo>
                  <a:lnTo>
                    <a:pt x="188213" y="332995"/>
                  </a:lnTo>
                  <a:lnTo>
                    <a:pt x="193448" y="332246"/>
                  </a:lnTo>
                  <a:lnTo>
                    <a:pt x="198655" y="331332"/>
                  </a:lnTo>
                  <a:lnTo>
                    <a:pt x="203832" y="330254"/>
                  </a:lnTo>
                  <a:lnTo>
                    <a:pt x="208972" y="329012"/>
                  </a:lnTo>
                  <a:lnTo>
                    <a:pt x="214069" y="327609"/>
                  </a:lnTo>
                  <a:lnTo>
                    <a:pt x="219120" y="326045"/>
                  </a:lnTo>
                  <a:lnTo>
                    <a:pt x="224119" y="324322"/>
                  </a:lnTo>
                  <a:lnTo>
                    <a:pt x="229061" y="322442"/>
                  </a:lnTo>
                  <a:lnTo>
                    <a:pt x="233941" y="320406"/>
                  </a:lnTo>
                  <a:lnTo>
                    <a:pt x="238755" y="318217"/>
                  </a:lnTo>
                  <a:lnTo>
                    <a:pt x="243496" y="315878"/>
                  </a:lnTo>
                  <a:lnTo>
                    <a:pt x="248161" y="313389"/>
                  </a:lnTo>
                  <a:lnTo>
                    <a:pt x="252746" y="310754"/>
                  </a:lnTo>
                  <a:lnTo>
                    <a:pt x="257244" y="307975"/>
                  </a:lnTo>
                  <a:lnTo>
                    <a:pt x="261652" y="305056"/>
                  </a:lnTo>
                  <a:lnTo>
                    <a:pt x="265966" y="301998"/>
                  </a:lnTo>
                  <a:lnTo>
                    <a:pt x="270181" y="298806"/>
                  </a:lnTo>
                  <a:lnTo>
                    <a:pt x="274293" y="295482"/>
                  </a:lnTo>
                  <a:lnTo>
                    <a:pt x="278298" y="292029"/>
                  </a:lnTo>
                  <a:lnTo>
                    <a:pt x="282192" y="288452"/>
                  </a:lnTo>
                  <a:lnTo>
                    <a:pt x="285970" y="284753"/>
                  </a:lnTo>
                  <a:lnTo>
                    <a:pt x="289630" y="280936"/>
                  </a:lnTo>
                  <a:lnTo>
                    <a:pt x="293167" y="277006"/>
                  </a:lnTo>
                  <a:lnTo>
                    <a:pt x="296578" y="272966"/>
                  </a:lnTo>
                  <a:lnTo>
                    <a:pt x="299859" y="268820"/>
                  </a:lnTo>
                  <a:lnTo>
                    <a:pt x="303008" y="264572"/>
                  </a:lnTo>
                  <a:lnTo>
                    <a:pt x="306021" y="260227"/>
                  </a:lnTo>
                  <a:lnTo>
                    <a:pt x="308895" y="255789"/>
                  </a:lnTo>
                  <a:lnTo>
                    <a:pt x="311627" y="251262"/>
                  </a:lnTo>
                  <a:lnTo>
                    <a:pt x="314215" y="246651"/>
                  </a:lnTo>
                  <a:lnTo>
                    <a:pt x="316655" y="241960"/>
                  </a:lnTo>
                  <a:lnTo>
                    <a:pt x="318946" y="237195"/>
                  </a:lnTo>
                  <a:lnTo>
                    <a:pt x="321085" y="232359"/>
                  </a:lnTo>
                  <a:lnTo>
                    <a:pt x="323070" y="227458"/>
                  </a:lnTo>
                  <a:lnTo>
                    <a:pt x="324899" y="222497"/>
                  </a:lnTo>
                  <a:lnTo>
                    <a:pt x="326570" y="217481"/>
                  </a:lnTo>
                  <a:lnTo>
                    <a:pt x="328082" y="212414"/>
                  </a:lnTo>
                  <a:lnTo>
                    <a:pt x="329433" y="207302"/>
                  </a:lnTo>
                  <a:lnTo>
                    <a:pt x="330621" y="202150"/>
                  </a:lnTo>
                  <a:lnTo>
                    <a:pt x="331646" y="196962"/>
                  </a:lnTo>
                  <a:lnTo>
                    <a:pt x="332506" y="191745"/>
                  </a:lnTo>
                  <a:lnTo>
                    <a:pt x="333201" y="186504"/>
                  </a:lnTo>
                  <a:lnTo>
                    <a:pt x="333730" y="181243"/>
                  </a:lnTo>
                  <a:lnTo>
                    <a:pt x="334092" y="175967"/>
                  </a:lnTo>
                  <a:lnTo>
                    <a:pt x="334287" y="170684"/>
                  </a:lnTo>
                  <a:lnTo>
                    <a:pt x="334315" y="165396"/>
                  </a:lnTo>
                  <a:lnTo>
                    <a:pt x="334176" y="160110"/>
                  </a:lnTo>
                  <a:lnTo>
                    <a:pt x="333869" y="154832"/>
                  </a:lnTo>
                  <a:lnTo>
                    <a:pt x="333396" y="149565"/>
                  </a:lnTo>
                  <a:lnTo>
                    <a:pt x="332756" y="144317"/>
                  </a:lnTo>
                  <a:lnTo>
                    <a:pt x="331951" y="139091"/>
                  </a:lnTo>
                  <a:lnTo>
                    <a:pt x="330981" y="133893"/>
                  </a:lnTo>
                  <a:lnTo>
                    <a:pt x="329847" y="128729"/>
                  </a:lnTo>
                  <a:lnTo>
                    <a:pt x="328550" y="123603"/>
                  </a:lnTo>
                  <a:lnTo>
                    <a:pt x="327092" y="118520"/>
                  </a:lnTo>
                  <a:lnTo>
                    <a:pt x="325474" y="113486"/>
                  </a:lnTo>
                  <a:lnTo>
                    <a:pt x="323697" y="108506"/>
                  </a:lnTo>
                  <a:lnTo>
                    <a:pt x="321764" y="103585"/>
                  </a:lnTo>
                  <a:lnTo>
                    <a:pt x="319676" y="98727"/>
                  </a:lnTo>
                  <a:lnTo>
                    <a:pt x="317435" y="93938"/>
                  </a:lnTo>
                  <a:lnTo>
                    <a:pt x="315044" y="89222"/>
                  </a:lnTo>
                  <a:lnTo>
                    <a:pt x="312506" y="84583"/>
                  </a:lnTo>
                  <a:lnTo>
                    <a:pt x="309821" y="80028"/>
                  </a:lnTo>
                  <a:lnTo>
                    <a:pt x="306994" y="75560"/>
                  </a:lnTo>
                  <a:lnTo>
                    <a:pt x="304027" y="71183"/>
                  </a:lnTo>
                  <a:lnTo>
                    <a:pt x="300924" y="66902"/>
                  </a:lnTo>
                  <a:lnTo>
                    <a:pt x="297686" y="62722"/>
                  </a:lnTo>
                  <a:lnTo>
                    <a:pt x="294318" y="58646"/>
                  </a:lnTo>
                  <a:lnTo>
                    <a:pt x="290822" y="54679"/>
                  </a:lnTo>
                  <a:lnTo>
                    <a:pt x="287203" y="50824"/>
                  </a:lnTo>
                  <a:lnTo>
                    <a:pt x="283464" y="47085"/>
                  </a:lnTo>
                  <a:lnTo>
                    <a:pt x="279608" y="43467"/>
                  </a:lnTo>
                  <a:lnTo>
                    <a:pt x="275640" y="39973"/>
                  </a:lnTo>
                  <a:lnTo>
                    <a:pt x="271563" y="36605"/>
                  </a:lnTo>
                  <a:lnTo>
                    <a:pt x="267382" y="33369"/>
                  </a:lnTo>
                  <a:lnTo>
                    <a:pt x="263101" y="30266"/>
                  </a:lnTo>
                  <a:lnTo>
                    <a:pt x="258723" y="27300"/>
                  </a:lnTo>
                  <a:lnTo>
                    <a:pt x="254254" y="24474"/>
                  </a:lnTo>
                  <a:lnTo>
                    <a:pt x="249698" y="21791"/>
                  </a:lnTo>
                  <a:lnTo>
                    <a:pt x="245060" y="19253"/>
                  </a:lnTo>
                  <a:lnTo>
                    <a:pt x="240343" y="16863"/>
                  </a:lnTo>
                  <a:lnTo>
                    <a:pt x="235553" y="14624"/>
                  </a:lnTo>
                  <a:lnTo>
                    <a:pt x="230695" y="12537"/>
                  </a:lnTo>
                  <a:lnTo>
                    <a:pt x="225773" y="10605"/>
                  </a:lnTo>
                  <a:lnTo>
                    <a:pt x="220792" y="8829"/>
                  </a:lnTo>
                  <a:lnTo>
                    <a:pt x="215758" y="7212"/>
                  </a:lnTo>
                  <a:lnTo>
                    <a:pt x="210675" y="5755"/>
                  </a:lnTo>
                  <a:lnTo>
                    <a:pt x="205549" y="4460"/>
                  </a:lnTo>
                  <a:lnTo>
                    <a:pt x="200384" y="3327"/>
                  </a:lnTo>
                  <a:lnTo>
                    <a:pt x="195186" y="2358"/>
                  </a:lnTo>
                  <a:lnTo>
                    <a:pt x="189960" y="1554"/>
                  </a:lnTo>
                  <a:lnTo>
                    <a:pt x="184711" y="916"/>
                  </a:lnTo>
                  <a:lnTo>
                    <a:pt x="179445" y="444"/>
                  </a:lnTo>
                  <a:lnTo>
                    <a:pt x="167157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3779" y="3170392"/>
              <a:ext cx="12288" cy="167167"/>
            </a:xfrm>
            <a:custGeom>
              <a:avLst/>
              <a:pathLst>
                <a:path w="12288" h="167167">
                  <a:moveTo>
                    <a:pt x="12288" y="45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6572" y="2655501"/>
              <a:ext cx="26922" cy="167167"/>
            </a:xfrm>
            <a:custGeom>
              <a:avLst/>
              <a:pathLst>
                <a:path w="26922" h="167167">
                  <a:moveTo>
                    <a:pt x="26922" y="0"/>
                  </a:moveTo>
                  <a:lnTo>
                    <a:pt x="20164" y="136"/>
                  </a:lnTo>
                  <a:lnTo>
                    <a:pt x="13417" y="546"/>
                  </a:lnTo>
                  <a:lnTo>
                    <a:pt x="6692" y="1228"/>
                  </a:lnTo>
                  <a:lnTo>
                    <a:pt x="0" y="2182"/>
                  </a:lnTo>
                  <a:lnTo>
                    <a:pt x="2692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6572" y="2657684"/>
              <a:ext cx="26922" cy="164985"/>
            </a:xfrm>
            <a:custGeom>
              <a:avLst/>
              <a:pathLst>
                <a:path w="26922" h="164985">
                  <a:moveTo>
                    <a:pt x="0" y="0"/>
                  </a:moveTo>
                  <a:lnTo>
                    <a:pt x="26922" y="1649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56341" y="2657684"/>
              <a:ext cx="334320" cy="332145"/>
            </a:xfrm>
            <a:custGeom>
              <a:avLst/>
              <a:pathLst>
                <a:path w="334320" h="332145">
                  <a:moveTo>
                    <a:pt x="140230" y="0"/>
                  </a:moveTo>
                  <a:lnTo>
                    <a:pt x="135031" y="932"/>
                  </a:lnTo>
                  <a:lnTo>
                    <a:pt x="129864" y="2029"/>
                  </a:lnTo>
                  <a:lnTo>
                    <a:pt x="124734" y="3289"/>
                  </a:lnTo>
                  <a:lnTo>
                    <a:pt x="119646" y="4710"/>
                  </a:lnTo>
                  <a:lnTo>
                    <a:pt x="114606" y="6291"/>
                  </a:lnTo>
                  <a:lnTo>
                    <a:pt x="109618" y="8030"/>
                  </a:lnTo>
                  <a:lnTo>
                    <a:pt x="104688" y="9926"/>
                  </a:lnTo>
                  <a:lnTo>
                    <a:pt x="99820" y="11977"/>
                  </a:lnTo>
                  <a:lnTo>
                    <a:pt x="95019" y="14181"/>
                  </a:lnTo>
                  <a:lnTo>
                    <a:pt x="90291" y="16536"/>
                  </a:lnTo>
                  <a:lnTo>
                    <a:pt x="85639" y="19038"/>
                  </a:lnTo>
                  <a:lnTo>
                    <a:pt x="81068" y="21687"/>
                  </a:lnTo>
                  <a:lnTo>
                    <a:pt x="76584" y="24478"/>
                  </a:lnTo>
                  <a:lnTo>
                    <a:pt x="72189" y="27410"/>
                  </a:lnTo>
                  <a:lnTo>
                    <a:pt x="67890" y="30479"/>
                  </a:lnTo>
                  <a:lnTo>
                    <a:pt x="63690" y="33682"/>
                  </a:lnTo>
                  <a:lnTo>
                    <a:pt x="59593" y="37017"/>
                  </a:lnTo>
                  <a:lnTo>
                    <a:pt x="55604" y="40479"/>
                  </a:lnTo>
                  <a:lnTo>
                    <a:pt x="51726" y="44065"/>
                  </a:lnTo>
                  <a:lnTo>
                    <a:pt x="47963" y="47773"/>
                  </a:lnTo>
                  <a:lnTo>
                    <a:pt x="44319" y="51597"/>
                  </a:lnTo>
                  <a:lnTo>
                    <a:pt x="40798" y="55535"/>
                  </a:lnTo>
                  <a:lnTo>
                    <a:pt x="37403" y="59582"/>
                  </a:lnTo>
                  <a:lnTo>
                    <a:pt x="34137" y="63734"/>
                  </a:lnTo>
                  <a:lnTo>
                    <a:pt x="31005" y="67987"/>
                  </a:lnTo>
                  <a:lnTo>
                    <a:pt x="28008" y="72337"/>
                  </a:lnTo>
                  <a:lnTo>
                    <a:pt x="25150" y="76780"/>
                  </a:lnTo>
                  <a:lnTo>
                    <a:pt x="22434" y="81310"/>
                  </a:lnTo>
                  <a:lnTo>
                    <a:pt x="19863" y="85924"/>
                  </a:lnTo>
                  <a:lnTo>
                    <a:pt x="17438" y="90618"/>
                  </a:lnTo>
                  <a:lnTo>
                    <a:pt x="15163" y="95385"/>
                  </a:lnTo>
                  <a:lnTo>
                    <a:pt x="13040" y="100222"/>
                  </a:lnTo>
                  <a:lnTo>
                    <a:pt x="11071" y="105123"/>
                  </a:lnTo>
                  <a:lnTo>
                    <a:pt x="9257" y="110085"/>
                  </a:lnTo>
                  <a:lnTo>
                    <a:pt x="7602" y="115101"/>
                  </a:lnTo>
                  <a:lnTo>
                    <a:pt x="6105" y="120167"/>
                  </a:lnTo>
                  <a:lnTo>
                    <a:pt x="4770" y="125278"/>
                  </a:lnTo>
                  <a:lnTo>
                    <a:pt x="3596" y="130428"/>
                  </a:lnTo>
                  <a:lnTo>
                    <a:pt x="2586" y="135613"/>
                  </a:lnTo>
                  <a:lnTo>
                    <a:pt x="1740" y="140827"/>
                  </a:lnTo>
                  <a:lnTo>
                    <a:pt x="1059" y="146065"/>
                  </a:lnTo>
                  <a:lnTo>
                    <a:pt x="545" y="151323"/>
                  </a:lnTo>
                  <a:lnTo>
                    <a:pt x="196" y="156593"/>
                  </a:lnTo>
                  <a:lnTo>
                    <a:pt x="14" y="161873"/>
                  </a:lnTo>
                  <a:lnTo>
                    <a:pt x="0" y="167155"/>
                  </a:lnTo>
                  <a:lnTo>
                    <a:pt x="152" y="172435"/>
                  </a:lnTo>
                  <a:lnTo>
                    <a:pt x="470" y="177708"/>
                  </a:lnTo>
                  <a:lnTo>
                    <a:pt x="955" y="182968"/>
                  </a:lnTo>
                  <a:lnTo>
                    <a:pt x="1607" y="188210"/>
                  </a:lnTo>
                  <a:lnTo>
                    <a:pt x="2423" y="193429"/>
                  </a:lnTo>
                  <a:lnTo>
                    <a:pt x="3404" y="198619"/>
                  </a:lnTo>
                  <a:lnTo>
                    <a:pt x="4548" y="203776"/>
                  </a:lnTo>
                  <a:lnTo>
                    <a:pt x="5855" y="208894"/>
                  </a:lnTo>
                  <a:lnTo>
                    <a:pt x="7323" y="213969"/>
                  </a:lnTo>
                  <a:lnTo>
                    <a:pt x="8951" y="218994"/>
                  </a:lnTo>
                  <a:lnTo>
                    <a:pt x="10736" y="223966"/>
                  </a:lnTo>
                  <a:lnTo>
                    <a:pt x="12678" y="228878"/>
                  </a:lnTo>
                  <a:lnTo>
                    <a:pt x="14773" y="233727"/>
                  </a:lnTo>
                  <a:lnTo>
                    <a:pt x="17021" y="238507"/>
                  </a:lnTo>
                  <a:lnTo>
                    <a:pt x="19419" y="243214"/>
                  </a:lnTo>
                  <a:lnTo>
                    <a:pt x="21965" y="247842"/>
                  </a:lnTo>
                  <a:lnTo>
                    <a:pt x="24655" y="252388"/>
                  </a:lnTo>
                  <a:lnTo>
                    <a:pt x="27488" y="256847"/>
                  </a:lnTo>
                  <a:lnTo>
                    <a:pt x="30460" y="261214"/>
                  </a:lnTo>
                  <a:lnTo>
                    <a:pt x="33569" y="265485"/>
                  </a:lnTo>
                  <a:lnTo>
                    <a:pt x="36811" y="269655"/>
                  </a:lnTo>
                  <a:lnTo>
                    <a:pt x="40183" y="273721"/>
                  </a:lnTo>
                  <a:lnTo>
                    <a:pt x="43682" y="277678"/>
                  </a:lnTo>
                  <a:lnTo>
                    <a:pt x="47304" y="281523"/>
                  </a:lnTo>
                  <a:lnTo>
                    <a:pt x="51046" y="285252"/>
                  </a:lnTo>
                  <a:lnTo>
                    <a:pt x="54904" y="288860"/>
                  </a:lnTo>
                  <a:lnTo>
                    <a:pt x="58874" y="292345"/>
                  </a:lnTo>
                  <a:lnTo>
                    <a:pt x="62952" y="295702"/>
                  </a:lnTo>
                  <a:lnTo>
                    <a:pt x="67134" y="298929"/>
                  </a:lnTo>
                  <a:lnTo>
                    <a:pt x="71416" y="302023"/>
                  </a:lnTo>
                  <a:lnTo>
                    <a:pt x="75793" y="304979"/>
                  </a:lnTo>
                  <a:lnTo>
                    <a:pt x="80262" y="307796"/>
                  </a:lnTo>
                  <a:lnTo>
                    <a:pt x="84818" y="310470"/>
                  </a:lnTo>
                  <a:lnTo>
                    <a:pt x="89455" y="312998"/>
                  </a:lnTo>
                  <a:lnTo>
                    <a:pt x="94171" y="315379"/>
                  </a:lnTo>
                  <a:lnTo>
                    <a:pt x="98959" y="317610"/>
                  </a:lnTo>
                  <a:lnTo>
                    <a:pt x="103815" y="319689"/>
                  </a:lnTo>
                  <a:lnTo>
                    <a:pt x="108735" y="321613"/>
                  </a:lnTo>
                  <a:lnTo>
                    <a:pt x="113712" y="323380"/>
                  </a:lnTo>
                  <a:lnTo>
                    <a:pt x="118744" y="324989"/>
                  </a:lnTo>
                  <a:lnTo>
                    <a:pt x="123823" y="326439"/>
                  </a:lnTo>
                  <a:lnTo>
                    <a:pt x="128946" y="327727"/>
                  </a:lnTo>
                  <a:lnTo>
                    <a:pt x="134107" y="328853"/>
                  </a:lnTo>
                  <a:lnTo>
                    <a:pt x="139301" y="329816"/>
                  </a:lnTo>
                  <a:lnTo>
                    <a:pt x="144523" y="330613"/>
                  </a:lnTo>
                  <a:lnTo>
                    <a:pt x="149767" y="331246"/>
                  </a:lnTo>
                  <a:lnTo>
                    <a:pt x="155029" y="331712"/>
                  </a:lnTo>
                  <a:lnTo>
                    <a:pt x="160303" y="332012"/>
                  </a:lnTo>
                  <a:lnTo>
                    <a:pt x="165583" y="332145"/>
                  </a:lnTo>
                  <a:lnTo>
                    <a:pt x="170866" y="332111"/>
                  </a:lnTo>
                  <a:lnTo>
                    <a:pt x="176144" y="331910"/>
                  </a:lnTo>
                  <a:lnTo>
                    <a:pt x="181414" y="331543"/>
                  </a:lnTo>
                  <a:lnTo>
                    <a:pt x="186669" y="331009"/>
                  </a:lnTo>
                  <a:lnTo>
                    <a:pt x="191905" y="330310"/>
                  </a:lnTo>
                  <a:lnTo>
                    <a:pt x="197116" y="329445"/>
                  </a:lnTo>
                  <a:lnTo>
                    <a:pt x="202297" y="328416"/>
                  </a:lnTo>
                  <a:lnTo>
                    <a:pt x="207443" y="327224"/>
                  </a:lnTo>
                  <a:lnTo>
                    <a:pt x="212549" y="325870"/>
                  </a:lnTo>
                  <a:lnTo>
                    <a:pt x="217610" y="324356"/>
                  </a:lnTo>
                  <a:lnTo>
                    <a:pt x="222620" y="322682"/>
                  </a:lnTo>
                  <a:lnTo>
                    <a:pt x="227575" y="320851"/>
                  </a:lnTo>
                  <a:lnTo>
                    <a:pt x="232469" y="318864"/>
                  </a:lnTo>
                  <a:lnTo>
                    <a:pt x="237298" y="316723"/>
                  </a:lnTo>
                  <a:lnTo>
                    <a:pt x="242058" y="314431"/>
                  </a:lnTo>
                  <a:lnTo>
                    <a:pt x="246742" y="311990"/>
                  </a:lnTo>
                  <a:lnTo>
                    <a:pt x="251347" y="309402"/>
                  </a:lnTo>
                  <a:lnTo>
                    <a:pt x="255868" y="306670"/>
                  </a:lnTo>
                  <a:lnTo>
                    <a:pt x="260300" y="303796"/>
                  </a:lnTo>
                  <a:lnTo>
                    <a:pt x="264639" y="300784"/>
                  </a:lnTo>
                  <a:lnTo>
                    <a:pt x="268881" y="297636"/>
                  </a:lnTo>
                  <a:lnTo>
                    <a:pt x="273022" y="294355"/>
                  </a:lnTo>
                  <a:lnTo>
                    <a:pt x="277056" y="290946"/>
                  </a:lnTo>
                  <a:lnTo>
                    <a:pt x="280981" y="287410"/>
                  </a:lnTo>
                  <a:lnTo>
                    <a:pt x="284792" y="283753"/>
                  </a:lnTo>
                  <a:lnTo>
                    <a:pt x="288486" y="279977"/>
                  </a:lnTo>
                  <a:lnTo>
                    <a:pt x="292059" y="276086"/>
                  </a:lnTo>
                  <a:lnTo>
                    <a:pt x="295507" y="272084"/>
                  </a:lnTo>
                  <a:lnTo>
                    <a:pt x="298827" y="267975"/>
                  </a:lnTo>
                  <a:lnTo>
                    <a:pt x="302015" y="263763"/>
                  </a:lnTo>
                  <a:lnTo>
                    <a:pt x="305068" y="259453"/>
                  </a:lnTo>
                  <a:lnTo>
                    <a:pt x="307984" y="255048"/>
                  </a:lnTo>
                  <a:lnTo>
                    <a:pt x="310760" y="250554"/>
                  </a:lnTo>
                  <a:lnTo>
                    <a:pt x="313391" y="245974"/>
                  </a:lnTo>
                  <a:lnTo>
                    <a:pt x="315877" y="241313"/>
                  </a:lnTo>
                  <a:lnTo>
                    <a:pt x="318215" y="236576"/>
                  </a:lnTo>
                  <a:lnTo>
                    <a:pt x="320401" y="231767"/>
                  </a:lnTo>
                  <a:lnTo>
                    <a:pt x="322435" y="226892"/>
                  </a:lnTo>
                  <a:lnTo>
                    <a:pt x="324313" y="221955"/>
                  </a:lnTo>
                  <a:lnTo>
                    <a:pt x="326035" y="216961"/>
                  </a:lnTo>
                  <a:lnTo>
                    <a:pt x="327598" y="211915"/>
                  </a:lnTo>
                  <a:lnTo>
                    <a:pt x="329000" y="206822"/>
                  </a:lnTo>
                  <a:lnTo>
                    <a:pt x="330241" y="201688"/>
                  </a:lnTo>
                  <a:lnTo>
                    <a:pt x="331319" y="196517"/>
                  </a:lnTo>
                  <a:lnTo>
                    <a:pt x="332234" y="191314"/>
                  </a:lnTo>
                  <a:lnTo>
                    <a:pt x="332983" y="186085"/>
                  </a:lnTo>
                  <a:lnTo>
                    <a:pt x="333567" y="180835"/>
                  </a:lnTo>
                  <a:lnTo>
                    <a:pt x="333985" y="175569"/>
                  </a:lnTo>
                  <a:lnTo>
                    <a:pt x="334236" y="170293"/>
                  </a:lnTo>
                  <a:lnTo>
                    <a:pt x="334320" y="165011"/>
                  </a:lnTo>
                  <a:lnTo>
                    <a:pt x="334238" y="159730"/>
                  </a:lnTo>
                  <a:lnTo>
                    <a:pt x="333988" y="154453"/>
                  </a:lnTo>
                  <a:lnTo>
                    <a:pt x="333572" y="149187"/>
                  </a:lnTo>
                  <a:lnTo>
                    <a:pt x="332990" y="143937"/>
                  </a:lnTo>
                  <a:lnTo>
                    <a:pt x="332242" y="138708"/>
                  </a:lnTo>
                  <a:lnTo>
                    <a:pt x="331330" y="133505"/>
                  </a:lnTo>
                  <a:lnTo>
                    <a:pt x="330253" y="128333"/>
                  </a:lnTo>
                  <a:lnTo>
                    <a:pt x="329014" y="123199"/>
                  </a:lnTo>
                  <a:lnTo>
                    <a:pt x="327612" y="118105"/>
                  </a:lnTo>
                  <a:lnTo>
                    <a:pt x="326051" y="113059"/>
                  </a:lnTo>
                  <a:lnTo>
                    <a:pt x="324331" y="108065"/>
                  </a:lnTo>
                  <a:lnTo>
                    <a:pt x="322454" y="103127"/>
                  </a:lnTo>
                  <a:lnTo>
                    <a:pt x="320422" y="98251"/>
                  </a:lnTo>
                  <a:lnTo>
                    <a:pt x="318237" y="93442"/>
                  </a:lnTo>
                  <a:lnTo>
                    <a:pt x="315902" y="88704"/>
                  </a:lnTo>
                  <a:lnTo>
                    <a:pt x="313417" y="84042"/>
                  </a:lnTo>
                  <a:lnTo>
                    <a:pt x="310787" y="79461"/>
                  </a:lnTo>
                  <a:lnTo>
                    <a:pt x="308013" y="74966"/>
                  </a:lnTo>
                  <a:lnTo>
                    <a:pt x="305098" y="70560"/>
                  </a:lnTo>
                  <a:lnTo>
                    <a:pt x="302046" y="66249"/>
                  </a:lnTo>
                  <a:lnTo>
                    <a:pt x="298859" y="62036"/>
                  </a:lnTo>
                  <a:lnTo>
                    <a:pt x="295541" y="57926"/>
                  </a:lnTo>
                  <a:lnTo>
                    <a:pt x="292094" y="53923"/>
                  </a:lnTo>
                  <a:lnTo>
                    <a:pt x="288523" y="50031"/>
                  </a:lnTo>
                  <a:lnTo>
                    <a:pt x="284830" y="46254"/>
                  </a:lnTo>
                  <a:lnTo>
                    <a:pt x="281020" y="42595"/>
                  </a:lnTo>
                  <a:lnTo>
                    <a:pt x="277096" y="39059"/>
                  </a:lnTo>
                  <a:lnTo>
                    <a:pt x="273063" y="35648"/>
                  </a:lnTo>
                  <a:lnTo>
                    <a:pt x="268924" y="32366"/>
                  </a:lnTo>
                  <a:lnTo>
                    <a:pt x="264683" y="29217"/>
                  </a:lnTo>
                  <a:lnTo>
                    <a:pt x="260344" y="26203"/>
                  </a:lnTo>
                  <a:lnTo>
                    <a:pt x="167153" y="1649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3495" y="2655501"/>
              <a:ext cx="93191" cy="167167"/>
            </a:xfrm>
            <a:custGeom>
              <a:avLst/>
              <a:pathLst>
                <a:path w="93191" h="167167">
                  <a:moveTo>
                    <a:pt x="93191" y="28385"/>
                  </a:moveTo>
                  <a:lnTo>
                    <a:pt x="88308" y="25228"/>
                  </a:lnTo>
                  <a:lnTo>
                    <a:pt x="83318" y="22243"/>
                  </a:lnTo>
                  <a:lnTo>
                    <a:pt x="78228" y="19433"/>
                  </a:lnTo>
                  <a:lnTo>
                    <a:pt x="73043" y="16802"/>
                  </a:lnTo>
                  <a:lnTo>
                    <a:pt x="67769" y="14353"/>
                  </a:lnTo>
                  <a:lnTo>
                    <a:pt x="62414" y="12088"/>
                  </a:lnTo>
                  <a:lnTo>
                    <a:pt x="56983" y="10011"/>
                  </a:lnTo>
                  <a:lnTo>
                    <a:pt x="51483" y="8125"/>
                  </a:lnTo>
                  <a:lnTo>
                    <a:pt x="45920" y="6430"/>
                  </a:lnTo>
                  <a:lnTo>
                    <a:pt x="40303" y="4931"/>
                  </a:lnTo>
                  <a:lnTo>
                    <a:pt x="34636" y="3627"/>
                  </a:lnTo>
                  <a:lnTo>
                    <a:pt x="28927" y="2521"/>
                  </a:lnTo>
                  <a:lnTo>
                    <a:pt x="23184" y="1615"/>
                  </a:lnTo>
                  <a:lnTo>
                    <a:pt x="17412" y="909"/>
                  </a:lnTo>
                  <a:lnTo>
                    <a:pt x="11620" y="404"/>
                  </a:lnTo>
                  <a:lnTo>
                    <a:pt x="5813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0212" y="2168369"/>
              <a:ext cx="5680" cy="167167"/>
            </a:xfrm>
            <a:custGeom>
              <a:avLst/>
              <a:pathLst>
                <a:path w="5680" h="167167">
                  <a:moveTo>
                    <a:pt x="5680" y="0"/>
                  </a:moveTo>
                  <a:lnTo>
                    <a:pt x="0" y="96"/>
                  </a:lnTo>
                  <a:lnTo>
                    <a:pt x="568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212" y="2168465"/>
              <a:ext cx="5680" cy="167070"/>
            </a:xfrm>
            <a:custGeom>
              <a:avLst/>
              <a:pathLst>
                <a:path w="5680" h="167070">
                  <a:moveTo>
                    <a:pt x="0" y="0"/>
                  </a:moveTo>
                  <a:lnTo>
                    <a:pt x="5680" y="1670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578734" y="2168465"/>
              <a:ext cx="322042" cy="334232"/>
            </a:xfrm>
            <a:custGeom>
              <a:avLst/>
              <a:pathLst>
                <a:path w="322042" h="334232">
                  <a:moveTo>
                    <a:pt x="161477" y="0"/>
                  </a:moveTo>
                  <a:lnTo>
                    <a:pt x="156168" y="265"/>
                  </a:lnTo>
                  <a:lnTo>
                    <a:pt x="150871" y="698"/>
                  </a:lnTo>
                  <a:lnTo>
                    <a:pt x="145590" y="1300"/>
                  </a:lnTo>
                  <a:lnTo>
                    <a:pt x="140331" y="2070"/>
                  </a:lnTo>
                  <a:lnTo>
                    <a:pt x="135098" y="3006"/>
                  </a:lnTo>
                  <a:lnTo>
                    <a:pt x="129899" y="4108"/>
                  </a:lnTo>
                  <a:lnTo>
                    <a:pt x="124737" y="5375"/>
                  </a:lnTo>
                  <a:lnTo>
                    <a:pt x="119617" y="6805"/>
                  </a:lnTo>
                  <a:lnTo>
                    <a:pt x="114546" y="8398"/>
                  </a:lnTo>
                  <a:lnTo>
                    <a:pt x="109528" y="10151"/>
                  </a:lnTo>
                  <a:lnTo>
                    <a:pt x="104569" y="12062"/>
                  </a:lnTo>
                  <a:lnTo>
                    <a:pt x="99672" y="14130"/>
                  </a:lnTo>
                  <a:lnTo>
                    <a:pt x="94844" y="16353"/>
                  </a:lnTo>
                  <a:lnTo>
                    <a:pt x="90089" y="18728"/>
                  </a:lnTo>
                  <a:lnTo>
                    <a:pt x="85412" y="21254"/>
                  </a:lnTo>
                  <a:lnTo>
                    <a:pt x="80817" y="23926"/>
                  </a:lnTo>
                  <a:lnTo>
                    <a:pt x="76310" y="26743"/>
                  </a:lnTo>
                  <a:lnTo>
                    <a:pt x="71895" y="29703"/>
                  </a:lnTo>
                  <a:lnTo>
                    <a:pt x="67576" y="32801"/>
                  </a:lnTo>
                  <a:lnTo>
                    <a:pt x="63357" y="36034"/>
                  </a:lnTo>
                  <a:lnTo>
                    <a:pt x="59244" y="39401"/>
                  </a:lnTo>
                  <a:lnTo>
                    <a:pt x="55239" y="42896"/>
                  </a:lnTo>
                  <a:lnTo>
                    <a:pt x="51348" y="46517"/>
                  </a:lnTo>
                  <a:lnTo>
                    <a:pt x="47574" y="50260"/>
                  </a:lnTo>
                  <a:lnTo>
                    <a:pt x="43921" y="54121"/>
                  </a:lnTo>
                  <a:lnTo>
                    <a:pt x="40392" y="58096"/>
                  </a:lnTo>
                  <a:lnTo>
                    <a:pt x="36992" y="62181"/>
                  </a:lnTo>
                  <a:lnTo>
                    <a:pt x="33723" y="66372"/>
                  </a:lnTo>
                  <a:lnTo>
                    <a:pt x="30589" y="70665"/>
                  </a:lnTo>
                  <a:lnTo>
                    <a:pt x="27593" y="75056"/>
                  </a:lnTo>
                  <a:lnTo>
                    <a:pt x="24738" y="79539"/>
                  </a:lnTo>
                  <a:lnTo>
                    <a:pt x="22028" y="84111"/>
                  </a:lnTo>
                  <a:lnTo>
                    <a:pt x="19463" y="88767"/>
                  </a:lnTo>
                  <a:lnTo>
                    <a:pt x="17049" y="93502"/>
                  </a:lnTo>
                  <a:lnTo>
                    <a:pt x="14786" y="98312"/>
                  </a:lnTo>
                  <a:lnTo>
                    <a:pt x="12677" y="103191"/>
                  </a:lnTo>
                  <a:lnTo>
                    <a:pt x="10724" y="108134"/>
                  </a:lnTo>
                  <a:lnTo>
                    <a:pt x="8929" y="113138"/>
                  </a:lnTo>
                  <a:lnTo>
                    <a:pt x="7295" y="118195"/>
                  </a:lnTo>
                  <a:lnTo>
                    <a:pt x="5822" y="123302"/>
                  </a:lnTo>
                  <a:lnTo>
                    <a:pt x="4512" y="128454"/>
                  </a:lnTo>
                  <a:lnTo>
                    <a:pt x="3366" y="133644"/>
                  </a:lnTo>
                  <a:lnTo>
                    <a:pt x="2386" y="138868"/>
                  </a:lnTo>
                  <a:lnTo>
                    <a:pt x="1573" y="144121"/>
                  </a:lnTo>
                  <a:lnTo>
                    <a:pt x="927" y="149397"/>
                  </a:lnTo>
                  <a:lnTo>
                    <a:pt x="449" y="154691"/>
                  </a:lnTo>
                  <a:lnTo>
                    <a:pt x="140" y="159997"/>
                  </a:lnTo>
                  <a:lnTo>
                    <a:pt x="0" y="165310"/>
                  </a:lnTo>
                  <a:lnTo>
                    <a:pt x="28" y="170626"/>
                  </a:lnTo>
                  <a:lnTo>
                    <a:pt x="226" y="175937"/>
                  </a:lnTo>
                  <a:lnTo>
                    <a:pt x="592" y="181240"/>
                  </a:lnTo>
                  <a:lnTo>
                    <a:pt x="1127" y="186528"/>
                  </a:lnTo>
                  <a:lnTo>
                    <a:pt x="1829" y="191797"/>
                  </a:lnTo>
                  <a:lnTo>
                    <a:pt x="2699" y="197040"/>
                  </a:lnTo>
                  <a:lnTo>
                    <a:pt x="3735" y="202254"/>
                  </a:lnTo>
                  <a:lnTo>
                    <a:pt x="4936" y="207432"/>
                  </a:lnTo>
                  <a:lnTo>
                    <a:pt x="6301" y="212569"/>
                  </a:lnTo>
                  <a:lnTo>
                    <a:pt x="7829" y="217659"/>
                  </a:lnTo>
                  <a:lnTo>
                    <a:pt x="9518" y="222699"/>
                  </a:lnTo>
                  <a:lnTo>
                    <a:pt x="11366" y="227683"/>
                  </a:lnTo>
                  <a:lnTo>
                    <a:pt x="13372" y="232605"/>
                  </a:lnTo>
                  <a:lnTo>
                    <a:pt x="15533" y="237461"/>
                  </a:lnTo>
                  <a:lnTo>
                    <a:pt x="17847" y="242246"/>
                  </a:lnTo>
                  <a:lnTo>
                    <a:pt x="20313" y="246955"/>
                  </a:lnTo>
                  <a:lnTo>
                    <a:pt x="22927" y="251583"/>
                  </a:lnTo>
                  <a:lnTo>
                    <a:pt x="25687" y="256126"/>
                  </a:lnTo>
                  <a:lnTo>
                    <a:pt x="28589" y="260579"/>
                  </a:lnTo>
                  <a:lnTo>
                    <a:pt x="31632" y="264937"/>
                  </a:lnTo>
                  <a:lnTo>
                    <a:pt x="34812" y="269196"/>
                  </a:lnTo>
                  <a:lnTo>
                    <a:pt x="38126" y="273352"/>
                  </a:lnTo>
                  <a:lnTo>
                    <a:pt x="41570" y="277400"/>
                  </a:lnTo>
                  <a:lnTo>
                    <a:pt x="45141" y="281337"/>
                  </a:lnTo>
                  <a:lnTo>
                    <a:pt x="48835" y="285159"/>
                  </a:lnTo>
                  <a:lnTo>
                    <a:pt x="52650" y="288861"/>
                  </a:lnTo>
                  <a:lnTo>
                    <a:pt x="56579" y="292439"/>
                  </a:lnTo>
                  <a:lnTo>
                    <a:pt x="60621" y="295892"/>
                  </a:lnTo>
                  <a:lnTo>
                    <a:pt x="64770" y="299214"/>
                  </a:lnTo>
                  <a:lnTo>
                    <a:pt x="69023" y="302402"/>
                  </a:lnTo>
                  <a:lnTo>
                    <a:pt x="73375" y="305453"/>
                  </a:lnTo>
                  <a:lnTo>
                    <a:pt x="77822" y="308365"/>
                  </a:lnTo>
                  <a:lnTo>
                    <a:pt x="82360" y="311134"/>
                  </a:lnTo>
                  <a:lnTo>
                    <a:pt x="86982" y="313757"/>
                  </a:lnTo>
                  <a:lnTo>
                    <a:pt x="91686" y="316232"/>
                  </a:lnTo>
                  <a:lnTo>
                    <a:pt x="96467" y="318556"/>
                  </a:lnTo>
                  <a:lnTo>
                    <a:pt x="101319" y="320726"/>
                  </a:lnTo>
                  <a:lnTo>
                    <a:pt x="106237" y="322742"/>
                  </a:lnTo>
                  <a:lnTo>
                    <a:pt x="111217" y="324600"/>
                  </a:lnTo>
                  <a:lnTo>
                    <a:pt x="116253" y="326299"/>
                  </a:lnTo>
                  <a:lnTo>
                    <a:pt x="121341" y="327837"/>
                  </a:lnTo>
                  <a:lnTo>
                    <a:pt x="126475" y="329212"/>
                  </a:lnTo>
                  <a:lnTo>
                    <a:pt x="131651" y="330423"/>
                  </a:lnTo>
                  <a:lnTo>
                    <a:pt x="136862" y="331470"/>
                  </a:lnTo>
                  <a:lnTo>
                    <a:pt x="142104" y="332350"/>
                  </a:lnTo>
                  <a:lnTo>
                    <a:pt x="147371" y="333063"/>
                  </a:lnTo>
                  <a:lnTo>
                    <a:pt x="152659" y="333608"/>
                  </a:lnTo>
                  <a:lnTo>
                    <a:pt x="157960" y="333985"/>
                  </a:lnTo>
                  <a:lnTo>
                    <a:pt x="163272" y="334193"/>
                  </a:lnTo>
                  <a:lnTo>
                    <a:pt x="168587" y="334232"/>
                  </a:lnTo>
                  <a:lnTo>
                    <a:pt x="173901" y="334102"/>
                  </a:lnTo>
                  <a:lnTo>
                    <a:pt x="179207" y="333803"/>
                  </a:lnTo>
                  <a:lnTo>
                    <a:pt x="184502" y="333336"/>
                  </a:lnTo>
                  <a:lnTo>
                    <a:pt x="189779" y="332700"/>
                  </a:lnTo>
                  <a:lnTo>
                    <a:pt x="195034" y="331897"/>
                  </a:lnTo>
                  <a:lnTo>
                    <a:pt x="200260" y="330928"/>
                  </a:lnTo>
                  <a:lnTo>
                    <a:pt x="205452" y="329792"/>
                  </a:lnTo>
                  <a:lnTo>
                    <a:pt x="210606" y="328493"/>
                  </a:lnTo>
                  <a:lnTo>
                    <a:pt x="215716" y="327030"/>
                  </a:lnTo>
                  <a:lnTo>
                    <a:pt x="220777" y="325405"/>
                  </a:lnTo>
                  <a:lnTo>
                    <a:pt x="225784" y="323620"/>
                  </a:lnTo>
                  <a:lnTo>
                    <a:pt x="230731" y="321678"/>
                  </a:lnTo>
                  <a:lnTo>
                    <a:pt x="235614" y="319578"/>
                  </a:lnTo>
                  <a:lnTo>
                    <a:pt x="240428" y="317325"/>
                  </a:lnTo>
                  <a:lnTo>
                    <a:pt x="245168" y="314919"/>
                  </a:lnTo>
                  <a:lnTo>
                    <a:pt x="249829" y="312364"/>
                  </a:lnTo>
                  <a:lnTo>
                    <a:pt x="254407" y="309663"/>
                  </a:lnTo>
                  <a:lnTo>
                    <a:pt x="258896" y="306817"/>
                  </a:lnTo>
                  <a:lnTo>
                    <a:pt x="263292" y="303830"/>
                  </a:lnTo>
                  <a:lnTo>
                    <a:pt x="267592" y="300704"/>
                  </a:lnTo>
                  <a:lnTo>
                    <a:pt x="271789" y="297444"/>
                  </a:lnTo>
                  <a:lnTo>
                    <a:pt x="275881" y="294051"/>
                  </a:lnTo>
                  <a:lnTo>
                    <a:pt x="279863" y="290531"/>
                  </a:lnTo>
                  <a:lnTo>
                    <a:pt x="283731" y="286885"/>
                  </a:lnTo>
                  <a:lnTo>
                    <a:pt x="287482" y="283118"/>
                  </a:lnTo>
                  <a:lnTo>
                    <a:pt x="291110" y="279234"/>
                  </a:lnTo>
                  <a:lnTo>
                    <a:pt x="294613" y="275237"/>
                  </a:lnTo>
                  <a:lnTo>
                    <a:pt x="297988" y="271130"/>
                  </a:lnTo>
                  <a:lnTo>
                    <a:pt x="301230" y="266918"/>
                  </a:lnTo>
                  <a:lnTo>
                    <a:pt x="304337" y="262605"/>
                  </a:lnTo>
                  <a:lnTo>
                    <a:pt x="307305" y="258196"/>
                  </a:lnTo>
                  <a:lnTo>
                    <a:pt x="310131" y="253694"/>
                  </a:lnTo>
                  <a:lnTo>
                    <a:pt x="312812" y="249105"/>
                  </a:lnTo>
                  <a:lnTo>
                    <a:pt x="315347" y="244433"/>
                  </a:lnTo>
                  <a:lnTo>
                    <a:pt x="317731" y="239682"/>
                  </a:lnTo>
                  <a:lnTo>
                    <a:pt x="319964" y="234859"/>
                  </a:lnTo>
                  <a:lnTo>
                    <a:pt x="322042" y="229966"/>
                  </a:lnTo>
                  <a:lnTo>
                    <a:pt x="167158" y="1670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45892" y="2168369"/>
              <a:ext cx="167167" cy="230063"/>
            </a:xfrm>
            <a:custGeom>
              <a:avLst/>
              <a:pathLst>
                <a:path w="167167" h="230063">
                  <a:moveTo>
                    <a:pt x="154884" y="230063"/>
                  </a:moveTo>
                  <a:lnTo>
                    <a:pt x="156821" y="225063"/>
                  </a:lnTo>
                  <a:lnTo>
                    <a:pt x="158597" y="220005"/>
                  </a:lnTo>
                  <a:lnTo>
                    <a:pt x="160210" y="214891"/>
                  </a:lnTo>
                  <a:lnTo>
                    <a:pt x="161658" y="209729"/>
                  </a:lnTo>
                  <a:lnTo>
                    <a:pt x="162940" y="204523"/>
                  </a:lnTo>
                  <a:lnTo>
                    <a:pt x="164054" y="199279"/>
                  </a:lnTo>
                  <a:lnTo>
                    <a:pt x="164999" y="194001"/>
                  </a:lnTo>
                  <a:lnTo>
                    <a:pt x="165775" y="188696"/>
                  </a:lnTo>
                  <a:lnTo>
                    <a:pt x="166380" y="183369"/>
                  </a:lnTo>
                  <a:lnTo>
                    <a:pt x="166814" y="178025"/>
                  </a:lnTo>
                  <a:lnTo>
                    <a:pt x="167076" y="172669"/>
                  </a:lnTo>
                  <a:lnTo>
                    <a:pt x="167167" y="167309"/>
                  </a:lnTo>
                  <a:lnTo>
                    <a:pt x="167085" y="161948"/>
                  </a:lnTo>
                  <a:lnTo>
                    <a:pt x="166832" y="156592"/>
                  </a:lnTo>
                  <a:lnTo>
                    <a:pt x="166407" y="151247"/>
                  </a:lnTo>
                  <a:lnTo>
                    <a:pt x="165811" y="145919"/>
                  </a:lnTo>
                  <a:lnTo>
                    <a:pt x="165044" y="140613"/>
                  </a:lnTo>
                  <a:lnTo>
                    <a:pt x="164108" y="135333"/>
                  </a:lnTo>
                  <a:lnTo>
                    <a:pt x="163003" y="130087"/>
                  </a:lnTo>
                  <a:lnTo>
                    <a:pt x="161730" y="124879"/>
                  </a:lnTo>
                  <a:lnTo>
                    <a:pt x="160290" y="119714"/>
                  </a:lnTo>
                  <a:lnTo>
                    <a:pt x="158686" y="114598"/>
                  </a:lnTo>
                  <a:lnTo>
                    <a:pt x="156919" y="109536"/>
                  </a:lnTo>
                  <a:lnTo>
                    <a:pt x="154990" y="104534"/>
                  </a:lnTo>
                  <a:lnTo>
                    <a:pt x="152902" y="99596"/>
                  </a:lnTo>
                  <a:lnTo>
                    <a:pt x="150656" y="94727"/>
                  </a:lnTo>
                  <a:lnTo>
                    <a:pt x="148255" y="89933"/>
                  </a:lnTo>
                  <a:lnTo>
                    <a:pt x="145702" y="85218"/>
                  </a:lnTo>
                  <a:lnTo>
                    <a:pt x="142999" y="80588"/>
                  </a:lnTo>
                  <a:lnTo>
                    <a:pt x="140149" y="76046"/>
                  </a:lnTo>
                  <a:lnTo>
                    <a:pt x="137155" y="71599"/>
                  </a:lnTo>
                  <a:lnTo>
                    <a:pt x="134020" y="67250"/>
                  </a:lnTo>
                  <a:lnTo>
                    <a:pt x="130747" y="63003"/>
                  </a:lnTo>
                  <a:lnTo>
                    <a:pt x="127339" y="58864"/>
                  </a:lnTo>
                  <a:lnTo>
                    <a:pt x="123800" y="54836"/>
                  </a:lnTo>
                  <a:lnTo>
                    <a:pt x="120134" y="50923"/>
                  </a:lnTo>
                  <a:lnTo>
                    <a:pt x="116345" y="47131"/>
                  </a:lnTo>
                  <a:lnTo>
                    <a:pt x="112436" y="43461"/>
                  </a:lnTo>
                  <a:lnTo>
                    <a:pt x="108411" y="39919"/>
                  </a:lnTo>
                  <a:lnTo>
                    <a:pt x="104274" y="36508"/>
                  </a:lnTo>
                  <a:lnTo>
                    <a:pt x="100030" y="33231"/>
                  </a:lnTo>
                  <a:lnTo>
                    <a:pt x="95684" y="30092"/>
                  </a:lnTo>
                  <a:lnTo>
                    <a:pt x="91239" y="27094"/>
                  </a:lnTo>
                  <a:lnTo>
                    <a:pt x="86700" y="24240"/>
                  </a:lnTo>
                  <a:lnTo>
                    <a:pt x="82072" y="21534"/>
                  </a:lnTo>
                  <a:lnTo>
                    <a:pt x="77359" y="18976"/>
                  </a:lnTo>
                  <a:lnTo>
                    <a:pt x="72567" y="16572"/>
                  </a:lnTo>
                  <a:lnTo>
                    <a:pt x="67700" y="14322"/>
                  </a:lnTo>
                  <a:lnTo>
                    <a:pt x="62764" y="12230"/>
                  </a:lnTo>
                  <a:lnTo>
                    <a:pt x="57763" y="10297"/>
                  </a:lnTo>
                  <a:lnTo>
                    <a:pt x="52703" y="8525"/>
                  </a:lnTo>
                  <a:lnTo>
                    <a:pt x="47588" y="6916"/>
                  </a:lnTo>
                  <a:lnTo>
                    <a:pt x="42425" y="5473"/>
                  </a:lnTo>
                  <a:lnTo>
                    <a:pt x="37217" y="4195"/>
                  </a:lnTo>
                  <a:lnTo>
                    <a:pt x="31972" y="3086"/>
                  </a:lnTo>
                  <a:lnTo>
                    <a:pt x="26694" y="2145"/>
                  </a:lnTo>
                  <a:lnTo>
                    <a:pt x="21388" y="1373"/>
                  </a:lnTo>
                  <a:lnTo>
                    <a:pt x="16060" y="773"/>
                  </a:lnTo>
                  <a:lnTo>
                    <a:pt x="10716" y="343"/>
                  </a:lnTo>
                  <a:lnTo>
                    <a:pt x="536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45367" y="1735255"/>
              <a:ext cx="15179" cy="167167"/>
            </a:xfrm>
            <a:custGeom>
              <a:avLst/>
              <a:pathLst>
                <a:path w="15179" h="167167">
                  <a:moveTo>
                    <a:pt x="15179" y="0"/>
                  </a:moveTo>
                  <a:lnTo>
                    <a:pt x="0" y="690"/>
                  </a:lnTo>
                  <a:lnTo>
                    <a:pt x="1517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5367" y="1735946"/>
              <a:ext cx="15179" cy="166476"/>
            </a:xfrm>
            <a:custGeom>
              <a:avLst/>
              <a:pathLst>
                <a:path w="15179" h="166476">
                  <a:moveTo>
                    <a:pt x="0" y="0"/>
                  </a:moveTo>
                  <a:lnTo>
                    <a:pt x="15179" y="1664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93387" y="1735416"/>
              <a:ext cx="334324" cy="334168"/>
            </a:xfrm>
            <a:custGeom>
              <a:avLst/>
              <a:pathLst>
                <a:path w="334324" h="334168">
                  <a:moveTo>
                    <a:pt x="151980" y="529"/>
                  </a:moveTo>
                  <a:lnTo>
                    <a:pt x="146712" y="1094"/>
                  </a:lnTo>
                  <a:lnTo>
                    <a:pt x="141465" y="1825"/>
                  </a:lnTo>
                  <a:lnTo>
                    <a:pt x="136244" y="2722"/>
                  </a:lnTo>
                  <a:lnTo>
                    <a:pt x="131054" y="3784"/>
                  </a:lnTo>
                  <a:lnTo>
                    <a:pt x="125900" y="5010"/>
                  </a:lnTo>
                  <a:lnTo>
                    <a:pt x="120788" y="6399"/>
                  </a:lnTo>
                  <a:lnTo>
                    <a:pt x="115722" y="7949"/>
                  </a:lnTo>
                  <a:lnTo>
                    <a:pt x="110707" y="9659"/>
                  </a:lnTo>
                  <a:lnTo>
                    <a:pt x="105750" y="11526"/>
                  </a:lnTo>
                  <a:lnTo>
                    <a:pt x="100854" y="13550"/>
                  </a:lnTo>
                  <a:lnTo>
                    <a:pt x="96025" y="15728"/>
                  </a:lnTo>
                  <a:lnTo>
                    <a:pt x="91267" y="18058"/>
                  </a:lnTo>
                  <a:lnTo>
                    <a:pt x="86585" y="20538"/>
                  </a:lnTo>
                  <a:lnTo>
                    <a:pt x="81985" y="23165"/>
                  </a:lnTo>
                  <a:lnTo>
                    <a:pt x="77469" y="25936"/>
                  </a:lnTo>
                  <a:lnTo>
                    <a:pt x="73044" y="28849"/>
                  </a:lnTo>
                  <a:lnTo>
                    <a:pt x="68714" y="31900"/>
                  </a:lnTo>
                  <a:lnTo>
                    <a:pt x="64482" y="35088"/>
                  </a:lnTo>
                  <a:lnTo>
                    <a:pt x="60354" y="38407"/>
                  </a:lnTo>
                  <a:lnTo>
                    <a:pt x="56332" y="41856"/>
                  </a:lnTo>
                  <a:lnTo>
                    <a:pt x="52422" y="45431"/>
                  </a:lnTo>
                  <a:lnTo>
                    <a:pt x="48628" y="49128"/>
                  </a:lnTo>
                  <a:lnTo>
                    <a:pt x="44952" y="52943"/>
                  </a:lnTo>
                  <a:lnTo>
                    <a:pt x="41399" y="56873"/>
                  </a:lnTo>
                  <a:lnTo>
                    <a:pt x="37972" y="60913"/>
                  </a:lnTo>
                  <a:lnTo>
                    <a:pt x="34675" y="65060"/>
                  </a:lnTo>
                  <a:lnTo>
                    <a:pt x="31511" y="69309"/>
                  </a:lnTo>
                  <a:lnTo>
                    <a:pt x="28484" y="73656"/>
                  </a:lnTo>
                  <a:lnTo>
                    <a:pt x="25596" y="78097"/>
                  </a:lnTo>
                  <a:lnTo>
                    <a:pt x="22849" y="82628"/>
                  </a:lnTo>
                  <a:lnTo>
                    <a:pt x="20248" y="87243"/>
                  </a:lnTo>
                  <a:lnTo>
                    <a:pt x="17794" y="91938"/>
                  </a:lnTo>
                  <a:lnTo>
                    <a:pt x="15491" y="96709"/>
                  </a:lnTo>
                  <a:lnTo>
                    <a:pt x="13339" y="101550"/>
                  </a:lnTo>
                  <a:lnTo>
                    <a:pt x="11343" y="106457"/>
                  </a:lnTo>
                  <a:lnTo>
                    <a:pt x="9502" y="111425"/>
                  </a:lnTo>
                  <a:lnTo>
                    <a:pt x="7820" y="116448"/>
                  </a:lnTo>
                  <a:lnTo>
                    <a:pt x="6298" y="121523"/>
                  </a:lnTo>
                  <a:lnTo>
                    <a:pt x="4938" y="126643"/>
                  </a:lnTo>
                  <a:lnTo>
                    <a:pt x="3740" y="131804"/>
                  </a:lnTo>
                  <a:lnTo>
                    <a:pt x="2707" y="137000"/>
                  </a:lnTo>
                  <a:lnTo>
                    <a:pt x="1839" y="142226"/>
                  </a:lnTo>
                  <a:lnTo>
                    <a:pt x="1136" y="147477"/>
                  </a:lnTo>
                  <a:lnTo>
                    <a:pt x="601" y="152747"/>
                  </a:lnTo>
                  <a:lnTo>
                    <a:pt x="233" y="158032"/>
                  </a:lnTo>
                  <a:lnTo>
                    <a:pt x="32" y="163326"/>
                  </a:lnTo>
                  <a:lnTo>
                    <a:pt x="0" y="168624"/>
                  </a:lnTo>
                  <a:lnTo>
                    <a:pt x="135" y="173920"/>
                  </a:lnTo>
                  <a:lnTo>
                    <a:pt x="438" y="179209"/>
                  </a:lnTo>
                  <a:lnTo>
                    <a:pt x="908" y="184486"/>
                  </a:lnTo>
                  <a:lnTo>
                    <a:pt x="1545" y="189745"/>
                  </a:lnTo>
                  <a:lnTo>
                    <a:pt x="2349" y="194981"/>
                  </a:lnTo>
                  <a:lnTo>
                    <a:pt x="3318" y="200190"/>
                  </a:lnTo>
                  <a:lnTo>
                    <a:pt x="4452" y="205365"/>
                  </a:lnTo>
                  <a:lnTo>
                    <a:pt x="5749" y="210501"/>
                  </a:lnTo>
                  <a:lnTo>
                    <a:pt x="7209" y="215594"/>
                  </a:lnTo>
                  <a:lnTo>
                    <a:pt x="8829" y="220638"/>
                  </a:lnTo>
                  <a:lnTo>
                    <a:pt x="10608" y="225628"/>
                  </a:lnTo>
                  <a:lnTo>
                    <a:pt x="12544" y="230559"/>
                  </a:lnTo>
                  <a:lnTo>
                    <a:pt x="14635" y="235427"/>
                  </a:lnTo>
                  <a:lnTo>
                    <a:pt x="16880" y="240225"/>
                  </a:lnTo>
                  <a:lnTo>
                    <a:pt x="19275" y="244950"/>
                  </a:lnTo>
                  <a:lnTo>
                    <a:pt x="21820" y="249597"/>
                  </a:lnTo>
                  <a:lnTo>
                    <a:pt x="24510" y="254161"/>
                  </a:lnTo>
                  <a:lnTo>
                    <a:pt x="27343" y="258638"/>
                  </a:lnTo>
                  <a:lnTo>
                    <a:pt x="30317" y="263022"/>
                  </a:lnTo>
                  <a:lnTo>
                    <a:pt x="33428" y="267310"/>
                  </a:lnTo>
                  <a:lnTo>
                    <a:pt x="36673" y="271497"/>
                  </a:lnTo>
                  <a:lnTo>
                    <a:pt x="40050" y="275579"/>
                  </a:lnTo>
                  <a:lnTo>
                    <a:pt x="43554" y="279553"/>
                  </a:lnTo>
                  <a:lnTo>
                    <a:pt x="47183" y="283413"/>
                  </a:lnTo>
                  <a:lnTo>
                    <a:pt x="50931" y="287156"/>
                  </a:lnTo>
                  <a:lnTo>
                    <a:pt x="54797" y="290779"/>
                  </a:lnTo>
                  <a:lnTo>
                    <a:pt x="58776" y="294277"/>
                  </a:lnTo>
                  <a:lnTo>
                    <a:pt x="62863" y="297647"/>
                  </a:lnTo>
                  <a:lnTo>
                    <a:pt x="67055" y="300887"/>
                  </a:lnTo>
                  <a:lnTo>
                    <a:pt x="71347" y="303991"/>
                  </a:lnTo>
                  <a:lnTo>
                    <a:pt x="75736" y="306959"/>
                  </a:lnTo>
                  <a:lnTo>
                    <a:pt x="80217" y="309785"/>
                  </a:lnTo>
                  <a:lnTo>
                    <a:pt x="84785" y="312469"/>
                  </a:lnTo>
                  <a:lnTo>
                    <a:pt x="89435" y="315006"/>
                  </a:lnTo>
                  <a:lnTo>
                    <a:pt x="94164" y="317394"/>
                  </a:lnTo>
                  <a:lnTo>
                    <a:pt x="98966" y="319632"/>
                  </a:lnTo>
                  <a:lnTo>
                    <a:pt x="103837" y="321716"/>
                  </a:lnTo>
                  <a:lnTo>
                    <a:pt x="108771" y="323645"/>
                  </a:lnTo>
                  <a:lnTo>
                    <a:pt x="113764" y="325416"/>
                  </a:lnTo>
                  <a:lnTo>
                    <a:pt x="118810" y="327029"/>
                  </a:lnTo>
                  <a:lnTo>
                    <a:pt x="123905" y="328480"/>
                  </a:lnTo>
                  <a:lnTo>
                    <a:pt x="129043" y="329770"/>
                  </a:lnTo>
                  <a:lnTo>
                    <a:pt x="134220" y="330896"/>
                  </a:lnTo>
                  <a:lnTo>
                    <a:pt x="139430" y="331857"/>
                  </a:lnTo>
                  <a:lnTo>
                    <a:pt x="144667" y="332653"/>
                  </a:lnTo>
                  <a:lnTo>
                    <a:pt x="149928" y="333283"/>
                  </a:lnTo>
                  <a:lnTo>
                    <a:pt x="155205" y="333745"/>
                  </a:lnTo>
                  <a:lnTo>
                    <a:pt x="160495" y="334040"/>
                  </a:lnTo>
                  <a:lnTo>
                    <a:pt x="165791" y="334168"/>
                  </a:lnTo>
                  <a:lnTo>
                    <a:pt x="171088" y="334127"/>
                  </a:lnTo>
                  <a:lnTo>
                    <a:pt x="176382" y="333919"/>
                  </a:lnTo>
                  <a:lnTo>
                    <a:pt x="181667" y="333543"/>
                  </a:lnTo>
                  <a:lnTo>
                    <a:pt x="186936" y="332999"/>
                  </a:lnTo>
                  <a:lnTo>
                    <a:pt x="192186" y="332289"/>
                  </a:lnTo>
                  <a:lnTo>
                    <a:pt x="197411" y="331413"/>
                  </a:lnTo>
                  <a:lnTo>
                    <a:pt x="202605" y="330372"/>
                  </a:lnTo>
                  <a:lnTo>
                    <a:pt x="207764" y="329167"/>
                  </a:lnTo>
                  <a:lnTo>
                    <a:pt x="212882" y="327799"/>
                  </a:lnTo>
                  <a:lnTo>
                    <a:pt x="217954" y="326269"/>
                  </a:lnTo>
                  <a:lnTo>
                    <a:pt x="222976" y="324580"/>
                  </a:lnTo>
                  <a:lnTo>
                    <a:pt x="227941" y="322732"/>
                  </a:lnTo>
                  <a:lnTo>
                    <a:pt x="232845" y="320728"/>
                  </a:lnTo>
                  <a:lnTo>
                    <a:pt x="237683" y="318569"/>
                  </a:lnTo>
                  <a:lnTo>
                    <a:pt x="242450" y="316258"/>
                  </a:lnTo>
                  <a:lnTo>
                    <a:pt x="247141" y="313797"/>
                  </a:lnTo>
                  <a:lnTo>
                    <a:pt x="251753" y="311189"/>
                  </a:lnTo>
                  <a:lnTo>
                    <a:pt x="256279" y="308436"/>
                  </a:lnTo>
                  <a:lnTo>
                    <a:pt x="260716" y="305541"/>
                  </a:lnTo>
                  <a:lnTo>
                    <a:pt x="265059" y="302507"/>
                  </a:lnTo>
                  <a:lnTo>
                    <a:pt x="269303" y="299337"/>
                  </a:lnTo>
                  <a:lnTo>
                    <a:pt x="273445" y="296034"/>
                  </a:lnTo>
                  <a:lnTo>
                    <a:pt x="277480" y="292601"/>
                  </a:lnTo>
                  <a:lnTo>
                    <a:pt x="281404" y="289042"/>
                  </a:lnTo>
                  <a:lnTo>
                    <a:pt x="285214" y="285361"/>
                  </a:lnTo>
                  <a:lnTo>
                    <a:pt x="288905" y="281561"/>
                  </a:lnTo>
                  <a:lnTo>
                    <a:pt x="292474" y="277645"/>
                  </a:lnTo>
                  <a:lnTo>
                    <a:pt x="295917" y="273619"/>
                  </a:lnTo>
                  <a:lnTo>
                    <a:pt x="299231" y="269486"/>
                  </a:lnTo>
                  <a:lnTo>
                    <a:pt x="302412" y="265249"/>
                  </a:lnTo>
                  <a:lnTo>
                    <a:pt x="305457" y="260914"/>
                  </a:lnTo>
                  <a:lnTo>
                    <a:pt x="308363" y="256485"/>
                  </a:lnTo>
                  <a:lnTo>
                    <a:pt x="311127" y="251965"/>
                  </a:lnTo>
                  <a:lnTo>
                    <a:pt x="313747" y="247361"/>
                  </a:lnTo>
                  <a:lnTo>
                    <a:pt x="316220" y="242675"/>
                  </a:lnTo>
                  <a:lnTo>
                    <a:pt x="318543" y="237914"/>
                  </a:lnTo>
                  <a:lnTo>
                    <a:pt x="320714" y="233082"/>
                  </a:lnTo>
                  <a:lnTo>
                    <a:pt x="322730" y="228183"/>
                  </a:lnTo>
                  <a:lnTo>
                    <a:pt x="324591" y="223222"/>
                  </a:lnTo>
                  <a:lnTo>
                    <a:pt x="326293" y="218205"/>
                  </a:lnTo>
                  <a:lnTo>
                    <a:pt x="327835" y="213137"/>
                  </a:lnTo>
                  <a:lnTo>
                    <a:pt x="329216" y="208023"/>
                  </a:lnTo>
                  <a:lnTo>
                    <a:pt x="330435" y="202867"/>
                  </a:lnTo>
                  <a:lnTo>
                    <a:pt x="331489" y="197675"/>
                  </a:lnTo>
                  <a:lnTo>
                    <a:pt x="332378" y="192453"/>
                  </a:lnTo>
                  <a:lnTo>
                    <a:pt x="333102" y="187205"/>
                  </a:lnTo>
                  <a:lnTo>
                    <a:pt x="333658" y="181936"/>
                  </a:lnTo>
                  <a:lnTo>
                    <a:pt x="334048" y="176653"/>
                  </a:lnTo>
                  <a:lnTo>
                    <a:pt x="334270" y="171360"/>
                  </a:lnTo>
                  <a:lnTo>
                    <a:pt x="334324" y="166062"/>
                  </a:lnTo>
                  <a:lnTo>
                    <a:pt x="334210" y="160766"/>
                  </a:lnTo>
                  <a:lnTo>
                    <a:pt x="333928" y="155475"/>
                  </a:lnTo>
                  <a:lnTo>
                    <a:pt x="333479" y="150197"/>
                  </a:lnTo>
                  <a:lnTo>
                    <a:pt x="332863" y="144935"/>
                  </a:lnTo>
                  <a:lnTo>
                    <a:pt x="332081" y="139695"/>
                  </a:lnTo>
                  <a:lnTo>
                    <a:pt x="331132" y="134483"/>
                  </a:lnTo>
                  <a:lnTo>
                    <a:pt x="330019" y="129304"/>
                  </a:lnTo>
                  <a:lnTo>
                    <a:pt x="328743" y="124162"/>
                  </a:lnTo>
                  <a:lnTo>
                    <a:pt x="327304" y="119063"/>
                  </a:lnTo>
                  <a:lnTo>
                    <a:pt x="325705" y="114013"/>
                  </a:lnTo>
                  <a:lnTo>
                    <a:pt x="323946" y="109016"/>
                  </a:lnTo>
                  <a:lnTo>
                    <a:pt x="322030" y="104077"/>
                  </a:lnTo>
                  <a:lnTo>
                    <a:pt x="319958" y="99201"/>
                  </a:lnTo>
                  <a:lnTo>
                    <a:pt x="317733" y="94393"/>
                  </a:lnTo>
                  <a:lnTo>
                    <a:pt x="315356" y="89658"/>
                  </a:lnTo>
                  <a:lnTo>
                    <a:pt x="312831" y="85001"/>
                  </a:lnTo>
                  <a:lnTo>
                    <a:pt x="310159" y="80426"/>
                  </a:lnTo>
                  <a:lnTo>
                    <a:pt x="307344" y="75939"/>
                  </a:lnTo>
                  <a:lnTo>
                    <a:pt x="304388" y="71542"/>
                  </a:lnTo>
                  <a:lnTo>
                    <a:pt x="301294" y="67242"/>
                  </a:lnTo>
                  <a:lnTo>
                    <a:pt x="298065" y="63042"/>
                  </a:lnTo>
                  <a:lnTo>
                    <a:pt x="294705" y="58946"/>
                  </a:lnTo>
                  <a:lnTo>
                    <a:pt x="291217" y="54959"/>
                  </a:lnTo>
                  <a:lnTo>
                    <a:pt x="287604" y="51084"/>
                  </a:lnTo>
                  <a:lnTo>
                    <a:pt x="283871" y="47325"/>
                  </a:lnTo>
                  <a:lnTo>
                    <a:pt x="280020" y="43687"/>
                  </a:lnTo>
                  <a:lnTo>
                    <a:pt x="276055" y="40173"/>
                  </a:lnTo>
                  <a:lnTo>
                    <a:pt x="271982" y="36786"/>
                  </a:lnTo>
                  <a:lnTo>
                    <a:pt x="267803" y="33530"/>
                  </a:lnTo>
                  <a:lnTo>
                    <a:pt x="263523" y="30408"/>
                  </a:lnTo>
                  <a:lnTo>
                    <a:pt x="259146" y="27423"/>
                  </a:lnTo>
                  <a:lnTo>
                    <a:pt x="254677" y="24578"/>
                  </a:lnTo>
                  <a:lnTo>
                    <a:pt x="250120" y="21876"/>
                  </a:lnTo>
                  <a:lnTo>
                    <a:pt x="245479" y="19321"/>
                  </a:lnTo>
                  <a:lnTo>
                    <a:pt x="240760" y="16913"/>
                  </a:lnTo>
                  <a:lnTo>
                    <a:pt x="235967" y="14656"/>
                  </a:lnTo>
                  <a:lnTo>
                    <a:pt x="231105" y="12552"/>
                  </a:lnTo>
                  <a:lnTo>
                    <a:pt x="226179" y="10604"/>
                  </a:lnTo>
                  <a:lnTo>
                    <a:pt x="221193" y="8812"/>
                  </a:lnTo>
                  <a:lnTo>
                    <a:pt x="216153" y="7179"/>
                  </a:lnTo>
                  <a:lnTo>
                    <a:pt x="211064" y="5707"/>
                  </a:lnTo>
                  <a:lnTo>
                    <a:pt x="205931" y="4397"/>
                  </a:lnTo>
                  <a:lnTo>
                    <a:pt x="200759" y="3250"/>
                  </a:lnTo>
                  <a:lnTo>
                    <a:pt x="195553" y="2267"/>
                  </a:lnTo>
                  <a:lnTo>
                    <a:pt x="190319" y="1450"/>
                  </a:lnTo>
                  <a:lnTo>
                    <a:pt x="185061" y="800"/>
                  </a:lnTo>
                  <a:lnTo>
                    <a:pt x="179786" y="316"/>
                  </a:lnTo>
                  <a:lnTo>
                    <a:pt x="174497" y="0"/>
                  </a:lnTo>
                  <a:lnTo>
                    <a:pt x="167159" y="1670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60546" y="1735255"/>
              <a:ext cx="7338" cy="167167"/>
            </a:xfrm>
            <a:custGeom>
              <a:avLst/>
              <a:pathLst>
                <a:path w="7338" h="167167">
                  <a:moveTo>
                    <a:pt x="7338" y="16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15687" y="1379510"/>
              <a:ext cx="167153" cy="190889"/>
            </a:xfrm>
            <a:custGeom>
              <a:avLst/>
              <a:pathLst>
                <a:path w="167153" h="190889">
                  <a:moveTo>
                    <a:pt x="167153" y="0"/>
                  </a:moveTo>
                  <a:lnTo>
                    <a:pt x="161750" y="87"/>
                  </a:lnTo>
                  <a:lnTo>
                    <a:pt x="156353" y="349"/>
                  </a:lnTo>
                  <a:lnTo>
                    <a:pt x="150967" y="785"/>
                  </a:lnTo>
                  <a:lnTo>
                    <a:pt x="145599" y="1395"/>
                  </a:lnTo>
                  <a:lnTo>
                    <a:pt x="140252" y="2178"/>
                  </a:lnTo>
                  <a:lnTo>
                    <a:pt x="134934" y="3134"/>
                  </a:lnTo>
                  <a:lnTo>
                    <a:pt x="129650" y="4261"/>
                  </a:lnTo>
                  <a:lnTo>
                    <a:pt x="124404" y="5558"/>
                  </a:lnTo>
                  <a:lnTo>
                    <a:pt x="119204" y="7024"/>
                  </a:lnTo>
                  <a:lnTo>
                    <a:pt x="114053" y="8657"/>
                  </a:lnTo>
                  <a:lnTo>
                    <a:pt x="108958" y="10456"/>
                  </a:lnTo>
                  <a:lnTo>
                    <a:pt x="103924" y="12419"/>
                  </a:lnTo>
                  <a:lnTo>
                    <a:pt x="98956" y="14543"/>
                  </a:lnTo>
                  <a:lnTo>
                    <a:pt x="94059" y="16827"/>
                  </a:lnTo>
                  <a:lnTo>
                    <a:pt x="89238" y="19267"/>
                  </a:lnTo>
                  <a:lnTo>
                    <a:pt x="84499" y="21863"/>
                  </a:lnTo>
                  <a:lnTo>
                    <a:pt x="79846" y="24610"/>
                  </a:lnTo>
                  <a:lnTo>
                    <a:pt x="75284" y="27506"/>
                  </a:lnTo>
                  <a:lnTo>
                    <a:pt x="70819" y="30548"/>
                  </a:lnTo>
                  <a:lnTo>
                    <a:pt x="66454" y="33733"/>
                  </a:lnTo>
                  <a:lnTo>
                    <a:pt x="62194" y="37057"/>
                  </a:lnTo>
                  <a:lnTo>
                    <a:pt x="58044" y="40517"/>
                  </a:lnTo>
                  <a:lnTo>
                    <a:pt x="54007" y="44110"/>
                  </a:lnTo>
                  <a:lnTo>
                    <a:pt x="50090" y="47830"/>
                  </a:lnTo>
                  <a:lnTo>
                    <a:pt x="46294" y="51676"/>
                  </a:lnTo>
                  <a:lnTo>
                    <a:pt x="42625" y="55642"/>
                  </a:lnTo>
                  <a:lnTo>
                    <a:pt x="39085" y="59725"/>
                  </a:lnTo>
                  <a:lnTo>
                    <a:pt x="35680" y="63920"/>
                  </a:lnTo>
                  <a:lnTo>
                    <a:pt x="32412" y="68223"/>
                  </a:lnTo>
                  <a:lnTo>
                    <a:pt x="29284" y="72630"/>
                  </a:lnTo>
                  <a:lnTo>
                    <a:pt x="26301" y="77135"/>
                  </a:lnTo>
                  <a:lnTo>
                    <a:pt x="23465" y="81734"/>
                  </a:lnTo>
                  <a:lnTo>
                    <a:pt x="20779" y="86422"/>
                  </a:lnTo>
                  <a:lnTo>
                    <a:pt x="18246" y="91195"/>
                  </a:lnTo>
                  <a:lnTo>
                    <a:pt x="15868" y="96047"/>
                  </a:lnTo>
                  <a:lnTo>
                    <a:pt x="13649" y="100974"/>
                  </a:lnTo>
                  <a:lnTo>
                    <a:pt x="11590" y="105969"/>
                  </a:lnTo>
                  <a:lnTo>
                    <a:pt x="9693" y="111029"/>
                  </a:lnTo>
                  <a:lnTo>
                    <a:pt x="7961" y="116147"/>
                  </a:lnTo>
                  <a:lnTo>
                    <a:pt x="6395" y="121319"/>
                  </a:lnTo>
                  <a:lnTo>
                    <a:pt x="4998" y="126538"/>
                  </a:lnTo>
                  <a:lnTo>
                    <a:pt x="3769" y="131800"/>
                  </a:lnTo>
                  <a:lnTo>
                    <a:pt x="2712" y="137099"/>
                  </a:lnTo>
                  <a:lnTo>
                    <a:pt x="1826" y="142429"/>
                  </a:lnTo>
                  <a:lnTo>
                    <a:pt x="1113" y="147785"/>
                  </a:lnTo>
                  <a:lnTo>
                    <a:pt x="573" y="153161"/>
                  </a:lnTo>
                  <a:lnTo>
                    <a:pt x="207" y="158552"/>
                  </a:lnTo>
                  <a:lnTo>
                    <a:pt x="16" y="163952"/>
                  </a:lnTo>
                  <a:lnTo>
                    <a:pt x="0" y="169355"/>
                  </a:lnTo>
                  <a:lnTo>
                    <a:pt x="158" y="174756"/>
                  </a:lnTo>
                  <a:lnTo>
                    <a:pt x="490" y="180149"/>
                  </a:lnTo>
                  <a:lnTo>
                    <a:pt x="997" y="185529"/>
                  </a:lnTo>
                  <a:lnTo>
                    <a:pt x="1677" y="190889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7364" y="1546678"/>
              <a:ext cx="165475" cy="23722"/>
            </a:xfrm>
            <a:custGeom>
              <a:avLst/>
              <a:pathLst>
                <a:path w="165475" h="23722">
                  <a:moveTo>
                    <a:pt x="0" y="23722"/>
                  </a:moveTo>
                  <a:lnTo>
                    <a:pt x="1654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7364" y="1546678"/>
              <a:ext cx="313859" cy="167162"/>
            </a:xfrm>
            <a:custGeom>
              <a:avLst/>
              <a:pathLst>
                <a:path w="313859" h="167162">
                  <a:moveTo>
                    <a:pt x="0" y="23722"/>
                  </a:moveTo>
                  <a:lnTo>
                    <a:pt x="840" y="28989"/>
                  </a:lnTo>
                  <a:lnTo>
                    <a:pt x="1849" y="34226"/>
                  </a:lnTo>
                  <a:lnTo>
                    <a:pt x="3024" y="39428"/>
                  </a:lnTo>
                  <a:lnTo>
                    <a:pt x="4365" y="44591"/>
                  </a:lnTo>
                  <a:lnTo>
                    <a:pt x="5869" y="49707"/>
                  </a:lnTo>
                  <a:lnTo>
                    <a:pt x="7536" y="54774"/>
                  </a:lnTo>
                  <a:lnTo>
                    <a:pt x="9364" y="59784"/>
                  </a:lnTo>
                  <a:lnTo>
                    <a:pt x="11351" y="64734"/>
                  </a:lnTo>
                  <a:lnTo>
                    <a:pt x="13494" y="69618"/>
                  </a:lnTo>
                  <a:lnTo>
                    <a:pt x="15792" y="74431"/>
                  </a:lnTo>
                  <a:lnTo>
                    <a:pt x="18243" y="79168"/>
                  </a:lnTo>
                  <a:lnTo>
                    <a:pt x="20843" y="83824"/>
                  </a:lnTo>
                  <a:lnTo>
                    <a:pt x="23591" y="88395"/>
                  </a:lnTo>
                  <a:lnTo>
                    <a:pt x="26483" y="92877"/>
                  </a:lnTo>
                  <a:lnTo>
                    <a:pt x="29517" y="97263"/>
                  </a:lnTo>
                  <a:lnTo>
                    <a:pt x="32689" y="101551"/>
                  </a:lnTo>
                  <a:lnTo>
                    <a:pt x="35996" y="105735"/>
                  </a:lnTo>
                  <a:lnTo>
                    <a:pt x="39435" y="109812"/>
                  </a:lnTo>
                  <a:lnTo>
                    <a:pt x="43002" y="113777"/>
                  </a:lnTo>
                  <a:lnTo>
                    <a:pt x="46694" y="117626"/>
                  </a:lnTo>
                  <a:lnTo>
                    <a:pt x="50507" y="121355"/>
                  </a:lnTo>
                  <a:lnTo>
                    <a:pt x="54437" y="124961"/>
                  </a:lnTo>
                  <a:lnTo>
                    <a:pt x="58480" y="128440"/>
                  </a:lnTo>
                  <a:lnTo>
                    <a:pt x="62632" y="131788"/>
                  </a:lnTo>
                  <a:lnTo>
                    <a:pt x="66888" y="135002"/>
                  </a:lnTo>
                  <a:lnTo>
                    <a:pt x="71245" y="138078"/>
                  </a:lnTo>
                  <a:lnTo>
                    <a:pt x="75698" y="141014"/>
                  </a:lnTo>
                  <a:lnTo>
                    <a:pt x="80242" y="143806"/>
                  </a:lnTo>
                  <a:lnTo>
                    <a:pt x="84873" y="146452"/>
                  </a:lnTo>
                  <a:lnTo>
                    <a:pt x="89586" y="148948"/>
                  </a:lnTo>
                  <a:lnTo>
                    <a:pt x="94376" y="151293"/>
                  </a:lnTo>
                  <a:lnTo>
                    <a:pt x="99239" y="153485"/>
                  </a:lnTo>
                  <a:lnTo>
                    <a:pt x="104169" y="155519"/>
                  </a:lnTo>
                  <a:lnTo>
                    <a:pt x="109161" y="157396"/>
                  </a:lnTo>
                  <a:lnTo>
                    <a:pt x="114211" y="159112"/>
                  </a:lnTo>
                  <a:lnTo>
                    <a:pt x="119313" y="160667"/>
                  </a:lnTo>
                  <a:lnTo>
                    <a:pt x="124462" y="162058"/>
                  </a:lnTo>
                  <a:lnTo>
                    <a:pt x="129652" y="163284"/>
                  </a:lnTo>
                  <a:lnTo>
                    <a:pt x="134880" y="164343"/>
                  </a:lnTo>
                  <a:lnTo>
                    <a:pt x="140138" y="165236"/>
                  </a:lnTo>
                  <a:lnTo>
                    <a:pt x="145422" y="165960"/>
                  </a:lnTo>
                  <a:lnTo>
                    <a:pt x="150726" y="166515"/>
                  </a:lnTo>
                  <a:lnTo>
                    <a:pt x="156046" y="166901"/>
                  </a:lnTo>
                  <a:lnTo>
                    <a:pt x="161375" y="167117"/>
                  </a:lnTo>
                  <a:lnTo>
                    <a:pt x="166708" y="167162"/>
                  </a:lnTo>
                  <a:lnTo>
                    <a:pt x="172040" y="167038"/>
                  </a:lnTo>
                  <a:lnTo>
                    <a:pt x="177366" y="166744"/>
                  </a:lnTo>
                  <a:lnTo>
                    <a:pt x="182679" y="166279"/>
                  </a:lnTo>
                  <a:lnTo>
                    <a:pt x="187975" y="165646"/>
                  </a:lnTo>
                  <a:lnTo>
                    <a:pt x="193247" y="164844"/>
                  </a:lnTo>
                  <a:lnTo>
                    <a:pt x="198492" y="163874"/>
                  </a:lnTo>
                  <a:lnTo>
                    <a:pt x="203703" y="162737"/>
                  </a:lnTo>
                  <a:lnTo>
                    <a:pt x="208875" y="161435"/>
                  </a:lnTo>
                  <a:lnTo>
                    <a:pt x="214003" y="159968"/>
                  </a:lnTo>
                  <a:lnTo>
                    <a:pt x="219081" y="158339"/>
                  </a:lnTo>
                  <a:lnTo>
                    <a:pt x="224105" y="156548"/>
                  </a:lnTo>
                  <a:lnTo>
                    <a:pt x="229069" y="154598"/>
                  </a:lnTo>
                  <a:lnTo>
                    <a:pt x="233969" y="152491"/>
                  </a:lnTo>
                  <a:lnTo>
                    <a:pt x="238799" y="150228"/>
                  </a:lnTo>
                  <a:lnTo>
                    <a:pt x="243554" y="147813"/>
                  </a:lnTo>
                  <a:lnTo>
                    <a:pt x="248229" y="145247"/>
                  </a:lnTo>
                  <a:lnTo>
                    <a:pt x="252821" y="142533"/>
                  </a:lnTo>
                  <a:lnTo>
                    <a:pt x="257323" y="139674"/>
                  </a:lnTo>
                  <a:lnTo>
                    <a:pt x="261732" y="136673"/>
                  </a:lnTo>
                  <a:lnTo>
                    <a:pt x="266043" y="133532"/>
                  </a:lnTo>
                  <a:lnTo>
                    <a:pt x="270252" y="130256"/>
                  </a:lnTo>
                  <a:lnTo>
                    <a:pt x="274354" y="126847"/>
                  </a:lnTo>
                  <a:lnTo>
                    <a:pt x="278345" y="123310"/>
                  </a:lnTo>
                  <a:lnTo>
                    <a:pt x="282221" y="119646"/>
                  </a:lnTo>
                  <a:lnTo>
                    <a:pt x="285979" y="115861"/>
                  </a:lnTo>
                  <a:lnTo>
                    <a:pt x="289613" y="111958"/>
                  </a:lnTo>
                  <a:lnTo>
                    <a:pt x="293122" y="107941"/>
                  </a:lnTo>
                  <a:lnTo>
                    <a:pt x="296500" y="103814"/>
                  </a:lnTo>
                  <a:lnTo>
                    <a:pt x="299745" y="99581"/>
                  </a:lnTo>
                  <a:lnTo>
                    <a:pt x="302854" y="95247"/>
                  </a:lnTo>
                  <a:lnTo>
                    <a:pt x="305822" y="90816"/>
                  </a:lnTo>
                  <a:lnTo>
                    <a:pt x="308648" y="86293"/>
                  </a:lnTo>
                  <a:lnTo>
                    <a:pt x="311328" y="81681"/>
                  </a:lnTo>
                  <a:lnTo>
                    <a:pt x="313859" y="76987"/>
                  </a:lnTo>
                  <a:lnTo>
                    <a:pt x="16547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82840" y="1379510"/>
              <a:ext cx="167167" cy="244154"/>
            </a:xfrm>
            <a:custGeom>
              <a:avLst/>
              <a:pathLst>
                <a:path w="167167" h="244154">
                  <a:moveTo>
                    <a:pt x="148384" y="244154"/>
                  </a:moveTo>
                  <a:lnTo>
                    <a:pt x="150773" y="239364"/>
                  </a:lnTo>
                  <a:lnTo>
                    <a:pt x="153007" y="234500"/>
                  </a:lnTo>
                  <a:lnTo>
                    <a:pt x="155084" y="229567"/>
                  </a:lnTo>
                  <a:lnTo>
                    <a:pt x="157002" y="224570"/>
                  </a:lnTo>
                  <a:lnTo>
                    <a:pt x="158760" y="219513"/>
                  </a:lnTo>
                  <a:lnTo>
                    <a:pt x="160354" y="214404"/>
                  </a:lnTo>
                  <a:lnTo>
                    <a:pt x="161784" y="209245"/>
                  </a:lnTo>
                  <a:lnTo>
                    <a:pt x="163049" y="204044"/>
                  </a:lnTo>
                  <a:lnTo>
                    <a:pt x="164146" y="198805"/>
                  </a:lnTo>
                  <a:lnTo>
                    <a:pt x="165075" y="193533"/>
                  </a:lnTo>
                  <a:lnTo>
                    <a:pt x="165834" y="188235"/>
                  </a:lnTo>
                  <a:lnTo>
                    <a:pt x="166424" y="182914"/>
                  </a:lnTo>
                  <a:lnTo>
                    <a:pt x="166842" y="177578"/>
                  </a:lnTo>
                  <a:lnTo>
                    <a:pt x="167090" y="172231"/>
                  </a:lnTo>
                  <a:lnTo>
                    <a:pt x="167167" y="166879"/>
                  </a:lnTo>
                  <a:lnTo>
                    <a:pt x="167072" y="161527"/>
                  </a:lnTo>
                  <a:lnTo>
                    <a:pt x="166806" y="156181"/>
                  </a:lnTo>
                  <a:lnTo>
                    <a:pt x="166368" y="150846"/>
                  </a:lnTo>
                  <a:lnTo>
                    <a:pt x="165760" y="145528"/>
                  </a:lnTo>
                  <a:lnTo>
                    <a:pt x="164983" y="140232"/>
                  </a:lnTo>
                  <a:lnTo>
                    <a:pt x="164036" y="134963"/>
                  </a:lnTo>
                  <a:lnTo>
                    <a:pt x="162921" y="129728"/>
                  </a:lnTo>
                  <a:lnTo>
                    <a:pt x="161638" y="124531"/>
                  </a:lnTo>
                  <a:lnTo>
                    <a:pt x="160190" y="119378"/>
                  </a:lnTo>
                  <a:lnTo>
                    <a:pt x="158578" y="114274"/>
                  </a:lnTo>
                  <a:lnTo>
                    <a:pt x="156804" y="109224"/>
                  </a:lnTo>
                  <a:lnTo>
                    <a:pt x="154868" y="104233"/>
                  </a:lnTo>
                  <a:lnTo>
                    <a:pt x="152774" y="99307"/>
                  </a:lnTo>
                  <a:lnTo>
                    <a:pt x="150523" y="94450"/>
                  </a:lnTo>
                  <a:lnTo>
                    <a:pt x="148117" y="89668"/>
                  </a:lnTo>
                  <a:lnTo>
                    <a:pt x="145560" y="84966"/>
                  </a:lnTo>
                  <a:lnTo>
                    <a:pt x="142854" y="80348"/>
                  </a:lnTo>
                  <a:lnTo>
                    <a:pt x="140001" y="75819"/>
                  </a:lnTo>
                  <a:lnTo>
                    <a:pt x="137005" y="71383"/>
                  </a:lnTo>
                  <a:lnTo>
                    <a:pt x="133868" y="67046"/>
                  </a:lnTo>
                  <a:lnTo>
                    <a:pt x="130594" y="62811"/>
                  </a:lnTo>
                  <a:lnTo>
                    <a:pt x="127186" y="58683"/>
                  </a:lnTo>
                  <a:lnTo>
                    <a:pt x="123647" y="54667"/>
                  </a:lnTo>
                  <a:lnTo>
                    <a:pt x="119982" y="50766"/>
                  </a:lnTo>
                  <a:lnTo>
                    <a:pt x="116194" y="46984"/>
                  </a:lnTo>
                  <a:lnTo>
                    <a:pt x="112286" y="43326"/>
                  </a:lnTo>
                  <a:lnTo>
                    <a:pt x="108264" y="39794"/>
                  </a:lnTo>
                  <a:lnTo>
                    <a:pt x="104130" y="36393"/>
                  </a:lnTo>
                  <a:lnTo>
                    <a:pt x="99890" y="33126"/>
                  </a:lnTo>
                  <a:lnTo>
                    <a:pt x="95547" y="29997"/>
                  </a:lnTo>
                  <a:lnTo>
                    <a:pt x="91106" y="27008"/>
                  </a:lnTo>
                  <a:lnTo>
                    <a:pt x="86572" y="24163"/>
                  </a:lnTo>
                  <a:lnTo>
                    <a:pt x="81950" y="21465"/>
                  </a:lnTo>
                  <a:lnTo>
                    <a:pt x="77243" y="18916"/>
                  </a:lnTo>
                  <a:lnTo>
                    <a:pt x="72457" y="16519"/>
                  </a:lnTo>
                  <a:lnTo>
                    <a:pt x="67596" y="14276"/>
                  </a:lnTo>
                  <a:lnTo>
                    <a:pt x="62667" y="12190"/>
                  </a:lnTo>
                  <a:lnTo>
                    <a:pt x="57673" y="10263"/>
                  </a:lnTo>
                  <a:lnTo>
                    <a:pt x="52620" y="8497"/>
                  </a:lnTo>
                  <a:lnTo>
                    <a:pt x="47513" y="6894"/>
                  </a:lnTo>
                  <a:lnTo>
                    <a:pt x="42357" y="5455"/>
                  </a:lnTo>
                  <a:lnTo>
                    <a:pt x="37158" y="4182"/>
                  </a:lnTo>
                  <a:lnTo>
                    <a:pt x="31920" y="3075"/>
                  </a:lnTo>
                  <a:lnTo>
                    <a:pt x="26650" y="2138"/>
                  </a:lnTo>
                  <a:lnTo>
                    <a:pt x="21353" y="1369"/>
                  </a:lnTo>
                  <a:lnTo>
                    <a:pt x="16034" y="770"/>
                  </a:lnTo>
                  <a:lnTo>
                    <a:pt x="10698" y="342"/>
                  </a:lnTo>
                  <a:lnTo>
                    <a:pt x="535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65972" y="1120312"/>
              <a:ext cx="167162" cy="303121"/>
            </a:xfrm>
            <a:custGeom>
              <a:avLst/>
              <a:pathLst>
                <a:path w="167162" h="303121">
                  <a:moveTo>
                    <a:pt x="167162" y="0"/>
                  </a:moveTo>
                  <a:lnTo>
                    <a:pt x="161830" y="85"/>
                  </a:lnTo>
                  <a:lnTo>
                    <a:pt x="156502" y="340"/>
                  </a:lnTo>
                  <a:lnTo>
                    <a:pt x="151186" y="765"/>
                  </a:lnTo>
                  <a:lnTo>
                    <a:pt x="145886" y="1359"/>
                  </a:lnTo>
                  <a:lnTo>
                    <a:pt x="140607" y="2122"/>
                  </a:lnTo>
                  <a:lnTo>
                    <a:pt x="135356" y="3053"/>
                  </a:lnTo>
                  <a:lnTo>
                    <a:pt x="130137" y="4151"/>
                  </a:lnTo>
                  <a:lnTo>
                    <a:pt x="124955" y="5416"/>
                  </a:lnTo>
                  <a:lnTo>
                    <a:pt x="119817" y="6844"/>
                  </a:lnTo>
                  <a:lnTo>
                    <a:pt x="114726" y="8436"/>
                  </a:lnTo>
                  <a:lnTo>
                    <a:pt x="109690" y="10190"/>
                  </a:lnTo>
                  <a:lnTo>
                    <a:pt x="104711" y="12103"/>
                  </a:lnTo>
                  <a:lnTo>
                    <a:pt x="99796" y="14174"/>
                  </a:lnTo>
                  <a:lnTo>
                    <a:pt x="94950" y="16401"/>
                  </a:lnTo>
                  <a:lnTo>
                    <a:pt x="90177" y="18781"/>
                  </a:lnTo>
                  <a:lnTo>
                    <a:pt x="85483" y="21313"/>
                  </a:lnTo>
                  <a:lnTo>
                    <a:pt x="80872" y="23993"/>
                  </a:lnTo>
                  <a:lnTo>
                    <a:pt x="76348" y="26818"/>
                  </a:lnTo>
                  <a:lnTo>
                    <a:pt x="71917" y="29787"/>
                  </a:lnTo>
                  <a:lnTo>
                    <a:pt x="67583" y="32895"/>
                  </a:lnTo>
                  <a:lnTo>
                    <a:pt x="63351" y="36140"/>
                  </a:lnTo>
                  <a:lnTo>
                    <a:pt x="59224" y="39518"/>
                  </a:lnTo>
                  <a:lnTo>
                    <a:pt x="55207" y="43026"/>
                  </a:lnTo>
                  <a:lnTo>
                    <a:pt x="51303" y="46661"/>
                  </a:lnTo>
                  <a:lnTo>
                    <a:pt x="47518" y="50418"/>
                  </a:lnTo>
                  <a:lnTo>
                    <a:pt x="43855" y="54294"/>
                  </a:lnTo>
                  <a:lnTo>
                    <a:pt x="40317" y="58286"/>
                  </a:lnTo>
                  <a:lnTo>
                    <a:pt x="36908" y="62387"/>
                  </a:lnTo>
                  <a:lnTo>
                    <a:pt x="33632" y="66596"/>
                  </a:lnTo>
                  <a:lnTo>
                    <a:pt x="30491" y="70907"/>
                  </a:lnTo>
                  <a:lnTo>
                    <a:pt x="27490" y="75316"/>
                  </a:lnTo>
                  <a:lnTo>
                    <a:pt x="24631" y="79818"/>
                  </a:lnTo>
                  <a:lnTo>
                    <a:pt x="21917" y="84409"/>
                  </a:lnTo>
                  <a:lnTo>
                    <a:pt x="19351" y="89085"/>
                  </a:lnTo>
                  <a:lnTo>
                    <a:pt x="16936" y="93840"/>
                  </a:lnTo>
                  <a:lnTo>
                    <a:pt x="14673" y="98669"/>
                  </a:lnTo>
                  <a:lnTo>
                    <a:pt x="12565" y="103569"/>
                  </a:lnTo>
                  <a:lnTo>
                    <a:pt x="10615" y="108533"/>
                  </a:lnTo>
                  <a:lnTo>
                    <a:pt x="8825" y="113556"/>
                  </a:lnTo>
                  <a:lnTo>
                    <a:pt x="7195" y="118635"/>
                  </a:lnTo>
                  <a:lnTo>
                    <a:pt x="5728" y="123763"/>
                  </a:lnTo>
                  <a:lnTo>
                    <a:pt x="4426" y="128934"/>
                  </a:lnTo>
                  <a:lnTo>
                    <a:pt x="3289" y="134145"/>
                  </a:lnTo>
                  <a:lnTo>
                    <a:pt x="2319" y="139390"/>
                  </a:lnTo>
                  <a:lnTo>
                    <a:pt x="1517" y="144662"/>
                  </a:lnTo>
                  <a:lnTo>
                    <a:pt x="883" y="149958"/>
                  </a:lnTo>
                  <a:lnTo>
                    <a:pt x="419" y="155271"/>
                  </a:lnTo>
                  <a:lnTo>
                    <a:pt x="124" y="160596"/>
                  </a:lnTo>
                  <a:lnTo>
                    <a:pt x="0" y="165928"/>
                  </a:lnTo>
                  <a:lnTo>
                    <a:pt x="45" y="171262"/>
                  </a:lnTo>
                  <a:lnTo>
                    <a:pt x="261" y="176591"/>
                  </a:lnTo>
                  <a:lnTo>
                    <a:pt x="646" y="181910"/>
                  </a:lnTo>
                  <a:lnTo>
                    <a:pt x="1201" y="187215"/>
                  </a:lnTo>
                  <a:lnTo>
                    <a:pt x="1925" y="192499"/>
                  </a:lnTo>
                  <a:lnTo>
                    <a:pt x="2818" y="197757"/>
                  </a:lnTo>
                  <a:lnTo>
                    <a:pt x="3877" y="202984"/>
                  </a:lnTo>
                  <a:lnTo>
                    <a:pt x="5103" y="208175"/>
                  </a:lnTo>
                  <a:lnTo>
                    <a:pt x="6493" y="213323"/>
                  </a:lnTo>
                  <a:lnTo>
                    <a:pt x="8048" y="218425"/>
                  </a:lnTo>
                  <a:lnTo>
                    <a:pt x="9764" y="223475"/>
                  </a:lnTo>
                  <a:lnTo>
                    <a:pt x="11640" y="228468"/>
                  </a:lnTo>
                  <a:lnTo>
                    <a:pt x="13675" y="233398"/>
                  </a:lnTo>
                  <a:lnTo>
                    <a:pt x="15866" y="238260"/>
                  </a:lnTo>
                  <a:lnTo>
                    <a:pt x="18211" y="243050"/>
                  </a:lnTo>
                  <a:lnTo>
                    <a:pt x="20707" y="247763"/>
                  </a:lnTo>
                  <a:lnTo>
                    <a:pt x="23353" y="252394"/>
                  </a:lnTo>
                  <a:lnTo>
                    <a:pt x="26145" y="256939"/>
                  </a:lnTo>
                  <a:lnTo>
                    <a:pt x="29080" y="261391"/>
                  </a:lnTo>
                  <a:lnTo>
                    <a:pt x="32156" y="265748"/>
                  </a:lnTo>
                  <a:lnTo>
                    <a:pt x="35370" y="270005"/>
                  </a:lnTo>
                  <a:lnTo>
                    <a:pt x="38717" y="274157"/>
                  </a:lnTo>
                  <a:lnTo>
                    <a:pt x="42196" y="278200"/>
                  </a:lnTo>
                  <a:lnTo>
                    <a:pt x="45801" y="282130"/>
                  </a:lnTo>
                  <a:lnTo>
                    <a:pt x="49531" y="285943"/>
                  </a:lnTo>
                  <a:lnTo>
                    <a:pt x="53379" y="289635"/>
                  </a:lnTo>
                  <a:lnTo>
                    <a:pt x="57344" y="293202"/>
                  </a:lnTo>
                  <a:lnTo>
                    <a:pt x="61421" y="296641"/>
                  </a:lnTo>
                  <a:lnTo>
                    <a:pt x="65605" y="299949"/>
                  </a:lnTo>
                  <a:lnTo>
                    <a:pt x="69892" y="303121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35865" y="1287480"/>
              <a:ext cx="97270" cy="135953"/>
            </a:xfrm>
            <a:custGeom>
              <a:avLst/>
              <a:pathLst>
                <a:path w="97270" h="135953">
                  <a:moveTo>
                    <a:pt x="0" y="135953"/>
                  </a:moveTo>
                  <a:lnTo>
                    <a:pt x="9727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35865" y="1122121"/>
              <a:ext cx="264436" cy="332511"/>
            </a:xfrm>
            <a:custGeom>
              <a:avLst/>
              <a:pathLst>
                <a:path w="264436" h="332511">
                  <a:moveTo>
                    <a:pt x="0" y="301312"/>
                  </a:moveTo>
                  <a:lnTo>
                    <a:pt x="4359" y="304328"/>
                  </a:lnTo>
                  <a:lnTo>
                    <a:pt x="8813" y="307204"/>
                  </a:lnTo>
                  <a:lnTo>
                    <a:pt x="13355" y="309938"/>
                  </a:lnTo>
                  <a:lnTo>
                    <a:pt x="17981" y="312526"/>
                  </a:lnTo>
                  <a:lnTo>
                    <a:pt x="22688" y="314966"/>
                  </a:lnTo>
                  <a:lnTo>
                    <a:pt x="27469" y="317256"/>
                  </a:lnTo>
                  <a:lnTo>
                    <a:pt x="32321" y="319393"/>
                  </a:lnTo>
                  <a:lnTo>
                    <a:pt x="37238" y="321375"/>
                  </a:lnTo>
                  <a:lnTo>
                    <a:pt x="42215" y="323200"/>
                  </a:lnTo>
                  <a:lnTo>
                    <a:pt x="47247" y="324866"/>
                  </a:lnTo>
                  <a:lnTo>
                    <a:pt x="52330" y="326372"/>
                  </a:lnTo>
                  <a:lnTo>
                    <a:pt x="57458" y="327716"/>
                  </a:lnTo>
                  <a:lnTo>
                    <a:pt x="62627" y="328897"/>
                  </a:lnTo>
                  <a:lnTo>
                    <a:pt x="67830" y="329913"/>
                  </a:lnTo>
                  <a:lnTo>
                    <a:pt x="73062" y="330764"/>
                  </a:lnTo>
                  <a:lnTo>
                    <a:pt x="78319" y="331448"/>
                  </a:lnTo>
                  <a:lnTo>
                    <a:pt x="83595" y="331965"/>
                  </a:lnTo>
                  <a:lnTo>
                    <a:pt x="88885" y="332315"/>
                  </a:lnTo>
                  <a:lnTo>
                    <a:pt x="94183" y="332497"/>
                  </a:lnTo>
                  <a:lnTo>
                    <a:pt x="99484" y="332511"/>
                  </a:lnTo>
                  <a:lnTo>
                    <a:pt x="104783" y="332357"/>
                  </a:lnTo>
                  <a:lnTo>
                    <a:pt x="110075" y="332034"/>
                  </a:lnTo>
                  <a:lnTo>
                    <a:pt x="115354" y="331545"/>
                  </a:lnTo>
                  <a:lnTo>
                    <a:pt x="120614" y="330888"/>
                  </a:lnTo>
                  <a:lnTo>
                    <a:pt x="125851" y="330064"/>
                  </a:lnTo>
                  <a:lnTo>
                    <a:pt x="131059" y="329075"/>
                  </a:lnTo>
                  <a:lnTo>
                    <a:pt x="136233" y="327921"/>
                  </a:lnTo>
                  <a:lnTo>
                    <a:pt x="141368" y="326604"/>
                  </a:lnTo>
                  <a:lnTo>
                    <a:pt x="146459" y="325125"/>
                  </a:lnTo>
                  <a:lnTo>
                    <a:pt x="151500" y="323485"/>
                  </a:lnTo>
                  <a:lnTo>
                    <a:pt x="156487" y="321686"/>
                  </a:lnTo>
                  <a:lnTo>
                    <a:pt x="161414" y="319729"/>
                  </a:lnTo>
                  <a:lnTo>
                    <a:pt x="166277" y="317618"/>
                  </a:lnTo>
                  <a:lnTo>
                    <a:pt x="171070" y="315353"/>
                  </a:lnTo>
                  <a:lnTo>
                    <a:pt x="175789" y="312938"/>
                  </a:lnTo>
                  <a:lnTo>
                    <a:pt x="180429" y="310374"/>
                  </a:lnTo>
                  <a:lnTo>
                    <a:pt x="184986" y="307664"/>
                  </a:lnTo>
                  <a:lnTo>
                    <a:pt x="189454" y="304811"/>
                  </a:lnTo>
                  <a:lnTo>
                    <a:pt x="193829" y="301818"/>
                  </a:lnTo>
                  <a:lnTo>
                    <a:pt x="198108" y="298687"/>
                  </a:lnTo>
                  <a:lnTo>
                    <a:pt x="202285" y="295423"/>
                  </a:lnTo>
                  <a:lnTo>
                    <a:pt x="206356" y="292028"/>
                  </a:lnTo>
                  <a:lnTo>
                    <a:pt x="210318" y="288505"/>
                  </a:lnTo>
                  <a:lnTo>
                    <a:pt x="214166" y="284858"/>
                  </a:lnTo>
                  <a:lnTo>
                    <a:pt x="217896" y="281092"/>
                  </a:lnTo>
                  <a:lnTo>
                    <a:pt x="221505" y="277209"/>
                  </a:lnTo>
                  <a:lnTo>
                    <a:pt x="224989" y="273213"/>
                  </a:lnTo>
                  <a:lnTo>
                    <a:pt x="228345" y="269109"/>
                  </a:lnTo>
                  <a:lnTo>
                    <a:pt x="231569" y="264901"/>
                  </a:lnTo>
                  <a:lnTo>
                    <a:pt x="234658" y="260592"/>
                  </a:lnTo>
                  <a:lnTo>
                    <a:pt x="237608" y="256188"/>
                  </a:lnTo>
                  <a:lnTo>
                    <a:pt x="240418" y="251692"/>
                  </a:lnTo>
                  <a:lnTo>
                    <a:pt x="243083" y="247110"/>
                  </a:lnTo>
                  <a:lnTo>
                    <a:pt x="245602" y="242445"/>
                  </a:lnTo>
                  <a:lnTo>
                    <a:pt x="247972" y="237703"/>
                  </a:lnTo>
                  <a:lnTo>
                    <a:pt x="250190" y="232888"/>
                  </a:lnTo>
                  <a:lnTo>
                    <a:pt x="252254" y="228005"/>
                  </a:lnTo>
                  <a:lnTo>
                    <a:pt x="254163" y="223059"/>
                  </a:lnTo>
                  <a:lnTo>
                    <a:pt x="255914" y="218055"/>
                  </a:lnTo>
                  <a:lnTo>
                    <a:pt x="257505" y="212999"/>
                  </a:lnTo>
                  <a:lnTo>
                    <a:pt x="258935" y="207894"/>
                  </a:lnTo>
                  <a:lnTo>
                    <a:pt x="260202" y="202746"/>
                  </a:lnTo>
                  <a:lnTo>
                    <a:pt x="261306" y="197561"/>
                  </a:lnTo>
                  <a:lnTo>
                    <a:pt x="262245" y="192344"/>
                  </a:lnTo>
                  <a:lnTo>
                    <a:pt x="263017" y="187099"/>
                  </a:lnTo>
                  <a:lnTo>
                    <a:pt x="263623" y="181832"/>
                  </a:lnTo>
                  <a:lnTo>
                    <a:pt x="264062" y="176549"/>
                  </a:lnTo>
                  <a:lnTo>
                    <a:pt x="264333" y="171255"/>
                  </a:lnTo>
                  <a:lnTo>
                    <a:pt x="264436" y="165954"/>
                  </a:lnTo>
                  <a:lnTo>
                    <a:pt x="264371" y="160654"/>
                  </a:lnTo>
                  <a:lnTo>
                    <a:pt x="264138" y="155357"/>
                  </a:lnTo>
                  <a:lnTo>
                    <a:pt x="263737" y="150071"/>
                  </a:lnTo>
                  <a:lnTo>
                    <a:pt x="263168" y="144801"/>
                  </a:lnTo>
                  <a:lnTo>
                    <a:pt x="262433" y="139550"/>
                  </a:lnTo>
                  <a:lnTo>
                    <a:pt x="261532" y="134326"/>
                  </a:lnTo>
                  <a:lnTo>
                    <a:pt x="260465" y="129133"/>
                  </a:lnTo>
                  <a:lnTo>
                    <a:pt x="259234" y="123977"/>
                  </a:lnTo>
                  <a:lnTo>
                    <a:pt x="257841" y="118862"/>
                  </a:lnTo>
                  <a:lnTo>
                    <a:pt x="256286" y="113794"/>
                  </a:lnTo>
                  <a:lnTo>
                    <a:pt x="254571" y="108778"/>
                  </a:lnTo>
                  <a:lnTo>
                    <a:pt x="252697" y="103818"/>
                  </a:lnTo>
                  <a:lnTo>
                    <a:pt x="250668" y="98921"/>
                  </a:lnTo>
                  <a:lnTo>
                    <a:pt x="248484" y="94090"/>
                  </a:lnTo>
                  <a:lnTo>
                    <a:pt x="246148" y="89331"/>
                  </a:lnTo>
                  <a:lnTo>
                    <a:pt x="243663" y="84649"/>
                  </a:lnTo>
                  <a:lnTo>
                    <a:pt x="241030" y="80048"/>
                  </a:lnTo>
                  <a:lnTo>
                    <a:pt x="238253" y="75532"/>
                  </a:lnTo>
                  <a:lnTo>
                    <a:pt x="235334" y="71107"/>
                  </a:lnTo>
                  <a:lnTo>
                    <a:pt x="232276" y="66776"/>
                  </a:lnTo>
                  <a:lnTo>
                    <a:pt x="229082" y="62545"/>
                  </a:lnTo>
                  <a:lnTo>
                    <a:pt x="225755" y="58417"/>
                  </a:lnTo>
                  <a:lnTo>
                    <a:pt x="222300" y="54397"/>
                  </a:lnTo>
                  <a:lnTo>
                    <a:pt x="218719" y="50488"/>
                  </a:lnTo>
                  <a:lnTo>
                    <a:pt x="215015" y="46695"/>
                  </a:lnTo>
                  <a:lnTo>
                    <a:pt x="211193" y="43021"/>
                  </a:lnTo>
                  <a:lnTo>
                    <a:pt x="207257" y="39470"/>
                  </a:lnTo>
                  <a:lnTo>
                    <a:pt x="203210" y="36046"/>
                  </a:lnTo>
                  <a:lnTo>
                    <a:pt x="199056" y="32752"/>
                  </a:lnTo>
                  <a:lnTo>
                    <a:pt x="194800" y="29591"/>
                  </a:lnTo>
                  <a:lnTo>
                    <a:pt x="190446" y="26567"/>
                  </a:lnTo>
                  <a:lnTo>
                    <a:pt x="185999" y="23682"/>
                  </a:lnTo>
                  <a:lnTo>
                    <a:pt x="181462" y="20940"/>
                  </a:lnTo>
                  <a:lnTo>
                    <a:pt x="176840" y="18343"/>
                  </a:lnTo>
                  <a:lnTo>
                    <a:pt x="172138" y="15894"/>
                  </a:lnTo>
                  <a:lnTo>
                    <a:pt x="167361" y="13595"/>
                  </a:lnTo>
                  <a:lnTo>
                    <a:pt x="162514" y="11449"/>
                  </a:lnTo>
                  <a:lnTo>
                    <a:pt x="157601" y="9457"/>
                  </a:lnTo>
                  <a:lnTo>
                    <a:pt x="152627" y="7623"/>
                  </a:lnTo>
                  <a:lnTo>
                    <a:pt x="147598" y="5947"/>
                  </a:lnTo>
                  <a:lnTo>
                    <a:pt x="142518" y="4431"/>
                  </a:lnTo>
                  <a:lnTo>
                    <a:pt x="137392" y="3077"/>
                  </a:lnTo>
                  <a:lnTo>
                    <a:pt x="132226" y="1887"/>
                  </a:lnTo>
                  <a:lnTo>
                    <a:pt x="127025" y="860"/>
                  </a:lnTo>
                  <a:lnTo>
                    <a:pt x="121794" y="0"/>
                  </a:lnTo>
                  <a:lnTo>
                    <a:pt x="97270" y="1653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633135" y="1120312"/>
              <a:ext cx="24524" cy="167167"/>
            </a:xfrm>
            <a:custGeom>
              <a:avLst/>
              <a:pathLst>
                <a:path w="24524" h="167167">
                  <a:moveTo>
                    <a:pt x="24524" y="1808"/>
                  </a:moveTo>
                  <a:lnTo>
                    <a:pt x="16382" y="804"/>
                  </a:lnTo>
                  <a:lnTo>
                    <a:pt x="8201" y="2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68527" y="971635"/>
              <a:ext cx="167148" cy="256670"/>
            </a:xfrm>
            <a:custGeom>
              <a:avLst/>
              <a:pathLst>
                <a:path w="167148" h="256670">
                  <a:moveTo>
                    <a:pt x="167148" y="0"/>
                  </a:moveTo>
                  <a:lnTo>
                    <a:pt x="161740" y="87"/>
                  </a:lnTo>
                  <a:lnTo>
                    <a:pt x="156337" y="349"/>
                  </a:lnTo>
                  <a:lnTo>
                    <a:pt x="150945" y="787"/>
                  </a:lnTo>
                  <a:lnTo>
                    <a:pt x="145570" y="1398"/>
                  </a:lnTo>
                  <a:lnTo>
                    <a:pt x="140218" y="2183"/>
                  </a:lnTo>
                  <a:lnTo>
                    <a:pt x="134894" y="3141"/>
                  </a:lnTo>
                  <a:lnTo>
                    <a:pt x="129604" y="4270"/>
                  </a:lnTo>
                  <a:lnTo>
                    <a:pt x="124353" y="5570"/>
                  </a:lnTo>
                  <a:lnTo>
                    <a:pt x="119147" y="7039"/>
                  </a:lnTo>
                  <a:lnTo>
                    <a:pt x="113992" y="8676"/>
                  </a:lnTo>
                  <a:lnTo>
                    <a:pt x="108892" y="10479"/>
                  </a:lnTo>
                  <a:lnTo>
                    <a:pt x="103852" y="12446"/>
                  </a:lnTo>
                  <a:lnTo>
                    <a:pt x="98880" y="14575"/>
                  </a:lnTo>
                  <a:lnTo>
                    <a:pt x="93978" y="16864"/>
                  </a:lnTo>
                  <a:lnTo>
                    <a:pt x="89154" y="19310"/>
                  </a:lnTo>
                  <a:lnTo>
                    <a:pt x="84410" y="21911"/>
                  </a:lnTo>
                  <a:lnTo>
                    <a:pt x="79754" y="24664"/>
                  </a:lnTo>
                  <a:lnTo>
                    <a:pt x="75189" y="27566"/>
                  </a:lnTo>
                  <a:lnTo>
                    <a:pt x="70721" y="30614"/>
                  </a:lnTo>
                  <a:lnTo>
                    <a:pt x="66353" y="33806"/>
                  </a:lnTo>
                  <a:lnTo>
                    <a:pt x="62091" y="37137"/>
                  </a:lnTo>
                  <a:lnTo>
                    <a:pt x="57939" y="40604"/>
                  </a:lnTo>
                  <a:lnTo>
                    <a:pt x="53901" y="44204"/>
                  </a:lnTo>
                  <a:lnTo>
                    <a:pt x="49982" y="47932"/>
                  </a:lnTo>
                  <a:lnTo>
                    <a:pt x="46185" y="51786"/>
                  </a:lnTo>
                  <a:lnTo>
                    <a:pt x="42516" y="55760"/>
                  </a:lnTo>
                  <a:lnTo>
                    <a:pt x="38976" y="59850"/>
                  </a:lnTo>
                  <a:lnTo>
                    <a:pt x="35571" y="64054"/>
                  </a:lnTo>
                  <a:lnTo>
                    <a:pt x="32304" y="68365"/>
                  </a:lnTo>
                  <a:lnTo>
                    <a:pt x="29178" y="72779"/>
                  </a:lnTo>
                  <a:lnTo>
                    <a:pt x="26196" y="77293"/>
                  </a:lnTo>
                  <a:lnTo>
                    <a:pt x="23362" y="81900"/>
                  </a:lnTo>
                  <a:lnTo>
                    <a:pt x="20678" y="86597"/>
                  </a:lnTo>
                  <a:lnTo>
                    <a:pt x="18148" y="91378"/>
                  </a:lnTo>
                  <a:lnTo>
                    <a:pt x="15774" y="96239"/>
                  </a:lnTo>
                  <a:lnTo>
                    <a:pt x="13559" y="101174"/>
                  </a:lnTo>
                  <a:lnTo>
                    <a:pt x="11504" y="106178"/>
                  </a:lnTo>
                  <a:lnTo>
                    <a:pt x="9612" y="111245"/>
                  </a:lnTo>
                  <a:lnTo>
                    <a:pt x="7885" y="116372"/>
                  </a:lnTo>
                  <a:lnTo>
                    <a:pt x="6325" y="121551"/>
                  </a:lnTo>
                  <a:lnTo>
                    <a:pt x="4933" y="126779"/>
                  </a:lnTo>
                  <a:lnTo>
                    <a:pt x="3712" y="132048"/>
                  </a:lnTo>
                  <a:lnTo>
                    <a:pt x="2661" y="137354"/>
                  </a:lnTo>
                  <a:lnTo>
                    <a:pt x="1782" y="142692"/>
                  </a:lnTo>
                  <a:lnTo>
                    <a:pt x="1077" y="148055"/>
                  </a:lnTo>
                  <a:lnTo>
                    <a:pt x="546" y="153438"/>
                  </a:lnTo>
                  <a:lnTo>
                    <a:pt x="189" y="158836"/>
                  </a:lnTo>
                  <a:lnTo>
                    <a:pt x="7" y="164242"/>
                  </a:lnTo>
                  <a:lnTo>
                    <a:pt x="0" y="169652"/>
                  </a:lnTo>
                  <a:lnTo>
                    <a:pt x="167" y="175058"/>
                  </a:lnTo>
                  <a:lnTo>
                    <a:pt x="510" y="180457"/>
                  </a:lnTo>
                  <a:lnTo>
                    <a:pt x="1027" y="185842"/>
                  </a:lnTo>
                  <a:lnTo>
                    <a:pt x="1719" y="191207"/>
                  </a:lnTo>
                  <a:lnTo>
                    <a:pt x="2583" y="196546"/>
                  </a:lnTo>
                  <a:lnTo>
                    <a:pt x="3620" y="201856"/>
                  </a:lnTo>
                  <a:lnTo>
                    <a:pt x="4828" y="207128"/>
                  </a:lnTo>
                  <a:lnTo>
                    <a:pt x="6206" y="212359"/>
                  </a:lnTo>
                  <a:lnTo>
                    <a:pt x="7752" y="217543"/>
                  </a:lnTo>
                  <a:lnTo>
                    <a:pt x="9465" y="222674"/>
                  </a:lnTo>
                  <a:lnTo>
                    <a:pt x="11344" y="227746"/>
                  </a:lnTo>
                  <a:lnTo>
                    <a:pt x="13385" y="232756"/>
                  </a:lnTo>
                  <a:lnTo>
                    <a:pt x="15588" y="237696"/>
                  </a:lnTo>
                  <a:lnTo>
                    <a:pt x="17949" y="242563"/>
                  </a:lnTo>
                  <a:lnTo>
                    <a:pt x="20467" y="247351"/>
                  </a:lnTo>
                  <a:lnTo>
                    <a:pt x="23138" y="252055"/>
                  </a:lnTo>
                  <a:lnTo>
                    <a:pt x="25960" y="25667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94487" y="1138802"/>
              <a:ext cx="141188" cy="89502"/>
            </a:xfrm>
            <a:custGeom>
              <a:avLst/>
              <a:pathLst>
                <a:path w="141188" h="89502">
                  <a:moveTo>
                    <a:pt x="0" y="89502"/>
                  </a:moveTo>
                  <a:lnTo>
                    <a:pt x="14118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94487" y="1017559"/>
              <a:ext cx="308343" cy="288391"/>
            </a:xfrm>
            <a:custGeom>
              <a:avLst/>
              <a:pathLst>
                <a:path w="308343" h="288391">
                  <a:moveTo>
                    <a:pt x="0" y="210745"/>
                  </a:moveTo>
                  <a:lnTo>
                    <a:pt x="2932" y="215212"/>
                  </a:lnTo>
                  <a:lnTo>
                    <a:pt x="6005" y="219582"/>
                  </a:lnTo>
                  <a:lnTo>
                    <a:pt x="9217" y="223852"/>
                  </a:lnTo>
                  <a:lnTo>
                    <a:pt x="12564" y="228017"/>
                  </a:lnTo>
                  <a:lnTo>
                    <a:pt x="16042" y="232073"/>
                  </a:lnTo>
                  <a:lnTo>
                    <a:pt x="19647" y="236015"/>
                  </a:lnTo>
                  <a:lnTo>
                    <a:pt x="23377" y="239841"/>
                  </a:lnTo>
                  <a:lnTo>
                    <a:pt x="27227" y="243545"/>
                  </a:lnTo>
                  <a:lnTo>
                    <a:pt x="31194" y="247125"/>
                  </a:lnTo>
                  <a:lnTo>
                    <a:pt x="35273" y="250575"/>
                  </a:lnTo>
                  <a:lnTo>
                    <a:pt x="39460" y="253894"/>
                  </a:lnTo>
                  <a:lnTo>
                    <a:pt x="43752" y="257077"/>
                  </a:lnTo>
                  <a:lnTo>
                    <a:pt x="48142" y="260122"/>
                  </a:lnTo>
                  <a:lnTo>
                    <a:pt x="52628" y="263024"/>
                  </a:lnTo>
                  <a:lnTo>
                    <a:pt x="57204" y="265782"/>
                  </a:lnTo>
                  <a:lnTo>
                    <a:pt x="61866" y="268392"/>
                  </a:lnTo>
                  <a:lnTo>
                    <a:pt x="66609" y="270852"/>
                  </a:lnTo>
                  <a:lnTo>
                    <a:pt x="71428" y="273159"/>
                  </a:lnTo>
                  <a:lnTo>
                    <a:pt x="76319" y="275310"/>
                  </a:lnTo>
                  <a:lnTo>
                    <a:pt x="81275" y="277305"/>
                  </a:lnTo>
                  <a:lnTo>
                    <a:pt x="86293" y="279140"/>
                  </a:lnTo>
                  <a:lnTo>
                    <a:pt x="91367" y="280813"/>
                  </a:lnTo>
                  <a:lnTo>
                    <a:pt x="96492" y="282324"/>
                  </a:lnTo>
                  <a:lnTo>
                    <a:pt x="101663" y="283670"/>
                  </a:lnTo>
                  <a:lnTo>
                    <a:pt x="106874" y="284850"/>
                  </a:lnTo>
                  <a:lnTo>
                    <a:pt x="112120" y="285863"/>
                  </a:lnTo>
                  <a:lnTo>
                    <a:pt x="117395" y="286708"/>
                  </a:lnTo>
                  <a:lnTo>
                    <a:pt x="122695" y="287384"/>
                  </a:lnTo>
                  <a:lnTo>
                    <a:pt x="128014" y="287890"/>
                  </a:lnTo>
                  <a:lnTo>
                    <a:pt x="133346" y="288226"/>
                  </a:lnTo>
                  <a:lnTo>
                    <a:pt x="138687" y="288391"/>
                  </a:lnTo>
                  <a:lnTo>
                    <a:pt x="144030" y="288386"/>
                  </a:lnTo>
                  <a:lnTo>
                    <a:pt x="149370" y="288210"/>
                  </a:lnTo>
                  <a:lnTo>
                    <a:pt x="154701" y="287863"/>
                  </a:lnTo>
                  <a:lnTo>
                    <a:pt x="160019" y="287346"/>
                  </a:lnTo>
                  <a:lnTo>
                    <a:pt x="165318" y="286659"/>
                  </a:lnTo>
                  <a:lnTo>
                    <a:pt x="170592" y="285804"/>
                  </a:lnTo>
                  <a:lnTo>
                    <a:pt x="175835" y="284780"/>
                  </a:lnTo>
                  <a:lnTo>
                    <a:pt x="181044" y="283589"/>
                  </a:lnTo>
                  <a:lnTo>
                    <a:pt x="186212" y="282233"/>
                  </a:lnTo>
                  <a:lnTo>
                    <a:pt x="191334" y="280711"/>
                  </a:lnTo>
                  <a:lnTo>
                    <a:pt x="196404" y="279027"/>
                  </a:lnTo>
                  <a:lnTo>
                    <a:pt x="201418" y="277182"/>
                  </a:lnTo>
                  <a:lnTo>
                    <a:pt x="206371" y="275178"/>
                  </a:lnTo>
                  <a:lnTo>
                    <a:pt x="211257" y="273016"/>
                  </a:lnTo>
                  <a:lnTo>
                    <a:pt x="216071" y="270699"/>
                  </a:lnTo>
                  <a:lnTo>
                    <a:pt x="220809" y="268230"/>
                  </a:lnTo>
                  <a:lnTo>
                    <a:pt x="225466" y="265611"/>
                  </a:lnTo>
                  <a:lnTo>
                    <a:pt x="230037" y="262843"/>
                  </a:lnTo>
                  <a:lnTo>
                    <a:pt x="234516" y="259932"/>
                  </a:lnTo>
                  <a:lnTo>
                    <a:pt x="238901" y="256878"/>
                  </a:lnTo>
                  <a:lnTo>
                    <a:pt x="243186" y="253687"/>
                  </a:lnTo>
                  <a:lnTo>
                    <a:pt x="247366" y="250359"/>
                  </a:lnTo>
                  <a:lnTo>
                    <a:pt x="251438" y="246900"/>
                  </a:lnTo>
                  <a:lnTo>
                    <a:pt x="255397" y="243313"/>
                  </a:lnTo>
                  <a:lnTo>
                    <a:pt x="259240" y="239601"/>
                  </a:lnTo>
                  <a:lnTo>
                    <a:pt x="262962" y="235768"/>
                  </a:lnTo>
                  <a:lnTo>
                    <a:pt x="266560" y="231818"/>
                  </a:lnTo>
                  <a:lnTo>
                    <a:pt x="270029" y="227755"/>
                  </a:lnTo>
                  <a:lnTo>
                    <a:pt x="273367" y="223583"/>
                  </a:lnTo>
                  <a:lnTo>
                    <a:pt x="276570" y="219306"/>
                  </a:lnTo>
                  <a:lnTo>
                    <a:pt x="279635" y="214930"/>
                  </a:lnTo>
                  <a:lnTo>
                    <a:pt x="282558" y="210458"/>
                  </a:lnTo>
                  <a:lnTo>
                    <a:pt x="285337" y="205894"/>
                  </a:lnTo>
                  <a:lnTo>
                    <a:pt x="287969" y="201244"/>
                  </a:lnTo>
                  <a:lnTo>
                    <a:pt x="290451" y="196513"/>
                  </a:lnTo>
                  <a:lnTo>
                    <a:pt x="292780" y="191704"/>
                  </a:lnTo>
                  <a:lnTo>
                    <a:pt x="294954" y="186824"/>
                  </a:lnTo>
                  <a:lnTo>
                    <a:pt x="296971" y="181876"/>
                  </a:lnTo>
                  <a:lnTo>
                    <a:pt x="298829" y="176867"/>
                  </a:lnTo>
                  <a:lnTo>
                    <a:pt x="300527" y="171801"/>
                  </a:lnTo>
                  <a:lnTo>
                    <a:pt x="302061" y="166683"/>
                  </a:lnTo>
                  <a:lnTo>
                    <a:pt x="303431" y="161519"/>
                  </a:lnTo>
                  <a:lnTo>
                    <a:pt x="304635" y="156313"/>
                  </a:lnTo>
                  <a:lnTo>
                    <a:pt x="305672" y="151072"/>
                  </a:lnTo>
                  <a:lnTo>
                    <a:pt x="306542" y="145800"/>
                  </a:lnTo>
                  <a:lnTo>
                    <a:pt x="307242" y="140504"/>
                  </a:lnTo>
                  <a:lnTo>
                    <a:pt x="307773" y="135187"/>
                  </a:lnTo>
                  <a:lnTo>
                    <a:pt x="308133" y="129857"/>
                  </a:lnTo>
                  <a:lnTo>
                    <a:pt x="308323" y="124517"/>
                  </a:lnTo>
                  <a:lnTo>
                    <a:pt x="308343" y="119174"/>
                  </a:lnTo>
                  <a:lnTo>
                    <a:pt x="308191" y="113833"/>
                  </a:lnTo>
                  <a:lnTo>
                    <a:pt x="307869" y="108500"/>
                  </a:lnTo>
                  <a:lnTo>
                    <a:pt x="307377" y="103180"/>
                  </a:lnTo>
                  <a:lnTo>
                    <a:pt x="306715" y="97878"/>
                  </a:lnTo>
                  <a:lnTo>
                    <a:pt x="305883" y="92601"/>
                  </a:lnTo>
                  <a:lnTo>
                    <a:pt x="304884" y="87352"/>
                  </a:lnTo>
                  <a:lnTo>
                    <a:pt x="303717" y="82138"/>
                  </a:lnTo>
                  <a:lnTo>
                    <a:pt x="302385" y="76964"/>
                  </a:lnTo>
                  <a:lnTo>
                    <a:pt x="300887" y="71835"/>
                  </a:lnTo>
                  <a:lnTo>
                    <a:pt x="299227" y="66757"/>
                  </a:lnTo>
                  <a:lnTo>
                    <a:pt x="297405" y="61734"/>
                  </a:lnTo>
                  <a:lnTo>
                    <a:pt x="295423" y="56772"/>
                  </a:lnTo>
                  <a:lnTo>
                    <a:pt x="293284" y="51876"/>
                  </a:lnTo>
                  <a:lnTo>
                    <a:pt x="290990" y="47051"/>
                  </a:lnTo>
                  <a:lnTo>
                    <a:pt x="288542" y="42302"/>
                  </a:lnTo>
                  <a:lnTo>
                    <a:pt x="285944" y="37633"/>
                  </a:lnTo>
                  <a:lnTo>
                    <a:pt x="283199" y="33050"/>
                  </a:lnTo>
                  <a:lnTo>
                    <a:pt x="280308" y="28557"/>
                  </a:lnTo>
                  <a:lnTo>
                    <a:pt x="277275" y="24158"/>
                  </a:lnTo>
                  <a:lnTo>
                    <a:pt x="274103" y="19859"/>
                  </a:lnTo>
                  <a:lnTo>
                    <a:pt x="270795" y="15663"/>
                  </a:lnTo>
                  <a:lnTo>
                    <a:pt x="267355" y="11575"/>
                  </a:lnTo>
                  <a:lnTo>
                    <a:pt x="263785" y="7599"/>
                  </a:lnTo>
                  <a:lnTo>
                    <a:pt x="260091" y="3739"/>
                  </a:lnTo>
                  <a:lnTo>
                    <a:pt x="256275" y="0"/>
                  </a:lnTo>
                  <a:lnTo>
                    <a:pt x="141188" y="1212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135676" y="971635"/>
              <a:ext cx="115087" cy="167167"/>
            </a:xfrm>
            <a:custGeom>
              <a:avLst/>
              <a:pathLst>
                <a:path w="115087" h="167167">
                  <a:moveTo>
                    <a:pt x="115087" y="45924"/>
                  </a:moveTo>
                  <a:lnTo>
                    <a:pt x="111022" y="42191"/>
                  </a:lnTo>
                  <a:lnTo>
                    <a:pt x="106836" y="38594"/>
                  </a:lnTo>
                  <a:lnTo>
                    <a:pt x="102534" y="35138"/>
                  </a:lnTo>
                  <a:lnTo>
                    <a:pt x="98120" y="31825"/>
                  </a:lnTo>
                  <a:lnTo>
                    <a:pt x="93599" y="28660"/>
                  </a:lnTo>
                  <a:lnTo>
                    <a:pt x="88976" y="25646"/>
                  </a:lnTo>
                  <a:lnTo>
                    <a:pt x="84256" y="22786"/>
                  </a:lnTo>
                  <a:lnTo>
                    <a:pt x="79444" y="20083"/>
                  </a:lnTo>
                  <a:lnTo>
                    <a:pt x="74545" y="17541"/>
                  </a:lnTo>
                  <a:lnTo>
                    <a:pt x="69565" y="15162"/>
                  </a:lnTo>
                  <a:lnTo>
                    <a:pt x="64510" y="12948"/>
                  </a:lnTo>
                  <a:lnTo>
                    <a:pt x="59384" y="10903"/>
                  </a:lnTo>
                  <a:lnTo>
                    <a:pt x="54194" y="9028"/>
                  </a:lnTo>
                  <a:lnTo>
                    <a:pt x="48944" y="7325"/>
                  </a:lnTo>
                  <a:lnTo>
                    <a:pt x="43641" y="5797"/>
                  </a:lnTo>
                  <a:lnTo>
                    <a:pt x="38290" y="4444"/>
                  </a:lnTo>
                  <a:lnTo>
                    <a:pt x="32898" y="3269"/>
                  </a:lnTo>
                  <a:lnTo>
                    <a:pt x="27470" y="2272"/>
                  </a:lnTo>
                  <a:lnTo>
                    <a:pt x="22012" y="1455"/>
                  </a:lnTo>
                  <a:lnTo>
                    <a:pt x="16530" y="819"/>
                  </a:lnTo>
                  <a:lnTo>
                    <a:pt x="11030" y="364"/>
                  </a:lnTo>
                  <a:lnTo>
                    <a:pt x="551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539109" y="941493"/>
              <a:ext cx="78170" cy="167167"/>
            </a:xfrm>
            <a:custGeom>
              <a:avLst/>
              <a:pathLst>
                <a:path w="78170" h="167167">
                  <a:moveTo>
                    <a:pt x="78170" y="0"/>
                  </a:moveTo>
                  <a:lnTo>
                    <a:pt x="72361" y="100"/>
                  </a:lnTo>
                  <a:lnTo>
                    <a:pt x="66559" y="403"/>
                  </a:lnTo>
                  <a:lnTo>
                    <a:pt x="60771" y="907"/>
                  </a:lnTo>
                  <a:lnTo>
                    <a:pt x="55004" y="1612"/>
                  </a:lnTo>
                  <a:lnTo>
                    <a:pt x="49265" y="2517"/>
                  </a:lnTo>
                  <a:lnTo>
                    <a:pt x="43561" y="3621"/>
                  </a:lnTo>
                  <a:lnTo>
                    <a:pt x="37899" y="4923"/>
                  </a:lnTo>
                  <a:lnTo>
                    <a:pt x="32285" y="6420"/>
                  </a:lnTo>
                  <a:lnTo>
                    <a:pt x="26727" y="8112"/>
                  </a:lnTo>
                  <a:lnTo>
                    <a:pt x="21231" y="9995"/>
                  </a:lnTo>
                  <a:lnTo>
                    <a:pt x="15804" y="12069"/>
                  </a:lnTo>
                  <a:lnTo>
                    <a:pt x="10452" y="14330"/>
                  </a:lnTo>
                  <a:lnTo>
                    <a:pt x="5181" y="16775"/>
                  </a:lnTo>
                  <a:lnTo>
                    <a:pt x="0" y="19403"/>
                  </a:lnTo>
                  <a:lnTo>
                    <a:pt x="7817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39109" y="960896"/>
              <a:ext cx="78170" cy="147764"/>
            </a:xfrm>
            <a:custGeom>
              <a:avLst/>
              <a:pathLst>
                <a:path w="78170" h="147764">
                  <a:moveTo>
                    <a:pt x="0" y="0"/>
                  </a:moveTo>
                  <a:lnTo>
                    <a:pt x="78170" y="1477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50114" y="945033"/>
              <a:ext cx="334333" cy="330780"/>
            </a:xfrm>
            <a:custGeom>
              <a:avLst/>
              <a:pathLst>
                <a:path w="334333" h="330780">
                  <a:moveTo>
                    <a:pt x="88995" y="15862"/>
                  </a:moveTo>
                  <a:lnTo>
                    <a:pt x="84341" y="18419"/>
                  </a:lnTo>
                  <a:lnTo>
                    <a:pt x="79772" y="21123"/>
                  </a:lnTo>
                  <a:lnTo>
                    <a:pt x="75290" y="23970"/>
                  </a:lnTo>
                  <a:lnTo>
                    <a:pt x="70901" y="26959"/>
                  </a:lnTo>
                  <a:lnTo>
                    <a:pt x="66609" y="30085"/>
                  </a:lnTo>
                  <a:lnTo>
                    <a:pt x="62419" y="33346"/>
                  </a:lnTo>
                  <a:lnTo>
                    <a:pt x="58334" y="36738"/>
                  </a:lnTo>
                  <a:lnTo>
                    <a:pt x="54359" y="40258"/>
                  </a:lnTo>
                  <a:lnTo>
                    <a:pt x="50498" y="43903"/>
                  </a:lnTo>
                  <a:lnTo>
                    <a:pt x="46755" y="47669"/>
                  </a:lnTo>
                  <a:lnTo>
                    <a:pt x="43133" y="51551"/>
                  </a:lnTo>
                  <a:lnTo>
                    <a:pt x="39636" y="55547"/>
                  </a:lnTo>
                  <a:lnTo>
                    <a:pt x="36268" y="59651"/>
                  </a:lnTo>
                  <a:lnTo>
                    <a:pt x="33032" y="63861"/>
                  </a:lnTo>
                  <a:lnTo>
                    <a:pt x="29931" y="68171"/>
                  </a:lnTo>
                  <a:lnTo>
                    <a:pt x="26969" y="72578"/>
                  </a:lnTo>
                  <a:lnTo>
                    <a:pt x="24148" y="77076"/>
                  </a:lnTo>
                  <a:lnTo>
                    <a:pt x="21472" y="81662"/>
                  </a:lnTo>
                  <a:lnTo>
                    <a:pt x="18942" y="86330"/>
                  </a:lnTo>
                  <a:lnTo>
                    <a:pt x="16562" y="91076"/>
                  </a:lnTo>
                  <a:lnTo>
                    <a:pt x="14334" y="95896"/>
                  </a:lnTo>
                  <a:lnTo>
                    <a:pt x="12260" y="100784"/>
                  </a:lnTo>
                  <a:lnTo>
                    <a:pt x="10342" y="105735"/>
                  </a:lnTo>
                  <a:lnTo>
                    <a:pt x="8583" y="110745"/>
                  </a:lnTo>
                  <a:lnTo>
                    <a:pt x="6983" y="115808"/>
                  </a:lnTo>
                  <a:lnTo>
                    <a:pt x="5546" y="120919"/>
                  </a:lnTo>
                  <a:lnTo>
                    <a:pt x="4271" y="126073"/>
                  </a:lnTo>
                  <a:lnTo>
                    <a:pt x="3160" y="131265"/>
                  </a:lnTo>
                  <a:lnTo>
                    <a:pt x="2215" y="136490"/>
                  </a:lnTo>
                  <a:lnTo>
                    <a:pt x="1437" y="141742"/>
                  </a:lnTo>
                  <a:lnTo>
                    <a:pt x="825" y="147017"/>
                  </a:lnTo>
                  <a:lnTo>
                    <a:pt x="382" y="152308"/>
                  </a:lnTo>
                  <a:lnTo>
                    <a:pt x="106" y="157610"/>
                  </a:lnTo>
                  <a:lnTo>
                    <a:pt x="0" y="162919"/>
                  </a:lnTo>
                  <a:lnTo>
                    <a:pt x="61" y="168228"/>
                  </a:lnTo>
                  <a:lnTo>
                    <a:pt x="292" y="173533"/>
                  </a:lnTo>
                  <a:lnTo>
                    <a:pt x="691" y="178828"/>
                  </a:lnTo>
                  <a:lnTo>
                    <a:pt x="1257" y="184107"/>
                  </a:lnTo>
                  <a:lnTo>
                    <a:pt x="1991" y="189365"/>
                  </a:lnTo>
                  <a:lnTo>
                    <a:pt x="2892" y="194598"/>
                  </a:lnTo>
                  <a:lnTo>
                    <a:pt x="3959" y="199800"/>
                  </a:lnTo>
                  <a:lnTo>
                    <a:pt x="5190" y="204965"/>
                  </a:lnTo>
                  <a:lnTo>
                    <a:pt x="6584" y="210088"/>
                  </a:lnTo>
                  <a:lnTo>
                    <a:pt x="8141" y="215164"/>
                  </a:lnTo>
                  <a:lnTo>
                    <a:pt x="9858" y="220189"/>
                  </a:lnTo>
                  <a:lnTo>
                    <a:pt x="11733" y="225156"/>
                  </a:lnTo>
                  <a:lnTo>
                    <a:pt x="13766" y="230061"/>
                  </a:lnTo>
                  <a:lnTo>
                    <a:pt x="15953" y="234899"/>
                  </a:lnTo>
                  <a:lnTo>
                    <a:pt x="18293" y="239666"/>
                  </a:lnTo>
                  <a:lnTo>
                    <a:pt x="20783" y="244355"/>
                  </a:lnTo>
                  <a:lnTo>
                    <a:pt x="23421" y="248963"/>
                  </a:lnTo>
                  <a:lnTo>
                    <a:pt x="26203" y="253485"/>
                  </a:lnTo>
                  <a:lnTo>
                    <a:pt x="29128" y="257917"/>
                  </a:lnTo>
                  <a:lnTo>
                    <a:pt x="32192" y="262253"/>
                  </a:lnTo>
                  <a:lnTo>
                    <a:pt x="35392" y="266490"/>
                  </a:lnTo>
                  <a:lnTo>
                    <a:pt x="38726" y="270623"/>
                  </a:lnTo>
                  <a:lnTo>
                    <a:pt x="42189" y="274648"/>
                  </a:lnTo>
                  <a:lnTo>
                    <a:pt x="45777" y="278561"/>
                  </a:lnTo>
                  <a:lnTo>
                    <a:pt x="49489" y="282358"/>
                  </a:lnTo>
                  <a:lnTo>
                    <a:pt x="53319" y="286036"/>
                  </a:lnTo>
                  <a:lnTo>
                    <a:pt x="57264" y="289589"/>
                  </a:lnTo>
                  <a:lnTo>
                    <a:pt x="61320" y="293016"/>
                  </a:lnTo>
                  <a:lnTo>
                    <a:pt x="65482" y="296312"/>
                  </a:lnTo>
                  <a:lnTo>
                    <a:pt x="69747" y="299475"/>
                  </a:lnTo>
                  <a:lnTo>
                    <a:pt x="74111" y="302500"/>
                  </a:lnTo>
                  <a:lnTo>
                    <a:pt x="78568" y="305385"/>
                  </a:lnTo>
                  <a:lnTo>
                    <a:pt x="83115" y="308127"/>
                  </a:lnTo>
                  <a:lnTo>
                    <a:pt x="87746" y="310724"/>
                  </a:lnTo>
                  <a:lnTo>
                    <a:pt x="92458" y="313172"/>
                  </a:lnTo>
                  <a:lnTo>
                    <a:pt x="97245" y="315469"/>
                  </a:lnTo>
                  <a:lnTo>
                    <a:pt x="102103" y="317613"/>
                  </a:lnTo>
                  <a:lnTo>
                    <a:pt x="107026" y="319602"/>
                  </a:lnTo>
                  <a:lnTo>
                    <a:pt x="112010" y="321433"/>
                  </a:lnTo>
                  <a:lnTo>
                    <a:pt x="117049" y="323105"/>
                  </a:lnTo>
                  <a:lnTo>
                    <a:pt x="122139" y="324616"/>
                  </a:lnTo>
                  <a:lnTo>
                    <a:pt x="127275" y="325965"/>
                  </a:lnTo>
                  <a:lnTo>
                    <a:pt x="132450" y="327150"/>
                  </a:lnTo>
                  <a:lnTo>
                    <a:pt x="137661" y="328170"/>
                  </a:lnTo>
                  <a:lnTo>
                    <a:pt x="142902" y="329024"/>
                  </a:lnTo>
                  <a:lnTo>
                    <a:pt x="148167" y="329711"/>
                  </a:lnTo>
                  <a:lnTo>
                    <a:pt x="153451" y="330231"/>
                  </a:lnTo>
                  <a:lnTo>
                    <a:pt x="158749" y="330582"/>
                  </a:lnTo>
                  <a:lnTo>
                    <a:pt x="164055" y="330765"/>
                  </a:lnTo>
                  <a:lnTo>
                    <a:pt x="169365" y="330780"/>
                  </a:lnTo>
                  <a:lnTo>
                    <a:pt x="174672" y="330626"/>
                  </a:lnTo>
                  <a:lnTo>
                    <a:pt x="179972" y="330303"/>
                  </a:lnTo>
                  <a:lnTo>
                    <a:pt x="185259" y="329812"/>
                  </a:lnTo>
                  <a:lnTo>
                    <a:pt x="190528" y="329154"/>
                  </a:lnTo>
                  <a:lnTo>
                    <a:pt x="195773" y="328328"/>
                  </a:lnTo>
                  <a:lnTo>
                    <a:pt x="200989" y="327337"/>
                  </a:lnTo>
                  <a:lnTo>
                    <a:pt x="206171" y="326180"/>
                  </a:lnTo>
                  <a:lnTo>
                    <a:pt x="211314" y="324859"/>
                  </a:lnTo>
                  <a:lnTo>
                    <a:pt x="216412" y="323376"/>
                  </a:lnTo>
                  <a:lnTo>
                    <a:pt x="221461" y="321731"/>
                  </a:lnTo>
                  <a:lnTo>
                    <a:pt x="226454" y="319927"/>
                  </a:lnTo>
                  <a:lnTo>
                    <a:pt x="231388" y="317965"/>
                  </a:lnTo>
                  <a:lnTo>
                    <a:pt x="236257" y="315848"/>
                  </a:lnTo>
                  <a:lnTo>
                    <a:pt x="241057" y="313577"/>
                  </a:lnTo>
                  <a:lnTo>
                    <a:pt x="245782" y="311154"/>
                  </a:lnTo>
                  <a:lnTo>
                    <a:pt x="250427" y="308583"/>
                  </a:lnTo>
                  <a:lnTo>
                    <a:pt x="254989" y="305866"/>
                  </a:lnTo>
                  <a:lnTo>
                    <a:pt x="259462" y="303005"/>
                  </a:lnTo>
                  <a:lnTo>
                    <a:pt x="263842" y="300003"/>
                  </a:lnTo>
                  <a:lnTo>
                    <a:pt x="268124" y="296864"/>
                  </a:lnTo>
                  <a:lnTo>
                    <a:pt x="272305" y="293591"/>
                  </a:lnTo>
                  <a:lnTo>
                    <a:pt x="276379" y="290186"/>
                  </a:lnTo>
                  <a:lnTo>
                    <a:pt x="280343" y="286654"/>
                  </a:lnTo>
                  <a:lnTo>
                    <a:pt x="284193" y="282998"/>
                  </a:lnTo>
                  <a:lnTo>
                    <a:pt x="287925" y="279221"/>
                  </a:lnTo>
                  <a:lnTo>
                    <a:pt x="291536" y="275327"/>
                  </a:lnTo>
                  <a:lnTo>
                    <a:pt x="295020" y="271321"/>
                  </a:lnTo>
                  <a:lnTo>
                    <a:pt x="298376" y="267206"/>
                  </a:lnTo>
                  <a:lnTo>
                    <a:pt x="301599" y="262987"/>
                  </a:lnTo>
                  <a:lnTo>
                    <a:pt x="304687" y="258668"/>
                  </a:lnTo>
                  <a:lnTo>
                    <a:pt x="307636" y="254252"/>
                  </a:lnTo>
                  <a:lnTo>
                    <a:pt x="310443" y="249745"/>
                  </a:lnTo>
                  <a:lnTo>
                    <a:pt x="313106" y="245152"/>
                  </a:lnTo>
                  <a:lnTo>
                    <a:pt x="315622" y="240476"/>
                  </a:lnTo>
                  <a:lnTo>
                    <a:pt x="317987" y="235722"/>
                  </a:lnTo>
                  <a:lnTo>
                    <a:pt x="320201" y="230896"/>
                  </a:lnTo>
                  <a:lnTo>
                    <a:pt x="322260" y="226002"/>
                  </a:lnTo>
                  <a:lnTo>
                    <a:pt x="324163" y="221045"/>
                  </a:lnTo>
                  <a:lnTo>
                    <a:pt x="325907" y="216030"/>
                  </a:lnTo>
                  <a:lnTo>
                    <a:pt x="327491" y="210962"/>
                  </a:lnTo>
                  <a:lnTo>
                    <a:pt x="328914" y="205846"/>
                  </a:lnTo>
                  <a:lnTo>
                    <a:pt x="330173" y="200688"/>
                  </a:lnTo>
                  <a:lnTo>
                    <a:pt x="331268" y="195493"/>
                  </a:lnTo>
                  <a:lnTo>
                    <a:pt x="332197" y="190265"/>
                  </a:lnTo>
                  <a:lnTo>
                    <a:pt x="332960" y="185010"/>
                  </a:lnTo>
                  <a:lnTo>
                    <a:pt x="333555" y="179734"/>
                  </a:lnTo>
                  <a:lnTo>
                    <a:pt x="333983" y="174442"/>
                  </a:lnTo>
                  <a:lnTo>
                    <a:pt x="334242" y="169139"/>
                  </a:lnTo>
                  <a:lnTo>
                    <a:pt x="334333" y="163830"/>
                  </a:lnTo>
                  <a:lnTo>
                    <a:pt x="334255" y="158521"/>
                  </a:lnTo>
                  <a:lnTo>
                    <a:pt x="334008" y="153217"/>
                  </a:lnTo>
                  <a:lnTo>
                    <a:pt x="333594" y="147923"/>
                  </a:lnTo>
                  <a:lnTo>
                    <a:pt x="333011" y="142646"/>
                  </a:lnTo>
                  <a:lnTo>
                    <a:pt x="332261" y="137389"/>
                  </a:lnTo>
                  <a:lnTo>
                    <a:pt x="331344" y="132159"/>
                  </a:lnTo>
                  <a:lnTo>
                    <a:pt x="330262" y="126961"/>
                  </a:lnTo>
                  <a:lnTo>
                    <a:pt x="329016" y="121800"/>
                  </a:lnTo>
                  <a:lnTo>
                    <a:pt x="327606" y="116681"/>
                  </a:lnTo>
                  <a:lnTo>
                    <a:pt x="326034" y="111609"/>
                  </a:lnTo>
                  <a:lnTo>
                    <a:pt x="324302" y="106590"/>
                  </a:lnTo>
                  <a:lnTo>
                    <a:pt x="322411" y="101629"/>
                  </a:lnTo>
                  <a:lnTo>
                    <a:pt x="320364" y="96729"/>
                  </a:lnTo>
                  <a:lnTo>
                    <a:pt x="318162" y="91898"/>
                  </a:lnTo>
                  <a:lnTo>
                    <a:pt x="315808" y="87139"/>
                  </a:lnTo>
                  <a:lnTo>
                    <a:pt x="313304" y="82457"/>
                  </a:lnTo>
                  <a:lnTo>
                    <a:pt x="310652" y="77856"/>
                  </a:lnTo>
                  <a:lnTo>
                    <a:pt x="307856" y="73343"/>
                  </a:lnTo>
                  <a:lnTo>
                    <a:pt x="304918" y="68920"/>
                  </a:lnTo>
                  <a:lnTo>
                    <a:pt x="301840" y="64593"/>
                  </a:lnTo>
                  <a:lnTo>
                    <a:pt x="298627" y="60366"/>
                  </a:lnTo>
                  <a:lnTo>
                    <a:pt x="295282" y="56243"/>
                  </a:lnTo>
                  <a:lnTo>
                    <a:pt x="291807" y="52229"/>
                  </a:lnTo>
                  <a:lnTo>
                    <a:pt x="288206" y="48326"/>
                  </a:lnTo>
                  <a:lnTo>
                    <a:pt x="284483" y="44540"/>
                  </a:lnTo>
                  <a:lnTo>
                    <a:pt x="280642" y="40875"/>
                  </a:lnTo>
                  <a:lnTo>
                    <a:pt x="276686" y="37333"/>
                  </a:lnTo>
                  <a:lnTo>
                    <a:pt x="272620" y="33918"/>
                  </a:lnTo>
                  <a:lnTo>
                    <a:pt x="268448" y="30635"/>
                  </a:lnTo>
                  <a:lnTo>
                    <a:pt x="264173" y="27485"/>
                  </a:lnTo>
                  <a:lnTo>
                    <a:pt x="259800" y="24473"/>
                  </a:lnTo>
                  <a:lnTo>
                    <a:pt x="255334" y="21601"/>
                  </a:lnTo>
                  <a:lnTo>
                    <a:pt x="250779" y="18873"/>
                  </a:lnTo>
                  <a:lnTo>
                    <a:pt x="246140" y="16290"/>
                  </a:lnTo>
                  <a:lnTo>
                    <a:pt x="241421" y="13857"/>
                  </a:lnTo>
                  <a:lnTo>
                    <a:pt x="236627" y="11574"/>
                  </a:lnTo>
                  <a:lnTo>
                    <a:pt x="231763" y="9445"/>
                  </a:lnTo>
                  <a:lnTo>
                    <a:pt x="226834" y="7471"/>
                  </a:lnTo>
                  <a:lnTo>
                    <a:pt x="221845" y="5655"/>
                  </a:lnTo>
                  <a:lnTo>
                    <a:pt x="216800" y="3998"/>
                  </a:lnTo>
                  <a:lnTo>
                    <a:pt x="211705" y="2502"/>
                  </a:lnTo>
                  <a:lnTo>
                    <a:pt x="206566" y="1169"/>
                  </a:lnTo>
                  <a:lnTo>
                    <a:pt x="201387" y="0"/>
                  </a:lnTo>
                  <a:lnTo>
                    <a:pt x="167165" y="1636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617280" y="941493"/>
              <a:ext cx="34221" cy="167167"/>
            </a:xfrm>
            <a:custGeom>
              <a:avLst/>
              <a:pathLst>
                <a:path w="34221" h="167167">
                  <a:moveTo>
                    <a:pt x="34221" y="3540"/>
                  </a:moveTo>
                  <a:lnTo>
                    <a:pt x="27447" y="2268"/>
                  </a:lnTo>
                  <a:lnTo>
                    <a:pt x="20626" y="1277"/>
                  </a:lnTo>
                  <a:lnTo>
                    <a:pt x="13770" y="568"/>
                  </a:lnTo>
                  <a:lnTo>
                    <a:pt x="6891" y="14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059905" y="1031511"/>
              <a:ext cx="45989" cy="167167"/>
            </a:xfrm>
            <a:custGeom>
              <a:avLst/>
              <a:pathLst>
                <a:path w="45989" h="167167">
                  <a:moveTo>
                    <a:pt x="45989" y="0"/>
                  </a:moveTo>
                  <a:lnTo>
                    <a:pt x="39335" y="132"/>
                  </a:lnTo>
                  <a:lnTo>
                    <a:pt x="32691" y="529"/>
                  </a:lnTo>
                  <a:lnTo>
                    <a:pt x="26069" y="1191"/>
                  </a:lnTo>
                  <a:lnTo>
                    <a:pt x="19478" y="2115"/>
                  </a:lnTo>
                  <a:lnTo>
                    <a:pt x="12929" y="3301"/>
                  </a:lnTo>
                  <a:lnTo>
                    <a:pt x="6433" y="4747"/>
                  </a:lnTo>
                  <a:lnTo>
                    <a:pt x="0" y="6450"/>
                  </a:lnTo>
                  <a:lnTo>
                    <a:pt x="4598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59905" y="1037962"/>
              <a:ext cx="45989" cy="160716"/>
            </a:xfrm>
            <a:custGeom>
              <a:avLst/>
              <a:pathLst>
                <a:path w="45989" h="160716">
                  <a:moveTo>
                    <a:pt x="0" y="0"/>
                  </a:moveTo>
                  <a:lnTo>
                    <a:pt x="45989" y="1607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38748" y="1037962"/>
              <a:ext cx="184479" cy="327878"/>
            </a:xfrm>
            <a:custGeom>
              <a:avLst/>
              <a:pathLst>
                <a:path w="184479" h="327878">
                  <a:moveTo>
                    <a:pt x="121157" y="0"/>
                  </a:moveTo>
                  <a:lnTo>
                    <a:pt x="116054" y="1548"/>
                  </a:lnTo>
                  <a:lnTo>
                    <a:pt x="111003" y="3259"/>
                  </a:lnTo>
                  <a:lnTo>
                    <a:pt x="106010" y="5129"/>
                  </a:lnTo>
                  <a:lnTo>
                    <a:pt x="101078" y="7159"/>
                  </a:lnTo>
                  <a:lnTo>
                    <a:pt x="96214" y="9344"/>
                  </a:lnTo>
                  <a:lnTo>
                    <a:pt x="91422" y="11683"/>
                  </a:lnTo>
                  <a:lnTo>
                    <a:pt x="86707" y="14174"/>
                  </a:lnTo>
                  <a:lnTo>
                    <a:pt x="82074" y="16815"/>
                  </a:lnTo>
                  <a:lnTo>
                    <a:pt x="77528" y="19601"/>
                  </a:lnTo>
                  <a:lnTo>
                    <a:pt x="73072" y="22531"/>
                  </a:lnTo>
                  <a:lnTo>
                    <a:pt x="68713" y="25602"/>
                  </a:lnTo>
                  <a:lnTo>
                    <a:pt x="64453" y="28811"/>
                  </a:lnTo>
                  <a:lnTo>
                    <a:pt x="60298" y="32153"/>
                  </a:lnTo>
                  <a:lnTo>
                    <a:pt x="56252" y="35626"/>
                  </a:lnTo>
                  <a:lnTo>
                    <a:pt x="52319" y="39227"/>
                  </a:lnTo>
                  <a:lnTo>
                    <a:pt x="48502" y="42951"/>
                  </a:lnTo>
                  <a:lnTo>
                    <a:pt x="44807" y="46795"/>
                  </a:lnTo>
                  <a:lnTo>
                    <a:pt x="41235" y="50755"/>
                  </a:lnTo>
                  <a:lnTo>
                    <a:pt x="37792" y="54827"/>
                  </a:lnTo>
                  <a:lnTo>
                    <a:pt x="34481" y="59007"/>
                  </a:lnTo>
                  <a:lnTo>
                    <a:pt x="31304" y="63290"/>
                  </a:lnTo>
                  <a:lnTo>
                    <a:pt x="28266" y="67672"/>
                  </a:lnTo>
                  <a:lnTo>
                    <a:pt x="25369" y="72149"/>
                  </a:lnTo>
                  <a:lnTo>
                    <a:pt x="22616" y="76716"/>
                  </a:lnTo>
                  <a:lnTo>
                    <a:pt x="20010" y="81369"/>
                  </a:lnTo>
                  <a:lnTo>
                    <a:pt x="17554" y="86102"/>
                  </a:lnTo>
                  <a:lnTo>
                    <a:pt x="15251" y="90912"/>
                  </a:lnTo>
                  <a:lnTo>
                    <a:pt x="13101" y="95792"/>
                  </a:lnTo>
                  <a:lnTo>
                    <a:pt x="11109" y="100738"/>
                  </a:lnTo>
                  <a:lnTo>
                    <a:pt x="9275" y="105745"/>
                  </a:lnTo>
                  <a:lnTo>
                    <a:pt x="7602" y="110809"/>
                  </a:lnTo>
                  <a:lnTo>
                    <a:pt x="6092" y="115923"/>
                  </a:lnTo>
                  <a:lnTo>
                    <a:pt x="4745" y="121083"/>
                  </a:lnTo>
                  <a:lnTo>
                    <a:pt x="3563" y="126282"/>
                  </a:lnTo>
                  <a:lnTo>
                    <a:pt x="2548" y="131518"/>
                  </a:lnTo>
                  <a:lnTo>
                    <a:pt x="1701" y="136782"/>
                  </a:lnTo>
                  <a:lnTo>
                    <a:pt x="1022" y="142071"/>
                  </a:lnTo>
                  <a:lnTo>
                    <a:pt x="511" y="147379"/>
                  </a:lnTo>
                  <a:lnTo>
                    <a:pt x="171" y="152701"/>
                  </a:lnTo>
                  <a:lnTo>
                    <a:pt x="0" y="158031"/>
                  </a:lnTo>
                  <a:lnTo>
                    <a:pt x="0" y="163363"/>
                  </a:lnTo>
                  <a:lnTo>
                    <a:pt x="169" y="168693"/>
                  </a:lnTo>
                  <a:lnTo>
                    <a:pt x="508" y="174015"/>
                  </a:lnTo>
                  <a:lnTo>
                    <a:pt x="1017" y="179323"/>
                  </a:lnTo>
                  <a:lnTo>
                    <a:pt x="1695" y="184612"/>
                  </a:lnTo>
                  <a:lnTo>
                    <a:pt x="2542" y="189877"/>
                  </a:lnTo>
                  <a:lnTo>
                    <a:pt x="3555" y="195113"/>
                  </a:lnTo>
                  <a:lnTo>
                    <a:pt x="4736" y="200313"/>
                  </a:lnTo>
                  <a:lnTo>
                    <a:pt x="6081" y="205473"/>
                  </a:lnTo>
                  <a:lnTo>
                    <a:pt x="7591" y="210587"/>
                  </a:lnTo>
                  <a:lnTo>
                    <a:pt x="9263" y="215651"/>
                  </a:lnTo>
                  <a:lnTo>
                    <a:pt x="11095" y="220659"/>
                  </a:lnTo>
                  <a:lnTo>
                    <a:pt x="13086" y="225606"/>
                  </a:lnTo>
                  <a:lnTo>
                    <a:pt x="15234" y="230486"/>
                  </a:lnTo>
                  <a:lnTo>
                    <a:pt x="17537" y="235296"/>
                  </a:lnTo>
                  <a:lnTo>
                    <a:pt x="19992" y="240030"/>
                  </a:lnTo>
                  <a:lnTo>
                    <a:pt x="22596" y="244683"/>
                  </a:lnTo>
                  <a:lnTo>
                    <a:pt x="25348" y="249251"/>
                  </a:lnTo>
                  <a:lnTo>
                    <a:pt x="28244" y="253728"/>
                  </a:lnTo>
                  <a:lnTo>
                    <a:pt x="31281" y="258111"/>
                  </a:lnTo>
                  <a:lnTo>
                    <a:pt x="34457" y="262395"/>
                  </a:lnTo>
                  <a:lnTo>
                    <a:pt x="37768" y="266576"/>
                  </a:lnTo>
                  <a:lnTo>
                    <a:pt x="41210" y="270648"/>
                  </a:lnTo>
                  <a:lnTo>
                    <a:pt x="44780" y="274609"/>
                  </a:lnTo>
                  <a:lnTo>
                    <a:pt x="48475" y="278454"/>
                  </a:lnTo>
                  <a:lnTo>
                    <a:pt x="52291" y="282179"/>
                  </a:lnTo>
                  <a:lnTo>
                    <a:pt x="56223" y="285781"/>
                  </a:lnTo>
                  <a:lnTo>
                    <a:pt x="60269" y="289255"/>
                  </a:lnTo>
                  <a:lnTo>
                    <a:pt x="64423" y="292599"/>
                  </a:lnTo>
                  <a:lnTo>
                    <a:pt x="68682" y="295808"/>
                  </a:lnTo>
                  <a:lnTo>
                    <a:pt x="73040" y="298880"/>
                  </a:lnTo>
                  <a:lnTo>
                    <a:pt x="77495" y="301811"/>
                  </a:lnTo>
                  <a:lnTo>
                    <a:pt x="82041" y="304599"/>
                  </a:lnTo>
                  <a:lnTo>
                    <a:pt x="86673" y="307240"/>
                  </a:lnTo>
                  <a:lnTo>
                    <a:pt x="91388" y="309732"/>
                  </a:lnTo>
                  <a:lnTo>
                    <a:pt x="96179" y="312073"/>
                  </a:lnTo>
                  <a:lnTo>
                    <a:pt x="101043" y="314259"/>
                  </a:lnTo>
                  <a:lnTo>
                    <a:pt x="105974" y="316289"/>
                  </a:lnTo>
                  <a:lnTo>
                    <a:pt x="110967" y="318161"/>
                  </a:lnTo>
                  <a:lnTo>
                    <a:pt x="116017" y="319873"/>
                  </a:lnTo>
                  <a:lnTo>
                    <a:pt x="121120" y="321423"/>
                  </a:lnTo>
                  <a:lnTo>
                    <a:pt x="126269" y="322809"/>
                  </a:lnTo>
                  <a:lnTo>
                    <a:pt x="131460" y="324030"/>
                  </a:lnTo>
                  <a:lnTo>
                    <a:pt x="136687" y="325086"/>
                  </a:lnTo>
                  <a:lnTo>
                    <a:pt x="141945" y="325973"/>
                  </a:lnTo>
                  <a:lnTo>
                    <a:pt x="147229" y="326693"/>
                  </a:lnTo>
                  <a:lnTo>
                    <a:pt x="152533" y="327244"/>
                  </a:lnTo>
                  <a:lnTo>
                    <a:pt x="157851" y="327625"/>
                  </a:lnTo>
                  <a:lnTo>
                    <a:pt x="163180" y="327837"/>
                  </a:lnTo>
                  <a:lnTo>
                    <a:pt x="168512" y="327878"/>
                  </a:lnTo>
                  <a:lnTo>
                    <a:pt x="173843" y="327750"/>
                  </a:lnTo>
                  <a:lnTo>
                    <a:pt x="179167" y="327451"/>
                  </a:lnTo>
                  <a:lnTo>
                    <a:pt x="184479" y="326983"/>
                  </a:lnTo>
                  <a:lnTo>
                    <a:pt x="167146" y="1607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105894" y="1031511"/>
              <a:ext cx="167166" cy="333433"/>
            </a:xfrm>
            <a:custGeom>
              <a:avLst/>
              <a:pathLst>
                <a:path w="167166" h="333433">
                  <a:moveTo>
                    <a:pt x="17333" y="333433"/>
                  </a:moveTo>
                  <a:lnTo>
                    <a:pt x="22639" y="332794"/>
                  </a:lnTo>
                  <a:lnTo>
                    <a:pt x="27923" y="331986"/>
                  </a:lnTo>
                  <a:lnTo>
                    <a:pt x="33178" y="331009"/>
                  </a:lnTo>
                  <a:lnTo>
                    <a:pt x="38399" y="329864"/>
                  </a:lnTo>
                  <a:lnTo>
                    <a:pt x="43581" y="328553"/>
                  </a:lnTo>
                  <a:lnTo>
                    <a:pt x="48719" y="327078"/>
                  </a:lnTo>
                  <a:lnTo>
                    <a:pt x="53806" y="325438"/>
                  </a:lnTo>
                  <a:lnTo>
                    <a:pt x="58839" y="323637"/>
                  </a:lnTo>
                  <a:lnTo>
                    <a:pt x="63811" y="321676"/>
                  </a:lnTo>
                  <a:lnTo>
                    <a:pt x="68718" y="319557"/>
                  </a:lnTo>
                  <a:lnTo>
                    <a:pt x="73555" y="317282"/>
                  </a:lnTo>
                  <a:lnTo>
                    <a:pt x="78317" y="314854"/>
                  </a:lnTo>
                  <a:lnTo>
                    <a:pt x="82998" y="312274"/>
                  </a:lnTo>
                  <a:lnTo>
                    <a:pt x="87595" y="309547"/>
                  </a:lnTo>
                  <a:lnTo>
                    <a:pt x="92102" y="306673"/>
                  </a:lnTo>
                  <a:lnTo>
                    <a:pt x="96515" y="303658"/>
                  </a:lnTo>
                  <a:lnTo>
                    <a:pt x="100829" y="300502"/>
                  </a:lnTo>
                  <a:lnTo>
                    <a:pt x="105041" y="297210"/>
                  </a:lnTo>
                  <a:lnTo>
                    <a:pt x="109145" y="293786"/>
                  </a:lnTo>
                  <a:lnTo>
                    <a:pt x="113137" y="290232"/>
                  </a:lnTo>
                  <a:lnTo>
                    <a:pt x="117013" y="286552"/>
                  </a:lnTo>
                  <a:lnTo>
                    <a:pt x="120770" y="282750"/>
                  </a:lnTo>
                  <a:lnTo>
                    <a:pt x="124404" y="278829"/>
                  </a:lnTo>
                  <a:lnTo>
                    <a:pt x="127910" y="274795"/>
                  </a:lnTo>
                  <a:lnTo>
                    <a:pt x="131286" y="270651"/>
                  </a:lnTo>
                  <a:lnTo>
                    <a:pt x="134527" y="266400"/>
                  </a:lnTo>
                  <a:lnTo>
                    <a:pt x="137631" y="262049"/>
                  </a:lnTo>
                  <a:lnTo>
                    <a:pt x="140594" y="257600"/>
                  </a:lnTo>
                  <a:lnTo>
                    <a:pt x="143413" y="253059"/>
                  </a:lnTo>
                  <a:lnTo>
                    <a:pt x="146086" y="248430"/>
                  </a:lnTo>
                  <a:lnTo>
                    <a:pt x="148609" y="243718"/>
                  </a:lnTo>
                  <a:lnTo>
                    <a:pt x="150981" y="238928"/>
                  </a:lnTo>
                  <a:lnTo>
                    <a:pt x="153198" y="234064"/>
                  </a:lnTo>
                  <a:lnTo>
                    <a:pt x="155258" y="229132"/>
                  </a:lnTo>
                  <a:lnTo>
                    <a:pt x="157160" y="224137"/>
                  </a:lnTo>
                  <a:lnTo>
                    <a:pt x="158901" y="219083"/>
                  </a:lnTo>
                  <a:lnTo>
                    <a:pt x="160479" y="213976"/>
                  </a:lnTo>
                  <a:lnTo>
                    <a:pt x="161894" y="208822"/>
                  </a:lnTo>
                  <a:lnTo>
                    <a:pt x="163143" y="203625"/>
                  </a:lnTo>
                  <a:lnTo>
                    <a:pt x="164225" y="198390"/>
                  </a:lnTo>
                  <a:lnTo>
                    <a:pt x="165139" y="193124"/>
                  </a:lnTo>
                  <a:lnTo>
                    <a:pt x="165885" y="187831"/>
                  </a:lnTo>
                  <a:lnTo>
                    <a:pt x="166461" y="182517"/>
                  </a:lnTo>
                  <a:lnTo>
                    <a:pt x="166866" y="177187"/>
                  </a:lnTo>
                  <a:lnTo>
                    <a:pt x="167101" y="171847"/>
                  </a:lnTo>
                  <a:lnTo>
                    <a:pt x="167166" y="166503"/>
                  </a:lnTo>
                  <a:lnTo>
                    <a:pt x="167059" y="161159"/>
                  </a:lnTo>
                  <a:lnTo>
                    <a:pt x="166781" y="155821"/>
                  </a:lnTo>
                  <a:lnTo>
                    <a:pt x="166333" y="150494"/>
                  </a:lnTo>
                  <a:lnTo>
                    <a:pt x="165715" y="145185"/>
                  </a:lnTo>
                  <a:lnTo>
                    <a:pt x="164928" y="139898"/>
                  </a:lnTo>
                  <a:lnTo>
                    <a:pt x="163972" y="134640"/>
                  </a:lnTo>
                  <a:lnTo>
                    <a:pt x="162848" y="129414"/>
                  </a:lnTo>
                  <a:lnTo>
                    <a:pt x="161558" y="124227"/>
                  </a:lnTo>
                  <a:lnTo>
                    <a:pt x="160102" y="119084"/>
                  </a:lnTo>
                  <a:lnTo>
                    <a:pt x="158483" y="113990"/>
                  </a:lnTo>
                  <a:lnTo>
                    <a:pt x="156702" y="108950"/>
                  </a:lnTo>
                  <a:lnTo>
                    <a:pt x="154761" y="103970"/>
                  </a:lnTo>
                  <a:lnTo>
                    <a:pt x="152661" y="99054"/>
                  </a:lnTo>
                  <a:lnTo>
                    <a:pt x="150406" y="94209"/>
                  </a:lnTo>
                  <a:lnTo>
                    <a:pt x="147996" y="89437"/>
                  </a:lnTo>
                  <a:lnTo>
                    <a:pt x="145436" y="84745"/>
                  </a:lnTo>
                  <a:lnTo>
                    <a:pt x="142726" y="80138"/>
                  </a:lnTo>
                  <a:lnTo>
                    <a:pt x="139871" y="75619"/>
                  </a:lnTo>
                  <a:lnTo>
                    <a:pt x="136873" y="71194"/>
                  </a:lnTo>
                  <a:lnTo>
                    <a:pt x="133734" y="66868"/>
                  </a:lnTo>
                  <a:lnTo>
                    <a:pt x="130459" y="62643"/>
                  </a:lnTo>
                  <a:lnTo>
                    <a:pt x="127051" y="58526"/>
                  </a:lnTo>
                  <a:lnTo>
                    <a:pt x="123513" y="54519"/>
                  </a:lnTo>
                  <a:lnTo>
                    <a:pt x="119848" y="50628"/>
                  </a:lnTo>
                  <a:lnTo>
                    <a:pt x="116061" y="46856"/>
                  </a:lnTo>
                  <a:lnTo>
                    <a:pt x="112155" y="43207"/>
                  </a:lnTo>
                  <a:lnTo>
                    <a:pt x="108135" y="39685"/>
                  </a:lnTo>
                  <a:lnTo>
                    <a:pt x="104004" y="36293"/>
                  </a:lnTo>
                  <a:lnTo>
                    <a:pt x="99767" y="33035"/>
                  </a:lnTo>
                  <a:lnTo>
                    <a:pt x="95427" y="29914"/>
                  </a:lnTo>
                  <a:lnTo>
                    <a:pt x="90991" y="26933"/>
                  </a:lnTo>
                  <a:lnTo>
                    <a:pt x="86461" y="24096"/>
                  </a:lnTo>
                  <a:lnTo>
                    <a:pt x="81842" y="21405"/>
                  </a:lnTo>
                  <a:lnTo>
                    <a:pt x="77141" y="18862"/>
                  </a:lnTo>
                  <a:lnTo>
                    <a:pt x="72360" y="16472"/>
                  </a:lnTo>
                  <a:lnTo>
                    <a:pt x="67505" y="14236"/>
                  </a:lnTo>
                  <a:lnTo>
                    <a:pt x="62581" y="12156"/>
                  </a:lnTo>
                  <a:lnTo>
                    <a:pt x="57593" y="10234"/>
                  </a:lnTo>
                  <a:lnTo>
                    <a:pt x="52547" y="8473"/>
                  </a:lnTo>
                  <a:lnTo>
                    <a:pt x="47446" y="6874"/>
                  </a:lnTo>
                  <a:lnTo>
                    <a:pt x="42297" y="5439"/>
                  </a:lnTo>
                  <a:lnTo>
                    <a:pt x="37105" y="4170"/>
                  </a:lnTo>
                  <a:lnTo>
                    <a:pt x="31875" y="3067"/>
                  </a:lnTo>
                  <a:lnTo>
                    <a:pt x="26612" y="2131"/>
                  </a:lnTo>
                  <a:lnTo>
                    <a:pt x="21323" y="1365"/>
                  </a:lnTo>
                  <a:lnTo>
                    <a:pt x="16011" y="768"/>
                  </a:lnTo>
                  <a:lnTo>
                    <a:pt x="10683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73890" y="1236837"/>
              <a:ext cx="155198" cy="167167"/>
            </a:xfrm>
            <a:custGeom>
              <a:avLst/>
              <a:pathLst>
                <a:path w="155198" h="167167">
                  <a:moveTo>
                    <a:pt x="155198" y="0"/>
                  </a:moveTo>
                  <a:lnTo>
                    <a:pt x="149673" y="91"/>
                  </a:lnTo>
                  <a:lnTo>
                    <a:pt x="144154" y="365"/>
                  </a:lnTo>
                  <a:lnTo>
                    <a:pt x="138647" y="821"/>
                  </a:lnTo>
                  <a:lnTo>
                    <a:pt x="133158" y="1459"/>
                  </a:lnTo>
                  <a:lnTo>
                    <a:pt x="127693" y="2278"/>
                  </a:lnTo>
                  <a:lnTo>
                    <a:pt x="122258" y="3277"/>
                  </a:lnTo>
                  <a:lnTo>
                    <a:pt x="116859" y="4455"/>
                  </a:lnTo>
                  <a:lnTo>
                    <a:pt x="111502" y="5811"/>
                  </a:lnTo>
                  <a:lnTo>
                    <a:pt x="106193" y="7344"/>
                  </a:lnTo>
                  <a:lnTo>
                    <a:pt x="100937" y="9051"/>
                  </a:lnTo>
                  <a:lnTo>
                    <a:pt x="95740" y="10931"/>
                  </a:lnTo>
                  <a:lnTo>
                    <a:pt x="90609" y="12981"/>
                  </a:lnTo>
                  <a:lnTo>
                    <a:pt x="85548" y="15200"/>
                  </a:lnTo>
                  <a:lnTo>
                    <a:pt x="80563" y="17585"/>
                  </a:lnTo>
                  <a:lnTo>
                    <a:pt x="75660" y="20134"/>
                  </a:lnTo>
                  <a:lnTo>
                    <a:pt x="70844" y="22843"/>
                  </a:lnTo>
                  <a:lnTo>
                    <a:pt x="66120" y="25710"/>
                  </a:lnTo>
                  <a:lnTo>
                    <a:pt x="61493" y="28732"/>
                  </a:lnTo>
                  <a:lnTo>
                    <a:pt x="56969" y="31904"/>
                  </a:lnTo>
                  <a:lnTo>
                    <a:pt x="52552" y="35225"/>
                  </a:lnTo>
                  <a:lnTo>
                    <a:pt x="48247" y="38690"/>
                  </a:lnTo>
                  <a:lnTo>
                    <a:pt x="44059" y="42295"/>
                  </a:lnTo>
                  <a:lnTo>
                    <a:pt x="39992" y="46037"/>
                  </a:lnTo>
                  <a:lnTo>
                    <a:pt x="36052" y="49911"/>
                  </a:lnTo>
                  <a:lnTo>
                    <a:pt x="32241" y="53913"/>
                  </a:lnTo>
                  <a:lnTo>
                    <a:pt x="28565" y="58039"/>
                  </a:lnTo>
                  <a:lnTo>
                    <a:pt x="25027" y="62284"/>
                  </a:lnTo>
                  <a:lnTo>
                    <a:pt x="21632" y="66643"/>
                  </a:lnTo>
                  <a:lnTo>
                    <a:pt x="18382" y="71113"/>
                  </a:lnTo>
                  <a:lnTo>
                    <a:pt x="15282" y="75687"/>
                  </a:lnTo>
                  <a:lnTo>
                    <a:pt x="12335" y="80362"/>
                  </a:lnTo>
                  <a:lnTo>
                    <a:pt x="9544" y="85131"/>
                  </a:lnTo>
                  <a:lnTo>
                    <a:pt x="6912" y="89990"/>
                  </a:lnTo>
                  <a:lnTo>
                    <a:pt x="4442" y="94934"/>
                  </a:lnTo>
                  <a:lnTo>
                    <a:pt x="2137" y="99956"/>
                  </a:lnTo>
                  <a:lnTo>
                    <a:pt x="0" y="105051"/>
                  </a:lnTo>
                  <a:lnTo>
                    <a:pt x="15519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73890" y="1341889"/>
              <a:ext cx="155198" cy="62115"/>
            </a:xfrm>
            <a:custGeom>
              <a:avLst/>
              <a:pathLst>
                <a:path w="155198" h="62115">
                  <a:moveTo>
                    <a:pt x="0" y="0"/>
                  </a:moveTo>
                  <a:lnTo>
                    <a:pt x="155198" y="62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1921" y="1239601"/>
              <a:ext cx="334332" cy="331557"/>
            </a:xfrm>
            <a:custGeom>
              <a:avLst/>
              <a:pathLst>
                <a:path w="334332" h="331557">
                  <a:moveTo>
                    <a:pt x="11968" y="102288"/>
                  </a:moveTo>
                  <a:lnTo>
                    <a:pt x="10078" y="107236"/>
                  </a:lnTo>
                  <a:lnTo>
                    <a:pt x="8346" y="112241"/>
                  </a:lnTo>
                  <a:lnTo>
                    <a:pt x="6774" y="117298"/>
                  </a:lnTo>
                  <a:lnTo>
                    <a:pt x="5362" y="122403"/>
                  </a:lnTo>
                  <a:lnTo>
                    <a:pt x="4112" y="127549"/>
                  </a:lnTo>
                  <a:lnTo>
                    <a:pt x="3027" y="132733"/>
                  </a:lnTo>
                  <a:lnTo>
                    <a:pt x="2106" y="137949"/>
                  </a:lnTo>
                  <a:lnTo>
                    <a:pt x="1351" y="143191"/>
                  </a:lnTo>
                  <a:lnTo>
                    <a:pt x="762" y="148455"/>
                  </a:lnTo>
                  <a:lnTo>
                    <a:pt x="340" y="153734"/>
                  </a:lnTo>
                  <a:lnTo>
                    <a:pt x="86" y="159024"/>
                  </a:lnTo>
                  <a:lnTo>
                    <a:pt x="0" y="164320"/>
                  </a:lnTo>
                  <a:lnTo>
                    <a:pt x="81" y="169616"/>
                  </a:lnTo>
                  <a:lnTo>
                    <a:pt x="330" y="174906"/>
                  </a:lnTo>
                  <a:lnTo>
                    <a:pt x="746" y="180186"/>
                  </a:lnTo>
                  <a:lnTo>
                    <a:pt x="1330" y="185450"/>
                  </a:lnTo>
                  <a:lnTo>
                    <a:pt x="2080" y="190693"/>
                  </a:lnTo>
                  <a:lnTo>
                    <a:pt x="2995" y="195909"/>
                  </a:lnTo>
                  <a:lnTo>
                    <a:pt x="4076" y="201094"/>
                  </a:lnTo>
                  <a:lnTo>
                    <a:pt x="5320" y="206242"/>
                  </a:lnTo>
                  <a:lnTo>
                    <a:pt x="6727" y="211349"/>
                  </a:lnTo>
                  <a:lnTo>
                    <a:pt x="8294" y="216407"/>
                  </a:lnTo>
                  <a:lnTo>
                    <a:pt x="10021" y="221414"/>
                  </a:lnTo>
                  <a:lnTo>
                    <a:pt x="11906" y="226364"/>
                  </a:lnTo>
                  <a:lnTo>
                    <a:pt x="13947" y="231251"/>
                  </a:lnTo>
                  <a:lnTo>
                    <a:pt x="16142" y="236071"/>
                  </a:lnTo>
                  <a:lnTo>
                    <a:pt x="18488" y="240820"/>
                  </a:lnTo>
                  <a:lnTo>
                    <a:pt x="20983" y="245491"/>
                  </a:lnTo>
                  <a:lnTo>
                    <a:pt x="23625" y="250081"/>
                  </a:lnTo>
                  <a:lnTo>
                    <a:pt x="26411" y="254586"/>
                  </a:lnTo>
                  <a:lnTo>
                    <a:pt x="29339" y="258999"/>
                  </a:lnTo>
                  <a:lnTo>
                    <a:pt x="32405" y="263318"/>
                  </a:lnTo>
                  <a:lnTo>
                    <a:pt x="35606" y="267538"/>
                  </a:lnTo>
                  <a:lnTo>
                    <a:pt x="38939" y="271653"/>
                  </a:lnTo>
                  <a:lnTo>
                    <a:pt x="42401" y="275662"/>
                  </a:lnTo>
                  <a:lnTo>
                    <a:pt x="45988" y="279558"/>
                  </a:lnTo>
                  <a:lnTo>
                    <a:pt x="49697" y="283339"/>
                  </a:lnTo>
                  <a:lnTo>
                    <a:pt x="53524" y="287001"/>
                  </a:lnTo>
                  <a:lnTo>
                    <a:pt x="57464" y="290539"/>
                  </a:lnTo>
                  <a:lnTo>
                    <a:pt x="61515" y="293951"/>
                  </a:lnTo>
                  <a:lnTo>
                    <a:pt x="65672" y="297233"/>
                  </a:lnTo>
                  <a:lnTo>
                    <a:pt x="69931" y="300382"/>
                  </a:lnTo>
                  <a:lnTo>
                    <a:pt x="74287" y="303394"/>
                  </a:lnTo>
                  <a:lnTo>
                    <a:pt x="78737" y="306266"/>
                  </a:lnTo>
                  <a:lnTo>
                    <a:pt x="83275" y="308996"/>
                  </a:lnTo>
                  <a:lnTo>
                    <a:pt x="87898" y="311581"/>
                  </a:lnTo>
                  <a:lnTo>
                    <a:pt x="92600" y="314019"/>
                  </a:lnTo>
                  <a:lnTo>
                    <a:pt x="97377" y="316306"/>
                  </a:lnTo>
                  <a:lnTo>
                    <a:pt x="102224" y="318440"/>
                  </a:lnTo>
                  <a:lnTo>
                    <a:pt x="107137" y="320420"/>
                  </a:lnTo>
                  <a:lnTo>
                    <a:pt x="112109" y="322244"/>
                  </a:lnTo>
                  <a:lnTo>
                    <a:pt x="117137" y="323909"/>
                  </a:lnTo>
                  <a:lnTo>
                    <a:pt x="122215" y="325413"/>
                  </a:lnTo>
                  <a:lnTo>
                    <a:pt x="127338" y="326757"/>
                  </a:lnTo>
                  <a:lnTo>
                    <a:pt x="132501" y="327937"/>
                  </a:lnTo>
                  <a:lnTo>
                    <a:pt x="137699" y="328953"/>
                  </a:lnTo>
                  <a:lnTo>
                    <a:pt x="142927" y="329804"/>
                  </a:lnTo>
                  <a:lnTo>
                    <a:pt x="148178" y="330489"/>
                  </a:lnTo>
                  <a:lnTo>
                    <a:pt x="153449" y="331007"/>
                  </a:lnTo>
                  <a:lnTo>
                    <a:pt x="158734" y="331358"/>
                  </a:lnTo>
                  <a:lnTo>
                    <a:pt x="164027" y="331541"/>
                  </a:lnTo>
                  <a:lnTo>
                    <a:pt x="169323" y="331557"/>
                  </a:lnTo>
                  <a:lnTo>
                    <a:pt x="174618" y="331405"/>
                  </a:lnTo>
                  <a:lnTo>
                    <a:pt x="179904" y="331085"/>
                  </a:lnTo>
                  <a:lnTo>
                    <a:pt x="185178" y="330598"/>
                  </a:lnTo>
                  <a:lnTo>
                    <a:pt x="190434" y="329944"/>
                  </a:lnTo>
                  <a:lnTo>
                    <a:pt x="195666" y="329124"/>
                  </a:lnTo>
                  <a:lnTo>
                    <a:pt x="200870" y="328138"/>
                  </a:lnTo>
                  <a:lnTo>
                    <a:pt x="206040" y="326988"/>
                  </a:lnTo>
                  <a:lnTo>
                    <a:pt x="211171" y="325675"/>
                  </a:lnTo>
                  <a:lnTo>
                    <a:pt x="216258" y="324200"/>
                  </a:lnTo>
                  <a:lnTo>
                    <a:pt x="221295" y="322565"/>
                  </a:lnTo>
                  <a:lnTo>
                    <a:pt x="226278" y="320771"/>
                  </a:lnTo>
                  <a:lnTo>
                    <a:pt x="231202" y="318820"/>
                  </a:lnTo>
                  <a:lnTo>
                    <a:pt x="236062" y="316714"/>
                  </a:lnTo>
                  <a:lnTo>
                    <a:pt x="240852" y="314455"/>
                  </a:lnTo>
                  <a:lnTo>
                    <a:pt x="245569" y="312045"/>
                  </a:lnTo>
                  <a:lnTo>
                    <a:pt x="250206" y="309487"/>
                  </a:lnTo>
                  <a:lnTo>
                    <a:pt x="254761" y="306784"/>
                  </a:lnTo>
                  <a:lnTo>
                    <a:pt x="259227" y="303938"/>
                  </a:lnTo>
                  <a:lnTo>
                    <a:pt x="263601" y="300951"/>
                  </a:lnTo>
                  <a:lnTo>
                    <a:pt x="267879" y="297828"/>
                  </a:lnTo>
                  <a:lnTo>
                    <a:pt x="272055" y="294571"/>
                  </a:lnTo>
                  <a:lnTo>
                    <a:pt x="276126" y="291183"/>
                  </a:lnTo>
                  <a:lnTo>
                    <a:pt x="280087" y="287667"/>
                  </a:lnTo>
                  <a:lnTo>
                    <a:pt x="283935" y="284028"/>
                  </a:lnTo>
                  <a:lnTo>
                    <a:pt x="287666" y="280269"/>
                  </a:lnTo>
                  <a:lnTo>
                    <a:pt x="291276" y="276394"/>
                  </a:lnTo>
                  <a:lnTo>
                    <a:pt x="294762" y="272406"/>
                  </a:lnTo>
                  <a:lnTo>
                    <a:pt x="298119" y="268310"/>
                  </a:lnTo>
                  <a:lnTo>
                    <a:pt x="301345" y="264109"/>
                  </a:lnTo>
                  <a:lnTo>
                    <a:pt x="304436" y="259809"/>
                  </a:lnTo>
                  <a:lnTo>
                    <a:pt x="307389" y="255412"/>
                  </a:lnTo>
                  <a:lnTo>
                    <a:pt x="310202" y="250924"/>
                  </a:lnTo>
                  <a:lnTo>
                    <a:pt x="312871" y="246350"/>
                  </a:lnTo>
                  <a:lnTo>
                    <a:pt x="315394" y="241693"/>
                  </a:lnTo>
                  <a:lnTo>
                    <a:pt x="317768" y="236959"/>
                  </a:lnTo>
                  <a:lnTo>
                    <a:pt x="319991" y="232151"/>
                  </a:lnTo>
                  <a:lnTo>
                    <a:pt x="322060" y="227276"/>
                  </a:lnTo>
                  <a:lnTo>
                    <a:pt x="323974" y="222338"/>
                  </a:lnTo>
                  <a:lnTo>
                    <a:pt x="325731" y="217341"/>
                  </a:lnTo>
                  <a:lnTo>
                    <a:pt x="327328" y="212292"/>
                  </a:lnTo>
                  <a:lnTo>
                    <a:pt x="328765" y="207194"/>
                  </a:lnTo>
                  <a:lnTo>
                    <a:pt x="330039" y="202053"/>
                  </a:lnTo>
                  <a:lnTo>
                    <a:pt x="331150" y="196875"/>
                  </a:lnTo>
                  <a:lnTo>
                    <a:pt x="332097" y="191664"/>
                  </a:lnTo>
                  <a:lnTo>
                    <a:pt x="332877" y="186425"/>
                  </a:lnTo>
                  <a:lnTo>
                    <a:pt x="333492" y="181165"/>
                  </a:lnTo>
                  <a:lnTo>
                    <a:pt x="333939" y="175887"/>
                  </a:lnTo>
                  <a:lnTo>
                    <a:pt x="334220" y="170598"/>
                  </a:lnTo>
                  <a:lnTo>
                    <a:pt x="334332" y="165303"/>
                  </a:lnTo>
                  <a:lnTo>
                    <a:pt x="334277" y="160007"/>
                  </a:lnTo>
                  <a:lnTo>
                    <a:pt x="334053" y="154716"/>
                  </a:lnTo>
                  <a:lnTo>
                    <a:pt x="333663" y="149434"/>
                  </a:lnTo>
                  <a:lnTo>
                    <a:pt x="333105" y="144167"/>
                  </a:lnTo>
                  <a:lnTo>
                    <a:pt x="332381" y="138920"/>
                  </a:lnTo>
                  <a:lnTo>
                    <a:pt x="331490" y="133699"/>
                  </a:lnTo>
                  <a:lnTo>
                    <a:pt x="330435" y="128509"/>
                  </a:lnTo>
                  <a:lnTo>
                    <a:pt x="329216" y="123355"/>
                  </a:lnTo>
                  <a:lnTo>
                    <a:pt x="327835" y="118242"/>
                  </a:lnTo>
                  <a:lnTo>
                    <a:pt x="326292" y="113176"/>
                  </a:lnTo>
                  <a:lnTo>
                    <a:pt x="324589" y="108161"/>
                  </a:lnTo>
                  <a:lnTo>
                    <a:pt x="322728" y="103202"/>
                  </a:lnTo>
                  <a:lnTo>
                    <a:pt x="320711" y="98305"/>
                  </a:lnTo>
                  <a:lnTo>
                    <a:pt x="318540" y="93474"/>
                  </a:lnTo>
                  <a:lnTo>
                    <a:pt x="316218" y="88714"/>
                  </a:lnTo>
                  <a:lnTo>
                    <a:pt x="313745" y="84030"/>
                  </a:lnTo>
                  <a:lnTo>
                    <a:pt x="311125" y="79427"/>
                  </a:lnTo>
                  <a:lnTo>
                    <a:pt x="308361" y="74910"/>
                  </a:lnTo>
                  <a:lnTo>
                    <a:pt x="305455" y="70482"/>
                  </a:lnTo>
                  <a:lnTo>
                    <a:pt x="302411" y="66148"/>
                  </a:lnTo>
                  <a:lnTo>
                    <a:pt x="299230" y="61913"/>
                  </a:lnTo>
                  <a:lnTo>
                    <a:pt x="295917" y="57781"/>
                  </a:lnTo>
                  <a:lnTo>
                    <a:pt x="292475" y="53756"/>
                  </a:lnTo>
                  <a:lnTo>
                    <a:pt x="288907" y="49842"/>
                  </a:lnTo>
                  <a:lnTo>
                    <a:pt x="285216" y="46043"/>
                  </a:lnTo>
                  <a:lnTo>
                    <a:pt x="281408" y="42362"/>
                  </a:lnTo>
                  <a:lnTo>
                    <a:pt x="277484" y="38805"/>
                  </a:lnTo>
                  <a:lnTo>
                    <a:pt x="273450" y="35373"/>
                  </a:lnTo>
                  <a:lnTo>
                    <a:pt x="269309" y="32071"/>
                  </a:lnTo>
                  <a:lnTo>
                    <a:pt x="265066" y="28901"/>
                  </a:lnTo>
                  <a:lnTo>
                    <a:pt x="260724" y="25868"/>
                  </a:lnTo>
                  <a:lnTo>
                    <a:pt x="256289" y="22974"/>
                  </a:lnTo>
                  <a:lnTo>
                    <a:pt x="251764" y="20222"/>
                  </a:lnTo>
                  <a:lnTo>
                    <a:pt x="247154" y="17614"/>
                  </a:lnTo>
                  <a:lnTo>
                    <a:pt x="242464" y="15154"/>
                  </a:lnTo>
                  <a:lnTo>
                    <a:pt x="237698" y="12844"/>
                  </a:lnTo>
                  <a:lnTo>
                    <a:pt x="232861" y="10685"/>
                  </a:lnTo>
                  <a:lnTo>
                    <a:pt x="227959" y="8681"/>
                  </a:lnTo>
                  <a:lnTo>
                    <a:pt x="222995" y="6834"/>
                  </a:lnTo>
                  <a:lnTo>
                    <a:pt x="217975" y="5144"/>
                  </a:lnTo>
                  <a:lnTo>
                    <a:pt x="212905" y="3615"/>
                  </a:lnTo>
                  <a:lnTo>
                    <a:pt x="207788" y="2246"/>
                  </a:lnTo>
                  <a:lnTo>
                    <a:pt x="202631" y="1041"/>
                  </a:lnTo>
                  <a:lnTo>
                    <a:pt x="197438" y="0"/>
                  </a:lnTo>
                  <a:lnTo>
                    <a:pt x="167167" y="1644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629088" y="1236837"/>
              <a:ext cx="30271" cy="167167"/>
            </a:xfrm>
            <a:custGeom>
              <a:avLst/>
              <a:pathLst>
                <a:path w="30271" h="167167">
                  <a:moveTo>
                    <a:pt x="30271" y="2763"/>
                  </a:moveTo>
                  <a:lnTo>
                    <a:pt x="22758" y="1556"/>
                  </a:lnTo>
                  <a:lnTo>
                    <a:pt x="15198" y="692"/>
                  </a:lnTo>
                  <a:lnTo>
                    <a:pt x="7607" y="17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165828" y="1546402"/>
              <a:ext cx="46738" cy="167167"/>
            </a:xfrm>
            <a:custGeom>
              <a:avLst/>
              <a:pathLst>
                <a:path w="46738" h="167167">
                  <a:moveTo>
                    <a:pt x="46738" y="0"/>
                  </a:moveTo>
                  <a:lnTo>
                    <a:pt x="40818" y="104"/>
                  </a:lnTo>
                  <a:lnTo>
                    <a:pt x="34905" y="419"/>
                  </a:lnTo>
                  <a:lnTo>
                    <a:pt x="29008" y="942"/>
                  </a:lnTo>
                  <a:lnTo>
                    <a:pt x="23132" y="1675"/>
                  </a:lnTo>
                  <a:lnTo>
                    <a:pt x="17286" y="2614"/>
                  </a:lnTo>
                  <a:lnTo>
                    <a:pt x="11477" y="3761"/>
                  </a:lnTo>
                  <a:lnTo>
                    <a:pt x="5713" y="5112"/>
                  </a:lnTo>
                  <a:lnTo>
                    <a:pt x="0" y="6666"/>
                  </a:lnTo>
                  <a:lnTo>
                    <a:pt x="4673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65828" y="1553069"/>
              <a:ext cx="46738" cy="160500"/>
            </a:xfrm>
            <a:custGeom>
              <a:avLst/>
              <a:pathLst>
                <a:path w="46738" h="160500">
                  <a:moveTo>
                    <a:pt x="0" y="0"/>
                  </a:moveTo>
                  <a:lnTo>
                    <a:pt x="46738" y="1605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45406" y="1553069"/>
              <a:ext cx="334327" cy="327656"/>
            </a:xfrm>
            <a:custGeom>
              <a:avLst/>
              <a:pathLst>
                <a:path w="334327" h="327656">
                  <a:moveTo>
                    <a:pt x="120421" y="0"/>
                  </a:moveTo>
                  <a:lnTo>
                    <a:pt x="115369" y="1558"/>
                  </a:lnTo>
                  <a:lnTo>
                    <a:pt x="110369" y="3275"/>
                  </a:lnTo>
                  <a:lnTo>
                    <a:pt x="105425" y="5150"/>
                  </a:lnTo>
                  <a:lnTo>
                    <a:pt x="100543" y="7180"/>
                  </a:lnTo>
                  <a:lnTo>
                    <a:pt x="95728" y="9363"/>
                  </a:lnTo>
                  <a:lnTo>
                    <a:pt x="90984" y="11697"/>
                  </a:lnTo>
                  <a:lnTo>
                    <a:pt x="86317" y="14181"/>
                  </a:lnTo>
                  <a:lnTo>
                    <a:pt x="81730" y="16810"/>
                  </a:lnTo>
                  <a:lnTo>
                    <a:pt x="77229" y="19584"/>
                  </a:lnTo>
                  <a:lnTo>
                    <a:pt x="72818" y="22498"/>
                  </a:lnTo>
                  <a:lnTo>
                    <a:pt x="68501" y="25551"/>
                  </a:lnTo>
                  <a:lnTo>
                    <a:pt x="64283" y="28738"/>
                  </a:lnTo>
                  <a:lnTo>
                    <a:pt x="60167" y="32057"/>
                  </a:lnTo>
                  <a:lnTo>
                    <a:pt x="56159" y="35505"/>
                  </a:lnTo>
                  <a:lnTo>
                    <a:pt x="52262" y="39078"/>
                  </a:lnTo>
                  <a:lnTo>
                    <a:pt x="48479" y="42772"/>
                  </a:lnTo>
                  <a:lnTo>
                    <a:pt x="44816" y="46584"/>
                  </a:lnTo>
                  <a:lnTo>
                    <a:pt x="41275" y="50510"/>
                  </a:lnTo>
                  <a:lnTo>
                    <a:pt x="37859" y="54546"/>
                  </a:lnTo>
                  <a:lnTo>
                    <a:pt x="34573" y="58687"/>
                  </a:lnTo>
                  <a:lnTo>
                    <a:pt x="31420" y="62931"/>
                  </a:lnTo>
                  <a:lnTo>
                    <a:pt x="28402" y="67272"/>
                  </a:lnTo>
                  <a:lnTo>
                    <a:pt x="25524" y="71707"/>
                  </a:lnTo>
                  <a:lnTo>
                    <a:pt x="22787" y="76230"/>
                  </a:lnTo>
                  <a:lnTo>
                    <a:pt x="20194" y="80838"/>
                  </a:lnTo>
                  <a:lnTo>
                    <a:pt x="17748" y="85525"/>
                  </a:lnTo>
                  <a:lnTo>
                    <a:pt x="15452" y="90288"/>
                  </a:lnTo>
                  <a:lnTo>
                    <a:pt x="13308" y="95120"/>
                  </a:lnTo>
                  <a:lnTo>
                    <a:pt x="11317" y="100018"/>
                  </a:lnTo>
                  <a:lnTo>
                    <a:pt x="9482" y="104977"/>
                  </a:lnTo>
                  <a:lnTo>
                    <a:pt x="7805" y="109991"/>
                  </a:lnTo>
                  <a:lnTo>
                    <a:pt x="6288" y="115056"/>
                  </a:lnTo>
                  <a:lnTo>
                    <a:pt x="4931" y="120166"/>
                  </a:lnTo>
                  <a:lnTo>
                    <a:pt x="3737" y="125316"/>
                  </a:lnTo>
                  <a:lnTo>
                    <a:pt x="2706" y="130501"/>
                  </a:lnTo>
                  <a:lnTo>
                    <a:pt x="1840" y="135717"/>
                  </a:lnTo>
                  <a:lnTo>
                    <a:pt x="1138" y="140957"/>
                  </a:lnTo>
                  <a:lnTo>
                    <a:pt x="603" y="146217"/>
                  </a:lnTo>
                  <a:lnTo>
                    <a:pt x="235" y="151491"/>
                  </a:lnTo>
                  <a:lnTo>
                    <a:pt x="34" y="156775"/>
                  </a:lnTo>
                  <a:lnTo>
                    <a:pt x="0" y="162062"/>
                  </a:lnTo>
                  <a:lnTo>
                    <a:pt x="132" y="167347"/>
                  </a:lnTo>
                  <a:lnTo>
                    <a:pt x="433" y="172625"/>
                  </a:lnTo>
                  <a:lnTo>
                    <a:pt x="899" y="177892"/>
                  </a:lnTo>
                  <a:lnTo>
                    <a:pt x="1532" y="183141"/>
                  </a:lnTo>
                  <a:lnTo>
                    <a:pt x="2331" y="188367"/>
                  </a:lnTo>
                  <a:lnTo>
                    <a:pt x="3295" y="193566"/>
                  </a:lnTo>
                  <a:lnTo>
                    <a:pt x="4423" y="198731"/>
                  </a:lnTo>
                  <a:lnTo>
                    <a:pt x="5713" y="203858"/>
                  </a:lnTo>
                  <a:lnTo>
                    <a:pt x="7165" y="208942"/>
                  </a:lnTo>
                  <a:lnTo>
                    <a:pt x="8777" y="213977"/>
                  </a:lnTo>
                  <a:lnTo>
                    <a:pt x="10547" y="218959"/>
                  </a:lnTo>
                  <a:lnTo>
                    <a:pt x="12474" y="223882"/>
                  </a:lnTo>
                  <a:lnTo>
                    <a:pt x="14556" y="228742"/>
                  </a:lnTo>
                  <a:lnTo>
                    <a:pt x="16790" y="233534"/>
                  </a:lnTo>
                  <a:lnTo>
                    <a:pt x="19175" y="238253"/>
                  </a:lnTo>
                  <a:lnTo>
                    <a:pt x="21708" y="242894"/>
                  </a:lnTo>
                  <a:lnTo>
                    <a:pt x="24386" y="247452"/>
                  </a:lnTo>
                  <a:lnTo>
                    <a:pt x="27207" y="251924"/>
                  </a:lnTo>
                  <a:lnTo>
                    <a:pt x="30168" y="256304"/>
                  </a:lnTo>
                  <a:lnTo>
                    <a:pt x="33266" y="260588"/>
                  </a:lnTo>
                  <a:lnTo>
                    <a:pt x="36498" y="264772"/>
                  </a:lnTo>
                  <a:lnTo>
                    <a:pt x="39861" y="268852"/>
                  </a:lnTo>
                  <a:lnTo>
                    <a:pt x="43351" y="272823"/>
                  </a:lnTo>
                  <a:lnTo>
                    <a:pt x="46965" y="276682"/>
                  </a:lnTo>
                  <a:lnTo>
                    <a:pt x="50699" y="280425"/>
                  </a:lnTo>
                  <a:lnTo>
                    <a:pt x="54550" y="284048"/>
                  </a:lnTo>
                  <a:lnTo>
                    <a:pt x="58513" y="287547"/>
                  </a:lnTo>
                  <a:lnTo>
                    <a:pt x="62585" y="290919"/>
                  </a:lnTo>
                  <a:lnTo>
                    <a:pt x="66762" y="294161"/>
                  </a:lnTo>
                  <a:lnTo>
                    <a:pt x="71039" y="297269"/>
                  </a:lnTo>
                  <a:lnTo>
                    <a:pt x="75412" y="300240"/>
                  </a:lnTo>
                  <a:lnTo>
                    <a:pt x="79877" y="303072"/>
                  </a:lnTo>
                  <a:lnTo>
                    <a:pt x="84429" y="305761"/>
                  </a:lnTo>
                  <a:lnTo>
                    <a:pt x="89064" y="308304"/>
                  </a:lnTo>
                  <a:lnTo>
                    <a:pt x="93777" y="310700"/>
                  </a:lnTo>
                  <a:lnTo>
                    <a:pt x="98564" y="312945"/>
                  </a:lnTo>
                  <a:lnTo>
                    <a:pt x="103419" y="315038"/>
                  </a:lnTo>
                  <a:lnTo>
                    <a:pt x="108338" y="316977"/>
                  </a:lnTo>
                  <a:lnTo>
                    <a:pt x="113315" y="318759"/>
                  </a:lnTo>
                  <a:lnTo>
                    <a:pt x="118347" y="320382"/>
                  </a:lnTo>
                  <a:lnTo>
                    <a:pt x="123427" y="321846"/>
                  </a:lnTo>
                  <a:lnTo>
                    <a:pt x="128552" y="323148"/>
                  </a:lnTo>
                  <a:lnTo>
                    <a:pt x="133714" y="324288"/>
                  </a:lnTo>
                  <a:lnTo>
                    <a:pt x="138911" y="325263"/>
                  </a:lnTo>
                  <a:lnTo>
                    <a:pt x="144135" y="326074"/>
                  </a:lnTo>
                  <a:lnTo>
                    <a:pt x="149382" y="326720"/>
                  </a:lnTo>
                  <a:lnTo>
                    <a:pt x="154648" y="327199"/>
                  </a:lnTo>
                  <a:lnTo>
                    <a:pt x="159926" y="327511"/>
                  </a:lnTo>
                  <a:lnTo>
                    <a:pt x="165211" y="327656"/>
                  </a:lnTo>
                  <a:lnTo>
                    <a:pt x="170498" y="327634"/>
                  </a:lnTo>
                  <a:lnTo>
                    <a:pt x="175781" y="327445"/>
                  </a:lnTo>
                  <a:lnTo>
                    <a:pt x="181056" y="327089"/>
                  </a:lnTo>
                  <a:lnTo>
                    <a:pt x="186317" y="326566"/>
                  </a:lnTo>
                  <a:lnTo>
                    <a:pt x="191559" y="325877"/>
                  </a:lnTo>
                  <a:lnTo>
                    <a:pt x="196777" y="325023"/>
                  </a:lnTo>
                  <a:lnTo>
                    <a:pt x="201965" y="324004"/>
                  </a:lnTo>
                  <a:lnTo>
                    <a:pt x="207118" y="322822"/>
                  </a:lnTo>
                  <a:lnTo>
                    <a:pt x="212231" y="321477"/>
                  </a:lnTo>
                  <a:lnTo>
                    <a:pt x="217299" y="319971"/>
                  </a:lnTo>
                  <a:lnTo>
                    <a:pt x="222317" y="318306"/>
                  </a:lnTo>
                  <a:lnTo>
                    <a:pt x="227280" y="316483"/>
                  </a:lnTo>
                  <a:lnTo>
                    <a:pt x="232182" y="314503"/>
                  </a:lnTo>
                  <a:lnTo>
                    <a:pt x="237020" y="312370"/>
                  </a:lnTo>
                  <a:lnTo>
                    <a:pt x="241788" y="310085"/>
                  </a:lnTo>
                  <a:lnTo>
                    <a:pt x="246481" y="307650"/>
                  </a:lnTo>
                  <a:lnTo>
                    <a:pt x="251094" y="305068"/>
                  </a:lnTo>
                  <a:lnTo>
                    <a:pt x="255624" y="302342"/>
                  </a:lnTo>
                  <a:lnTo>
                    <a:pt x="260065" y="299473"/>
                  </a:lnTo>
                  <a:lnTo>
                    <a:pt x="264414" y="296466"/>
                  </a:lnTo>
                  <a:lnTo>
                    <a:pt x="268665" y="293322"/>
                  </a:lnTo>
                  <a:lnTo>
                    <a:pt x="272814" y="290046"/>
                  </a:lnTo>
                  <a:lnTo>
                    <a:pt x="276858" y="286640"/>
                  </a:lnTo>
                  <a:lnTo>
                    <a:pt x="280792" y="283108"/>
                  </a:lnTo>
                  <a:lnTo>
                    <a:pt x="284612" y="279453"/>
                  </a:lnTo>
                  <a:lnTo>
                    <a:pt x="288315" y="275679"/>
                  </a:lnTo>
                  <a:lnTo>
                    <a:pt x="291897" y="271790"/>
                  </a:lnTo>
                  <a:lnTo>
                    <a:pt x="295354" y="267790"/>
                  </a:lnTo>
                  <a:lnTo>
                    <a:pt x="298683" y="263683"/>
                  </a:lnTo>
                  <a:lnTo>
                    <a:pt x="301880" y="259472"/>
                  </a:lnTo>
                  <a:lnTo>
                    <a:pt x="304942" y="255162"/>
                  </a:lnTo>
                  <a:lnTo>
                    <a:pt x="307867" y="250757"/>
                  </a:lnTo>
                  <a:lnTo>
                    <a:pt x="310651" y="246263"/>
                  </a:lnTo>
                  <a:lnTo>
                    <a:pt x="313291" y="241682"/>
                  </a:lnTo>
                  <a:lnTo>
                    <a:pt x="315785" y="237020"/>
                  </a:lnTo>
                  <a:lnTo>
                    <a:pt x="318131" y="232282"/>
                  </a:lnTo>
                  <a:lnTo>
                    <a:pt x="320325" y="227472"/>
                  </a:lnTo>
                  <a:lnTo>
                    <a:pt x="322367" y="222595"/>
                  </a:lnTo>
                  <a:lnTo>
                    <a:pt x="324253" y="217656"/>
                  </a:lnTo>
                  <a:lnTo>
                    <a:pt x="325981" y="212659"/>
                  </a:lnTo>
                  <a:lnTo>
                    <a:pt x="327551" y="207611"/>
                  </a:lnTo>
                  <a:lnTo>
                    <a:pt x="328961" y="202515"/>
                  </a:lnTo>
                  <a:lnTo>
                    <a:pt x="330209" y="197377"/>
                  </a:lnTo>
                  <a:lnTo>
                    <a:pt x="331293" y="192203"/>
                  </a:lnTo>
                  <a:lnTo>
                    <a:pt x="332214" y="186997"/>
                  </a:lnTo>
                  <a:lnTo>
                    <a:pt x="332969" y="181764"/>
                  </a:lnTo>
                  <a:lnTo>
                    <a:pt x="333559" y="176510"/>
                  </a:lnTo>
                  <a:lnTo>
                    <a:pt x="333982" y="171240"/>
                  </a:lnTo>
                  <a:lnTo>
                    <a:pt x="334238" y="165959"/>
                  </a:lnTo>
                  <a:lnTo>
                    <a:pt x="334327" y="160672"/>
                  </a:lnTo>
                  <a:lnTo>
                    <a:pt x="334249" y="155386"/>
                  </a:lnTo>
                  <a:lnTo>
                    <a:pt x="334004" y="150105"/>
                  </a:lnTo>
                  <a:lnTo>
                    <a:pt x="333591" y="144834"/>
                  </a:lnTo>
                  <a:lnTo>
                    <a:pt x="333013" y="139578"/>
                  </a:lnTo>
                  <a:lnTo>
                    <a:pt x="332268" y="134344"/>
                  </a:lnTo>
                  <a:lnTo>
                    <a:pt x="331358" y="129136"/>
                  </a:lnTo>
                  <a:lnTo>
                    <a:pt x="330284" y="123959"/>
                  </a:lnTo>
                  <a:lnTo>
                    <a:pt x="329047" y="118819"/>
                  </a:lnTo>
                  <a:lnTo>
                    <a:pt x="327648" y="113720"/>
                  </a:lnTo>
                  <a:lnTo>
                    <a:pt x="326089" y="108669"/>
                  </a:lnTo>
                  <a:lnTo>
                    <a:pt x="324370" y="103669"/>
                  </a:lnTo>
                  <a:lnTo>
                    <a:pt x="322494" y="98726"/>
                  </a:lnTo>
                  <a:lnTo>
                    <a:pt x="320463" y="93844"/>
                  </a:lnTo>
                  <a:lnTo>
                    <a:pt x="318279" y="89030"/>
                  </a:lnTo>
                  <a:lnTo>
                    <a:pt x="315943" y="84287"/>
                  </a:lnTo>
                  <a:lnTo>
                    <a:pt x="313458" y="79620"/>
                  </a:lnTo>
                  <a:lnTo>
                    <a:pt x="310827" y="75034"/>
                  </a:lnTo>
                  <a:lnTo>
                    <a:pt x="308053" y="70533"/>
                  </a:lnTo>
                  <a:lnTo>
                    <a:pt x="305137" y="66123"/>
                  </a:lnTo>
                  <a:lnTo>
                    <a:pt x="302084" y="61807"/>
                  </a:lnTo>
                  <a:lnTo>
                    <a:pt x="298895" y="57589"/>
                  </a:lnTo>
                  <a:lnTo>
                    <a:pt x="295575" y="53475"/>
                  </a:lnTo>
                  <a:lnTo>
                    <a:pt x="292126" y="49467"/>
                  </a:lnTo>
                  <a:lnTo>
                    <a:pt x="288553" y="45571"/>
                  </a:lnTo>
                  <a:lnTo>
                    <a:pt x="284857" y="41790"/>
                  </a:lnTo>
                  <a:lnTo>
                    <a:pt x="281045" y="38127"/>
                  </a:lnTo>
                  <a:lnTo>
                    <a:pt x="277118" y="34587"/>
                  </a:lnTo>
                  <a:lnTo>
                    <a:pt x="273081" y="31173"/>
                  </a:lnTo>
                  <a:lnTo>
                    <a:pt x="268938" y="27888"/>
                  </a:lnTo>
                  <a:lnTo>
                    <a:pt x="264694" y="24735"/>
                  </a:lnTo>
                  <a:lnTo>
                    <a:pt x="260352" y="21719"/>
                  </a:lnTo>
                  <a:lnTo>
                    <a:pt x="255916" y="18841"/>
                  </a:lnTo>
                  <a:lnTo>
                    <a:pt x="251392" y="16105"/>
                  </a:lnTo>
                  <a:lnTo>
                    <a:pt x="246784" y="13514"/>
                  </a:lnTo>
                  <a:lnTo>
                    <a:pt x="242096" y="11070"/>
                  </a:lnTo>
                  <a:lnTo>
                    <a:pt x="237333" y="8775"/>
                  </a:lnTo>
                  <a:lnTo>
                    <a:pt x="232500" y="6631"/>
                  </a:lnTo>
                  <a:lnTo>
                    <a:pt x="227601" y="4642"/>
                  </a:lnTo>
                  <a:lnTo>
                    <a:pt x="222642" y="2809"/>
                  </a:lnTo>
                  <a:lnTo>
                    <a:pt x="167160" y="1605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212566" y="1546402"/>
              <a:ext cx="55482" cy="167167"/>
            </a:xfrm>
            <a:custGeom>
              <a:avLst/>
              <a:pathLst>
                <a:path w="55482" h="167167">
                  <a:moveTo>
                    <a:pt x="55482" y="9475"/>
                  </a:moveTo>
                  <a:lnTo>
                    <a:pt x="49517" y="7502"/>
                  </a:lnTo>
                  <a:lnTo>
                    <a:pt x="43481" y="5754"/>
                  </a:lnTo>
                  <a:lnTo>
                    <a:pt x="37384" y="4233"/>
                  </a:lnTo>
                  <a:lnTo>
                    <a:pt x="31234" y="2944"/>
                  </a:lnTo>
                  <a:lnTo>
                    <a:pt x="25041" y="1886"/>
                  </a:lnTo>
                  <a:lnTo>
                    <a:pt x="18811" y="1061"/>
                  </a:lnTo>
                  <a:lnTo>
                    <a:pt x="12556" y="472"/>
                  </a:lnTo>
                  <a:lnTo>
                    <a:pt x="6282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1517" y="1943516"/>
              <a:ext cx="7266" cy="167167"/>
            </a:xfrm>
            <a:custGeom>
              <a:avLst/>
              <a:pathLst>
                <a:path w="7266" h="167167">
                  <a:moveTo>
                    <a:pt x="7266" y="0"/>
                  </a:moveTo>
                  <a:lnTo>
                    <a:pt x="0" y="157"/>
                  </a:lnTo>
                  <a:lnTo>
                    <a:pt x="726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71517" y="1943674"/>
              <a:ext cx="7266" cy="167009"/>
            </a:xfrm>
            <a:custGeom>
              <a:avLst/>
              <a:pathLst>
                <a:path w="7266" h="167009">
                  <a:moveTo>
                    <a:pt x="0" y="0"/>
                  </a:moveTo>
                  <a:lnTo>
                    <a:pt x="7266" y="1670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37081" y="1943674"/>
              <a:ext cx="141702" cy="167009"/>
            </a:xfrm>
            <a:custGeom>
              <a:avLst/>
              <a:pathLst>
                <a:path w="141702" h="167009">
                  <a:moveTo>
                    <a:pt x="134436" y="0"/>
                  </a:moveTo>
                  <a:lnTo>
                    <a:pt x="128866" y="335"/>
                  </a:lnTo>
                  <a:lnTo>
                    <a:pt x="123310" y="856"/>
                  </a:lnTo>
                  <a:lnTo>
                    <a:pt x="117774" y="1563"/>
                  </a:lnTo>
                  <a:lnTo>
                    <a:pt x="112266" y="2454"/>
                  </a:lnTo>
                  <a:lnTo>
                    <a:pt x="106790" y="3528"/>
                  </a:lnTo>
                  <a:lnTo>
                    <a:pt x="101353" y="4784"/>
                  </a:lnTo>
                  <a:lnTo>
                    <a:pt x="95961" y="6221"/>
                  </a:lnTo>
                  <a:lnTo>
                    <a:pt x="90620" y="7837"/>
                  </a:lnTo>
                  <a:lnTo>
                    <a:pt x="85336" y="9631"/>
                  </a:lnTo>
                  <a:lnTo>
                    <a:pt x="80115" y="11600"/>
                  </a:lnTo>
                  <a:lnTo>
                    <a:pt x="74962" y="13742"/>
                  </a:lnTo>
                  <a:lnTo>
                    <a:pt x="69884" y="16055"/>
                  </a:lnTo>
                  <a:lnTo>
                    <a:pt x="64885" y="18536"/>
                  </a:lnTo>
                  <a:lnTo>
                    <a:pt x="59973" y="21183"/>
                  </a:lnTo>
                  <a:lnTo>
                    <a:pt x="55151" y="23992"/>
                  </a:lnTo>
                  <a:lnTo>
                    <a:pt x="50426" y="26960"/>
                  </a:lnTo>
                  <a:lnTo>
                    <a:pt x="45802" y="30085"/>
                  </a:lnTo>
                  <a:lnTo>
                    <a:pt x="41286" y="33362"/>
                  </a:lnTo>
                  <a:lnTo>
                    <a:pt x="36881" y="36788"/>
                  </a:lnTo>
                  <a:lnTo>
                    <a:pt x="32593" y="40359"/>
                  </a:lnTo>
                  <a:lnTo>
                    <a:pt x="28427" y="44071"/>
                  </a:lnTo>
                  <a:lnTo>
                    <a:pt x="24387" y="47920"/>
                  </a:lnTo>
                  <a:lnTo>
                    <a:pt x="20477" y="51902"/>
                  </a:lnTo>
                  <a:lnTo>
                    <a:pt x="16703" y="56012"/>
                  </a:lnTo>
                  <a:lnTo>
                    <a:pt x="13068" y="60246"/>
                  </a:lnTo>
                  <a:lnTo>
                    <a:pt x="9576" y="64599"/>
                  </a:lnTo>
                  <a:lnTo>
                    <a:pt x="6232" y="69066"/>
                  </a:lnTo>
                  <a:lnTo>
                    <a:pt x="3038" y="73642"/>
                  </a:lnTo>
                  <a:lnTo>
                    <a:pt x="0" y="78322"/>
                  </a:lnTo>
                  <a:lnTo>
                    <a:pt x="141702" y="1670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11629" y="1943516"/>
              <a:ext cx="334303" cy="334334"/>
            </a:xfrm>
            <a:custGeom>
              <a:avLst/>
              <a:pathLst>
                <a:path w="334303" h="334334">
                  <a:moveTo>
                    <a:pt x="25452" y="78480"/>
                  </a:moveTo>
                  <a:lnTo>
                    <a:pt x="22707" y="83024"/>
                  </a:lnTo>
                  <a:lnTo>
                    <a:pt x="20108" y="87653"/>
                  </a:lnTo>
                  <a:lnTo>
                    <a:pt x="17658" y="92362"/>
                  </a:lnTo>
                  <a:lnTo>
                    <a:pt x="15358" y="97146"/>
                  </a:lnTo>
                  <a:lnTo>
                    <a:pt x="13211" y="102001"/>
                  </a:lnTo>
                  <a:lnTo>
                    <a:pt x="11220" y="106922"/>
                  </a:lnTo>
                  <a:lnTo>
                    <a:pt x="9386" y="111904"/>
                  </a:lnTo>
                  <a:lnTo>
                    <a:pt x="7710" y="116941"/>
                  </a:lnTo>
                  <a:lnTo>
                    <a:pt x="6196" y="122029"/>
                  </a:lnTo>
                  <a:lnTo>
                    <a:pt x="4844" y="127162"/>
                  </a:lnTo>
                  <a:lnTo>
                    <a:pt x="3656" y="132336"/>
                  </a:lnTo>
                  <a:lnTo>
                    <a:pt x="2632" y="137545"/>
                  </a:lnTo>
                  <a:lnTo>
                    <a:pt x="1775" y="142783"/>
                  </a:lnTo>
                  <a:lnTo>
                    <a:pt x="1084" y="148047"/>
                  </a:lnTo>
                  <a:lnTo>
                    <a:pt x="560" y="153329"/>
                  </a:lnTo>
                  <a:lnTo>
                    <a:pt x="205" y="158626"/>
                  </a:lnTo>
                  <a:lnTo>
                    <a:pt x="18" y="163931"/>
                  </a:lnTo>
                  <a:lnTo>
                    <a:pt x="0" y="169239"/>
                  </a:lnTo>
                  <a:lnTo>
                    <a:pt x="150" y="174546"/>
                  </a:lnTo>
                  <a:lnTo>
                    <a:pt x="468" y="179845"/>
                  </a:lnTo>
                  <a:lnTo>
                    <a:pt x="955" y="185131"/>
                  </a:lnTo>
                  <a:lnTo>
                    <a:pt x="1609" y="190399"/>
                  </a:lnTo>
                  <a:lnTo>
                    <a:pt x="2430" y="195643"/>
                  </a:lnTo>
                  <a:lnTo>
                    <a:pt x="3417" y="200859"/>
                  </a:lnTo>
                  <a:lnTo>
                    <a:pt x="4569" y="206041"/>
                  </a:lnTo>
                  <a:lnTo>
                    <a:pt x="5886" y="211184"/>
                  </a:lnTo>
                  <a:lnTo>
                    <a:pt x="7365" y="216282"/>
                  </a:lnTo>
                  <a:lnTo>
                    <a:pt x="9005" y="221331"/>
                  </a:lnTo>
                  <a:lnTo>
                    <a:pt x="10804" y="226325"/>
                  </a:lnTo>
                  <a:lnTo>
                    <a:pt x="12761" y="231259"/>
                  </a:lnTo>
                  <a:lnTo>
                    <a:pt x="14874" y="236129"/>
                  </a:lnTo>
                  <a:lnTo>
                    <a:pt x="17141" y="240930"/>
                  </a:lnTo>
                  <a:lnTo>
                    <a:pt x="19558" y="245656"/>
                  </a:lnTo>
                  <a:lnTo>
                    <a:pt x="22125" y="250302"/>
                  </a:lnTo>
                  <a:lnTo>
                    <a:pt x="24838" y="254865"/>
                  </a:lnTo>
                  <a:lnTo>
                    <a:pt x="27694" y="259340"/>
                  </a:lnTo>
                  <a:lnTo>
                    <a:pt x="30691" y="263721"/>
                  </a:lnTo>
                  <a:lnTo>
                    <a:pt x="33826" y="268006"/>
                  </a:lnTo>
                  <a:lnTo>
                    <a:pt x="37095" y="272188"/>
                  </a:lnTo>
                  <a:lnTo>
                    <a:pt x="40495" y="276265"/>
                  </a:lnTo>
                  <a:lnTo>
                    <a:pt x="44023" y="280231"/>
                  </a:lnTo>
                  <a:lnTo>
                    <a:pt x="47675" y="284084"/>
                  </a:lnTo>
                  <a:lnTo>
                    <a:pt x="51447" y="287819"/>
                  </a:lnTo>
                  <a:lnTo>
                    <a:pt x="55336" y="291432"/>
                  </a:lnTo>
                  <a:lnTo>
                    <a:pt x="59338" y="294919"/>
                  </a:lnTo>
                  <a:lnTo>
                    <a:pt x="63449" y="298278"/>
                  </a:lnTo>
                  <a:lnTo>
                    <a:pt x="67664" y="301505"/>
                  </a:lnTo>
                  <a:lnTo>
                    <a:pt x="71980" y="304596"/>
                  </a:lnTo>
                  <a:lnTo>
                    <a:pt x="76391" y="307549"/>
                  </a:lnTo>
                  <a:lnTo>
                    <a:pt x="80894" y="310360"/>
                  </a:lnTo>
                  <a:lnTo>
                    <a:pt x="85484" y="313027"/>
                  </a:lnTo>
                  <a:lnTo>
                    <a:pt x="90157" y="315546"/>
                  </a:lnTo>
                  <a:lnTo>
                    <a:pt x="94907" y="317916"/>
                  </a:lnTo>
                  <a:lnTo>
                    <a:pt x="99730" y="320134"/>
                  </a:lnTo>
                  <a:lnTo>
                    <a:pt x="104621" y="322198"/>
                  </a:lnTo>
                  <a:lnTo>
                    <a:pt x="109575" y="324105"/>
                  </a:lnTo>
                  <a:lnTo>
                    <a:pt x="114587" y="325854"/>
                  </a:lnTo>
                  <a:lnTo>
                    <a:pt x="119652" y="327443"/>
                  </a:lnTo>
                  <a:lnTo>
                    <a:pt x="124765" y="328871"/>
                  </a:lnTo>
                  <a:lnTo>
                    <a:pt x="129920" y="330135"/>
                  </a:lnTo>
                  <a:lnTo>
                    <a:pt x="135114" y="331235"/>
                  </a:lnTo>
                  <a:lnTo>
                    <a:pt x="140339" y="332170"/>
                  </a:lnTo>
                  <a:lnTo>
                    <a:pt x="145592" y="332938"/>
                  </a:lnTo>
                  <a:lnTo>
                    <a:pt x="150866" y="333539"/>
                  </a:lnTo>
                  <a:lnTo>
                    <a:pt x="156157" y="333972"/>
                  </a:lnTo>
                  <a:lnTo>
                    <a:pt x="161459" y="334237"/>
                  </a:lnTo>
                  <a:lnTo>
                    <a:pt x="166766" y="334334"/>
                  </a:lnTo>
                  <a:lnTo>
                    <a:pt x="172074" y="334262"/>
                  </a:lnTo>
                  <a:lnTo>
                    <a:pt x="177377" y="334021"/>
                  </a:lnTo>
                  <a:lnTo>
                    <a:pt x="182670" y="333613"/>
                  </a:lnTo>
                  <a:lnTo>
                    <a:pt x="187947" y="333036"/>
                  </a:lnTo>
                  <a:lnTo>
                    <a:pt x="193203" y="332292"/>
                  </a:lnTo>
                  <a:lnTo>
                    <a:pt x="198433" y="331382"/>
                  </a:lnTo>
                  <a:lnTo>
                    <a:pt x="203631" y="330306"/>
                  </a:lnTo>
                  <a:lnTo>
                    <a:pt x="208793" y="329066"/>
                  </a:lnTo>
                  <a:lnTo>
                    <a:pt x="213912" y="327662"/>
                  </a:lnTo>
                  <a:lnTo>
                    <a:pt x="218985" y="326096"/>
                  </a:lnTo>
                  <a:lnTo>
                    <a:pt x="224005" y="324371"/>
                  </a:lnTo>
                  <a:lnTo>
                    <a:pt x="228967" y="322486"/>
                  </a:lnTo>
                  <a:lnTo>
                    <a:pt x="233868" y="320445"/>
                  </a:lnTo>
                  <a:lnTo>
                    <a:pt x="238701" y="318250"/>
                  </a:lnTo>
                  <a:lnTo>
                    <a:pt x="243462" y="315902"/>
                  </a:lnTo>
                  <a:lnTo>
                    <a:pt x="248146" y="313404"/>
                  </a:lnTo>
                  <a:lnTo>
                    <a:pt x="252748" y="310759"/>
                  </a:lnTo>
                  <a:lnTo>
                    <a:pt x="257265" y="307968"/>
                  </a:lnTo>
                  <a:lnTo>
                    <a:pt x="261690" y="305036"/>
                  </a:lnTo>
                  <a:lnTo>
                    <a:pt x="266020" y="301965"/>
                  </a:lnTo>
                  <a:lnTo>
                    <a:pt x="270250" y="298758"/>
                  </a:lnTo>
                  <a:lnTo>
                    <a:pt x="274376" y="295418"/>
                  </a:lnTo>
                  <a:lnTo>
                    <a:pt x="278394" y="291949"/>
                  </a:lnTo>
                  <a:lnTo>
                    <a:pt x="282300" y="288354"/>
                  </a:lnTo>
                  <a:lnTo>
                    <a:pt x="286090" y="284637"/>
                  </a:lnTo>
                  <a:lnTo>
                    <a:pt x="289760" y="280802"/>
                  </a:lnTo>
                  <a:lnTo>
                    <a:pt x="293306" y="276851"/>
                  </a:lnTo>
                  <a:lnTo>
                    <a:pt x="296725" y="272791"/>
                  </a:lnTo>
                  <a:lnTo>
                    <a:pt x="300013" y="268623"/>
                  </a:lnTo>
                  <a:lnTo>
                    <a:pt x="303168" y="264354"/>
                  </a:lnTo>
                  <a:lnTo>
                    <a:pt x="306185" y="259986"/>
                  </a:lnTo>
                  <a:lnTo>
                    <a:pt x="309062" y="255525"/>
                  </a:lnTo>
                  <a:lnTo>
                    <a:pt x="311796" y="250974"/>
                  </a:lnTo>
                  <a:lnTo>
                    <a:pt x="314384" y="246340"/>
                  </a:lnTo>
                  <a:lnTo>
                    <a:pt x="316824" y="241625"/>
                  </a:lnTo>
                  <a:lnTo>
                    <a:pt x="319112" y="236835"/>
                  </a:lnTo>
                  <a:lnTo>
                    <a:pt x="321248" y="231975"/>
                  </a:lnTo>
                  <a:lnTo>
                    <a:pt x="323228" y="227050"/>
                  </a:lnTo>
                  <a:lnTo>
                    <a:pt x="325050" y="222064"/>
                  </a:lnTo>
                  <a:lnTo>
                    <a:pt x="326714" y="217023"/>
                  </a:lnTo>
                  <a:lnTo>
                    <a:pt x="328216" y="211932"/>
                  </a:lnTo>
                  <a:lnTo>
                    <a:pt x="329557" y="206795"/>
                  </a:lnTo>
                  <a:lnTo>
                    <a:pt x="330733" y="201619"/>
                  </a:lnTo>
                  <a:lnTo>
                    <a:pt x="331744" y="196407"/>
                  </a:lnTo>
                  <a:lnTo>
                    <a:pt x="332590" y="191167"/>
                  </a:lnTo>
                  <a:lnTo>
                    <a:pt x="333268" y="185902"/>
                  </a:lnTo>
                  <a:lnTo>
                    <a:pt x="333779" y="180618"/>
                  </a:lnTo>
                  <a:lnTo>
                    <a:pt x="334123" y="175321"/>
                  </a:lnTo>
                  <a:lnTo>
                    <a:pt x="334297" y="170015"/>
                  </a:lnTo>
                  <a:lnTo>
                    <a:pt x="334303" y="164707"/>
                  </a:lnTo>
                  <a:lnTo>
                    <a:pt x="334141" y="159401"/>
                  </a:lnTo>
                  <a:lnTo>
                    <a:pt x="333810" y="154102"/>
                  </a:lnTo>
                  <a:lnTo>
                    <a:pt x="333311" y="148818"/>
                  </a:lnTo>
                  <a:lnTo>
                    <a:pt x="332645" y="143551"/>
                  </a:lnTo>
                  <a:lnTo>
                    <a:pt x="331812" y="138308"/>
                  </a:lnTo>
                  <a:lnTo>
                    <a:pt x="330812" y="133095"/>
                  </a:lnTo>
                  <a:lnTo>
                    <a:pt x="329648" y="127916"/>
                  </a:lnTo>
                  <a:lnTo>
                    <a:pt x="328320" y="122776"/>
                  </a:lnTo>
                  <a:lnTo>
                    <a:pt x="326829" y="117681"/>
                  </a:lnTo>
                  <a:lnTo>
                    <a:pt x="325177" y="112636"/>
                  </a:lnTo>
                  <a:lnTo>
                    <a:pt x="323366" y="107646"/>
                  </a:lnTo>
                  <a:lnTo>
                    <a:pt x="321398" y="102716"/>
                  </a:lnTo>
                  <a:lnTo>
                    <a:pt x="319273" y="97851"/>
                  </a:lnTo>
                  <a:lnTo>
                    <a:pt x="316996" y="93056"/>
                  </a:lnTo>
                  <a:lnTo>
                    <a:pt x="314567" y="88336"/>
                  </a:lnTo>
                  <a:lnTo>
                    <a:pt x="311990" y="83695"/>
                  </a:lnTo>
                  <a:lnTo>
                    <a:pt x="309267" y="79139"/>
                  </a:lnTo>
                  <a:lnTo>
                    <a:pt x="306400" y="74671"/>
                  </a:lnTo>
                  <a:lnTo>
                    <a:pt x="303393" y="70296"/>
                  </a:lnTo>
                  <a:lnTo>
                    <a:pt x="300248" y="66019"/>
                  </a:lnTo>
                  <a:lnTo>
                    <a:pt x="296970" y="61844"/>
                  </a:lnTo>
                  <a:lnTo>
                    <a:pt x="293560" y="57776"/>
                  </a:lnTo>
                  <a:lnTo>
                    <a:pt x="290023" y="53817"/>
                  </a:lnTo>
                  <a:lnTo>
                    <a:pt x="286362" y="49973"/>
                  </a:lnTo>
                  <a:lnTo>
                    <a:pt x="282581" y="46247"/>
                  </a:lnTo>
                  <a:lnTo>
                    <a:pt x="278683" y="42643"/>
                  </a:lnTo>
                  <a:lnTo>
                    <a:pt x="274673" y="39165"/>
                  </a:lnTo>
                  <a:lnTo>
                    <a:pt x="270555" y="35815"/>
                  </a:lnTo>
                  <a:lnTo>
                    <a:pt x="266332" y="32598"/>
                  </a:lnTo>
                  <a:lnTo>
                    <a:pt x="262009" y="29517"/>
                  </a:lnTo>
                  <a:lnTo>
                    <a:pt x="257591" y="26575"/>
                  </a:lnTo>
                  <a:lnTo>
                    <a:pt x="253081" y="23774"/>
                  </a:lnTo>
                  <a:lnTo>
                    <a:pt x="248485" y="21118"/>
                  </a:lnTo>
                  <a:lnTo>
                    <a:pt x="243807" y="18610"/>
                  </a:lnTo>
                  <a:lnTo>
                    <a:pt x="239051" y="16251"/>
                  </a:lnTo>
                  <a:lnTo>
                    <a:pt x="234223" y="14044"/>
                  </a:lnTo>
                  <a:lnTo>
                    <a:pt x="229328" y="11992"/>
                  </a:lnTo>
                  <a:lnTo>
                    <a:pt x="224369" y="10096"/>
                  </a:lnTo>
                  <a:lnTo>
                    <a:pt x="219353" y="8358"/>
                  </a:lnTo>
                  <a:lnTo>
                    <a:pt x="214284" y="6781"/>
                  </a:lnTo>
                  <a:lnTo>
                    <a:pt x="209168" y="5365"/>
                  </a:lnTo>
                  <a:lnTo>
                    <a:pt x="204010" y="4113"/>
                  </a:lnTo>
                  <a:lnTo>
                    <a:pt x="198814" y="3025"/>
                  </a:lnTo>
                  <a:lnTo>
                    <a:pt x="193586" y="2102"/>
                  </a:lnTo>
                  <a:lnTo>
                    <a:pt x="188332" y="1346"/>
                  </a:lnTo>
                  <a:lnTo>
                    <a:pt x="183056" y="758"/>
                  </a:lnTo>
                  <a:lnTo>
                    <a:pt x="177764" y="337"/>
                  </a:lnTo>
                  <a:lnTo>
                    <a:pt x="172462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26055" y="2406772"/>
              <a:ext cx="19678" cy="167167"/>
            </a:xfrm>
            <a:custGeom>
              <a:avLst/>
              <a:pathLst>
                <a:path w="19678" h="167167">
                  <a:moveTo>
                    <a:pt x="19678" y="0"/>
                  </a:moveTo>
                  <a:lnTo>
                    <a:pt x="9821" y="290"/>
                  </a:lnTo>
                  <a:lnTo>
                    <a:pt x="0" y="1162"/>
                  </a:lnTo>
                  <a:lnTo>
                    <a:pt x="1967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6055" y="2407934"/>
              <a:ext cx="19678" cy="166005"/>
            </a:xfrm>
            <a:custGeom>
              <a:avLst/>
              <a:pathLst>
                <a:path w="19678" h="166005">
                  <a:moveTo>
                    <a:pt x="0" y="0"/>
                  </a:moveTo>
                  <a:lnTo>
                    <a:pt x="19678" y="1660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478568" y="2407320"/>
              <a:ext cx="334332" cy="333772"/>
            </a:xfrm>
            <a:custGeom>
              <a:avLst/>
              <a:pathLst>
                <a:path w="334332" h="333772">
                  <a:moveTo>
                    <a:pt x="147487" y="614"/>
                  </a:moveTo>
                  <a:lnTo>
                    <a:pt x="142237" y="1320"/>
                  </a:lnTo>
                  <a:lnTo>
                    <a:pt x="137013" y="2193"/>
                  </a:lnTo>
                  <a:lnTo>
                    <a:pt x="131818" y="3231"/>
                  </a:lnTo>
                  <a:lnTo>
                    <a:pt x="126659" y="4433"/>
                  </a:lnTo>
                  <a:lnTo>
                    <a:pt x="121541" y="5798"/>
                  </a:lnTo>
                  <a:lnTo>
                    <a:pt x="116469" y="7324"/>
                  </a:lnTo>
                  <a:lnTo>
                    <a:pt x="111447" y="9010"/>
                  </a:lnTo>
                  <a:lnTo>
                    <a:pt x="106482" y="10855"/>
                  </a:lnTo>
                  <a:lnTo>
                    <a:pt x="101577" y="12855"/>
                  </a:lnTo>
                  <a:lnTo>
                    <a:pt x="96738" y="15011"/>
                  </a:lnTo>
                  <a:lnTo>
                    <a:pt x="91970" y="17318"/>
                  </a:lnTo>
                  <a:lnTo>
                    <a:pt x="87277" y="19776"/>
                  </a:lnTo>
                  <a:lnTo>
                    <a:pt x="82665" y="22380"/>
                  </a:lnTo>
                  <a:lnTo>
                    <a:pt x="78138" y="25130"/>
                  </a:lnTo>
                  <a:lnTo>
                    <a:pt x="73699" y="28022"/>
                  </a:lnTo>
                  <a:lnTo>
                    <a:pt x="69355" y="31053"/>
                  </a:lnTo>
                  <a:lnTo>
                    <a:pt x="65109" y="34220"/>
                  </a:lnTo>
                  <a:lnTo>
                    <a:pt x="60966" y="37519"/>
                  </a:lnTo>
                  <a:lnTo>
                    <a:pt x="56929" y="40949"/>
                  </a:lnTo>
                  <a:lnTo>
                    <a:pt x="53002" y="44505"/>
                  </a:lnTo>
                  <a:lnTo>
                    <a:pt x="49191" y="48183"/>
                  </a:lnTo>
                  <a:lnTo>
                    <a:pt x="45497" y="51980"/>
                  </a:lnTo>
                  <a:lnTo>
                    <a:pt x="41926" y="55893"/>
                  </a:lnTo>
                  <a:lnTo>
                    <a:pt x="38481" y="59916"/>
                  </a:lnTo>
                  <a:lnTo>
                    <a:pt x="35165" y="64047"/>
                  </a:lnTo>
                  <a:lnTo>
                    <a:pt x="31982" y="68281"/>
                  </a:lnTo>
                  <a:lnTo>
                    <a:pt x="28934" y="72613"/>
                  </a:lnTo>
                  <a:lnTo>
                    <a:pt x="26025" y="77040"/>
                  </a:lnTo>
                  <a:lnTo>
                    <a:pt x="23257" y="81557"/>
                  </a:lnTo>
                  <a:lnTo>
                    <a:pt x="20635" y="86159"/>
                  </a:lnTo>
                  <a:lnTo>
                    <a:pt x="18159" y="90842"/>
                  </a:lnTo>
                  <a:lnTo>
                    <a:pt x="15833" y="95601"/>
                  </a:lnTo>
                  <a:lnTo>
                    <a:pt x="13659" y="100431"/>
                  </a:lnTo>
                  <a:lnTo>
                    <a:pt x="11639" y="105328"/>
                  </a:lnTo>
                  <a:lnTo>
                    <a:pt x="9775" y="110286"/>
                  </a:lnTo>
                  <a:lnTo>
                    <a:pt x="8069" y="115301"/>
                  </a:lnTo>
                  <a:lnTo>
                    <a:pt x="6523" y="120368"/>
                  </a:lnTo>
                  <a:lnTo>
                    <a:pt x="5138" y="125480"/>
                  </a:lnTo>
                  <a:lnTo>
                    <a:pt x="3916" y="130635"/>
                  </a:lnTo>
                  <a:lnTo>
                    <a:pt x="2858" y="135825"/>
                  </a:lnTo>
                  <a:lnTo>
                    <a:pt x="1965" y="141046"/>
                  </a:lnTo>
                  <a:lnTo>
                    <a:pt x="1238" y="146293"/>
                  </a:lnTo>
                  <a:lnTo>
                    <a:pt x="677" y="151560"/>
                  </a:lnTo>
                  <a:lnTo>
                    <a:pt x="284" y="156843"/>
                  </a:lnTo>
                  <a:lnTo>
                    <a:pt x="58" y="162135"/>
                  </a:lnTo>
                  <a:lnTo>
                    <a:pt x="0" y="167432"/>
                  </a:lnTo>
                  <a:lnTo>
                    <a:pt x="109" y="172728"/>
                  </a:lnTo>
                  <a:lnTo>
                    <a:pt x="387" y="178017"/>
                  </a:lnTo>
                  <a:lnTo>
                    <a:pt x="831" y="183296"/>
                  </a:lnTo>
                  <a:lnTo>
                    <a:pt x="1443" y="188557"/>
                  </a:lnTo>
                  <a:lnTo>
                    <a:pt x="2222" y="193797"/>
                  </a:lnTo>
                  <a:lnTo>
                    <a:pt x="3166" y="199009"/>
                  </a:lnTo>
                  <a:lnTo>
                    <a:pt x="4274" y="204189"/>
                  </a:lnTo>
                  <a:lnTo>
                    <a:pt x="5546" y="209331"/>
                  </a:lnTo>
                  <a:lnTo>
                    <a:pt x="6981" y="214430"/>
                  </a:lnTo>
                  <a:lnTo>
                    <a:pt x="8576" y="219481"/>
                  </a:lnTo>
                  <a:lnTo>
                    <a:pt x="10330" y="224479"/>
                  </a:lnTo>
                  <a:lnTo>
                    <a:pt x="12242" y="229419"/>
                  </a:lnTo>
                  <a:lnTo>
                    <a:pt x="14310" y="234296"/>
                  </a:lnTo>
                  <a:lnTo>
                    <a:pt x="16531" y="239105"/>
                  </a:lnTo>
                  <a:lnTo>
                    <a:pt x="18903" y="243842"/>
                  </a:lnTo>
                  <a:lnTo>
                    <a:pt x="21424" y="248500"/>
                  </a:lnTo>
                  <a:lnTo>
                    <a:pt x="24092" y="253077"/>
                  </a:lnTo>
                  <a:lnTo>
                    <a:pt x="26903" y="257566"/>
                  </a:lnTo>
                  <a:lnTo>
                    <a:pt x="29855" y="261965"/>
                  </a:lnTo>
                  <a:lnTo>
                    <a:pt x="32944" y="266267"/>
                  </a:lnTo>
                  <a:lnTo>
                    <a:pt x="36169" y="270470"/>
                  </a:lnTo>
                  <a:lnTo>
                    <a:pt x="39525" y="274568"/>
                  </a:lnTo>
                  <a:lnTo>
                    <a:pt x="43009" y="278558"/>
                  </a:lnTo>
                  <a:lnTo>
                    <a:pt x="46618" y="282435"/>
                  </a:lnTo>
                  <a:lnTo>
                    <a:pt x="50348" y="286196"/>
                  </a:lnTo>
                  <a:lnTo>
                    <a:pt x="54195" y="289837"/>
                  </a:lnTo>
                  <a:lnTo>
                    <a:pt x="58156" y="293355"/>
                  </a:lnTo>
                  <a:lnTo>
                    <a:pt x="62226" y="296745"/>
                  </a:lnTo>
                  <a:lnTo>
                    <a:pt x="66402" y="300004"/>
                  </a:lnTo>
                  <a:lnTo>
                    <a:pt x="70678" y="303130"/>
                  </a:lnTo>
                  <a:lnTo>
                    <a:pt x="75052" y="306118"/>
                  </a:lnTo>
                  <a:lnTo>
                    <a:pt x="79518" y="308967"/>
                  </a:lnTo>
                  <a:lnTo>
                    <a:pt x="84072" y="311672"/>
                  </a:lnTo>
                  <a:lnTo>
                    <a:pt x="88709" y="314232"/>
                  </a:lnTo>
                  <a:lnTo>
                    <a:pt x="93426" y="316644"/>
                  </a:lnTo>
                  <a:lnTo>
                    <a:pt x="98216" y="318905"/>
                  </a:lnTo>
                  <a:lnTo>
                    <a:pt x="103076" y="321013"/>
                  </a:lnTo>
                  <a:lnTo>
                    <a:pt x="107999" y="322966"/>
                  </a:lnTo>
                  <a:lnTo>
                    <a:pt x="112983" y="324762"/>
                  </a:lnTo>
                  <a:lnTo>
                    <a:pt x="118020" y="326399"/>
                  </a:lnTo>
                  <a:lnTo>
                    <a:pt x="123107" y="327876"/>
                  </a:lnTo>
                  <a:lnTo>
                    <a:pt x="128239" y="329191"/>
                  </a:lnTo>
                  <a:lnTo>
                    <a:pt x="133409" y="330343"/>
                  </a:lnTo>
                  <a:lnTo>
                    <a:pt x="138613" y="331330"/>
                  </a:lnTo>
                  <a:lnTo>
                    <a:pt x="143846" y="332152"/>
                  </a:lnTo>
                  <a:lnTo>
                    <a:pt x="149102" y="332808"/>
                  </a:lnTo>
                  <a:lnTo>
                    <a:pt x="154377" y="333296"/>
                  </a:lnTo>
                  <a:lnTo>
                    <a:pt x="159664" y="333618"/>
                  </a:lnTo>
                  <a:lnTo>
                    <a:pt x="164959" y="333772"/>
                  </a:lnTo>
                  <a:lnTo>
                    <a:pt x="170256" y="333758"/>
                  </a:lnTo>
                  <a:lnTo>
                    <a:pt x="175550" y="333576"/>
                  </a:lnTo>
                  <a:lnTo>
                    <a:pt x="180836" y="333226"/>
                  </a:lnTo>
                  <a:lnTo>
                    <a:pt x="186107" y="332710"/>
                  </a:lnTo>
                  <a:lnTo>
                    <a:pt x="191360" y="332026"/>
                  </a:lnTo>
                  <a:lnTo>
                    <a:pt x="196589" y="331176"/>
                  </a:lnTo>
                  <a:lnTo>
                    <a:pt x="201788" y="330162"/>
                  </a:lnTo>
                  <a:lnTo>
                    <a:pt x="206952" y="328982"/>
                  </a:lnTo>
                  <a:lnTo>
                    <a:pt x="212076" y="327640"/>
                  </a:lnTo>
                  <a:lnTo>
                    <a:pt x="217155" y="326137"/>
                  </a:lnTo>
                  <a:lnTo>
                    <a:pt x="222184" y="324473"/>
                  </a:lnTo>
                  <a:lnTo>
                    <a:pt x="227158" y="322650"/>
                  </a:lnTo>
                  <a:lnTo>
                    <a:pt x="232071" y="320671"/>
                  </a:lnTo>
                  <a:lnTo>
                    <a:pt x="236919" y="318537"/>
                  </a:lnTo>
                  <a:lnTo>
                    <a:pt x="241698" y="316251"/>
                  </a:lnTo>
                  <a:lnTo>
                    <a:pt x="246401" y="313815"/>
                  </a:lnTo>
                  <a:lnTo>
                    <a:pt x="251025" y="311230"/>
                  </a:lnTo>
                  <a:lnTo>
                    <a:pt x="255565" y="308501"/>
                  </a:lnTo>
                  <a:lnTo>
                    <a:pt x="260016" y="305629"/>
                  </a:lnTo>
                  <a:lnTo>
                    <a:pt x="264373" y="302617"/>
                  </a:lnTo>
                  <a:lnTo>
                    <a:pt x="268633" y="299469"/>
                  </a:lnTo>
                  <a:lnTo>
                    <a:pt x="272791" y="296187"/>
                  </a:lnTo>
                  <a:lnTo>
                    <a:pt x="276844" y="292776"/>
                  </a:lnTo>
                  <a:lnTo>
                    <a:pt x="280786" y="289237"/>
                  </a:lnTo>
                  <a:lnTo>
                    <a:pt x="284613" y="285576"/>
                  </a:lnTo>
                  <a:lnTo>
                    <a:pt x="288323" y="281795"/>
                  </a:lnTo>
                  <a:lnTo>
                    <a:pt x="291912" y="277899"/>
                  </a:lnTo>
                  <a:lnTo>
                    <a:pt x="295375" y="273890"/>
                  </a:lnTo>
                  <a:lnTo>
                    <a:pt x="298709" y="269774"/>
                  </a:lnTo>
                  <a:lnTo>
                    <a:pt x="301911" y="265555"/>
                  </a:lnTo>
                  <a:lnTo>
                    <a:pt x="304978" y="261236"/>
                  </a:lnTo>
                  <a:lnTo>
                    <a:pt x="307907" y="256822"/>
                  </a:lnTo>
                  <a:lnTo>
                    <a:pt x="310694" y="252318"/>
                  </a:lnTo>
                  <a:lnTo>
                    <a:pt x="313337" y="247727"/>
                  </a:lnTo>
                  <a:lnTo>
                    <a:pt x="315834" y="243055"/>
                  </a:lnTo>
                  <a:lnTo>
                    <a:pt x="318181" y="238307"/>
                  </a:lnTo>
                  <a:lnTo>
                    <a:pt x="320376" y="233486"/>
                  </a:lnTo>
                  <a:lnTo>
                    <a:pt x="322418" y="228598"/>
                  </a:lnTo>
                  <a:lnTo>
                    <a:pt x="324304" y="223648"/>
                  </a:lnTo>
                  <a:lnTo>
                    <a:pt x="326032" y="218641"/>
                  </a:lnTo>
                  <a:lnTo>
                    <a:pt x="327600" y="213581"/>
                  </a:lnTo>
                  <a:lnTo>
                    <a:pt x="329008" y="208475"/>
                  </a:lnTo>
                  <a:lnTo>
                    <a:pt x="330253" y="203326"/>
                  </a:lnTo>
                  <a:lnTo>
                    <a:pt x="331334" y="198140"/>
                  </a:lnTo>
                  <a:lnTo>
                    <a:pt x="332250" y="192923"/>
                  </a:lnTo>
                  <a:lnTo>
                    <a:pt x="333000" y="187679"/>
                  </a:lnTo>
                  <a:lnTo>
                    <a:pt x="333584" y="182415"/>
                  </a:lnTo>
                  <a:lnTo>
                    <a:pt x="334001" y="177134"/>
                  </a:lnTo>
                  <a:lnTo>
                    <a:pt x="334251" y="171843"/>
                  </a:lnTo>
                  <a:lnTo>
                    <a:pt x="334332" y="166546"/>
                  </a:lnTo>
                  <a:lnTo>
                    <a:pt x="334246" y="161250"/>
                  </a:lnTo>
                  <a:lnTo>
                    <a:pt x="333992" y="155959"/>
                  </a:lnTo>
                  <a:lnTo>
                    <a:pt x="333571" y="150679"/>
                  </a:lnTo>
                  <a:lnTo>
                    <a:pt x="332982" y="145415"/>
                  </a:lnTo>
                  <a:lnTo>
                    <a:pt x="332227" y="140172"/>
                  </a:lnTo>
                  <a:lnTo>
                    <a:pt x="331306" y="134955"/>
                  </a:lnTo>
                  <a:lnTo>
                    <a:pt x="330221" y="129771"/>
                  </a:lnTo>
                  <a:lnTo>
                    <a:pt x="328971" y="124623"/>
                  </a:lnTo>
                  <a:lnTo>
                    <a:pt x="327560" y="119517"/>
                  </a:lnTo>
                  <a:lnTo>
                    <a:pt x="325987" y="114459"/>
                  </a:lnTo>
                  <a:lnTo>
                    <a:pt x="324254" y="109453"/>
                  </a:lnTo>
                  <a:lnTo>
                    <a:pt x="322364" y="104505"/>
                  </a:lnTo>
                  <a:lnTo>
                    <a:pt x="320318" y="99619"/>
                  </a:lnTo>
                  <a:lnTo>
                    <a:pt x="318119" y="94800"/>
                  </a:lnTo>
                  <a:lnTo>
                    <a:pt x="315768" y="90054"/>
                  </a:lnTo>
                  <a:lnTo>
                    <a:pt x="313267" y="85384"/>
                  </a:lnTo>
                  <a:lnTo>
                    <a:pt x="310620" y="80796"/>
                  </a:lnTo>
                  <a:lnTo>
                    <a:pt x="307829" y="76294"/>
                  </a:lnTo>
                  <a:lnTo>
                    <a:pt x="304896" y="71882"/>
                  </a:lnTo>
                  <a:lnTo>
                    <a:pt x="301826" y="67566"/>
                  </a:lnTo>
                  <a:lnTo>
                    <a:pt x="298620" y="63349"/>
                  </a:lnTo>
                  <a:lnTo>
                    <a:pt x="295282" y="59236"/>
                  </a:lnTo>
                  <a:lnTo>
                    <a:pt x="291815" y="55231"/>
                  </a:lnTo>
                  <a:lnTo>
                    <a:pt x="288224" y="51338"/>
                  </a:lnTo>
                  <a:lnTo>
                    <a:pt x="284510" y="47560"/>
                  </a:lnTo>
                  <a:lnTo>
                    <a:pt x="280679" y="43902"/>
                  </a:lnTo>
                  <a:lnTo>
                    <a:pt x="276734" y="40367"/>
                  </a:lnTo>
                  <a:lnTo>
                    <a:pt x="272679" y="36959"/>
                  </a:lnTo>
                  <a:lnTo>
                    <a:pt x="268518" y="33681"/>
                  </a:lnTo>
                  <a:lnTo>
                    <a:pt x="264255" y="30536"/>
                  </a:lnTo>
                  <a:lnTo>
                    <a:pt x="259895" y="27529"/>
                  </a:lnTo>
                  <a:lnTo>
                    <a:pt x="255442" y="24660"/>
                  </a:lnTo>
                  <a:lnTo>
                    <a:pt x="250900" y="21935"/>
                  </a:lnTo>
                  <a:lnTo>
                    <a:pt x="246274" y="19355"/>
                  </a:lnTo>
                  <a:lnTo>
                    <a:pt x="241568" y="16922"/>
                  </a:lnTo>
                  <a:lnTo>
                    <a:pt x="236788" y="14640"/>
                  </a:lnTo>
                  <a:lnTo>
                    <a:pt x="231938" y="12510"/>
                  </a:lnTo>
                  <a:lnTo>
                    <a:pt x="227023" y="10535"/>
                  </a:lnTo>
                  <a:lnTo>
                    <a:pt x="222047" y="8717"/>
                  </a:lnTo>
                  <a:lnTo>
                    <a:pt x="217017" y="7058"/>
                  </a:lnTo>
                  <a:lnTo>
                    <a:pt x="211937" y="5558"/>
                  </a:lnTo>
                  <a:lnTo>
                    <a:pt x="206811" y="4221"/>
                  </a:lnTo>
                  <a:lnTo>
                    <a:pt x="201646" y="3046"/>
                  </a:lnTo>
                  <a:lnTo>
                    <a:pt x="196446" y="2036"/>
                  </a:lnTo>
                  <a:lnTo>
                    <a:pt x="191217" y="1191"/>
                  </a:lnTo>
                  <a:lnTo>
                    <a:pt x="185964" y="512"/>
                  </a:lnTo>
                  <a:lnTo>
                    <a:pt x="180691" y="0"/>
                  </a:lnTo>
                  <a:lnTo>
                    <a:pt x="167165" y="1666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45733" y="2406772"/>
              <a:ext cx="13526" cy="167167"/>
            </a:xfrm>
            <a:custGeom>
              <a:avLst/>
              <a:pathLst>
                <a:path w="13526" h="167167">
                  <a:moveTo>
                    <a:pt x="13526" y="54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2564" y="2911194"/>
              <a:ext cx="3416" cy="167167"/>
            </a:xfrm>
            <a:custGeom>
              <a:avLst/>
              <a:pathLst>
                <a:path w="3416" h="167167">
                  <a:moveTo>
                    <a:pt x="3416" y="0"/>
                  </a:moveTo>
                  <a:lnTo>
                    <a:pt x="0" y="34"/>
                  </a:lnTo>
                  <a:lnTo>
                    <a:pt x="341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564" y="2911229"/>
              <a:ext cx="3416" cy="167132"/>
            </a:xfrm>
            <a:custGeom>
              <a:avLst/>
              <a:pathLst>
                <a:path w="3416" h="167132">
                  <a:moveTo>
                    <a:pt x="0" y="0"/>
                  </a:moveTo>
                  <a:lnTo>
                    <a:pt x="3416" y="167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564" y="2911229"/>
              <a:ext cx="3416" cy="167132"/>
            </a:xfrm>
            <a:custGeom>
              <a:avLst/>
              <a:pathLst>
                <a:path w="3416" h="167132">
                  <a:moveTo>
                    <a:pt x="0" y="0"/>
                  </a:moveTo>
                  <a:lnTo>
                    <a:pt x="3416" y="167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564" y="2911229"/>
              <a:ext cx="3416" cy="167132"/>
            </a:xfrm>
            <a:custGeom>
              <a:avLst/>
              <a:pathLst>
                <a:path w="3416" h="167132">
                  <a:moveTo>
                    <a:pt x="0" y="0"/>
                  </a:moveTo>
                  <a:lnTo>
                    <a:pt x="3416" y="167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564" y="2911229"/>
              <a:ext cx="3416" cy="167132"/>
            </a:xfrm>
            <a:custGeom>
              <a:avLst/>
              <a:pathLst>
                <a:path w="3416" h="167132">
                  <a:moveTo>
                    <a:pt x="0" y="0"/>
                  </a:moveTo>
                  <a:lnTo>
                    <a:pt x="3416" y="1671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564" y="2911229"/>
              <a:ext cx="3416" cy="167132"/>
            </a:xfrm>
            <a:custGeom>
              <a:avLst/>
              <a:pathLst>
                <a:path w="3416" h="167132">
                  <a:moveTo>
                    <a:pt x="0" y="0"/>
                  </a:moveTo>
                  <a:lnTo>
                    <a:pt x="3416" y="1671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564" y="2911229"/>
              <a:ext cx="3416" cy="167132"/>
            </a:xfrm>
            <a:custGeom>
              <a:avLst/>
              <a:pathLst>
                <a:path w="3416" h="167132">
                  <a:moveTo>
                    <a:pt x="0" y="0"/>
                  </a:moveTo>
                  <a:lnTo>
                    <a:pt x="3416" y="1671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564" y="2911229"/>
              <a:ext cx="3416" cy="167132"/>
            </a:xfrm>
            <a:custGeom>
              <a:avLst/>
              <a:pathLst>
                <a:path w="3416" h="167132">
                  <a:moveTo>
                    <a:pt x="0" y="0"/>
                  </a:moveTo>
                  <a:lnTo>
                    <a:pt x="3416" y="1671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564" y="2911229"/>
              <a:ext cx="3416" cy="167132"/>
            </a:xfrm>
            <a:custGeom>
              <a:avLst/>
              <a:pathLst>
                <a:path w="3416" h="167132">
                  <a:moveTo>
                    <a:pt x="0" y="0"/>
                  </a:moveTo>
                  <a:lnTo>
                    <a:pt x="3416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564" y="2911229"/>
              <a:ext cx="3416" cy="167132"/>
            </a:xfrm>
            <a:custGeom>
              <a:avLst/>
              <a:pathLst>
                <a:path w="3416" h="167132">
                  <a:moveTo>
                    <a:pt x="0" y="0"/>
                  </a:moveTo>
                  <a:lnTo>
                    <a:pt x="3416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564" y="2911229"/>
              <a:ext cx="3416" cy="167132"/>
            </a:xfrm>
            <a:custGeom>
              <a:avLst/>
              <a:pathLst>
                <a:path w="3416" h="167132">
                  <a:moveTo>
                    <a:pt x="0" y="0"/>
                  </a:moveTo>
                  <a:lnTo>
                    <a:pt x="3416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564" y="2911229"/>
              <a:ext cx="3416" cy="167132"/>
            </a:xfrm>
            <a:custGeom>
              <a:avLst/>
              <a:pathLst>
                <a:path w="3416" h="167132">
                  <a:moveTo>
                    <a:pt x="0" y="0"/>
                  </a:moveTo>
                  <a:lnTo>
                    <a:pt x="3416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564" y="2911229"/>
              <a:ext cx="3416" cy="167132"/>
            </a:xfrm>
            <a:custGeom>
              <a:avLst/>
              <a:pathLst>
                <a:path w="3416" h="167132">
                  <a:moveTo>
                    <a:pt x="0" y="0"/>
                  </a:moveTo>
                  <a:lnTo>
                    <a:pt x="3416" y="1671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564" y="2911229"/>
              <a:ext cx="3416" cy="167132"/>
            </a:xfrm>
            <a:custGeom>
              <a:avLst/>
              <a:pathLst>
                <a:path w="3416" h="167132">
                  <a:moveTo>
                    <a:pt x="0" y="0"/>
                  </a:moveTo>
                  <a:lnTo>
                    <a:pt x="3416" y="1671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358813" y="2911229"/>
              <a:ext cx="334333" cy="334280"/>
            </a:xfrm>
            <a:custGeom>
              <a:avLst/>
              <a:pathLst>
                <a:path w="334333" h="334280">
                  <a:moveTo>
                    <a:pt x="163750" y="0"/>
                  </a:moveTo>
                  <a:lnTo>
                    <a:pt x="158458" y="192"/>
                  </a:lnTo>
                  <a:lnTo>
                    <a:pt x="153174" y="551"/>
                  </a:lnTo>
                  <a:lnTo>
                    <a:pt x="147904" y="1078"/>
                  </a:lnTo>
                  <a:lnTo>
                    <a:pt x="142654" y="1772"/>
                  </a:lnTo>
                  <a:lnTo>
                    <a:pt x="137428" y="2631"/>
                  </a:lnTo>
                  <a:lnTo>
                    <a:pt x="132232" y="3656"/>
                  </a:lnTo>
                  <a:lnTo>
                    <a:pt x="127072" y="4844"/>
                  </a:lnTo>
                  <a:lnTo>
                    <a:pt x="121951" y="6196"/>
                  </a:lnTo>
                  <a:lnTo>
                    <a:pt x="116876" y="7709"/>
                  </a:lnTo>
                  <a:lnTo>
                    <a:pt x="111851" y="9382"/>
                  </a:lnTo>
                  <a:lnTo>
                    <a:pt x="106882" y="11213"/>
                  </a:lnTo>
                  <a:lnTo>
                    <a:pt x="101973" y="13201"/>
                  </a:lnTo>
                  <a:lnTo>
                    <a:pt x="97130" y="15343"/>
                  </a:lnTo>
                  <a:lnTo>
                    <a:pt x="92357" y="17638"/>
                  </a:lnTo>
                  <a:lnTo>
                    <a:pt x="87659" y="20083"/>
                  </a:lnTo>
                  <a:lnTo>
                    <a:pt x="83041" y="22675"/>
                  </a:lnTo>
                  <a:lnTo>
                    <a:pt x="78508" y="25412"/>
                  </a:lnTo>
                  <a:lnTo>
                    <a:pt x="74063" y="28292"/>
                  </a:lnTo>
                  <a:lnTo>
                    <a:pt x="69712" y="31311"/>
                  </a:lnTo>
                  <a:lnTo>
                    <a:pt x="65458" y="34466"/>
                  </a:lnTo>
                  <a:lnTo>
                    <a:pt x="61307" y="37754"/>
                  </a:lnTo>
                  <a:lnTo>
                    <a:pt x="57262" y="41172"/>
                  </a:lnTo>
                  <a:lnTo>
                    <a:pt x="53327" y="44717"/>
                  </a:lnTo>
                  <a:lnTo>
                    <a:pt x="49506" y="48384"/>
                  </a:lnTo>
                  <a:lnTo>
                    <a:pt x="45804" y="52171"/>
                  </a:lnTo>
                  <a:lnTo>
                    <a:pt x="42223" y="56073"/>
                  </a:lnTo>
                  <a:lnTo>
                    <a:pt x="38768" y="60086"/>
                  </a:lnTo>
                  <a:lnTo>
                    <a:pt x="35442" y="64207"/>
                  </a:lnTo>
                  <a:lnTo>
                    <a:pt x="32248" y="68431"/>
                  </a:lnTo>
                  <a:lnTo>
                    <a:pt x="29189" y="72755"/>
                  </a:lnTo>
                  <a:lnTo>
                    <a:pt x="26269" y="77173"/>
                  </a:lnTo>
                  <a:lnTo>
                    <a:pt x="23490" y="81681"/>
                  </a:lnTo>
                  <a:lnTo>
                    <a:pt x="20855" y="86275"/>
                  </a:lnTo>
                  <a:lnTo>
                    <a:pt x="18367" y="90950"/>
                  </a:lnTo>
                  <a:lnTo>
                    <a:pt x="16029" y="95702"/>
                  </a:lnTo>
                  <a:lnTo>
                    <a:pt x="13842" y="100525"/>
                  </a:lnTo>
                  <a:lnTo>
                    <a:pt x="11809" y="105415"/>
                  </a:lnTo>
                  <a:lnTo>
                    <a:pt x="9932" y="110367"/>
                  </a:lnTo>
                  <a:lnTo>
                    <a:pt x="8213" y="115377"/>
                  </a:lnTo>
                  <a:lnTo>
                    <a:pt x="6653" y="120438"/>
                  </a:lnTo>
                  <a:lnTo>
                    <a:pt x="5255" y="125545"/>
                  </a:lnTo>
                  <a:lnTo>
                    <a:pt x="4018" y="130695"/>
                  </a:lnTo>
                  <a:lnTo>
                    <a:pt x="2946" y="135881"/>
                  </a:lnTo>
                  <a:lnTo>
                    <a:pt x="2039" y="141099"/>
                  </a:lnTo>
                  <a:lnTo>
                    <a:pt x="1297" y="146343"/>
                  </a:lnTo>
                  <a:lnTo>
                    <a:pt x="722" y="151607"/>
                  </a:lnTo>
                  <a:lnTo>
                    <a:pt x="313" y="156887"/>
                  </a:lnTo>
                  <a:lnTo>
                    <a:pt x="73" y="162178"/>
                  </a:lnTo>
                  <a:lnTo>
                    <a:pt x="0" y="167473"/>
                  </a:lnTo>
                  <a:lnTo>
                    <a:pt x="94" y="172768"/>
                  </a:lnTo>
                  <a:lnTo>
                    <a:pt x="357" y="178058"/>
                  </a:lnTo>
                  <a:lnTo>
                    <a:pt x="786" y="183336"/>
                  </a:lnTo>
                  <a:lnTo>
                    <a:pt x="1383" y="188598"/>
                  </a:lnTo>
                  <a:lnTo>
                    <a:pt x="2146" y="193839"/>
                  </a:lnTo>
                  <a:lnTo>
                    <a:pt x="3075" y="199053"/>
                  </a:lnTo>
                  <a:lnTo>
                    <a:pt x="4169" y="204235"/>
                  </a:lnTo>
                  <a:lnTo>
                    <a:pt x="5426" y="209379"/>
                  </a:lnTo>
                  <a:lnTo>
                    <a:pt x="6845" y="214481"/>
                  </a:lnTo>
                  <a:lnTo>
                    <a:pt x="8425" y="219536"/>
                  </a:lnTo>
                  <a:lnTo>
                    <a:pt x="10165" y="224538"/>
                  </a:lnTo>
                  <a:lnTo>
                    <a:pt x="12062" y="229482"/>
                  </a:lnTo>
                  <a:lnTo>
                    <a:pt x="14115" y="234364"/>
                  </a:lnTo>
                  <a:lnTo>
                    <a:pt x="16321" y="239179"/>
                  </a:lnTo>
                  <a:lnTo>
                    <a:pt x="18679" y="243921"/>
                  </a:lnTo>
                  <a:lnTo>
                    <a:pt x="21186" y="248586"/>
                  </a:lnTo>
                  <a:lnTo>
                    <a:pt x="23840" y="253169"/>
                  </a:lnTo>
                  <a:lnTo>
                    <a:pt x="26637" y="257666"/>
                  </a:lnTo>
                  <a:lnTo>
                    <a:pt x="29575" y="262072"/>
                  </a:lnTo>
                  <a:lnTo>
                    <a:pt x="32652" y="266382"/>
                  </a:lnTo>
                  <a:lnTo>
                    <a:pt x="35863" y="270594"/>
                  </a:lnTo>
                  <a:lnTo>
                    <a:pt x="39206" y="274701"/>
                  </a:lnTo>
                  <a:lnTo>
                    <a:pt x="42678" y="278700"/>
                  </a:lnTo>
                  <a:lnTo>
                    <a:pt x="46274" y="282588"/>
                  </a:lnTo>
                  <a:lnTo>
                    <a:pt x="49992" y="286359"/>
                  </a:lnTo>
                  <a:lnTo>
                    <a:pt x="53828" y="290011"/>
                  </a:lnTo>
                  <a:lnTo>
                    <a:pt x="57777" y="293539"/>
                  </a:lnTo>
                  <a:lnTo>
                    <a:pt x="61836" y="296941"/>
                  </a:lnTo>
                  <a:lnTo>
                    <a:pt x="66001" y="300212"/>
                  </a:lnTo>
                  <a:lnTo>
                    <a:pt x="70267" y="303350"/>
                  </a:lnTo>
                  <a:lnTo>
                    <a:pt x="74630" y="306351"/>
                  </a:lnTo>
                  <a:lnTo>
                    <a:pt x="79087" y="309213"/>
                  </a:lnTo>
                  <a:lnTo>
                    <a:pt x="83631" y="311931"/>
                  </a:lnTo>
                  <a:lnTo>
                    <a:pt x="88260" y="314505"/>
                  </a:lnTo>
                  <a:lnTo>
                    <a:pt x="92968" y="316930"/>
                  </a:lnTo>
                  <a:lnTo>
                    <a:pt x="97750" y="319205"/>
                  </a:lnTo>
                  <a:lnTo>
                    <a:pt x="102602" y="321328"/>
                  </a:lnTo>
                  <a:lnTo>
                    <a:pt x="107519" y="323296"/>
                  </a:lnTo>
                  <a:lnTo>
                    <a:pt x="112496" y="325107"/>
                  </a:lnTo>
                  <a:lnTo>
                    <a:pt x="117527" y="326759"/>
                  </a:lnTo>
                  <a:lnTo>
                    <a:pt x="122608" y="328252"/>
                  </a:lnTo>
                  <a:lnTo>
                    <a:pt x="127734" y="329582"/>
                  </a:lnTo>
                  <a:lnTo>
                    <a:pt x="132900" y="330750"/>
                  </a:lnTo>
                  <a:lnTo>
                    <a:pt x="138100" y="331753"/>
                  </a:lnTo>
                  <a:lnTo>
                    <a:pt x="143329" y="332591"/>
                  </a:lnTo>
                  <a:lnTo>
                    <a:pt x="148582" y="333263"/>
                  </a:lnTo>
                  <a:lnTo>
                    <a:pt x="153854" y="333769"/>
                  </a:lnTo>
                  <a:lnTo>
                    <a:pt x="159139" y="334107"/>
                  </a:lnTo>
                  <a:lnTo>
                    <a:pt x="164432" y="334277"/>
                  </a:lnTo>
                  <a:lnTo>
                    <a:pt x="169728" y="334280"/>
                  </a:lnTo>
                  <a:lnTo>
                    <a:pt x="175021" y="334115"/>
                  </a:lnTo>
                  <a:lnTo>
                    <a:pt x="180307" y="333782"/>
                  </a:lnTo>
                  <a:lnTo>
                    <a:pt x="185579" y="333282"/>
                  </a:lnTo>
                  <a:lnTo>
                    <a:pt x="190833" y="332616"/>
                  </a:lnTo>
                  <a:lnTo>
                    <a:pt x="196063" y="331783"/>
                  </a:lnTo>
                  <a:lnTo>
                    <a:pt x="201264" y="330785"/>
                  </a:lnTo>
                  <a:lnTo>
                    <a:pt x="206431" y="329623"/>
                  </a:lnTo>
                  <a:lnTo>
                    <a:pt x="211558" y="328298"/>
                  </a:lnTo>
                  <a:lnTo>
                    <a:pt x="216641" y="326811"/>
                  </a:lnTo>
                  <a:lnTo>
                    <a:pt x="221674" y="325163"/>
                  </a:lnTo>
                  <a:lnTo>
                    <a:pt x="226653" y="323357"/>
                  </a:lnTo>
                  <a:lnTo>
                    <a:pt x="231572" y="321395"/>
                  </a:lnTo>
                  <a:lnTo>
                    <a:pt x="236426" y="319277"/>
                  </a:lnTo>
                  <a:lnTo>
                    <a:pt x="241210" y="317007"/>
                  </a:lnTo>
                  <a:lnTo>
                    <a:pt x="245921" y="314586"/>
                  </a:lnTo>
                  <a:lnTo>
                    <a:pt x="250552" y="312018"/>
                  </a:lnTo>
                  <a:lnTo>
                    <a:pt x="255100" y="309304"/>
                  </a:lnTo>
                  <a:lnTo>
                    <a:pt x="259559" y="306447"/>
                  </a:lnTo>
                  <a:lnTo>
                    <a:pt x="263926" y="303450"/>
                  </a:lnTo>
                  <a:lnTo>
                    <a:pt x="268195" y="300317"/>
                  </a:lnTo>
                  <a:lnTo>
                    <a:pt x="272363" y="297050"/>
                  </a:lnTo>
                  <a:lnTo>
                    <a:pt x="276426" y="293652"/>
                  </a:lnTo>
                  <a:lnTo>
                    <a:pt x="280379" y="290128"/>
                  </a:lnTo>
                  <a:lnTo>
                    <a:pt x="284218" y="286480"/>
                  </a:lnTo>
                  <a:lnTo>
                    <a:pt x="287940" y="282713"/>
                  </a:lnTo>
                  <a:lnTo>
                    <a:pt x="291540" y="278829"/>
                  </a:lnTo>
                  <a:lnTo>
                    <a:pt x="295016" y="274833"/>
                  </a:lnTo>
                  <a:lnTo>
                    <a:pt x="298363" y="270729"/>
                  </a:lnTo>
                  <a:lnTo>
                    <a:pt x="301579" y="266522"/>
                  </a:lnTo>
                  <a:lnTo>
                    <a:pt x="304660" y="262214"/>
                  </a:lnTo>
                  <a:lnTo>
                    <a:pt x="307603" y="257811"/>
                  </a:lnTo>
                  <a:lnTo>
                    <a:pt x="310405" y="253317"/>
                  </a:lnTo>
                  <a:lnTo>
                    <a:pt x="313063" y="248736"/>
                  </a:lnTo>
                  <a:lnTo>
                    <a:pt x="315574" y="244074"/>
                  </a:lnTo>
                  <a:lnTo>
                    <a:pt x="317937" y="239334"/>
                  </a:lnTo>
                  <a:lnTo>
                    <a:pt x="320149" y="234522"/>
                  </a:lnTo>
                  <a:lnTo>
                    <a:pt x="322207" y="229643"/>
                  </a:lnTo>
                  <a:lnTo>
                    <a:pt x="324109" y="224700"/>
                  </a:lnTo>
                  <a:lnTo>
                    <a:pt x="325854" y="219700"/>
                  </a:lnTo>
                  <a:lnTo>
                    <a:pt x="327439" y="214647"/>
                  </a:lnTo>
                  <a:lnTo>
                    <a:pt x="328864" y="209546"/>
                  </a:lnTo>
                  <a:lnTo>
                    <a:pt x="330126" y="204403"/>
                  </a:lnTo>
                  <a:lnTo>
                    <a:pt x="331225" y="199222"/>
                  </a:lnTo>
                  <a:lnTo>
                    <a:pt x="332159" y="194009"/>
                  </a:lnTo>
                  <a:lnTo>
                    <a:pt x="332928" y="188770"/>
                  </a:lnTo>
                  <a:lnTo>
                    <a:pt x="333530" y="183508"/>
                  </a:lnTo>
                  <a:lnTo>
                    <a:pt x="333965" y="178230"/>
                  </a:lnTo>
                  <a:lnTo>
                    <a:pt x="334233" y="172941"/>
                  </a:lnTo>
                  <a:lnTo>
                    <a:pt x="334333" y="167646"/>
                  </a:lnTo>
                  <a:lnTo>
                    <a:pt x="334266" y="162351"/>
                  </a:lnTo>
                  <a:lnTo>
                    <a:pt x="334030" y="157060"/>
                  </a:lnTo>
                  <a:lnTo>
                    <a:pt x="333628" y="151779"/>
                  </a:lnTo>
                  <a:lnTo>
                    <a:pt x="333058" y="146514"/>
                  </a:lnTo>
                  <a:lnTo>
                    <a:pt x="332321" y="141270"/>
                  </a:lnTo>
                  <a:lnTo>
                    <a:pt x="331419" y="136051"/>
                  </a:lnTo>
                  <a:lnTo>
                    <a:pt x="330352" y="130864"/>
                  </a:lnTo>
                  <a:lnTo>
                    <a:pt x="329122" y="125713"/>
                  </a:lnTo>
                  <a:lnTo>
                    <a:pt x="327728" y="120604"/>
                  </a:lnTo>
                  <a:lnTo>
                    <a:pt x="326174" y="115541"/>
                  </a:lnTo>
                  <a:lnTo>
                    <a:pt x="324460" y="110530"/>
                  </a:lnTo>
                  <a:lnTo>
                    <a:pt x="322588" y="105576"/>
                  </a:lnTo>
                  <a:lnTo>
                    <a:pt x="320560" y="100684"/>
                  </a:lnTo>
                  <a:lnTo>
                    <a:pt x="318378" y="95858"/>
                  </a:lnTo>
                  <a:lnTo>
                    <a:pt x="316045" y="91104"/>
                  </a:lnTo>
                  <a:lnTo>
                    <a:pt x="313562" y="86426"/>
                  </a:lnTo>
                  <a:lnTo>
                    <a:pt x="310932" y="81830"/>
                  </a:lnTo>
                  <a:lnTo>
                    <a:pt x="308158" y="77318"/>
                  </a:lnTo>
                  <a:lnTo>
                    <a:pt x="305242" y="72897"/>
                  </a:lnTo>
                  <a:lnTo>
                    <a:pt x="302188" y="68571"/>
                  </a:lnTo>
                  <a:lnTo>
                    <a:pt x="298998" y="64343"/>
                  </a:lnTo>
                  <a:lnTo>
                    <a:pt x="295676" y="60219"/>
                  </a:lnTo>
                  <a:lnTo>
                    <a:pt x="292225" y="56202"/>
                  </a:lnTo>
                  <a:lnTo>
                    <a:pt x="288648" y="52296"/>
                  </a:lnTo>
                  <a:lnTo>
                    <a:pt x="284949" y="48506"/>
                  </a:lnTo>
                  <a:lnTo>
                    <a:pt x="281133" y="44835"/>
                  </a:lnTo>
                  <a:lnTo>
                    <a:pt x="277202" y="41286"/>
                  </a:lnTo>
                  <a:lnTo>
                    <a:pt x="273160" y="37864"/>
                  </a:lnTo>
                  <a:lnTo>
                    <a:pt x="269012" y="34571"/>
                  </a:lnTo>
                  <a:lnTo>
                    <a:pt x="264762" y="31411"/>
                  </a:lnTo>
                  <a:lnTo>
                    <a:pt x="260414" y="28388"/>
                  </a:lnTo>
                  <a:lnTo>
                    <a:pt x="255972" y="25504"/>
                  </a:lnTo>
                  <a:lnTo>
                    <a:pt x="251441" y="22762"/>
                  </a:lnTo>
                  <a:lnTo>
                    <a:pt x="246826" y="20165"/>
                  </a:lnTo>
                  <a:lnTo>
                    <a:pt x="242131" y="17715"/>
                  </a:lnTo>
                  <a:lnTo>
                    <a:pt x="237360" y="15416"/>
                  </a:lnTo>
                  <a:lnTo>
                    <a:pt x="232519" y="13268"/>
                  </a:lnTo>
                  <a:lnTo>
                    <a:pt x="227612" y="11275"/>
                  </a:lnTo>
                  <a:lnTo>
                    <a:pt x="167167" y="1671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2911194"/>
              <a:ext cx="60445" cy="167167"/>
            </a:xfrm>
            <a:custGeom>
              <a:avLst/>
              <a:pathLst>
                <a:path w="60445" h="167167">
                  <a:moveTo>
                    <a:pt x="60445" y="11310"/>
                  </a:moveTo>
                  <a:lnTo>
                    <a:pt x="54639" y="9181"/>
                  </a:lnTo>
                  <a:lnTo>
                    <a:pt x="48758" y="7268"/>
                  </a:lnTo>
                  <a:lnTo>
                    <a:pt x="42810" y="5574"/>
                  </a:lnTo>
                  <a:lnTo>
                    <a:pt x="36804" y="4101"/>
                  </a:lnTo>
                  <a:lnTo>
                    <a:pt x="30747" y="2852"/>
                  </a:lnTo>
                  <a:lnTo>
                    <a:pt x="24648" y="1827"/>
                  </a:lnTo>
                  <a:lnTo>
                    <a:pt x="18516" y="1028"/>
                  </a:lnTo>
                  <a:lnTo>
                    <a:pt x="12358" y="457"/>
                  </a:lnTo>
                  <a:lnTo>
                    <a:pt x="6183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10114" y="3429590"/>
              <a:ext cx="15866" cy="167167"/>
            </a:xfrm>
            <a:custGeom>
              <a:avLst/>
              <a:pathLst>
                <a:path w="15866" h="167167">
                  <a:moveTo>
                    <a:pt x="15866" y="0"/>
                  </a:moveTo>
                  <a:lnTo>
                    <a:pt x="7924" y="188"/>
                  </a:lnTo>
                  <a:lnTo>
                    <a:pt x="0" y="754"/>
                  </a:lnTo>
                  <a:lnTo>
                    <a:pt x="1586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10114" y="3430345"/>
              <a:ext cx="15866" cy="166412"/>
            </a:xfrm>
            <a:custGeom>
              <a:avLst/>
              <a:pathLst>
                <a:path w="15866" h="166412">
                  <a:moveTo>
                    <a:pt x="0" y="0"/>
                  </a:moveTo>
                  <a:lnTo>
                    <a:pt x="15866" y="1664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10114" y="3430345"/>
              <a:ext cx="15866" cy="166412"/>
            </a:xfrm>
            <a:custGeom>
              <a:avLst/>
              <a:pathLst>
                <a:path w="15866" h="166412">
                  <a:moveTo>
                    <a:pt x="0" y="0"/>
                  </a:moveTo>
                  <a:lnTo>
                    <a:pt x="15866" y="1664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10114" y="3430345"/>
              <a:ext cx="15866" cy="166412"/>
            </a:xfrm>
            <a:custGeom>
              <a:avLst/>
              <a:pathLst>
                <a:path w="15866" h="166412">
                  <a:moveTo>
                    <a:pt x="0" y="0"/>
                  </a:moveTo>
                  <a:lnTo>
                    <a:pt x="15866" y="1664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10114" y="3430345"/>
              <a:ext cx="15866" cy="166412"/>
            </a:xfrm>
            <a:custGeom>
              <a:avLst/>
              <a:pathLst>
                <a:path w="15866" h="166412">
                  <a:moveTo>
                    <a:pt x="0" y="0"/>
                  </a:moveTo>
                  <a:lnTo>
                    <a:pt x="15866" y="1664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10114" y="3430345"/>
              <a:ext cx="15866" cy="166412"/>
            </a:xfrm>
            <a:custGeom>
              <a:avLst/>
              <a:pathLst>
                <a:path w="15866" h="166412">
                  <a:moveTo>
                    <a:pt x="0" y="0"/>
                  </a:moveTo>
                  <a:lnTo>
                    <a:pt x="15866" y="1664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10114" y="3430345"/>
              <a:ext cx="15866" cy="166412"/>
            </a:xfrm>
            <a:custGeom>
              <a:avLst/>
              <a:pathLst>
                <a:path w="15866" h="166412">
                  <a:moveTo>
                    <a:pt x="0" y="0"/>
                  </a:moveTo>
                  <a:lnTo>
                    <a:pt x="15866" y="1664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10114" y="3430345"/>
              <a:ext cx="15866" cy="166412"/>
            </a:xfrm>
            <a:custGeom>
              <a:avLst/>
              <a:pathLst>
                <a:path w="15866" h="166412">
                  <a:moveTo>
                    <a:pt x="0" y="0"/>
                  </a:moveTo>
                  <a:lnTo>
                    <a:pt x="15866" y="1664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10114" y="3430345"/>
              <a:ext cx="15866" cy="166412"/>
            </a:xfrm>
            <a:custGeom>
              <a:avLst/>
              <a:pathLst>
                <a:path w="15866" h="166412">
                  <a:moveTo>
                    <a:pt x="0" y="0"/>
                  </a:moveTo>
                  <a:lnTo>
                    <a:pt x="15866" y="1664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10114" y="3430345"/>
              <a:ext cx="15866" cy="166412"/>
            </a:xfrm>
            <a:custGeom>
              <a:avLst/>
              <a:pathLst>
                <a:path w="15866" h="166412">
                  <a:moveTo>
                    <a:pt x="0" y="0"/>
                  </a:moveTo>
                  <a:lnTo>
                    <a:pt x="15866" y="1664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10114" y="3430345"/>
              <a:ext cx="15866" cy="166412"/>
            </a:xfrm>
            <a:custGeom>
              <a:avLst/>
              <a:pathLst>
                <a:path w="15866" h="166412">
                  <a:moveTo>
                    <a:pt x="0" y="0"/>
                  </a:moveTo>
                  <a:lnTo>
                    <a:pt x="15866" y="1664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10114" y="3430345"/>
              <a:ext cx="15866" cy="166412"/>
            </a:xfrm>
            <a:custGeom>
              <a:avLst/>
              <a:pathLst>
                <a:path w="15866" h="166412">
                  <a:moveTo>
                    <a:pt x="0" y="0"/>
                  </a:moveTo>
                  <a:lnTo>
                    <a:pt x="15866" y="1664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10114" y="3430345"/>
              <a:ext cx="15866" cy="166412"/>
            </a:xfrm>
            <a:custGeom>
              <a:avLst/>
              <a:pathLst>
                <a:path w="15866" h="166412">
                  <a:moveTo>
                    <a:pt x="0" y="0"/>
                  </a:moveTo>
                  <a:lnTo>
                    <a:pt x="15866" y="1664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358832" y="3430345"/>
              <a:ext cx="334299" cy="333580"/>
            </a:xfrm>
            <a:custGeom>
              <a:avLst/>
              <a:pathLst>
                <a:path w="334299" h="333580">
                  <a:moveTo>
                    <a:pt x="151281" y="0"/>
                  </a:moveTo>
                  <a:lnTo>
                    <a:pt x="146007" y="587"/>
                  </a:lnTo>
                  <a:lnTo>
                    <a:pt x="140754" y="1342"/>
                  </a:lnTo>
                  <a:lnTo>
                    <a:pt x="135527" y="2263"/>
                  </a:lnTo>
                  <a:lnTo>
                    <a:pt x="130332" y="3349"/>
                  </a:lnTo>
                  <a:lnTo>
                    <a:pt x="125174" y="4600"/>
                  </a:lnTo>
                  <a:lnTo>
                    <a:pt x="120059" y="6014"/>
                  </a:lnTo>
                  <a:lnTo>
                    <a:pt x="114991" y="7589"/>
                  </a:lnTo>
                  <a:lnTo>
                    <a:pt x="109976" y="9325"/>
                  </a:lnTo>
                  <a:lnTo>
                    <a:pt x="105018" y="11219"/>
                  </a:lnTo>
                  <a:lnTo>
                    <a:pt x="100123" y="13270"/>
                  </a:lnTo>
                  <a:lnTo>
                    <a:pt x="95296" y="15474"/>
                  </a:lnTo>
                  <a:lnTo>
                    <a:pt x="90541" y="17831"/>
                  </a:lnTo>
                  <a:lnTo>
                    <a:pt x="85863" y="20338"/>
                  </a:lnTo>
                  <a:lnTo>
                    <a:pt x="81267" y="22992"/>
                  </a:lnTo>
                  <a:lnTo>
                    <a:pt x="76757" y="25790"/>
                  </a:lnTo>
                  <a:lnTo>
                    <a:pt x="72339" y="28730"/>
                  </a:lnTo>
                  <a:lnTo>
                    <a:pt x="68016" y="31809"/>
                  </a:lnTo>
                  <a:lnTo>
                    <a:pt x="63793" y="35024"/>
                  </a:lnTo>
                  <a:lnTo>
                    <a:pt x="59675" y="38371"/>
                  </a:lnTo>
                  <a:lnTo>
                    <a:pt x="55664" y="41847"/>
                  </a:lnTo>
                  <a:lnTo>
                    <a:pt x="51766" y="45449"/>
                  </a:lnTo>
                  <a:lnTo>
                    <a:pt x="47985" y="49172"/>
                  </a:lnTo>
                  <a:lnTo>
                    <a:pt x="44323" y="53014"/>
                  </a:lnTo>
                  <a:lnTo>
                    <a:pt x="40785" y="56970"/>
                  </a:lnTo>
                  <a:lnTo>
                    <a:pt x="37375" y="61036"/>
                  </a:lnTo>
                  <a:lnTo>
                    <a:pt x="34095" y="65209"/>
                  </a:lnTo>
                  <a:lnTo>
                    <a:pt x="30950" y="69483"/>
                  </a:lnTo>
                  <a:lnTo>
                    <a:pt x="27942" y="73856"/>
                  </a:lnTo>
                  <a:lnTo>
                    <a:pt x="25074" y="78321"/>
                  </a:lnTo>
                  <a:lnTo>
                    <a:pt x="22349" y="82876"/>
                  </a:lnTo>
                  <a:lnTo>
                    <a:pt x="19770" y="87514"/>
                  </a:lnTo>
                  <a:lnTo>
                    <a:pt x="17340" y="92232"/>
                  </a:lnTo>
                  <a:lnTo>
                    <a:pt x="15061" y="97025"/>
                  </a:lnTo>
                  <a:lnTo>
                    <a:pt x="12935" y="101888"/>
                  </a:lnTo>
                  <a:lnTo>
                    <a:pt x="10964" y="106815"/>
                  </a:lnTo>
                  <a:lnTo>
                    <a:pt x="9151" y="111803"/>
                  </a:lnTo>
                  <a:lnTo>
                    <a:pt x="7497" y="116846"/>
                  </a:lnTo>
                  <a:lnTo>
                    <a:pt x="6004" y="121939"/>
                  </a:lnTo>
                  <a:lnTo>
                    <a:pt x="4674" y="127077"/>
                  </a:lnTo>
                  <a:lnTo>
                    <a:pt x="3507" y="132254"/>
                  </a:lnTo>
                  <a:lnTo>
                    <a:pt x="2505" y="137466"/>
                  </a:lnTo>
                  <a:lnTo>
                    <a:pt x="1669" y="142707"/>
                  </a:lnTo>
                  <a:lnTo>
                    <a:pt x="1000" y="147972"/>
                  </a:lnTo>
                  <a:lnTo>
                    <a:pt x="499" y="153255"/>
                  </a:lnTo>
                  <a:lnTo>
                    <a:pt x="165" y="158552"/>
                  </a:lnTo>
                  <a:lnTo>
                    <a:pt x="0" y="163856"/>
                  </a:lnTo>
                  <a:lnTo>
                    <a:pt x="3" y="169163"/>
                  </a:lnTo>
                  <a:lnTo>
                    <a:pt x="174" y="174468"/>
                  </a:lnTo>
                  <a:lnTo>
                    <a:pt x="514" y="179764"/>
                  </a:lnTo>
                  <a:lnTo>
                    <a:pt x="1022" y="185047"/>
                  </a:lnTo>
                  <a:lnTo>
                    <a:pt x="1697" y="190311"/>
                  </a:lnTo>
                  <a:lnTo>
                    <a:pt x="2539" y="195551"/>
                  </a:lnTo>
                  <a:lnTo>
                    <a:pt x="3547" y="200761"/>
                  </a:lnTo>
                  <a:lnTo>
                    <a:pt x="4720" y="205937"/>
                  </a:lnTo>
                  <a:lnTo>
                    <a:pt x="6056" y="211073"/>
                  </a:lnTo>
                  <a:lnTo>
                    <a:pt x="7555" y="216165"/>
                  </a:lnTo>
                  <a:lnTo>
                    <a:pt x="9215" y="221205"/>
                  </a:lnTo>
                  <a:lnTo>
                    <a:pt x="11034" y="226191"/>
                  </a:lnTo>
                  <a:lnTo>
                    <a:pt x="13010" y="231117"/>
                  </a:lnTo>
                  <a:lnTo>
                    <a:pt x="15142" y="235977"/>
                  </a:lnTo>
                  <a:lnTo>
                    <a:pt x="17427" y="240767"/>
                  </a:lnTo>
                  <a:lnTo>
                    <a:pt x="19862" y="245482"/>
                  </a:lnTo>
                  <a:lnTo>
                    <a:pt x="22447" y="250118"/>
                  </a:lnTo>
                  <a:lnTo>
                    <a:pt x="25177" y="254669"/>
                  </a:lnTo>
                  <a:lnTo>
                    <a:pt x="28050" y="259131"/>
                  </a:lnTo>
                  <a:lnTo>
                    <a:pt x="31063" y="263500"/>
                  </a:lnTo>
                  <a:lnTo>
                    <a:pt x="34214" y="267771"/>
                  </a:lnTo>
                  <a:lnTo>
                    <a:pt x="37498" y="271939"/>
                  </a:lnTo>
                  <a:lnTo>
                    <a:pt x="40913" y="276002"/>
                  </a:lnTo>
                  <a:lnTo>
                    <a:pt x="44456" y="279954"/>
                  </a:lnTo>
                  <a:lnTo>
                    <a:pt x="48122" y="283791"/>
                  </a:lnTo>
                  <a:lnTo>
                    <a:pt x="51908" y="287510"/>
                  </a:lnTo>
                  <a:lnTo>
                    <a:pt x="55810" y="291107"/>
                  </a:lnTo>
                  <a:lnTo>
                    <a:pt x="59824" y="294579"/>
                  </a:lnTo>
                  <a:lnTo>
                    <a:pt x="63947" y="297921"/>
                  </a:lnTo>
                  <a:lnTo>
                    <a:pt x="68173" y="301131"/>
                  </a:lnTo>
                  <a:lnTo>
                    <a:pt x="72500" y="304205"/>
                  </a:lnTo>
                  <a:lnTo>
                    <a:pt x="76921" y="307140"/>
                  </a:lnTo>
                  <a:lnTo>
                    <a:pt x="81434" y="309933"/>
                  </a:lnTo>
                  <a:lnTo>
                    <a:pt x="86033" y="312581"/>
                  </a:lnTo>
                  <a:lnTo>
                    <a:pt x="90714" y="315083"/>
                  </a:lnTo>
                  <a:lnTo>
                    <a:pt x="95472" y="317434"/>
                  </a:lnTo>
                  <a:lnTo>
                    <a:pt x="100302" y="319633"/>
                  </a:lnTo>
                  <a:lnTo>
                    <a:pt x="105199" y="321678"/>
                  </a:lnTo>
                  <a:lnTo>
                    <a:pt x="110159" y="323566"/>
                  </a:lnTo>
                  <a:lnTo>
                    <a:pt x="115176" y="325296"/>
                  </a:lnTo>
                  <a:lnTo>
                    <a:pt x="120246" y="326866"/>
                  </a:lnTo>
                  <a:lnTo>
                    <a:pt x="125363" y="328273"/>
                  </a:lnTo>
                  <a:lnTo>
                    <a:pt x="130522" y="329518"/>
                  </a:lnTo>
                  <a:lnTo>
                    <a:pt x="135718" y="330599"/>
                  </a:lnTo>
                  <a:lnTo>
                    <a:pt x="140946" y="331514"/>
                  </a:lnTo>
                  <a:lnTo>
                    <a:pt x="146200" y="332262"/>
                  </a:lnTo>
                  <a:lnTo>
                    <a:pt x="151475" y="332843"/>
                  </a:lnTo>
                  <a:lnTo>
                    <a:pt x="156766" y="333257"/>
                  </a:lnTo>
                  <a:lnTo>
                    <a:pt x="162068" y="333503"/>
                  </a:lnTo>
                  <a:lnTo>
                    <a:pt x="167374" y="333580"/>
                  </a:lnTo>
                  <a:lnTo>
                    <a:pt x="172681" y="333488"/>
                  </a:lnTo>
                  <a:lnTo>
                    <a:pt x="177982" y="333228"/>
                  </a:lnTo>
                  <a:lnTo>
                    <a:pt x="183272" y="332800"/>
                  </a:lnTo>
                  <a:lnTo>
                    <a:pt x="188545" y="332205"/>
                  </a:lnTo>
                  <a:lnTo>
                    <a:pt x="193797" y="331442"/>
                  </a:lnTo>
                  <a:lnTo>
                    <a:pt x="199022" y="330513"/>
                  </a:lnTo>
                  <a:lnTo>
                    <a:pt x="204215" y="329418"/>
                  </a:lnTo>
                  <a:lnTo>
                    <a:pt x="209371" y="328159"/>
                  </a:lnTo>
                  <a:lnTo>
                    <a:pt x="214484" y="326738"/>
                  </a:lnTo>
                  <a:lnTo>
                    <a:pt x="219550" y="325154"/>
                  </a:lnTo>
                  <a:lnTo>
                    <a:pt x="224562" y="323411"/>
                  </a:lnTo>
                  <a:lnTo>
                    <a:pt x="229517" y="321509"/>
                  </a:lnTo>
                  <a:lnTo>
                    <a:pt x="234409" y="319451"/>
                  </a:lnTo>
                  <a:lnTo>
                    <a:pt x="239233" y="317239"/>
                  </a:lnTo>
                  <a:lnTo>
                    <a:pt x="243985" y="314874"/>
                  </a:lnTo>
                  <a:lnTo>
                    <a:pt x="248659" y="312361"/>
                  </a:lnTo>
                  <a:lnTo>
                    <a:pt x="253250" y="309700"/>
                  </a:lnTo>
                  <a:lnTo>
                    <a:pt x="257755" y="306894"/>
                  </a:lnTo>
                  <a:lnTo>
                    <a:pt x="262169" y="303947"/>
                  </a:lnTo>
                  <a:lnTo>
                    <a:pt x="266487" y="300861"/>
                  </a:lnTo>
                  <a:lnTo>
                    <a:pt x="270705" y="297640"/>
                  </a:lnTo>
                  <a:lnTo>
                    <a:pt x="274818" y="294287"/>
                  </a:lnTo>
                  <a:lnTo>
                    <a:pt x="278823" y="290805"/>
                  </a:lnTo>
                  <a:lnTo>
                    <a:pt x="282716" y="287197"/>
                  </a:lnTo>
                  <a:lnTo>
                    <a:pt x="286492" y="283467"/>
                  </a:lnTo>
                  <a:lnTo>
                    <a:pt x="290147" y="279620"/>
                  </a:lnTo>
                  <a:lnTo>
                    <a:pt x="293679" y="275658"/>
                  </a:lnTo>
                  <a:lnTo>
                    <a:pt x="297083" y="271587"/>
                  </a:lnTo>
                  <a:lnTo>
                    <a:pt x="300356" y="267409"/>
                  </a:lnTo>
                  <a:lnTo>
                    <a:pt x="303495" y="263130"/>
                  </a:lnTo>
                  <a:lnTo>
                    <a:pt x="306496" y="258753"/>
                  </a:lnTo>
                  <a:lnTo>
                    <a:pt x="309357" y="254283"/>
                  </a:lnTo>
                  <a:lnTo>
                    <a:pt x="312075" y="249724"/>
                  </a:lnTo>
                  <a:lnTo>
                    <a:pt x="314647" y="245082"/>
                  </a:lnTo>
                  <a:lnTo>
                    <a:pt x="317070" y="240360"/>
                  </a:lnTo>
                  <a:lnTo>
                    <a:pt x="319341" y="235564"/>
                  </a:lnTo>
                  <a:lnTo>
                    <a:pt x="321460" y="230698"/>
                  </a:lnTo>
                  <a:lnTo>
                    <a:pt x="323423" y="225767"/>
                  </a:lnTo>
                  <a:lnTo>
                    <a:pt x="325228" y="220776"/>
                  </a:lnTo>
                  <a:lnTo>
                    <a:pt x="326874" y="215731"/>
                  </a:lnTo>
                  <a:lnTo>
                    <a:pt x="328359" y="210636"/>
                  </a:lnTo>
                  <a:lnTo>
                    <a:pt x="329682" y="205496"/>
                  </a:lnTo>
                  <a:lnTo>
                    <a:pt x="330841" y="200317"/>
                  </a:lnTo>
                  <a:lnTo>
                    <a:pt x="331834" y="195103"/>
                  </a:lnTo>
                  <a:lnTo>
                    <a:pt x="332662" y="189861"/>
                  </a:lnTo>
                  <a:lnTo>
                    <a:pt x="333323" y="184595"/>
                  </a:lnTo>
                  <a:lnTo>
                    <a:pt x="333816" y="179311"/>
                  </a:lnTo>
                  <a:lnTo>
                    <a:pt x="334142" y="174014"/>
                  </a:lnTo>
                  <a:lnTo>
                    <a:pt x="334299" y="168709"/>
                  </a:lnTo>
                  <a:lnTo>
                    <a:pt x="334288" y="163402"/>
                  </a:lnTo>
                  <a:lnTo>
                    <a:pt x="334108" y="158098"/>
                  </a:lnTo>
                  <a:lnTo>
                    <a:pt x="333760" y="152802"/>
                  </a:lnTo>
                  <a:lnTo>
                    <a:pt x="333244" y="147520"/>
                  </a:lnTo>
                  <a:lnTo>
                    <a:pt x="332560" y="142257"/>
                  </a:lnTo>
                  <a:lnTo>
                    <a:pt x="331710" y="137019"/>
                  </a:lnTo>
                  <a:lnTo>
                    <a:pt x="330694" y="131810"/>
                  </a:lnTo>
                  <a:lnTo>
                    <a:pt x="329514" y="126635"/>
                  </a:lnTo>
                  <a:lnTo>
                    <a:pt x="328169" y="121501"/>
                  </a:lnTo>
                  <a:lnTo>
                    <a:pt x="326662" y="116413"/>
                  </a:lnTo>
                  <a:lnTo>
                    <a:pt x="324995" y="111374"/>
                  </a:lnTo>
                  <a:lnTo>
                    <a:pt x="323168" y="106391"/>
                  </a:lnTo>
                  <a:lnTo>
                    <a:pt x="321184" y="101469"/>
                  </a:lnTo>
                  <a:lnTo>
                    <a:pt x="319045" y="96612"/>
                  </a:lnTo>
                  <a:lnTo>
                    <a:pt x="316753" y="91825"/>
                  </a:lnTo>
                  <a:lnTo>
                    <a:pt x="314310" y="87114"/>
                  </a:lnTo>
                  <a:lnTo>
                    <a:pt x="311718" y="82483"/>
                  </a:lnTo>
                  <a:lnTo>
                    <a:pt x="308981" y="77936"/>
                  </a:lnTo>
                  <a:lnTo>
                    <a:pt x="306101" y="73478"/>
                  </a:lnTo>
                  <a:lnTo>
                    <a:pt x="303081" y="69114"/>
                  </a:lnTo>
                  <a:lnTo>
                    <a:pt x="299924" y="64848"/>
                  </a:lnTo>
                  <a:lnTo>
                    <a:pt x="296633" y="60684"/>
                  </a:lnTo>
                  <a:lnTo>
                    <a:pt x="293212" y="56627"/>
                  </a:lnTo>
                  <a:lnTo>
                    <a:pt x="289663" y="52681"/>
                  </a:lnTo>
                  <a:lnTo>
                    <a:pt x="285991" y="48849"/>
                  </a:lnTo>
                  <a:lnTo>
                    <a:pt x="282199" y="45136"/>
                  </a:lnTo>
                  <a:lnTo>
                    <a:pt x="278292" y="41545"/>
                  </a:lnTo>
                  <a:lnTo>
                    <a:pt x="274272" y="38079"/>
                  </a:lnTo>
                  <a:lnTo>
                    <a:pt x="270144" y="34744"/>
                  </a:lnTo>
                  <a:lnTo>
                    <a:pt x="265913" y="31541"/>
                  </a:lnTo>
                  <a:lnTo>
                    <a:pt x="261581" y="28473"/>
                  </a:lnTo>
                  <a:lnTo>
                    <a:pt x="257155" y="25545"/>
                  </a:lnTo>
                  <a:lnTo>
                    <a:pt x="252638" y="22759"/>
                  </a:lnTo>
                  <a:lnTo>
                    <a:pt x="167147" y="1664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429590"/>
              <a:ext cx="85490" cy="167167"/>
            </a:xfrm>
            <a:custGeom>
              <a:avLst/>
              <a:pathLst>
                <a:path w="85490" h="167167">
                  <a:moveTo>
                    <a:pt x="85490" y="23514"/>
                  </a:moveTo>
                  <a:lnTo>
                    <a:pt x="80623" y="20727"/>
                  </a:lnTo>
                  <a:lnTo>
                    <a:pt x="75666" y="18105"/>
                  </a:lnTo>
                  <a:lnTo>
                    <a:pt x="70623" y="15650"/>
                  </a:lnTo>
                  <a:lnTo>
                    <a:pt x="65500" y="13366"/>
                  </a:lnTo>
                  <a:lnTo>
                    <a:pt x="60304" y="11256"/>
                  </a:lnTo>
                  <a:lnTo>
                    <a:pt x="55040" y="9321"/>
                  </a:lnTo>
                  <a:lnTo>
                    <a:pt x="49714" y="7563"/>
                  </a:lnTo>
                  <a:lnTo>
                    <a:pt x="44332" y="5985"/>
                  </a:lnTo>
                  <a:lnTo>
                    <a:pt x="38900" y="4589"/>
                  </a:lnTo>
                  <a:lnTo>
                    <a:pt x="33425" y="3375"/>
                  </a:lnTo>
                  <a:lnTo>
                    <a:pt x="27912" y="2346"/>
                  </a:lnTo>
                  <a:lnTo>
                    <a:pt x="22367" y="1503"/>
                  </a:lnTo>
                  <a:lnTo>
                    <a:pt x="16797" y="846"/>
                  </a:lnTo>
                  <a:lnTo>
                    <a:pt x="11208" y="376"/>
                  </a:lnTo>
                  <a:lnTo>
                    <a:pt x="5607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2035" y="3934012"/>
              <a:ext cx="3698" cy="167167"/>
            </a:xfrm>
            <a:custGeom>
              <a:avLst/>
              <a:pathLst>
                <a:path w="3698" h="167167">
                  <a:moveTo>
                    <a:pt x="3698" y="0"/>
                  </a:moveTo>
                  <a:lnTo>
                    <a:pt x="0" y="40"/>
                  </a:lnTo>
                  <a:lnTo>
                    <a:pt x="369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035" y="3934053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035" y="3934053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035" y="3934053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035" y="3934053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035" y="3934053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035" y="3934053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035" y="3934053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035" y="3934053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035" y="3934053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035" y="3934053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035" y="3934053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478567" y="3934053"/>
              <a:ext cx="334333" cy="334276"/>
            </a:xfrm>
            <a:custGeom>
              <a:avLst/>
              <a:pathLst>
                <a:path w="334333" h="334276">
                  <a:moveTo>
                    <a:pt x="163467" y="0"/>
                  </a:moveTo>
                  <a:lnTo>
                    <a:pt x="158175" y="201"/>
                  </a:lnTo>
                  <a:lnTo>
                    <a:pt x="152892" y="569"/>
                  </a:lnTo>
                  <a:lnTo>
                    <a:pt x="147623" y="1105"/>
                  </a:lnTo>
                  <a:lnTo>
                    <a:pt x="142374" y="1807"/>
                  </a:lnTo>
                  <a:lnTo>
                    <a:pt x="137150" y="2675"/>
                  </a:lnTo>
                  <a:lnTo>
                    <a:pt x="131956" y="3709"/>
                  </a:lnTo>
                  <a:lnTo>
                    <a:pt x="126797" y="4906"/>
                  </a:lnTo>
                  <a:lnTo>
                    <a:pt x="121679" y="6266"/>
                  </a:lnTo>
                  <a:lnTo>
                    <a:pt x="116606" y="7788"/>
                  </a:lnTo>
                  <a:lnTo>
                    <a:pt x="111584" y="9469"/>
                  </a:lnTo>
                  <a:lnTo>
                    <a:pt x="106618" y="11309"/>
                  </a:lnTo>
                  <a:lnTo>
                    <a:pt x="101713" y="13305"/>
                  </a:lnTo>
                  <a:lnTo>
                    <a:pt x="96873" y="15456"/>
                  </a:lnTo>
                  <a:lnTo>
                    <a:pt x="92104" y="17759"/>
                  </a:lnTo>
                  <a:lnTo>
                    <a:pt x="87410" y="20211"/>
                  </a:lnTo>
                  <a:lnTo>
                    <a:pt x="82796" y="22811"/>
                  </a:lnTo>
                  <a:lnTo>
                    <a:pt x="78267" y="25556"/>
                  </a:lnTo>
                  <a:lnTo>
                    <a:pt x="73827" y="28443"/>
                  </a:lnTo>
                  <a:lnTo>
                    <a:pt x="69481" y="31470"/>
                  </a:lnTo>
                  <a:lnTo>
                    <a:pt x="65233" y="34632"/>
                  </a:lnTo>
                  <a:lnTo>
                    <a:pt x="61087" y="37927"/>
                  </a:lnTo>
                  <a:lnTo>
                    <a:pt x="57048" y="41352"/>
                  </a:lnTo>
                  <a:lnTo>
                    <a:pt x="53119" y="44904"/>
                  </a:lnTo>
                  <a:lnTo>
                    <a:pt x="49305" y="48578"/>
                  </a:lnTo>
                  <a:lnTo>
                    <a:pt x="45609" y="52370"/>
                  </a:lnTo>
                  <a:lnTo>
                    <a:pt x="42035" y="56279"/>
                  </a:lnTo>
                  <a:lnTo>
                    <a:pt x="38586" y="60298"/>
                  </a:lnTo>
                  <a:lnTo>
                    <a:pt x="35267" y="64424"/>
                  </a:lnTo>
                  <a:lnTo>
                    <a:pt x="32080" y="68654"/>
                  </a:lnTo>
                  <a:lnTo>
                    <a:pt x="29028" y="72983"/>
                  </a:lnTo>
                  <a:lnTo>
                    <a:pt x="26115" y="77406"/>
                  </a:lnTo>
                  <a:lnTo>
                    <a:pt x="23344" y="81919"/>
                  </a:lnTo>
                  <a:lnTo>
                    <a:pt x="20717" y="86517"/>
                  </a:lnTo>
                  <a:lnTo>
                    <a:pt x="18237" y="91196"/>
                  </a:lnTo>
                  <a:lnTo>
                    <a:pt x="15907" y="95952"/>
                  </a:lnTo>
                  <a:lnTo>
                    <a:pt x="13728" y="100779"/>
                  </a:lnTo>
                  <a:lnTo>
                    <a:pt x="11704" y="105673"/>
                  </a:lnTo>
                  <a:lnTo>
                    <a:pt x="9835" y="110628"/>
                  </a:lnTo>
                  <a:lnTo>
                    <a:pt x="8124" y="115640"/>
                  </a:lnTo>
                  <a:lnTo>
                    <a:pt x="6573" y="120704"/>
                  </a:lnTo>
                  <a:lnTo>
                    <a:pt x="5183" y="125814"/>
                  </a:lnTo>
                  <a:lnTo>
                    <a:pt x="3956" y="130966"/>
                  </a:lnTo>
                  <a:lnTo>
                    <a:pt x="2893" y="136154"/>
                  </a:lnTo>
                  <a:lnTo>
                    <a:pt x="1994" y="141373"/>
                  </a:lnTo>
                  <a:lnTo>
                    <a:pt x="1261" y="146618"/>
                  </a:lnTo>
                  <a:lnTo>
                    <a:pt x="695" y="151884"/>
                  </a:lnTo>
                  <a:lnTo>
                    <a:pt x="295" y="157165"/>
                  </a:lnTo>
                  <a:lnTo>
                    <a:pt x="64" y="162456"/>
                  </a:lnTo>
                  <a:lnTo>
                    <a:pt x="0" y="167751"/>
                  </a:lnTo>
                  <a:lnTo>
                    <a:pt x="103" y="173046"/>
                  </a:lnTo>
                  <a:lnTo>
                    <a:pt x="375" y="178335"/>
                  </a:lnTo>
                  <a:lnTo>
                    <a:pt x="813" y="183613"/>
                  </a:lnTo>
                  <a:lnTo>
                    <a:pt x="1419" y="188874"/>
                  </a:lnTo>
                  <a:lnTo>
                    <a:pt x="2191" y="194113"/>
                  </a:lnTo>
                  <a:lnTo>
                    <a:pt x="3129" y="199326"/>
                  </a:lnTo>
                  <a:lnTo>
                    <a:pt x="4231" y="204506"/>
                  </a:lnTo>
                  <a:lnTo>
                    <a:pt x="5497" y="209648"/>
                  </a:lnTo>
                  <a:lnTo>
                    <a:pt x="6925" y="214748"/>
                  </a:lnTo>
                  <a:lnTo>
                    <a:pt x="8514" y="219800"/>
                  </a:lnTo>
                  <a:lnTo>
                    <a:pt x="10262" y="224799"/>
                  </a:lnTo>
                  <a:lnTo>
                    <a:pt x="12168" y="229740"/>
                  </a:lnTo>
                  <a:lnTo>
                    <a:pt x="14229" y="234618"/>
                  </a:lnTo>
                  <a:lnTo>
                    <a:pt x="16443" y="239429"/>
                  </a:lnTo>
                  <a:lnTo>
                    <a:pt x="18809" y="244167"/>
                  </a:lnTo>
                  <a:lnTo>
                    <a:pt x="21324" y="248828"/>
                  </a:lnTo>
                  <a:lnTo>
                    <a:pt x="23985" y="253407"/>
                  </a:lnTo>
                  <a:lnTo>
                    <a:pt x="26790" y="257899"/>
                  </a:lnTo>
                  <a:lnTo>
                    <a:pt x="29736" y="262300"/>
                  </a:lnTo>
                  <a:lnTo>
                    <a:pt x="32820" y="266605"/>
                  </a:lnTo>
                  <a:lnTo>
                    <a:pt x="36039" y="270811"/>
                  </a:lnTo>
                  <a:lnTo>
                    <a:pt x="39389" y="274913"/>
                  </a:lnTo>
                  <a:lnTo>
                    <a:pt x="42867" y="278906"/>
                  </a:lnTo>
                  <a:lnTo>
                    <a:pt x="46470" y="282787"/>
                  </a:lnTo>
                  <a:lnTo>
                    <a:pt x="50195" y="286553"/>
                  </a:lnTo>
                  <a:lnTo>
                    <a:pt x="54036" y="290198"/>
                  </a:lnTo>
                  <a:lnTo>
                    <a:pt x="57992" y="293720"/>
                  </a:lnTo>
                  <a:lnTo>
                    <a:pt x="62056" y="297114"/>
                  </a:lnTo>
                  <a:lnTo>
                    <a:pt x="66227" y="300379"/>
                  </a:lnTo>
                  <a:lnTo>
                    <a:pt x="70498" y="303509"/>
                  </a:lnTo>
                  <a:lnTo>
                    <a:pt x="74867" y="306503"/>
                  </a:lnTo>
                  <a:lnTo>
                    <a:pt x="79328" y="309357"/>
                  </a:lnTo>
                  <a:lnTo>
                    <a:pt x="83878" y="312068"/>
                  </a:lnTo>
                  <a:lnTo>
                    <a:pt x="88511" y="314633"/>
                  </a:lnTo>
                  <a:lnTo>
                    <a:pt x="93223" y="317051"/>
                  </a:lnTo>
                  <a:lnTo>
                    <a:pt x="98009" y="319318"/>
                  </a:lnTo>
                  <a:lnTo>
                    <a:pt x="102865" y="321432"/>
                  </a:lnTo>
                  <a:lnTo>
                    <a:pt x="107785" y="323391"/>
                  </a:lnTo>
                  <a:lnTo>
                    <a:pt x="112765" y="325194"/>
                  </a:lnTo>
                  <a:lnTo>
                    <a:pt x="117799" y="326838"/>
                  </a:lnTo>
                  <a:lnTo>
                    <a:pt x="122883" y="328321"/>
                  </a:lnTo>
                  <a:lnTo>
                    <a:pt x="128011" y="329643"/>
                  </a:lnTo>
                  <a:lnTo>
                    <a:pt x="133179" y="330802"/>
                  </a:lnTo>
                  <a:lnTo>
                    <a:pt x="138381" y="331796"/>
                  </a:lnTo>
                  <a:lnTo>
                    <a:pt x="143611" y="332626"/>
                  </a:lnTo>
                  <a:lnTo>
                    <a:pt x="148865" y="333289"/>
                  </a:lnTo>
                  <a:lnTo>
                    <a:pt x="154138" y="333785"/>
                  </a:lnTo>
                  <a:lnTo>
                    <a:pt x="159424" y="334114"/>
                  </a:lnTo>
                  <a:lnTo>
                    <a:pt x="164717" y="334276"/>
                  </a:lnTo>
                  <a:lnTo>
                    <a:pt x="170013" y="334269"/>
                  </a:lnTo>
                  <a:lnTo>
                    <a:pt x="175306" y="334095"/>
                  </a:lnTo>
                  <a:lnTo>
                    <a:pt x="180591" y="333753"/>
                  </a:lnTo>
                  <a:lnTo>
                    <a:pt x="185863" y="333245"/>
                  </a:lnTo>
                  <a:lnTo>
                    <a:pt x="191115" y="332569"/>
                  </a:lnTo>
                  <a:lnTo>
                    <a:pt x="196344" y="331727"/>
                  </a:lnTo>
                  <a:lnTo>
                    <a:pt x="201543" y="330720"/>
                  </a:lnTo>
                  <a:lnTo>
                    <a:pt x="206708" y="329549"/>
                  </a:lnTo>
                  <a:lnTo>
                    <a:pt x="211833" y="328215"/>
                  </a:lnTo>
                  <a:lnTo>
                    <a:pt x="216914" y="326720"/>
                  </a:lnTo>
                  <a:lnTo>
                    <a:pt x="221944" y="325064"/>
                  </a:lnTo>
                  <a:lnTo>
                    <a:pt x="226920" y="323249"/>
                  </a:lnTo>
                  <a:lnTo>
                    <a:pt x="231835" y="321278"/>
                  </a:lnTo>
                  <a:lnTo>
                    <a:pt x="236686" y="319152"/>
                  </a:lnTo>
                  <a:lnTo>
                    <a:pt x="241466" y="316874"/>
                  </a:lnTo>
                  <a:lnTo>
                    <a:pt x="246172" y="314445"/>
                  </a:lnTo>
                  <a:lnTo>
                    <a:pt x="250799" y="311868"/>
                  </a:lnTo>
                  <a:lnTo>
                    <a:pt x="255342" y="309147"/>
                  </a:lnTo>
                  <a:lnTo>
                    <a:pt x="259797" y="306282"/>
                  </a:lnTo>
                  <a:lnTo>
                    <a:pt x="264158" y="303278"/>
                  </a:lnTo>
                  <a:lnTo>
                    <a:pt x="268422" y="300137"/>
                  </a:lnTo>
                  <a:lnTo>
                    <a:pt x="272585" y="296863"/>
                  </a:lnTo>
                  <a:lnTo>
                    <a:pt x="276642" y="293459"/>
                  </a:lnTo>
                  <a:lnTo>
                    <a:pt x="280589" y="289928"/>
                  </a:lnTo>
                  <a:lnTo>
                    <a:pt x="284422" y="286273"/>
                  </a:lnTo>
                  <a:lnTo>
                    <a:pt x="288137" y="282499"/>
                  </a:lnTo>
                  <a:lnTo>
                    <a:pt x="291731" y="278609"/>
                  </a:lnTo>
                  <a:lnTo>
                    <a:pt x="295200" y="274607"/>
                  </a:lnTo>
                  <a:lnTo>
                    <a:pt x="298540" y="270498"/>
                  </a:lnTo>
                  <a:lnTo>
                    <a:pt x="301749" y="266285"/>
                  </a:lnTo>
                  <a:lnTo>
                    <a:pt x="304822" y="261972"/>
                  </a:lnTo>
                  <a:lnTo>
                    <a:pt x="307757" y="257564"/>
                  </a:lnTo>
                  <a:lnTo>
                    <a:pt x="310552" y="253065"/>
                  </a:lnTo>
                  <a:lnTo>
                    <a:pt x="313202" y="248480"/>
                  </a:lnTo>
                  <a:lnTo>
                    <a:pt x="315706" y="243813"/>
                  </a:lnTo>
                  <a:lnTo>
                    <a:pt x="318060" y="239069"/>
                  </a:lnTo>
                  <a:lnTo>
                    <a:pt x="320263" y="234253"/>
                  </a:lnTo>
                  <a:lnTo>
                    <a:pt x="322313" y="229370"/>
                  </a:lnTo>
                  <a:lnTo>
                    <a:pt x="324207" y="224424"/>
                  </a:lnTo>
                  <a:lnTo>
                    <a:pt x="325943" y="219421"/>
                  </a:lnTo>
                  <a:lnTo>
                    <a:pt x="327520" y="214365"/>
                  </a:lnTo>
                  <a:lnTo>
                    <a:pt x="328936" y="209262"/>
                  </a:lnTo>
                  <a:lnTo>
                    <a:pt x="330189" y="204117"/>
                  </a:lnTo>
                  <a:lnTo>
                    <a:pt x="331279" y="198934"/>
                  </a:lnTo>
                  <a:lnTo>
                    <a:pt x="332204" y="193720"/>
                  </a:lnTo>
                  <a:lnTo>
                    <a:pt x="332964" y="188478"/>
                  </a:lnTo>
                  <a:lnTo>
                    <a:pt x="333557" y="183216"/>
                  </a:lnTo>
                  <a:lnTo>
                    <a:pt x="333983" y="177937"/>
                  </a:lnTo>
                  <a:lnTo>
                    <a:pt x="334242" y="172647"/>
                  </a:lnTo>
                  <a:lnTo>
                    <a:pt x="334333" y="167352"/>
                  </a:lnTo>
                  <a:lnTo>
                    <a:pt x="334256" y="162057"/>
                  </a:lnTo>
                  <a:lnTo>
                    <a:pt x="334012" y="156766"/>
                  </a:lnTo>
                  <a:lnTo>
                    <a:pt x="333600" y="151487"/>
                  </a:lnTo>
                  <a:lnTo>
                    <a:pt x="333021" y="146222"/>
                  </a:lnTo>
                  <a:lnTo>
                    <a:pt x="332276" y="140979"/>
                  </a:lnTo>
                  <a:lnTo>
                    <a:pt x="331365" y="135762"/>
                  </a:lnTo>
                  <a:lnTo>
                    <a:pt x="330289" y="130577"/>
                  </a:lnTo>
                  <a:lnTo>
                    <a:pt x="329049" y="125428"/>
                  </a:lnTo>
                  <a:lnTo>
                    <a:pt x="327647" y="120321"/>
                  </a:lnTo>
                  <a:lnTo>
                    <a:pt x="326084" y="115261"/>
                  </a:lnTo>
                  <a:lnTo>
                    <a:pt x="324361" y="110253"/>
                  </a:lnTo>
                  <a:lnTo>
                    <a:pt x="322481" y="105302"/>
                  </a:lnTo>
                  <a:lnTo>
                    <a:pt x="320444" y="100413"/>
                  </a:lnTo>
                  <a:lnTo>
                    <a:pt x="318254" y="95591"/>
                  </a:lnTo>
                  <a:lnTo>
                    <a:pt x="315912" y="90841"/>
                  </a:lnTo>
                  <a:lnTo>
                    <a:pt x="313421" y="86168"/>
                  </a:lnTo>
                  <a:lnTo>
                    <a:pt x="310784" y="81575"/>
                  </a:lnTo>
                  <a:lnTo>
                    <a:pt x="308002" y="77069"/>
                  </a:lnTo>
                  <a:lnTo>
                    <a:pt x="305078" y="72653"/>
                  </a:lnTo>
                  <a:lnTo>
                    <a:pt x="302016" y="68332"/>
                  </a:lnTo>
                  <a:lnTo>
                    <a:pt x="298819" y="64110"/>
                  </a:lnTo>
                  <a:lnTo>
                    <a:pt x="295490" y="59991"/>
                  </a:lnTo>
                  <a:lnTo>
                    <a:pt x="292032" y="55980"/>
                  </a:lnTo>
                  <a:lnTo>
                    <a:pt x="288449" y="52081"/>
                  </a:lnTo>
                  <a:lnTo>
                    <a:pt x="284743" y="48297"/>
                  </a:lnTo>
                  <a:lnTo>
                    <a:pt x="280920" y="44632"/>
                  </a:lnTo>
                  <a:lnTo>
                    <a:pt x="276983" y="41090"/>
                  </a:lnTo>
                  <a:lnTo>
                    <a:pt x="272936" y="37674"/>
                  </a:lnTo>
                  <a:lnTo>
                    <a:pt x="268782" y="34389"/>
                  </a:lnTo>
                  <a:lnTo>
                    <a:pt x="264526" y="31237"/>
                  </a:lnTo>
                  <a:lnTo>
                    <a:pt x="260173" y="28221"/>
                  </a:lnTo>
                  <a:lnTo>
                    <a:pt x="255726" y="25344"/>
                  </a:lnTo>
                  <a:lnTo>
                    <a:pt x="251191" y="22610"/>
                  </a:lnTo>
                  <a:lnTo>
                    <a:pt x="246571" y="20021"/>
                  </a:lnTo>
                  <a:lnTo>
                    <a:pt x="241871" y="17580"/>
                  </a:lnTo>
                  <a:lnTo>
                    <a:pt x="237096" y="15288"/>
                  </a:lnTo>
                  <a:lnTo>
                    <a:pt x="232252" y="13149"/>
                  </a:lnTo>
                  <a:lnTo>
                    <a:pt x="227342" y="11165"/>
                  </a:lnTo>
                  <a:lnTo>
                    <a:pt x="222371" y="9337"/>
                  </a:lnTo>
                  <a:lnTo>
                    <a:pt x="217345" y="7668"/>
                  </a:lnTo>
                  <a:lnTo>
                    <a:pt x="212269" y="6158"/>
                  </a:lnTo>
                  <a:lnTo>
                    <a:pt x="207147" y="4810"/>
                  </a:lnTo>
                  <a:lnTo>
                    <a:pt x="201986" y="3625"/>
                  </a:lnTo>
                  <a:lnTo>
                    <a:pt x="196789" y="2604"/>
                  </a:lnTo>
                  <a:lnTo>
                    <a:pt x="191563" y="1748"/>
                  </a:lnTo>
                  <a:lnTo>
                    <a:pt x="186312" y="1059"/>
                  </a:lnTo>
                  <a:lnTo>
                    <a:pt x="181042" y="535"/>
                  </a:lnTo>
                  <a:lnTo>
                    <a:pt x="167166" y="167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5733" y="3934012"/>
              <a:ext cx="13876" cy="167167"/>
            </a:xfrm>
            <a:custGeom>
              <a:avLst/>
              <a:pathLst>
                <a:path w="13876" h="167167">
                  <a:moveTo>
                    <a:pt x="13876" y="57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5085" y="4397268"/>
              <a:ext cx="3698" cy="167167"/>
            </a:xfrm>
            <a:custGeom>
              <a:avLst/>
              <a:pathLst>
                <a:path w="3698" h="167167">
                  <a:moveTo>
                    <a:pt x="3698" y="0"/>
                  </a:moveTo>
                  <a:lnTo>
                    <a:pt x="0" y="40"/>
                  </a:lnTo>
                  <a:lnTo>
                    <a:pt x="369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5085" y="4397309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5085" y="4397309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5085" y="4397309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5085" y="4397309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085" y="4397309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085" y="4397309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085" y="4397309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085" y="4397309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085" y="4397309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085" y="4397309"/>
              <a:ext cx="3698" cy="167126"/>
            </a:xfrm>
            <a:custGeom>
              <a:avLst/>
              <a:pathLst>
                <a:path w="3698" h="167126">
                  <a:moveTo>
                    <a:pt x="0" y="0"/>
                  </a:moveTo>
                  <a:lnTo>
                    <a:pt x="3698" y="167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11617" y="4397309"/>
              <a:ext cx="334333" cy="334276"/>
            </a:xfrm>
            <a:custGeom>
              <a:avLst/>
              <a:pathLst>
                <a:path w="334333" h="334276">
                  <a:moveTo>
                    <a:pt x="163467" y="0"/>
                  </a:moveTo>
                  <a:lnTo>
                    <a:pt x="158175" y="201"/>
                  </a:lnTo>
                  <a:lnTo>
                    <a:pt x="152892" y="569"/>
                  </a:lnTo>
                  <a:lnTo>
                    <a:pt x="147623" y="1105"/>
                  </a:lnTo>
                  <a:lnTo>
                    <a:pt x="142374" y="1807"/>
                  </a:lnTo>
                  <a:lnTo>
                    <a:pt x="137150" y="2675"/>
                  </a:lnTo>
                  <a:lnTo>
                    <a:pt x="131956" y="3709"/>
                  </a:lnTo>
                  <a:lnTo>
                    <a:pt x="126797" y="4906"/>
                  </a:lnTo>
                  <a:lnTo>
                    <a:pt x="121679" y="6266"/>
                  </a:lnTo>
                  <a:lnTo>
                    <a:pt x="116606" y="7788"/>
                  </a:lnTo>
                  <a:lnTo>
                    <a:pt x="111584" y="9469"/>
                  </a:lnTo>
                  <a:lnTo>
                    <a:pt x="106618" y="11309"/>
                  </a:lnTo>
                  <a:lnTo>
                    <a:pt x="101713" y="13305"/>
                  </a:lnTo>
                  <a:lnTo>
                    <a:pt x="96873" y="15456"/>
                  </a:lnTo>
                  <a:lnTo>
                    <a:pt x="92104" y="17759"/>
                  </a:lnTo>
                  <a:lnTo>
                    <a:pt x="87410" y="20211"/>
                  </a:lnTo>
                  <a:lnTo>
                    <a:pt x="82796" y="22811"/>
                  </a:lnTo>
                  <a:lnTo>
                    <a:pt x="78267" y="25556"/>
                  </a:lnTo>
                  <a:lnTo>
                    <a:pt x="73827" y="28443"/>
                  </a:lnTo>
                  <a:lnTo>
                    <a:pt x="69481" y="31470"/>
                  </a:lnTo>
                  <a:lnTo>
                    <a:pt x="65233" y="34632"/>
                  </a:lnTo>
                  <a:lnTo>
                    <a:pt x="61087" y="37927"/>
                  </a:lnTo>
                  <a:lnTo>
                    <a:pt x="57048" y="41352"/>
                  </a:lnTo>
                  <a:lnTo>
                    <a:pt x="53119" y="44904"/>
                  </a:lnTo>
                  <a:lnTo>
                    <a:pt x="49305" y="48578"/>
                  </a:lnTo>
                  <a:lnTo>
                    <a:pt x="45609" y="52370"/>
                  </a:lnTo>
                  <a:lnTo>
                    <a:pt x="42035" y="56279"/>
                  </a:lnTo>
                  <a:lnTo>
                    <a:pt x="38586" y="60298"/>
                  </a:lnTo>
                  <a:lnTo>
                    <a:pt x="35267" y="64424"/>
                  </a:lnTo>
                  <a:lnTo>
                    <a:pt x="32080" y="68654"/>
                  </a:lnTo>
                  <a:lnTo>
                    <a:pt x="29028" y="72983"/>
                  </a:lnTo>
                  <a:lnTo>
                    <a:pt x="26115" y="77406"/>
                  </a:lnTo>
                  <a:lnTo>
                    <a:pt x="23344" y="81919"/>
                  </a:lnTo>
                  <a:lnTo>
                    <a:pt x="20717" y="86517"/>
                  </a:lnTo>
                  <a:lnTo>
                    <a:pt x="18237" y="91196"/>
                  </a:lnTo>
                  <a:lnTo>
                    <a:pt x="15907" y="95952"/>
                  </a:lnTo>
                  <a:lnTo>
                    <a:pt x="13728" y="100779"/>
                  </a:lnTo>
                  <a:lnTo>
                    <a:pt x="11704" y="105673"/>
                  </a:lnTo>
                  <a:lnTo>
                    <a:pt x="9835" y="110628"/>
                  </a:lnTo>
                  <a:lnTo>
                    <a:pt x="8124" y="115640"/>
                  </a:lnTo>
                  <a:lnTo>
                    <a:pt x="6573" y="120704"/>
                  </a:lnTo>
                  <a:lnTo>
                    <a:pt x="5183" y="125814"/>
                  </a:lnTo>
                  <a:lnTo>
                    <a:pt x="3956" y="130966"/>
                  </a:lnTo>
                  <a:lnTo>
                    <a:pt x="2893" y="136154"/>
                  </a:lnTo>
                  <a:lnTo>
                    <a:pt x="1994" y="141373"/>
                  </a:lnTo>
                  <a:lnTo>
                    <a:pt x="1261" y="146618"/>
                  </a:lnTo>
                  <a:lnTo>
                    <a:pt x="695" y="151884"/>
                  </a:lnTo>
                  <a:lnTo>
                    <a:pt x="295" y="157165"/>
                  </a:lnTo>
                  <a:lnTo>
                    <a:pt x="64" y="162456"/>
                  </a:lnTo>
                  <a:lnTo>
                    <a:pt x="0" y="167751"/>
                  </a:lnTo>
                  <a:lnTo>
                    <a:pt x="103" y="173046"/>
                  </a:lnTo>
                  <a:lnTo>
                    <a:pt x="375" y="178335"/>
                  </a:lnTo>
                  <a:lnTo>
                    <a:pt x="813" y="183613"/>
                  </a:lnTo>
                  <a:lnTo>
                    <a:pt x="1419" y="188874"/>
                  </a:lnTo>
                  <a:lnTo>
                    <a:pt x="2191" y="194113"/>
                  </a:lnTo>
                  <a:lnTo>
                    <a:pt x="3129" y="199326"/>
                  </a:lnTo>
                  <a:lnTo>
                    <a:pt x="4231" y="204506"/>
                  </a:lnTo>
                  <a:lnTo>
                    <a:pt x="5497" y="209648"/>
                  </a:lnTo>
                  <a:lnTo>
                    <a:pt x="6925" y="214748"/>
                  </a:lnTo>
                  <a:lnTo>
                    <a:pt x="8514" y="219800"/>
                  </a:lnTo>
                  <a:lnTo>
                    <a:pt x="10262" y="224799"/>
                  </a:lnTo>
                  <a:lnTo>
                    <a:pt x="12168" y="229740"/>
                  </a:lnTo>
                  <a:lnTo>
                    <a:pt x="14229" y="234618"/>
                  </a:lnTo>
                  <a:lnTo>
                    <a:pt x="16443" y="239429"/>
                  </a:lnTo>
                  <a:lnTo>
                    <a:pt x="18809" y="244167"/>
                  </a:lnTo>
                  <a:lnTo>
                    <a:pt x="21324" y="248828"/>
                  </a:lnTo>
                  <a:lnTo>
                    <a:pt x="23985" y="253407"/>
                  </a:lnTo>
                  <a:lnTo>
                    <a:pt x="26790" y="257899"/>
                  </a:lnTo>
                  <a:lnTo>
                    <a:pt x="29736" y="262300"/>
                  </a:lnTo>
                  <a:lnTo>
                    <a:pt x="32820" y="266605"/>
                  </a:lnTo>
                  <a:lnTo>
                    <a:pt x="36039" y="270811"/>
                  </a:lnTo>
                  <a:lnTo>
                    <a:pt x="39389" y="274913"/>
                  </a:lnTo>
                  <a:lnTo>
                    <a:pt x="42867" y="278906"/>
                  </a:lnTo>
                  <a:lnTo>
                    <a:pt x="46470" y="282787"/>
                  </a:lnTo>
                  <a:lnTo>
                    <a:pt x="50195" y="286553"/>
                  </a:lnTo>
                  <a:lnTo>
                    <a:pt x="54036" y="290198"/>
                  </a:lnTo>
                  <a:lnTo>
                    <a:pt x="57992" y="293720"/>
                  </a:lnTo>
                  <a:lnTo>
                    <a:pt x="62056" y="297114"/>
                  </a:lnTo>
                  <a:lnTo>
                    <a:pt x="66227" y="300379"/>
                  </a:lnTo>
                  <a:lnTo>
                    <a:pt x="70498" y="303509"/>
                  </a:lnTo>
                  <a:lnTo>
                    <a:pt x="74867" y="306503"/>
                  </a:lnTo>
                  <a:lnTo>
                    <a:pt x="79328" y="309357"/>
                  </a:lnTo>
                  <a:lnTo>
                    <a:pt x="83878" y="312068"/>
                  </a:lnTo>
                  <a:lnTo>
                    <a:pt x="88511" y="314633"/>
                  </a:lnTo>
                  <a:lnTo>
                    <a:pt x="93223" y="317051"/>
                  </a:lnTo>
                  <a:lnTo>
                    <a:pt x="98009" y="319318"/>
                  </a:lnTo>
                  <a:lnTo>
                    <a:pt x="102865" y="321432"/>
                  </a:lnTo>
                  <a:lnTo>
                    <a:pt x="107785" y="323391"/>
                  </a:lnTo>
                  <a:lnTo>
                    <a:pt x="112765" y="325194"/>
                  </a:lnTo>
                  <a:lnTo>
                    <a:pt x="117799" y="326838"/>
                  </a:lnTo>
                  <a:lnTo>
                    <a:pt x="122883" y="328321"/>
                  </a:lnTo>
                  <a:lnTo>
                    <a:pt x="128011" y="329643"/>
                  </a:lnTo>
                  <a:lnTo>
                    <a:pt x="133179" y="330802"/>
                  </a:lnTo>
                  <a:lnTo>
                    <a:pt x="138381" y="331796"/>
                  </a:lnTo>
                  <a:lnTo>
                    <a:pt x="143611" y="332626"/>
                  </a:lnTo>
                  <a:lnTo>
                    <a:pt x="148865" y="333289"/>
                  </a:lnTo>
                  <a:lnTo>
                    <a:pt x="154138" y="333785"/>
                  </a:lnTo>
                  <a:lnTo>
                    <a:pt x="159424" y="334114"/>
                  </a:lnTo>
                  <a:lnTo>
                    <a:pt x="164717" y="334276"/>
                  </a:lnTo>
                  <a:lnTo>
                    <a:pt x="170013" y="334269"/>
                  </a:lnTo>
                  <a:lnTo>
                    <a:pt x="175306" y="334095"/>
                  </a:lnTo>
                  <a:lnTo>
                    <a:pt x="180591" y="333753"/>
                  </a:lnTo>
                  <a:lnTo>
                    <a:pt x="185863" y="333245"/>
                  </a:lnTo>
                  <a:lnTo>
                    <a:pt x="191115" y="332569"/>
                  </a:lnTo>
                  <a:lnTo>
                    <a:pt x="196344" y="331727"/>
                  </a:lnTo>
                  <a:lnTo>
                    <a:pt x="201543" y="330720"/>
                  </a:lnTo>
                  <a:lnTo>
                    <a:pt x="206708" y="329549"/>
                  </a:lnTo>
                  <a:lnTo>
                    <a:pt x="211833" y="328215"/>
                  </a:lnTo>
                  <a:lnTo>
                    <a:pt x="216914" y="326720"/>
                  </a:lnTo>
                  <a:lnTo>
                    <a:pt x="221944" y="325064"/>
                  </a:lnTo>
                  <a:lnTo>
                    <a:pt x="226920" y="323249"/>
                  </a:lnTo>
                  <a:lnTo>
                    <a:pt x="231835" y="321278"/>
                  </a:lnTo>
                  <a:lnTo>
                    <a:pt x="236686" y="319152"/>
                  </a:lnTo>
                  <a:lnTo>
                    <a:pt x="241466" y="316874"/>
                  </a:lnTo>
                  <a:lnTo>
                    <a:pt x="246172" y="314445"/>
                  </a:lnTo>
                  <a:lnTo>
                    <a:pt x="250799" y="311868"/>
                  </a:lnTo>
                  <a:lnTo>
                    <a:pt x="255342" y="309147"/>
                  </a:lnTo>
                  <a:lnTo>
                    <a:pt x="259797" y="306282"/>
                  </a:lnTo>
                  <a:lnTo>
                    <a:pt x="264158" y="303278"/>
                  </a:lnTo>
                  <a:lnTo>
                    <a:pt x="268422" y="300137"/>
                  </a:lnTo>
                  <a:lnTo>
                    <a:pt x="272585" y="296863"/>
                  </a:lnTo>
                  <a:lnTo>
                    <a:pt x="276642" y="293459"/>
                  </a:lnTo>
                  <a:lnTo>
                    <a:pt x="280589" y="289928"/>
                  </a:lnTo>
                  <a:lnTo>
                    <a:pt x="284422" y="286273"/>
                  </a:lnTo>
                  <a:lnTo>
                    <a:pt x="288137" y="282499"/>
                  </a:lnTo>
                  <a:lnTo>
                    <a:pt x="291731" y="278609"/>
                  </a:lnTo>
                  <a:lnTo>
                    <a:pt x="295200" y="274607"/>
                  </a:lnTo>
                  <a:lnTo>
                    <a:pt x="298540" y="270498"/>
                  </a:lnTo>
                  <a:lnTo>
                    <a:pt x="301749" y="266285"/>
                  </a:lnTo>
                  <a:lnTo>
                    <a:pt x="304822" y="261972"/>
                  </a:lnTo>
                  <a:lnTo>
                    <a:pt x="307757" y="257564"/>
                  </a:lnTo>
                  <a:lnTo>
                    <a:pt x="310552" y="253065"/>
                  </a:lnTo>
                  <a:lnTo>
                    <a:pt x="313202" y="248480"/>
                  </a:lnTo>
                  <a:lnTo>
                    <a:pt x="315706" y="243813"/>
                  </a:lnTo>
                  <a:lnTo>
                    <a:pt x="318060" y="239069"/>
                  </a:lnTo>
                  <a:lnTo>
                    <a:pt x="320263" y="234253"/>
                  </a:lnTo>
                  <a:lnTo>
                    <a:pt x="322313" y="229370"/>
                  </a:lnTo>
                  <a:lnTo>
                    <a:pt x="324207" y="224424"/>
                  </a:lnTo>
                  <a:lnTo>
                    <a:pt x="325943" y="219421"/>
                  </a:lnTo>
                  <a:lnTo>
                    <a:pt x="327520" y="214365"/>
                  </a:lnTo>
                  <a:lnTo>
                    <a:pt x="328936" y="209262"/>
                  </a:lnTo>
                  <a:lnTo>
                    <a:pt x="330189" y="204117"/>
                  </a:lnTo>
                  <a:lnTo>
                    <a:pt x="331279" y="198934"/>
                  </a:lnTo>
                  <a:lnTo>
                    <a:pt x="332204" y="193720"/>
                  </a:lnTo>
                  <a:lnTo>
                    <a:pt x="332964" y="188478"/>
                  </a:lnTo>
                  <a:lnTo>
                    <a:pt x="333557" y="183216"/>
                  </a:lnTo>
                  <a:lnTo>
                    <a:pt x="333983" y="177937"/>
                  </a:lnTo>
                  <a:lnTo>
                    <a:pt x="334242" y="172647"/>
                  </a:lnTo>
                  <a:lnTo>
                    <a:pt x="334333" y="167352"/>
                  </a:lnTo>
                  <a:lnTo>
                    <a:pt x="334256" y="162057"/>
                  </a:lnTo>
                  <a:lnTo>
                    <a:pt x="334012" y="156766"/>
                  </a:lnTo>
                  <a:lnTo>
                    <a:pt x="333600" y="151487"/>
                  </a:lnTo>
                  <a:lnTo>
                    <a:pt x="333021" y="146222"/>
                  </a:lnTo>
                  <a:lnTo>
                    <a:pt x="332276" y="140979"/>
                  </a:lnTo>
                  <a:lnTo>
                    <a:pt x="331365" y="135762"/>
                  </a:lnTo>
                  <a:lnTo>
                    <a:pt x="330289" y="130577"/>
                  </a:lnTo>
                  <a:lnTo>
                    <a:pt x="329049" y="125428"/>
                  </a:lnTo>
                  <a:lnTo>
                    <a:pt x="327647" y="120321"/>
                  </a:lnTo>
                  <a:lnTo>
                    <a:pt x="326084" y="115261"/>
                  </a:lnTo>
                  <a:lnTo>
                    <a:pt x="324361" y="110253"/>
                  </a:lnTo>
                  <a:lnTo>
                    <a:pt x="322481" y="105302"/>
                  </a:lnTo>
                  <a:lnTo>
                    <a:pt x="320444" y="100413"/>
                  </a:lnTo>
                  <a:lnTo>
                    <a:pt x="318254" y="95591"/>
                  </a:lnTo>
                  <a:lnTo>
                    <a:pt x="315912" y="90841"/>
                  </a:lnTo>
                  <a:lnTo>
                    <a:pt x="313421" y="86168"/>
                  </a:lnTo>
                  <a:lnTo>
                    <a:pt x="310784" y="81575"/>
                  </a:lnTo>
                  <a:lnTo>
                    <a:pt x="308002" y="77069"/>
                  </a:lnTo>
                  <a:lnTo>
                    <a:pt x="305078" y="72653"/>
                  </a:lnTo>
                  <a:lnTo>
                    <a:pt x="302016" y="68332"/>
                  </a:lnTo>
                  <a:lnTo>
                    <a:pt x="298819" y="64110"/>
                  </a:lnTo>
                  <a:lnTo>
                    <a:pt x="295490" y="59991"/>
                  </a:lnTo>
                  <a:lnTo>
                    <a:pt x="292032" y="55980"/>
                  </a:lnTo>
                  <a:lnTo>
                    <a:pt x="288449" y="52081"/>
                  </a:lnTo>
                  <a:lnTo>
                    <a:pt x="284743" y="48297"/>
                  </a:lnTo>
                  <a:lnTo>
                    <a:pt x="280920" y="44632"/>
                  </a:lnTo>
                  <a:lnTo>
                    <a:pt x="276983" y="41090"/>
                  </a:lnTo>
                  <a:lnTo>
                    <a:pt x="272936" y="37674"/>
                  </a:lnTo>
                  <a:lnTo>
                    <a:pt x="268782" y="34389"/>
                  </a:lnTo>
                  <a:lnTo>
                    <a:pt x="264526" y="31237"/>
                  </a:lnTo>
                  <a:lnTo>
                    <a:pt x="260173" y="28221"/>
                  </a:lnTo>
                  <a:lnTo>
                    <a:pt x="255726" y="25344"/>
                  </a:lnTo>
                  <a:lnTo>
                    <a:pt x="251191" y="22610"/>
                  </a:lnTo>
                  <a:lnTo>
                    <a:pt x="246571" y="20021"/>
                  </a:lnTo>
                  <a:lnTo>
                    <a:pt x="241871" y="17580"/>
                  </a:lnTo>
                  <a:lnTo>
                    <a:pt x="237096" y="15288"/>
                  </a:lnTo>
                  <a:lnTo>
                    <a:pt x="232252" y="13149"/>
                  </a:lnTo>
                  <a:lnTo>
                    <a:pt x="227342" y="11165"/>
                  </a:lnTo>
                  <a:lnTo>
                    <a:pt x="222371" y="9337"/>
                  </a:lnTo>
                  <a:lnTo>
                    <a:pt x="217345" y="7668"/>
                  </a:lnTo>
                  <a:lnTo>
                    <a:pt x="212269" y="6158"/>
                  </a:lnTo>
                  <a:lnTo>
                    <a:pt x="207147" y="4810"/>
                  </a:lnTo>
                  <a:lnTo>
                    <a:pt x="201986" y="3625"/>
                  </a:lnTo>
                  <a:lnTo>
                    <a:pt x="196789" y="2604"/>
                  </a:lnTo>
                  <a:lnTo>
                    <a:pt x="191563" y="1748"/>
                  </a:lnTo>
                  <a:lnTo>
                    <a:pt x="186312" y="1059"/>
                  </a:lnTo>
                  <a:lnTo>
                    <a:pt x="181042" y="535"/>
                  </a:lnTo>
                  <a:lnTo>
                    <a:pt x="167166" y="167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8783" y="4397268"/>
              <a:ext cx="13876" cy="167167"/>
            </a:xfrm>
            <a:custGeom>
              <a:avLst/>
              <a:pathLst>
                <a:path w="13876" h="167167">
                  <a:moveTo>
                    <a:pt x="13876" y="57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1954" y="4794382"/>
              <a:ext cx="611" cy="167167"/>
            </a:xfrm>
            <a:custGeom>
              <a:avLst/>
              <a:pathLst>
                <a:path w="611" h="167167">
                  <a:moveTo>
                    <a:pt x="611" y="0"/>
                  </a:moveTo>
                  <a:lnTo>
                    <a:pt x="0" y="1"/>
                  </a:lnTo>
                  <a:lnTo>
                    <a:pt x="61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51010" y="4794383"/>
              <a:ext cx="161556" cy="167166"/>
            </a:xfrm>
            <a:custGeom>
              <a:avLst/>
              <a:pathLst>
                <a:path w="161556" h="167166">
                  <a:moveTo>
                    <a:pt x="160944" y="0"/>
                  </a:moveTo>
                  <a:lnTo>
                    <a:pt x="155482" y="109"/>
                  </a:lnTo>
                  <a:lnTo>
                    <a:pt x="150026" y="396"/>
                  </a:lnTo>
                  <a:lnTo>
                    <a:pt x="144583" y="862"/>
                  </a:lnTo>
                  <a:lnTo>
                    <a:pt x="139157" y="1506"/>
                  </a:lnTo>
                  <a:lnTo>
                    <a:pt x="133756" y="2326"/>
                  </a:lnTo>
                  <a:lnTo>
                    <a:pt x="128385" y="3323"/>
                  </a:lnTo>
                  <a:lnTo>
                    <a:pt x="123048" y="4494"/>
                  </a:lnTo>
                  <a:lnTo>
                    <a:pt x="117753" y="5839"/>
                  </a:lnTo>
                  <a:lnTo>
                    <a:pt x="112505" y="7357"/>
                  </a:lnTo>
                  <a:lnTo>
                    <a:pt x="107309" y="9045"/>
                  </a:lnTo>
                  <a:lnTo>
                    <a:pt x="102171" y="10902"/>
                  </a:lnTo>
                  <a:lnTo>
                    <a:pt x="97097" y="12926"/>
                  </a:lnTo>
                  <a:lnTo>
                    <a:pt x="92091" y="15114"/>
                  </a:lnTo>
                  <a:lnTo>
                    <a:pt x="87160" y="17466"/>
                  </a:lnTo>
                  <a:lnTo>
                    <a:pt x="82308" y="19976"/>
                  </a:lnTo>
                  <a:lnTo>
                    <a:pt x="77540" y="22645"/>
                  </a:lnTo>
                  <a:lnTo>
                    <a:pt x="72863" y="25467"/>
                  </a:lnTo>
                  <a:lnTo>
                    <a:pt x="68280" y="28441"/>
                  </a:lnTo>
                  <a:lnTo>
                    <a:pt x="63797" y="31563"/>
                  </a:lnTo>
                  <a:lnTo>
                    <a:pt x="59418" y="34830"/>
                  </a:lnTo>
                  <a:lnTo>
                    <a:pt x="55148" y="38238"/>
                  </a:lnTo>
                  <a:lnTo>
                    <a:pt x="50992" y="41784"/>
                  </a:lnTo>
                  <a:lnTo>
                    <a:pt x="46954" y="45464"/>
                  </a:lnTo>
                  <a:lnTo>
                    <a:pt x="43038" y="49274"/>
                  </a:lnTo>
                  <a:lnTo>
                    <a:pt x="39249" y="53210"/>
                  </a:lnTo>
                  <a:lnTo>
                    <a:pt x="35591" y="57267"/>
                  </a:lnTo>
                  <a:lnTo>
                    <a:pt x="32067" y="61442"/>
                  </a:lnTo>
                  <a:lnTo>
                    <a:pt x="28681" y="65730"/>
                  </a:lnTo>
                  <a:lnTo>
                    <a:pt x="25438" y="70126"/>
                  </a:lnTo>
                  <a:lnTo>
                    <a:pt x="22339" y="74625"/>
                  </a:lnTo>
                  <a:lnTo>
                    <a:pt x="19390" y="79224"/>
                  </a:lnTo>
                  <a:lnTo>
                    <a:pt x="16592" y="83917"/>
                  </a:lnTo>
                  <a:lnTo>
                    <a:pt x="13949" y="88698"/>
                  </a:lnTo>
                  <a:lnTo>
                    <a:pt x="11464" y="93563"/>
                  </a:lnTo>
                  <a:lnTo>
                    <a:pt x="9139" y="98507"/>
                  </a:lnTo>
                  <a:lnTo>
                    <a:pt x="6977" y="103524"/>
                  </a:lnTo>
                  <a:lnTo>
                    <a:pt x="4980" y="108609"/>
                  </a:lnTo>
                  <a:lnTo>
                    <a:pt x="3150" y="113757"/>
                  </a:lnTo>
                  <a:lnTo>
                    <a:pt x="1489" y="118962"/>
                  </a:lnTo>
                  <a:lnTo>
                    <a:pt x="0" y="124218"/>
                  </a:lnTo>
                  <a:lnTo>
                    <a:pt x="161556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45402" y="4794382"/>
              <a:ext cx="334317" cy="334331"/>
            </a:xfrm>
            <a:custGeom>
              <a:avLst/>
              <a:pathLst>
                <a:path w="334317" h="334331">
                  <a:moveTo>
                    <a:pt x="5607" y="124219"/>
                  </a:moveTo>
                  <a:lnTo>
                    <a:pt x="4328" y="129356"/>
                  </a:lnTo>
                  <a:lnTo>
                    <a:pt x="3213" y="134531"/>
                  </a:lnTo>
                  <a:lnTo>
                    <a:pt x="2261" y="139739"/>
                  </a:lnTo>
                  <a:lnTo>
                    <a:pt x="1476" y="144975"/>
                  </a:lnTo>
                  <a:lnTo>
                    <a:pt x="856" y="150232"/>
                  </a:lnTo>
                  <a:lnTo>
                    <a:pt x="403" y="155507"/>
                  </a:lnTo>
                  <a:lnTo>
                    <a:pt x="118" y="160793"/>
                  </a:lnTo>
                  <a:lnTo>
                    <a:pt x="0" y="166086"/>
                  </a:lnTo>
                  <a:lnTo>
                    <a:pt x="49" y="171380"/>
                  </a:lnTo>
                  <a:lnTo>
                    <a:pt x="266" y="176669"/>
                  </a:lnTo>
                  <a:lnTo>
                    <a:pt x="651" y="181949"/>
                  </a:lnTo>
                  <a:lnTo>
                    <a:pt x="1202" y="187214"/>
                  </a:lnTo>
                  <a:lnTo>
                    <a:pt x="1920" y="192459"/>
                  </a:lnTo>
                  <a:lnTo>
                    <a:pt x="2804" y="197679"/>
                  </a:lnTo>
                  <a:lnTo>
                    <a:pt x="3853" y="202868"/>
                  </a:lnTo>
                  <a:lnTo>
                    <a:pt x="5065" y="208021"/>
                  </a:lnTo>
                  <a:lnTo>
                    <a:pt x="6440" y="213134"/>
                  </a:lnTo>
                  <a:lnTo>
                    <a:pt x="7976" y="218200"/>
                  </a:lnTo>
                  <a:lnTo>
                    <a:pt x="9672" y="223215"/>
                  </a:lnTo>
                  <a:lnTo>
                    <a:pt x="11526" y="228174"/>
                  </a:lnTo>
                  <a:lnTo>
                    <a:pt x="13536" y="233072"/>
                  </a:lnTo>
                  <a:lnTo>
                    <a:pt x="15699" y="237903"/>
                  </a:lnTo>
                  <a:lnTo>
                    <a:pt x="18015" y="242664"/>
                  </a:lnTo>
                  <a:lnTo>
                    <a:pt x="20481" y="247349"/>
                  </a:lnTo>
                  <a:lnTo>
                    <a:pt x="23093" y="251953"/>
                  </a:lnTo>
                  <a:lnTo>
                    <a:pt x="25850" y="256473"/>
                  </a:lnTo>
                  <a:lnTo>
                    <a:pt x="28749" y="260903"/>
                  </a:lnTo>
                  <a:lnTo>
                    <a:pt x="31786" y="265238"/>
                  </a:lnTo>
                  <a:lnTo>
                    <a:pt x="34960" y="269476"/>
                  </a:lnTo>
                  <a:lnTo>
                    <a:pt x="38266" y="273611"/>
                  </a:lnTo>
                  <a:lnTo>
                    <a:pt x="41701" y="277639"/>
                  </a:lnTo>
                  <a:lnTo>
                    <a:pt x="45262" y="281556"/>
                  </a:lnTo>
                  <a:lnTo>
                    <a:pt x="48945" y="285359"/>
                  </a:lnTo>
                  <a:lnTo>
                    <a:pt x="52747" y="289043"/>
                  </a:lnTo>
                  <a:lnTo>
                    <a:pt x="56663" y="292605"/>
                  </a:lnTo>
                  <a:lnTo>
                    <a:pt x="60691" y="296041"/>
                  </a:lnTo>
                  <a:lnTo>
                    <a:pt x="64825" y="299348"/>
                  </a:lnTo>
                  <a:lnTo>
                    <a:pt x="69062" y="302522"/>
                  </a:lnTo>
                  <a:lnTo>
                    <a:pt x="73397" y="305561"/>
                  </a:lnTo>
                  <a:lnTo>
                    <a:pt x="77826" y="308460"/>
                  </a:lnTo>
                  <a:lnTo>
                    <a:pt x="82345" y="311218"/>
                  </a:lnTo>
                  <a:lnTo>
                    <a:pt x="86949" y="313832"/>
                  </a:lnTo>
                  <a:lnTo>
                    <a:pt x="91633" y="316298"/>
                  </a:lnTo>
                  <a:lnTo>
                    <a:pt x="96393" y="318615"/>
                  </a:lnTo>
                  <a:lnTo>
                    <a:pt x="101225" y="320780"/>
                  </a:lnTo>
                  <a:lnTo>
                    <a:pt x="106122" y="322791"/>
                  </a:lnTo>
                  <a:lnTo>
                    <a:pt x="111080" y="324646"/>
                  </a:lnTo>
                  <a:lnTo>
                    <a:pt x="116095" y="326343"/>
                  </a:lnTo>
                  <a:lnTo>
                    <a:pt x="121161" y="327880"/>
                  </a:lnTo>
                  <a:lnTo>
                    <a:pt x="126273" y="329256"/>
                  </a:lnTo>
                  <a:lnTo>
                    <a:pt x="131426" y="330470"/>
                  </a:lnTo>
                  <a:lnTo>
                    <a:pt x="136615" y="331519"/>
                  </a:lnTo>
                  <a:lnTo>
                    <a:pt x="141834" y="332404"/>
                  </a:lnTo>
                  <a:lnTo>
                    <a:pt x="147079" y="333123"/>
                  </a:lnTo>
                  <a:lnTo>
                    <a:pt x="152344" y="333676"/>
                  </a:lnTo>
                  <a:lnTo>
                    <a:pt x="157624" y="334062"/>
                  </a:lnTo>
                  <a:lnTo>
                    <a:pt x="162914" y="334280"/>
                  </a:lnTo>
                  <a:lnTo>
                    <a:pt x="168207" y="334331"/>
                  </a:lnTo>
                  <a:lnTo>
                    <a:pt x="173500" y="334214"/>
                  </a:lnTo>
                  <a:lnTo>
                    <a:pt x="178786" y="333930"/>
                  </a:lnTo>
                  <a:lnTo>
                    <a:pt x="184061" y="333478"/>
                  </a:lnTo>
                  <a:lnTo>
                    <a:pt x="189319" y="332860"/>
                  </a:lnTo>
                  <a:lnTo>
                    <a:pt x="194554" y="332075"/>
                  </a:lnTo>
                  <a:lnTo>
                    <a:pt x="199762" y="331125"/>
                  </a:lnTo>
                  <a:lnTo>
                    <a:pt x="204938" y="330011"/>
                  </a:lnTo>
                  <a:lnTo>
                    <a:pt x="210075" y="328733"/>
                  </a:lnTo>
                  <a:lnTo>
                    <a:pt x="215170" y="327293"/>
                  </a:lnTo>
                  <a:lnTo>
                    <a:pt x="220216" y="325693"/>
                  </a:lnTo>
                  <a:lnTo>
                    <a:pt x="225209" y="323933"/>
                  </a:lnTo>
                  <a:lnTo>
                    <a:pt x="230144" y="322017"/>
                  </a:lnTo>
                  <a:lnTo>
                    <a:pt x="235016" y="319945"/>
                  </a:lnTo>
                  <a:lnTo>
                    <a:pt x="239819" y="317719"/>
                  </a:lnTo>
                  <a:lnTo>
                    <a:pt x="244550" y="315343"/>
                  </a:lnTo>
                  <a:lnTo>
                    <a:pt x="249203" y="312819"/>
                  </a:lnTo>
                  <a:lnTo>
                    <a:pt x="253774" y="310148"/>
                  </a:lnTo>
                  <a:lnTo>
                    <a:pt x="258258" y="307334"/>
                  </a:lnTo>
                  <a:lnTo>
                    <a:pt x="262651" y="304379"/>
                  </a:lnTo>
                  <a:lnTo>
                    <a:pt x="266948" y="301286"/>
                  </a:lnTo>
                  <a:lnTo>
                    <a:pt x="271145" y="298059"/>
                  </a:lnTo>
                  <a:lnTo>
                    <a:pt x="275237" y="294701"/>
                  </a:lnTo>
                  <a:lnTo>
                    <a:pt x="279221" y="291215"/>
                  </a:lnTo>
                  <a:lnTo>
                    <a:pt x="283093" y="287605"/>
                  </a:lnTo>
                  <a:lnTo>
                    <a:pt x="286849" y="283873"/>
                  </a:lnTo>
                  <a:lnTo>
                    <a:pt x="290484" y="280025"/>
                  </a:lnTo>
                  <a:lnTo>
                    <a:pt x="293996" y="276063"/>
                  </a:lnTo>
                  <a:lnTo>
                    <a:pt x="297381" y="271993"/>
                  </a:lnTo>
                  <a:lnTo>
                    <a:pt x="300635" y="267817"/>
                  </a:lnTo>
                  <a:lnTo>
                    <a:pt x="303755" y="263540"/>
                  </a:lnTo>
                  <a:lnTo>
                    <a:pt x="306738" y="259166"/>
                  </a:lnTo>
                  <a:lnTo>
                    <a:pt x="309581" y="254701"/>
                  </a:lnTo>
                  <a:lnTo>
                    <a:pt x="312281" y="250147"/>
                  </a:lnTo>
                  <a:lnTo>
                    <a:pt x="314836" y="245510"/>
                  </a:lnTo>
                  <a:lnTo>
                    <a:pt x="317243" y="240795"/>
                  </a:lnTo>
                  <a:lnTo>
                    <a:pt x="319499" y="236006"/>
                  </a:lnTo>
                  <a:lnTo>
                    <a:pt x="321602" y="231148"/>
                  </a:lnTo>
                  <a:lnTo>
                    <a:pt x="323551" y="226225"/>
                  </a:lnTo>
                  <a:lnTo>
                    <a:pt x="325343" y="221244"/>
                  </a:lnTo>
                  <a:lnTo>
                    <a:pt x="326976" y="216208"/>
                  </a:lnTo>
                  <a:lnTo>
                    <a:pt x="328448" y="211123"/>
                  </a:lnTo>
                  <a:lnTo>
                    <a:pt x="329759" y="205994"/>
                  </a:lnTo>
                  <a:lnTo>
                    <a:pt x="330907" y="200826"/>
                  </a:lnTo>
                  <a:lnTo>
                    <a:pt x="331891" y="195624"/>
                  </a:lnTo>
                  <a:lnTo>
                    <a:pt x="332709" y="190394"/>
                  </a:lnTo>
                  <a:lnTo>
                    <a:pt x="333362" y="185140"/>
                  </a:lnTo>
                  <a:lnTo>
                    <a:pt x="333848" y="179868"/>
                  </a:lnTo>
                  <a:lnTo>
                    <a:pt x="334166" y="174584"/>
                  </a:lnTo>
                  <a:lnTo>
                    <a:pt x="334317" y="169292"/>
                  </a:lnTo>
                  <a:lnTo>
                    <a:pt x="334301" y="163998"/>
                  </a:lnTo>
                  <a:lnTo>
                    <a:pt x="334117" y="158707"/>
                  </a:lnTo>
                  <a:lnTo>
                    <a:pt x="333765" y="153425"/>
                  </a:lnTo>
                  <a:lnTo>
                    <a:pt x="333246" y="148156"/>
                  </a:lnTo>
                  <a:lnTo>
                    <a:pt x="332561" y="142907"/>
                  </a:lnTo>
                  <a:lnTo>
                    <a:pt x="331710" y="137682"/>
                  </a:lnTo>
                  <a:lnTo>
                    <a:pt x="330694" y="132486"/>
                  </a:lnTo>
                  <a:lnTo>
                    <a:pt x="329514" y="127325"/>
                  </a:lnTo>
                  <a:lnTo>
                    <a:pt x="328171" y="122205"/>
                  </a:lnTo>
                  <a:lnTo>
                    <a:pt x="326666" y="117129"/>
                  </a:lnTo>
                  <a:lnTo>
                    <a:pt x="325002" y="112103"/>
                  </a:lnTo>
                  <a:lnTo>
                    <a:pt x="323179" y="107133"/>
                  </a:lnTo>
                  <a:lnTo>
                    <a:pt x="321200" y="102223"/>
                  </a:lnTo>
                  <a:lnTo>
                    <a:pt x="319066" y="97378"/>
                  </a:lnTo>
                  <a:lnTo>
                    <a:pt x="316780" y="92603"/>
                  </a:lnTo>
                  <a:lnTo>
                    <a:pt x="314344" y="87903"/>
                  </a:lnTo>
                  <a:lnTo>
                    <a:pt x="311760" y="83282"/>
                  </a:lnTo>
                  <a:lnTo>
                    <a:pt x="309032" y="78745"/>
                  </a:lnTo>
                  <a:lnTo>
                    <a:pt x="306161" y="74298"/>
                  </a:lnTo>
                  <a:lnTo>
                    <a:pt x="303150" y="69943"/>
                  </a:lnTo>
                  <a:lnTo>
                    <a:pt x="300003" y="65686"/>
                  </a:lnTo>
                  <a:lnTo>
                    <a:pt x="296723" y="61530"/>
                  </a:lnTo>
                  <a:lnTo>
                    <a:pt x="293314" y="57481"/>
                  </a:lnTo>
                  <a:lnTo>
                    <a:pt x="289777" y="53541"/>
                  </a:lnTo>
                  <a:lnTo>
                    <a:pt x="286118" y="49715"/>
                  </a:lnTo>
                  <a:lnTo>
                    <a:pt x="282339" y="46008"/>
                  </a:lnTo>
                  <a:lnTo>
                    <a:pt x="278445" y="42421"/>
                  </a:lnTo>
                  <a:lnTo>
                    <a:pt x="274439" y="38960"/>
                  </a:lnTo>
                  <a:lnTo>
                    <a:pt x="270325" y="35628"/>
                  </a:lnTo>
                  <a:lnTo>
                    <a:pt x="266108" y="32427"/>
                  </a:lnTo>
                  <a:lnTo>
                    <a:pt x="261792" y="29362"/>
                  </a:lnTo>
                  <a:lnTo>
                    <a:pt x="257381" y="26434"/>
                  </a:lnTo>
                  <a:lnTo>
                    <a:pt x="252880" y="23648"/>
                  </a:lnTo>
                  <a:lnTo>
                    <a:pt x="248292" y="21006"/>
                  </a:lnTo>
                  <a:lnTo>
                    <a:pt x="243623" y="18510"/>
                  </a:lnTo>
                  <a:lnTo>
                    <a:pt x="238878" y="16164"/>
                  </a:lnTo>
                  <a:lnTo>
                    <a:pt x="234060" y="13969"/>
                  </a:lnTo>
                  <a:lnTo>
                    <a:pt x="229176" y="11927"/>
                  </a:lnTo>
                  <a:lnTo>
                    <a:pt x="224229" y="10041"/>
                  </a:lnTo>
                  <a:lnTo>
                    <a:pt x="219225" y="8313"/>
                  </a:lnTo>
                  <a:lnTo>
                    <a:pt x="214169" y="6744"/>
                  </a:lnTo>
                  <a:lnTo>
                    <a:pt x="209066" y="5336"/>
                  </a:lnTo>
                  <a:lnTo>
                    <a:pt x="203920" y="4091"/>
                  </a:lnTo>
                  <a:lnTo>
                    <a:pt x="198738" y="3008"/>
                  </a:lnTo>
                  <a:lnTo>
                    <a:pt x="193524" y="2091"/>
                  </a:lnTo>
                  <a:lnTo>
                    <a:pt x="188284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43" y="5103947"/>
              <a:ext cx="44" cy="167167"/>
            </a:xfrm>
            <a:custGeom>
              <a:avLst/>
              <a:pathLst>
                <a:path w="44" h="167167">
                  <a:moveTo>
                    <a:pt x="0" y="0"/>
                  </a:moveTo>
                  <a:lnTo>
                    <a:pt x="4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43" y="5103947"/>
              <a:ext cx="44" cy="167167"/>
            </a:xfrm>
            <a:custGeom>
              <a:avLst/>
              <a:pathLst>
                <a:path w="44" h="167167">
                  <a:moveTo>
                    <a:pt x="0" y="0"/>
                  </a:moveTo>
                  <a:lnTo>
                    <a:pt x="4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43" y="5103947"/>
              <a:ext cx="44" cy="167167"/>
            </a:xfrm>
            <a:custGeom>
              <a:avLst/>
              <a:pathLst>
                <a:path w="44" h="167167">
                  <a:moveTo>
                    <a:pt x="0" y="0"/>
                  </a:moveTo>
                  <a:lnTo>
                    <a:pt x="4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43" y="5103947"/>
              <a:ext cx="44" cy="167167"/>
            </a:xfrm>
            <a:custGeom>
              <a:avLst/>
              <a:pathLst>
                <a:path w="44" h="167167">
                  <a:moveTo>
                    <a:pt x="0" y="0"/>
                  </a:moveTo>
                  <a:lnTo>
                    <a:pt x="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43" y="5103947"/>
              <a:ext cx="44" cy="167167"/>
            </a:xfrm>
            <a:custGeom>
              <a:avLst/>
              <a:pathLst>
                <a:path w="44" h="167167">
                  <a:moveTo>
                    <a:pt x="0" y="0"/>
                  </a:moveTo>
                  <a:lnTo>
                    <a:pt x="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43" y="5103947"/>
              <a:ext cx="44" cy="167167"/>
            </a:xfrm>
            <a:custGeom>
              <a:avLst/>
              <a:pathLst>
                <a:path w="44" h="167167">
                  <a:moveTo>
                    <a:pt x="0" y="0"/>
                  </a:moveTo>
                  <a:lnTo>
                    <a:pt x="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43" y="5103947"/>
              <a:ext cx="44" cy="167167"/>
            </a:xfrm>
            <a:custGeom>
              <a:avLst/>
              <a:pathLst>
                <a:path w="44" h="167167">
                  <a:moveTo>
                    <a:pt x="0" y="0"/>
                  </a:moveTo>
                  <a:lnTo>
                    <a:pt x="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43" y="5103947"/>
              <a:ext cx="44" cy="167167"/>
            </a:xfrm>
            <a:custGeom>
              <a:avLst/>
              <a:pathLst>
                <a:path w="44" h="167167">
                  <a:moveTo>
                    <a:pt x="0" y="0"/>
                  </a:moveTo>
                  <a:lnTo>
                    <a:pt x="4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43" y="5103947"/>
              <a:ext cx="44" cy="167167"/>
            </a:xfrm>
            <a:custGeom>
              <a:avLst/>
              <a:pathLst>
                <a:path w="44" h="167167">
                  <a:moveTo>
                    <a:pt x="0" y="0"/>
                  </a:moveTo>
                  <a:lnTo>
                    <a:pt x="4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61930" y="5103947"/>
              <a:ext cx="334325" cy="334324"/>
            </a:xfrm>
            <a:custGeom>
              <a:avLst/>
              <a:pathLst>
                <a:path w="334325" h="334324">
                  <a:moveTo>
                    <a:pt x="167113" y="0"/>
                  </a:moveTo>
                  <a:lnTo>
                    <a:pt x="161829" y="84"/>
                  </a:lnTo>
                  <a:lnTo>
                    <a:pt x="156550" y="336"/>
                  </a:lnTo>
                  <a:lnTo>
                    <a:pt x="151282" y="755"/>
                  </a:lnTo>
                  <a:lnTo>
                    <a:pt x="146029" y="1340"/>
                  </a:lnTo>
                  <a:lnTo>
                    <a:pt x="140798" y="2091"/>
                  </a:lnTo>
                  <a:lnTo>
                    <a:pt x="135593" y="3007"/>
                  </a:lnTo>
                  <a:lnTo>
                    <a:pt x="130420" y="4086"/>
                  </a:lnTo>
                  <a:lnTo>
                    <a:pt x="125283" y="5329"/>
                  </a:lnTo>
                  <a:lnTo>
                    <a:pt x="120188" y="6734"/>
                  </a:lnTo>
                  <a:lnTo>
                    <a:pt x="115141" y="8299"/>
                  </a:lnTo>
                  <a:lnTo>
                    <a:pt x="110145" y="10022"/>
                  </a:lnTo>
                  <a:lnTo>
                    <a:pt x="105206" y="11903"/>
                  </a:lnTo>
                  <a:lnTo>
                    <a:pt x="100329" y="13939"/>
                  </a:lnTo>
                  <a:lnTo>
                    <a:pt x="95519" y="16128"/>
                  </a:lnTo>
                  <a:lnTo>
                    <a:pt x="90780" y="18468"/>
                  </a:lnTo>
                  <a:lnTo>
                    <a:pt x="86118" y="20957"/>
                  </a:lnTo>
                  <a:lnTo>
                    <a:pt x="81537" y="23592"/>
                  </a:lnTo>
                  <a:lnTo>
                    <a:pt x="77041" y="26370"/>
                  </a:lnTo>
                  <a:lnTo>
                    <a:pt x="72635" y="29289"/>
                  </a:lnTo>
                  <a:lnTo>
                    <a:pt x="68324" y="32346"/>
                  </a:lnTo>
                  <a:lnTo>
                    <a:pt x="64112" y="35537"/>
                  </a:lnTo>
                  <a:lnTo>
                    <a:pt x="60002" y="38860"/>
                  </a:lnTo>
                  <a:lnTo>
                    <a:pt x="56000" y="42312"/>
                  </a:lnTo>
                  <a:lnTo>
                    <a:pt x="52109" y="45888"/>
                  </a:lnTo>
                  <a:lnTo>
                    <a:pt x="48333" y="49585"/>
                  </a:lnTo>
                  <a:lnTo>
                    <a:pt x="44675" y="53400"/>
                  </a:lnTo>
                  <a:lnTo>
                    <a:pt x="41140" y="57329"/>
                  </a:lnTo>
                  <a:lnTo>
                    <a:pt x="37731" y="61367"/>
                  </a:lnTo>
                  <a:lnTo>
                    <a:pt x="34452" y="65511"/>
                  </a:lnTo>
                  <a:lnTo>
                    <a:pt x="31305" y="69757"/>
                  </a:lnTo>
                  <a:lnTo>
                    <a:pt x="28293" y="74100"/>
                  </a:lnTo>
                  <a:lnTo>
                    <a:pt x="25421" y="78536"/>
                  </a:lnTo>
                  <a:lnTo>
                    <a:pt x="22690" y="83060"/>
                  </a:lnTo>
                  <a:lnTo>
                    <a:pt x="20104" y="87669"/>
                  </a:lnTo>
                  <a:lnTo>
                    <a:pt x="17664" y="92357"/>
                  </a:lnTo>
                  <a:lnTo>
                    <a:pt x="15374" y="97120"/>
                  </a:lnTo>
                  <a:lnTo>
                    <a:pt x="13236" y="101953"/>
                  </a:lnTo>
                  <a:lnTo>
                    <a:pt x="11251" y="106851"/>
                  </a:lnTo>
                  <a:lnTo>
                    <a:pt x="9423" y="111810"/>
                  </a:lnTo>
                  <a:lnTo>
                    <a:pt x="7751" y="116824"/>
                  </a:lnTo>
                  <a:lnTo>
                    <a:pt x="6240" y="121888"/>
                  </a:lnTo>
                  <a:lnTo>
                    <a:pt x="4889" y="126997"/>
                  </a:lnTo>
                  <a:lnTo>
                    <a:pt x="3700" y="132146"/>
                  </a:lnTo>
                  <a:lnTo>
                    <a:pt x="2675" y="137331"/>
                  </a:lnTo>
                  <a:lnTo>
                    <a:pt x="1814" y="142545"/>
                  </a:lnTo>
                  <a:lnTo>
                    <a:pt x="1118" y="147784"/>
                  </a:lnTo>
                  <a:lnTo>
                    <a:pt x="589" y="153042"/>
                  </a:lnTo>
                  <a:lnTo>
                    <a:pt x="225" y="158315"/>
                  </a:lnTo>
                  <a:lnTo>
                    <a:pt x="29" y="163596"/>
                  </a:lnTo>
                  <a:lnTo>
                    <a:pt x="0" y="168881"/>
                  </a:lnTo>
                  <a:lnTo>
                    <a:pt x="137" y="174164"/>
                  </a:lnTo>
                  <a:lnTo>
                    <a:pt x="442" y="179440"/>
                  </a:lnTo>
                  <a:lnTo>
                    <a:pt x="913" y="184704"/>
                  </a:lnTo>
                  <a:lnTo>
                    <a:pt x="1551" y="189950"/>
                  </a:lnTo>
                  <a:lnTo>
                    <a:pt x="2353" y="195173"/>
                  </a:lnTo>
                  <a:lnTo>
                    <a:pt x="3321" y="200369"/>
                  </a:lnTo>
                  <a:lnTo>
                    <a:pt x="4452" y="205531"/>
                  </a:lnTo>
                  <a:lnTo>
                    <a:pt x="5747" y="210655"/>
                  </a:lnTo>
                  <a:lnTo>
                    <a:pt x="7202" y="215736"/>
                  </a:lnTo>
                  <a:lnTo>
                    <a:pt x="8817" y="220768"/>
                  </a:lnTo>
                  <a:lnTo>
                    <a:pt x="10591" y="225746"/>
                  </a:lnTo>
                  <a:lnTo>
                    <a:pt x="12520" y="230666"/>
                  </a:lnTo>
                  <a:lnTo>
                    <a:pt x="14605" y="235523"/>
                  </a:lnTo>
                  <a:lnTo>
                    <a:pt x="16842" y="240311"/>
                  </a:lnTo>
                  <a:lnTo>
                    <a:pt x="19229" y="245026"/>
                  </a:lnTo>
                  <a:lnTo>
                    <a:pt x="21764" y="249663"/>
                  </a:lnTo>
                  <a:lnTo>
                    <a:pt x="24445" y="254217"/>
                  </a:lnTo>
                  <a:lnTo>
                    <a:pt x="27268" y="258685"/>
                  </a:lnTo>
                  <a:lnTo>
                    <a:pt x="30230" y="263061"/>
                  </a:lnTo>
                  <a:lnTo>
                    <a:pt x="33330" y="267342"/>
                  </a:lnTo>
                  <a:lnTo>
                    <a:pt x="36564" y="271522"/>
                  </a:lnTo>
                  <a:lnTo>
                    <a:pt x="39928" y="275598"/>
                  </a:lnTo>
                  <a:lnTo>
                    <a:pt x="43419" y="279566"/>
                  </a:lnTo>
                  <a:lnTo>
                    <a:pt x="47033" y="283421"/>
                  </a:lnTo>
                  <a:lnTo>
                    <a:pt x="50768" y="287160"/>
                  </a:lnTo>
                  <a:lnTo>
                    <a:pt x="54619" y="290779"/>
                  </a:lnTo>
                  <a:lnTo>
                    <a:pt x="58583" y="294275"/>
                  </a:lnTo>
                  <a:lnTo>
                    <a:pt x="62655" y="297643"/>
                  </a:lnTo>
                  <a:lnTo>
                    <a:pt x="66832" y="300882"/>
                  </a:lnTo>
                  <a:lnTo>
                    <a:pt x="71109" y="303986"/>
                  </a:lnTo>
                  <a:lnTo>
                    <a:pt x="75482" y="306954"/>
                  </a:lnTo>
                  <a:lnTo>
                    <a:pt x="79946" y="309782"/>
                  </a:lnTo>
                  <a:lnTo>
                    <a:pt x="84498" y="312467"/>
                  </a:lnTo>
                  <a:lnTo>
                    <a:pt x="89132" y="315008"/>
                  </a:lnTo>
                  <a:lnTo>
                    <a:pt x="93845" y="317400"/>
                  </a:lnTo>
                  <a:lnTo>
                    <a:pt x="98630" y="319643"/>
                  </a:lnTo>
                  <a:lnTo>
                    <a:pt x="103484" y="321733"/>
                  </a:lnTo>
                  <a:lnTo>
                    <a:pt x="108402" y="323668"/>
                  </a:lnTo>
                  <a:lnTo>
                    <a:pt x="113378" y="325447"/>
                  </a:lnTo>
                  <a:lnTo>
                    <a:pt x="118408" y="327068"/>
                  </a:lnTo>
                  <a:lnTo>
                    <a:pt x="123487" y="328529"/>
                  </a:lnTo>
                  <a:lnTo>
                    <a:pt x="128610" y="329829"/>
                  </a:lnTo>
                  <a:lnTo>
                    <a:pt x="133771" y="330966"/>
                  </a:lnTo>
                  <a:lnTo>
                    <a:pt x="138965" y="331940"/>
                  </a:lnTo>
                  <a:lnTo>
                    <a:pt x="144188" y="332749"/>
                  </a:lnTo>
                  <a:lnTo>
                    <a:pt x="149434" y="333392"/>
                  </a:lnTo>
                  <a:lnTo>
                    <a:pt x="154697" y="333869"/>
                  </a:lnTo>
                  <a:lnTo>
                    <a:pt x="159973" y="334180"/>
                  </a:lnTo>
                  <a:lnTo>
                    <a:pt x="165255" y="334324"/>
                  </a:lnTo>
                  <a:lnTo>
                    <a:pt x="170540" y="334300"/>
                  </a:lnTo>
                  <a:lnTo>
                    <a:pt x="175822" y="334110"/>
                  </a:lnTo>
                  <a:lnTo>
                    <a:pt x="181095" y="333752"/>
                  </a:lnTo>
                  <a:lnTo>
                    <a:pt x="186353" y="333229"/>
                  </a:lnTo>
                  <a:lnTo>
                    <a:pt x="191593" y="332539"/>
                  </a:lnTo>
                  <a:lnTo>
                    <a:pt x="196808" y="331684"/>
                  </a:lnTo>
                  <a:lnTo>
                    <a:pt x="201994" y="330664"/>
                  </a:lnTo>
                  <a:lnTo>
                    <a:pt x="207145" y="329482"/>
                  </a:lnTo>
                  <a:lnTo>
                    <a:pt x="212256" y="328136"/>
                  </a:lnTo>
                  <a:lnTo>
                    <a:pt x="217321" y="326630"/>
                  </a:lnTo>
                  <a:lnTo>
                    <a:pt x="222337" y="324965"/>
                  </a:lnTo>
                  <a:lnTo>
                    <a:pt x="227297" y="323142"/>
                  </a:lnTo>
                  <a:lnTo>
                    <a:pt x="232198" y="321163"/>
                  </a:lnTo>
                  <a:lnTo>
                    <a:pt x="237033" y="319030"/>
                  </a:lnTo>
                  <a:lnTo>
                    <a:pt x="241799" y="316746"/>
                  </a:lnTo>
                  <a:lnTo>
                    <a:pt x="246490" y="314311"/>
                  </a:lnTo>
                  <a:lnTo>
                    <a:pt x="251101" y="311730"/>
                  </a:lnTo>
                  <a:lnTo>
                    <a:pt x="255629" y="309004"/>
                  </a:lnTo>
                  <a:lnTo>
                    <a:pt x="260068" y="306137"/>
                  </a:lnTo>
                  <a:lnTo>
                    <a:pt x="264415" y="303131"/>
                  </a:lnTo>
                  <a:lnTo>
                    <a:pt x="268664" y="299988"/>
                  </a:lnTo>
                  <a:lnTo>
                    <a:pt x="272812" y="296713"/>
                  </a:lnTo>
                  <a:lnTo>
                    <a:pt x="276854" y="293309"/>
                  </a:lnTo>
                  <a:lnTo>
                    <a:pt x="280787" y="289778"/>
                  </a:lnTo>
                  <a:lnTo>
                    <a:pt x="284606" y="286125"/>
                  </a:lnTo>
                  <a:lnTo>
                    <a:pt x="288307" y="282353"/>
                  </a:lnTo>
                  <a:lnTo>
                    <a:pt x="291888" y="278466"/>
                  </a:lnTo>
                  <a:lnTo>
                    <a:pt x="295344" y="274468"/>
                  </a:lnTo>
                  <a:lnTo>
                    <a:pt x="298671" y="270362"/>
                  </a:lnTo>
                  <a:lnTo>
                    <a:pt x="301868" y="266153"/>
                  </a:lnTo>
                  <a:lnTo>
                    <a:pt x="304929" y="261846"/>
                  </a:lnTo>
                  <a:lnTo>
                    <a:pt x="307853" y="257443"/>
                  </a:lnTo>
                  <a:lnTo>
                    <a:pt x="310637" y="252951"/>
                  </a:lnTo>
                  <a:lnTo>
                    <a:pt x="313277" y="248373"/>
                  </a:lnTo>
                  <a:lnTo>
                    <a:pt x="315770" y="243713"/>
                  </a:lnTo>
                  <a:lnTo>
                    <a:pt x="318116" y="238977"/>
                  </a:lnTo>
                  <a:lnTo>
                    <a:pt x="320310" y="234170"/>
                  </a:lnTo>
                  <a:lnTo>
                    <a:pt x="322352" y="229295"/>
                  </a:lnTo>
                  <a:lnTo>
                    <a:pt x="324238" y="224358"/>
                  </a:lnTo>
                  <a:lnTo>
                    <a:pt x="325967" y="219364"/>
                  </a:lnTo>
                  <a:lnTo>
                    <a:pt x="327538" y="214318"/>
                  </a:lnTo>
                  <a:lnTo>
                    <a:pt x="328948" y="209225"/>
                  </a:lnTo>
                  <a:lnTo>
                    <a:pt x="330197" y="204090"/>
                  </a:lnTo>
                  <a:lnTo>
                    <a:pt x="331283" y="198917"/>
                  </a:lnTo>
                  <a:lnTo>
                    <a:pt x="332204" y="193714"/>
                  </a:lnTo>
                  <a:lnTo>
                    <a:pt x="332961" y="188483"/>
                  </a:lnTo>
                  <a:lnTo>
                    <a:pt x="333552" y="183231"/>
                  </a:lnTo>
                  <a:lnTo>
                    <a:pt x="333977" y="177964"/>
                  </a:lnTo>
                  <a:lnTo>
                    <a:pt x="334234" y="172685"/>
                  </a:lnTo>
                  <a:lnTo>
                    <a:pt x="334325" y="167401"/>
                  </a:lnTo>
                  <a:lnTo>
                    <a:pt x="334249" y="162117"/>
                  </a:lnTo>
                  <a:lnTo>
                    <a:pt x="334006" y="156837"/>
                  </a:lnTo>
                  <a:lnTo>
                    <a:pt x="333596" y="151568"/>
                  </a:lnTo>
                  <a:lnTo>
                    <a:pt x="333020" y="146315"/>
                  </a:lnTo>
                  <a:lnTo>
                    <a:pt x="332278" y="141083"/>
                  </a:lnTo>
                  <a:lnTo>
                    <a:pt x="331371" y="135876"/>
                  </a:lnTo>
                  <a:lnTo>
                    <a:pt x="330300" y="130701"/>
                  </a:lnTo>
                  <a:lnTo>
                    <a:pt x="329066" y="125562"/>
                  </a:lnTo>
                  <a:lnTo>
                    <a:pt x="327669" y="120465"/>
                  </a:lnTo>
                  <a:lnTo>
                    <a:pt x="326113" y="115415"/>
                  </a:lnTo>
                  <a:lnTo>
                    <a:pt x="324398" y="110416"/>
                  </a:lnTo>
                  <a:lnTo>
                    <a:pt x="322525" y="105474"/>
                  </a:lnTo>
                  <a:lnTo>
                    <a:pt x="320497" y="100593"/>
                  </a:lnTo>
                  <a:lnTo>
                    <a:pt x="318316" y="95780"/>
                  </a:lnTo>
                  <a:lnTo>
                    <a:pt x="315984" y="91037"/>
                  </a:lnTo>
                  <a:lnTo>
                    <a:pt x="313503" y="86371"/>
                  </a:lnTo>
                  <a:lnTo>
                    <a:pt x="310876" y="81785"/>
                  </a:lnTo>
                  <a:lnTo>
                    <a:pt x="308105" y="77285"/>
                  </a:lnTo>
                  <a:lnTo>
                    <a:pt x="305194" y="72874"/>
                  </a:lnTo>
                  <a:lnTo>
                    <a:pt x="302144" y="68558"/>
                  </a:lnTo>
                  <a:lnTo>
                    <a:pt x="298960" y="64340"/>
                  </a:lnTo>
                  <a:lnTo>
                    <a:pt x="295643" y="60225"/>
                  </a:lnTo>
                  <a:lnTo>
                    <a:pt x="292199" y="56217"/>
                  </a:lnTo>
                  <a:lnTo>
                    <a:pt x="288629" y="52320"/>
                  </a:lnTo>
                  <a:lnTo>
                    <a:pt x="284938" y="48538"/>
                  </a:lnTo>
                  <a:lnTo>
                    <a:pt x="281129" y="44874"/>
                  </a:lnTo>
                  <a:lnTo>
                    <a:pt x="277207" y="41333"/>
                  </a:lnTo>
                  <a:lnTo>
                    <a:pt x="273174" y="37917"/>
                  </a:lnTo>
                  <a:lnTo>
                    <a:pt x="269035" y="34630"/>
                  </a:lnTo>
                  <a:lnTo>
                    <a:pt x="264795" y="31476"/>
                  </a:lnTo>
                  <a:lnTo>
                    <a:pt x="260457" y="28458"/>
                  </a:lnTo>
                  <a:lnTo>
                    <a:pt x="256026" y="25578"/>
                  </a:lnTo>
                  <a:lnTo>
                    <a:pt x="251506" y="22839"/>
                  </a:lnTo>
                  <a:lnTo>
                    <a:pt x="246901" y="20245"/>
                  </a:lnTo>
                  <a:lnTo>
                    <a:pt x="242217" y="17798"/>
                  </a:lnTo>
                  <a:lnTo>
                    <a:pt x="237458" y="15500"/>
                  </a:lnTo>
                  <a:lnTo>
                    <a:pt x="232629" y="13354"/>
                  </a:lnTo>
                  <a:lnTo>
                    <a:pt x="227734" y="11361"/>
                  </a:lnTo>
                  <a:lnTo>
                    <a:pt x="222779" y="9524"/>
                  </a:lnTo>
                  <a:lnTo>
                    <a:pt x="217768" y="7845"/>
                  </a:lnTo>
                  <a:lnTo>
                    <a:pt x="212706" y="6324"/>
                  </a:lnTo>
                  <a:lnTo>
                    <a:pt x="207599" y="4965"/>
                  </a:lnTo>
                  <a:lnTo>
                    <a:pt x="202452" y="3768"/>
                  </a:lnTo>
                  <a:lnTo>
                    <a:pt x="197269" y="2734"/>
                  </a:lnTo>
                  <a:lnTo>
                    <a:pt x="192056" y="1864"/>
                  </a:lnTo>
                  <a:lnTo>
                    <a:pt x="186818" y="116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88" y="5103947"/>
              <a:ext cx="19660" cy="167167"/>
            </a:xfrm>
            <a:custGeom>
              <a:avLst/>
              <a:pathLst>
                <a:path w="19660" h="167167">
                  <a:moveTo>
                    <a:pt x="19660" y="1160"/>
                  </a:moveTo>
                  <a:lnTo>
                    <a:pt x="9847" y="2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43232" y="5309273"/>
              <a:ext cx="162662" cy="167167"/>
            </a:xfrm>
            <a:custGeom>
              <a:avLst/>
              <a:pathLst>
                <a:path w="162662" h="167167">
                  <a:moveTo>
                    <a:pt x="162659" y="0"/>
                  </a:moveTo>
                  <a:lnTo>
                    <a:pt x="157204" y="89"/>
                  </a:lnTo>
                  <a:lnTo>
                    <a:pt x="151755" y="356"/>
                  </a:lnTo>
                  <a:lnTo>
                    <a:pt x="146318" y="800"/>
                  </a:lnTo>
                  <a:lnTo>
                    <a:pt x="140898" y="1422"/>
                  </a:lnTo>
                  <a:lnTo>
                    <a:pt x="135501" y="2221"/>
                  </a:lnTo>
                  <a:lnTo>
                    <a:pt x="130133" y="3195"/>
                  </a:lnTo>
                  <a:lnTo>
                    <a:pt x="124800" y="4344"/>
                  </a:lnTo>
                  <a:lnTo>
                    <a:pt x="119507" y="5666"/>
                  </a:lnTo>
                  <a:lnTo>
                    <a:pt x="114260" y="7160"/>
                  </a:lnTo>
                  <a:lnTo>
                    <a:pt x="109065" y="8825"/>
                  </a:lnTo>
                  <a:lnTo>
                    <a:pt x="103927" y="10658"/>
                  </a:lnTo>
                  <a:lnTo>
                    <a:pt x="98851" y="12658"/>
                  </a:lnTo>
                  <a:lnTo>
                    <a:pt x="93843" y="14822"/>
                  </a:lnTo>
                  <a:lnTo>
                    <a:pt x="88909" y="17149"/>
                  </a:lnTo>
                  <a:lnTo>
                    <a:pt x="84053" y="19636"/>
                  </a:lnTo>
                  <a:lnTo>
                    <a:pt x="79281" y="22279"/>
                  </a:lnTo>
                  <a:lnTo>
                    <a:pt x="74597" y="25077"/>
                  </a:lnTo>
                  <a:lnTo>
                    <a:pt x="70008" y="28026"/>
                  </a:lnTo>
                  <a:lnTo>
                    <a:pt x="65517" y="31124"/>
                  </a:lnTo>
                  <a:lnTo>
                    <a:pt x="61129" y="34366"/>
                  </a:lnTo>
                  <a:lnTo>
                    <a:pt x="56850" y="37750"/>
                  </a:lnTo>
                  <a:lnTo>
                    <a:pt x="52683" y="41272"/>
                  </a:lnTo>
                  <a:lnTo>
                    <a:pt x="48634" y="44928"/>
                  </a:lnTo>
                  <a:lnTo>
                    <a:pt x="44706" y="48713"/>
                  </a:lnTo>
                  <a:lnTo>
                    <a:pt x="40903" y="52626"/>
                  </a:lnTo>
                  <a:lnTo>
                    <a:pt x="37231" y="56660"/>
                  </a:lnTo>
                  <a:lnTo>
                    <a:pt x="33691" y="60811"/>
                  </a:lnTo>
                  <a:lnTo>
                    <a:pt x="30290" y="65076"/>
                  </a:lnTo>
                  <a:lnTo>
                    <a:pt x="27029" y="69450"/>
                  </a:lnTo>
                  <a:lnTo>
                    <a:pt x="23912" y="73928"/>
                  </a:lnTo>
                  <a:lnTo>
                    <a:pt x="20944" y="78505"/>
                  </a:lnTo>
                  <a:lnTo>
                    <a:pt x="18126" y="83177"/>
                  </a:lnTo>
                  <a:lnTo>
                    <a:pt x="15463" y="87938"/>
                  </a:lnTo>
                  <a:lnTo>
                    <a:pt x="12956" y="92783"/>
                  </a:lnTo>
                  <a:lnTo>
                    <a:pt x="10608" y="97708"/>
                  </a:lnTo>
                  <a:lnTo>
                    <a:pt x="8423" y="102707"/>
                  </a:lnTo>
                  <a:lnTo>
                    <a:pt x="6401" y="107774"/>
                  </a:lnTo>
                  <a:lnTo>
                    <a:pt x="4547" y="112904"/>
                  </a:lnTo>
                  <a:lnTo>
                    <a:pt x="2860" y="118093"/>
                  </a:lnTo>
                  <a:lnTo>
                    <a:pt x="1344" y="123333"/>
                  </a:lnTo>
                  <a:lnTo>
                    <a:pt x="0" y="128621"/>
                  </a:lnTo>
                  <a:lnTo>
                    <a:pt x="1626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38737" y="5309273"/>
              <a:ext cx="334308" cy="334333"/>
            </a:xfrm>
            <a:custGeom>
              <a:avLst/>
              <a:pathLst>
                <a:path w="334308" h="334333">
                  <a:moveTo>
                    <a:pt x="4495" y="128621"/>
                  </a:moveTo>
                  <a:lnTo>
                    <a:pt x="3355" y="133795"/>
                  </a:lnTo>
                  <a:lnTo>
                    <a:pt x="2379" y="139004"/>
                  </a:lnTo>
                  <a:lnTo>
                    <a:pt x="1569" y="144240"/>
                  </a:lnTo>
                  <a:lnTo>
                    <a:pt x="926" y="149500"/>
                  </a:lnTo>
                  <a:lnTo>
                    <a:pt x="450" y="154777"/>
                  </a:lnTo>
                  <a:lnTo>
                    <a:pt x="141" y="160067"/>
                  </a:lnTo>
                  <a:lnTo>
                    <a:pt x="0" y="165364"/>
                  </a:lnTo>
                  <a:lnTo>
                    <a:pt x="26" y="170663"/>
                  </a:lnTo>
                  <a:lnTo>
                    <a:pt x="221" y="175958"/>
                  </a:lnTo>
                  <a:lnTo>
                    <a:pt x="584" y="181245"/>
                  </a:lnTo>
                  <a:lnTo>
                    <a:pt x="1113" y="186517"/>
                  </a:lnTo>
                  <a:lnTo>
                    <a:pt x="1810" y="191770"/>
                  </a:lnTo>
                  <a:lnTo>
                    <a:pt x="2673" y="196998"/>
                  </a:lnTo>
                  <a:lnTo>
                    <a:pt x="3701" y="202196"/>
                  </a:lnTo>
                  <a:lnTo>
                    <a:pt x="4893" y="207359"/>
                  </a:lnTo>
                  <a:lnTo>
                    <a:pt x="6249" y="212482"/>
                  </a:lnTo>
                  <a:lnTo>
                    <a:pt x="7766" y="217559"/>
                  </a:lnTo>
                  <a:lnTo>
                    <a:pt x="9443" y="222585"/>
                  </a:lnTo>
                  <a:lnTo>
                    <a:pt x="11279" y="227556"/>
                  </a:lnTo>
                  <a:lnTo>
                    <a:pt x="13271" y="232466"/>
                  </a:lnTo>
                  <a:lnTo>
                    <a:pt x="15418" y="237310"/>
                  </a:lnTo>
                  <a:lnTo>
                    <a:pt x="17717" y="242084"/>
                  </a:lnTo>
                  <a:lnTo>
                    <a:pt x="20167" y="246783"/>
                  </a:lnTo>
                  <a:lnTo>
                    <a:pt x="22764" y="251402"/>
                  </a:lnTo>
                  <a:lnTo>
                    <a:pt x="25506" y="255936"/>
                  </a:lnTo>
                  <a:lnTo>
                    <a:pt x="28391" y="260381"/>
                  </a:lnTo>
                  <a:lnTo>
                    <a:pt x="31415" y="264732"/>
                  </a:lnTo>
                  <a:lnTo>
                    <a:pt x="34575" y="268985"/>
                  </a:lnTo>
                  <a:lnTo>
                    <a:pt x="37869" y="273136"/>
                  </a:lnTo>
                  <a:lnTo>
                    <a:pt x="41292" y="277180"/>
                  </a:lnTo>
                  <a:lnTo>
                    <a:pt x="44842" y="281114"/>
                  </a:lnTo>
                  <a:lnTo>
                    <a:pt x="48515" y="284934"/>
                  </a:lnTo>
                  <a:lnTo>
                    <a:pt x="52307" y="288635"/>
                  </a:lnTo>
                  <a:lnTo>
                    <a:pt x="56215" y="292214"/>
                  </a:lnTo>
                  <a:lnTo>
                    <a:pt x="60233" y="295667"/>
                  </a:lnTo>
                  <a:lnTo>
                    <a:pt x="64360" y="298991"/>
                  </a:lnTo>
                  <a:lnTo>
                    <a:pt x="68590" y="302183"/>
                  </a:lnTo>
                  <a:lnTo>
                    <a:pt x="72918" y="305239"/>
                  </a:lnTo>
                  <a:lnTo>
                    <a:pt x="77342" y="308157"/>
                  </a:lnTo>
                  <a:lnTo>
                    <a:pt x="81855" y="310932"/>
                  </a:lnTo>
                  <a:lnTo>
                    <a:pt x="86455" y="313564"/>
                  </a:lnTo>
                  <a:lnTo>
                    <a:pt x="91135" y="316048"/>
                  </a:lnTo>
                  <a:lnTo>
                    <a:pt x="95892" y="318383"/>
                  </a:lnTo>
                  <a:lnTo>
                    <a:pt x="100720" y="320565"/>
                  </a:lnTo>
                  <a:lnTo>
                    <a:pt x="105615" y="322594"/>
                  </a:lnTo>
                  <a:lnTo>
                    <a:pt x="110572" y="324466"/>
                  </a:lnTo>
                  <a:lnTo>
                    <a:pt x="115586" y="326181"/>
                  </a:lnTo>
                  <a:lnTo>
                    <a:pt x="120652" y="327735"/>
                  </a:lnTo>
                  <a:lnTo>
                    <a:pt x="125764" y="329129"/>
                  </a:lnTo>
                  <a:lnTo>
                    <a:pt x="130918" y="330359"/>
                  </a:lnTo>
                  <a:lnTo>
                    <a:pt x="136109" y="331426"/>
                  </a:lnTo>
                  <a:lnTo>
                    <a:pt x="141330" y="332327"/>
                  </a:lnTo>
                  <a:lnTo>
                    <a:pt x="146578" y="333063"/>
                  </a:lnTo>
                  <a:lnTo>
                    <a:pt x="151846" y="333632"/>
                  </a:lnTo>
                  <a:lnTo>
                    <a:pt x="157130" y="334033"/>
                  </a:lnTo>
                  <a:lnTo>
                    <a:pt x="162423" y="334267"/>
                  </a:lnTo>
                  <a:lnTo>
                    <a:pt x="167722" y="334333"/>
                  </a:lnTo>
                  <a:lnTo>
                    <a:pt x="173020" y="334232"/>
                  </a:lnTo>
                  <a:lnTo>
                    <a:pt x="178312" y="333962"/>
                  </a:lnTo>
                  <a:lnTo>
                    <a:pt x="183592" y="333525"/>
                  </a:lnTo>
                  <a:lnTo>
                    <a:pt x="188857" y="332920"/>
                  </a:lnTo>
                  <a:lnTo>
                    <a:pt x="194099" y="332149"/>
                  </a:lnTo>
                  <a:lnTo>
                    <a:pt x="199314" y="331212"/>
                  </a:lnTo>
                  <a:lnTo>
                    <a:pt x="204497" y="330111"/>
                  </a:lnTo>
                  <a:lnTo>
                    <a:pt x="209643" y="328845"/>
                  </a:lnTo>
                  <a:lnTo>
                    <a:pt x="214746" y="327418"/>
                  </a:lnTo>
                  <a:lnTo>
                    <a:pt x="219801" y="325829"/>
                  </a:lnTo>
                  <a:lnTo>
                    <a:pt x="224803" y="324081"/>
                  </a:lnTo>
                  <a:lnTo>
                    <a:pt x="229747" y="322175"/>
                  </a:lnTo>
                  <a:lnTo>
                    <a:pt x="234629" y="320113"/>
                  </a:lnTo>
                  <a:lnTo>
                    <a:pt x="239442" y="317898"/>
                  </a:lnTo>
                  <a:lnTo>
                    <a:pt x="244183" y="315531"/>
                  </a:lnTo>
                  <a:lnTo>
                    <a:pt x="248847" y="313015"/>
                  </a:lnTo>
                  <a:lnTo>
                    <a:pt x="253428" y="310353"/>
                  </a:lnTo>
                  <a:lnTo>
                    <a:pt x="257923" y="307547"/>
                  </a:lnTo>
                  <a:lnTo>
                    <a:pt x="262327" y="304600"/>
                  </a:lnTo>
                  <a:lnTo>
                    <a:pt x="266634" y="301514"/>
                  </a:lnTo>
                  <a:lnTo>
                    <a:pt x="270843" y="298294"/>
                  </a:lnTo>
                  <a:lnTo>
                    <a:pt x="274946" y="294942"/>
                  </a:lnTo>
                  <a:lnTo>
                    <a:pt x="278942" y="291462"/>
                  </a:lnTo>
                  <a:lnTo>
                    <a:pt x="282825" y="287856"/>
                  </a:lnTo>
                  <a:lnTo>
                    <a:pt x="286592" y="284130"/>
                  </a:lnTo>
                  <a:lnTo>
                    <a:pt x="290239" y="280286"/>
                  </a:lnTo>
                  <a:lnTo>
                    <a:pt x="293762" y="276328"/>
                  </a:lnTo>
                  <a:lnTo>
                    <a:pt x="297159" y="272260"/>
                  </a:lnTo>
                  <a:lnTo>
                    <a:pt x="300424" y="268087"/>
                  </a:lnTo>
                  <a:lnTo>
                    <a:pt x="303556" y="263813"/>
                  </a:lnTo>
                  <a:lnTo>
                    <a:pt x="306550" y="259441"/>
                  </a:lnTo>
                  <a:lnTo>
                    <a:pt x="309405" y="254977"/>
                  </a:lnTo>
                  <a:lnTo>
                    <a:pt x="312116" y="250425"/>
                  </a:lnTo>
                  <a:lnTo>
                    <a:pt x="314682" y="245788"/>
                  </a:lnTo>
                  <a:lnTo>
                    <a:pt x="317100" y="241073"/>
                  </a:lnTo>
                  <a:lnTo>
                    <a:pt x="319367" y="236284"/>
                  </a:lnTo>
                  <a:lnTo>
                    <a:pt x="321481" y="231425"/>
                  </a:lnTo>
                  <a:lnTo>
                    <a:pt x="323440" y="226502"/>
                  </a:lnTo>
                  <a:lnTo>
                    <a:pt x="325242" y="221519"/>
                  </a:lnTo>
                  <a:lnTo>
                    <a:pt x="326885" y="216481"/>
                  </a:lnTo>
                  <a:lnTo>
                    <a:pt x="328368" y="211394"/>
                  </a:lnTo>
                  <a:lnTo>
                    <a:pt x="329689" y="206262"/>
                  </a:lnTo>
                  <a:lnTo>
                    <a:pt x="330846" y="201091"/>
                  </a:lnTo>
                  <a:lnTo>
                    <a:pt x="331839" y="195886"/>
                  </a:lnTo>
                  <a:lnTo>
                    <a:pt x="332667" y="190653"/>
                  </a:lnTo>
                  <a:lnTo>
                    <a:pt x="333328" y="185395"/>
                  </a:lnTo>
                  <a:lnTo>
                    <a:pt x="333822" y="180119"/>
                  </a:lnTo>
                  <a:lnTo>
                    <a:pt x="334149" y="174831"/>
                  </a:lnTo>
                  <a:lnTo>
                    <a:pt x="334308" y="169534"/>
                  </a:lnTo>
                  <a:lnTo>
                    <a:pt x="334299" y="164235"/>
                  </a:lnTo>
                  <a:lnTo>
                    <a:pt x="334122" y="158939"/>
                  </a:lnTo>
                  <a:lnTo>
                    <a:pt x="333777" y="153652"/>
                  </a:lnTo>
                  <a:lnTo>
                    <a:pt x="333265" y="148378"/>
                  </a:lnTo>
                  <a:lnTo>
                    <a:pt x="332586" y="143123"/>
                  </a:lnTo>
                  <a:lnTo>
                    <a:pt x="331741" y="137892"/>
                  </a:lnTo>
                  <a:lnTo>
                    <a:pt x="330731" y="132690"/>
                  </a:lnTo>
                  <a:lnTo>
                    <a:pt x="329556" y="127523"/>
                  </a:lnTo>
                  <a:lnTo>
                    <a:pt x="328218" y="122396"/>
                  </a:lnTo>
                  <a:lnTo>
                    <a:pt x="326718" y="117314"/>
                  </a:lnTo>
                  <a:lnTo>
                    <a:pt x="325058" y="112282"/>
                  </a:lnTo>
                  <a:lnTo>
                    <a:pt x="323239" y="107305"/>
                  </a:lnTo>
                  <a:lnTo>
                    <a:pt x="321263" y="102388"/>
                  </a:lnTo>
                  <a:lnTo>
                    <a:pt x="319133" y="97536"/>
                  </a:lnTo>
                  <a:lnTo>
                    <a:pt x="316849" y="92755"/>
                  </a:lnTo>
                  <a:lnTo>
                    <a:pt x="314416" y="88048"/>
                  </a:lnTo>
                  <a:lnTo>
                    <a:pt x="311834" y="83420"/>
                  </a:lnTo>
                  <a:lnTo>
                    <a:pt x="309107" y="78877"/>
                  </a:lnTo>
                  <a:lnTo>
                    <a:pt x="306238" y="74422"/>
                  </a:lnTo>
                  <a:lnTo>
                    <a:pt x="303229" y="70061"/>
                  </a:lnTo>
                  <a:lnTo>
                    <a:pt x="300082" y="65797"/>
                  </a:lnTo>
                  <a:lnTo>
                    <a:pt x="296803" y="61635"/>
                  </a:lnTo>
                  <a:lnTo>
                    <a:pt x="293393" y="57579"/>
                  </a:lnTo>
                  <a:lnTo>
                    <a:pt x="289856" y="53633"/>
                  </a:lnTo>
                  <a:lnTo>
                    <a:pt x="286196" y="49802"/>
                  </a:lnTo>
                  <a:lnTo>
                    <a:pt x="282417" y="46088"/>
                  </a:lnTo>
                  <a:lnTo>
                    <a:pt x="278522" y="42496"/>
                  </a:lnTo>
                  <a:lnTo>
                    <a:pt x="274514" y="39029"/>
                  </a:lnTo>
                  <a:lnTo>
                    <a:pt x="270399" y="35690"/>
                  </a:lnTo>
                  <a:lnTo>
                    <a:pt x="266180" y="32484"/>
                  </a:lnTo>
                  <a:lnTo>
                    <a:pt x="261862" y="29414"/>
                  </a:lnTo>
                  <a:lnTo>
                    <a:pt x="257448" y="26481"/>
                  </a:lnTo>
                  <a:lnTo>
                    <a:pt x="252944" y="23690"/>
                  </a:lnTo>
                  <a:lnTo>
                    <a:pt x="248354" y="21043"/>
                  </a:lnTo>
                  <a:lnTo>
                    <a:pt x="243682" y="18543"/>
                  </a:lnTo>
                  <a:lnTo>
                    <a:pt x="238933" y="16193"/>
                  </a:lnTo>
                  <a:lnTo>
                    <a:pt x="234112" y="13994"/>
                  </a:lnTo>
                  <a:lnTo>
                    <a:pt x="229224" y="11949"/>
                  </a:lnTo>
                  <a:lnTo>
                    <a:pt x="224273" y="10059"/>
                  </a:lnTo>
                  <a:lnTo>
                    <a:pt x="219265" y="8328"/>
                  </a:lnTo>
                  <a:lnTo>
                    <a:pt x="214204" y="6757"/>
                  </a:lnTo>
                  <a:lnTo>
                    <a:pt x="209097" y="5346"/>
                  </a:lnTo>
                  <a:lnTo>
                    <a:pt x="203947" y="4098"/>
                  </a:lnTo>
                  <a:lnTo>
                    <a:pt x="198760" y="3014"/>
                  </a:lnTo>
                  <a:lnTo>
                    <a:pt x="193542" y="2095"/>
                  </a:lnTo>
                  <a:lnTo>
                    <a:pt x="188297" y="1342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1803" y="5399291"/>
              <a:ext cx="5476" cy="167167"/>
            </a:xfrm>
            <a:custGeom>
              <a:avLst/>
              <a:pathLst>
                <a:path w="5476" h="167167">
                  <a:moveTo>
                    <a:pt x="5476" y="0"/>
                  </a:moveTo>
                  <a:lnTo>
                    <a:pt x="0" y="89"/>
                  </a:lnTo>
                  <a:lnTo>
                    <a:pt x="547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803" y="5399381"/>
              <a:ext cx="5476" cy="167077"/>
            </a:xfrm>
            <a:custGeom>
              <a:avLst/>
              <a:pathLst>
                <a:path w="5476" h="167077">
                  <a:moveTo>
                    <a:pt x="0" y="0"/>
                  </a:moveTo>
                  <a:lnTo>
                    <a:pt x="5476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1803" y="5399381"/>
              <a:ext cx="5476" cy="167077"/>
            </a:xfrm>
            <a:custGeom>
              <a:avLst/>
              <a:pathLst>
                <a:path w="5476" h="167077">
                  <a:moveTo>
                    <a:pt x="0" y="0"/>
                  </a:moveTo>
                  <a:lnTo>
                    <a:pt x="5476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1803" y="5399381"/>
              <a:ext cx="5476" cy="167077"/>
            </a:xfrm>
            <a:custGeom>
              <a:avLst/>
              <a:pathLst>
                <a:path w="5476" h="167077">
                  <a:moveTo>
                    <a:pt x="0" y="0"/>
                  </a:moveTo>
                  <a:lnTo>
                    <a:pt x="5476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1803" y="5399381"/>
              <a:ext cx="5476" cy="167077"/>
            </a:xfrm>
            <a:custGeom>
              <a:avLst/>
              <a:pathLst>
                <a:path w="5476" h="167077">
                  <a:moveTo>
                    <a:pt x="0" y="0"/>
                  </a:moveTo>
                  <a:lnTo>
                    <a:pt x="5476" y="167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1803" y="5399381"/>
              <a:ext cx="5476" cy="167077"/>
            </a:xfrm>
            <a:custGeom>
              <a:avLst/>
              <a:pathLst>
                <a:path w="5476" h="167077">
                  <a:moveTo>
                    <a:pt x="0" y="0"/>
                  </a:moveTo>
                  <a:lnTo>
                    <a:pt x="5476" y="1670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1803" y="5399381"/>
              <a:ext cx="5476" cy="167077"/>
            </a:xfrm>
            <a:custGeom>
              <a:avLst/>
              <a:pathLst>
                <a:path w="5476" h="167077">
                  <a:moveTo>
                    <a:pt x="0" y="0"/>
                  </a:moveTo>
                  <a:lnTo>
                    <a:pt x="5476" y="1670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0121" y="5399381"/>
              <a:ext cx="334325" cy="334233"/>
            </a:xfrm>
            <a:custGeom>
              <a:avLst/>
              <a:pathLst>
                <a:path w="334325" h="334233">
                  <a:moveTo>
                    <a:pt x="161681" y="0"/>
                  </a:moveTo>
                  <a:lnTo>
                    <a:pt x="156405" y="256"/>
                  </a:lnTo>
                  <a:lnTo>
                    <a:pt x="151140" y="679"/>
                  </a:lnTo>
                  <a:lnTo>
                    <a:pt x="145890" y="1268"/>
                  </a:lnTo>
                  <a:lnTo>
                    <a:pt x="140662" y="2023"/>
                  </a:lnTo>
                  <a:lnTo>
                    <a:pt x="135460" y="2943"/>
                  </a:lnTo>
                  <a:lnTo>
                    <a:pt x="130290" y="4026"/>
                  </a:lnTo>
                  <a:lnTo>
                    <a:pt x="125157" y="5272"/>
                  </a:lnTo>
                  <a:lnTo>
                    <a:pt x="120065" y="6680"/>
                  </a:lnTo>
                  <a:lnTo>
                    <a:pt x="115021" y="8248"/>
                  </a:lnTo>
                  <a:lnTo>
                    <a:pt x="110028" y="9975"/>
                  </a:lnTo>
                  <a:lnTo>
                    <a:pt x="105093" y="11858"/>
                  </a:lnTo>
                  <a:lnTo>
                    <a:pt x="100220" y="13897"/>
                  </a:lnTo>
                  <a:lnTo>
                    <a:pt x="95414" y="16088"/>
                  </a:lnTo>
                  <a:lnTo>
                    <a:pt x="90679" y="18430"/>
                  </a:lnTo>
                  <a:lnTo>
                    <a:pt x="86020" y="20921"/>
                  </a:lnTo>
                  <a:lnTo>
                    <a:pt x="81443" y="23558"/>
                  </a:lnTo>
                  <a:lnTo>
                    <a:pt x="76951" y="26337"/>
                  </a:lnTo>
                  <a:lnTo>
                    <a:pt x="72549" y="29258"/>
                  </a:lnTo>
                  <a:lnTo>
                    <a:pt x="68242" y="32316"/>
                  </a:lnTo>
                  <a:lnTo>
                    <a:pt x="64034" y="35508"/>
                  </a:lnTo>
                  <a:lnTo>
                    <a:pt x="59928" y="38832"/>
                  </a:lnTo>
                  <a:lnTo>
                    <a:pt x="55930" y="42284"/>
                  </a:lnTo>
                  <a:lnTo>
                    <a:pt x="52042" y="45861"/>
                  </a:lnTo>
                  <a:lnTo>
                    <a:pt x="48270" y="49559"/>
                  </a:lnTo>
                  <a:lnTo>
                    <a:pt x="44616" y="53374"/>
                  </a:lnTo>
                  <a:lnTo>
                    <a:pt x="41085" y="57302"/>
                  </a:lnTo>
                  <a:lnTo>
                    <a:pt x="37679" y="61341"/>
                  </a:lnTo>
                  <a:lnTo>
                    <a:pt x="34403" y="65484"/>
                  </a:lnTo>
                  <a:lnTo>
                    <a:pt x="31259" y="69730"/>
                  </a:lnTo>
                  <a:lnTo>
                    <a:pt x="28251" y="74072"/>
                  </a:lnTo>
                  <a:lnTo>
                    <a:pt x="25382" y="78507"/>
                  </a:lnTo>
                  <a:lnTo>
                    <a:pt x="22655" y="83031"/>
                  </a:lnTo>
                  <a:lnTo>
                    <a:pt x="20071" y="87639"/>
                  </a:lnTo>
                  <a:lnTo>
                    <a:pt x="17635" y="92326"/>
                  </a:lnTo>
                  <a:lnTo>
                    <a:pt x="15348" y="97087"/>
                  </a:lnTo>
                  <a:lnTo>
                    <a:pt x="13212" y="101919"/>
                  </a:lnTo>
                  <a:lnTo>
                    <a:pt x="11230" y="106815"/>
                  </a:lnTo>
                  <a:lnTo>
                    <a:pt x="9404" y="111772"/>
                  </a:lnTo>
                  <a:lnTo>
                    <a:pt x="7735" y="116784"/>
                  </a:lnTo>
                  <a:lnTo>
                    <a:pt x="6226" y="121846"/>
                  </a:lnTo>
                  <a:lnTo>
                    <a:pt x="4877" y="126954"/>
                  </a:lnTo>
                  <a:lnTo>
                    <a:pt x="3690" y="132101"/>
                  </a:lnTo>
                  <a:lnTo>
                    <a:pt x="2667" y="137283"/>
                  </a:lnTo>
                  <a:lnTo>
                    <a:pt x="1808" y="142495"/>
                  </a:lnTo>
                  <a:lnTo>
                    <a:pt x="1114" y="147732"/>
                  </a:lnTo>
                  <a:lnTo>
                    <a:pt x="585" y="152988"/>
                  </a:lnTo>
                  <a:lnTo>
                    <a:pt x="223" y="158258"/>
                  </a:lnTo>
                  <a:lnTo>
                    <a:pt x="28" y="163537"/>
                  </a:lnTo>
                  <a:lnTo>
                    <a:pt x="0" y="168819"/>
                  </a:lnTo>
                  <a:lnTo>
                    <a:pt x="138" y="174100"/>
                  </a:lnTo>
                  <a:lnTo>
                    <a:pt x="443" y="179374"/>
                  </a:lnTo>
                  <a:lnTo>
                    <a:pt x="915" y="184635"/>
                  </a:lnTo>
                  <a:lnTo>
                    <a:pt x="1553" y="189879"/>
                  </a:lnTo>
                  <a:lnTo>
                    <a:pt x="2356" y="195100"/>
                  </a:lnTo>
                  <a:lnTo>
                    <a:pt x="3324" y="200293"/>
                  </a:lnTo>
                  <a:lnTo>
                    <a:pt x="4455" y="205453"/>
                  </a:lnTo>
                  <a:lnTo>
                    <a:pt x="5749" y="210574"/>
                  </a:lnTo>
                  <a:lnTo>
                    <a:pt x="7203" y="215652"/>
                  </a:lnTo>
                  <a:lnTo>
                    <a:pt x="8818" y="220682"/>
                  </a:lnTo>
                  <a:lnTo>
                    <a:pt x="10591" y="225658"/>
                  </a:lnTo>
                  <a:lnTo>
                    <a:pt x="12520" y="230576"/>
                  </a:lnTo>
                  <a:lnTo>
                    <a:pt x="14603" y="235430"/>
                  </a:lnTo>
                  <a:lnTo>
                    <a:pt x="16839" y="240216"/>
                  </a:lnTo>
                  <a:lnTo>
                    <a:pt x="19225" y="244929"/>
                  </a:lnTo>
                  <a:lnTo>
                    <a:pt x="21759" y="249564"/>
                  </a:lnTo>
                  <a:lnTo>
                    <a:pt x="24438" y="254117"/>
                  </a:lnTo>
                  <a:lnTo>
                    <a:pt x="27259" y="258583"/>
                  </a:lnTo>
                  <a:lnTo>
                    <a:pt x="30220" y="262957"/>
                  </a:lnTo>
                  <a:lnTo>
                    <a:pt x="33318" y="267236"/>
                  </a:lnTo>
                  <a:lnTo>
                    <a:pt x="36549" y="271415"/>
                  </a:lnTo>
                  <a:lnTo>
                    <a:pt x="39911" y="275489"/>
                  </a:lnTo>
                  <a:lnTo>
                    <a:pt x="43400" y="279456"/>
                  </a:lnTo>
                  <a:lnTo>
                    <a:pt x="47012" y="283310"/>
                  </a:lnTo>
                  <a:lnTo>
                    <a:pt x="50745" y="287048"/>
                  </a:lnTo>
                  <a:lnTo>
                    <a:pt x="54594" y="290666"/>
                  </a:lnTo>
                  <a:lnTo>
                    <a:pt x="58555" y="294161"/>
                  </a:lnTo>
                  <a:lnTo>
                    <a:pt x="62624" y="297529"/>
                  </a:lnTo>
                  <a:lnTo>
                    <a:pt x="66798" y="300767"/>
                  </a:lnTo>
                  <a:lnTo>
                    <a:pt x="71072" y="303871"/>
                  </a:lnTo>
                  <a:lnTo>
                    <a:pt x="75442" y="306838"/>
                  </a:lnTo>
                  <a:lnTo>
                    <a:pt x="79904" y="309666"/>
                  </a:lnTo>
                  <a:lnTo>
                    <a:pt x="84453" y="312352"/>
                  </a:lnTo>
                  <a:lnTo>
                    <a:pt x="89084" y="314893"/>
                  </a:lnTo>
                  <a:lnTo>
                    <a:pt x="93793" y="317286"/>
                  </a:lnTo>
                  <a:lnTo>
                    <a:pt x="98576" y="319529"/>
                  </a:lnTo>
                  <a:lnTo>
                    <a:pt x="103427" y="321620"/>
                  </a:lnTo>
                  <a:lnTo>
                    <a:pt x="108342" y="323556"/>
                  </a:lnTo>
                  <a:lnTo>
                    <a:pt x="113315" y="325336"/>
                  </a:lnTo>
                  <a:lnTo>
                    <a:pt x="118342" y="326958"/>
                  </a:lnTo>
                  <a:lnTo>
                    <a:pt x="123418" y="328421"/>
                  </a:lnTo>
                  <a:lnTo>
                    <a:pt x="128538" y="329722"/>
                  </a:lnTo>
                  <a:lnTo>
                    <a:pt x="133696" y="330861"/>
                  </a:lnTo>
                  <a:lnTo>
                    <a:pt x="138888" y="331837"/>
                  </a:lnTo>
                  <a:lnTo>
                    <a:pt x="144108" y="332648"/>
                  </a:lnTo>
                  <a:lnTo>
                    <a:pt x="149350" y="333293"/>
                  </a:lnTo>
                  <a:lnTo>
                    <a:pt x="154611" y="333773"/>
                  </a:lnTo>
                  <a:lnTo>
                    <a:pt x="159884" y="334086"/>
                  </a:lnTo>
                  <a:lnTo>
                    <a:pt x="165165" y="334233"/>
                  </a:lnTo>
                  <a:lnTo>
                    <a:pt x="170447" y="334212"/>
                  </a:lnTo>
                  <a:lnTo>
                    <a:pt x="175726" y="334025"/>
                  </a:lnTo>
                  <a:lnTo>
                    <a:pt x="180997" y="333671"/>
                  </a:lnTo>
                  <a:lnTo>
                    <a:pt x="186253" y="333150"/>
                  </a:lnTo>
                  <a:lnTo>
                    <a:pt x="191491" y="332464"/>
                  </a:lnTo>
                  <a:lnTo>
                    <a:pt x="196704" y="331613"/>
                  </a:lnTo>
                  <a:lnTo>
                    <a:pt x="201888" y="330597"/>
                  </a:lnTo>
                  <a:lnTo>
                    <a:pt x="207037" y="329418"/>
                  </a:lnTo>
                  <a:lnTo>
                    <a:pt x="212147" y="328077"/>
                  </a:lnTo>
                  <a:lnTo>
                    <a:pt x="217211" y="326575"/>
                  </a:lnTo>
                  <a:lnTo>
                    <a:pt x="222226" y="324914"/>
                  </a:lnTo>
                  <a:lnTo>
                    <a:pt x="227185" y="323095"/>
                  </a:lnTo>
                  <a:lnTo>
                    <a:pt x="232085" y="321121"/>
                  </a:lnTo>
                  <a:lnTo>
                    <a:pt x="236920" y="318993"/>
                  </a:lnTo>
                  <a:lnTo>
                    <a:pt x="241685" y="316712"/>
                  </a:lnTo>
                  <a:lnTo>
                    <a:pt x="246375" y="314283"/>
                  </a:lnTo>
                  <a:lnTo>
                    <a:pt x="250987" y="311707"/>
                  </a:lnTo>
                  <a:lnTo>
                    <a:pt x="255515" y="308986"/>
                  </a:lnTo>
                  <a:lnTo>
                    <a:pt x="259954" y="306123"/>
                  </a:lnTo>
                  <a:lnTo>
                    <a:pt x="264301" y="303122"/>
                  </a:lnTo>
                  <a:lnTo>
                    <a:pt x="268551" y="299985"/>
                  </a:lnTo>
                  <a:lnTo>
                    <a:pt x="272700" y="296715"/>
                  </a:lnTo>
                  <a:lnTo>
                    <a:pt x="276743" y="293315"/>
                  </a:lnTo>
                  <a:lnTo>
                    <a:pt x="280677" y="289790"/>
                  </a:lnTo>
                  <a:lnTo>
                    <a:pt x="284497" y="286142"/>
                  </a:lnTo>
                  <a:lnTo>
                    <a:pt x="288201" y="282375"/>
                  </a:lnTo>
                  <a:lnTo>
                    <a:pt x="291783" y="278493"/>
                  </a:lnTo>
                  <a:lnTo>
                    <a:pt x="295241" y="274500"/>
                  </a:lnTo>
                  <a:lnTo>
                    <a:pt x="298571" y="270399"/>
                  </a:lnTo>
                  <a:lnTo>
                    <a:pt x="301770" y="266195"/>
                  </a:lnTo>
                  <a:lnTo>
                    <a:pt x="304835" y="261893"/>
                  </a:lnTo>
                  <a:lnTo>
                    <a:pt x="307762" y="257495"/>
                  </a:lnTo>
                  <a:lnTo>
                    <a:pt x="310549" y="253008"/>
                  </a:lnTo>
                  <a:lnTo>
                    <a:pt x="313192" y="248434"/>
                  </a:lnTo>
                  <a:lnTo>
                    <a:pt x="315690" y="243780"/>
                  </a:lnTo>
                  <a:lnTo>
                    <a:pt x="318039" y="239048"/>
                  </a:lnTo>
                  <a:lnTo>
                    <a:pt x="320238" y="234245"/>
                  </a:lnTo>
                  <a:lnTo>
                    <a:pt x="322283" y="229375"/>
                  </a:lnTo>
                  <a:lnTo>
                    <a:pt x="324174" y="224443"/>
                  </a:lnTo>
                  <a:lnTo>
                    <a:pt x="325908" y="219453"/>
                  </a:lnTo>
                  <a:lnTo>
                    <a:pt x="327484" y="214411"/>
                  </a:lnTo>
                  <a:lnTo>
                    <a:pt x="328900" y="209322"/>
                  </a:lnTo>
                  <a:lnTo>
                    <a:pt x="330154" y="204190"/>
                  </a:lnTo>
                  <a:lnTo>
                    <a:pt x="331245" y="199022"/>
                  </a:lnTo>
                  <a:lnTo>
                    <a:pt x="332172" y="193821"/>
                  </a:lnTo>
                  <a:lnTo>
                    <a:pt x="332935" y="188594"/>
                  </a:lnTo>
                  <a:lnTo>
                    <a:pt x="333532" y="183346"/>
                  </a:lnTo>
                  <a:lnTo>
                    <a:pt x="333963" y="178081"/>
                  </a:lnTo>
                  <a:lnTo>
                    <a:pt x="334227" y="172805"/>
                  </a:lnTo>
                  <a:lnTo>
                    <a:pt x="334325" y="167523"/>
                  </a:lnTo>
                  <a:lnTo>
                    <a:pt x="334255" y="162241"/>
                  </a:lnTo>
                  <a:lnTo>
                    <a:pt x="334019" y="156964"/>
                  </a:lnTo>
                  <a:lnTo>
                    <a:pt x="333616" y="151697"/>
                  </a:lnTo>
                  <a:lnTo>
                    <a:pt x="333047" y="146446"/>
                  </a:lnTo>
                  <a:lnTo>
                    <a:pt x="332313" y="141214"/>
                  </a:lnTo>
                  <a:lnTo>
                    <a:pt x="331413" y="136009"/>
                  </a:lnTo>
                  <a:lnTo>
                    <a:pt x="330349" y="130835"/>
                  </a:lnTo>
                  <a:lnTo>
                    <a:pt x="329123" y="125697"/>
                  </a:lnTo>
                  <a:lnTo>
                    <a:pt x="327734" y="120600"/>
                  </a:lnTo>
                  <a:lnTo>
                    <a:pt x="326186" y="115550"/>
                  </a:lnTo>
                  <a:lnTo>
                    <a:pt x="324478" y="110551"/>
                  </a:lnTo>
                  <a:lnTo>
                    <a:pt x="322614" y="105608"/>
                  </a:lnTo>
                  <a:lnTo>
                    <a:pt x="320594" y="100727"/>
                  </a:lnTo>
                  <a:lnTo>
                    <a:pt x="318421" y="95913"/>
                  </a:lnTo>
                  <a:lnTo>
                    <a:pt x="316097" y="91169"/>
                  </a:lnTo>
                  <a:lnTo>
                    <a:pt x="313624" y="86501"/>
                  </a:lnTo>
                  <a:lnTo>
                    <a:pt x="311005" y="81913"/>
                  </a:lnTo>
                  <a:lnTo>
                    <a:pt x="308243" y="77411"/>
                  </a:lnTo>
                  <a:lnTo>
                    <a:pt x="305339" y="72998"/>
                  </a:lnTo>
                  <a:lnTo>
                    <a:pt x="302298" y="68679"/>
                  </a:lnTo>
                  <a:lnTo>
                    <a:pt x="299121" y="64458"/>
                  </a:lnTo>
                  <a:lnTo>
                    <a:pt x="295813" y="60340"/>
                  </a:lnTo>
                  <a:lnTo>
                    <a:pt x="292376" y="56328"/>
                  </a:lnTo>
                  <a:lnTo>
                    <a:pt x="288815" y="52427"/>
                  </a:lnTo>
                  <a:lnTo>
                    <a:pt x="285131" y="48641"/>
                  </a:lnTo>
                  <a:lnTo>
                    <a:pt x="281330" y="44972"/>
                  </a:lnTo>
                  <a:lnTo>
                    <a:pt x="277415" y="41426"/>
                  </a:lnTo>
                  <a:lnTo>
                    <a:pt x="273390" y="38005"/>
                  </a:lnTo>
                  <a:lnTo>
                    <a:pt x="269259" y="34713"/>
                  </a:lnTo>
                  <a:lnTo>
                    <a:pt x="265026" y="31553"/>
                  </a:lnTo>
                  <a:lnTo>
                    <a:pt x="260695" y="28529"/>
                  </a:lnTo>
                  <a:lnTo>
                    <a:pt x="256271" y="25642"/>
                  </a:lnTo>
                  <a:lnTo>
                    <a:pt x="251758" y="22897"/>
                  </a:lnTo>
                  <a:lnTo>
                    <a:pt x="247160" y="20296"/>
                  </a:lnTo>
                  <a:lnTo>
                    <a:pt x="242482" y="17842"/>
                  </a:lnTo>
                  <a:lnTo>
                    <a:pt x="237730" y="15536"/>
                  </a:lnTo>
                  <a:lnTo>
                    <a:pt x="232906" y="13382"/>
                  </a:lnTo>
                  <a:lnTo>
                    <a:pt x="228017" y="11382"/>
                  </a:lnTo>
                  <a:lnTo>
                    <a:pt x="223068" y="9537"/>
                  </a:lnTo>
                  <a:lnTo>
                    <a:pt x="218062" y="7849"/>
                  </a:lnTo>
                  <a:lnTo>
                    <a:pt x="213006" y="6320"/>
                  </a:lnTo>
                  <a:lnTo>
                    <a:pt x="207904" y="4952"/>
                  </a:lnTo>
                  <a:lnTo>
                    <a:pt x="202761" y="3745"/>
                  </a:lnTo>
                  <a:lnTo>
                    <a:pt x="197582" y="2702"/>
                  </a:lnTo>
                  <a:lnTo>
                    <a:pt x="192374" y="1822"/>
                  </a:lnTo>
                  <a:lnTo>
                    <a:pt x="187140" y="1108"/>
                  </a:lnTo>
                  <a:lnTo>
                    <a:pt x="181886" y="560"/>
                  </a:lnTo>
                  <a:lnTo>
                    <a:pt x="176617" y="178"/>
                  </a:lnTo>
                  <a:lnTo>
                    <a:pt x="167158" y="1670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7280" y="5399291"/>
              <a:ext cx="9459" cy="167167"/>
            </a:xfrm>
            <a:custGeom>
              <a:avLst/>
              <a:pathLst>
                <a:path w="9459" h="167167">
                  <a:moveTo>
                    <a:pt x="9459" y="26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92259" y="5369149"/>
              <a:ext cx="43416" cy="167167"/>
            </a:xfrm>
            <a:custGeom>
              <a:avLst/>
              <a:pathLst>
                <a:path w="43416" h="167167">
                  <a:moveTo>
                    <a:pt x="43416" y="0"/>
                  </a:moveTo>
                  <a:lnTo>
                    <a:pt x="37143" y="117"/>
                  </a:lnTo>
                  <a:lnTo>
                    <a:pt x="30879" y="470"/>
                  </a:lnTo>
                  <a:lnTo>
                    <a:pt x="24633" y="1058"/>
                  </a:lnTo>
                  <a:lnTo>
                    <a:pt x="18413" y="1880"/>
                  </a:lnTo>
                  <a:lnTo>
                    <a:pt x="12228" y="2935"/>
                  </a:lnTo>
                  <a:lnTo>
                    <a:pt x="6088" y="4221"/>
                  </a:lnTo>
                  <a:lnTo>
                    <a:pt x="0" y="5736"/>
                  </a:lnTo>
                  <a:lnTo>
                    <a:pt x="4341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92259" y="5374886"/>
              <a:ext cx="43416" cy="161430"/>
            </a:xfrm>
            <a:custGeom>
              <a:avLst/>
              <a:pathLst>
                <a:path w="43416" h="161430">
                  <a:moveTo>
                    <a:pt x="0" y="0"/>
                  </a:moveTo>
                  <a:lnTo>
                    <a:pt x="43416" y="161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92259" y="5374886"/>
              <a:ext cx="43416" cy="161430"/>
            </a:xfrm>
            <a:custGeom>
              <a:avLst/>
              <a:pathLst>
                <a:path w="43416" h="161430">
                  <a:moveTo>
                    <a:pt x="0" y="0"/>
                  </a:moveTo>
                  <a:lnTo>
                    <a:pt x="43416" y="161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92259" y="5374886"/>
              <a:ext cx="43416" cy="161430"/>
            </a:xfrm>
            <a:custGeom>
              <a:avLst/>
              <a:pathLst>
                <a:path w="43416" h="161430">
                  <a:moveTo>
                    <a:pt x="0" y="0"/>
                  </a:moveTo>
                  <a:lnTo>
                    <a:pt x="43416" y="161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92259" y="5374886"/>
              <a:ext cx="43416" cy="161430"/>
            </a:xfrm>
            <a:custGeom>
              <a:avLst/>
              <a:pathLst>
                <a:path w="43416" h="161430">
                  <a:moveTo>
                    <a:pt x="0" y="0"/>
                  </a:moveTo>
                  <a:lnTo>
                    <a:pt x="43416" y="1614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92259" y="5374886"/>
              <a:ext cx="43416" cy="161430"/>
            </a:xfrm>
            <a:custGeom>
              <a:avLst/>
              <a:pathLst>
                <a:path w="43416" h="161430">
                  <a:moveTo>
                    <a:pt x="0" y="0"/>
                  </a:moveTo>
                  <a:lnTo>
                    <a:pt x="43416" y="1614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68508" y="5374886"/>
              <a:ext cx="171898" cy="328597"/>
            </a:xfrm>
            <a:custGeom>
              <a:avLst/>
              <a:pathLst>
                <a:path w="171898" h="328597">
                  <a:moveTo>
                    <a:pt x="123750" y="0"/>
                  </a:moveTo>
                  <a:lnTo>
                    <a:pt x="118616" y="1469"/>
                  </a:lnTo>
                  <a:lnTo>
                    <a:pt x="113531" y="3101"/>
                  </a:lnTo>
                  <a:lnTo>
                    <a:pt x="108501" y="4895"/>
                  </a:lnTo>
                  <a:lnTo>
                    <a:pt x="103531" y="6849"/>
                  </a:lnTo>
                  <a:lnTo>
                    <a:pt x="98626" y="8960"/>
                  </a:lnTo>
                  <a:lnTo>
                    <a:pt x="93791" y="11227"/>
                  </a:lnTo>
                  <a:lnTo>
                    <a:pt x="89031" y="13648"/>
                  </a:lnTo>
                  <a:lnTo>
                    <a:pt x="84350" y="16219"/>
                  </a:lnTo>
                  <a:lnTo>
                    <a:pt x="79754" y="18938"/>
                  </a:lnTo>
                  <a:lnTo>
                    <a:pt x="75247" y="21803"/>
                  </a:lnTo>
                  <a:lnTo>
                    <a:pt x="70834" y="24810"/>
                  </a:lnTo>
                  <a:lnTo>
                    <a:pt x="66520" y="27957"/>
                  </a:lnTo>
                  <a:lnTo>
                    <a:pt x="62308" y="31240"/>
                  </a:lnTo>
                  <a:lnTo>
                    <a:pt x="58203" y="34656"/>
                  </a:lnTo>
                  <a:lnTo>
                    <a:pt x="54209" y="38201"/>
                  </a:lnTo>
                  <a:lnTo>
                    <a:pt x="50330" y="41872"/>
                  </a:lnTo>
                  <a:lnTo>
                    <a:pt x="46571" y="45665"/>
                  </a:lnTo>
                  <a:lnTo>
                    <a:pt x="42935" y="49576"/>
                  </a:lnTo>
                  <a:lnTo>
                    <a:pt x="39426" y="53601"/>
                  </a:lnTo>
                  <a:lnTo>
                    <a:pt x="36047" y="57736"/>
                  </a:lnTo>
                  <a:lnTo>
                    <a:pt x="32801" y="61977"/>
                  </a:lnTo>
                  <a:lnTo>
                    <a:pt x="29693" y="66320"/>
                  </a:lnTo>
                  <a:lnTo>
                    <a:pt x="26725" y="70760"/>
                  </a:lnTo>
                  <a:lnTo>
                    <a:pt x="23901" y="75292"/>
                  </a:lnTo>
                  <a:lnTo>
                    <a:pt x="21223" y="79912"/>
                  </a:lnTo>
                  <a:lnTo>
                    <a:pt x="18693" y="84615"/>
                  </a:lnTo>
                  <a:lnTo>
                    <a:pt x="16315" y="89397"/>
                  </a:lnTo>
                  <a:lnTo>
                    <a:pt x="14092" y="94252"/>
                  </a:lnTo>
                  <a:lnTo>
                    <a:pt x="12024" y="99176"/>
                  </a:lnTo>
                  <a:lnTo>
                    <a:pt x="10115" y="104163"/>
                  </a:lnTo>
                  <a:lnTo>
                    <a:pt x="8365" y="109209"/>
                  </a:lnTo>
                  <a:lnTo>
                    <a:pt x="6778" y="114308"/>
                  </a:lnTo>
                  <a:lnTo>
                    <a:pt x="5355" y="119455"/>
                  </a:lnTo>
                  <a:lnTo>
                    <a:pt x="4097" y="124645"/>
                  </a:lnTo>
                  <a:lnTo>
                    <a:pt x="3005" y="129872"/>
                  </a:lnTo>
                  <a:lnTo>
                    <a:pt x="2081" y="135132"/>
                  </a:lnTo>
                  <a:lnTo>
                    <a:pt x="1325" y="140418"/>
                  </a:lnTo>
                  <a:lnTo>
                    <a:pt x="739" y="145726"/>
                  </a:lnTo>
                  <a:lnTo>
                    <a:pt x="322" y="151050"/>
                  </a:lnTo>
                  <a:lnTo>
                    <a:pt x="75" y="156385"/>
                  </a:lnTo>
                  <a:lnTo>
                    <a:pt x="0" y="161724"/>
                  </a:lnTo>
                  <a:lnTo>
                    <a:pt x="94" y="167064"/>
                  </a:lnTo>
                  <a:lnTo>
                    <a:pt x="359" y="172398"/>
                  </a:lnTo>
                  <a:lnTo>
                    <a:pt x="795" y="177720"/>
                  </a:lnTo>
                  <a:lnTo>
                    <a:pt x="1400" y="183026"/>
                  </a:lnTo>
                  <a:lnTo>
                    <a:pt x="2174" y="188310"/>
                  </a:lnTo>
                  <a:lnTo>
                    <a:pt x="3117" y="193566"/>
                  </a:lnTo>
                  <a:lnTo>
                    <a:pt x="4227" y="198790"/>
                  </a:lnTo>
                  <a:lnTo>
                    <a:pt x="5504" y="203975"/>
                  </a:lnTo>
                  <a:lnTo>
                    <a:pt x="6945" y="209117"/>
                  </a:lnTo>
                  <a:lnTo>
                    <a:pt x="8550" y="214211"/>
                  </a:lnTo>
                  <a:lnTo>
                    <a:pt x="10317" y="219250"/>
                  </a:lnTo>
                  <a:lnTo>
                    <a:pt x="12244" y="224231"/>
                  </a:lnTo>
                  <a:lnTo>
                    <a:pt x="14329" y="229147"/>
                  </a:lnTo>
                  <a:lnTo>
                    <a:pt x="16570" y="233994"/>
                  </a:lnTo>
                  <a:lnTo>
                    <a:pt x="18964" y="238768"/>
                  </a:lnTo>
                  <a:lnTo>
                    <a:pt x="21510" y="243462"/>
                  </a:lnTo>
                  <a:lnTo>
                    <a:pt x="24205" y="248073"/>
                  </a:lnTo>
                  <a:lnTo>
                    <a:pt x="27045" y="252595"/>
                  </a:lnTo>
                  <a:lnTo>
                    <a:pt x="30029" y="257024"/>
                  </a:lnTo>
                  <a:lnTo>
                    <a:pt x="33152" y="261356"/>
                  </a:lnTo>
                  <a:lnTo>
                    <a:pt x="36412" y="265585"/>
                  </a:lnTo>
                  <a:lnTo>
                    <a:pt x="39806" y="269709"/>
                  </a:lnTo>
                  <a:lnTo>
                    <a:pt x="43329" y="273721"/>
                  </a:lnTo>
                  <a:lnTo>
                    <a:pt x="46979" y="277620"/>
                  </a:lnTo>
                  <a:lnTo>
                    <a:pt x="50752" y="281399"/>
                  </a:lnTo>
                  <a:lnTo>
                    <a:pt x="54643" y="285057"/>
                  </a:lnTo>
                  <a:lnTo>
                    <a:pt x="58649" y="288588"/>
                  </a:lnTo>
                  <a:lnTo>
                    <a:pt x="62766" y="291989"/>
                  </a:lnTo>
                  <a:lnTo>
                    <a:pt x="66990" y="295257"/>
                  </a:lnTo>
                  <a:lnTo>
                    <a:pt x="71316" y="298389"/>
                  </a:lnTo>
                  <a:lnTo>
                    <a:pt x="75739" y="301380"/>
                  </a:lnTo>
                  <a:lnTo>
                    <a:pt x="80256" y="304229"/>
                  </a:lnTo>
                  <a:lnTo>
                    <a:pt x="84862" y="306932"/>
                  </a:lnTo>
                  <a:lnTo>
                    <a:pt x="89551" y="309487"/>
                  </a:lnTo>
                  <a:lnTo>
                    <a:pt x="94320" y="311891"/>
                  </a:lnTo>
                  <a:lnTo>
                    <a:pt x="99163" y="314141"/>
                  </a:lnTo>
                  <a:lnTo>
                    <a:pt x="104075" y="316235"/>
                  </a:lnTo>
                  <a:lnTo>
                    <a:pt x="109052" y="318171"/>
                  </a:lnTo>
                  <a:lnTo>
                    <a:pt x="114088" y="319947"/>
                  </a:lnTo>
                  <a:lnTo>
                    <a:pt x="119179" y="321562"/>
                  </a:lnTo>
                  <a:lnTo>
                    <a:pt x="124318" y="323013"/>
                  </a:lnTo>
                  <a:lnTo>
                    <a:pt x="129501" y="324299"/>
                  </a:lnTo>
                  <a:lnTo>
                    <a:pt x="134723" y="325419"/>
                  </a:lnTo>
                  <a:lnTo>
                    <a:pt x="139977" y="326372"/>
                  </a:lnTo>
                  <a:lnTo>
                    <a:pt x="145260" y="327156"/>
                  </a:lnTo>
                  <a:lnTo>
                    <a:pt x="150564" y="327771"/>
                  </a:lnTo>
                  <a:lnTo>
                    <a:pt x="155886" y="328217"/>
                  </a:lnTo>
                  <a:lnTo>
                    <a:pt x="161219" y="328492"/>
                  </a:lnTo>
                  <a:lnTo>
                    <a:pt x="166558" y="328597"/>
                  </a:lnTo>
                  <a:lnTo>
                    <a:pt x="171898" y="328531"/>
                  </a:lnTo>
                  <a:lnTo>
                    <a:pt x="167167" y="1614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135676" y="5369149"/>
              <a:ext cx="167150" cy="334267"/>
            </a:xfrm>
            <a:custGeom>
              <a:avLst/>
              <a:pathLst>
                <a:path w="167150" h="334267">
                  <a:moveTo>
                    <a:pt x="4731" y="334267"/>
                  </a:moveTo>
                  <a:lnTo>
                    <a:pt x="10036" y="334033"/>
                  </a:lnTo>
                  <a:lnTo>
                    <a:pt x="15331" y="333630"/>
                  </a:lnTo>
                  <a:lnTo>
                    <a:pt x="20611" y="333059"/>
                  </a:lnTo>
                  <a:lnTo>
                    <a:pt x="25870" y="332320"/>
                  </a:lnTo>
                  <a:lnTo>
                    <a:pt x="31102" y="331415"/>
                  </a:lnTo>
                  <a:lnTo>
                    <a:pt x="36304" y="330345"/>
                  </a:lnTo>
                  <a:lnTo>
                    <a:pt x="41468" y="329109"/>
                  </a:lnTo>
                  <a:lnTo>
                    <a:pt x="46591" y="327710"/>
                  </a:lnTo>
                  <a:lnTo>
                    <a:pt x="51667" y="326149"/>
                  </a:lnTo>
                  <a:lnTo>
                    <a:pt x="56691" y="324428"/>
                  </a:lnTo>
                  <a:lnTo>
                    <a:pt x="61657" y="322548"/>
                  </a:lnTo>
                  <a:lnTo>
                    <a:pt x="66561" y="320511"/>
                  </a:lnTo>
                  <a:lnTo>
                    <a:pt x="71398" y="318320"/>
                  </a:lnTo>
                  <a:lnTo>
                    <a:pt x="76164" y="315976"/>
                  </a:lnTo>
                  <a:lnTo>
                    <a:pt x="80852" y="313481"/>
                  </a:lnTo>
                  <a:lnTo>
                    <a:pt x="85458" y="310839"/>
                  </a:lnTo>
                  <a:lnTo>
                    <a:pt x="89979" y="308052"/>
                  </a:lnTo>
                  <a:lnTo>
                    <a:pt x="94408" y="305123"/>
                  </a:lnTo>
                  <a:lnTo>
                    <a:pt x="98742" y="302055"/>
                  </a:lnTo>
                  <a:lnTo>
                    <a:pt x="102977" y="298851"/>
                  </a:lnTo>
                  <a:lnTo>
                    <a:pt x="107108" y="295513"/>
                  </a:lnTo>
                  <a:lnTo>
                    <a:pt x="111130" y="292047"/>
                  </a:lnTo>
                  <a:lnTo>
                    <a:pt x="115041" y="288454"/>
                  </a:lnTo>
                  <a:lnTo>
                    <a:pt x="118835" y="284738"/>
                  </a:lnTo>
                  <a:lnTo>
                    <a:pt x="122510" y="280905"/>
                  </a:lnTo>
                  <a:lnTo>
                    <a:pt x="126060" y="276956"/>
                  </a:lnTo>
                  <a:lnTo>
                    <a:pt x="129484" y="272896"/>
                  </a:lnTo>
                  <a:lnTo>
                    <a:pt x="132777" y="268730"/>
                  </a:lnTo>
                  <a:lnTo>
                    <a:pt x="135936" y="264462"/>
                  </a:lnTo>
                  <a:lnTo>
                    <a:pt x="138958" y="260095"/>
                  </a:lnTo>
                  <a:lnTo>
                    <a:pt x="141839" y="255634"/>
                  </a:lnTo>
                  <a:lnTo>
                    <a:pt x="144578" y="251084"/>
                  </a:lnTo>
                  <a:lnTo>
                    <a:pt x="147170" y="246450"/>
                  </a:lnTo>
                  <a:lnTo>
                    <a:pt x="149614" y="241735"/>
                  </a:lnTo>
                  <a:lnTo>
                    <a:pt x="151907" y="236945"/>
                  </a:lnTo>
                  <a:lnTo>
                    <a:pt x="154047" y="232085"/>
                  </a:lnTo>
                  <a:lnTo>
                    <a:pt x="156031" y="227159"/>
                  </a:lnTo>
                  <a:lnTo>
                    <a:pt x="157858" y="222173"/>
                  </a:lnTo>
                  <a:lnTo>
                    <a:pt x="159525" y="217131"/>
                  </a:lnTo>
                  <a:lnTo>
                    <a:pt x="161032" y="212039"/>
                  </a:lnTo>
                  <a:lnTo>
                    <a:pt x="162376" y="206902"/>
                  </a:lnTo>
                  <a:lnTo>
                    <a:pt x="163556" y="201724"/>
                  </a:lnTo>
                  <a:lnTo>
                    <a:pt x="164571" y="196512"/>
                  </a:lnTo>
                  <a:lnTo>
                    <a:pt x="165420" y="191270"/>
                  </a:lnTo>
                  <a:lnTo>
                    <a:pt x="166102" y="186003"/>
                  </a:lnTo>
                  <a:lnTo>
                    <a:pt x="166617" y="180718"/>
                  </a:lnTo>
                  <a:lnTo>
                    <a:pt x="166963" y="175419"/>
                  </a:lnTo>
                  <a:lnTo>
                    <a:pt x="167141" y="170111"/>
                  </a:lnTo>
                  <a:lnTo>
                    <a:pt x="167150" y="164801"/>
                  </a:lnTo>
                  <a:lnTo>
                    <a:pt x="166991" y="159493"/>
                  </a:lnTo>
                  <a:lnTo>
                    <a:pt x="166663" y="154193"/>
                  </a:lnTo>
                  <a:lnTo>
                    <a:pt x="166167" y="148906"/>
                  </a:lnTo>
                  <a:lnTo>
                    <a:pt x="165503" y="143637"/>
                  </a:lnTo>
                  <a:lnTo>
                    <a:pt x="164672" y="138392"/>
                  </a:lnTo>
                  <a:lnTo>
                    <a:pt x="163675" y="133176"/>
                  </a:lnTo>
                  <a:lnTo>
                    <a:pt x="162512" y="127994"/>
                  </a:lnTo>
                  <a:lnTo>
                    <a:pt x="161186" y="122852"/>
                  </a:lnTo>
                  <a:lnTo>
                    <a:pt x="159697" y="117755"/>
                  </a:lnTo>
                  <a:lnTo>
                    <a:pt x="158047" y="112707"/>
                  </a:lnTo>
                  <a:lnTo>
                    <a:pt x="156238" y="107715"/>
                  </a:lnTo>
                  <a:lnTo>
                    <a:pt x="154270" y="102782"/>
                  </a:lnTo>
                  <a:lnTo>
                    <a:pt x="152148" y="97914"/>
                  </a:lnTo>
                  <a:lnTo>
                    <a:pt x="149871" y="93117"/>
                  </a:lnTo>
                  <a:lnTo>
                    <a:pt x="147444" y="88394"/>
                  </a:lnTo>
                  <a:lnTo>
                    <a:pt x="144867" y="83750"/>
                  </a:lnTo>
                  <a:lnTo>
                    <a:pt x="142144" y="79191"/>
                  </a:lnTo>
                  <a:lnTo>
                    <a:pt x="139278" y="74720"/>
                  </a:lnTo>
                  <a:lnTo>
                    <a:pt x="136272" y="70343"/>
                  </a:lnTo>
                  <a:lnTo>
                    <a:pt x="133128" y="66064"/>
                  </a:lnTo>
                  <a:lnTo>
                    <a:pt x="129849" y="61886"/>
                  </a:lnTo>
                  <a:lnTo>
                    <a:pt x="126439" y="57815"/>
                  </a:lnTo>
                  <a:lnTo>
                    <a:pt x="122902" y="53854"/>
                  </a:lnTo>
                  <a:lnTo>
                    <a:pt x="119241" y="50007"/>
                  </a:lnTo>
                  <a:lnTo>
                    <a:pt x="115460" y="46279"/>
                  </a:lnTo>
                  <a:lnTo>
                    <a:pt x="111562" y="42673"/>
                  </a:lnTo>
                  <a:lnTo>
                    <a:pt x="107551" y="39192"/>
                  </a:lnTo>
                  <a:lnTo>
                    <a:pt x="103432" y="35840"/>
                  </a:lnTo>
                  <a:lnTo>
                    <a:pt x="99208" y="32621"/>
                  </a:lnTo>
                  <a:lnTo>
                    <a:pt x="94885" y="29538"/>
                  </a:lnTo>
                  <a:lnTo>
                    <a:pt x="90465" y="26594"/>
                  </a:lnTo>
                  <a:lnTo>
                    <a:pt x="85955" y="23791"/>
                  </a:lnTo>
                  <a:lnTo>
                    <a:pt x="81357" y="21133"/>
                  </a:lnTo>
                  <a:lnTo>
                    <a:pt x="76678" y="18623"/>
                  </a:lnTo>
                  <a:lnTo>
                    <a:pt x="71921" y="16262"/>
                  </a:lnTo>
                  <a:lnTo>
                    <a:pt x="67092" y="14054"/>
                  </a:lnTo>
                  <a:lnTo>
                    <a:pt x="62194" y="12000"/>
                  </a:lnTo>
                  <a:lnTo>
                    <a:pt x="57235" y="10103"/>
                  </a:lnTo>
                  <a:lnTo>
                    <a:pt x="52217" y="8364"/>
                  </a:lnTo>
                  <a:lnTo>
                    <a:pt x="47146" y="6786"/>
                  </a:lnTo>
                  <a:lnTo>
                    <a:pt x="42029" y="5369"/>
                  </a:lnTo>
                  <a:lnTo>
                    <a:pt x="36868" y="4116"/>
                  </a:lnTo>
                  <a:lnTo>
                    <a:pt x="31671" y="3027"/>
                  </a:lnTo>
                  <a:lnTo>
                    <a:pt x="26441" y="2104"/>
                  </a:lnTo>
                  <a:lnTo>
                    <a:pt x="21185" y="1347"/>
                  </a:lnTo>
                  <a:lnTo>
                    <a:pt x="15907" y="758"/>
                  </a:lnTo>
                  <a:lnTo>
                    <a:pt x="10614" y="337"/>
                  </a:lnTo>
                  <a:lnTo>
                    <a:pt x="530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19083" y="5220472"/>
              <a:ext cx="14052" cy="167167"/>
            </a:xfrm>
            <a:custGeom>
              <a:avLst/>
              <a:pathLst>
                <a:path w="14052" h="167167">
                  <a:moveTo>
                    <a:pt x="14052" y="0"/>
                  </a:moveTo>
                  <a:lnTo>
                    <a:pt x="0" y="591"/>
                  </a:lnTo>
                  <a:lnTo>
                    <a:pt x="140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19083" y="5221063"/>
              <a:ext cx="14052" cy="166575"/>
            </a:xfrm>
            <a:custGeom>
              <a:avLst/>
              <a:pathLst>
                <a:path w="14052" h="166575">
                  <a:moveTo>
                    <a:pt x="0" y="0"/>
                  </a:moveTo>
                  <a:lnTo>
                    <a:pt x="14052" y="166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19083" y="5221063"/>
              <a:ext cx="14052" cy="166575"/>
            </a:xfrm>
            <a:custGeom>
              <a:avLst/>
              <a:pathLst>
                <a:path w="14052" h="166575">
                  <a:moveTo>
                    <a:pt x="0" y="0"/>
                  </a:moveTo>
                  <a:lnTo>
                    <a:pt x="14052" y="166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19083" y="5221063"/>
              <a:ext cx="14052" cy="166575"/>
            </a:xfrm>
            <a:custGeom>
              <a:avLst/>
              <a:pathLst>
                <a:path w="14052" h="166575">
                  <a:moveTo>
                    <a:pt x="0" y="0"/>
                  </a:moveTo>
                  <a:lnTo>
                    <a:pt x="14052" y="1665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19083" y="5221063"/>
              <a:ext cx="14052" cy="166575"/>
            </a:xfrm>
            <a:custGeom>
              <a:avLst/>
              <a:pathLst>
                <a:path w="14052" h="166575">
                  <a:moveTo>
                    <a:pt x="0" y="0"/>
                  </a:moveTo>
                  <a:lnTo>
                    <a:pt x="14052" y="1665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73320" y="5221063"/>
              <a:ext cx="159814" cy="166575"/>
            </a:xfrm>
            <a:custGeom>
              <a:avLst/>
              <a:pathLst>
                <a:path w="159814" h="166575">
                  <a:moveTo>
                    <a:pt x="145762" y="0"/>
                  </a:moveTo>
                  <a:lnTo>
                    <a:pt x="140269" y="554"/>
                  </a:lnTo>
                  <a:lnTo>
                    <a:pt x="134798" y="1290"/>
                  </a:lnTo>
                  <a:lnTo>
                    <a:pt x="129354" y="2206"/>
                  </a:lnTo>
                  <a:lnTo>
                    <a:pt x="123943" y="3302"/>
                  </a:lnTo>
                  <a:lnTo>
                    <a:pt x="118571" y="4575"/>
                  </a:lnTo>
                  <a:lnTo>
                    <a:pt x="113244" y="6026"/>
                  </a:lnTo>
                  <a:lnTo>
                    <a:pt x="107968" y="7651"/>
                  </a:lnTo>
                  <a:lnTo>
                    <a:pt x="102749" y="9450"/>
                  </a:lnTo>
                  <a:lnTo>
                    <a:pt x="97592" y="11420"/>
                  </a:lnTo>
                  <a:lnTo>
                    <a:pt x="92502" y="13559"/>
                  </a:lnTo>
                  <a:lnTo>
                    <a:pt x="87486" y="15865"/>
                  </a:lnTo>
                  <a:lnTo>
                    <a:pt x="82549" y="18335"/>
                  </a:lnTo>
                  <a:lnTo>
                    <a:pt x="77696" y="20967"/>
                  </a:lnTo>
                  <a:lnTo>
                    <a:pt x="72933" y="23758"/>
                  </a:lnTo>
                  <a:lnTo>
                    <a:pt x="68265" y="26705"/>
                  </a:lnTo>
                  <a:lnTo>
                    <a:pt x="63696" y="29804"/>
                  </a:lnTo>
                  <a:lnTo>
                    <a:pt x="59232" y="33053"/>
                  </a:lnTo>
                  <a:lnTo>
                    <a:pt x="54878" y="36447"/>
                  </a:lnTo>
                  <a:lnTo>
                    <a:pt x="50639" y="39983"/>
                  </a:lnTo>
                  <a:lnTo>
                    <a:pt x="46518" y="43657"/>
                  </a:lnTo>
                  <a:lnTo>
                    <a:pt x="42521" y="47465"/>
                  </a:lnTo>
                  <a:lnTo>
                    <a:pt x="38652" y="51403"/>
                  </a:lnTo>
                  <a:lnTo>
                    <a:pt x="34915" y="55466"/>
                  </a:lnTo>
                  <a:lnTo>
                    <a:pt x="31314" y="59651"/>
                  </a:lnTo>
                  <a:lnTo>
                    <a:pt x="27854" y="63953"/>
                  </a:lnTo>
                  <a:lnTo>
                    <a:pt x="24537" y="68366"/>
                  </a:lnTo>
                  <a:lnTo>
                    <a:pt x="21368" y="72886"/>
                  </a:lnTo>
                  <a:lnTo>
                    <a:pt x="18350" y="77509"/>
                  </a:lnTo>
                  <a:lnTo>
                    <a:pt x="15486" y="82229"/>
                  </a:lnTo>
                  <a:lnTo>
                    <a:pt x="12780" y="87040"/>
                  </a:lnTo>
                  <a:lnTo>
                    <a:pt x="10234" y="91939"/>
                  </a:lnTo>
                  <a:lnTo>
                    <a:pt x="7851" y="96919"/>
                  </a:lnTo>
                  <a:lnTo>
                    <a:pt x="5633" y="101975"/>
                  </a:lnTo>
                  <a:lnTo>
                    <a:pt x="3584" y="107101"/>
                  </a:lnTo>
                  <a:lnTo>
                    <a:pt x="1706" y="112292"/>
                  </a:lnTo>
                  <a:lnTo>
                    <a:pt x="0" y="117542"/>
                  </a:lnTo>
                  <a:lnTo>
                    <a:pt x="159814" y="1665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65980" y="5220472"/>
              <a:ext cx="334304" cy="334334"/>
            </a:xfrm>
            <a:custGeom>
              <a:avLst/>
              <a:pathLst>
                <a:path w="334304" h="334334">
                  <a:moveTo>
                    <a:pt x="7340" y="118134"/>
                  </a:moveTo>
                  <a:lnTo>
                    <a:pt x="5865" y="123226"/>
                  </a:lnTo>
                  <a:lnTo>
                    <a:pt x="4553" y="128361"/>
                  </a:lnTo>
                  <a:lnTo>
                    <a:pt x="3405" y="133536"/>
                  </a:lnTo>
                  <a:lnTo>
                    <a:pt x="2421" y="138744"/>
                  </a:lnTo>
                  <a:lnTo>
                    <a:pt x="1603" y="143981"/>
                  </a:lnTo>
                  <a:lnTo>
                    <a:pt x="951" y="149242"/>
                  </a:lnTo>
                  <a:lnTo>
                    <a:pt x="466" y="154520"/>
                  </a:lnTo>
                  <a:lnTo>
                    <a:pt x="149" y="159811"/>
                  </a:lnTo>
                  <a:lnTo>
                    <a:pt x="0" y="165109"/>
                  </a:lnTo>
                  <a:lnTo>
                    <a:pt x="18" y="170410"/>
                  </a:lnTo>
                  <a:lnTo>
                    <a:pt x="205" y="175707"/>
                  </a:lnTo>
                  <a:lnTo>
                    <a:pt x="560" y="180996"/>
                  </a:lnTo>
                  <a:lnTo>
                    <a:pt x="1082" y="186271"/>
                  </a:lnTo>
                  <a:lnTo>
                    <a:pt x="1771" y="191526"/>
                  </a:lnTo>
                  <a:lnTo>
                    <a:pt x="2627" y="196757"/>
                  </a:lnTo>
                  <a:lnTo>
                    <a:pt x="3647" y="201959"/>
                  </a:lnTo>
                  <a:lnTo>
                    <a:pt x="4833" y="207125"/>
                  </a:lnTo>
                  <a:lnTo>
                    <a:pt x="6181" y="212251"/>
                  </a:lnTo>
                  <a:lnTo>
                    <a:pt x="7691" y="217332"/>
                  </a:lnTo>
                  <a:lnTo>
                    <a:pt x="9362" y="222362"/>
                  </a:lnTo>
                  <a:lnTo>
                    <a:pt x="11191" y="227337"/>
                  </a:lnTo>
                  <a:lnTo>
                    <a:pt x="13177" y="232252"/>
                  </a:lnTo>
                  <a:lnTo>
                    <a:pt x="15318" y="237101"/>
                  </a:lnTo>
                  <a:lnTo>
                    <a:pt x="17612" y="241879"/>
                  </a:lnTo>
                  <a:lnTo>
                    <a:pt x="20055" y="246583"/>
                  </a:lnTo>
                  <a:lnTo>
                    <a:pt x="22647" y="251207"/>
                  </a:lnTo>
                  <a:lnTo>
                    <a:pt x="25384" y="255746"/>
                  </a:lnTo>
                  <a:lnTo>
                    <a:pt x="28264" y="260196"/>
                  </a:lnTo>
                  <a:lnTo>
                    <a:pt x="31283" y="264553"/>
                  </a:lnTo>
                  <a:lnTo>
                    <a:pt x="34439" y="268811"/>
                  </a:lnTo>
                  <a:lnTo>
                    <a:pt x="37728" y="272968"/>
                  </a:lnTo>
                  <a:lnTo>
                    <a:pt x="41148" y="277018"/>
                  </a:lnTo>
                  <a:lnTo>
                    <a:pt x="44694" y="280958"/>
                  </a:lnTo>
                  <a:lnTo>
                    <a:pt x="48363" y="284783"/>
                  </a:lnTo>
                  <a:lnTo>
                    <a:pt x="52151" y="288490"/>
                  </a:lnTo>
                  <a:lnTo>
                    <a:pt x="56056" y="292075"/>
                  </a:lnTo>
                  <a:lnTo>
                    <a:pt x="60072" y="295535"/>
                  </a:lnTo>
                  <a:lnTo>
                    <a:pt x="64195" y="298865"/>
                  </a:lnTo>
                  <a:lnTo>
                    <a:pt x="68422" y="302063"/>
                  </a:lnTo>
                  <a:lnTo>
                    <a:pt x="72749" y="305125"/>
                  </a:lnTo>
                  <a:lnTo>
                    <a:pt x="77170" y="308049"/>
                  </a:lnTo>
                  <a:lnTo>
                    <a:pt x="81682" y="310831"/>
                  </a:lnTo>
                  <a:lnTo>
                    <a:pt x="86279" y="313469"/>
                  </a:lnTo>
                  <a:lnTo>
                    <a:pt x="90958" y="315959"/>
                  </a:lnTo>
                  <a:lnTo>
                    <a:pt x="95714" y="318300"/>
                  </a:lnTo>
                  <a:lnTo>
                    <a:pt x="100542" y="320489"/>
                  </a:lnTo>
                  <a:lnTo>
                    <a:pt x="105436" y="322524"/>
                  </a:lnTo>
                  <a:lnTo>
                    <a:pt x="110392" y="324403"/>
                  </a:lnTo>
                  <a:lnTo>
                    <a:pt x="115406" y="326123"/>
                  </a:lnTo>
                  <a:lnTo>
                    <a:pt x="120472" y="327684"/>
                  </a:lnTo>
                  <a:lnTo>
                    <a:pt x="125584" y="329083"/>
                  </a:lnTo>
                  <a:lnTo>
                    <a:pt x="130738" y="330320"/>
                  </a:lnTo>
                  <a:lnTo>
                    <a:pt x="135929" y="331392"/>
                  </a:lnTo>
                  <a:lnTo>
                    <a:pt x="141152" y="332300"/>
                  </a:lnTo>
                  <a:lnTo>
                    <a:pt x="146400" y="333041"/>
                  </a:lnTo>
                  <a:lnTo>
                    <a:pt x="151669" y="333616"/>
                  </a:lnTo>
                  <a:lnTo>
                    <a:pt x="156954" y="334023"/>
                  </a:lnTo>
                  <a:lnTo>
                    <a:pt x="162249" y="334262"/>
                  </a:lnTo>
                  <a:lnTo>
                    <a:pt x="167549" y="334334"/>
                  </a:lnTo>
                  <a:lnTo>
                    <a:pt x="172849" y="334237"/>
                  </a:lnTo>
                  <a:lnTo>
                    <a:pt x="178143" y="333973"/>
                  </a:lnTo>
                  <a:lnTo>
                    <a:pt x="183426" y="333541"/>
                  </a:lnTo>
                  <a:lnTo>
                    <a:pt x="188693" y="332941"/>
                  </a:lnTo>
                  <a:lnTo>
                    <a:pt x="193937" y="332175"/>
                  </a:lnTo>
                  <a:lnTo>
                    <a:pt x="199155" y="331243"/>
                  </a:lnTo>
                  <a:lnTo>
                    <a:pt x="204341" y="330146"/>
                  </a:lnTo>
                  <a:lnTo>
                    <a:pt x="209490" y="328885"/>
                  </a:lnTo>
                  <a:lnTo>
                    <a:pt x="214595" y="327461"/>
                  </a:lnTo>
                  <a:lnTo>
                    <a:pt x="219654" y="325877"/>
                  </a:lnTo>
                  <a:lnTo>
                    <a:pt x="224659" y="324132"/>
                  </a:lnTo>
                  <a:lnTo>
                    <a:pt x="229606" y="322230"/>
                  </a:lnTo>
                  <a:lnTo>
                    <a:pt x="234491" y="320172"/>
                  </a:lnTo>
                  <a:lnTo>
                    <a:pt x="239308" y="317961"/>
                  </a:lnTo>
                  <a:lnTo>
                    <a:pt x="244053" y="315597"/>
                  </a:lnTo>
                  <a:lnTo>
                    <a:pt x="248720" y="313085"/>
                  </a:lnTo>
                  <a:lnTo>
                    <a:pt x="253305" y="310425"/>
                  </a:lnTo>
                  <a:lnTo>
                    <a:pt x="257804" y="307622"/>
                  </a:lnTo>
                  <a:lnTo>
                    <a:pt x="262211" y="304678"/>
                  </a:lnTo>
                  <a:lnTo>
                    <a:pt x="266523" y="301595"/>
                  </a:lnTo>
                  <a:lnTo>
                    <a:pt x="270735" y="298377"/>
                  </a:lnTo>
                  <a:lnTo>
                    <a:pt x="274843" y="295027"/>
                  </a:lnTo>
                  <a:lnTo>
                    <a:pt x="278842" y="291548"/>
                  </a:lnTo>
                  <a:lnTo>
                    <a:pt x="282730" y="287945"/>
                  </a:lnTo>
                  <a:lnTo>
                    <a:pt x="286501" y="284220"/>
                  </a:lnTo>
                  <a:lnTo>
                    <a:pt x="290152" y="280377"/>
                  </a:lnTo>
                  <a:lnTo>
                    <a:pt x="293679" y="276421"/>
                  </a:lnTo>
                  <a:lnTo>
                    <a:pt x="297079" y="272355"/>
                  </a:lnTo>
                  <a:lnTo>
                    <a:pt x="300349" y="268183"/>
                  </a:lnTo>
                  <a:lnTo>
                    <a:pt x="303484" y="263909"/>
                  </a:lnTo>
                  <a:lnTo>
                    <a:pt x="306483" y="259538"/>
                  </a:lnTo>
                  <a:lnTo>
                    <a:pt x="309342" y="255074"/>
                  </a:lnTo>
                  <a:lnTo>
                    <a:pt x="312057" y="250522"/>
                  </a:lnTo>
                  <a:lnTo>
                    <a:pt x="314627" y="245886"/>
                  </a:lnTo>
                  <a:lnTo>
                    <a:pt x="317049" y="241171"/>
                  </a:lnTo>
                  <a:lnTo>
                    <a:pt x="319319" y="236382"/>
                  </a:lnTo>
                  <a:lnTo>
                    <a:pt x="321437" y="231523"/>
                  </a:lnTo>
                  <a:lnTo>
                    <a:pt x="323400" y="226599"/>
                  </a:lnTo>
                  <a:lnTo>
                    <a:pt x="325206" y="221616"/>
                  </a:lnTo>
                  <a:lnTo>
                    <a:pt x="326853" y="216577"/>
                  </a:lnTo>
                  <a:lnTo>
                    <a:pt x="328339" y="211489"/>
                  </a:lnTo>
                  <a:lnTo>
                    <a:pt x="329663" y="206357"/>
                  </a:lnTo>
                  <a:lnTo>
                    <a:pt x="330824" y="201185"/>
                  </a:lnTo>
                  <a:lnTo>
                    <a:pt x="331820" y="195979"/>
                  </a:lnTo>
                  <a:lnTo>
                    <a:pt x="332651" y="190744"/>
                  </a:lnTo>
                  <a:lnTo>
                    <a:pt x="333315" y="185485"/>
                  </a:lnTo>
                  <a:lnTo>
                    <a:pt x="333812" y="180208"/>
                  </a:lnTo>
                  <a:lnTo>
                    <a:pt x="334142" y="174918"/>
                  </a:lnTo>
                  <a:lnTo>
                    <a:pt x="334304" y="169620"/>
                  </a:lnTo>
                  <a:lnTo>
                    <a:pt x="334297" y="164319"/>
                  </a:lnTo>
                  <a:lnTo>
                    <a:pt x="334123" y="159021"/>
                  </a:lnTo>
                  <a:lnTo>
                    <a:pt x="333781" y="153732"/>
                  </a:lnTo>
                  <a:lnTo>
                    <a:pt x="333271" y="148456"/>
                  </a:lnTo>
                  <a:lnTo>
                    <a:pt x="332595" y="143199"/>
                  </a:lnTo>
                  <a:lnTo>
                    <a:pt x="331751" y="137966"/>
                  </a:lnTo>
                  <a:lnTo>
                    <a:pt x="330743" y="132762"/>
                  </a:lnTo>
                  <a:lnTo>
                    <a:pt x="329570" y="127593"/>
                  </a:lnTo>
                  <a:lnTo>
                    <a:pt x="328234" y="122463"/>
                  </a:lnTo>
                  <a:lnTo>
                    <a:pt x="326735" y="117379"/>
                  </a:lnTo>
                  <a:lnTo>
                    <a:pt x="325077" y="112345"/>
                  </a:lnTo>
                  <a:lnTo>
                    <a:pt x="323259" y="107366"/>
                  </a:lnTo>
                  <a:lnTo>
                    <a:pt x="321285" y="102446"/>
                  </a:lnTo>
                  <a:lnTo>
                    <a:pt x="319155" y="97592"/>
                  </a:lnTo>
                  <a:lnTo>
                    <a:pt x="316873" y="92808"/>
                  </a:lnTo>
                  <a:lnTo>
                    <a:pt x="314440" y="88099"/>
                  </a:lnTo>
                  <a:lnTo>
                    <a:pt x="311860" y="83469"/>
                  </a:lnTo>
                  <a:lnTo>
                    <a:pt x="309133" y="78923"/>
                  </a:lnTo>
                  <a:lnTo>
                    <a:pt x="306264" y="74467"/>
                  </a:lnTo>
                  <a:lnTo>
                    <a:pt x="303255" y="70103"/>
                  </a:lnTo>
                  <a:lnTo>
                    <a:pt x="300110" y="65837"/>
                  </a:lnTo>
                  <a:lnTo>
                    <a:pt x="296830" y="61672"/>
                  </a:lnTo>
                  <a:lnTo>
                    <a:pt x="293420" y="57614"/>
                  </a:lnTo>
                  <a:lnTo>
                    <a:pt x="289884" y="53666"/>
                  </a:lnTo>
                  <a:lnTo>
                    <a:pt x="286224" y="49832"/>
                  </a:lnTo>
                  <a:lnTo>
                    <a:pt x="282444" y="46116"/>
                  </a:lnTo>
                  <a:lnTo>
                    <a:pt x="278548" y="42522"/>
                  </a:lnTo>
                  <a:lnTo>
                    <a:pt x="274540" y="39053"/>
                  </a:lnTo>
                  <a:lnTo>
                    <a:pt x="270424" y="35713"/>
                  </a:lnTo>
                  <a:lnTo>
                    <a:pt x="266205" y="32505"/>
                  </a:lnTo>
                  <a:lnTo>
                    <a:pt x="261886" y="29432"/>
                  </a:lnTo>
                  <a:lnTo>
                    <a:pt x="257471" y="26498"/>
                  </a:lnTo>
                  <a:lnTo>
                    <a:pt x="252966" y="23705"/>
                  </a:lnTo>
                  <a:lnTo>
                    <a:pt x="248375" y="21057"/>
                  </a:lnTo>
                  <a:lnTo>
                    <a:pt x="243702" y="18555"/>
                  </a:lnTo>
                  <a:lnTo>
                    <a:pt x="238952" y="16203"/>
                  </a:lnTo>
                  <a:lnTo>
                    <a:pt x="234129" y="14003"/>
                  </a:lnTo>
                  <a:lnTo>
                    <a:pt x="229240" y="11956"/>
                  </a:lnTo>
                  <a:lnTo>
                    <a:pt x="224288" y="10066"/>
                  </a:lnTo>
                  <a:lnTo>
                    <a:pt x="219278" y="8334"/>
                  </a:lnTo>
                  <a:lnTo>
                    <a:pt x="214216" y="6761"/>
                  </a:lnTo>
                  <a:lnTo>
                    <a:pt x="209107" y="5349"/>
                  </a:lnTo>
                  <a:lnTo>
                    <a:pt x="203956" y="4101"/>
                  </a:lnTo>
                  <a:lnTo>
                    <a:pt x="198767" y="3016"/>
                  </a:lnTo>
                  <a:lnTo>
                    <a:pt x="193547" y="2096"/>
                  </a:lnTo>
                  <a:lnTo>
                    <a:pt x="188301" y="1342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60906" y="4961274"/>
              <a:ext cx="21934" cy="167167"/>
            </a:xfrm>
            <a:custGeom>
              <a:avLst/>
              <a:pathLst>
                <a:path w="21934" h="167167">
                  <a:moveTo>
                    <a:pt x="21934" y="0"/>
                  </a:moveTo>
                  <a:lnTo>
                    <a:pt x="14603" y="160"/>
                  </a:lnTo>
                  <a:lnTo>
                    <a:pt x="7287" y="642"/>
                  </a:lnTo>
                  <a:lnTo>
                    <a:pt x="0" y="1445"/>
                  </a:lnTo>
                  <a:lnTo>
                    <a:pt x="2193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60906" y="4962719"/>
              <a:ext cx="21934" cy="165722"/>
            </a:xfrm>
            <a:custGeom>
              <a:avLst/>
              <a:pathLst>
                <a:path w="21934" h="165722">
                  <a:moveTo>
                    <a:pt x="0" y="0"/>
                  </a:moveTo>
                  <a:lnTo>
                    <a:pt x="21934" y="1657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60906" y="4962719"/>
              <a:ext cx="21934" cy="165722"/>
            </a:xfrm>
            <a:custGeom>
              <a:avLst/>
              <a:pathLst>
                <a:path w="21934" h="165722">
                  <a:moveTo>
                    <a:pt x="0" y="0"/>
                  </a:moveTo>
                  <a:lnTo>
                    <a:pt x="21934" y="1657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60906" y="4962719"/>
              <a:ext cx="21934" cy="165722"/>
            </a:xfrm>
            <a:custGeom>
              <a:avLst/>
              <a:pathLst>
                <a:path w="21934" h="165722">
                  <a:moveTo>
                    <a:pt x="0" y="0"/>
                  </a:moveTo>
                  <a:lnTo>
                    <a:pt x="21934" y="1657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915680" y="4962719"/>
              <a:ext cx="167159" cy="188811"/>
            </a:xfrm>
            <a:custGeom>
              <a:avLst/>
              <a:pathLst>
                <a:path w="167159" h="188811">
                  <a:moveTo>
                    <a:pt x="145225" y="0"/>
                  </a:moveTo>
                  <a:lnTo>
                    <a:pt x="139901" y="792"/>
                  </a:lnTo>
                  <a:lnTo>
                    <a:pt x="134605" y="1755"/>
                  </a:lnTo>
                  <a:lnTo>
                    <a:pt x="129343" y="2888"/>
                  </a:lnTo>
                  <a:lnTo>
                    <a:pt x="124121" y="4189"/>
                  </a:lnTo>
                  <a:lnTo>
                    <a:pt x="118943" y="5659"/>
                  </a:lnTo>
                  <a:lnTo>
                    <a:pt x="113815" y="7294"/>
                  </a:lnTo>
                  <a:lnTo>
                    <a:pt x="108742" y="9093"/>
                  </a:lnTo>
                  <a:lnTo>
                    <a:pt x="103730" y="11055"/>
                  </a:lnTo>
                  <a:lnTo>
                    <a:pt x="98783" y="13178"/>
                  </a:lnTo>
                  <a:lnTo>
                    <a:pt x="93908" y="15458"/>
                  </a:lnTo>
                  <a:lnTo>
                    <a:pt x="89108" y="17894"/>
                  </a:lnTo>
                  <a:lnTo>
                    <a:pt x="84389" y="20483"/>
                  </a:lnTo>
                  <a:lnTo>
                    <a:pt x="79757" y="23223"/>
                  </a:lnTo>
                  <a:lnTo>
                    <a:pt x="75214" y="26111"/>
                  </a:lnTo>
                  <a:lnTo>
                    <a:pt x="70767" y="29143"/>
                  </a:lnTo>
                  <a:lnTo>
                    <a:pt x="66420" y="32317"/>
                  </a:lnTo>
                  <a:lnTo>
                    <a:pt x="62178" y="35630"/>
                  </a:lnTo>
                  <a:lnTo>
                    <a:pt x="58044" y="39077"/>
                  </a:lnTo>
                  <a:lnTo>
                    <a:pt x="54023" y="42655"/>
                  </a:lnTo>
                  <a:lnTo>
                    <a:pt x="50120" y="46361"/>
                  </a:lnTo>
                  <a:lnTo>
                    <a:pt x="46338" y="50191"/>
                  </a:lnTo>
                  <a:lnTo>
                    <a:pt x="42681" y="54141"/>
                  </a:lnTo>
                  <a:lnTo>
                    <a:pt x="39154" y="58206"/>
                  </a:lnTo>
                  <a:lnTo>
                    <a:pt x="35759" y="62383"/>
                  </a:lnTo>
                  <a:lnTo>
                    <a:pt x="32500" y="66667"/>
                  </a:lnTo>
                  <a:lnTo>
                    <a:pt x="29381" y="71053"/>
                  </a:lnTo>
                  <a:lnTo>
                    <a:pt x="26404" y="75538"/>
                  </a:lnTo>
                  <a:lnTo>
                    <a:pt x="23574" y="80116"/>
                  </a:lnTo>
                  <a:lnTo>
                    <a:pt x="20892" y="84783"/>
                  </a:lnTo>
                  <a:lnTo>
                    <a:pt x="18363" y="89534"/>
                  </a:lnTo>
                  <a:lnTo>
                    <a:pt x="15987" y="94364"/>
                  </a:lnTo>
                  <a:lnTo>
                    <a:pt x="13768" y="99268"/>
                  </a:lnTo>
                  <a:lnTo>
                    <a:pt x="11708" y="104240"/>
                  </a:lnTo>
                  <a:lnTo>
                    <a:pt x="9809" y="109277"/>
                  </a:lnTo>
                  <a:lnTo>
                    <a:pt x="8074" y="114372"/>
                  </a:lnTo>
                  <a:lnTo>
                    <a:pt x="6503" y="119520"/>
                  </a:lnTo>
                  <a:lnTo>
                    <a:pt x="5099" y="124716"/>
                  </a:lnTo>
                  <a:lnTo>
                    <a:pt x="3863" y="129954"/>
                  </a:lnTo>
                  <a:lnTo>
                    <a:pt x="2796" y="135230"/>
                  </a:lnTo>
                  <a:lnTo>
                    <a:pt x="1899" y="140537"/>
                  </a:lnTo>
                  <a:lnTo>
                    <a:pt x="1174" y="145871"/>
                  </a:lnTo>
                  <a:lnTo>
                    <a:pt x="621" y="151225"/>
                  </a:lnTo>
                  <a:lnTo>
                    <a:pt x="241" y="156594"/>
                  </a:lnTo>
                  <a:lnTo>
                    <a:pt x="34" y="161972"/>
                  </a:lnTo>
                  <a:lnTo>
                    <a:pt x="0" y="167355"/>
                  </a:lnTo>
                  <a:lnTo>
                    <a:pt x="139" y="172735"/>
                  </a:lnTo>
                  <a:lnTo>
                    <a:pt x="451" y="178109"/>
                  </a:lnTo>
                  <a:lnTo>
                    <a:pt x="936" y="183469"/>
                  </a:lnTo>
                  <a:lnTo>
                    <a:pt x="1594" y="188811"/>
                  </a:lnTo>
                  <a:lnTo>
                    <a:pt x="167159" y="165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917275" y="4961274"/>
              <a:ext cx="332715" cy="334334"/>
            </a:xfrm>
            <a:custGeom>
              <a:avLst/>
              <a:pathLst>
                <a:path w="332715" h="334334">
                  <a:moveTo>
                    <a:pt x="0" y="190257"/>
                  </a:moveTo>
                  <a:lnTo>
                    <a:pt x="816" y="195503"/>
                  </a:lnTo>
                  <a:lnTo>
                    <a:pt x="1799" y="200721"/>
                  </a:lnTo>
                  <a:lnTo>
                    <a:pt x="2947" y="205904"/>
                  </a:lnTo>
                  <a:lnTo>
                    <a:pt x="4260" y="211049"/>
                  </a:lnTo>
                  <a:lnTo>
                    <a:pt x="5735" y="216150"/>
                  </a:lnTo>
                  <a:lnTo>
                    <a:pt x="7371" y="221201"/>
                  </a:lnTo>
                  <a:lnTo>
                    <a:pt x="9167" y="226197"/>
                  </a:lnTo>
                  <a:lnTo>
                    <a:pt x="11120" y="231134"/>
                  </a:lnTo>
                  <a:lnTo>
                    <a:pt x="13229" y="236007"/>
                  </a:lnTo>
                  <a:lnTo>
                    <a:pt x="15492" y="240810"/>
                  </a:lnTo>
                  <a:lnTo>
                    <a:pt x="17907" y="245539"/>
                  </a:lnTo>
                  <a:lnTo>
                    <a:pt x="20470" y="250188"/>
                  </a:lnTo>
                  <a:lnTo>
                    <a:pt x="23180" y="254754"/>
                  </a:lnTo>
                  <a:lnTo>
                    <a:pt x="26033" y="259232"/>
                  </a:lnTo>
                  <a:lnTo>
                    <a:pt x="29027" y="263616"/>
                  </a:lnTo>
                  <a:lnTo>
                    <a:pt x="32159" y="267904"/>
                  </a:lnTo>
                  <a:lnTo>
                    <a:pt x="35426" y="272090"/>
                  </a:lnTo>
                  <a:lnTo>
                    <a:pt x="38823" y="276170"/>
                  </a:lnTo>
                  <a:lnTo>
                    <a:pt x="42349" y="280140"/>
                  </a:lnTo>
                  <a:lnTo>
                    <a:pt x="45999" y="283996"/>
                  </a:lnTo>
                  <a:lnTo>
                    <a:pt x="49769" y="287734"/>
                  </a:lnTo>
                  <a:lnTo>
                    <a:pt x="53656" y="291350"/>
                  </a:lnTo>
                  <a:lnTo>
                    <a:pt x="57657" y="294842"/>
                  </a:lnTo>
                  <a:lnTo>
                    <a:pt x="61766" y="298204"/>
                  </a:lnTo>
                  <a:lnTo>
                    <a:pt x="65979" y="301434"/>
                  </a:lnTo>
                  <a:lnTo>
                    <a:pt x="70294" y="304529"/>
                  </a:lnTo>
                  <a:lnTo>
                    <a:pt x="74704" y="307485"/>
                  </a:lnTo>
                  <a:lnTo>
                    <a:pt x="79206" y="310300"/>
                  </a:lnTo>
                  <a:lnTo>
                    <a:pt x="83795" y="312970"/>
                  </a:lnTo>
                  <a:lnTo>
                    <a:pt x="88467" y="315494"/>
                  </a:lnTo>
                  <a:lnTo>
                    <a:pt x="93216" y="317867"/>
                  </a:lnTo>
                  <a:lnTo>
                    <a:pt x="98038" y="320089"/>
                  </a:lnTo>
                  <a:lnTo>
                    <a:pt x="102929" y="322156"/>
                  </a:lnTo>
                  <a:lnTo>
                    <a:pt x="107882" y="324067"/>
                  </a:lnTo>
                  <a:lnTo>
                    <a:pt x="112894" y="325820"/>
                  </a:lnTo>
                  <a:lnTo>
                    <a:pt x="117959" y="327413"/>
                  </a:lnTo>
                  <a:lnTo>
                    <a:pt x="123072" y="328844"/>
                  </a:lnTo>
                  <a:lnTo>
                    <a:pt x="128228" y="330111"/>
                  </a:lnTo>
                  <a:lnTo>
                    <a:pt x="133421" y="331215"/>
                  </a:lnTo>
                  <a:lnTo>
                    <a:pt x="138647" y="332153"/>
                  </a:lnTo>
                  <a:lnTo>
                    <a:pt x="143900" y="332925"/>
                  </a:lnTo>
                  <a:lnTo>
                    <a:pt x="149175" y="333529"/>
                  </a:lnTo>
                  <a:lnTo>
                    <a:pt x="154467" y="333966"/>
                  </a:lnTo>
                  <a:lnTo>
                    <a:pt x="159770" y="334234"/>
                  </a:lnTo>
                  <a:lnTo>
                    <a:pt x="165078" y="334334"/>
                  </a:lnTo>
                  <a:lnTo>
                    <a:pt x="170387" y="334265"/>
                  </a:lnTo>
                  <a:lnTo>
                    <a:pt x="175691" y="334027"/>
                  </a:lnTo>
                  <a:lnTo>
                    <a:pt x="180985" y="333622"/>
                  </a:lnTo>
                  <a:lnTo>
                    <a:pt x="186264" y="333048"/>
                  </a:lnTo>
                  <a:lnTo>
                    <a:pt x="191521" y="332307"/>
                  </a:lnTo>
                  <a:lnTo>
                    <a:pt x="196752" y="331399"/>
                  </a:lnTo>
                  <a:lnTo>
                    <a:pt x="201952" y="330326"/>
                  </a:lnTo>
                  <a:lnTo>
                    <a:pt x="207115" y="329088"/>
                  </a:lnTo>
                  <a:lnTo>
                    <a:pt x="212237" y="327687"/>
                  </a:lnTo>
                  <a:lnTo>
                    <a:pt x="217311" y="326124"/>
                  </a:lnTo>
                  <a:lnTo>
                    <a:pt x="222333" y="324400"/>
                  </a:lnTo>
                  <a:lnTo>
                    <a:pt x="227297" y="322518"/>
                  </a:lnTo>
                  <a:lnTo>
                    <a:pt x="232200" y="320479"/>
                  </a:lnTo>
                  <a:lnTo>
                    <a:pt x="237035" y="318286"/>
                  </a:lnTo>
                  <a:lnTo>
                    <a:pt x="241798" y="315940"/>
                  </a:lnTo>
                  <a:lnTo>
                    <a:pt x="246484" y="313444"/>
                  </a:lnTo>
                  <a:lnTo>
                    <a:pt x="251089" y="310800"/>
                  </a:lnTo>
                  <a:lnTo>
                    <a:pt x="255607" y="308012"/>
                  </a:lnTo>
                  <a:lnTo>
                    <a:pt x="260034" y="305081"/>
                  </a:lnTo>
                  <a:lnTo>
                    <a:pt x="264367" y="302012"/>
                  </a:lnTo>
                  <a:lnTo>
                    <a:pt x="268599" y="298806"/>
                  </a:lnTo>
                  <a:lnTo>
                    <a:pt x="272728" y="295468"/>
                  </a:lnTo>
                  <a:lnTo>
                    <a:pt x="276748" y="292000"/>
                  </a:lnTo>
                  <a:lnTo>
                    <a:pt x="280656" y="288406"/>
                  </a:lnTo>
                  <a:lnTo>
                    <a:pt x="284449" y="284690"/>
                  </a:lnTo>
                  <a:lnTo>
                    <a:pt x="288121" y="280855"/>
                  </a:lnTo>
                  <a:lnTo>
                    <a:pt x="291669" y="276906"/>
                  </a:lnTo>
                  <a:lnTo>
                    <a:pt x="295091" y="272845"/>
                  </a:lnTo>
                  <a:lnTo>
                    <a:pt x="298382" y="268679"/>
                  </a:lnTo>
                  <a:lnTo>
                    <a:pt x="301538" y="264410"/>
                  </a:lnTo>
                  <a:lnTo>
                    <a:pt x="304558" y="260042"/>
                  </a:lnTo>
                  <a:lnTo>
                    <a:pt x="307437" y="255581"/>
                  </a:lnTo>
                  <a:lnTo>
                    <a:pt x="310173" y="251031"/>
                  </a:lnTo>
                  <a:lnTo>
                    <a:pt x="312764" y="246397"/>
                  </a:lnTo>
                  <a:lnTo>
                    <a:pt x="315206" y="241682"/>
                  </a:lnTo>
                  <a:lnTo>
                    <a:pt x="317497" y="236892"/>
                  </a:lnTo>
                  <a:lnTo>
                    <a:pt x="319634" y="232032"/>
                  </a:lnTo>
                  <a:lnTo>
                    <a:pt x="321617" y="227107"/>
                  </a:lnTo>
                  <a:lnTo>
                    <a:pt x="323441" y="222121"/>
                  </a:lnTo>
                  <a:lnTo>
                    <a:pt x="325107" y="217079"/>
                  </a:lnTo>
                  <a:lnTo>
                    <a:pt x="326611" y="211987"/>
                  </a:lnTo>
                  <a:lnTo>
                    <a:pt x="327954" y="206850"/>
                  </a:lnTo>
                  <a:lnTo>
                    <a:pt x="329132" y="201673"/>
                  </a:lnTo>
                  <a:lnTo>
                    <a:pt x="330145" y="196461"/>
                  </a:lnTo>
                  <a:lnTo>
                    <a:pt x="330993" y="191220"/>
                  </a:lnTo>
                  <a:lnTo>
                    <a:pt x="331673" y="185954"/>
                  </a:lnTo>
                  <a:lnTo>
                    <a:pt x="332186" y="180670"/>
                  </a:lnTo>
                  <a:lnTo>
                    <a:pt x="332531" y="175371"/>
                  </a:lnTo>
                  <a:lnTo>
                    <a:pt x="332707" y="170065"/>
                  </a:lnTo>
                  <a:lnTo>
                    <a:pt x="332715" y="164755"/>
                  </a:lnTo>
                  <a:lnTo>
                    <a:pt x="332554" y="159448"/>
                  </a:lnTo>
                  <a:lnTo>
                    <a:pt x="332224" y="154149"/>
                  </a:lnTo>
                  <a:lnTo>
                    <a:pt x="331727" y="148863"/>
                  </a:lnTo>
                  <a:lnTo>
                    <a:pt x="331062" y="143595"/>
                  </a:lnTo>
                  <a:lnTo>
                    <a:pt x="330230" y="138352"/>
                  </a:lnTo>
                  <a:lnTo>
                    <a:pt x="329232" y="133137"/>
                  </a:lnTo>
                  <a:lnTo>
                    <a:pt x="328068" y="127956"/>
                  </a:lnTo>
                  <a:lnTo>
                    <a:pt x="326741" y="122815"/>
                  </a:lnTo>
                  <a:lnTo>
                    <a:pt x="325251" y="117719"/>
                  </a:lnTo>
                  <a:lnTo>
                    <a:pt x="323601" y="112673"/>
                  </a:lnTo>
                  <a:lnTo>
                    <a:pt x="321790" y="107682"/>
                  </a:lnTo>
                  <a:lnTo>
                    <a:pt x="319822" y="102750"/>
                  </a:lnTo>
                  <a:lnTo>
                    <a:pt x="317699" y="97884"/>
                  </a:lnTo>
                  <a:lnTo>
                    <a:pt x="315422" y="93088"/>
                  </a:lnTo>
                  <a:lnTo>
                    <a:pt x="312994" y="88366"/>
                  </a:lnTo>
                  <a:lnTo>
                    <a:pt x="310417" y="83724"/>
                  </a:lnTo>
                  <a:lnTo>
                    <a:pt x="307694" y="79166"/>
                  </a:lnTo>
                  <a:lnTo>
                    <a:pt x="304828" y="74696"/>
                  </a:lnTo>
                  <a:lnTo>
                    <a:pt x="301821" y="70320"/>
                  </a:lnTo>
                  <a:lnTo>
                    <a:pt x="298676" y="66042"/>
                  </a:lnTo>
                  <a:lnTo>
                    <a:pt x="295398" y="61866"/>
                  </a:lnTo>
                  <a:lnTo>
                    <a:pt x="291988" y="57796"/>
                  </a:lnTo>
                  <a:lnTo>
                    <a:pt x="288451" y="53836"/>
                  </a:lnTo>
                  <a:lnTo>
                    <a:pt x="284790" y="49991"/>
                  </a:lnTo>
                  <a:lnTo>
                    <a:pt x="281009" y="46264"/>
                  </a:lnTo>
                  <a:lnTo>
                    <a:pt x="277111" y="42658"/>
                  </a:lnTo>
                  <a:lnTo>
                    <a:pt x="273101" y="39179"/>
                  </a:lnTo>
                  <a:lnTo>
                    <a:pt x="268982" y="35828"/>
                  </a:lnTo>
                  <a:lnTo>
                    <a:pt x="264759" y="32610"/>
                  </a:lnTo>
                  <a:lnTo>
                    <a:pt x="260435" y="29528"/>
                  </a:lnTo>
                  <a:lnTo>
                    <a:pt x="256017" y="26585"/>
                  </a:lnTo>
                  <a:lnTo>
                    <a:pt x="251506" y="23783"/>
                  </a:lnTo>
                  <a:lnTo>
                    <a:pt x="246910" y="21126"/>
                  </a:lnTo>
                  <a:lnTo>
                    <a:pt x="242231" y="18616"/>
                  </a:lnTo>
                  <a:lnTo>
                    <a:pt x="237474" y="16257"/>
                  </a:lnTo>
                  <a:lnTo>
                    <a:pt x="232646" y="14049"/>
                  </a:lnTo>
                  <a:lnTo>
                    <a:pt x="227749" y="11996"/>
                  </a:lnTo>
                  <a:lnTo>
                    <a:pt x="222790" y="10099"/>
                  </a:lnTo>
                  <a:lnTo>
                    <a:pt x="217773" y="8361"/>
                  </a:lnTo>
                  <a:lnTo>
                    <a:pt x="212704" y="6783"/>
                  </a:lnTo>
                  <a:lnTo>
                    <a:pt x="207586" y="5367"/>
                  </a:lnTo>
                  <a:lnTo>
                    <a:pt x="202427" y="4114"/>
                  </a:lnTo>
                  <a:lnTo>
                    <a:pt x="197230" y="3026"/>
                  </a:lnTo>
                  <a:lnTo>
                    <a:pt x="192002" y="2103"/>
                  </a:lnTo>
                  <a:lnTo>
                    <a:pt x="186746" y="1347"/>
                  </a:lnTo>
                  <a:lnTo>
                    <a:pt x="181470" y="758"/>
                  </a:lnTo>
                  <a:lnTo>
                    <a:pt x="176177" y="337"/>
                  </a:lnTo>
                  <a:lnTo>
                    <a:pt x="170873" y="84"/>
                  </a:lnTo>
                  <a:lnTo>
                    <a:pt x="165565" y="0"/>
                  </a:lnTo>
                  <a:lnTo>
                    <a:pt x="1655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386669" y="4605529"/>
              <a:ext cx="73877" cy="167167"/>
            </a:xfrm>
            <a:custGeom>
              <a:avLst/>
              <a:pathLst>
                <a:path w="73877" h="167167">
                  <a:moveTo>
                    <a:pt x="73877" y="0"/>
                  </a:moveTo>
                  <a:lnTo>
                    <a:pt x="67992" y="103"/>
                  </a:lnTo>
                  <a:lnTo>
                    <a:pt x="62114" y="414"/>
                  </a:lnTo>
                  <a:lnTo>
                    <a:pt x="56251" y="931"/>
                  </a:lnTo>
                  <a:lnTo>
                    <a:pt x="50410" y="1655"/>
                  </a:lnTo>
                  <a:lnTo>
                    <a:pt x="44597" y="2584"/>
                  </a:lnTo>
                  <a:lnTo>
                    <a:pt x="38821" y="3716"/>
                  </a:lnTo>
                  <a:lnTo>
                    <a:pt x="33089" y="5052"/>
                  </a:lnTo>
                  <a:lnTo>
                    <a:pt x="27407" y="6588"/>
                  </a:lnTo>
                  <a:lnTo>
                    <a:pt x="21783" y="8324"/>
                  </a:lnTo>
                  <a:lnTo>
                    <a:pt x="16223" y="10256"/>
                  </a:lnTo>
                  <a:lnTo>
                    <a:pt x="10734" y="12383"/>
                  </a:lnTo>
                  <a:lnTo>
                    <a:pt x="5325" y="14702"/>
                  </a:lnTo>
                  <a:lnTo>
                    <a:pt x="0" y="17210"/>
                  </a:lnTo>
                  <a:lnTo>
                    <a:pt x="7387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86669" y="4622739"/>
              <a:ext cx="73877" cy="149956"/>
            </a:xfrm>
            <a:custGeom>
              <a:avLst/>
              <a:pathLst>
                <a:path w="73877" h="149956">
                  <a:moveTo>
                    <a:pt x="0" y="0"/>
                  </a:moveTo>
                  <a:lnTo>
                    <a:pt x="73877" y="1499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386669" y="4622739"/>
              <a:ext cx="73877" cy="149956"/>
            </a:xfrm>
            <a:custGeom>
              <a:avLst/>
              <a:pathLst>
                <a:path w="73877" h="149956">
                  <a:moveTo>
                    <a:pt x="0" y="0"/>
                  </a:moveTo>
                  <a:lnTo>
                    <a:pt x="73877" y="1499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293379" y="4622739"/>
              <a:ext cx="308106" cy="317107"/>
            </a:xfrm>
            <a:custGeom>
              <a:avLst/>
              <a:pathLst>
                <a:path w="308106" h="317107">
                  <a:moveTo>
                    <a:pt x="93289" y="0"/>
                  </a:moveTo>
                  <a:lnTo>
                    <a:pt x="88561" y="2423"/>
                  </a:lnTo>
                  <a:lnTo>
                    <a:pt x="83913" y="4995"/>
                  </a:lnTo>
                  <a:lnTo>
                    <a:pt x="79348" y="7714"/>
                  </a:lnTo>
                  <a:lnTo>
                    <a:pt x="74872" y="10577"/>
                  </a:lnTo>
                  <a:lnTo>
                    <a:pt x="70490" y="13580"/>
                  </a:lnTo>
                  <a:lnTo>
                    <a:pt x="66205" y="16721"/>
                  </a:lnTo>
                  <a:lnTo>
                    <a:pt x="62022" y="19997"/>
                  </a:lnTo>
                  <a:lnTo>
                    <a:pt x="57945" y="23404"/>
                  </a:lnTo>
                  <a:lnTo>
                    <a:pt x="53979" y="26938"/>
                  </a:lnTo>
                  <a:lnTo>
                    <a:pt x="50127" y="30597"/>
                  </a:lnTo>
                  <a:lnTo>
                    <a:pt x="46393" y="34377"/>
                  </a:lnTo>
                  <a:lnTo>
                    <a:pt x="42781" y="38273"/>
                  </a:lnTo>
                  <a:lnTo>
                    <a:pt x="39295" y="42282"/>
                  </a:lnTo>
                  <a:lnTo>
                    <a:pt x="35938" y="46400"/>
                  </a:lnTo>
                  <a:lnTo>
                    <a:pt x="32713" y="50623"/>
                  </a:lnTo>
                  <a:lnTo>
                    <a:pt x="29624" y="54946"/>
                  </a:lnTo>
                  <a:lnTo>
                    <a:pt x="26675" y="59364"/>
                  </a:lnTo>
                  <a:lnTo>
                    <a:pt x="23867" y="63875"/>
                  </a:lnTo>
                  <a:lnTo>
                    <a:pt x="21204" y="68472"/>
                  </a:lnTo>
                  <a:lnTo>
                    <a:pt x="18688" y="73152"/>
                  </a:lnTo>
                  <a:lnTo>
                    <a:pt x="16322" y="77909"/>
                  </a:lnTo>
                  <a:lnTo>
                    <a:pt x="14109" y="82739"/>
                  </a:lnTo>
                  <a:lnTo>
                    <a:pt x="12050" y="87636"/>
                  </a:lnTo>
                  <a:lnTo>
                    <a:pt x="10148" y="92597"/>
                  </a:lnTo>
                  <a:lnTo>
                    <a:pt x="8405" y="97616"/>
                  </a:lnTo>
                  <a:lnTo>
                    <a:pt x="6822" y="102687"/>
                  </a:lnTo>
                  <a:lnTo>
                    <a:pt x="5401" y="107807"/>
                  </a:lnTo>
                  <a:lnTo>
                    <a:pt x="4143" y="112969"/>
                  </a:lnTo>
                  <a:lnTo>
                    <a:pt x="3050" y="118168"/>
                  </a:lnTo>
                  <a:lnTo>
                    <a:pt x="2122" y="123399"/>
                  </a:lnTo>
                  <a:lnTo>
                    <a:pt x="1362" y="128657"/>
                  </a:lnTo>
                  <a:lnTo>
                    <a:pt x="769" y="133937"/>
                  </a:lnTo>
                  <a:lnTo>
                    <a:pt x="344" y="139233"/>
                  </a:lnTo>
                  <a:lnTo>
                    <a:pt x="87" y="144540"/>
                  </a:lnTo>
                  <a:lnTo>
                    <a:pt x="0" y="149852"/>
                  </a:lnTo>
                  <a:lnTo>
                    <a:pt x="81" y="155164"/>
                  </a:lnTo>
                  <a:lnTo>
                    <a:pt x="330" y="160471"/>
                  </a:lnTo>
                  <a:lnTo>
                    <a:pt x="749" y="165768"/>
                  </a:lnTo>
                  <a:lnTo>
                    <a:pt x="1335" y="171048"/>
                  </a:lnTo>
                  <a:lnTo>
                    <a:pt x="2089" y="176307"/>
                  </a:lnTo>
                  <a:lnTo>
                    <a:pt x="3010" y="181540"/>
                  </a:lnTo>
                  <a:lnTo>
                    <a:pt x="4097" y="186740"/>
                  </a:lnTo>
                  <a:lnTo>
                    <a:pt x="5348" y="191904"/>
                  </a:lnTo>
                  <a:lnTo>
                    <a:pt x="6763" y="197025"/>
                  </a:lnTo>
                  <a:lnTo>
                    <a:pt x="8339" y="202098"/>
                  </a:lnTo>
                  <a:lnTo>
                    <a:pt x="10077" y="207119"/>
                  </a:lnTo>
                  <a:lnTo>
                    <a:pt x="11972" y="212082"/>
                  </a:lnTo>
                  <a:lnTo>
                    <a:pt x="14025" y="216983"/>
                  </a:lnTo>
                  <a:lnTo>
                    <a:pt x="16232" y="221815"/>
                  </a:lnTo>
                  <a:lnTo>
                    <a:pt x="18592" y="226576"/>
                  </a:lnTo>
                  <a:lnTo>
                    <a:pt x="21102" y="231258"/>
                  </a:lnTo>
                  <a:lnTo>
                    <a:pt x="23759" y="235859"/>
                  </a:lnTo>
                  <a:lnTo>
                    <a:pt x="26562" y="240373"/>
                  </a:lnTo>
                  <a:lnTo>
                    <a:pt x="29506" y="244795"/>
                  </a:lnTo>
                  <a:lnTo>
                    <a:pt x="32589" y="249122"/>
                  </a:lnTo>
                  <a:lnTo>
                    <a:pt x="35808" y="253348"/>
                  </a:lnTo>
                  <a:lnTo>
                    <a:pt x="39160" y="257470"/>
                  </a:lnTo>
                  <a:lnTo>
                    <a:pt x="42642" y="261484"/>
                  </a:lnTo>
                  <a:lnTo>
                    <a:pt x="46249" y="265385"/>
                  </a:lnTo>
                  <a:lnTo>
                    <a:pt x="49978" y="269169"/>
                  </a:lnTo>
                  <a:lnTo>
                    <a:pt x="53825" y="272833"/>
                  </a:lnTo>
                  <a:lnTo>
                    <a:pt x="57787" y="276372"/>
                  </a:lnTo>
                  <a:lnTo>
                    <a:pt x="61860" y="279784"/>
                  </a:lnTo>
                  <a:lnTo>
                    <a:pt x="66039" y="283065"/>
                  </a:lnTo>
                  <a:lnTo>
                    <a:pt x="70320" y="286212"/>
                  </a:lnTo>
                  <a:lnTo>
                    <a:pt x="74698" y="289221"/>
                  </a:lnTo>
                  <a:lnTo>
                    <a:pt x="79171" y="292089"/>
                  </a:lnTo>
                  <a:lnTo>
                    <a:pt x="83732" y="294813"/>
                  </a:lnTo>
                  <a:lnTo>
                    <a:pt x="88377" y="297391"/>
                  </a:lnTo>
                  <a:lnTo>
                    <a:pt x="93102" y="299821"/>
                  </a:lnTo>
                  <a:lnTo>
                    <a:pt x="97902" y="302099"/>
                  </a:lnTo>
                  <a:lnTo>
                    <a:pt x="102772" y="304223"/>
                  </a:lnTo>
                  <a:lnTo>
                    <a:pt x="107706" y="306191"/>
                  </a:lnTo>
                  <a:lnTo>
                    <a:pt x="112701" y="308002"/>
                  </a:lnTo>
                  <a:lnTo>
                    <a:pt x="117751" y="309653"/>
                  </a:lnTo>
                  <a:lnTo>
                    <a:pt x="122851" y="311143"/>
                  </a:lnTo>
                  <a:lnTo>
                    <a:pt x="127995" y="312470"/>
                  </a:lnTo>
                  <a:lnTo>
                    <a:pt x="133180" y="313632"/>
                  </a:lnTo>
                  <a:lnTo>
                    <a:pt x="138398" y="314630"/>
                  </a:lnTo>
                  <a:lnTo>
                    <a:pt x="143645" y="315461"/>
                  </a:lnTo>
                  <a:lnTo>
                    <a:pt x="148917" y="316125"/>
                  </a:lnTo>
                  <a:lnTo>
                    <a:pt x="154206" y="316621"/>
                  </a:lnTo>
                  <a:lnTo>
                    <a:pt x="159509" y="316948"/>
                  </a:lnTo>
                  <a:lnTo>
                    <a:pt x="164820" y="317107"/>
                  </a:lnTo>
                  <a:lnTo>
                    <a:pt x="170133" y="317097"/>
                  </a:lnTo>
                  <a:lnTo>
                    <a:pt x="175443" y="316919"/>
                  </a:lnTo>
                  <a:lnTo>
                    <a:pt x="180744" y="316572"/>
                  </a:lnTo>
                  <a:lnTo>
                    <a:pt x="186032" y="316056"/>
                  </a:lnTo>
                  <a:lnTo>
                    <a:pt x="191301" y="315373"/>
                  </a:lnTo>
                  <a:lnTo>
                    <a:pt x="196545" y="314522"/>
                  </a:lnTo>
                  <a:lnTo>
                    <a:pt x="201760" y="313505"/>
                  </a:lnTo>
                  <a:lnTo>
                    <a:pt x="206940" y="312324"/>
                  </a:lnTo>
                  <a:lnTo>
                    <a:pt x="212079" y="310978"/>
                  </a:lnTo>
                  <a:lnTo>
                    <a:pt x="217173" y="309469"/>
                  </a:lnTo>
                  <a:lnTo>
                    <a:pt x="222217" y="307799"/>
                  </a:lnTo>
                  <a:lnTo>
                    <a:pt x="227205" y="305970"/>
                  </a:lnTo>
                  <a:lnTo>
                    <a:pt x="232133" y="303984"/>
                  </a:lnTo>
                  <a:lnTo>
                    <a:pt x="236995" y="301841"/>
                  </a:lnTo>
                  <a:lnTo>
                    <a:pt x="241786" y="299546"/>
                  </a:lnTo>
                  <a:lnTo>
                    <a:pt x="246502" y="297099"/>
                  </a:lnTo>
                  <a:lnTo>
                    <a:pt x="251138" y="294503"/>
                  </a:lnTo>
                  <a:lnTo>
                    <a:pt x="255689" y="291762"/>
                  </a:lnTo>
                  <a:lnTo>
                    <a:pt x="260150" y="288877"/>
                  </a:lnTo>
                  <a:lnTo>
                    <a:pt x="264518" y="285852"/>
                  </a:lnTo>
                  <a:lnTo>
                    <a:pt x="268787" y="282690"/>
                  </a:lnTo>
                  <a:lnTo>
                    <a:pt x="272954" y="279394"/>
                  </a:lnTo>
                  <a:lnTo>
                    <a:pt x="277014" y="275967"/>
                  </a:lnTo>
                  <a:lnTo>
                    <a:pt x="280963" y="272412"/>
                  </a:lnTo>
                  <a:lnTo>
                    <a:pt x="284797" y="268734"/>
                  </a:lnTo>
                  <a:lnTo>
                    <a:pt x="288512" y="264936"/>
                  </a:lnTo>
                  <a:lnTo>
                    <a:pt x="292104" y="261022"/>
                  </a:lnTo>
                  <a:lnTo>
                    <a:pt x="295571" y="256996"/>
                  </a:lnTo>
                  <a:lnTo>
                    <a:pt x="298907" y="252861"/>
                  </a:lnTo>
                  <a:lnTo>
                    <a:pt x="302111" y="248623"/>
                  </a:lnTo>
                  <a:lnTo>
                    <a:pt x="305178" y="244285"/>
                  </a:lnTo>
                  <a:lnTo>
                    <a:pt x="308106" y="239852"/>
                  </a:lnTo>
                  <a:lnTo>
                    <a:pt x="167167" y="1499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60546" y="4605529"/>
              <a:ext cx="167163" cy="257062"/>
            </a:xfrm>
            <a:custGeom>
              <a:avLst/>
              <a:pathLst>
                <a:path w="167163" h="257062">
                  <a:moveTo>
                    <a:pt x="140938" y="257062"/>
                  </a:moveTo>
                  <a:lnTo>
                    <a:pt x="143736" y="252519"/>
                  </a:lnTo>
                  <a:lnTo>
                    <a:pt x="146386" y="247888"/>
                  </a:lnTo>
                  <a:lnTo>
                    <a:pt x="148888" y="243175"/>
                  </a:lnTo>
                  <a:lnTo>
                    <a:pt x="151238" y="238385"/>
                  </a:lnTo>
                  <a:lnTo>
                    <a:pt x="153433" y="233522"/>
                  </a:lnTo>
                  <a:lnTo>
                    <a:pt x="155473" y="228592"/>
                  </a:lnTo>
                  <a:lnTo>
                    <a:pt x="157354" y="223599"/>
                  </a:lnTo>
                  <a:lnTo>
                    <a:pt x="159075" y="218548"/>
                  </a:lnTo>
                  <a:lnTo>
                    <a:pt x="160633" y="213445"/>
                  </a:lnTo>
                  <a:lnTo>
                    <a:pt x="162029" y="208295"/>
                  </a:lnTo>
                  <a:lnTo>
                    <a:pt x="163259" y="203104"/>
                  </a:lnTo>
                  <a:lnTo>
                    <a:pt x="164322" y="197875"/>
                  </a:lnTo>
                  <a:lnTo>
                    <a:pt x="165219" y="192615"/>
                  </a:lnTo>
                  <a:lnTo>
                    <a:pt x="165947" y="187330"/>
                  </a:lnTo>
                  <a:lnTo>
                    <a:pt x="166505" y="182023"/>
                  </a:lnTo>
                  <a:lnTo>
                    <a:pt x="166895" y="176702"/>
                  </a:lnTo>
                  <a:lnTo>
                    <a:pt x="167114" y="171371"/>
                  </a:lnTo>
                  <a:lnTo>
                    <a:pt x="167163" y="166036"/>
                  </a:lnTo>
                  <a:lnTo>
                    <a:pt x="167042" y="160701"/>
                  </a:lnTo>
                  <a:lnTo>
                    <a:pt x="166750" y="155374"/>
                  </a:lnTo>
                  <a:lnTo>
                    <a:pt x="166289" y="150058"/>
                  </a:lnTo>
                  <a:lnTo>
                    <a:pt x="165658" y="144760"/>
                  </a:lnTo>
                  <a:lnTo>
                    <a:pt x="164859" y="139485"/>
                  </a:lnTo>
                  <a:lnTo>
                    <a:pt x="163892" y="134237"/>
                  </a:lnTo>
                  <a:lnTo>
                    <a:pt x="162757" y="129024"/>
                  </a:lnTo>
                  <a:lnTo>
                    <a:pt x="161457" y="123849"/>
                  </a:lnTo>
                  <a:lnTo>
                    <a:pt x="159992" y="118719"/>
                  </a:lnTo>
                  <a:lnTo>
                    <a:pt x="158365" y="113637"/>
                  </a:lnTo>
                  <a:lnTo>
                    <a:pt x="156576" y="108611"/>
                  </a:lnTo>
                  <a:lnTo>
                    <a:pt x="154627" y="103643"/>
                  </a:lnTo>
                  <a:lnTo>
                    <a:pt x="152521" y="98741"/>
                  </a:lnTo>
                  <a:lnTo>
                    <a:pt x="150260" y="93908"/>
                  </a:lnTo>
                  <a:lnTo>
                    <a:pt x="147845" y="89150"/>
                  </a:lnTo>
                  <a:lnTo>
                    <a:pt x="145280" y="84472"/>
                  </a:lnTo>
                  <a:lnTo>
                    <a:pt x="142567" y="79878"/>
                  </a:lnTo>
                  <a:lnTo>
                    <a:pt x="139709" y="75372"/>
                  </a:lnTo>
                  <a:lnTo>
                    <a:pt x="136708" y="70960"/>
                  </a:lnTo>
                  <a:lnTo>
                    <a:pt x="133568" y="66647"/>
                  </a:lnTo>
                  <a:lnTo>
                    <a:pt x="130292" y="62435"/>
                  </a:lnTo>
                  <a:lnTo>
                    <a:pt x="126883" y="58330"/>
                  </a:lnTo>
                  <a:lnTo>
                    <a:pt x="123345" y="54336"/>
                  </a:lnTo>
                  <a:lnTo>
                    <a:pt x="119682" y="50458"/>
                  </a:lnTo>
                  <a:lnTo>
                    <a:pt x="115896" y="46697"/>
                  </a:lnTo>
                  <a:lnTo>
                    <a:pt x="111993" y="43060"/>
                  </a:lnTo>
                  <a:lnTo>
                    <a:pt x="107975" y="39549"/>
                  </a:lnTo>
                  <a:lnTo>
                    <a:pt x="103847" y="36168"/>
                  </a:lnTo>
                  <a:lnTo>
                    <a:pt x="99614" y="32921"/>
                  </a:lnTo>
                  <a:lnTo>
                    <a:pt x="95279" y="29810"/>
                  </a:lnTo>
                  <a:lnTo>
                    <a:pt x="90847" y="26840"/>
                  </a:lnTo>
                  <a:lnTo>
                    <a:pt x="86322" y="24012"/>
                  </a:lnTo>
                  <a:lnTo>
                    <a:pt x="81709" y="21330"/>
                  </a:lnTo>
                  <a:lnTo>
                    <a:pt x="77014" y="18797"/>
                  </a:lnTo>
                  <a:lnTo>
                    <a:pt x="72239" y="16414"/>
                  </a:lnTo>
                  <a:lnTo>
                    <a:pt x="67392" y="14186"/>
                  </a:lnTo>
                  <a:lnTo>
                    <a:pt x="62475" y="12113"/>
                  </a:lnTo>
                  <a:lnTo>
                    <a:pt x="57495" y="10198"/>
                  </a:lnTo>
                  <a:lnTo>
                    <a:pt x="52456" y="8443"/>
                  </a:lnTo>
                  <a:lnTo>
                    <a:pt x="47364" y="6850"/>
                  </a:lnTo>
                  <a:lnTo>
                    <a:pt x="42224" y="5420"/>
                  </a:lnTo>
                  <a:lnTo>
                    <a:pt x="37040" y="4155"/>
                  </a:lnTo>
                  <a:lnTo>
                    <a:pt x="31819" y="3056"/>
                  </a:lnTo>
                  <a:lnTo>
                    <a:pt x="26565" y="2124"/>
                  </a:lnTo>
                  <a:lnTo>
                    <a:pt x="21285" y="1360"/>
                  </a:lnTo>
                  <a:lnTo>
                    <a:pt x="15982" y="765"/>
                  </a:lnTo>
                  <a:lnTo>
                    <a:pt x="10664" y="340"/>
                  </a:lnTo>
                  <a:lnTo>
                    <a:pt x="533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655040" y="4172415"/>
              <a:ext cx="90852" cy="167167"/>
            </a:xfrm>
            <a:custGeom>
              <a:avLst/>
              <a:pathLst>
                <a:path w="90852" h="167167">
                  <a:moveTo>
                    <a:pt x="90852" y="0"/>
                  </a:moveTo>
                  <a:lnTo>
                    <a:pt x="85203" y="95"/>
                  </a:lnTo>
                  <a:lnTo>
                    <a:pt x="79560" y="381"/>
                  </a:lnTo>
                  <a:lnTo>
                    <a:pt x="73931" y="858"/>
                  </a:lnTo>
                  <a:lnTo>
                    <a:pt x="68320" y="1525"/>
                  </a:lnTo>
                  <a:lnTo>
                    <a:pt x="62736" y="2381"/>
                  </a:lnTo>
                  <a:lnTo>
                    <a:pt x="57183" y="3425"/>
                  </a:lnTo>
                  <a:lnTo>
                    <a:pt x="51669" y="4656"/>
                  </a:lnTo>
                  <a:lnTo>
                    <a:pt x="46200" y="6073"/>
                  </a:lnTo>
                  <a:lnTo>
                    <a:pt x="40782" y="7674"/>
                  </a:lnTo>
                  <a:lnTo>
                    <a:pt x="35421" y="9457"/>
                  </a:lnTo>
                  <a:lnTo>
                    <a:pt x="30123" y="11420"/>
                  </a:lnTo>
                  <a:lnTo>
                    <a:pt x="24895" y="13562"/>
                  </a:lnTo>
                  <a:lnTo>
                    <a:pt x="19742" y="15878"/>
                  </a:lnTo>
                  <a:lnTo>
                    <a:pt x="14670" y="18367"/>
                  </a:lnTo>
                  <a:lnTo>
                    <a:pt x="9685" y="21027"/>
                  </a:lnTo>
                  <a:lnTo>
                    <a:pt x="4793" y="23853"/>
                  </a:lnTo>
                  <a:lnTo>
                    <a:pt x="0" y="26843"/>
                  </a:lnTo>
                  <a:lnTo>
                    <a:pt x="9085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655040" y="4199259"/>
              <a:ext cx="90852" cy="140323"/>
            </a:xfrm>
            <a:custGeom>
              <a:avLst/>
              <a:pathLst>
                <a:path w="90852" h="140323">
                  <a:moveTo>
                    <a:pt x="0" y="0"/>
                  </a:moveTo>
                  <a:lnTo>
                    <a:pt x="90852" y="1403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578737" y="4199259"/>
              <a:ext cx="334313" cy="307489"/>
            </a:xfrm>
            <a:custGeom>
              <a:avLst/>
              <a:pathLst>
                <a:path w="334313" h="307489">
                  <a:moveTo>
                    <a:pt x="76302" y="0"/>
                  </a:moveTo>
                  <a:lnTo>
                    <a:pt x="71894" y="2954"/>
                  </a:lnTo>
                  <a:lnTo>
                    <a:pt x="67582" y="6047"/>
                  </a:lnTo>
                  <a:lnTo>
                    <a:pt x="63370" y="9275"/>
                  </a:lnTo>
                  <a:lnTo>
                    <a:pt x="59263" y="12635"/>
                  </a:lnTo>
                  <a:lnTo>
                    <a:pt x="55264" y="16124"/>
                  </a:lnTo>
                  <a:lnTo>
                    <a:pt x="51378" y="19739"/>
                  </a:lnTo>
                  <a:lnTo>
                    <a:pt x="47609" y="23474"/>
                  </a:lnTo>
                  <a:lnTo>
                    <a:pt x="43960" y="27328"/>
                  </a:lnTo>
                  <a:lnTo>
                    <a:pt x="40436" y="31295"/>
                  </a:lnTo>
                  <a:lnTo>
                    <a:pt x="37039" y="35372"/>
                  </a:lnTo>
                  <a:lnTo>
                    <a:pt x="33773" y="39555"/>
                  </a:lnTo>
                  <a:lnTo>
                    <a:pt x="30642" y="43839"/>
                  </a:lnTo>
                  <a:lnTo>
                    <a:pt x="27648" y="48221"/>
                  </a:lnTo>
                  <a:lnTo>
                    <a:pt x="24795" y="52696"/>
                  </a:lnTo>
                  <a:lnTo>
                    <a:pt x="22085" y="57259"/>
                  </a:lnTo>
                  <a:lnTo>
                    <a:pt x="19522" y="61905"/>
                  </a:lnTo>
                  <a:lnTo>
                    <a:pt x="17107" y="66631"/>
                  </a:lnTo>
                  <a:lnTo>
                    <a:pt x="14844" y="71430"/>
                  </a:lnTo>
                  <a:lnTo>
                    <a:pt x="12734" y="76300"/>
                  </a:lnTo>
                  <a:lnTo>
                    <a:pt x="10779" y="81233"/>
                  </a:lnTo>
                  <a:lnTo>
                    <a:pt x="8982" y="86227"/>
                  </a:lnTo>
                  <a:lnTo>
                    <a:pt x="7345" y="91275"/>
                  </a:lnTo>
                  <a:lnTo>
                    <a:pt x="5869" y="96372"/>
                  </a:lnTo>
                  <a:lnTo>
                    <a:pt x="4555" y="101514"/>
                  </a:lnTo>
                  <a:lnTo>
                    <a:pt x="3405" y="106694"/>
                  </a:lnTo>
                  <a:lnTo>
                    <a:pt x="2420" y="111909"/>
                  </a:lnTo>
                  <a:lnTo>
                    <a:pt x="1601" y="117152"/>
                  </a:lnTo>
                  <a:lnTo>
                    <a:pt x="949" y="122419"/>
                  </a:lnTo>
                  <a:lnTo>
                    <a:pt x="464" y="127703"/>
                  </a:lnTo>
                  <a:lnTo>
                    <a:pt x="148" y="133000"/>
                  </a:lnTo>
                  <a:lnTo>
                    <a:pt x="0" y="138305"/>
                  </a:lnTo>
                  <a:lnTo>
                    <a:pt x="20" y="143612"/>
                  </a:lnTo>
                  <a:lnTo>
                    <a:pt x="208" y="148915"/>
                  </a:lnTo>
                  <a:lnTo>
                    <a:pt x="565" y="154210"/>
                  </a:lnTo>
                  <a:lnTo>
                    <a:pt x="1090" y="159491"/>
                  </a:lnTo>
                  <a:lnTo>
                    <a:pt x="1782" y="164752"/>
                  </a:lnTo>
                  <a:lnTo>
                    <a:pt x="2641" y="169989"/>
                  </a:lnTo>
                  <a:lnTo>
                    <a:pt x="3665" y="175196"/>
                  </a:lnTo>
                  <a:lnTo>
                    <a:pt x="4854" y="180368"/>
                  </a:lnTo>
                  <a:lnTo>
                    <a:pt x="6207" y="185499"/>
                  </a:lnTo>
                  <a:lnTo>
                    <a:pt x="7722" y="190585"/>
                  </a:lnTo>
                  <a:lnTo>
                    <a:pt x="9398" y="195620"/>
                  </a:lnTo>
                  <a:lnTo>
                    <a:pt x="11233" y="200600"/>
                  </a:lnTo>
                  <a:lnTo>
                    <a:pt x="13225" y="205519"/>
                  </a:lnTo>
                  <a:lnTo>
                    <a:pt x="15371" y="210372"/>
                  </a:lnTo>
                  <a:lnTo>
                    <a:pt x="17671" y="215154"/>
                  </a:lnTo>
                  <a:lnTo>
                    <a:pt x="20122" y="219861"/>
                  </a:lnTo>
                  <a:lnTo>
                    <a:pt x="22721" y="224488"/>
                  </a:lnTo>
                  <a:lnTo>
                    <a:pt x="25465" y="229030"/>
                  </a:lnTo>
                  <a:lnTo>
                    <a:pt x="28352" y="233483"/>
                  </a:lnTo>
                  <a:lnTo>
                    <a:pt x="31379" y="237842"/>
                  </a:lnTo>
                  <a:lnTo>
                    <a:pt x="34543" y="242103"/>
                  </a:lnTo>
                  <a:lnTo>
                    <a:pt x="37840" y="246261"/>
                  </a:lnTo>
                  <a:lnTo>
                    <a:pt x="41268" y="250312"/>
                  </a:lnTo>
                  <a:lnTo>
                    <a:pt x="44822" y="254252"/>
                  </a:lnTo>
                  <a:lnTo>
                    <a:pt x="48500" y="258078"/>
                  </a:lnTo>
                  <a:lnTo>
                    <a:pt x="52298" y="261785"/>
                  </a:lnTo>
                  <a:lnTo>
                    <a:pt x="56211" y="265369"/>
                  </a:lnTo>
                  <a:lnTo>
                    <a:pt x="60236" y="268828"/>
                  </a:lnTo>
                  <a:lnTo>
                    <a:pt x="64369" y="272157"/>
                  </a:lnTo>
                  <a:lnTo>
                    <a:pt x="68605" y="275353"/>
                  </a:lnTo>
                  <a:lnTo>
                    <a:pt x="72941" y="278413"/>
                  </a:lnTo>
                  <a:lnTo>
                    <a:pt x="77371" y="281334"/>
                  </a:lnTo>
                  <a:lnTo>
                    <a:pt x="81892" y="284112"/>
                  </a:lnTo>
                  <a:lnTo>
                    <a:pt x="86499" y="286746"/>
                  </a:lnTo>
                  <a:lnTo>
                    <a:pt x="91188" y="289233"/>
                  </a:lnTo>
                  <a:lnTo>
                    <a:pt x="95953" y="291569"/>
                  </a:lnTo>
                  <a:lnTo>
                    <a:pt x="100789" y="293753"/>
                  </a:lnTo>
                  <a:lnTo>
                    <a:pt x="105693" y="295782"/>
                  </a:lnTo>
                  <a:lnTo>
                    <a:pt x="110658" y="297655"/>
                  </a:lnTo>
                  <a:lnTo>
                    <a:pt x="115680" y="299369"/>
                  </a:lnTo>
                  <a:lnTo>
                    <a:pt x="120755" y="300922"/>
                  </a:lnTo>
                  <a:lnTo>
                    <a:pt x="125876" y="302314"/>
                  </a:lnTo>
                  <a:lnTo>
                    <a:pt x="131038" y="303543"/>
                  </a:lnTo>
                  <a:lnTo>
                    <a:pt x="136237" y="304607"/>
                  </a:lnTo>
                  <a:lnTo>
                    <a:pt x="141467" y="305505"/>
                  </a:lnTo>
                  <a:lnTo>
                    <a:pt x="146723" y="306238"/>
                  </a:lnTo>
                  <a:lnTo>
                    <a:pt x="152000" y="306803"/>
                  </a:lnTo>
                  <a:lnTo>
                    <a:pt x="157292" y="307200"/>
                  </a:lnTo>
                  <a:lnTo>
                    <a:pt x="162594" y="307429"/>
                  </a:lnTo>
                  <a:lnTo>
                    <a:pt x="167900" y="307489"/>
                  </a:lnTo>
                  <a:lnTo>
                    <a:pt x="173206" y="307381"/>
                  </a:lnTo>
                  <a:lnTo>
                    <a:pt x="178505" y="307105"/>
                  </a:lnTo>
                  <a:lnTo>
                    <a:pt x="183794" y="306661"/>
                  </a:lnTo>
                  <a:lnTo>
                    <a:pt x="189065" y="306049"/>
                  </a:lnTo>
                  <a:lnTo>
                    <a:pt x="194314" y="305270"/>
                  </a:lnTo>
                  <a:lnTo>
                    <a:pt x="199536" y="304325"/>
                  </a:lnTo>
                  <a:lnTo>
                    <a:pt x="204725" y="303214"/>
                  </a:lnTo>
                  <a:lnTo>
                    <a:pt x="209877" y="301940"/>
                  </a:lnTo>
                  <a:lnTo>
                    <a:pt x="214985" y="300502"/>
                  </a:lnTo>
                  <a:lnTo>
                    <a:pt x="220045" y="298903"/>
                  </a:lnTo>
                  <a:lnTo>
                    <a:pt x="225052" y="297144"/>
                  </a:lnTo>
                  <a:lnTo>
                    <a:pt x="230001" y="295228"/>
                  </a:lnTo>
                  <a:lnTo>
                    <a:pt x="234886" y="293155"/>
                  </a:lnTo>
                  <a:lnTo>
                    <a:pt x="239703" y="290928"/>
                  </a:lnTo>
                  <a:lnTo>
                    <a:pt x="244447" y="288549"/>
                  </a:lnTo>
                  <a:lnTo>
                    <a:pt x="249113" y="286021"/>
                  </a:lnTo>
                  <a:lnTo>
                    <a:pt x="253696" y="283346"/>
                  </a:lnTo>
                  <a:lnTo>
                    <a:pt x="258192" y="280527"/>
                  </a:lnTo>
                  <a:lnTo>
                    <a:pt x="262597" y="277567"/>
                  </a:lnTo>
                  <a:lnTo>
                    <a:pt x="266905" y="274468"/>
                  </a:lnTo>
                  <a:lnTo>
                    <a:pt x="271112" y="271235"/>
                  </a:lnTo>
                  <a:lnTo>
                    <a:pt x="275215" y="267869"/>
                  </a:lnTo>
                  <a:lnTo>
                    <a:pt x="279209" y="264375"/>
                  </a:lnTo>
                  <a:lnTo>
                    <a:pt x="283090" y="260755"/>
                  </a:lnTo>
                  <a:lnTo>
                    <a:pt x="286855" y="257015"/>
                  </a:lnTo>
                  <a:lnTo>
                    <a:pt x="290498" y="253157"/>
                  </a:lnTo>
                  <a:lnTo>
                    <a:pt x="294018" y="249185"/>
                  </a:lnTo>
                  <a:lnTo>
                    <a:pt x="297409" y="245103"/>
                  </a:lnTo>
                  <a:lnTo>
                    <a:pt x="300669" y="240916"/>
                  </a:lnTo>
                  <a:lnTo>
                    <a:pt x="303795" y="236627"/>
                  </a:lnTo>
                  <a:lnTo>
                    <a:pt x="306783" y="232242"/>
                  </a:lnTo>
                  <a:lnTo>
                    <a:pt x="309630" y="227763"/>
                  </a:lnTo>
                  <a:lnTo>
                    <a:pt x="312334" y="223197"/>
                  </a:lnTo>
                  <a:lnTo>
                    <a:pt x="314891" y="218547"/>
                  </a:lnTo>
                  <a:lnTo>
                    <a:pt x="317300" y="213818"/>
                  </a:lnTo>
                  <a:lnTo>
                    <a:pt x="319557" y="209015"/>
                  </a:lnTo>
                  <a:lnTo>
                    <a:pt x="321660" y="204143"/>
                  </a:lnTo>
                  <a:lnTo>
                    <a:pt x="323608" y="199207"/>
                  </a:lnTo>
                  <a:lnTo>
                    <a:pt x="325398" y="194211"/>
                  </a:lnTo>
                  <a:lnTo>
                    <a:pt x="327029" y="189161"/>
                  </a:lnTo>
                  <a:lnTo>
                    <a:pt x="328499" y="184062"/>
                  </a:lnTo>
                  <a:lnTo>
                    <a:pt x="329806" y="178919"/>
                  </a:lnTo>
                  <a:lnTo>
                    <a:pt x="330949" y="173737"/>
                  </a:lnTo>
                  <a:lnTo>
                    <a:pt x="331927" y="168521"/>
                  </a:lnTo>
                  <a:lnTo>
                    <a:pt x="332739" y="163276"/>
                  </a:lnTo>
                  <a:lnTo>
                    <a:pt x="333384" y="158009"/>
                  </a:lnTo>
                  <a:lnTo>
                    <a:pt x="333862" y="152724"/>
                  </a:lnTo>
                  <a:lnTo>
                    <a:pt x="334171" y="147426"/>
                  </a:lnTo>
                  <a:lnTo>
                    <a:pt x="334313" y="142121"/>
                  </a:lnTo>
                  <a:lnTo>
                    <a:pt x="334285" y="136814"/>
                  </a:lnTo>
                  <a:lnTo>
                    <a:pt x="334090" y="131511"/>
                  </a:lnTo>
                  <a:lnTo>
                    <a:pt x="333726" y="126217"/>
                  </a:lnTo>
                  <a:lnTo>
                    <a:pt x="333194" y="120937"/>
                  </a:lnTo>
                  <a:lnTo>
                    <a:pt x="332495" y="115676"/>
                  </a:lnTo>
                  <a:lnTo>
                    <a:pt x="167155" y="1403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45892" y="4172415"/>
              <a:ext cx="165340" cy="167167"/>
            </a:xfrm>
            <a:custGeom>
              <a:avLst/>
              <a:pathLst>
                <a:path w="165340" h="167167">
                  <a:moveTo>
                    <a:pt x="165340" y="142520"/>
                  </a:moveTo>
                  <a:lnTo>
                    <a:pt x="164457" y="137187"/>
                  </a:lnTo>
                  <a:lnTo>
                    <a:pt x="163401" y="131886"/>
                  </a:lnTo>
                  <a:lnTo>
                    <a:pt x="162175" y="126621"/>
                  </a:lnTo>
                  <a:lnTo>
                    <a:pt x="160780" y="121399"/>
                  </a:lnTo>
                  <a:lnTo>
                    <a:pt x="159216" y="116225"/>
                  </a:lnTo>
                  <a:lnTo>
                    <a:pt x="157486" y="111104"/>
                  </a:lnTo>
                  <a:lnTo>
                    <a:pt x="155591" y="106041"/>
                  </a:lnTo>
                  <a:lnTo>
                    <a:pt x="153533" y="101043"/>
                  </a:lnTo>
                  <a:lnTo>
                    <a:pt x="151315" y="96114"/>
                  </a:lnTo>
                  <a:lnTo>
                    <a:pt x="148939" y="91259"/>
                  </a:lnTo>
                  <a:lnTo>
                    <a:pt x="146407" y="86483"/>
                  </a:lnTo>
                  <a:lnTo>
                    <a:pt x="143721" y="81792"/>
                  </a:lnTo>
                  <a:lnTo>
                    <a:pt x="140886" y="77189"/>
                  </a:lnTo>
                  <a:lnTo>
                    <a:pt x="137903" y="72681"/>
                  </a:lnTo>
                  <a:lnTo>
                    <a:pt x="134776" y="68272"/>
                  </a:lnTo>
                  <a:lnTo>
                    <a:pt x="131509" y="63967"/>
                  </a:lnTo>
                  <a:lnTo>
                    <a:pt x="128103" y="59769"/>
                  </a:lnTo>
                  <a:lnTo>
                    <a:pt x="124564" y="55683"/>
                  </a:lnTo>
                  <a:lnTo>
                    <a:pt x="120894" y="51714"/>
                  </a:lnTo>
                  <a:lnTo>
                    <a:pt x="117098" y="47866"/>
                  </a:lnTo>
                  <a:lnTo>
                    <a:pt x="113180" y="44142"/>
                  </a:lnTo>
                  <a:lnTo>
                    <a:pt x="109143" y="40547"/>
                  </a:lnTo>
                  <a:lnTo>
                    <a:pt x="104993" y="37085"/>
                  </a:lnTo>
                  <a:lnTo>
                    <a:pt x="100732" y="33758"/>
                  </a:lnTo>
                  <a:lnTo>
                    <a:pt x="96366" y="30571"/>
                  </a:lnTo>
                  <a:lnTo>
                    <a:pt x="91899" y="27527"/>
                  </a:lnTo>
                  <a:lnTo>
                    <a:pt x="87337" y="24629"/>
                  </a:lnTo>
                  <a:lnTo>
                    <a:pt x="82683" y="21879"/>
                  </a:lnTo>
                  <a:lnTo>
                    <a:pt x="77942" y="19282"/>
                  </a:lnTo>
                  <a:lnTo>
                    <a:pt x="73120" y="16839"/>
                  </a:lnTo>
                  <a:lnTo>
                    <a:pt x="68221" y="14554"/>
                  </a:lnTo>
                  <a:lnTo>
                    <a:pt x="63252" y="12428"/>
                  </a:lnTo>
                  <a:lnTo>
                    <a:pt x="58216" y="10464"/>
                  </a:lnTo>
                  <a:lnTo>
                    <a:pt x="53119" y="8664"/>
                  </a:lnTo>
                  <a:lnTo>
                    <a:pt x="47967" y="7029"/>
                  </a:lnTo>
                  <a:lnTo>
                    <a:pt x="42764" y="5562"/>
                  </a:lnTo>
                  <a:lnTo>
                    <a:pt x="37517" y="4264"/>
                  </a:lnTo>
                  <a:lnTo>
                    <a:pt x="32230" y="3136"/>
                  </a:lnTo>
                  <a:lnTo>
                    <a:pt x="26910" y="2180"/>
                  </a:lnTo>
                  <a:lnTo>
                    <a:pt x="21562" y="1396"/>
                  </a:lnTo>
                  <a:lnTo>
                    <a:pt x="16191" y="785"/>
                  </a:lnTo>
                  <a:lnTo>
                    <a:pt x="10803" y="349"/>
                  </a:lnTo>
                  <a:lnTo>
                    <a:pt x="540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765526" y="3685283"/>
              <a:ext cx="157969" cy="167167"/>
            </a:xfrm>
            <a:custGeom>
              <a:avLst/>
              <a:pathLst>
                <a:path w="157969" h="167167">
                  <a:moveTo>
                    <a:pt x="157969" y="0"/>
                  </a:moveTo>
                  <a:lnTo>
                    <a:pt x="152526" y="88"/>
                  </a:lnTo>
                  <a:lnTo>
                    <a:pt x="147088" y="354"/>
                  </a:lnTo>
                  <a:lnTo>
                    <a:pt x="141662" y="797"/>
                  </a:lnTo>
                  <a:lnTo>
                    <a:pt x="136254" y="1416"/>
                  </a:lnTo>
                  <a:lnTo>
                    <a:pt x="130869" y="2211"/>
                  </a:lnTo>
                  <a:lnTo>
                    <a:pt x="125512" y="3181"/>
                  </a:lnTo>
                  <a:lnTo>
                    <a:pt x="120190" y="4324"/>
                  </a:lnTo>
                  <a:lnTo>
                    <a:pt x="114907" y="5641"/>
                  </a:lnTo>
                  <a:lnTo>
                    <a:pt x="109671" y="7129"/>
                  </a:lnTo>
                  <a:lnTo>
                    <a:pt x="104486" y="8786"/>
                  </a:lnTo>
                  <a:lnTo>
                    <a:pt x="99357" y="10611"/>
                  </a:lnTo>
                  <a:lnTo>
                    <a:pt x="94290" y="12603"/>
                  </a:lnTo>
                  <a:lnTo>
                    <a:pt x="89292" y="14758"/>
                  </a:lnTo>
                  <a:lnTo>
                    <a:pt x="84365" y="17075"/>
                  </a:lnTo>
                  <a:lnTo>
                    <a:pt x="79517" y="19551"/>
                  </a:lnTo>
                  <a:lnTo>
                    <a:pt x="74753" y="22184"/>
                  </a:lnTo>
                  <a:lnTo>
                    <a:pt x="70076" y="24970"/>
                  </a:lnTo>
                  <a:lnTo>
                    <a:pt x="65493" y="27908"/>
                  </a:lnTo>
                  <a:lnTo>
                    <a:pt x="61007" y="30993"/>
                  </a:lnTo>
                  <a:lnTo>
                    <a:pt x="56625" y="34222"/>
                  </a:lnTo>
                  <a:lnTo>
                    <a:pt x="52350" y="37592"/>
                  </a:lnTo>
                  <a:lnTo>
                    <a:pt x="48187" y="41100"/>
                  </a:lnTo>
                  <a:lnTo>
                    <a:pt x="44140" y="44741"/>
                  </a:lnTo>
                  <a:lnTo>
                    <a:pt x="40214" y="48513"/>
                  </a:lnTo>
                  <a:lnTo>
                    <a:pt x="36413" y="52410"/>
                  </a:lnTo>
                  <a:lnTo>
                    <a:pt x="32741" y="56428"/>
                  </a:lnTo>
                  <a:lnTo>
                    <a:pt x="29202" y="60564"/>
                  </a:lnTo>
                  <a:lnTo>
                    <a:pt x="25799" y="64814"/>
                  </a:lnTo>
                  <a:lnTo>
                    <a:pt x="22536" y="69172"/>
                  </a:lnTo>
                  <a:lnTo>
                    <a:pt x="19418" y="73633"/>
                  </a:lnTo>
                  <a:lnTo>
                    <a:pt x="16445" y="78194"/>
                  </a:lnTo>
                  <a:lnTo>
                    <a:pt x="13624" y="82849"/>
                  </a:lnTo>
                  <a:lnTo>
                    <a:pt x="10955" y="87594"/>
                  </a:lnTo>
                  <a:lnTo>
                    <a:pt x="8442" y="92423"/>
                  </a:lnTo>
                  <a:lnTo>
                    <a:pt x="6087" y="97331"/>
                  </a:lnTo>
                  <a:lnTo>
                    <a:pt x="3894" y="102314"/>
                  </a:lnTo>
                  <a:lnTo>
                    <a:pt x="1864" y="107365"/>
                  </a:lnTo>
                  <a:lnTo>
                    <a:pt x="0" y="112479"/>
                  </a:lnTo>
                  <a:lnTo>
                    <a:pt x="15796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56345" y="3688793"/>
              <a:ext cx="334314" cy="330821"/>
            </a:xfrm>
            <a:custGeom>
              <a:avLst/>
              <a:pathLst>
                <a:path w="334314" h="330821">
                  <a:moveTo>
                    <a:pt x="9180" y="108969"/>
                  </a:moveTo>
                  <a:lnTo>
                    <a:pt x="7529" y="113993"/>
                  </a:lnTo>
                  <a:lnTo>
                    <a:pt x="6038" y="119067"/>
                  </a:lnTo>
                  <a:lnTo>
                    <a:pt x="4708" y="124186"/>
                  </a:lnTo>
                  <a:lnTo>
                    <a:pt x="3541" y="129344"/>
                  </a:lnTo>
                  <a:lnTo>
                    <a:pt x="2537" y="134536"/>
                  </a:lnTo>
                  <a:lnTo>
                    <a:pt x="1699" y="139757"/>
                  </a:lnTo>
                  <a:lnTo>
                    <a:pt x="1025" y="145003"/>
                  </a:lnTo>
                  <a:lnTo>
                    <a:pt x="519" y="150267"/>
                  </a:lnTo>
                  <a:lnTo>
                    <a:pt x="178" y="155544"/>
                  </a:lnTo>
                  <a:lnTo>
                    <a:pt x="5" y="160830"/>
                  </a:lnTo>
                  <a:lnTo>
                    <a:pt x="0" y="166118"/>
                  </a:lnTo>
                  <a:lnTo>
                    <a:pt x="161" y="171404"/>
                  </a:lnTo>
                  <a:lnTo>
                    <a:pt x="490" y="176682"/>
                  </a:lnTo>
                  <a:lnTo>
                    <a:pt x="985" y="181947"/>
                  </a:lnTo>
                  <a:lnTo>
                    <a:pt x="1647" y="187194"/>
                  </a:lnTo>
                  <a:lnTo>
                    <a:pt x="2474" y="192417"/>
                  </a:lnTo>
                  <a:lnTo>
                    <a:pt x="3466" y="197612"/>
                  </a:lnTo>
                  <a:lnTo>
                    <a:pt x="4622" y="202772"/>
                  </a:lnTo>
                  <a:lnTo>
                    <a:pt x="5941" y="207893"/>
                  </a:lnTo>
                  <a:lnTo>
                    <a:pt x="7421" y="212970"/>
                  </a:lnTo>
                  <a:lnTo>
                    <a:pt x="9060" y="217998"/>
                  </a:lnTo>
                  <a:lnTo>
                    <a:pt x="10858" y="222971"/>
                  </a:lnTo>
                  <a:lnTo>
                    <a:pt x="12813" y="227885"/>
                  </a:lnTo>
                  <a:lnTo>
                    <a:pt x="14922" y="232735"/>
                  </a:lnTo>
                  <a:lnTo>
                    <a:pt x="17183" y="237516"/>
                  </a:lnTo>
                  <a:lnTo>
                    <a:pt x="19594" y="242222"/>
                  </a:lnTo>
                  <a:lnTo>
                    <a:pt x="22153" y="246850"/>
                  </a:lnTo>
                  <a:lnTo>
                    <a:pt x="24857" y="251395"/>
                  </a:lnTo>
                  <a:lnTo>
                    <a:pt x="27704" y="255852"/>
                  </a:lnTo>
                  <a:lnTo>
                    <a:pt x="30690" y="260217"/>
                  </a:lnTo>
                  <a:lnTo>
                    <a:pt x="33812" y="264485"/>
                  </a:lnTo>
                  <a:lnTo>
                    <a:pt x="37068" y="268652"/>
                  </a:lnTo>
                  <a:lnTo>
                    <a:pt x="40454" y="272714"/>
                  </a:lnTo>
                  <a:lnTo>
                    <a:pt x="43967" y="276667"/>
                  </a:lnTo>
                  <a:lnTo>
                    <a:pt x="47604" y="280507"/>
                  </a:lnTo>
                  <a:lnTo>
                    <a:pt x="51360" y="284230"/>
                  </a:lnTo>
                  <a:lnTo>
                    <a:pt x="55231" y="287832"/>
                  </a:lnTo>
                  <a:lnTo>
                    <a:pt x="59215" y="291310"/>
                  </a:lnTo>
                  <a:lnTo>
                    <a:pt x="63307" y="294660"/>
                  </a:lnTo>
                  <a:lnTo>
                    <a:pt x="67503" y="297879"/>
                  </a:lnTo>
                  <a:lnTo>
                    <a:pt x="71798" y="300964"/>
                  </a:lnTo>
                  <a:lnTo>
                    <a:pt x="76189" y="303911"/>
                  </a:lnTo>
                  <a:lnTo>
                    <a:pt x="80671" y="306718"/>
                  </a:lnTo>
                  <a:lnTo>
                    <a:pt x="85240" y="309382"/>
                  </a:lnTo>
                  <a:lnTo>
                    <a:pt x="89890" y="311900"/>
                  </a:lnTo>
                  <a:lnTo>
                    <a:pt x="94618" y="314270"/>
                  </a:lnTo>
                  <a:lnTo>
                    <a:pt x="99418" y="316488"/>
                  </a:lnTo>
                  <a:lnTo>
                    <a:pt x="104286" y="318554"/>
                  </a:lnTo>
                  <a:lnTo>
                    <a:pt x="109217" y="320465"/>
                  </a:lnTo>
                  <a:lnTo>
                    <a:pt x="114206" y="322219"/>
                  </a:lnTo>
                  <a:lnTo>
                    <a:pt x="119248" y="323814"/>
                  </a:lnTo>
                  <a:lnTo>
                    <a:pt x="124338" y="325249"/>
                  </a:lnTo>
                  <a:lnTo>
                    <a:pt x="129471" y="326523"/>
                  </a:lnTo>
                  <a:lnTo>
                    <a:pt x="134642" y="327633"/>
                  </a:lnTo>
                  <a:lnTo>
                    <a:pt x="139845" y="328579"/>
                  </a:lnTo>
                  <a:lnTo>
                    <a:pt x="145075" y="329360"/>
                  </a:lnTo>
                  <a:lnTo>
                    <a:pt x="150327" y="329976"/>
                  </a:lnTo>
                  <a:lnTo>
                    <a:pt x="155597" y="330425"/>
                  </a:lnTo>
                  <a:lnTo>
                    <a:pt x="160878" y="330707"/>
                  </a:lnTo>
                  <a:lnTo>
                    <a:pt x="166165" y="330821"/>
                  </a:lnTo>
                  <a:lnTo>
                    <a:pt x="171453" y="330769"/>
                  </a:lnTo>
                  <a:lnTo>
                    <a:pt x="176737" y="330549"/>
                  </a:lnTo>
                  <a:lnTo>
                    <a:pt x="182011" y="330162"/>
                  </a:lnTo>
                  <a:lnTo>
                    <a:pt x="187270" y="329609"/>
                  </a:lnTo>
                  <a:lnTo>
                    <a:pt x="192509" y="328889"/>
                  </a:lnTo>
                  <a:lnTo>
                    <a:pt x="197723" y="328004"/>
                  </a:lnTo>
                  <a:lnTo>
                    <a:pt x="202906" y="326955"/>
                  </a:lnTo>
                  <a:lnTo>
                    <a:pt x="208054" y="325742"/>
                  </a:lnTo>
                  <a:lnTo>
                    <a:pt x="213160" y="324367"/>
                  </a:lnTo>
                  <a:lnTo>
                    <a:pt x="218221" y="322832"/>
                  </a:lnTo>
                  <a:lnTo>
                    <a:pt x="223230" y="321136"/>
                  </a:lnTo>
                  <a:lnTo>
                    <a:pt x="228183" y="319284"/>
                  </a:lnTo>
                  <a:lnTo>
                    <a:pt x="233075" y="317275"/>
                  </a:lnTo>
                  <a:lnTo>
                    <a:pt x="237901" y="315113"/>
                  </a:lnTo>
                  <a:lnTo>
                    <a:pt x="242657" y="312799"/>
                  </a:lnTo>
                  <a:lnTo>
                    <a:pt x="247337" y="310336"/>
                  </a:lnTo>
                  <a:lnTo>
                    <a:pt x="251936" y="307726"/>
                  </a:lnTo>
                  <a:lnTo>
                    <a:pt x="256451" y="304972"/>
                  </a:lnTo>
                  <a:lnTo>
                    <a:pt x="260876" y="302077"/>
                  </a:lnTo>
                  <a:lnTo>
                    <a:pt x="265208" y="299043"/>
                  </a:lnTo>
                  <a:lnTo>
                    <a:pt x="269441" y="295874"/>
                  </a:lnTo>
                  <a:lnTo>
                    <a:pt x="273572" y="292572"/>
                  </a:lnTo>
                  <a:lnTo>
                    <a:pt x="277596" y="289141"/>
                  </a:lnTo>
                  <a:lnTo>
                    <a:pt x="281510" y="285585"/>
                  </a:lnTo>
                  <a:lnTo>
                    <a:pt x="285310" y="281906"/>
                  </a:lnTo>
                  <a:lnTo>
                    <a:pt x="288991" y="278109"/>
                  </a:lnTo>
                  <a:lnTo>
                    <a:pt x="292550" y="274198"/>
                  </a:lnTo>
                  <a:lnTo>
                    <a:pt x="295984" y="270176"/>
                  </a:lnTo>
                  <a:lnTo>
                    <a:pt x="299289" y="266048"/>
                  </a:lnTo>
                  <a:lnTo>
                    <a:pt x="302462" y="261817"/>
                  </a:lnTo>
                  <a:lnTo>
                    <a:pt x="305499" y="257488"/>
                  </a:lnTo>
                  <a:lnTo>
                    <a:pt x="308398" y="253064"/>
                  </a:lnTo>
                  <a:lnTo>
                    <a:pt x="311155" y="248552"/>
                  </a:lnTo>
                  <a:lnTo>
                    <a:pt x="313768" y="243954"/>
                  </a:lnTo>
                  <a:lnTo>
                    <a:pt x="316235" y="239276"/>
                  </a:lnTo>
                  <a:lnTo>
                    <a:pt x="318552" y="234523"/>
                  </a:lnTo>
                  <a:lnTo>
                    <a:pt x="320718" y="229698"/>
                  </a:lnTo>
                  <a:lnTo>
                    <a:pt x="322730" y="224808"/>
                  </a:lnTo>
                  <a:lnTo>
                    <a:pt x="324587" y="219856"/>
                  </a:lnTo>
                  <a:lnTo>
                    <a:pt x="326285" y="214848"/>
                  </a:lnTo>
                  <a:lnTo>
                    <a:pt x="327825" y="209788"/>
                  </a:lnTo>
                  <a:lnTo>
                    <a:pt x="329204" y="204683"/>
                  </a:lnTo>
                  <a:lnTo>
                    <a:pt x="330420" y="199536"/>
                  </a:lnTo>
                  <a:lnTo>
                    <a:pt x="331474" y="194354"/>
                  </a:lnTo>
                  <a:lnTo>
                    <a:pt x="332362" y="189141"/>
                  </a:lnTo>
                  <a:lnTo>
                    <a:pt x="333086" y="183902"/>
                  </a:lnTo>
                  <a:lnTo>
                    <a:pt x="333643" y="178643"/>
                  </a:lnTo>
                  <a:lnTo>
                    <a:pt x="334034" y="173369"/>
                  </a:lnTo>
                  <a:lnTo>
                    <a:pt x="334258" y="168086"/>
                  </a:lnTo>
                  <a:lnTo>
                    <a:pt x="334314" y="162798"/>
                  </a:lnTo>
                  <a:lnTo>
                    <a:pt x="334203" y="157510"/>
                  </a:lnTo>
                  <a:lnTo>
                    <a:pt x="333925" y="152229"/>
                  </a:lnTo>
                  <a:lnTo>
                    <a:pt x="333480" y="146960"/>
                  </a:lnTo>
                  <a:lnTo>
                    <a:pt x="332869" y="141707"/>
                  </a:lnTo>
                  <a:lnTo>
                    <a:pt x="332092" y="136476"/>
                  </a:lnTo>
                  <a:lnTo>
                    <a:pt x="331149" y="131272"/>
                  </a:lnTo>
                  <a:lnTo>
                    <a:pt x="330043" y="126101"/>
                  </a:lnTo>
                  <a:lnTo>
                    <a:pt x="328774" y="120967"/>
                  </a:lnTo>
                  <a:lnTo>
                    <a:pt x="327342" y="115876"/>
                  </a:lnTo>
                  <a:lnTo>
                    <a:pt x="325751" y="110833"/>
                  </a:lnTo>
                  <a:lnTo>
                    <a:pt x="324001" y="105843"/>
                  </a:lnTo>
                  <a:lnTo>
                    <a:pt x="322093" y="100910"/>
                  </a:lnTo>
                  <a:lnTo>
                    <a:pt x="320031" y="96040"/>
                  </a:lnTo>
                  <a:lnTo>
                    <a:pt x="317816" y="91238"/>
                  </a:lnTo>
                  <a:lnTo>
                    <a:pt x="315450" y="86509"/>
                  </a:lnTo>
                  <a:lnTo>
                    <a:pt x="312935" y="81857"/>
                  </a:lnTo>
                  <a:lnTo>
                    <a:pt x="310275" y="77286"/>
                  </a:lnTo>
                  <a:lnTo>
                    <a:pt x="307471" y="72802"/>
                  </a:lnTo>
                  <a:lnTo>
                    <a:pt x="304527" y="68409"/>
                  </a:lnTo>
                  <a:lnTo>
                    <a:pt x="301446" y="64111"/>
                  </a:lnTo>
                  <a:lnTo>
                    <a:pt x="298230" y="59913"/>
                  </a:lnTo>
                  <a:lnTo>
                    <a:pt x="294883" y="55819"/>
                  </a:lnTo>
                  <a:lnTo>
                    <a:pt x="291408" y="51832"/>
                  </a:lnTo>
                  <a:lnTo>
                    <a:pt x="287808" y="47958"/>
                  </a:lnTo>
                  <a:lnTo>
                    <a:pt x="284088" y="44199"/>
                  </a:lnTo>
                  <a:lnTo>
                    <a:pt x="280251" y="40560"/>
                  </a:lnTo>
                  <a:lnTo>
                    <a:pt x="276301" y="37044"/>
                  </a:lnTo>
                  <a:lnTo>
                    <a:pt x="272241" y="33655"/>
                  </a:lnTo>
                  <a:lnTo>
                    <a:pt x="268077" y="30396"/>
                  </a:lnTo>
                  <a:lnTo>
                    <a:pt x="263811" y="27270"/>
                  </a:lnTo>
                  <a:lnTo>
                    <a:pt x="259448" y="24281"/>
                  </a:lnTo>
                  <a:lnTo>
                    <a:pt x="254994" y="21431"/>
                  </a:lnTo>
                  <a:lnTo>
                    <a:pt x="250451" y="18723"/>
                  </a:lnTo>
                  <a:lnTo>
                    <a:pt x="245825" y="16161"/>
                  </a:lnTo>
                  <a:lnTo>
                    <a:pt x="241120" y="13746"/>
                  </a:lnTo>
                  <a:lnTo>
                    <a:pt x="236341" y="11481"/>
                  </a:lnTo>
                  <a:lnTo>
                    <a:pt x="231493" y="9369"/>
                  </a:lnTo>
                  <a:lnTo>
                    <a:pt x="226580" y="7411"/>
                  </a:lnTo>
                  <a:lnTo>
                    <a:pt x="221609" y="5609"/>
                  </a:lnTo>
                  <a:lnTo>
                    <a:pt x="216582" y="3965"/>
                  </a:lnTo>
                  <a:lnTo>
                    <a:pt x="211506" y="2482"/>
                  </a:lnTo>
                  <a:lnTo>
                    <a:pt x="206386" y="1159"/>
                  </a:lnTo>
                  <a:lnTo>
                    <a:pt x="201226" y="0"/>
                  </a:lnTo>
                  <a:lnTo>
                    <a:pt x="167149" y="1636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34077" cy="167167"/>
            </a:xfrm>
            <a:custGeom>
              <a:avLst/>
              <a:pathLst>
                <a:path w="34077" h="167167">
                  <a:moveTo>
                    <a:pt x="34077" y="3510"/>
                  </a:moveTo>
                  <a:lnTo>
                    <a:pt x="27330" y="2249"/>
                  </a:lnTo>
                  <a:lnTo>
                    <a:pt x="20538" y="1266"/>
                  </a:lnTo>
                  <a:lnTo>
                    <a:pt x="13711" y="563"/>
                  </a:lnTo>
                  <a:lnTo>
                    <a:pt x="6861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tx81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2025-06-26T11:51:21Z</dcterms:modified>
  <cp:category/>
</cp:coreProperties>
</file>