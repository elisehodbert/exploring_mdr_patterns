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45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27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9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33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0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31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42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80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146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13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56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96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11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112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08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19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89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35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29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29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9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24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983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264" y="3170392"/>
              <a:ext cx="1514" cy="167167"/>
            </a:xfrm>
            <a:custGeom>
              <a:avLst/>
              <a:pathLst>
                <a:path w="1514" h="167167">
                  <a:moveTo>
                    <a:pt x="1514" y="0"/>
                  </a:moveTo>
                  <a:lnTo>
                    <a:pt x="0" y="6"/>
                  </a:lnTo>
                  <a:lnTo>
                    <a:pt x="151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264" y="3170399"/>
              <a:ext cx="1514" cy="167160"/>
            </a:xfrm>
            <a:custGeom>
              <a:avLst/>
              <a:pathLst>
                <a:path w="1514" h="167160">
                  <a:moveTo>
                    <a:pt x="0" y="0"/>
                  </a:moveTo>
                  <a:lnTo>
                    <a:pt x="1514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16628" y="3170399"/>
              <a:ext cx="334317" cy="334325"/>
            </a:xfrm>
            <a:custGeom>
              <a:avLst/>
              <a:pathLst>
                <a:path w="334317" h="334325">
                  <a:moveTo>
                    <a:pt x="165635" y="0"/>
                  </a:moveTo>
                  <a:lnTo>
                    <a:pt x="160358" y="131"/>
                  </a:lnTo>
                  <a:lnTo>
                    <a:pt x="155087" y="428"/>
                  </a:lnTo>
                  <a:lnTo>
                    <a:pt x="149828" y="893"/>
                  </a:lnTo>
                  <a:lnTo>
                    <a:pt x="144586" y="1522"/>
                  </a:lnTo>
                  <a:lnTo>
                    <a:pt x="139367" y="2318"/>
                  </a:lnTo>
                  <a:lnTo>
                    <a:pt x="134176" y="3277"/>
                  </a:lnTo>
                  <a:lnTo>
                    <a:pt x="129017" y="4400"/>
                  </a:lnTo>
                  <a:lnTo>
                    <a:pt x="123897" y="5685"/>
                  </a:lnTo>
                  <a:lnTo>
                    <a:pt x="118820" y="7132"/>
                  </a:lnTo>
                  <a:lnTo>
                    <a:pt x="113791" y="8737"/>
                  </a:lnTo>
                  <a:lnTo>
                    <a:pt x="108815" y="10501"/>
                  </a:lnTo>
                  <a:lnTo>
                    <a:pt x="103897" y="12422"/>
                  </a:lnTo>
                  <a:lnTo>
                    <a:pt x="99043" y="14496"/>
                  </a:lnTo>
                  <a:lnTo>
                    <a:pt x="94256" y="16723"/>
                  </a:lnTo>
                  <a:lnTo>
                    <a:pt x="89542" y="19100"/>
                  </a:lnTo>
                  <a:lnTo>
                    <a:pt x="84905" y="21624"/>
                  </a:lnTo>
                  <a:lnTo>
                    <a:pt x="80351" y="24294"/>
                  </a:lnTo>
                  <a:lnTo>
                    <a:pt x="75883" y="27106"/>
                  </a:lnTo>
                  <a:lnTo>
                    <a:pt x="71506" y="30057"/>
                  </a:lnTo>
                  <a:lnTo>
                    <a:pt x="67224" y="33146"/>
                  </a:lnTo>
                  <a:lnTo>
                    <a:pt x="63042" y="36368"/>
                  </a:lnTo>
                  <a:lnTo>
                    <a:pt x="58964" y="39721"/>
                  </a:lnTo>
                  <a:lnTo>
                    <a:pt x="54994" y="43200"/>
                  </a:lnTo>
                  <a:lnTo>
                    <a:pt x="51136" y="46804"/>
                  </a:lnTo>
                  <a:lnTo>
                    <a:pt x="47393" y="50527"/>
                  </a:lnTo>
                  <a:lnTo>
                    <a:pt x="43770" y="54367"/>
                  </a:lnTo>
                  <a:lnTo>
                    <a:pt x="40270" y="58319"/>
                  </a:lnTo>
                  <a:lnTo>
                    <a:pt x="36896" y="62380"/>
                  </a:lnTo>
                  <a:lnTo>
                    <a:pt x="33653" y="66545"/>
                  </a:lnTo>
                  <a:lnTo>
                    <a:pt x="30542" y="70810"/>
                  </a:lnTo>
                  <a:lnTo>
                    <a:pt x="27568" y="75172"/>
                  </a:lnTo>
                  <a:lnTo>
                    <a:pt x="24733" y="79626"/>
                  </a:lnTo>
                  <a:lnTo>
                    <a:pt x="22040" y="84166"/>
                  </a:lnTo>
                  <a:lnTo>
                    <a:pt x="19491" y="88790"/>
                  </a:lnTo>
                  <a:lnTo>
                    <a:pt x="17090" y="93491"/>
                  </a:lnTo>
                  <a:lnTo>
                    <a:pt x="14839" y="98267"/>
                  </a:lnTo>
                  <a:lnTo>
                    <a:pt x="12740" y="103110"/>
                  </a:lnTo>
                  <a:lnTo>
                    <a:pt x="10794" y="108018"/>
                  </a:lnTo>
                  <a:lnTo>
                    <a:pt x="9005" y="112985"/>
                  </a:lnTo>
                  <a:lnTo>
                    <a:pt x="7373" y="118006"/>
                  </a:lnTo>
                  <a:lnTo>
                    <a:pt x="5900" y="123075"/>
                  </a:lnTo>
                  <a:lnTo>
                    <a:pt x="4589" y="128189"/>
                  </a:lnTo>
                  <a:lnTo>
                    <a:pt x="3439" y="133342"/>
                  </a:lnTo>
                  <a:lnTo>
                    <a:pt x="2453" y="138528"/>
                  </a:lnTo>
                  <a:lnTo>
                    <a:pt x="1631" y="143743"/>
                  </a:lnTo>
                  <a:lnTo>
                    <a:pt x="974" y="148981"/>
                  </a:lnTo>
                  <a:lnTo>
                    <a:pt x="483" y="154237"/>
                  </a:lnTo>
                  <a:lnTo>
                    <a:pt x="158" y="159507"/>
                  </a:lnTo>
                  <a:lnTo>
                    <a:pt x="0" y="164784"/>
                  </a:lnTo>
                  <a:lnTo>
                    <a:pt x="8" y="170063"/>
                  </a:lnTo>
                  <a:lnTo>
                    <a:pt x="183" y="175339"/>
                  </a:lnTo>
                  <a:lnTo>
                    <a:pt x="524" y="180607"/>
                  </a:lnTo>
                  <a:lnTo>
                    <a:pt x="1032" y="185862"/>
                  </a:lnTo>
                  <a:lnTo>
                    <a:pt x="1705" y="191098"/>
                  </a:lnTo>
                  <a:lnTo>
                    <a:pt x="2544" y="196311"/>
                  </a:lnTo>
                  <a:lnTo>
                    <a:pt x="3546" y="201494"/>
                  </a:lnTo>
                  <a:lnTo>
                    <a:pt x="4712" y="206643"/>
                  </a:lnTo>
                  <a:lnTo>
                    <a:pt x="6040" y="211752"/>
                  </a:lnTo>
                  <a:lnTo>
                    <a:pt x="7528" y="216817"/>
                  </a:lnTo>
                  <a:lnTo>
                    <a:pt x="9176" y="221833"/>
                  </a:lnTo>
                  <a:lnTo>
                    <a:pt x="10981" y="226794"/>
                  </a:lnTo>
                  <a:lnTo>
                    <a:pt x="12942" y="231696"/>
                  </a:lnTo>
                  <a:lnTo>
                    <a:pt x="15057" y="236533"/>
                  </a:lnTo>
                  <a:lnTo>
                    <a:pt x="17323" y="241301"/>
                  </a:lnTo>
                  <a:lnTo>
                    <a:pt x="19739" y="245995"/>
                  </a:lnTo>
                  <a:lnTo>
                    <a:pt x="22302" y="250610"/>
                  </a:lnTo>
                  <a:lnTo>
                    <a:pt x="25009" y="255143"/>
                  </a:lnTo>
                  <a:lnTo>
                    <a:pt x="27858" y="259587"/>
                  </a:lnTo>
                  <a:lnTo>
                    <a:pt x="30846" y="263939"/>
                  </a:lnTo>
                  <a:lnTo>
                    <a:pt x="33970" y="268195"/>
                  </a:lnTo>
                  <a:lnTo>
                    <a:pt x="37227" y="272350"/>
                  </a:lnTo>
                  <a:lnTo>
                    <a:pt x="40613" y="276400"/>
                  </a:lnTo>
                  <a:lnTo>
                    <a:pt x="44126" y="280341"/>
                  </a:lnTo>
                  <a:lnTo>
                    <a:pt x="47761" y="284170"/>
                  </a:lnTo>
                  <a:lnTo>
                    <a:pt x="51515" y="287881"/>
                  </a:lnTo>
                  <a:lnTo>
                    <a:pt x="55385" y="291472"/>
                  </a:lnTo>
                  <a:lnTo>
                    <a:pt x="59366" y="294939"/>
                  </a:lnTo>
                  <a:lnTo>
                    <a:pt x="63455" y="298279"/>
                  </a:lnTo>
                  <a:lnTo>
                    <a:pt x="67647" y="301488"/>
                  </a:lnTo>
                  <a:lnTo>
                    <a:pt x="71938" y="304563"/>
                  </a:lnTo>
                  <a:lnTo>
                    <a:pt x="76324" y="307501"/>
                  </a:lnTo>
                  <a:lnTo>
                    <a:pt x="80801" y="310299"/>
                  </a:lnTo>
                  <a:lnTo>
                    <a:pt x="85364" y="312954"/>
                  </a:lnTo>
                  <a:lnTo>
                    <a:pt x="90008" y="315464"/>
                  </a:lnTo>
                  <a:lnTo>
                    <a:pt x="94730" y="317826"/>
                  </a:lnTo>
                  <a:lnTo>
                    <a:pt x="99524" y="320038"/>
                  </a:lnTo>
                  <a:lnTo>
                    <a:pt x="104385" y="322097"/>
                  </a:lnTo>
                  <a:lnTo>
                    <a:pt x="109308" y="324002"/>
                  </a:lnTo>
                  <a:lnTo>
                    <a:pt x="114290" y="325750"/>
                  </a:lnTo>
                  <a:lnTo>
                    <a:pt x="119324" y="327340"/>
                  </a:lnTo>
                  <a:lnTo>
                    <a:pt x="124406" y="328770"/>
                  </a:lnTo>
                  <a:lnTo>
                    <a:pt x="129530" y="330039"/>
                  </a:lnTo>
                  <a:lnTo>
                    <a:pt x="134692" y="331146"/>
                  </a:lnTo>
                  <a:lnTo>
                    <a:pt x="139886" y="332089"/>
                  </a:lnTo>
                  <a:lnTo>
                    <a:pt x="145108" y="332868"/>
                  </a:lnTo>
                  <a:lnTo>
                    <a:pt x="150351" y="333481"/>
                  </a:lnTo>
                  <a:lnTo>
                    <a:pt x="155612" y="333929"/>
                  </a:lnTo>
                  <a:lnTo>
                    <a:pt x="160883" y="334210"/>
                  </a:lnTo>
                  <a:lnTo>
                    <a:pt x="166161" y="334325"/>
                  </a:lnTo>
                  <a:lnTo>
                    <a:pt x="171440" y="334272"/>
                  </a:lnTo>
                  <a:lnTo>
                    <a:pt x="176715" y="334054"/>
                  </a:lnTo>
                  <a:lnTo>
                    <a:pt x="181980" y="333668"/>
                  </a:lnTo>
                  <a:lnTo>
                    <a:pt x="187231" y="333117"/>
                  </a:lnTo>
                  <a:lnTo>
                    <a:pt x="192461" y="332400"/>
                  </a:lnTo>
                  <a:lnTo>
                    <a:pt x="197666" y="331519"/>
                  </a:lnTo>
                  <a:lnTo>
                    <a:pt x="202841" y="330473"/>
                  </a:lnTo>
                  <a:lnTo>
                    <a:pt x="207980" y="329265"/>
                  </a:lnTo>
                  <a:lnTo>
                    <a:pt x="213078" y="327894"/>
                  </a:lnTo>
                  <a:lnTo>
                    <a:pt x="218131" y="326364"/>
                  </a:lnTo>
                  <a:lnTo>
                    <a:pt x="223133" y="324675"/>
                  </a:lnTo>
                  <a:lnTo>
                    <a:pt x="228079" y="322829"/>
                  </a:lnTo>
                  <a:lnTo>
                    <a:pt x="232964" y="320827"/>
                  </a:lnTo>
                  <a:lnTo>
                    <a:pt x="237783" y="318672"/>
                  </a:lnTo>
                  <a:lnTo>
                    <a:pt x="242532" y="316366"/>
                  </a:lnTo>
                  <a:lnTo>
                    <a:pt x="247206" y="313912"/>
                  </a:lnTo>
                  <a:lnTo>
                    <a:pt x="251800" y="311310"/>
                  </a:lnTo>
                  <a:lnTo>
                    <a:pt x="256310" y="308566"/>
                  </a:lnTo>
                  <a:lnTo>
                    <a:pt x="260730" y="305680"/>
                  </a:lnTo>
                  <a:lnTo>
                    <a:pt x="265058" y="302656"/>
                  </a:lnTo>
                  <a:lnTo>
                    <a:pt x="269287" y="299497"/>
                  </a:lnTo>
                  <a:lnTo>
                    <a:pt x="273415" y="296205"/>
                  </a:lnTo>
                  <a:lnTo>
                    <a:pt x="277437" y="292786"/>
                  </a:lnTo>
                  <a:lnTo>
                    <a:pt x="281349" y="289240"/>
                  </a:lnTo>
                  <a:lnTo>
                    <a:pt x="285147" y="285573"/>
                  </a:lnTo>
                  <a:lnTo>
                    <a:pt x="288827" y="281788"/>
                  </a:lnTo>
                  <a:lnTo>
                    <a:pt x="292386" y="277889"/>
                  </a:lnTo>
                  <a:lnTo>
                    <a:pt x="295820" y="273879"/>
                  </a:lnTo>
                  <a:lnTo>
                    <a:pt x="299126" y="269763"/>
                  </a:lnTo>
                  <a:lnTo>
                    <a:pt x="302300" y="265545"/>
                  </a:lnTo>
                  <a:lnTo>
                    <a:pt x="305339" y="261228"/>
                  </a:lnTo>
                  <a:lnTo>
                    <a:pt x="308240" y="256818"/>
                  </a:lnTo>
                  <a:lnTo>
                    <a:pt x="311001" y="252318"/>
                  </a:lnTo>
                  <a:lnTo>
                    <a:pt x="313618" y="247733"/>
                  </a:lnTo>
                  <a:lnTo>
                    <a:pt x="316090" y="243068"/>
                  </a:lnTo>
                  <a:lnTo>
                    <a:pt x="318412" y="238327"/>
                  </a:lnTo>
                  <a:lnTo>
                    <a:pt x="320584" y="233515"/>
                  </a:lnTo>
                  <a:lnTo>
                    <a:pt x="322603" y="228637"/>
                  </a:lnTo>
                  <a:lnTo>
                    <a:pt x="324466" y="223698"/>
                  </a:lnTo>
                  <a:lnTo>
                    <a:pt x="326173" y="218702"/>
                  </a:lnTo>
                  <a:lnTo>
                    <a:pt x="327722" y="213655"/>
                  </a:lnTo>
                  <a:lnTo>
                    <a:pt x="329110" y="208561"/>
                  </a:lnTo>
                  <a:lnTo>
                    <a:pt x="330336" y="203426"/>
                  </a:lnTo>
                  <a:lnTo>
                    <a:pt x="331400" y="198255"/>
                  </a:lnTo>
                  <a:lnTo>
                    <a:pt x="332300" y="193053"/>
                  </a:lnTo>
                  <a:lnTo>
                    <a:pt x="333035" y="187826"/>
                  </a:lnTo>
                  <a:lnTo>
                    <a:pt x="333605" y="182577"/>
                  </a:lnTo>
                  <a:lnTo>
                    <a:pt x="334009" y="177313"/>
                  </a:lnTo>
                  <a:lnTo>
                    <a:pt x="334246" y="172040"/>
                  </a:lnTo>
                  <a:lnTo>
                    <a:pt x="334317" y="166761"/>
                  </a:lnTo>
                  <a:lnTo>
                    <a:pt x="334221" y="161482"/>
                  </a:lnTo>
                  <a:lnTo>
                    <a:pt x="333958" y="156210"/>
                  </a:lnTo>
                  <a:lnTo>
                    <a:pt x="333529" y="150948"/>
                  </a:lnTo>
                  <a:lnTo>
                    <a:pt x="332935" y="145702"/>
                  </a:lnTo>
                  <a:lnTo>
                    <a:pt x="332174" y="140478"/>
                  </a:lnTo>
                  <a:lnTo>
                    <a:pt x="331250" y="135280"/>
                  </a:lnTo>
                  <a:lnTo>
                    <a:pt x="330161" y="130114"/>
                  </a:lnTo>
                  <a:lnTo>
                    <a:pt x="328910" y="124986"/>
                  </a:lnTo>
                  <a:lnTo>
                    <a:pt x="327498" y="119899"/>
                  </a:lnTo>
                  <a:lnTo>
                    <a:pt x="325925" y="114859"/>
                  </a:lnTo>
                  <a:lnTo>
                    <a:pt x="324195" y="109872"/>
                  </a:lnTo>
                  <a:lnTo>
                    <a:pt x="322307" y="104941"/>
                  </a:lnTo>
                  <a:lnTo>
                    <a:pt x="320265" y="100073"/>
                  </a:lnTo>
                  <a:lnTo>
                    <a:pt x="318070" y="95271"/>
                  </a:lnTo>
                  <a:lnTo>
                    <a:pt x="315725" y="90542"/>
                  </a:lnTo>
                  <a:lnTo>
                    <a:pt x="313232" y="85888"/>
                  </a:lnTo>
                  <a:lnTo>
                    <a:pt x="310593" y="81316"/>
                  </a:lnTo>
                  <a:lnTo>
                    <a:pt x="307810" y="76830"/>
                  </a:lnTo>
                  <a:lnTo>
                    <a:pt x="304888" y="72433"/>
                  </a:lnTo>
                  <a:lnTo>
                    <a:pt x="301828" y="68131"/>
                  </a:lnTo>
                  <a:lnTo>
                    <a:pt x="298634" y="63928"/>
                  </a:lnTo>
                  <a:lnTo>
                    <a:pt x="295309" y="59827"/>
                  </a:lnTo>
                  <a:lnTo>
                    <a:pt x="291855" y="55834"/>
                  </a:lnTo>
                  <a:lnTo>
                    <a:pt x="288278" y="51952"/>
                  </a:lnTo>
                  <a:lnTo>
                    <a:pt x="284580" y="48184"/>
                  </a:lnTo>
                  <a:lnTo>
                    <a:pt x="280764" y="44536"/>
                  </a:lnTo>
                  <a:lnTo>
                    <a:pt x="276835" y="41009"/>
                  </a:lnTo>
                  <a:lnTo>
                    <a:pt x="272797" y="37609"/>
                  </a:lnTo>
                  <a:lnTo>
                    <a:pt x="268654" y="34337"/>
                  </a:lnTo>
                  <a:lnTo>
                    <a:pt x="264409" y="31198"/>
                  </a:lnTo>
                  <a:lnTo>
                    <a:pt x="260067" y="28195"/>
                  </a:lnTo>
                  <a:lnTo>
                    <a:pt x="255633" y="25330"/>
                  </a:lnTo>
                  <a:lnTo>
                    <a:pt x="251110" y="22607"/>
                  </a:lnTo>
                  <a:lnTo>
                    <a:pt x="246504" y="20028"/>
                  </a:lnTo>
                  <a:lnTo>
                    <a:pt x="241818" y="17595"/>
                  </a:lnTo>
                  <a:lnTo>
                    <a:pt x="237058" y="15312"/>
                  </a:lnTo>
                  <a:lnTo>
                    <a:pt x="232229" y="13180"/>
                  </a:lnTo>
                  <a:lnTo>
                    <a:pt x="227334" y="11202"/>
                  </a:lnTo>
                  <a:lnTo>
                    <a:pt x="222379" y="9380"/>
                  </a:lnTo>
                  <a:lnTo>
                    <a:pt x="217370" y="7714"/>
                  </a:lnTo>
                  <a:lnTo>
                    <a:pt x="212310" y="6208"/>
                  </a:lnTo>
                  <a:lnTo>
                    <a:pt x="207205" y="4862"/>
                  </a:lnTo>
                  <a:lnTo>
                    <a:pt x="202060" y="3678"/>
                  </a:lnTo>
                  <a:lnTo>
                    <a:pt x="196881" y="2658"/>
                  </a:lnTo>
                  <a:lnTo>
                    <a:pt x="191671" y="1801"/>
                  </a:lnTo>
                  <a:lnTo>
                    <a:pt x="186438" y="1109"/>
                  </a:lnTo>
                  <a:lnTo>
                    <a:pt x="181185" y="583"/>
                  </a:lnTo>
                  <a:lnTo>
                    <a:pt x="167150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3779" y="3170392"/>
              <a:ext cx="14034" cy="167167"/>
            </a:xfrm>
            <a:custGeom>
              <a:avLst/>
              <a:pathLst>
                <a:path w="14034" h="167167">
                  <a:moveTo>
                    <a:pt x="14034" y="59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993" y="2655501"/>
              <a:ext cx="26502" cy="167167"/>
            </a:xfrm>
            <a:custGeom>
              <a:avLst/>
              <a:pathLst>
                <a:path w="26502" h="167167">
                  <a:moveTo>
                    <a:pt x="26502" y="0"/>
                  </a:moveTo>
                  <a:lnTo>
                    <a:pt x="19850" y="132"/>
                  </a:lnTo>
                  <a:lnTo>
                    <a:pt x="13208" y="529"/>
                  </a:lnTo>
                  <a:lnTo>
                    <a:pt x="6588" y="1190"/>
                  </a:lnTo>
                  <a:lnTo>
                    <a:pt x="0" y="2114"/>
                  </a:lnTo>
                  <a:lnTo>
                    <a:pt x="265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6993" y="2657616"/>
              <a:ext cx="26502" cy="165053"/>
            </a:xfrm>
            <a:custGeom>
              <a:avLst/>
              <a:pathLst>
                <a:path w="26502" h="165053">
                  <a:moveTo>
                    <a:pt x="0" y="0"/>
                  </a:moveTo>
                  <a:lnTo>
                    <a:pt x="26502" y="1650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6337" y="2657616"/>
              <a:ext cx="334324" cy="332211"/>
            </a:xfrm>
            <a:custGeom>
              <a:avLst/>
              <a:pathLst>
                <a:path w="334324" h="332211">
                  <a:moveTo>
                    <a:pt x="140655" y="0"/>
                  </a:moveTo>
                  <a:lnTo>
                    <a:pt x="135451" y="920"/>
                  </a:lnTo>
                  <a:lnTo>
                    <a:pt x="130279" y="2004"/>
                  </a:lnTo>
                  <a:lnTo>
                    <a:pt x="125144" y="3251"/>
                  </a:lnTo>
                  <a:lnTo>
                    <a:pt x="120051" y="4660"/>
                  </a:lnTo>
                  <a:lnTo>
                    <a:pt x="115005" y="6229"/>
                  </a:lnTo>
                  <a:lnTo>
                    <a:pt x="110010" y="7957"/>
                  </a:lnTo>
                  <a:lnTo>
                    <a:pt x="105074" y="9841"/>
                  </a:lnTo>
                  <a:lnTo>
                    <a:pt x="100199" y="11881"/>
                  </a:lnTo>
                  <a:lnTo>
                    <a:pt x="95391" y="14074"/>
                  </a:lnTo>
                  <a:lnTo>
                    <a:pt x="90654" y="16418"/>
                  </a:lnTo>
                  <a:lnTo>
                    <a:pt x="85995" y="18910"/>
                  </a:lnTo>
                  <a:lnTo>
                    <a:pt x="81416" y="21549"/>
                  </a:lnTo>
                  <a:lnTo>
                    <a:pt x="76923" y="24330"/>
                  </a:lnTo>
                  <a:lnTo>
                    <a:pt x="72520" y="27253"/>
                  </a:lnTo>
                  <a:lnTo>
                    <a:pt x="68212" y="30313"/>
                  </a:lnTo>
                  <a:lnTo>
                    <a:pt x="64002" y="33508"/>
                  </a:lnTo>
                  <a:lnTo>
                    <a:pt x="59896" y="36834"/>
                  </a:lnTo>
                  <a:lnTo>
                    <a:pt x="55897" y="40288"/>
                  </a:lnTo>
                  <a:lnTo>
                    <a:pt x="52009" y="43867"/>
                  </a:lnTo>
                  <a:lnTo>
                    <a:pt x="48236" y="47567"/>
                  </a:lnTo>
                  <a:lnTo>
                    <a:pt x="44582" y="51385"/>
                  </a:lnTo>
                  <a:lnTo>
                    <a:pt x="41051" y="55316"/>
                  </a:lnTo>
                  <a:lnTo>
                    <a:pt x="37645" y="59357"/>
                  </a:lnTo>
                  <a:lnTo>
                    <a:pt x="34369" y="63503"/>
                  </a:lnTo>
                  <a:lnTo>
                    <a:pt x="31226" y="67751"/>
                  </a:lnTo>
                  <a:lnTo>
                    <a:pt x="28218" y="72096"/>
                  </a:lnTo>
                  <a:lnTo>
                    <a:pt x="25349" y="76534"/>
                  </a:lnTo>
                  <a:lnTo>
                    <a:pt x="22622" y="81061"/>
                  </a:lnTo>
                  <a:lnTo>
                    <a:pt x="20040" y="85671"/>
                  </a:lnTo>
                  <a:lnTo>
                    <a:pt x="17604" y="90361"/>
                  </a:lnTo>
                  <a:lnTo>
                    <a:pt x="15318" y="95125"/>
                  </a:lnTo>
                  <a:lnTo>
                    <a:pt x="13184" y="99959"/>
                  </a:lnTo>
                  <a:lnTo>
                    <a:pt x="11203" y="104859"/>
                  </a:lnTo>
                  <a:lnTo>
                    <a:pt x="9378" y="109818"/>
                  </a:lnTo>
                  <a:lnTo>
                    <a:pt x="7711" y="114833"/>
                  </a:lnTo>
                  <a:lnTo>
                    <a:pt x="6204" y="119897"/>
                  </a:lnTo>
                  <a:lnTo>
                    <a:pt x="4857" y="125007"/>
                  </a:lnTo>
                  <a:lnTo>
                    <a:pt x="3672" y="130157"/>
                  </a:lnTo>
                  <a:lnTo>
                    <a:pt x="2651" y="135342"/>
                  </a:lnTo>
                  <a:lnTo>
                    <a:pt x="1794" y="140557"/>
                  </a:lnTo>
                  <a:lnTo>
                    <a:pt x="1102" y="145796"/>
                  </a:lnTo>
                  <a:lnTo>
                    <a:pt x="577" y="151054"/>
                  </a:lnTo>
                  <a:lnTo>
                    <a:pt x="217" y="156326"/>
                  </a:lnTo>
                  <a:lnTo>
                    <a:pt x="25" y="161607"/>
                  </a:lnTo>
                  <a:lnTo>
                    <a:pt x="0" y="166891"/>
                  </a:lnTo>
                  <a:lnTo>
                    <a:pt x="141" y="172174"/>
                  </a:lnTo>
                  <a:lnTo>
                    <a:pt x="450" y="177449"/>
                  </a:lnTo>
                  <a:lnTo>
                    <a:pt x="925" y="182712"/>
                  </a:lnTo>
                  <a:lnTo>
                    <a:pt x="1566" y="187958"/>
                  </a:lnTo>
                  <a:lnTo>
                    <a:pt x="2373" y="193180"/>
                  </a:lnTo>
                  <a:lnTo>
                    <a:pt x="3344" y="198375"/>
                  </a:lnTo>
                  <a:lnTo>
                    <a:pt x="4479" y="203536"/>
                  </a:lnTo>
                  <a:lnTo>
                    <a:pt x="5777" y="208659"/>
                  </a:lnTo>
                  <a:lnTo>
                    <a:pt x="7236" y="213738"/>
                  </a:lnTo>
                  <a:lnTo>
                    <a:pt x="8855" y="218768"/>
                  </a:lnTo>
                  <a:lnTo>
                    <a:pt x="10631" y="223745"/>
                  </a:lnTo>
                  <a:lnTo>
                    <a:pt x="12565" y="228663"/>
                  </a:lnTo>
                  <a:lnTo>
                    <a:pt x="14653" y="233517"/>
                  </a:lnTo>
                  <a:lnTo>
                    <a:pt x="16893" y="238304"/>
                  </a:lnTo>
                  <a:lnTo>
                    <a:pt x="19283" y="243016"/>
                  </a:lnTo>
                  <a:lnTo>
                    <a:pt x="21821" y="247651"/>
                  </a:lnTo>
                  <a:lnTo>
                    <a:pt x="24505" y="252204"/>
                  </a:lnTo>
                  <a:lnTo>
                    <a:pt x="27331" y="256669"/>
                  </a:lnTo>
                  <a:lnTo>
                    <a:pt x="30296" y="261043"/>
                  </a:lnTo>
                  <a:lnTo>
                    <a:pt x="33399" y="265321"/>
                  </a:lnTo>
                  <a:lnTo>
                    <a:pt x="36635" y="269499"/>
                  </a:lnTo>
                  <a:lnTo>
                    <a:pt x="40001" y="273572"/>
                  </a:lnTo>
                  <a:lnTo>
                    <a:pt x="43495" y="277537"/>
                  </a:lnTo>
                  <a:lnTo>
                    <a:pt x="47112" y="281389"/>
                  </a:lnTo>
                  <a:lnTo>
                    <a:pt x="50849" y="285126"/>
                  </a:lnTo>
                  <a:lnTo>
                    <a:pt x="54703" y="288742"/>
                  </a:lnTo>
                  <a:lnTo>
                    <a:pt x="58668" y="292235"/>
                  </a:lnTo>
                  <a:lnTo>
                    <a:pt x="62742" y="295600"/>
                  </a:lnTo>
                  <a:lnTo>
                    <a:pt x="66921" y="298835"/>
                  </a:lnTo>
                  <a:lnTo>
                    <a:pt x="71200" y="301937"/>
                  </a:lnTo>
                  <a:lnTo>
                    <a:pt x="75574" y="304901"/>
                  </a:lnTo>
                  <a:lnTo>
                    <a:pt x="80040" y="307726"/>
                  </a:lnTo>
                  <a:lnTo>
                    <a:pt x="84593" y="310408"/>
                  </a:lnTo>
                  <a:lnTo>
                    <a:pt x="89229" y="312945"/>
                  </a:lnTo>
                  <a:lnTo>
                    <a:pt x="93942" y="315335"/>
                  </a:lnTo>
                  <a:lnTo>
                    <a:pt x="98729" y="317574"/>
                  </a:lnTo>
                  <a:lnTo>
                    <a:pt x="103584" y="319660"/>
                  </a:lnTo>
                  <a:lnTo>
                    <a:pt x="108503" y="321592"/>
                  </a:lnTo>
                  <a:lnTo>
                    <a:pt x="113480" y="323368"/>
                  </a:lnTo>
                  <a:lnTo>
                    <a:pt x="118511" y="324986"/>
                  </a:lnTo>
                  <a:lnTo>
                    <a:pt x="123590" y="326443"/>
                  </a:lnTo>
                  <a:lnTo>
                    <a:pt x="128713" y="327740"/>
                  </a:lnTo>
                  <a:lnTo>
                    <a:pt x="133874" y="328874"/>
                  </a:lnTo>
                  <a:lnTo>
                    <a:pt x="139069" y="329844"/>
                  </a:lnTo>
                  <a:lnTo>
                    <a:pt x="144292" y="330649"/>
                  </a:lnTo>
                  <a:lnTo>
                    <a:pt x="149537" y="331289"/>
                  </a:lnTo>
                  <a:lnTo>
                    <a:pt x="154800" y="331763"/>
                  </a:lnTo>
                  <a:lnTo>
                    <a:pt x="160076" y="332070"/>
                  </a:lnTo>
                  <a:lnTo>
                    <a:pt x="165359" y="332211"/>
                  </a:lnTo>
                  <a:lnTo>
                    <a:pt x="170643" y="332184"/>
                  </a:lnTo>
                  <a:lnTo>
                    <a:pt x="175924" y="331990"/>
                  </a:lnTo>
                  <a:lnTo>
                    <a:pt x="181196" y="331630"/>
                  </a:lnTo>
                  <a:lnTo>
                    <a:pt x="186454" y="331103"/>
                  </a:lnTo>
                  <a:lnTo>
                    <a:pt x="191693" y="330410"/>
                  </a:lnTo>
                  <a:lnTo>
                    <a:pt x="196907" y="329552"/>
                  </a:lnTo>
                  <a:lnTo>
                    <a:pt x="202092" y="328529"/>
                  </a:lnTo>
                  <a:lnTo>
                    <a:pt x="207242" y="327343"/>
                  </a:lnTo>
                  <a:lnTo>
                    <a:pt x="212351" y="325995"/>
                  </a:lnTo>
                  <a:lnTo>
                    <a:pt x="217416" y="324486"/>
                  </a:lnTo>
                  <a:lnTo>
                    <a:pt x="222430" y="322818"/>
                  </a:lnTo>
                  <a:lnTo>
                    <a:pt x="227389" y="320992"/>
                  </a:lnTo>
                  <a:lnTo>
                    <a:pt x="232288" y="319010"/>
                  </a:lnTo>
                  <a:lnTo>
                    <a:pt x="237121" y="316875"/>
                  </a:lnTo>
                  <a:lnTo>
                    <a:pt x="241885" y="314588"/>
                  </a:lnTo>
                  <a:lnTo>
                    <a:pt x="246574" y="312151"/>
                  </a:lnTo>
                  <a:lnTo>
                    <a:pt x="251184" y="309567"/>
                  </a:lnTo>
                  <a:lnTo>
                    <a:pt x="255710" y="306839"/>
                  </a:lnTo>
                  <a:lnTo>
                    <a:pt x="260147" y="303969"/>
                  </a:lnTo>
                  <a:lnTo>
                    <a:pt x="264491" y="300961"/>
                  </a:lnTo>
                  <a:lnTo>
                    <a:pt x="268739" y="297816"/>
                  </a:lnTo>
                  <a:lnTo>
                    <a:pt x="272884" y="294539"/>
                  </a:lnTo>
                  <a:lnTo>
                    <a:pt x="276924" y="291133"/>
                  </a:lnTo>
                  <a:lnTo>
                    <a:pt x="280854" y="287600"/>
                  </a:lnTo>
                  <a:lnTo>
                    <a:pt x="284671" y="283945"/>
                  </a:lnTo>
                  <a:lnTo>
                    <a:pt x="288370" y="280171"/>
                  </a:lnTo>
                  <a:lnTo>
                    <a:pt x="291948" y="276282"/>
                  </a:lnTo>
                  <a:lnTo>
                    <a:pt x="295402" y="272283"/>
                  </a:lnTo>
                  <a:lnTo>
                    <a:pt x="298727" y="268175"/>
                  </a:lnTo>
                  <a:lnTo>
                    <a:pt x="301921" y="263965"/>
                  </a:lnTo>
                  <a:lnTo>
                    <a:pt x="304980" y="259656"/>
                  </a:lnTo>
                  <a:lnTo>
                    <a:pt x="307901" y="255253"/>
                  </a:lnTo>
                  <a:lnTo>
                    <a:pt x="310682" y="250759"/>
                  </a:lnTo>
                  <a:lnTo>
                    <a:pt x="313319" y="246180"/>
                  </a:lnTo>
                  <a:lnTo>
                    <a:pt x="315810" y="241519"/>
                  </a:lnTo>
                  <a:lnTo>
                    <a:pt x="318153" y="236782"/>
                  </a:lnTo>
                  <a:lnTo>
                    <a:pt x="320345" y="231974"/>
                  </a:lnTo>
                  <a:lnTo>
                    <a:pt x="322383" y="227099"/>
                  </a:lnTo>
                  <a:lnTo>
                    <a:pt x="324267" y="222161"/>
                  </a:lnTo>
                  <a:lnTo>
                    <a:pt x="325993" y="217167"/>
                  </a:lnTo>
                  <a:lnTo>
                    <a:pt x="327561" y="212120"/>
                  </a:lnTo>
                  <a:lnTo>
                    <a:pt x="328969" y="207027"/>
                  </a:lnTo>
                  <a:lnTo>
                    <a:pt x="330215" y="201891"/>
                  </a:lnTo>
                  <a:lnTo>
                    <a:pt x="331298" y="196719"/>
                  </a:lnTo>
                  <a:lnTo>
                    <a:pt x="332217" y="191515"/>
                  </a:lnTo>
                  <a:lnTo>
                    <a:pt x="332970" y="186285"/>
                  </a:lnTo>
                  <a:lnTo>
                    <a:pt x="333559" y="181033"/>
                  </a:lnTo>
                  <a:lnTo>
                    <a:pt x="333981" y="175765"/>
                  </a:lnTo>
                  <a:lnTo>
                    <a:pt x="334236" y="170487"/>
                  </a:lnTo>
                  <a:lnTo>
                    <a:pt x="334324" y="165203"/>
                  </a:lnTo>
                  <a:lnTo>
                    <a:pt x="334245" y="159920"/>
                  </a:lnTo>
                  <a:lnTo>
                    <a:pt x="334000" y="154641"/>
                  </a:lnTo>
                  <a:lnTo>
                    <a:pt x="333587" y="149372"/>
                  </a:lnTo>
                  <a:lnTo>
                    <a:pt x="333008" y="144120"/>
                  </a:lnTo>
                  <a:lnTo>
                    <a:pt x="332264" y="138888"/>
                  </a:lnTo>
                  <a:lnTo>
                    <a:pt x="331354" y="133682"/>
                  </a:lnTo>
                  <a:lnTo>
                    <a:pt x="330281" y="128508"/>
                  </a:lnTo>
                  <a:lnTo>
                    <a:pt x="329044" y="123370"/>
                  </a:lnTo>
                  <a:lnTo>
                    <a:pt x="327646" y="118274"/>
                  </a:lnTo>
                  <a:lnTo>
                    <a:pt x="326087" y="113225"/>
                  </a:lnTo>
                  <a:lnTo>
                    <a:pt x="324370" y="108228"/>
                  </a:lnTo>
                  <a:lnTo>
                    <a:pt x="322495" y="103287"/>
                  </a:lnTo>
                  <a:lnTo>
                    <a:pt x="320465" y="98408"/>
                  </a:lnTo>
                  <a:lnTo>
                    <a:pt x="318282" y="93595"/>
                  </a:lnTo>
                  <a:lnTo>
                    <a:pt x="315948" y="88854"/>
                  </a:lnTo>
                  <a:lnTo>
                    <a:pt x="313465" y="84189"/>
                  </a:lnTo>
                  <a:lnTo>
                    <a:pt x="310836" y="79605"/>
                  </a:lnTo>
                  <a:lnTo>
                    <a:pt x="308063" y="75107"/>
                  </a:lnTo>
                  <a:lnTo>
                    <a:pt x="305150" y="70698"/>
                  </a:lnTo>
                  <a:lnTo>
                    <a:pt x="302099" y="66383"/>
                  </a:lnTo>
                  <a:lnTo>
                    <a:pt x="298912" y="62167"/>
                  </a:lnTo>
                  <a:lnTo>
                    <a:pt x="295595" y="58054"/>
                  </a:lnTo>
                  <a:lnTo>
                    <a:pt x="292148" y="54048"/>
                  </a:lnTo>
                  <a:lnTo>
                    <a:pt x="288577" y="50153"/>
                  </a:lnTo>
                  <a:lnTo>
                    <a:pt x="284885" y="46372"/>
                  </a:lnTo>
                  <a:lnTo>
                    <a:pt x="281075" y="42711"/>
                  </a:lnTo>
                  <a:lnTo>
                    <a:pt x="277151" y="39171"/>
                  </a:lnTo>
                  <a:lnTo>
                    <a:pt x="273117" y="35757"/>
                  </a:lnTo>
                  <a:lnTo>
                    <a:pt x="268978" y="32473"/>
                  </a:lnTo>
                  <a:lnTo>
                    <a:pt x="167157" y="1650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495" y="2655501"/>
              <a:ext cx="101820" cy="167167"/>
            </a:xfrm>
            <a:custGeom>
              <a:avLst/>
              <a:pathLst>
                <a:path w="101820" h="167167">
                  <a:moveTo>
                    <a:pt x="101820" y="34587"/>
                  </a:moveTo>
                  <a:lnTo>
                    <a:pt x="97191" y="31157"/>
                  </a:lnTo>
                  <a:lnTo>
                    <a:pt x="92446" y="27888"/>
                  </a:lnTo>
                  <a:lnTo>
                    <a:pt x="87591" y="24785"/>
                  </a:lnTo>
                  <a:lnTo>
                    <a:pt x="82632" y="21851"/>
                  </a:lnTo>
                  <a:lnTo>
                    <a:pt x="77575" y="19089"/>
                  </a:lnTo>
                  <a:lnTo>
                    <a:pt x="72426" y="16504"/>
                  </a:lnTo>
                  <a:lnTo>
                    <a:pt x="67190" y="14097"/>
                  </a:lnTo>
                  <a:lnTo>
                    <a:pt x="61875" y="11873"/>
                  </a:lnTo>
                  <a:lnTo>
                    <a:pt x="56487" y="9832"/>
                  </a:lnTo>
                  <a:lnTo>
                    <a:pt x="51031" y="7979"/>
                  </a:lnTo>
                  <a:lnTo>
                    <a:pt x="45515" y="6315"/>
                  </a:lnTo>
                  <a:lnTo>
                    <a:pt x="39944" y="4842"/>
                  </a:lnTo>
                  <a:lnTo>
                    <a:pt x="34327" y="3562"/>
                  </a:lnTo>
                  <a:lnTo>
                    <a:pt x="28668" y="2476"/>
                  </a:lnTo>
                  <a:lnTo>
                    <a:pt x="22975" y="1586"/>
                  </a:lnTo>
                  <a:lnTo>
                    <a:pt x="17255" y="892"/>
                  </a:lnTo>
                  <a:lnTo>
                    <a:pt x="11515" y="397"/>
                  </a:lnTo>
                  <a:lnTo>
                    <a:pt x="5761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790" y="2168369"/>
              <a:ext cx="5101" cy="167167"/>
            </a:xfrm>
            <a:custGeom>
              <a:avLst/>
              <a:pathLst>
                <a:path w="5101" h="167167">
                  <a:moveTo>
                    <a:pt x="5101" y="0"/>
                  </a:moveTo>
                  <a:lnTo>
                    <a:pt x="0" y="77"/>
                  </a:lnTo>
                  <a:lnTo>
                    <a:pt x="510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78740" y="2168447"/>
              <a:ext cx="329443" cy="334256"/>
            </a:xfrm>
            <a:custGeom>
              <a:avLst/>
              <a:pathLst>
                <a:path w="329443" h="334256">
                  <a:moveTo>
                    <a:pt x="162050" y="0"/>
                  </a:moveTo>
                  <a:lnTo>
                    <a:pt x="156754" y="245"/>
                  </a:lnTo>
                  <a:lnTo>
                    <a:pt x="151469" y="659"/>
                  </a:lnTo>
                  <a:lnTo>
                    <a:pt x="146200" y="1240"/>
                  </a:lnTo>
                  <a:lnTo>
                    <a:pt x="140952" y="1987"/>
                  </a:lnTo>
                  <a:lnTo>
                    <a:pt x="135730" y="2901"/>
                  </a:lnTo>
                  <a:lnTo>
                    <a:pt x="130540" y="3980"/>
                  </a:lnTo>
                  <a:lnTo>
                    <a:pt x="125387" y="5223"/>
                  </a:lnTo>
                  <a:lnTo>
                    <a:pt x="120275" y="6628"/>
                  </a:lnTo>
                  <a:lnTo>
                    <a:pt x="115211" y="8195"/>
                  </a:lnTo>
                  <a:lnTo>
                    <a:pt x="110199" y="9922"/>
                  </a:lnTo>
                  <a:lnTo>
                    <a:pt x="105245" y="11807"/>
                  </a:lnTo>
                  <a:lnTo>
                    <a:pt x="100352" y="13848"/>
                  </a:lnTo>
                  <a:lnTo>
                    <a:pt x="95527" y="16043"/>
                  </a:lnTo>
                  <a:lnTo>
                    <a:pt x="90774" y="18390"/>
                  </a:lnTo>
                  <a:lnTo>
                    <a:pt x="86097" y="20887"/>
                  </a:lnTo>
                  <a:lnTo>
                    <a:pt x="81502" y="23530"/>
                  </a:lnTo>
                  <a:lnTo>
                    <a:pt x="76993" y="26318"/>
                  </a:lnTo>
                  <a:lnTo>
                    <a:pt x="72575" y="29247"/>
                  </a:lnTo>
                  <a:lnTo>
                    <a:pt x="68252" y="32315"/>
                  </a:lnTo>
                  <a:lnTo>
                    <a:pt x="64029" y="35519"/>
                  </a:lnTo>
                  <a:lnTo>
                    <a:pt x="59909" y="38855"/>
                  </a:lnTo>
                  <a:lnTo>
                    <a:pt x="55897" y="42320"/>
                  </a:lnTo>
                  <a:lnTo>
                    <a:pt x="51997" y="45910"/>
                  </a:lnTo>
                  <a:lnTo>
                    <a:pt x="48212" y="49622"/>
                  </a:lnTo>
                  <a:lnTo>
                    <a:pt x="44548" y="53453"/>
                  </a:lnTo>
                  <a:lnTo>
                    <a:pt x="41006" y="57397"/>
                  </a:lnTo>
                  <a:lnTo>
                    <a:pt x="37592" y="61452"/>
                  </a:lnTo>
                  <a:lnTo>
                    <a:pt x="34307" y="65613"/>
                  </a:lnTo>
                  <a:lnTo>
                    <a:pt x="31157" y="69876"/>
                  </a:lnTo>
                  <a:lnTo>
                    <a:pt x="28143" y="74237"/>
                  </a:lnTo>
                  <a:lnTo>
                    <a:pt x="25268" y="78691"/>
                  </a:lnTo>
                  <a:lnTo>
                    <a:pt x="22537" y="83235"/>
                  </a:lnTo>
                  <a:lnTo>
                    <a:pt x="19951" y="87862"/>
                  </a:lnTo>
                  <a:lnTo>
                    <a:pt x="17513" y="92569"/>
                  </a:lnTo>
                  <a:lnTo>
                    <a:pt x="15225" y="97351"/>
                  </a:lnTo>
                  <a:lnTo>
                    <a:pt x="13090" y="102203"/>
                  </a:lnTo>
                  <a:lnTo>
                    <a:pt x="11110" y="107121"/>
                  </a:lnTo>
                  <a:lnTo>
                    <a:pt x="9287" y="112099"/>
                  </a:lnTo>
                  <a:lnTo>
                    <a:pt x="7623" y="117132"/>
                  </a:lnTo>
                  <a:lnTo>
                    <a:pt x="6119" y="122215"/>
                  </a:lnTo>
                  <a:lnTo>
                    <a:pt x="4778" y="127344"/>
                  </a:lnTo>
                  <a:lnTo>
                    <a:pt x="3599" y="132512"/>
                  </a:lnTo>
                  <a:lnTo>
                    <a:pt x="2585" y="137715"/>
                  </a:lnTo>
                  <a:lnTo>
                    <a:pt x="1736" y="142948"/>
                  </a:lnTo>
                  <a:lnTo>
                    <a:pt x="1054" y="148205"/>
                  </a:lnTo>
                  <a:lnTo>
                    <a:pt x="539" y="153481"/>
                  </a:lnTo>
                  <a:lnTo>
                    <a:pt x="191" y="158771"/>
                  </a:lnTo>
                  <a:lnTo>
                    <a:pt x="11" y="164069"/>
                  </a:lnTo>
                  <a:lnTo>
                    <a:pt x="0" y="169370"/>
                  </a:lnTo>
                  <a:lnTo>
                    <a:pt x="156" y="174668"/>
                  </a:lnTo>
                  <a:lnTo>
                    <a:pt x="480" y="179960"/>
                  </a:lnTo>
                  <a:lnTo>
                    <a:pt x="972" y="185238"/>
                  </a:lnTo>
                  <a:lnTo>
                    <a:pt x="1631" y="190498"/>
                  </a:lnTo>
                  <a:lnTo>
                    <a:pt x="2456" y="195734"/>
                  </a:lnTo>
                  <a:lnTo>
                    <a:pt x="3448" y="200942"/>
                  </a:lnTo>
                  <a:lnTo>
                    <a:pt x="4603" y="206115"/>
                  </a:lnTo>
                  <a:lnTo>
                    <a:pt x="5922" y="211250"/>
                  </a:lnTo>
                  <a:lnTo>
                    <a:pt x="7404" y="216340"/>
                  </a:lnTo>
                  <a:lnTo>
                    <a:pt x="9046" y="221380"/>
                  </a:lnTo>
                  <a:lnTo>
                    <a:pt x="10846" y="226366"/>
                  </a:lnTo>
                  <a:lnTo>
                    <a:pt x="12805" y="231292"/>
                  </a:lnTo>
                  <a:lnTo>
                    <a:pt x="14918" y="236154"/>
                  </a:lnTo>
                  <a:lnTo>
                    <a:pt x="17184" y="240946"/>
                  </a:lnTo>
                  <a:lnTo>
                    <a:pt x="19601" y="245664"/>
                  </a:lnTo>
                  <a:lnTo>
                    <a:pt x="22167" y="250303"/>
                  </a:lnTo>
                  <a:lnTo>
                    <a:pt x="24878" y="254858"/>
                  </a:lnTo>
                  <a:lnTo>
                    <a:pt x="27733" y="259325"/>
                  </a:lnTo>
                  <a:lnTo>
                    <a:pt x="30727" y="263699"/>
                  </a:lnTo>
                  <a:lnTo>
                    <a:pt x="33859" y="267976"/>
                  </a:lnTo>
                  <a:lnTo>
                    <a:pt x="37125" y="272152"/>
                  </a:lnTo>
                  <a:lnTo>
                    <a:pt x="40522" y="276222"/>
                  </a:lnTo>
                  <a:lnTo>
                    <a:pt x="44046" y="280182"/>
                  </a:lnTo>
                  <a:lnTo>
                    <a:pt x="47693" y="284028"/>
                  </a:lnTo>
                  <a:lnTo>
                    <a:pt x="51461" y="287757"/>
                  </a:lnTo>
                  <a:lnTo>
                    <a:pt x="55346" y="291365"/>
                  </a:lnTo>
                  <a:lnTo>
                    <a:pt x="59342" y="294847"/>
                  </a:lnTo>
                  <a:lnTo>
                    <a:pt x="63447" y="298201"/>
                  </a:lnTo>
                  <a:lnTo>
                    <a:pt x="67657" y="301424"/>
                  </a:lnTo>
                  <a:lnTo>
                    <a:pt x="71966" y="304511"/>
                  </a:lnTo>
                  <a:lnTo>
                    <a:pt x="76371" y="307460"/>
                  </a:lnTo>
                  <a:lnTo>
                    <a:pt x="80868" y="310267"/>
                  </a:lnTo>
                  <a:lnTo>
                    <a:pt x="85451" y="312931"/>
                  </a:lnTo>
                  <a:lnTo>
                    <a:pt x="90116" y="315448"/>
                  </a:lnTo>
                  <a:lnTo>
                    <a:pt x="94859" y="317816"/>
                  </a:lnTo>
                  <a:lnTo>
                    <a:pt x="99674" y="320033"/>
                  </a:lnTo>
                  <a:lnTo>
                    <a:pt x="104558" y="322095"/>
                  </a:lnTo>
                  <a:lnTo>
                    <a:pt x="109504" y="324002"/>
                  </a:lnTo>
                  <a:lnTo>
                    <a:pt x="114508" y="325751"/>
                  </a:lnTo>
                  <a:lnTo>
                    <a:pt x="119565" y="327341"/>
                  </a:lnTo>
                  <a:lnTo>
                    <a:pt x="124671" y="328769"/>
                  </a:lnTo>
                  <a:lnTo>
                    <a:pt x="129818" y="330034"/>
                  </a:lnTo>
                  <a:lnTo>
                    <a:pt x="135004" y="331136"/>
                  </a:lnTo>
                  <a:lnTo>
                    <a:pt x="140221" y="332073"/>
                  </a:lnTo>
                  <a:lnTo>
                    <a:pt x="145466" y="332844"/>
                  </a:lnTo>
                  <a:lnTo>
                    <a:pt x="150733" y="333448"/>
                  </a:lnTo>
                  <a:lnTo>
                    <a:pt x="156016" y="333885"/>
                  </a:lnTo>
                  <a:lnTo>
                    <a:pt x="161310" y="334154"/>
                  </a:lnTo>
                  <a:lnTo>
                    <a:pt x="166610" y="334256"/>
                  </a:lnTo>
                  <a:lnTo>
                    <a:pt x="171911" y="334189"/>
                  </a:lnTo>
                  <a:lnTo>
                    <a:pt x="177206" y="333954"/>
                  </a:lnTo>
                  <a:lnTo>
                    <a:pt x="182492" y="333551"/>
                  </a:lnTo>
                  <a:lnTo>
                    <a:pt x="187763" y="332981"/>
                  </a:lnTo>
                  <a:lnTo>
                    <a:pt x="193012" y="332244"/>
                  </a:lnTo>
                  <a:lnTo>
                    <a:pt x="198236" y="331341"/>
                  </a:lnTo>
                  <a:lnTo>
                    <a:pt x="203428" y="330273"/>
                  </a:lnTo>
                  <a:lnTo>
                    <a:pt x="208584" y="329041"/>
                  </a:lnTo>
                  <a:lnTo>
                    <a:pt x="213698" y="327645"/>
                  </a:lnTo>
                  <a:lnTo>
                    <a:pt x="218766" y="326089"/>
                  </a:lnTo>
                  <a:lnTo>
                    <a:pt x="223781" y="324372"/>
                  </a:lnTo>
                  <a:lnTo>
                    <a:pt x="228740" y="322498"/>
                  </a:lnTo>
                  <a:lnTo>
                    <a:pt x="233636" y="320467"/>
                  </a:lnTo>
                  <a:lnTo>
                    <a:pt x="238466" y="318282"/>
                  </a:lnTo>
                  <a:lnTo>
                    <a:pt x="243224" y="315944"/>
                  </a:lnTo>
                  <a:lnTo>
                    <a:pt x="247906" y="313458"/>
                  </a:lnTo>
                  <a:lnTo>
                    <a:pt x="252506" y="310823"/>
                  </a:lnTo>
                  <a:lnTo>
                    <a:pt x="257020" y="308045"/>
                  </a:lnTo>
                  <a:lnTo>
                    <a:pt x="261445" y="305124"/>
                  </a:lnTo>
                  <a:lnTo>
                    <a:pt x="265774" y="302065"/>
                  </a:lnTo>
                  <a:lnTo>
                    <a:pt x="270004" y="298870"/>
                  </a:lnTo>
                  <a:lnTo>
                    <a:pt x="274131" y="295543"/>
                  </a:lnTo>
                  <a:lnTo>
                    <a:pt x="278150" y="292086"/>
                  </a:lnTo>
                  <a:lnTo>
                    <a:pt x="282057" y="288504"/>
                  </a:lnTo>
                  <a:lnTo>
                    <a:pt x="285849" y="284800"/>
                  </a:lnTo>
                  <a:lnTo>
                    <a:pt x="289522" y="280977"/>
                  </a:lnTo>
                  <a:lnTo>
                    <a:pt x="293071" y="277040"/>
                  </a:lnTo>
                  <a:lnTo>
                    <a:pt x="296494" y="272992"/>
                  </a:lnTo>
                  <a:lnTo>
                    <a:pt x="299787" y="268837"/>
                  </a:lnTo>
                  <a:lnTo>
                    <a:pt x="302947" y="264581"/>
                  </a:lnTo>
                  <a:lnTo>
                    <a:pt x="305970" y="260226"/>
                  </a:lnTo>
                  <a:lnTo>
                    <a:pt x="308853" y="255778"/>
                  </a:lnTo>
                  <a:lnTo>
                    <a:pt x="311594" y="251240"/>
                  </a:lnTo>
                  <a:lnTo>
                    <a:pt x="314189" y="246618"/>
                  </a:lnTo>
                  <a:lnTo>
                    <a:pt x="316637" y="241916"/>
                  </a:lnTo>
                  <a:lnTo>
                    <a:pt x="318934" y="237138"/>
                  </a:lnTo>
                  <a:lnTo>
                    <a:pt x="321079" y="232290"/>
                  </a:lnTo>
                  <a:lnTo>
                    <a:pt x="323069" y="227377"/>
                  </a:lnTo>
                  <a:lnTo>
                    <a:pt x="324902" y="222403"/>
                  </a:lnTo>
                  <a:lnTo>
                    <a:pt x="326577" y="217373"/>
                  </a:lnTo>
                  <a:lnTo>
                    <a:pt x="328091" y="212293"/>
                  </a:lnTo>
                  <a:lnTo>
                    <a:pt x="329443" y="207168"/>
                  </a:lnTo>
                  <a:lnTo>
                    <a:pt x="167151" y="1670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5892" y="2168369"/>
              <a:ext cx="167147" cy="207245"/>
            </a:xfrm>
            <a:custGeom>
              <a:avLst/>
              <a:pathLst>
                <a:path w="167147" h="207245">
                  <a:moveTo>
                    <a:pt x="162291" y="207245"/>
                  </a:moveTo>
                  <a:lnTo>
                    <a:pt x="163504" y="201971"/>
                  </a:lnTo>
                  <a:lnTo>
                    <a:pt x="164545" y="196661"/>
                  </a:lnTo>
                  <a:lnTo>
                    <a:pt x="165413" y="191319"/>
                  </a:lnTo>
                  <a:lnTo>
                    <a:pt x="166108" y="185953"/>
                  </a:lnTo>
                  <a:lnTo>
                    <a:pt x="166629" y="180566"/>
                  </a:lnTo>
                  <a:lnTo>
                    <a:pt x="166975" y="175166"/>
                  </a:lnTo>
                  <a:lnTo>
                    <a:pt x="167147" y="169757"/>
                  </a:lnTo>
                  <a:lnTo>
                    <a:pt x="167143" y="164346"/>
                  </a:lnTo>
                  <a:lnTo>
                    <a:pt x="166964" y="158937"/>
                  </a:lnTo>
                  <a:lnTo>
                    <a:pt x="166610" y="153537"/>
                  </a:lnTo>
                  <a:lnTo>
                    <a:pt x="166082" y="148151"/>
                  </a:lnTo>
                  <a:lnTo>
                    <a:pt x="165379" y="142786"/>
                  </a:lnTo>
                  <a:lnTo>
                    <a:pt x="164504" y="137446"/>
                  </a:lnTo>
                  <a:lnTo>
                    <a:pt x="163455" y="132137"/>
                  </a:lnTo>
                  <a:lnTo>
                    <a:pt x="162236" y="126864"/>
                  </a:lnTo>
                  <a:lnTo>
                    <a:pt x="160846" y="121634"/>
                  </a:lnTo>
                  <a:lnTo>
                    <a:pt x="159288" y="116452"/>
                  </a:lnTo>
                  <a:lnTo>
                    <a:pt x="157563" y="111322"/>
                  </a:lnTo>
                  <a:lnTo>
                    <a:pt x="155673" y="106252"/>
                  </a:lnTo>
                  <a:lnTo>
                    <a:pt x="153620" y="101245"/>
                  </a:lnTo>
                  <a:lnTo>
                    <a:pt x="151406" y="96307"/>
                  </a:lnTo>
                  <a:lnTo>
                    <a:pt x="149033" y="91444"/>
                  </a:lnTo>
                  <a:lnTo>
                    <a:pt x="146504" y="86659"/>
                  </a:lnTo>
                  <a:lnTo>
                    <a:pt x="143821" y="81960"/>
                  </a:lnTo>
                  <a:lnTo>
                    <a:pt x="140988" y="77349"/>
                  </a:lnTo>
                  <a:lnTo>
                    <a:pt x="138007" y="72833"/>
                  </a:lnTo>
                  <a:lnTo>
                    <a:pt x="134881" y="68415"/>
                  </a:lnTo>
                  <a:lnTo>
                    <a:pt x="131614" y="64101"/>
                  </a:lnTo>
                  <a:lnTo>
                    <a:pt x="128209" y="59895"/>
                  </a:lnTo>
                  <a:lnTo>
                    <a:pt x="124670" y="55801"/>
                  </a:lnTo>
                  <a:lnTo>
                    <a:pt x="121000" y="51824"/>
                  </a:lnTo>
                  <a:lnTo>
                    <a:pt x="117203" y="47968"/>
                  </a:lnTo>
                  <a:lnTo>
                    <a:pt x="113283" y="44237"/>
                  </a:lnTo>
                  <a:lnTo>
                    <a:pt x="109245" y="40635"/>
                  </a:lnTo>
                  <a:lnTo>
                    <a:pt x="105092" y="37165"/>
                  </a:lnTo>
                  <a:lnTo>
                    <a:pt x="100829" y="33832"/>
                  </a:lnTo>
                  <a:lnTo>
                    <a:pt x="96461" y="30638"/>
                  </a:lnTo>
                  <a:lnTo>
                    <a:pt x="91991" y="27587"/>
                  </a:lnTo>
                  <a:lnTo>
                    <a:pt x="87425" y="24683"/>
                  </a:lnTo>
                  <a:lnTo>
                    <a:pt x="82767" y="21928"/>
                  </a:lnTo>
                  <a:lnTo>
                    <a:pt x="78023" y="19325"/>
                  </a:lnTo>
                  <a:lnTo>
                    <a:pt x="73197" y="16877"/>
                  </a:lnTo>
                  <a:lnTo>
                    <a:pt x="68294" y="14586"/>
                  </a:lnTo>
                  <a:lnTo>
                    <a:pt x="63319" y="12456"/>
                  </a:lnTo>
                  <a:lnTo>
                    <a:pt x="58279" y="10487"/>
                  </a:lnTo>
                  <a:lnTo>
                    <a:pt x="53177" y="8683"/>
                  </a:lnTo>
                  <a:lnTo>
                    <a:pt x="48019" y="7045"/>
                  </a:lnTo>
                  <a:lnTo>
                    <a:pt x="42811" y="5575"/>
                  </a:lnTo>
                  <a:lnTo>
                    <a:pt x="37558" y="4273"/>
                  </a:lnTo>
                  <a:lnTo>
                    <a:pt x="32266" y="3143"/>
                  </a:lnTo>
                  <a:lnTo>
                    <a:pt x="26940" y="2185"/>
                  </a:lnTo>
                  <a:lnTo>
                    <a:pt x="21586" y="1399"/>
                  </a:lnTo>
                  <a:lnTo>
                    <a:pt x="16209" y="787"/>
                  </a:lnTo>
                  <a:lnTo>
                    <a:pt x="10815" y="350"/>
                  </a:lnTo>
                  <a:lnTo>
                    <a:pt x="5410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6871" y="1735255"/>
              <a:ext cx="13675" cy="167167"/>
            </a:xfrm>
            <a:custGeom>
              <a:avLst/>
              <a:pathLst>
                <a:path w="13675" h="167167">
                  <a:moveTo>
                    <a:pt x="13675" y="0"/>
                  </a:moveTo>
                  <a:lnTo>
                    <a:pt x="0" y="560"/>
                  </a:lnTo>
                  <a:lnTo>
                    <a:pt x="1367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6871" y="1735816"/>
              <a:ext cx="13675" cy="166607"/>
            </a:xfrm>
            <a:custGeom>
              <a:avLst/>
              <a:pathLst>
                <a:path w="13675" h="166607">
                  <a:moveTo>
                    <a:pt x="0" y="0"/>
                  </a:moveTo>
                  <a:lnTo>
                    <a:pt x="13675" y="1666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93379" y="1735816"/>
              <a:ext cx="334330" cy="333762"/>
            </a:xfrm>
            <a:custGeom>
              <a:avLst/>
              <a:pathLst>
                <a:path w="334330" h="333762">
                  <a:moveTo>
                    <a:pt x="153491" y="0"/>
                  </a:moveTo>
                  <a:lnTo>
                    <a:pt x="148223" y="516"/>
                  </a:lnTo>
                  <a:lnTo>
                    <a:pt x="142974" y="1199"/>
                  </a:lnTo>
                  <a:lnTo>
                    <a:pt x="137749" y="2048"/>
                  </a:lnTo>
                  <a:lnTo>
                    <a:pt x="132553" y="3062"/>
                  </a:lnTo>
                  <a:lnTo>
                    <a:pt x="127393" y="4240"/>
                  </a:lnTo>
                  <a:lnTo>
                    <a:pt x="122272" y="5581"/>
                  </a:lnTo>
                  <a:lnTo>
                    <a:pt x="117196" y="7083"/>
                  </a:lnTo>
                  <a:lnTo>
                    <a:pt x="112170" y="8745"/>
                  </a:lnTo>
                  <a:lnTo>
                    <a:pt x="107200" y="10565"/>
                  </a:lnTo>
                  <a:lnTo>
                    <a:pt x="102289" y="12542"/>
                  </a:lnTo>
                  <a:lnTo>
                    <a:pt x="97444" y="14673"/>
                  </a:lnTo>
                  <a:lnTo>
                    <a:pt x="92669" y="16957"/>
                  </a:lnTo>
                  <a:lnTo>
                    <a:pt x="87968" y="19391"/>
                  </a:lnTo>
                  <a:lnTo>
                    <a:pt x="83347" y="21972"/>
                  </a:lnTo>
                  <a:lnTo>
                    <a:pt x="78809" y="24699"/>
                  </a:lnTo>
                  <a:lnTo>
                    <a:pt x="74360" y="27567"/>
                  </a:lnTo>
                  <a:lnTo>
                    <a:pt x="70005" y="30575"/>
                  </a:lnTo>
                  <a:lnTo>
                    <a:pt x="65747" y="33720"/>
                  </a:lnTo>
                  <a:lnTo>
                    <a:pt x="61590" y="36998"/>
                  </a:lnTo>
                  <a:lnTo>
                    <a:pt x="57539" y="40405"/>
                  </a:lnTo>
                  <a:lnTo>
                    <a:pt x="53599" y="43940"/>
                  </a:lnTo>
                  <a:lnTo>
                    <a:pt x="49772" y="47597"/>
                  </a:lnTo>
                  <a:lnTo>
                    <a:pt x="46063" y="51373"/>
                  </a:lnTo>
                  <a:lnTo>
                    <a:pt x="42475" y="55265"/>
                  </a:lnTo>
                  <a:lnTo>
                    <a:pt x="39012" y="59269"/>
                  </a:lnTo>
                  <a:lnTo>
                    <a:pt x="35678" y="63381"/>
                  </a:lnTo>
                  <a:lnTo>
                    <a:pt x="32476" y="67595"/>
                  </a:lnTo>
                  <a:lnTo>
                    <a:pt x="29408" y="71910"/>
                  </a:lnTo>
                  <a:lnTo>
                    <a:pt x="26479" y="76319"/>
                  </a:lnTo>
                  <a:lnTo>
                    <a:pt x="23691" y="80818"/>
                  </a:lnTo>
                  <a:lnTo>
                    <a:pt x="21047" y="85404"/>
                  </a:lnTo>
                  <a:lnTo>
                    <a:pt x="18549" y="90071"/>
                  </a:lnTo>
                  <a:lnTo>
                    <a:pt x="16200" y="94815"/>
                  </a:lnTo>
                  <a:lnTo>
                    <a:pt x="14003" y="99631"/>
                  </a:lnTo>
                  <a:lnTo>
                    <a:pt x="11959" y="104514"/>
                  </a:lnTo>
                  <a:lnTo>
                    <a:pt x="10071" y="109459"/>
                  </a:lnTo>
                  <a:lnTo>
                    <a:pt x="8340" y="114461"/>
                  </a:lnTo>
                  <a:lnTo>
                    <a:pt x="6769" y="119516"/>
                  </a:lnTo>
                  <a:lnTo>
                    <a:pt x="5359" y="124618"/>
                  </a:lnTo>
                  <a:lnTo>
                    <a:pt x="4110" y="129762"/>
                  </a:lnTo>
                  <a:lnTo>
                    <a:pt x="3026" y="134943"/>
                  </a:lnTo>
                  <a:lnTo>
                    <a:pt x="2105" y="140156"/>
                  </a:lnTo>
                  <a:lnTo>
                    <a:pt x="1351" y="145396"/>
                  </a:lnTo>
                  <a:lnTo>
                    <a:pt x="762" y="150656"/>
                  </a:lnTo>
                  <a:lnTo>
                    <a:pt x="341" y="155933"/>
                  </a:lnTo>
                  <a:lnTo>
                    <a:pt x="86" y="161220"/>
                  </a:lnTo>
                  <a:lnTo>
                    <a:pt x="0" y="166513"/>
                  </a:lnTo>
                  <a:lnTo>
                    <a:pt x="80" y="171806"/>
                  </a:lnTo>
                  <a:lnTo>
                    <a:pt x="329" y="177093"/>
                  </a:lnTo>
                  <a:lnTo>
                    <a:pt x="744" y="182370"/>
                  </a:lnTo>
                  <a:lnTo>
                    <a:pt x="1327" y="187632"/>
                  </a:lnTo>
                  <a:lnTo>
                    <a:pt x="2076" y="192872"/>
                  </a:lnTo>
                  <a:lnTo>
                    <a:pt x="2990" y="198086"/>
                  </a:lnTo>
                  <a:lnTo>
                    <a:pt x="4069" y="203268"/>
                  </a:lnTo>
                  <a:lnTo>
                    <a:pt x="5312" y="208413"/>
                  </a:lnTo>
                  <a:lnTo>
                    <a:pt x="6716" y="213517"/>
                  </a:lnTo>
                  <a:lnTo>
                    <a:pt x="8282" y="218574"/>
                  </a:lnTo>
                  <a:lnTo>
                    <a:pt x="10007" y="223578"/>
                  </a:lnTo>
                  <a:lnTo>
                    <a:pt x="11890" y="228525"/>
                  </a:lnTo>
                  <a:lnTo>
                    <a:pt x="13928" y="233411"/>
                  </a:lnTo>
                  <a:lnTo>
                    <a:pt x="16120" y="238229"/>
                  </a:lnTo>
                  <a:lnTo>
                    <a:pt x="18463" y="242975"/>
                  </a:lnTo>
                  <a:lnTo>
                    <a:pt x="20956" y="247645"/>
                  </a:lnTo>
                  <a:lnTo>
                    <a:pt x="23595" y="252234"/>
                  </a:lnTo>
                  <a:lnTo>
                    <a:pt x="26378" y="256737"/>
                  </a:lnTo>
                  <a:lnTo>
                    <a:pt x="29302" y="261149"/>
                  </a:lnTo>
                  <a:lnTo>
                    <a:pt x="32365" y="265467"/>
                  </a:lnTo>
                  <a:lnTo>
                    <a:pt x="35562" y="269685"/>
                  </a:lnTo>
                  <a:lnTo>
                    <a:pt x="38892" y="273800"/>
                  </a:lnTo>
                  <a:lnTo>
                    <a:pt x="42350" y="277808"/>
                  </a:lnTo>
                  <a:lnTo>
                    <a:pt x="45933" y="281704"/>
                  </a:lnTo>
                  <a:lnTo>
                    <a:pt x="49638" y="285485"/>
                  </a:lnTo>
                  <a:lnTo>
                    <a:pt x="53461" y="289146"/>
                  </a:lnTo>
                  <a:lnTo>
                    <a:pt x="57398" y="292685"/>
                  </a:lnTo>
                  <a:lnTo>
                    <a:pt x="61445" y="296097"/>
                  </a:lnTo>
                  <a:lnTo>
                    <a:pt x="65598" y="299379"/>
                  </a:lnTo>
                  <a:lnTo>
                    <a:pt x="69852" y="302529"/>
                  </a:lnTo>
                  <a:lnTo>
                    <a:pt x="74205" y="305542"/>
                  </a:lnTo>
                  <a:lnTo>
                    <a:pt x="78650" y="308415"/>
                  </a:lnTo>
                  <a:lnTo>
                    <a:pt x="83184" y="311147"/>
                  </a:lnTo>
                  <a:lnTo>
                    <a:pt x="87803" y="313733"/>
                  </a:lnTo>
                  <a:lnTo>
                    <a:pt x="92501" y="316172"/>
                  </a:lnTo>
                  <a:lnTo>
                    <a:pt x="97274" y="318461"/>
                  </a:lnTo>
                  <a:lnTo>
                    <a:pt x="102117" y="320598"/>
                  </a:lnTo>
                  <a:lnTo>
                    <a:pt x="107025" y="322581"/>
                  </a:lnTo>
                  <a:lnTo>
                    <a:pt x="111993" y="324407"/>
                  </a:lnTo>
                  <a:lnTo>
                    <a:pt x="117017" y="326074"/>
                  </a:lnTo>
                  <a:lnTo>
                    <a:pt x="122091" y="327582"/>
                  </a:lnTo>
                  <a:lnTo>
                    <a:pt x="127211" y="328929"/>
                  </a:lnTo>
                  <a:lnTo>
                    <a:pt x="132370" y="330112"/>
                  </a:lnTo>
                  <a:lnTo>
                    <a:pt x="137564" y="331132"/>
                  </a:lnTo>
                  <a:lnTo>
                    <a:pt x="142788" y="331987"/>
                  </a:lnTo>
                  <a:lnTo>
                    <a:pt x="148037" y="332676"/>
                  </a:lnTo>
                  <a:lnTo>
                    <a:pt x="153304" y="333198"/>
                  </a:lnTo>
                  <a:lnTo>
                    <a:pt x="158586" y="333554"/>
                  </a:lnTo>
                  <a:lnTo>
                    <a:pt x="163876" y="333742"/>
                  </a:lnTo>
                  <a:lnTo>
                    <a:pt x="169169" y="333762"/>
                  </a:lnTo>
                  <a:lnTo>
                    <a:pt x="174461" y="333615"/>
                  </a:lnTo>
                  <a:lnTo>
                    <a:pt x="179745" y="333300"/>
                  </a:lnTo>
                  <a:lnTo>
                    <a:pt x="185016" y="332818"/>
                  </a:lnTo>
                  <a:lnTo>
                    <a:pt x="190270" y="332170"/>
                  </a:lnTo>
                  <a:lnTo>
                    <a:pt x="195500" y="331355"/>
                  </a:lnTo>
                  <a:lnTo>
                    <a:pt x="200702" y="330376"/>
                  </a:lnTo>
                  <a:lnTo>
                    <a:pt x="205870" y="329232"/>
                  </a:lnTo>
                  <a:lnTo>
                    <a:pt x="211000" y="327925"/>
                  </a:lnTo>
                  <a:lnTo>
                    <a:pt x="216085" y="326456"/>
                  </a:lnTo>
                  <a:lnTo>
                    <a:pt x="221122" y="324827"/>
                  </a:lnTo>
                  <a:lnTo>
                    <a:pt x="226104" y="323040"/>
                  </a:lnTo>
                  <a:lnTo>
                    <a:pt x="231028" y="321095"/>
                  </a:lnTo>
                  <a:lnTo>
                    <a:pt x="235887" y="318996"/>
                  </a:lnTo>
                  <a:lnTo>
                    <a:pt x="240678" y="316744"/>
                  </a:lnTo>
                  <a:lnTo>
                    <a:pt x="245394" y="314341"/>
                  </a:lnTo>
                  <a:lnTo>
                    <a:pt x="250032" y="311790"/>
                  </a:lnTo>
                  <a:lnTo>
                    <a:pt x="254588" y="309094"/>
                  </a:lnTo>
                  <a:lnTo>
                    <a:pt x="259055" y="306254"/>
                  </a:lnTo>
                  <a:lnTo>
                    <a:pt x="263431" y="303275"/>
                  </a:lnTo>
                  <a:lnTo>
                    <a:pt x="267709" y="300159"/>
                  </a:lnTo>
                  <a:lnTo>
                    <a:pt x="271887" y="296908"/>
                  </a:lnTo>
                  <a:lnTo>
                    <a:pt x="275960" y="293527"/>
                  </a:lnTo>
                  <a:lnTo>
                    <a:pt x="279924" y="290019"/>
                  </a:lnTo>
                  <a:lnTo>
                    <a:pt x="283775" y="286387"/>
                  </a:lnTo>
                  <a:lnTo>
                    <a:pt x="287509" y="282635"/>
                  </a:lnTo>
                  <a:lnTo>
                    <a:pt x="291123" y="278767"/>
                  </a:lnTo>
                  <a:lnTo>
                    <a:pt x="294612" y="274786"/>
                  </a:lnTo>
                  <a:lnTo>
                    <a:pt x="297973" y="270697"/>
                  </a:lnTo>
                  <a:lnTo>
                    <a:pt x="301203" y="266503"/>
                  </a:lnTo>
                  <a:lnTo>
                    <a:pt x="304299" y="262209"/>
                  </a:lnTo>
                  <a:lnTo>
                    <a:pt x="307257" y="257820"/>
                  </a:lnTo>
                  <a:lnTo>
                    <a:pt x="310074" y="253338"/>
                  </a:lnTo>
                  <a:lnTo>
                    <a:pt x="312749" y="248770"/>
                  </a:lnTo>
                  <a:lnTo>
                    <a:pt x="315277" y="244120"/>
                  </a:lnTo>
                  <a:lnTo>
                    <a:pt x="317657" y="239391"/>
                  </a:lnTo>
                  <a:lnTo>
                    <a:pt x="319886" y="234590"/>
                  </a:lnTo>
                  <a:lnTo>
                    <a:pt x="321962" y="229721"/>
                  </a:lnTo>
                  <a:lnTo>
                    <a:pt x="323883" y="224788"/>
                  </a:lnTo>
                  <a:lnTo>
                    <a:pt x="325646" y="219797"/>
                  </a:lnTo>
                  <a:lnTo>
                    <a:pt x="327251" y="214753"/>
                  </a:lnTo>
                  <a:lnTo>
                    <a:pt x="328695" y="209660"/>
                  </a:lnTo>
                  <a:lnTo>
                    <a:pt x="329977" y="204524"/>
                  </a:lnTo>
                  <a:lnTo>
                    <a:pt x="331096" y="199351"/>
                  </a:lnTo>
                  <a:lnTo>
                    <a:pt x="332051" y="194144"/>
                  </a:lnTo>
                  <a:lnTo>
                    <a:pt x="332840" y="188910"/>
                  </a:lnTo>
                  <a:lnTo>
                    <a:pt x="333463" y="183653"/>
                  </a:lnTo>
                  <a:lnTo>
                    <a:pt x="333919" y="178379"/>
                  </a:lnTo>
                  <a:lnTo>
                    <a:pt x="334208" y="173094"/>
                  </a:lnTo>
                  <a:lnTo>
                    <a:pt x="334330" y="167802"/>
                  </a:lnTo>
                  <a:lnTo>
                    <a:pt x="334284" y="162509"/>
                  </a:lnTo>
                  <a:lnTo>
                    <a:pt x="334071" y="157219"/>
                  </a:lnTo>
                  <a:lnTo>
                    <a:pt x="333690" y="151940"/>
                  </a:lnTo>
                  <a:lnTo>
                    <a:pt x="333142" y="146675"/>
                  </a:lnTo>
                  <a:lnTo>
                    <a:pt x="332428" y="141430"/>
                  </a:lnTo>
                  <a:lnTo>
                    <a:pt x="331548" y="136210"/>
                  </a:lnTo>
                  <a:lnTo>
                    <a:pt x="330503" y="131021"/>
                  </a:lnTo>
                  <a:lnTo>
                    <a:pt x="329294" y="125867"/>
                  </a:lnTo>
                  <a:lnTo>
                    <a:pt x="327923" y="120754"/>
                  </a:lnTo>
                  <a:lnTo>
                    <a:pt x="326391" y="115688"/>
                  </a:lnTo>
                  <a:lnTo>
                    <a:pt x="324699" y="110672"/>
                  </a:lnTo>
                  <a:lnTo>
                    <a:pt x="322849" y="105712"/>
                  </a:lnTo>
                  <a:lnTo>
                    <a:pt x="320843" y="100814"/>
                  </a:lnTo>
                  <a:lnTo>
                    <a:pt x="318683" y="95981"/>
                  </a:lnTo>
                  <a:lnTo>
                    <a:pt x="316370" y="91219"/>
                  </a:lnTo>
                  <a:lnTo>
                    <a:pt x="313909" y="86533"/>
                  </a:lnTo>
                  <a:lnTo>
                    <a:pt x="311300" y="81927"/>
                  </a:lnTo>
                  <a:lnTo>
                    <a:pt x="308547" y="77406"/>
                  </a:lnTo>
                  <a:lnTo>
                    <a:pt x="305652" y="72975"/>
                  </a:lnTo>
                  <a:lnTo>
                    <a:pt x="302618" y="68637"/>
                  </a:lnTo>
                  <a:lnTo>
                    <a:pt x="299448" y="64397"/>
                  </a:lnTo>
                  <a:lnTo>
                    <a:pt x="296145" y="60261"/>
                  </a:lnTo>
                  <a:lnTo>
                    <a:pt x="292714" y="56230"/>
                  </a:lnTo>
                  <a:lnTo>
                    <a:pt x="289156" y="52311"/>
                  </a:lnTo>
                  <a:lnTo>
                    <a:pt x="285476" y="48505"/>
                  </a:lnTo>
                  <a:lnTo>
                    <a:pt x="281678" y="44819"/>
                  </a:lnTo>
                  <a:lnTo>
                    <a:pt x="277764" y="41254"/>
                  </a:lnTo>
                  <a:lnTo>
                    <a:pt x="273740" y="37816"/>
                  </a:lnTo>
                  <a:lnTo>
                    <a:pt x="269609" y="34506"/>
                  </a:lnTo>
                  <a:lnTo>
                    <a:pt x="265375" y="31329"/>
                  </a:lnTo>
                  <a:lnTo>
                    <a:pt x="261043" y="28287"/>
                  </a:lnTo>
                  <a:lnTo>
                    <a:pt x="256616" y="25384"/>
                  </a:lnTo>
                  <a:lnTo>
                    <a:pt x="252100" y="22623"/>
                  </a:lnTo>
                  <a:lnTo>
                    <a:pt x="247499" y="20006"/>
                  </a:lnTo>
                  <a:lnTo>
                    <a:pt x="242817" y="17536"/>
                  </a:lnTo>
                  <a:lnTo>
                    <a:pt x="238059" y="15216"/>
                  </a:lnTo>
                  <a:lnTo>
                    <a:pt x="233230" y="13047"/>
                  </a:lnTo>
                  <a:lnTo>
                    <a:pt x="228335" y="11032"/>
                  </a:lnTo>
                  <a:lnTo>
                    <a:pt x="223379" y="9174"/>
                  </a:lnTo>
                  <a:lnTo>
                    <a:pt x="218366" y="7473"/>
                  </a:lnTo>
                  <a:lnTo>
                    <a:pt x="213302" y="5931"/>
                  </a:lnTo>
                  <a:lnTo>
                    <a:pt x="208192" y="4551"/>
                  </a:lnTo>
                  <a:lnTo>
                    <a:pt x="203040" y="3334"/>
                  </a:lnTo>
                  <a:lnTo>
                    <a:pt x="197853" y="2280"/>
                  </a:lnTo>
                  <a:lnTo>
                    <a:pt x="192635" y="1391"/>
                  </a:lnTo>
                  <a:lnTo>
                    <a:pt x="167167" y="1666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60546" y="1735255"/>
              <a:ext cx="25467" cy="167167"/>
            </a:xfrm>
            <a:custGeom>
              <a:avLst/>
              <a:pathLst>
                <a:path w="25467" h="167167">
                  <a:moveTo>
                    <a:pt x="25467" y="1951"/>
                  </a:moveTo>
                  <a:lnTo>
                    <a:pt x="17015" y="868"/>
                  </a:lnTo>
                  <a:lnTo>
                    <a:pt x="8518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5685" y="1379510"/>
              <a:ext cx="167154" cy="181347"/>
            </a:xfrm>
            <a:custGeom>
              <a:avLst/>
              <a:pathLst>
                <a:path w="167154" h="181347">
                  <a:moveTo>
                    <a:pt x="167154" y="0"/>
                  </a:moveTo>
                  <a:lnTo>
                    <a:pt x="161728" y="88"/>
                  </a:lnTo>
                  <a:lnTo>
                    <a:pt x="156307" y="352"/>
                  </a:lnTo>
                  <a:lnTo>
                    <a:pt x="150898" y="792"/>
                  </a:lnTo>
                  <a:lnTo>
                    <a:pt x="145506" y="1407"/>
                  </a:lnTo>
                  <a:lnTo>
                    <a:pt x="140137" y="2197"/>
                  </a:lnTo>
                  <a:lnTo>
                    <a:pt x="134797" y="3161"/>
                  </a:lnTo>
                  <a:lnTo>
                    <a:pt x="129490" y="4298"/>
                  </a:lnTo>
                  <a:lnTo>
                    <a:pt x="124223" y="5606"/>
                  </a:lnTo>
                  <a:lnTo>
                    <a:pt x="119002" y="7085"/>
                  </a:lnTo>
                  <a:lnTo>
                    <a:pt x="113831" y="8732"/>
                  </a:lnTo>
                  <a:lnTo>
                    <a:pt x="108716" y="10546"/>
                  </a:lnTo>
                  <a:lnTo>
                    <a:pt x="103663" y="12526"/>
                  </a:lnTo>
                  <a:lnTo>
                    <a:pt x="98677" y="14668"/>
                  </a:lnTo>
                  <a:lnTo>
                    <a:pt x="93763" y="16971"/>
                  </a:lnTo>
                  <a:lnTo>
                    <a:pt x="88927" y="19433"/>
                  </a:lnTo>
                  <a:lnTo>
                    <a:pt x="84173" y="22050"/>
                  </a:lnTo>
                  <a:lnTo>
                    <a:pt x="79506" y="24820"/>
                  </a:lnTo>
                  <a:lnTo>
                    <a:pt x="74932" y="27740"/>
                  </a:lnTo>
                  <a:lnTo>
                    <a:pt x="70454" y="30807"/>
                  </a:lnTo>
                  <a:lnTo>
                    <a:pt x="66079" y="34017"/>
                  </a:lnTo>
                  <a:lnTo>
                    <a:pt x="61810" y="37368"/>
                  </a:lnTo>
                  <a:lnTo>
                    <a:pt x="57653" y="40856"/>
                  </a:lnTo>
                  <a:lnTo>
                    <a:pt x="53610" y="44477"/>
                  </a:lnTo>
                  <a:lnTo>
                    <a:pt x="49688" y="48227"/>
                  </a:lnTo>
                  <a:lnTo>
                    <a:pt x="45889" y="52103"/>
                  </a:lnTo>
                  <a:lnTo>
                    <a:pt x="42218" y="56100"/>
                  </a:lnTo>
                  <a:lnTo>
                    <a:pt x="38679" y="60213"/>
                  </a:lnTo>
                  <a:lnTo>
                    <a:pt x="35275" y="64440"/>
                  </a:lnTo>
                  <a:lnTo>
                    <a:pt x="32010" y="68775"/>
                  </a:lnTo>
                  <a:lnTo>
                    <a:pt x="28887" y="73214"/>
                  </a:lnTo>
                  <a:lnTo>
                    <a:pt x="25910" y="77751"/>
                  </a:lnTo>
                  <a:lnTo>
                    <a:pt x="23082" y="82383"/>
                  </a:lnTo>
                  <a:lnTo>
                    <a:pt x="20406" y="87104"/>
                  </a:lnTo>
                  <a:lnTo>
                    <a:pt x="17885" y="91910"/>
                  </a:lnTo>
                  <a:lnTo>
                    <a:pt x="15521" y="96794"/>
                  </a:lnTo>
                  <a:lnTo>
                    <a:pt x="13316" y="101754"/>
                  </a:lnTo>
                  <a:lnTo>
                    <a:pt x="11274" y="106781"/>
                  </a:lnTo>
                  <a:lnTo>
                    <a:pt x="9396" y="111873"/>
                  </a:lnTo>
                  <a:lnTo>
                    <a:pt x="7684" y="117023"/>
                  </a:lnTo>
                  <a:lnTo>
                    <a:pt x="6141" y="122226"/>
                  </a:lnTo>
                  <a:lnTo>
                    <a:pt x="4767" y="127476"/>
                  </a:lnTo>
                  <a:lnTo>
                    <a:pt x="3564" y="132768"/>
                  </a:lnTo>
                  <a:lnTo>
                    <a:pt x="2534" y="138096"/>
                  </a:lnTo>
                  <a:lnTo>
                    <a:pt x="1677" y="143455"/>
                  </a:lnTo>
                  <a:lnTo>
                    <a:pt x="994" y="148838"/>
                  </a:lnTo>
                  <a:lnTo>
                    <a:pt x="487" y="154242"/>
                  </a:lnTo>
                  <a:lnTo>
                    <a:pt x="155" y="159658"/>
                  </a:lnTo>
                  <a:lnTo>
                    <a:pt x="0" y="165083"/>
                  </a:lnTo>
                  <a:lnTo>
                    <a:pt x="20" y="170510"/>
                  </a:lnTo>
                  <a:lnTo>
                    <a:pt x="217" y="175933"/>
                  </a:lnTo>
                  <a:lnTo>
                    <a:pt x="589" y="18134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6275" y="1546678"/>
              <a:ext cx="166564" cy="14180"/>
            </a:xfrm>
            <a:custGeom>
              <a:avLst/>
              <a:pathLst>
                <a:path w="166564" h="14180">
                  <a:moveTo>
                    <a:pt x="0" y="14180"/>
                  </a:moveTo>
                  <a:lnTo>
                    <a:pt x="16656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6275" y="1546678"/>
              <a:ext cx="285511" cy="167158"/>
            </a:xfrm>
            <a:custGeom>
              <a:avLst/>
              <a:pathLst>
                <a:path w="285511" h="167158">
                  <a:moveTo>
                    <a:pt x="0" y="14180"/>
                  </a:moveTo>
                  <a:lnTo>
                    <a:pt x="540" y="19515"/>
                  </a:lnTo>
                  <a:lnTo>
                    <a:pt x="1251" y="24829"/>
                  </a:lnTo>
                  <a:lnTo>
                    <a:pt x="2133" y="30119"/>
                  </a:lnTo>
                  <a:lnTo>
                    <a:pt x="3183" y="35377"/>
                  </a:lnTo>
                  <a:lnTo>
                    <a:pt x="4402" y="40599"/>
                  </a:lnTo>
                  <a:lnTo>
                    <a:pt x="5788" y="45779"/>
                  </a:lnTo>
                  <a:lnTo>
                    <a:pt x="7339" y="50912"/>
                  </a:lnTo>
                  <a:lnTo>
                    <a:pt x="9053" y="55993"/>
                  </a:lnTo>
                  <a:lnTo>
                    <a:pt x="10930" y="61016"/>
                  </a:lnTo>
                  <a:lnTo>
                    <a:pt x="12967" y="65976"/>
                  </a:lnTo>
                  <a:lnTo>
                    <a:pt x="15162" y="70868"/>
                  </a:lnTo>
                  <a:lnTo>
                    <a:pt x="17513" y="75688"/>
                  </a:lnTo>
                  <a:lnTo>
                    <a:pt x="20017" y="80429"/>
                  </a:lnTo>
                  <a:lnTo>
                    <a:pt x="22672" y="85088"/>
                  </a:lnTo>
                  <a:lnTo>
                    <a:pt x="25475" y="89659"/>
                  </a:lnTo>
                  <a:lnTo>
                    <a:pt x="28424" y="94138"/>
                  </a:lnTo>
                  <a:lnTo>
                    <a:pt x="31514" y="98520"/>
                  </a:lnTo>
                  <a:lnTo>
                    <a:pt x="34743" y="102801"/>
                  </a:lnTo>
                  <a:lnTo>
                    <a:pt x="38108" y="106976"/>
                  </a:lnTo>
                  <a:lnTo>
                    <a:pt x="41605" y="111041"/>
                  </a:lnTo>
                  <a:lnTo>
                    <a:pt x="45231" y="114992"/>
                  </a:lnTo>
                  <a:lnTo>
                    <a:pt x="48982" y="118824"/>
                  </a:lnTo>
                  <a:lnTo>
                    <a:pt x="52853" y="122534"/>
                  </a:lnTo>
                  <a:lnTo>
                    <a:pt x="56842" y="126118"/>
                  </a:lnTo>
                  <a:lnTo>
                    <a:pt x="60943" y="129572"/>
                  </a:lnTo>
                  <a:lnTo>
                    <a:pt x="65153" y="132893"/>
                  </a:lnTo>
                  <a:lnTo>
                    <a:pt x="69467" y="136077"/>
                  </a:lnTo>
                  <a:lnTo>
                    <a:pt x="73882" y="139121"/>
                  </a:lnTo>
                  <a:lnTo>
                    <a:pt x="78392" y="142022"/>
                  </a:lnTo>
                  <a:lnTo>
                    <a:pt x="82992" y="144777"/>
                  </a:lnTo>
                  <a:lnTo>
                    <a:pt x="87678" y="147383"/>
                  </a:lnTo>
                  <a:lnTo>
                    <a:pt x="92446" y="149837"/>
                  </a:lnTo>
                  <a:lnTo>
                    <a:pt x="97290" y="152138"/>
                  </a:lnTo>
                  <a:lnTo>
                    <a:pt x="102205" y="154281"/>
                  </a:lnTo>
                  <a:lnTo>
                    <a:pt x="107186" y="156266"/>
                  </a:lnTo>
                  <a:lnTo>
                    <a:pt x="112229" y="158090"/>
                  </a:lnTo>
                  <a:lnTo>
                    <a:pt x="117327" y="159751"/>
                  </a:lnTo>
                  <a:lnTo>
                    <a:pt x="122476" y="161248"/>
                  </a:lnTo>
                  <a:lnTo>
                    <a:pt x="127670" y="162579"/>
                  </a:lnTo>
                  <a:lnTo>
                    <a:pt x="132905" y="163743"/>
                  </a:lnTo>
                  <a:lnTo>
                    <a:pt x="138174" y="164738"/>
                  </a:lnTo>
                  <a:lnTo>
                    <a:pt x="143472" y="165564"/>
                  </a:lnTo>
                  <a:lnTo>
                    <a:pt x="148794" y="166220"/>
                  </a:lnTo>
                  <a:lnTo>
                    <a:pt x="154134" y="166704"/>
                  </a:lnTo>
                  <a:lnTo>
                    <a:pt x="159487" y="167017"/>
                  </a:lnTo>
                  <a:lnTo>
                    <a:pt x="164848" y="167158"/>
                  </a:lnTo>
                  <a:lnTo>
                    <a:pt x="170210" y="167127"/>
                  </a:lnTo>
                  <a:lnTo>
                    <a:pt x="175568" y="166924"/>
                  </a:lnTo>
                  <a:lnTo>
                    <a:pt x="180917" y="166550"/>
                  </a:lnTo>
                  <a:lnTo>
                    <a:pt x="186252" y="166004"/>
                  </a:lnTo>
                  <a:lnTo>
                    <a:pt x="191566" y="165287"/>
                  </a:lnTo>
                  <a:lnTo>
                    <a:pt x="196854" y="164400"/>
                  </a:lnTo>
                  <a:lnTo>
                    <a:pt x="202111" y="163344"/>
                  </a:lnTo>
                  <a:lnTo>
                    <a:pt x="207332" y="162120"/>
                  </a:lnTo>
                  <a:lnTo>
                    <a:pt x="212510" y="160729"/>
                  </a:lnTo>
                  <a:lnTo>
                    <a:pt x="217642" y="159173"/>
                  </a:lnTo>
                  <a:lnTo>
                    <a:pt x="222721" y="157452"/>
                  </a:lnTo>
                  <a:lnTo>
                    <a:pt x="227742" y="155570"/>
                  </a:lnTo>
                  <a:lnTo>
                    <a:pt x="232700" y="153528"/>
                  </a:lnTo>
                  <a:lnTo>
                    <a:pt x="237590" y="151328"/>
                  </a:lnTo>
                  <a:lnTo>
                    <a:pt x="242407" y="148972"/>
                  </a:lnTo>
                  <a:lnTo>
                    <a:pt x="247146" y="146463"/>
                  </a:lnTo>
                  <a:lnTo>
                    <a:pt x="251802" y="143803"/>
                  </a:lnTo>
                  <a:lnTo>
                    <a:pt x="256370" y="140996"/>
                  </a:lnTo>
                  <a:lnTo>
                    <a:pt x="260846" y="138043"/>
                  </a:lnTo>
                  <a:lnTo>
                    <a:pt x="265225" y="134948"/>
                  </a:lnTo>
                  <a:lnTo>
                    <a:pt x="269502" y="131714"/>
                  </a:lnTo>
                  <a:lnTo>
                    <a:pt x="273674" y="128345"/>
                  </a:lnTo>
                  <a:lnTo>
                    <a:pt x="277735" y="124843"/>
                  </a:lnTo>
                  <a:lnTo>
                    <a:pt x="281682" y="121214"/>
                  </a:lnTo>
                  <a:lnTo>
                    <a:pt x="285511" y="117459"/>
                  </a:lnTo>
                  <a:lnTo>
                    <a:pt x="1665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82840" y="1379510"/>
              <a:ext cx="167163" cy="284627"/>
            </a:xfrm>
            <a:custGeom>
              <a:avLst/>
              <a:pathLst>
                <a:path w="167163" h="284627">
                  <a:moveTo>
                    <a:pt x="118946" y="284627"/>
                  </a:moveTo>
                  <a:lnTo>
                    <a:pt x="122664" y="280738"/>
                  </a:lnTo>
                  <a:lnTo>
                    <a:pt x="126256" y="276731"/>
                  </a:lnTo>
                  <a:lnTo>
                    <a:pt x="129717" y="272610"/>
                  </a:lnTo>
                  <a:lnTo>
                    <a:pt x="133044" y="268381"/>
                  </a:lnTo>
                  <a:lnTo>
                    <a:pt x="136232" y="264046"/>
                  </a:lnTo>
                  <a:lnTo>
                    <a:pt x="139280" y="259612"/>
                  </a:lnTo>
                  <a:lnTo>
                    <a:pt x="142183" y="255081"/>
                  </a:lnTo>
                  <a:lnTo>
                    <a:pt x="144939" y="250459"/>
                  </a:lnTo>
                  <a:lnTo>
                    <a:pt x="147544" y="245751"/>
                  </a:lnTo>
                  <a:lnTo>
                    <a:pt x="149997" y="240962"/>
                  </a:lnTo>
                  <a:lnTo>
                    <a:pt x="152294" y="236096"/>
                  </a:lnTo>
                  <a:lnTo>
                    <a:pt x="154434" y="231159"/>
                  </a:lnTo>
                  <a:lnTo>
                    <a:pt x="156414" y="226155"/>
                  </a:lnTo>
                  <a:lnTo>
                    <a:pt x="158231" y="221090"/>
                  </a:lnTo>
                  <a:lnTo>
                    <a:pt x="159885" y="215970"/>
                  </a:lnTo>
                  <a:lnTo>
                    <a:pt x="161373" y="210798"/>
                  </a:lnTo>
                  <a:lnTo>
                    <a:pt x="162693" y="205582"/>
                  </a:lnTo>
                  <a:lnTo>
                    <a:pt x="163845" y="200326"/>
                  </a:lnTo>
                  <a:lnTo>
                    <a:pt x="164828" y="195035"/>
                  </a:lnTo>
                  <a:lnTo>
                    <a:pt x="165639" y="189716"/>
                  </a:lnTo>
                  <a:lnTo>
                    <a:pt x="166279" y="184373"/>
                  </a:lnTo>
                  <a:lnTo>
                    <a:pt x="166747" y="179012"/>
                  </a:lnTo>
                  <a:lnTo>
                    <a:pt x="167042" y="173640"/>
                  </a:lnTo>
                  <a:lnTo>
                    <a:pt x="167163" y="168260"/>
                  </a:lnTo>
                  <a:lnTo>
                    <a:pt x="167112" y="162879"/>
                  </a:lnTo>
                  <a:lnTo>
                    <a:pt x="166887" y="157503"/>
                  </a:lnTo>
                  <a:lnTo>
                    <a:pt x="166490" y="152137"/>
                  </a:lnTo>
                  <a:lnTo>
                    <a:pt x="165920" y="146786"/>
                  </a:lnTo>
                  <a:lnTo>
                    <a:pt x="165178" y="141456"/>
                  </a:lnTo>
                  <a:lnTo>
                    <a:pt x="164265" y="136153"/>
                  </a:lnTo>
                  <a:lnTo>
                    <a:pt x="163182" y="130883"/>
                  </a:lnTo>
                  <a:lnTo>
                    <a:pt x="161929" y="125649"/>
                  </a:lnTo>
                  <a:lnTo>
                    <a:pt x="160509" y="120459"/>
                  </a:lnTo>
                  <a:lnTo>
                    <a:pt x="158923" y="115317"/>
                  </a:lnTo>
                  <a:lnTo>
                    <a:pt x="157172" y="110229"/>
                  </a:lnTo>
                  <a:lnTo>
                    <a:pt x="155258" y="105200"/>
                  </a:lnTo>
                  <a:lnTo>
                    <a:pt x="153183" y="100235"/>
                  </a:lnTo>
                  <a:lnTo>
                    <a:pt x="150949" y="95340"/>
                  </a:lnTo>
                  <a:lnTo>
                    <a:pt x="148559" y="90519"/>
                  </a:lnTo>
                  <a:lnTo>
                    <a:pt x="146015" y="85777"/>
                  </a:lnTo>
                  <a:lnTo>
                    <a:pt x="143320" y="81120"/>
                  </a:lnTo>
                  <a:lnTo>
                    <a:pt x="140477" y="76552"/>
                  </a:lnTo>
                  <a:lnTo>
                    <a:pt x="137487" y="72077"/>
                  </a:lnTo>
                  <a:lnTo>
                    <a:pt x="134356" y="67702"/>
                  </a:lnTo>
                  <a:lnTo>
                    <a:pt x="131085" y="63429"/>
                  </a:lnTo>
                  <a:lnTo>
                    <a:pt x="127678" y="59264"/>
                  </a:lnTo>
                  <a:lnTo>
                    <a:pt x="124139" y="55210"/>
                  </a:lnTo>
                  <a:lnTo>
                    <a:pt x="120471" y="51273"/>
                  </a:lnTo>
                  <a:lnTo>
                    <a:pt x="116679" y="47455"/>
                  </a:lnTo>
                  <a:lnTo>
                    <a:pt x="112766" y="43762"/>
                  </a:lnTo>
                  <a:lnTo>
                    <a:pt x="108735" y="40197"/>
                  </a:lnTo>
                  <a:lnTo>
                    <a:pt x="104593" y="36763"/>
                  </a:lnTo>
                  <a:lnTo>
                    <a:pt x="100341" y="33464"/>
                  </a:lnTo>
                  <a:lnTo>
                    <a:pt x="95986" y="30304"/>
                  </a:lnTo>
                  <a:lnTo>
                    <a:pt x="91531" y="27285"/>
                  </a:lnTo>
                  <a:lnTo>
                    <a:pt x="86982" y="24412"/>
                  </a:lnTo>
                  <a:lnTo>
                    <a:pt x="82342" y="21686"/>
                  </a:lnTo>
                  <a:lnTo>
                    <a:pt x="77617" y="19111"/>
                  </a:lnTo>
                  <a:lnTo>
                    <a:pt x="72812" y="16690"/>
                  </a:lnTo>
                  <a:lnTo>
                    <a:pt x="67931" y="14425"/>
                  </a:lnTo>
                  <a:lnTo>
                    <a:pt x="62980" y="12317"/>
                  </a:lnTo>
                  <a:lnTo>
                    <a:pt x="57964" y="10370"/>
                  </a:lnTo>
                  <a:lnTo>
                    <a:pt x="52887" y="8586"/>
                  </a:lnTo>
                  <a:lnTo>
                    <a:pt x="47756" y="6966"/>
                  </a:lnTo>
                  <a:lnTo>
                    <a:pt x="42575" y="5512"/>
                  </a:lnTo>
                  <a:lnTo>
                    <a:pt x="37350" y="4226"/>
                  </a:lnTo>
                  <a:lnTo>
                    <a:pt x="32086" y="3108"/>
                  </a:lnTo>
                  <a:lnTo>
                    <a:pt x="26790" y="2160"/>
                  </a:lnTo>
                  <a:lnTo>
                    <a:pt x="21465" y="1383"/>
                  </a:lnTo>
                  <a:lnTo>
                    <a:pt x="16118" y="778"/>
                  </a:lnTo>
                  <a:lnTo>
                    <a:pt x="10754" y="346"/>
                  </a:lnTo>
                  <a:lnTo>
                    <a:pt x="538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65974" y="1120312"/>
              <a:ext cx="167160" cy="295954"/>
            </a:xfrm>
            <a:custGeom>
              <a:avLst/>
              <a:pathLst>
                <a:path w="167160" h="295954">
                  <a:moveTo>
                    <a:pt x="167160" y="0"/>
                  </a:moveTo>
                  <a:lnTo>
                    <a:pt x="161772" y="86"/>
                  </a:lnTo>
                  <a:lnTo>
                    <a:pt x="156389" y="347"/>
                  </a:lnTo>
                  <a:lnTo>
                    <a:pt x="151017" y="781"/>
                  </a:lnTo>
                  <a:lnTo>
                    <a:pt x="145662" y="1388"/>
                  </a:lnTo>
                  <a:lnTo>
                    <a:pt x="140329" y="2167"/>
                  </a:lnTo>
                  <a:lnTo>
                    <a:pt x="135024" y="3117"/>
                  </a:lnTo>
                  <a:lnTo>
                    <a:pt x="129753" y="4239"/>
                  </a:lnTo>
                  <a:lnTo>
                    <a:pt x="124520" y="5529"/>
                  </a:lnTo>
                  <a:lnTo>
                    <a:pt x="119332" y="6988"/>
                  </a:lnTo>
                  <a:lnTo>
                    <a:pt x="114194" y="8613"/>
                  </a:lnTo>
                  <a:lnTo>
                    <a:pt x="109110" y="10402"/>
                  </a:lnTo>
                  <a:lnTo>
                    <a:pt x="104087" y="12355"/>
                  </a:lnTo>
                  <a:lnTo>
                    <a:pt x="99129" y="14469"/>
                  </a:lnTo>
                  <a:lnTo>
                    <a:pt x="94243" y="16741"/>
                  </a:lnTo>
                  <a:lnTo>
                    <a:pt x="89431" y="19170"/>
                  </a:lnTo>
                  <a:lnTo>
                    <a:pt x="84701" y="21752"/>
                  </a:lnTo>
                  <a:lnTo>
                    <a:pt x="80057" y="24486"/>
                  </a:lnTo>
                  <a:lnTo>
                    <a:pt x="75503" y="27368"/>
                  </a:lnTo>
                  <a:lnTo>
                    <a:pt x="71044" y="30395"/>
                  </a:lnTo>
                  <a:lnTo>
                    <a:pt x="66685" y="33564"/>
                  </a:lnTo>
                  <a:lnTo>
                    <a:pt x="62430" y="36872"/>
                  </a:lnTo>
                  <a:lnTo>
                    <a:pt x="58285" y="40316"/>
                  </a:lnTo>
                  <a:lnTo>
                    <a:pt x="54252" y="43892"/>
                  </a:lnTo>
                  <a:lnTo>
                    <a:pt x="50337" y="47595"/>
                  </a:lnTo>
                  <a:lnTo>
                    <a:pt x="46544" y="51423"/>
                  </a:lnTo>
                  <a:lnTo>
                    <a:pt x="42875" y="55371"/>
                  </a:lnTo>
                  <a:lnTo>
                    <a:pt x="39336" y="59436"/>
                  </a:lnTo>
                  <a:lnTo>
                    <a:pt x="35930" y="63612"/>
                  </a:lnTo>
                  <a:lnTo>
                    <a:pt x="32660" y="67896"/>
                  </a:lnTo>
                  <a:lnTo>
                    <a:pt x="29530" y="72283"/>
                  </a:lnTo>
                  <a:lnTo>
                    <a:pt x="26543" y="76769"/>
                  </a:lnTo>
                  <a:lnTo>
                    <a:pt x="23702" y="81349"/>
                  </a:lnTo>
                  <a:lnTo>
                    <a:pt x="21010" y="86018"/>
                  </a:lnTo>
                  <a:lnTo>
                    <a:pt x="18470" y="90771"/>
                  </a:lnTo>
                  <a:lnTo>
                    <a:pt x="16085" y="95604"/>
                  </a:lnTo>
                  <a:lnTo>
                    <a:pt x="13857" y="100511"/>
                  </a:lnTo>
                  <a:lnTo>
                    <a:pt x="11788" y="105487"/>
                  </a:lnTo>
                  <a:lnTo>
                    <a:pt x="9880" y="110528"/>
                  </a:lnTo>
                  <a:lnTo>
                    <a:pt x="8136" y="115627"/>
                  </a:lnTo>
                  <a:lnTo>
                    <a:pt x="6558" y="120780"/>
                  </a:lnTo>
                  <a:lnTo>
                    <a:pt x="5146" y="125981"/>
                  </a:lnTo>
                  <a:lnTo>
                    <a:pt x="3902" y="131225"/>
                  </a:lnTo>
                  <a:lnTo>
                    <a:pt x="2829" y="136506"/>
                  </a:lnTo>
                  <a:lnTo>
                    <a:pt x="1926" y="141819"/>
                  </a:lnTo>
                  <a:lnTo>
                    <a:pt x="1194" y="147159"/>
                  </a:lnTo>
                  <a:lnTo>
                    <a:pt x="636" y="152519"/>
                  </a:lnTo>
                  <a:lnTo>
                    <a:pt x="250" y="157895"/>
                  </a:lnTo>
                  <a:lnTo>
                    <a:pt x="38" y="163280"/>
                  </a:lnTo>
                  <a:lnTo>
                    <a:pt x="0" y="168669"/>
                  </a:lnTo>
                  <a:lnTo>
                    <a:pt x="135" y="174057"/>
                  </a:lnTo>
                  <a:lnTo>
                    <a:pt x="444" y="179437"/>
                  </a:lnTo>
                  <a:lnTo>
                    <a:pt x="926" y="184805"/>
                  </a:lnTo>
                  <a:lnTo>
                    <a:pt x="1581" y="190154"/>
                  </a:lnTo>
                  <a:lnTo>
                    <a:pt x="2408" y="195480"/>
                  </a:lnTo>
                  <a:lnTo>
                    <a:pt x="3406" y="200776"/>
                  </a:lnTo>
                  <a:lnTo>
                    <a:pt x="4575" y="206037"/>
                  </a:lnTo>
                  <a:lnTo>
                    <a:pt x="5912" y="211257"/>
                  </a:lnTo>
                  <a:lnTo>
                    <a:pt x="7417" y="216432"/>
                  </a:lnTo>
                  <a:lnTo>
                    <a:pt x="9088" y="221556"/>
                  </a:lnTo>
                  <a:lnTo>
                    <a:pt x="10923" y="226623"/>
                  </a:lnTo>
                  <a:lnTo>
                    <a:pt x="12921" y="231629"/>
                  </a:lnTo>
                  <a:lnTo>
                    <a:pt x="15079" y="236567"/>
                  </a:lnTo>
                  <a:lnTo>
                    <a:pt x="17395" y="241433"/>
                  </a:lnTo>
                  <a:lnTo>
                    <a:pt x="19867" y="246222"/>
                  </a:lnTo>
                  <a:lnTo>
                    <a:pt x="22492" y="250929"/>
                  </a:lnTo>
                  <a:lnTo>
                    <a:pt x="25267" y="255549"/>
                  </a:lnTo>
                  <a:lnTo>
                    <a:pt x="28190" y="260077"/>
                  </a:lnTo>
                  <a:lnTo>
                    <a:pt x="31257" y="264508"/>
                  </a:lnTo>
                  <a:lnTo>
                    <a:pt x="34466" y="268839"/>
                  </a:lnTo>
                  <a:lnTo>
                    <a:pt x="37812" y="273063"/>
                  </a:lnTo>
                  <a:lnTo>
                    <a:pt x="41293" y="277178"/>
                  </a:lnTo>
                  <a:lnTo>
                    <a:pt x="44904" y="281178"/>
                  </a:lnTo>
                  <a:lnTo>
                    <a:pt x="48643" y="285059"/>
                  </a:lnTo>
                  <a:lnTo>
                    <a:pt x="52505" y="288818"/>
                  </a:lnTo>
                  <a:lnTo>
                    <a:pt x="56486" y="292451"/>
                  </a:lnTo>
                  <a:lnTo>
                    <a:pt x="60582" y="295954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6557" y="1287480"/>
              <a:ext cx="106578" cy="128786"/>
            </a:xfrm>
            <a:custGeom>
              <a:avLst/>
              <a:pathLst>
                <a:path w="106578" h="128786">
                  <a:moveTo>
                    <a:pt x="0" y="128786"/>
                  </a:moveTo>
                  <a:lnTo>
                    <a:pt x="1065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6557" y="1140633"/>
              <a:ext cx="273741" cy="314009"/>
            </a:xfrm>
            <a:custGeom>
              <a:avLst/>
              <a:pathLst>
                <a:path w="273741" h="314009">
                  <a:moveTo>
                    <a:pt x="0" y="275633"/>
                  </a:moveTo>
                  <a:lnTo>
                    <a:pt x="4143" y="278952"/>
                  </a:lnTo>
                  <a:lnTo>
                    <a:pt x="8389" y="282138"/>
                  </a:lnTo>
                  <a:lnTo>
                    <a:pt x="12735" y="285188"/>
                  </a:lnTo>
                  <a:lnTo>
                    <a:pt x="17175" y="288098"/>
                  </a:lnTo>
                  <a:lnTo>
                    <a:pt x="21705" y="290866"/>
                  </a:lnTo>
                  <a:lnTo>
                    <a:pt x="26321" y="293488"/>
                  </a:lnTo>
                  <a:lnTo>
                    <a:pt x="31018" y="295963"/>
                  </a:lnTo>
                  <a:lnTo>
                    <a:pt x="35791" y="298287"/>
                  </a:lnTo>
                  <a:lnTo>
                    <a:pt x="40636" y="300458"/>
                  </a:lnTo>
                  <a:lnTo>
                    <a:pt x="45547" y="302475"/>
                  </a:lnTo>
                  <a:lnTo>
                    <a:pt x="50519" y="304334"/>
                  </a:lnTo>
                  <a:lnTo>
                    <a:pt x="55548" y="306035"/>
                  </a:lnTo>
                  <a:lnTo>
                    <a:pt x="60629" y="307575"/>
                  </a:lnTo>
                  <a:lnTo>
                    <a:pt x="65756" y="308953"/>
                  </a:lnTo>
                  <a:lnTo>
                    <a:pt x="70924" y="310167"/>
                  </a:lnTo>
                  <a:lnTo>
                    <a:pt x="76128" y="311217"/>
                  </a:lnTo>
                  <a:lnTo>
                    <a:pt x="81363" y="312101"/>
                  </a:lnTo>
                  <a:lnTo>
                    <a:pt x="86623" y="312819"/>
                  </a:lnTo>
                  <a:lnTo>
                    <a:pt x="91903" y="313368"/>
                  </a:lnTo>
                  <a:lnTo>
                    <a:pt x="97198" y="313750"/>
                  </a:lnTo>
                  <a:lnTo>
                    <a:pt x="102503" y="313964"/>
                  </a:lnTo>
                  <a:lnTo>
                    <a:pt x="107812" y="314009"/>
                  </a:lnTo>
                  <a:lnTo>
                    <a:pt x="113119" y="313886"/>
                  </a:lnTo>
                  <a:lnTo>
                    <a:pt x="118420" y="313594"/>
                  </a:lnTo>
                  <a:lnTo>
                    <a:pt x="123709" y="313134"/>
                  </a:lnTo>
                  <a:lnTo>
                    <a:pt x="128980" y="312506"/>
                  </a:lnTo>
                  <a:lnTo>
                    <a:pt x="134229" y="311711"/>
                  </a:lnTo>
                  <a:lnTo>
                    <a:pt x="139451" y="310750"/>
                  </a:lnTo>
                  <a:lnTo>
                    <a:pt x="144639" y="309623"/>
                  </a:lnTo>
                  <a:lnTo>
                    <a:pt x="149788" y="308333"/>
                  </a:lnTo>
                  <a:lnTo>
                    <a:pt x="154894" y="306879"/>
                  </a:lnTo>
                  <a:lnTo>
                    <a:pt x="159951" y="305264"/>
                  </a:lnTo>
                  <a:lnTo>
                    <a:pt x="164955" y="303489"/>
                  </a:lnTo>
                  <a:lnTo>
                    <a:pt x="169899" y="301557"/>
                  </a:lnTo>
                  <a:lnTo>
                    <a:pt x="174780" y="299468"/>
                  </a:lnTo>
                  <a:lnTo>
                    <a:pt x="179592" y="297225"/>
                  </a:lnTo>
                  <a:lnTo>
                    <a:pt x="184330" y="294831"/>
                  </a:lnTo>
                  <a:lnTo>
                    <a:pt x="188990" y="292288"/>
                  </a:lnTo>
                  <a:lnTo>
                    <a:pt x="193567" y="289597"/>
                  </a:lnTo>
                  <a:lnTo>
                    <a:pt x="198056" y="286763"/>
                  </a:lnTo>
                  <a:lnTo>
                    <a:pt x="202453" y="283788"/>
                  </a:lnTo>
                  <a:lnTo>
                    <a:pt x="206753" y="280674"/>
                  </a:lnTo>
                  <a:lnTo>
                    <a:pt x="210952" y="277426"/>
                  </a:lnTo>
                  <a:lnTo>
                    <a:pt x="215046" y="274046"/>
                  </a:lnTo>
                  <a:lnTo>
                    <a:pt x="219030" y="270537"/>
                  </a:lnTo>
                  <a:lnTo>
                    <a:pt x="222901" y="266904"/>
                  </a:lnTo>
                  <a:lnTo>
                    <a:pt x="226655" y="263150"/>
                  </a:lnTo>
                  <a:lnTo>
                    <a:pt x="230287" y="259278"/>
                  </a:lnTo>
                  <a:lnTo>
                    <a:pt x="233795" y="255293"/>
                  </a:lnTo>
                  <a:lnTo>
                    <a:pt x="237174" y="251199"/>
                  </a:lnTo>
                  <a:lnTo>
                    <a:pt x="240422" y="247000"/>
                  </a:lnTo>
                  <a:lnTo>
                    <a:pt x="243535" y="242699"/>
                  </a:lnTo>
                  <a:lnTo>
                    <a:pt x="246509" y="238302"/>
                  </a:lnTo>
                  <a:lnTo>
                    <a:pt x="249343" y="233812"/>
                  </a:lnTo>
                  <a:lnTo>
                    <a:pt x="252032" y="229235"/>
                  </a:lnTo>
                  <a:lnTo>
                    <a:pt x="254575" y="224575"/>
                  </a:lnTo>
                  <a:lnTo>
                    <a:pt x="256969" y="219836"/>
                  </a:lnTo>
                  <a:lnTo>
                    <a:pt x="259211" y="215024"/>
                  </a:lnTo>
                  <a:lnTo>
                    <a:pt x="261299" y="210143"/>
                  </a:lnTo>
                  <a:lnTo>
                    <a:pt x="263230" y="205198"/>
                  </a:lnTo>
                  <a:lnTo>
                    <a:pt x="265004" y="200194"/>
                  </a:lnTo>
                  <a:lnTo>
                    <a:pt x="266618" y="195137"/>
                  </a:lnTo>
                  <a:lnTo>
                    <a:pt x="268071" y="190030"/>
                  </a:lnTo>
                  <a:lnTo>
                    <a:pt x="269361" y="184881"/>
                  </a:lnTo>
                  <a:lnTo>
                    <a:pt x="270487" y="179693"/>
                  </a:lnTo>
                  <a:lnTo>
                    <a:pt x="271447" y="174471"/>
                  </a:lnTo>
                  <a:lnTo>
                    <a:pt x="272241" y="169222"/>
                  </a:lnTo>
                  <a:lnTo>
                    <a:pt x="272868" y="163950"/>
                  </a:lnTo>
                  <a:lnTo>
                    <a:pt x="273327" y="158661"/>
                  </a:lnTo>
                  <a:lnTo>
                    <a:pt x="273618" y="153361"/>
                  </a:lnTo>
                  <a:lnTo>
                    <a:pt x="273741" y="148053"/>
                  </a:lnTo>
                  <a:lnTo>
                    <a:pt x="273695" y="142744"/>
                  </a:lnTo>
                  <a:lnTo>
                    <a:pt x="273480" y="137440"/>
                  </a:lnTo>
                  <a:lnTo>
                    <a:pt x="273098" y="132145"/>
                  </a:lnTo>
                  <a:lnTo>
                    <a:pt x="272547" y="126865"/>
                  </a:lnTo>
                  <a:lnTo>
                    <a:pt x="271829" y="121605"/>
                  </a:lnTo>
                  <a:lnTo>
                    <a:pt x="270944" y="116370"/>
                  </a:lnTo>
                  <a:lnTo>
                    <a:pt x="269893" y="111166"/>
                  </a:lnTo>
                  <a:lnTo>
                    <a:pt x="268678" y="105998"/>
                  </a:lnTo>
                  <a:lnTo>
                    <a:pt x="267299" y="100872"/>
                  </a:lnTo>
                  <a:lnTo>
                    <a:pt x="265758" y="95791"/>
                  </a:lnTo>
                  <a:lnTo>
                    <a:pt x="264057" y="90762"/>
                  </a:lnTo>
                  <a:lnTo>
                    <a:pt x="262196" y="85790"/>
                  </a:lnTo>
                  <a:lnTo>
                    <a:pt x="260179" y="80879"/>
                  </a:lnTo>
                  <a:lnTo>
                    <a:pt x="258007" y="76035"/>
                  </a:lnTo>
                  <a:lnTo>
                    <a:pt x="255682" y="71263"/>
                  </a:lnTo>
                  <a:lnTo>
                    <a:pt x="253207" y="66566"/>
                  </a:lnTo>
                  <a:lnTo>
                    <a:pt x="250584" y="61950"/>
                  </a:lnTo>
                  <a:lnTo>
                    <a:pt x="247815" y="57421"/>
                  </a:lnTo>
                  <a:lnTo>
                    <a:pt x="244904" y="52981"/>
                  </a:lnTo>
                  <a:lnTo>
                    <a:pt x="241854" y="48636"/>
                  </a:lnTo>
                  <a:lnTo>
                    <a:pt x="238667" y="44390"/>
                  </a:lnTo>
                  <a:lnTo>
                    <a:pt x="235347" y="40247"/>
                  </a:lnTo>
                  <a:lnTo>
                    <a:pt x="231897" y="36212"/>
                  </a:lnTo>
                  <a:lnTo>
                    <a:pt x="228321" y="32288"/>
                  </a:lnTo>
                  <a:lnTo>
                    <a:pt x="224622" y="28480"/>
                  </a:lnTo>
                  <a:lnTo>
                    <a:pt x="220804" y="24792"/>
                  </a:lnTo>
                  <a:lnTo>
                    <a:pt x="216871" y="21226"/>
                  </a:lnTo>
                  <a:lnTo>
                    <a:pt x="212826" y="17787"/>
                  </a:lnTo>
                  <a:lnTo>
                    <a:pt x="208674" y="14479"/>
                  </a:lnTo>
                  <a:lnTo>
                    <a:pt x="204420" y="11303"/>
                  </a:lnTo>
                  <a:lnTo>
                    <a:pt x="200066" y="8265"/>
                  </a:lnTo>
                  <a:lnTo>
                    <a:pt x="195619" y="5366"/>
                  </a:lnTo>
                  <a:lnTo>
                    <a:pt x="191081" y="2610"/>
                  </a:lnTo>
                  <a:lnTo>
                    <a:pt x="186459" y="0"/>
                  </a:lnTo>
                  <a:lnTo>
                    <a:pt x="106578" y="1468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633135" y="1120312"/>
              <a:ext cx="79880" cy="167167"/>
            </a:xfrm>
            <a:custGeom>
              <a:avLst/>
              <a:pathLst>
                <a:path w="79880" h="167167">
                  <a:moveTo>
                    <a:pt x="79880" y="20320"/>
                  </a:moveTo>
                  <a:lnTo>
                    <a:pt x="74605" y="17571"/>
                  </a:lnTo>
                  <a:lnTo>
                    <a:pt x="69236" y="15011"/>
                  </a:lnTo>
                  <a:lnTo>
                    <a:pt x="63778" y="12644"/>
                  </a:lnTo>
                  <a:lnTo>
                    <a:pt x="58240" y="10473"/>
                  </a:lnTo>
                  <a:lnTo>
                    <a:pt x="52628" y="8500"/>
                  </a:lnTo>
                  <a:lnTo>
                    <a:pt x="46950" y="6728"/>
                  </a:lnTo>
                  <a:lnTo>
                    <a:pt x="41212" y="5159"/>
                  </a:lnTo>
                  <a:lnTo>
                    <a:pt x="35422" y="3796"/>
                  </a:lnTo>
                  <a:lnTo>
                    <a:pt x="29587" y="2639"/>
                  </a:lnTo>
                  <a:lnTo>
                    <a:pt x="23715" y="1690"/>
                  </a:lnTo>
                  <a:lnTo>
                    <a:pt x="17812" y="951"/>
                  </a:lnTo>
                  <a:lnTo>
                    <a:pt x="11887" y="423"/>
                  </a:lnTo>
                  <a:lnTo>
                    <a:pt x="5947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68508" y="971635"/>
              <a:ext cx="167167" cy="258547"/>
            </a:xfrm>
            <a:custGeom>
              <a:avLst/>
              <a:pathLst>
                <a:path w="167167" h="258547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5" y="773"/>
                  </a:lnTo>
                  <a:lnTo>
                    <a:pt x="145777" y="1374"/>
                  </a:lnTo>
                  <a:lnTo>
                    <a:pt x="140471" y="2145"/>
                  </a:lnTo>
                  <a:lnTo>
                    <a:pt x="135192" y="3086"/>
                  </a:lnTo>
                  <a:lnTo>
                    <a:pt x="129946" y="4196"/>
                  </a:lnTo>
                  <a:lnTo>
                    <a:pt x="124739" y="5473"/>
                  </a:lnTo>
                  <a:lnTo>
                    <a:pt x="119575" y="6917"/>
                  </a:lnTo>
                  <a:lnTo>
                    <a:pt x="114460" y="8526"/>
                  </a:lnTo>
                  <a:lnTo>
                    <a:pt x="109399" y="10298"/>
                  </a:lnTo>
                  <a:lnTo>
                    <a:pt x="104398" y="12231"/>
                  </a:lnTo>
                  <a:lnTo>
                    <a:pt x="99461" y="14324"/>
                  </a:lnTo>
                  <a:lnTo>
                    <a:pt x="94594" y="16574"/>
                  </a:lnTo>
                  <a:lnTo>
                    <a:pt x="89802" y="18979"/>
                  </a:lnTo>
                  <a:lnTo>
                    <a:pt x="85089" y="21537"/>
                  </a:lnTo>
                  <a:lnTo>
                    <a:pt x="80461" y="24244"/>
                  </a:lnTo>
                  <a:lnTo>
                    <a:pt x="75922" y="27098"/>
                  </a:lnTo>
                  <a:lnTo>
                    <a:pt x="71476" y="30097"/>
                  </a:lnTo>
                  <a:lnTo>
                    <a:pt x="67130" y="33236"/>
                  </a:lnTo>
                  <a:lnTo>
                    <a:pt x="62886" y="36513"/>
                  </a:lnTo>
                  <a:lnTo>
                    <a:pt x="58749" y="39925"/>
                  </a:lnTo>
                  <a:lnTo>
                    <a:pt x="54724" y="43467"/>
                  </a:lnTo>
                  <a:lnTo>
                    <a:pt x="50815" y="47137"/>
                  </a:lnTo>
                  <a:lnTo>
                    <a:pt x="47025" y="50930"/>
                  </a:lnTo>
                  <a:lnTo>
                    <a:pt x="43359" y="54843"/>
                  </a:lnTo>
                  <a:lnTo>
                    <a:pt x="39820" y="58872"/>
                  </a:lnTo>
                  <a:lnTo>
                    <a:pt x="36413" y="63012"/>
                  </a:lnTo>
                  <a:lnTo>
                    <a:pt x="33140" y="67259"/>
                  </a:lnTo>
                  <a:lnTo>
                    <a:pt x="30004" y="71608"/>
                  </a:lnTo>
                  <a:lnTo>
                    <a:pt x="27010" y="76057"/>
                  </a:lnTo>
                  <a:lnTo>
                    <a:pt x="24160" y="80598"/>
                  </a:lnTo>
                  <a:lnTo>
                    <a:pt x="21458" y="85229"/>
                  </a:lnTo>
                  <a:lnTo>
                    <a:pt x="18905" y="89945"/>
                  </a:lnTo>
                  <a:lnTo>
                    <a:pt x="16504" y="94739"/>
                  </a:lnTo>
                  <a:lnTo>
                    <a:pt x="14259" y="99608"/>
                  </a:lnTo>
                  <a:lnTo>
                    <a:pt x="12171" y="104547"/>
                  </a:lnTo>
                  <a:lnTo>
                    <a:pt x="10242" y="109550"/>
                  </a:lnTo>
                  <a:lnTo>
                    <a:pt x="8475" y="114613"/>
                  </a:lnTo>
                  <a:lnTo>
                    <a:pt x="6872" y="119729"/>
                  </a:lnTo>
                  <a:lnTo>
                    <a:pt x="5433" y="124894"/>
                  </a:lnTo>
                  <a:lnTo>
                    <a:pt x="4160" y="130103"/>
                  </a:lnTo>
                  <a:lnTo>
                    <a:pt x="3055" y="135350"/>
                  </a:lnTo>
                  <a:lnTo>
                    <a:pt x="2119" y="140630"/>
                  </a:lnTo>
                  <a:lnTo>
                    <a:pt x="1353" y="145937"/>
                  </a:lnTo>
                  <a:lnTo>
                    <a:pt x="757" y="151265"/>
                  </a:lnTo>
                  <a:lnTo>
                    <a:pt x="333" y="156610"/>
                  </a:lnTo>
                  <a:lnTo>
                    <a:pt x="80" y="161966"/>
                  </a:lnTo>
                  <a:lnTo>
                    <a:pt x="0" y="167328"/>
                  </a:lnTo>
                  <a:lnTo>
                    <a:pt x="91" y="172689"/>
                  </a:lnTo>
                  <a:lnTo>
                    <a:pt x="354" y="178044"/>
                  </a:lnTo>
                  <a:lnTo>
                    <a:pt x="788" y="183389"/>
                  </a:lnTo>
                  <a:lnTo>
                    <a:pt x="1394" y="188716"/>
                  </a:lnTo>
                  <a:lnTo>
                    <a:pt x="2171" y="194022"/>
                  </a:lnTo>
                  <a:lnTo>
                    <a:pt x="3117" y="199300"/>
                  </a:lnTo>
                  <a:lnTo>
                    <a:pt x="4232" y="204544"/>
                  </a:lnTo>
                  <a:lnTo>
                    <a:pt x="5514" y="209751"/>
                  </a:lnTo>
                  <a:lnTo>
                    <a:pt x="6963" y="214913"/>
                  </a:lnTo>
                  <a:lnTo>
                    <a:pt x="8577" y="220027"/>
                  </a:lnTo>
                  <a:lnTo>
                    <a:pt x="10354" y="225086"/>
                  </a:lnTo>
                  <a:lnTo>
                    <a:pt x="12292" y="230085"/>
                  </a:lnTo>
                  <a:lnTo>
                    <a:pt x="14389" y="235020"/>
                  </a:lnTo>
                  <a:lnTo>
                    <a:pt x="16644" y="239884"/>
                  </a:lnTo>
                  <a:lnTo>
                    <a:pt x="19054" y="244674"/>
                  </a:lnTo>
                  <a:lnTo>
                    <a:pt x="21616" y="249385"/>
                  </a:lnTo>
                  <a:lnTo>
                    <a:pt x="24327" y="254010"/>
                  </a:lnTo>
                  <a:lnTo>
                    <a:pt x="27186" y="25854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5695" y="1138802"/>
              <a:ext cx="139980" cy="91379"/>
            </a:xfrm>
            <a:custGeom>
              <a:avLst/>
              <a:pathLst>
                <a:path w="139980" h="91379">
                  <a:moveTo>
                    <a:pt x="0" y="91379"/>
                  </a:moveTo>
                  <a:lnTo>
                    <a:pt x="13998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95695" y="1063697"/>
              <a:ext cx="307135" cy="242271"/>
            </a:xfrm>
            <a:custGeom>
              <a:avLst/>
              <a:pathLst>
                <a:path w="307135" h="242271">
                  <a:moveTo>
                    <a:pt x="0" y="166485"/>
                  </a:moveTo>
                  <a:lnTo>
                    <a:pt x="2984" y="170901"/>
                  </a:lnTo>
                  <a:lnTo>
                    <a:pt x="6108" y="175220"/>
                  </a:lnTo>
                  <a:lnTo>
                    <a:pt x="9367" y="179437"/>
                  </a:lnTo>
                  <a:lnTo>
                    <a:pt x="12760" y="183548"/>
                  </a:lnTo>
                  <a:lnTo>
                    <a:pt x="16282" y="187549"/>
                  </a:lnTo>
                  <a:lnTo>
                    <a:pt x="19930" y="191436"/>
                  </a:lnTo>
                  <a:lnTo>
                    <a:pt x="23700" y="195204"/>
                  </a:lnTo>
                  <a:lnTo>
                    <a:pt x="27588" y="198850"/>
                  </a:lnTo>
                  <a:lnTo>
                    <a:pt x="31590" y="202370"/>
                  </a:lnTo>
                  <a:lnTo>
                    <a:pt x="35702" y="205761"/>
                  </a:lnTo>
                  <a:lnTo>
                    <a:pt x="39921" y="209019"/>
                  </a:lnTo>
                  <a:lnTo>
                    <a:pt x="44241" y="212141"/>
                  </a:lnTo>
                  <a:lnTo>
                    <a:pt x="48658" y="215124"/>
                  </a:lnTo>
                  <a:lnTo>
                    <a:pt x="53169" y="217964"/>
                  </a:lnTo>
                  <a:lnTo>
                    <a:pt x="57767" y="220659"/>
                  </a:lnTo>
                  <a:lnTo>
                    <a:pt x="62450" y="223206"/>
                  </a:lnTo>
                  <a:lnTo>
                    <a:pt x="67211" y="225603"/>
                  </a:lnTo>
                  <a:lnTo>
                    <a:pt x="72046" y="227846"/>
                  </a:lnTo>
                  <a:lnTo>
                    <a:pt x="76950" y="229934"/>
                  </a:lnTo>
                  <a:lnTo>
                    <a:pt x="81918" y="231865"/>
                  </a:lnTo>
                  <a:lnTo>
                    <a:pt x="86945" y="233636"/>
                  </a:lnTo>
                  <a:lnTo>
                    <a:pt x="92026" y="235247"/>
                  </a:lnTo>
                  <a:lnTo>
                    <a:pt x="97156" y="236694"/>
                  </a:lnTo>
                  <a:lnTo>
                    <a:pt x="102329" y="237977"/>
                  </a:lnTo>
                  <a:lnTo>
                    <a:pt x="107541" y="239095"/>
                  </a:lnTo>
                  <a:lnTo>
                    <a:pt x="112786" y="240046"/>
                  </a:lnTo>
                  <a:lnTo>
                    <a:pt x="118058" y="240829"/>
                  </a:lnTo>
                  <a:lnTo>
                    <a:pt x="123353" y="241443"/>
                  </a:lnTo>
                  <a:lnTo>
                    <a:pt x="128664" y="241889"/>
                  </a:lnTo>
                  <a:lnTo>
                    <a:pt x="133987" y="242165"/>
                  </a:lnTo>
                  <a:lnTo>
                    <a:pt x="139316" y="242271"/>
                  </a:lnTo>
                  <a:lnTo>
                    <a:pt x="144646" y="242207"/>
                  </a:lnTo>
                  <a:lnTo>
                    <a:pt x="149971" y="241974"/>
                  </a:lnTo>
                  <a:lnTo>
                    <a:pt x="155286" y="241570"/>
                  </a:lnTo>
                  <a:lnTo>
                    <a:pt x="160585" y="240998"/>
                  </a:lnTo>
                  <a:lnTo>
                    <a:pt x="165864" y="240257"/>
                  </a:lnTo>
                  <a:lnTo>
                    <a:pt x="171116" y="239347"/>
                  </a:lnTo>
                  <a:lnTo>
                    <a:pt x="176336" y="238271"/>
                  </a:lnTo>
                  <a:lnTo>
                    <a:pt x="181519" y="237029"/>
                  </a:lnTo>
                  <a:lnTo>
                    <a:pt x="186661" y="235623"/>
                  </a:lnTo>
                  <a:lnTo>
                    <a:pt x="191754" y="234053"/>
                  </a:lnTo>
                  <a:lnTo>
                    <a:pt x="196795" y="232321"/>
                  </a:lnTo>
                  <a:lnTo>
                    <a:pt x="201779" y="230430"/>
                  </a:lnTo>
                  <a:lnTo>
                    <a:pt x="206699" y="228381"/>
                  </a:lnTo>
                  <a:lnTo>
                    <a:pt x="211552" y="226176"/>
                  </a:lnTo>
                  <a:lnTo>
                    <a:pt x="216332" y="223818"/>
                  </a:lnTo>
                  <a:lnTo>
                    <a:pt x="221034" y="221308"/>
                  </a:lnTo>
                  <a:lnTo>
                    <a:pt x="225654" y="218649"/>
                  </a:lnTo>
                  <a:lnTo>
                    <a:pt x="230187" y="215845"/>
                  </a:lnTo>
                  <a:lnTo>
                    <a:pt x="234628" y="212898"/>
                  </a:lnTo>
                  <a:lnTo>
                    <a:pt x="238973" y="209810"/>
                  </a:lnTo>
                  <a:lnTo>
                    <a:pt x="243217" y="206586"/>
                  </a:lnTo>
                  <a:lnTo>
                    <a:pt x="247356" y="203228"/>
                  </a:lnTo>
                  <a:lnTo>
                    <a:pt x="251386" y="199739"/>
                  </a:lnTo>
                  <a:lnTo>
                    <a:pt x="255303" y="196124"/>
                  </a:lnTo>
                  <a:lnTo>
                    <a:pt x="259103" y="192386"/>
                  </a:lnTo>
                  <a:lnTo>
                    <a:pt x="262781" y="188529"/>
                  </a:lnTo>
                  <a:lnTo>
                    <a:pt x="266335" y="184556"/>
                  </a:lnTo>
                  <a:lnTo>
                    <a:pt x="269760" y="180472"/>
                  </a:lnTo>
                  <a:lnTo>
                    <a:pt x="273053" y="176281"/>
                  </a:lnTo>
                  <a:lnTo>
                    <a:pt x="276211" y="171987"/>
                  </a:lnTo>
                  <a:lnTo>
                    <a:pt x="279231" y="167594"/>
                  </a:lnTo>
                  <a:lnTo>
                    <a:pt x="282109" y="163108"/>
                  </a:lnTo>
                  <a:lnTo>
                    <a:pt x="284842" y="158532"/>
                  </a:lnTo>
                  <a:lnTo>
                    <a:pt x="287428" y="153871"/>
                  </a:lnTo>
                  <a:lnTo>
                    <a:pt x="289864" y="149131"/>
                  </a:lnTo>
                  <a:lnTo>
                    <a:pt x="292148" y="144314"/>
                  </a:lnTo>
                  <a:lnTo>
                    <a:pt x="294277" y="139428"/>
                  </a:lnTo>
                  <a:lnTo>
                    <a:pt x="296250" y="134476"/>
                  </a:lnTo>
                  <a:lnTo>
                    <a:pt x="298063" y="129464"/>
                  </a:lnTo>
                  <a:lnTo>
                    <a:pt x="299716" y="124396"/>
                  </a:lnTo>
                  <a:lnTo>
                    <a:pt x="301206" y="119279"/>
                  </a:lnTo>
                  <a:lnTo>
                    <a:pt x="302532" y="114116"/>
                  </a:lnTo>
                  <a:lnTo>
                    <a:pt x="303693" y="108914"/>
                  </a:lnTo>
                  <a:lnTo>
                    <a:pt x="304688" y="103678"/>
                  </a:lnTo>
                  <a:lnTo>
                    <a:pt x="305515" y="98412"/>
                  </a:lnTo>
                  <a:lnTo>
                    <a:pt x="306174" y="93123"/>
                  </a:lnTo>
                  <a:lnTo>
                    <a:pt x="306664" y="87815"/>
                  </a:lnTo>
                  <a:lnTo>
                    <a:pt x="306984" y="82495"/>
                  </a:lnTo>
                  <a:lnTo>
                    <a:pt x="307135" y="77167"/>
                  </a:lnTo>
                  <a:lnTo>
                    <a:pt x="307116" y="71837"/>
                  </a:lnTo>
                  <a:lnTo>
                    <a:pt x="306927" y="66510"/>
                  </a:lnTo>
                  <a:lnTo>
                    <a:pt x="306568" y="61192"/>
                  </a:lnTo>
                  <a:lnTo>
                    <a:pt x="306040" y="55888"/>
                  </a:lnTo>
                  <a:lnTo>
                    <a:pt x="305343" y="50604"/>
                  </a:lnTo>
                  <a:lnTo>
                    <a:pt x="304477" y="45344"/>
                  </a:lnTo>
                  <a:lnTo>
                    <a:pt x="303445" y="40115"/>
                  </a:lnTo>
                  <a:lnTo>
                    <a:pt x="302246" y="34921"/>
                  </a:lnTo>
                  <a:lnTo>
                    <a:pt x="300883" y="29768"/>
                  </a:lnTo>
                  <a:lnTo>
                    <a:pt x="299356" y="24662"/>
                  </a:lnTo>
                  <a:lnTo>
                    <a:pt x="297666" y="19606"/>
                  </a:lnTo>
                  <a:lnTo>
                    <a:pt x="295817" y="14607"/>
                  </a:lnTo>
                  <a:lnTo>
                    <a:pt x="293809" y="9670"/>
                  </a:lnTo>
                  <a:lnTo>
                    <a:pt x="291645" y="4799"/>
                  </a:lnTo>
                  <a:lnTo>
                    <a:pt x="289326" y="0"/>
                  </a:lnTo>
                  <a:lnTo>
                    <a:pt x="139980" y="75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135676" y="971635"/>
              <a:ext cx="149345" cy="167167"/>
            </a:xfrm>
            <a:custGeom>
              <a:avLst/>
              <a:pathLst>
                <a:path w="149345" h="167167">
                  <a:moveTo>
                    <a:pt x="149345" y="92061"/>
                  </a:moveTo>
                  <a:lnTo>
                    <a:pt x="146826" y="87249"/>
                  </a:lnTo>
                  <a:lnTo>
                    <a:pt x="144152" y="82521"/>
                  </a:lnTo>
                  <a:lnTo>
                    <a:pt x="141326" y="77882"/>
                  </a:lnTo>
                  <a:lnTo>
                    <a:pt x="138351" y="73338"/>
                  </a:lnTo>
                  <a:lnTo>
                    <a:pt x="135229" y="68892"/>
                  </a:lnTo>
                  <a:lnTo>
                    <a:pt x="131965" y="64551"/>
                  </a:lnTo>
                  <a:lnTo>
                    <a:pt x="128561" y="60317"/>
                  </a:lnTo>
                  <a:lnTo>
                    <a:pt x="125022" y="56197"/>
                  </a:lnTo>
                  <a:lnTo>
                    <a:pt x="121350" y="52193"/>
                  </a:lnTo>
                  <a:lnTo>
                    <a:pt x="117551" y="48312"/>
                  </a:lnTo>
                  <a:lnTo>
                    <a:pt x="113627" y="44555"/>
                  </a:lnTo>
                  <a:lnTo>
                    <a:pt x="109584" y="40928"/>
                  </a:lnTo>
                  <a:lnTo>
                    <a:pt x="105425" y="37434"/>
                  </a:lnTo>
                  <a:lnTo>
                    <a:pt x="101154" y="34078"/>
                  </a:lnTo>
                  <a:lnTo>
                    <a:pt x="96777" y="30862"/>
                  </a:lnTo>
                  <a:lnTo>
                    <a:pt x="92297" y="27789"/>
                  </a:lnTo>
                  <a:lnTo>
                    <a:pt x="87720" y="24864"/>
                  </a:lnTo>
                  <a:lnTo>
                    <a:pt x="83050" y="22089"/>
                  </a:lnTo>
                  <a:lnTo>
                    <a:pt x="78293" y="19468"/>
                  </a:lnTo>
                  <a:lnTo>
                    <a:pt x="73453" y="17002"/>
                  </a:lnTo>
                  <a:lnTo>
                    <a:pt x="68535" y="14695"/>
                  </a:lnTo>
                  <a:lnTo>
                    <a:pt x="63546" y="12549"/>
                  </a:lnTo>
                  <a:lnTo>
                    <a:pt x="58489" y="10566"/>
                  </a:lnTo>
                  <a:lnTo>
                    <a:pt x="53370" y="8748"/>
                  </a:lnTo>
                  <a:lnTo>
                    <a:pt x="48195" y="7098"/>
                  </a:lnTo>
                  <a:lnTo>
                    <a:pt x="42969" y="5616"/>
                  </a:lnTo>
                  <a:lnTo>
                    <a:pt x="37697" y="4306"/>
                  </a:lnTo>
                  <a:lnTo>
                    <a:pt x="32386" y="3167"/>
                  </a:lnTo>
                  <a:lnTo>
                    <a:pt x="27041" y="2201"/>
                  </a:lnTo>
                  <a:lnTo>
                    <a:pt x="21667" y="1410"/>
                  </a:lnTo>
                  <a:lnTo>
                    <a:pt x="16270" y="793"/>
                  </a:lnTo>
                  <a:lnTo>
                    <a:pt x="10856" y="352"/>
                  </a:lnTo>
                  <a:lnTo>
                    <a:pt x="543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50837" y="941493"/>
              <a:ext cx="66442" cy="167167"/>
            </a:xfrm>
            <a:custGeom>
              <a:avLst/>
              <a:pathLst>
                <a:path w="66442" h="167167">
                  <a:moveTo>
                    <a:pt x="66442" y="0"/>
                  </a:moveTo>
                  <a:lnTo>
                    <a:pt x="60749" y="96"/>
                  </a:lnTo>
                  <a:lnTo>
                    <a:pt x="55063" y="387"/>
                  </a:lnTo>
                  <a:lnTo>
                    <a:pt x="49390" y="872"/>
                  </a:lnTo>
                  <a:lnTo>
                    <a:pt x="43736" y="1549"/>
                  </a:lnTo>
                  <a:lnTo>
                    <a:pt x="38109" y="2418"/>
                  </a:lnTo>
                  <a:lnTo>
                    <a:pt x="32515" y="3479"/>
                  </a:lnTo>
                  <a:lnTo>
                    <a:pt x="26960" y="4729"/>
                  </a:lnTo>
                  <a:lnTo>
                    <a:pt x="21451" y="6168"/>
                  </a:lnTo>
                  <a:lnTo>
                    <a:pt x="15994" y="7793"/>
                  </a:lnTo>
                  <a:lnTo>
                    <a:pt x="10596" y="9604"/>
                  </a:lnTo>
                  <a:lnTo>
                    <a:pt x="5262" y="11597"/>
                  </a:lnTo>
                  <a:lnTo>
                    <a:pt x="0" y="13771"/>
                  </a:lnTo>
                  <a:lnTo>
                    <a:pt x="6644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50837" y="955264"/>
              <a:ext cx="66442" cy="153395"/>
            </a:xfrm>
            <a:custGeom>
              <a:avLst/>
              <a:pathLst>
                <a:path w="66442" h="153395">
                  <a:moveTo>
                    <a:pt x="0" y="0"/>
                  </a:moveTo>
                  <a:lnTo>
                    <a:pt x="66442" y="1533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50124" y="955264"/>
              <a:ext cx="334312" cy="320561"/>
            </a:xfrm>
            <a:custGeom>
              <a:avLst/>
              <a:pathLst>
                <a:path w="334312" h="320561">
                  <a:moveTo>
                    <a:pt x="100712" y="0"/>
                  </a:moveTo>
                  <a:lnTo>
                    <a:pt x="95880" y="2184"/>
                  </a:lnTo>
                  <a:lnTo>
                    <a:pt x="91119" y="4522"/>
                  </a:lnTo>
                  <a:lnTo>
                    <a:pt x="86434" y="7009"/>
                  </a:lnTo>
                  <a:lnTo>
                    <a:pt x="81831" y="9643"/>
                  </a:lnTo>
                  <a:lnTo>
                    <a:pt x="77314" y="12422"/>
                  </a:lnTo>
                  <a:lnTo>
                    <a:pt x="72887" y="15343"/>
                  </a:lnTo>
                  <a:lnTo>
                    <a:pt x="68555" y="18403"/>
                  </a:lnTo>
                  <a:lnTo>
                    <a:pt x="64322" y="21599"/>
                  </a:lnTo>
                  <a:lnTo>
                    <a:pt x="60193" y="24928"/>
                  </a:lnTo>
                  <a:lnTo>
                    <a:pt x="56171" y="28385"/>
                  </a:lnTo>
                  <a:lnTo>
                    <a:pt x="52261" y="31969"/>
                  </a:lnTo>
                  <a:lnTo>
                    <a:pt x="48467" y="35675"/>
                  </a:lnTo>
                  <a:lnTo>
                    <a:pt x="44792" y="39499"/>
                  </a:lnTo>
                  <a:lnTo>
                    <a:pt x="41241" y="43438"/>
                  </a:lnTo>
                  <a:lnTo>
                    <a:pt x="37816" y="47488"/>
                  </a:lnTo>
                  <a:lnTo>
                    <a:pt x="34521" y="51645"/>
                  </a:lnTo>
                  <a:lnTo>
                    <a:pt x="31360" y="55903"/>
                  </a:lnTo>
                  <a:lnTo>
                    <a:pt x="28336" y="60260"/>
                  </a:lnTo>
                  <a:lnTo>
                    <a:pt x="25451" y="64711"/>
                  </a:lnTo>
                  <a:lnTo>
                    <a:pt x="22709" y="69251"/>
                  </a:lnTo>
                  <a:lnTo>
                    <a:pt x="20112" y="73875"/>
                  </a:lnTo>
                  <a:lnTo>
                    <a:pt x="17664" y="78580"/>
                  </a:lnTo>
                  <a:lnTo>
                    <a:pt x="15366" y="83360"/>
                  </a:lnTo>
                  <a:lnTo>
                    <a:pt x="13220" y="88211"/>
                  </a:lnTo>
                  <a:lnTo>
                    <a:pt x="11230" y="93127"/>
                  </a:lnTo>
                  <a:lnTo>
                    <a:pt x="9397" y="98103"/>
                  </a:lnTo>
                  <a:lnTo>
                    <a:pt x="7722" y="103136"/>
                  </a:lnTo>
                  <a:lnTo>
                    <a:pt x="6208" y="108219"/>
                  </a:lnTo>
                  <a:lnTo>
                    <a:pt x="4856" y="113347"/>
                  </a:lnTo>
                  <a:lnTo>
                    <a:pt x="3667" y="118516"/>
                  </a:lnTo>
                  <a:lnTo>
                    <a:pt x="2643" y="123720"/>
                  </a:lnTo>
                  <a:lnTo>
                    <a:pt x="1784" y="128954"/>
                  </a:lnTo>
                  <a:lnTo>
                    <a:pt x="1092" y="134212"/>
                  </a:lnTo>
                  <a:lnTo>
                    <a:pt x="567" y="139490"/>
                  </a:lnTo>
                  <a:lnTo>
                    <a:pt x="210" y="144782"/>
                  </a:lnTo>
                  <a:lnTo>
                    <a:pt x="20" y="150082"/>
                  </a:lnTo>
                  <a:lnTo>
                    <a:pt x="0" y="155386"/>
                  </a:lnTo>
                  <a:lnTo>
                    <a:pt x="147" y="160687"/>
                  </a:lnTo>
                  <a:lnTo>
                    <a:pt x="462" y="165982"/>
                  </a:lnTo>
                  <a:lnTo>
                    <a:pt x="945" y="171263"/>
                  </a:lnTo>
                  <a:lnTo>
                    <a:pt x="1596" y="176527"/>
                  </a:lnTo>
                  <a:lnTo>
                    <a:pt x="2413" y="181768"/>
                  </a:lnTo>
                  <a:lnTo>
                    <a:pt x="3396" y="186979"/>
                  </a:lnTo>
                  <a:lnTo>
                    <a:pt x="4544" y="192158"/>
                  </a:lnTo>
                  <a:lnTo>
                    <a:pt x="5855" y="197297"/>
                  </a:lnTo>
                  <a:lnTo>
                    <a:pt x="7329" y="202391"/>
                  </a:lnTo>
                  <a:lnTo>
                    <a:pt x="8964" y="207437"/>
                  </a:lnTo>
                  <a:lnTo>
                    <a:pt x="10758" y="212428"/>
                  </a:lnTo>
                  <a:lnTo>
                    <a:pt x="12709" y="217360"/>
                  </a:lnTo>
                  <a:lnTo>
                    <a:pt x="14816" y="222227"/>
                  </a:lnTo>
                  <a:lnTo>
                    <a:pt x="17076" y="227025"/>
                  </a:lnTo>
                  <a:lnTo>
                    <a:pt x="19488" y="231749"/>
                  </a:lnTo>
                  <a:lnTo>
                    <a:pt x="22048" y="236394"/>
                  </a:lnTo>
                  <a:lnTo>
                    <a:pt x="24754" y="240956"/>
                  </a:lnTo>
                  <a:lnTo>
                    <a:pt x="27603" y="245429"/>
                  </a:lnTo>
                  <a:lnTo>
                    <a:pt x="30593" y="249810"/>
                  </a:lnTo>
                  <a:lnTo>
                    <a:pt x="33720" y="254093"/>
                  </a:lnTo>
                  <a:lnTo>
                    <a:pt x="36982" y="258276"/>
                  </a:lnTo>
                  <a:lnTo>
                    <a:pt x="40374" y="262352"/>
                  </a:lnTo>
                  <a:lnTo>
                    <a:pt x="43895" y="266319"/>
                  </a:lnTo>
                  <a:lnTo>
                    <a:pt x="47539" y="270173"/>
                  </a:lnTo>
                  <a:lnTo>
                    <a:pt x="51304" y="273909"/>
                  </a:lnTo>
                  <a:lnTo>
                    <a:pt x="55185" y="277523"/>
                  </a:lnTo>
                  <a:lnTo>
                    <a:pt x="59179" y="281013"/>
                  </a:lnTo>
                  <a:lnTo>
                    <a:pt x="63282" y="284374"/>
                  </a:lnTo>
                  <a:lnTo>
                    <a:pt x="67489" y="287603"/>
                  </a:lnTo>
                  <a:lnTo>
                    <a:pt x="71797" y="290697"/>
                  </a:lnTo>
                  <a:lnTo>
                    <a:pt x="76200" y="293653"/>
                  </a:lnTo>
                  <a:lnTo>
                    <a:pt x="80696" y="296468"/>
                  </a:lnTo>
                  <a:lnTo>
                    <a:pt x="85278" y="299139"/>
                  </a:lnTo>
                  <a:lnTo>
                    <a:pt x="89943" y="301663"/>
                  </a:lnTo>
                  <a:lnTo>
                    <a:pt x="94685" y="304037"/>
                  </a:lnTo>
                  <a:lnTo>
                    <a:pt x="99500" y="306261"/>
                  </a:lnTo>
                  <a:lnTo>
                    <a:pt x="104384" y="308330"/>
                  </a:lnTo>
                  <a:lnTo>
                    <a:pt x="109330" y="310243"/>
                  </a:lnTo>
                  <a:lnTo>
                    <a:pt x="114335" y="311999"/>
                  </a:lnTo>
                  <a:lnTo>
                    <a:pt x="119393" y="313594"/>
                  </a:lnTo>
                  <a:lnTo>
                    <a:pt x="124499" y="315029"/>
                  </a:lnTo>
                  <a:lnTo>
                    <a:pt x="129648" y="316301"/>
                  </a:lnTo>
                  <a:lnTo>
                    <a:pt x="134835" y="317409"/>
                  </a:lnTo>
                  <a:lnTo>
                    <a:pt x="140054" y="318351"/>
                  </a:lnTo>
                  <a:lnTo>
                    <a:pt x="145301" y="319128"/>
                  </a:lnTo>
                  <a:lnTo>
                    <a:pt x="150569" y="319738"/>
                  </a:lnTo>
                  <a:lnTo>
                    <a:pt x="155854" y="320180"/>
                  </a:lnTo>
                  <a:lnTo>
                    <a:pt x="161151" y="320455"/>
                  </a:lnTo>
                  <a:lnTo>
                    <a:pt x="166454" y="320561"/>
                  </a:lnTo>
                  <a:lnTo>
                    <a:pt x="171757" y="320500"/>
                  </a:lnTo>
                  <a:lnTo>
                    <a:pt x="177056" y="320269"/>
                  </a:lnTo>
                  <a:lnTo>
                    <a:pt x="182345" y="319871"/>
                  </a:lnTo>
                  <a:lnTo>
                    <a:pt x="187618" y="319306"/>
                  </a:lnTo>
                  <a:lnTo>
                    <a:pt x="192871" y="318573"/>
                  </a:lnTo>
                  <a:lnTo>
                    <a:pt x="198098" y="317674"/>
                  </a:lnTo>
                  <a:lnTo>
                    <a:pt x="203294" y="316610"/>
                  </a:lnTo>
                  <a:lnTo>
                    <a:pt x="208453" y="315381"/>
                  </a:lnTo>
                  <a:lnTo>
                    <a:pt x="213571" y="313990"/>
                  </a:lnTo>
                  <a:lnTo>
                    <a:pt x="218643" y="312436"/>
                  </a:lnTo>
                  <a:lnTo>
                    <a:pt x="223662" y="310723"/>
                  </a:lnTo>
                  <a:lnTo>
                    <a:pt x="228624" y="308851"/>
                  </a:lnTo>
                  <a:lnTo>
                    <a:pt x="233525" y="306823"/>
                  </a:lnTo>
                  <a:lnTo>
                    <a:pt x="238359" y="304640"/>
                  </a:lnTo>
                  <a:lnTo>
                    <a:pt x="243121" y="302305"/>
                  </a:lnTo>
                  <a:lnTo>
                    <a:pt x="247807" y="299821"/>
                  </a:lnTo>
                  <a:lnTo>
                    <a:pt x="252411" y="297188"/>
                  </a:lnTo>
                  <a:lnTo>
                    <a:pt x="256930" y="294411"/>
                  </a:lnTo>
                  <a:lnTo>
                    <a:pt x="261358" y="291492"/>
                  </a:lnTo>
                  <a:lnTo>
                    <a:pt x="265691" y="288435"/>
                  </a:lnTo>
                  <a:lnTo>
                    <a:pt x="269926" y="285241"/>
                  </a:lnTo>
                  <a:lnTo>
                    <a:pt x="274056" y="281914"/>
                  </a:lnTo>
                  <a:lnTo>
                    <a:pt x="278080" y="278458"/>
                  </a:lnTo>
                  <a:lnTo>
                    <a:pt x="281991" y="274876"/>
                  </a:lnTo>
                  <a:lnTo>
                    <a:pt x="285787" y="271172"/>
                  </a:lnTo>
                  <a:lnTo>
                    <a:pt x="289464" y="267350"/>
                  </a:lnTo>
                  <a:lnTo>
                    <a:pt x="293017" y="263412"/>
                  </a:lnTo>
                  <a:lnTo>
                    <a:pt x="296444" y="259364"/>
                  </a:lnTo>
                  <a:lnTo>
                    <a:pt x="299740" y="255209"/>
                  </a:lnTo>
                  <a:lnTo>
                    <a:pt x="302904" y="250952"/>
                  </a:lnTo>
                  <a:lnTo>
                    <a:pt x="305930" y="246597"/>
                  </a:lnTo>
                  <a:lnTo>
                    <a:pt x="308817" y="242147"/>
                  </a:lnTo>
                  <a:lnTo>
                    <a:pt x="311561" y="237609"/>
                  </a:lnTo>
                  <a:lnTo>
                    <a:pt x="314160" y="232985"/>
                  </a:lnTo>
                  <a:lnTo>
                    <a:pt x="316611" y="228282"/>
                  </a:lnTo>
                  <a:lnTo>
                    <a:pt x="318911" y="223503"/>
                  </a:lnTo>
                  <a:lnTo>
                    <a:pt x="321059" y="218653"/>
                  </a:lnTo>
                  <a:lnTo>
                    <a:pt x="323052" y="213738"/>
                  </a:lnTo>
                  <a:lnTo>
                    <a:pt x="324887" y="208762"/>
                  </a:lnTo>
                  <a:lnTo>
                    <a:pt x="326564" y="203731"/>
                  </a:lnTo>
                  <a:lnTo>
                    <a:pt x="328081" y="198648"/>
                  </a:lnTo>
                  <a:lnTo>
                    <a:pt x="329435" y="193521"/>
                  </a:lnTo>
                  <a:lnTo>
                    <a:pt x="330627" y="188352"/>
                  </a:lnTo>
                  <a:lnTo>
                    <a:pt x="331653" y="183149"/>
                  </a:lnTo>
                  <a:lnTo>
                    <a:pt x="332514" y="177916"/>
                  </a:lnTo>
                  <a:lnTo>
                    <a:pt x="333209" y="172658"/>
                  </a:lnTo>
                  <a:lnTo>
                    <a:pt x="333737" y="167380"/>
                  </a:lnTo>
                  <a:lnTo>
                    <a:pt x="334096" y="162089"/>
                  </a:lnTo>
                  <a:lnTo>
                    <a:pt x="334288" y="156788"/>
                  </a:lnTo>
                  <a:lnTo>
                    <a:pt x="334312" y="151485"/>
                  </a:lnTo>
                  <a:lnTo>
                    <a:pt x="334167" y="146183"/>
                  </a:lnTo>
                  <a:lnTo>
                    <a:pt x="333854" y="140888"/>
                  </a:lnTo>
                  <a:lnTo>
                    <a:pt x="333373" y="135606"/>
                  </a:lnTo>
                  <a:lnTo>
                    <a:pt x="332725" y="130342"/>
                  </a:lnTo>
                  <a:lnTo>
                    <a:pt x="331911" y="125102"/>
                  </a:lnTo>
                  <a:lnTo>
                    <a:pt x="330930" y="119889"/>
                  </a:lnTo>
                  <a:lnTo>
                    <a:pt x="329785" y="114711"/>
                  </a:lnTo>
                  <a:lnTo>
                    <a:pt x="328476" y="109571"/>
                  </a:lnTo>
                  <a:lnTo>
                    <a:pt x="327004" y="104475"/>
                  </a:lnTo>
                  <a:lnTo>
                    <a:pt x="325372" y="99429"/>
                  </a:lnTo>
                  <a:lnTo>
                    <a:pt x="323580" y="94437"/>
                  </a:lnTo>
                  <a:lnTo>
                    <a:pt x="321631" y="89505"/>
                  </a:lnTo>
                  <a:lnTo>
                    <a:pt x="319527" y="84636"/>
                  </a:lnTo>
                  <a:lnTo>
                    <a:pt x="317269" y="79837"/>
                  </a:lnTo>
                  <a:lnTo>
                    <a:pt x="314860" y="75112"/>
                  </a:lnTo>
                  <a:lnTo>
                    <a:pt x="312302" y="70466"/>
                  </a:lnTo>
                  <a:lnTo>
                    <a:pt x="309598" y="65903"/>
                  </a:lnTo>
                  <a:lnTo>
                    <a:pt x="306751" y="61428"/>
                  </a:lnTo>
                  <a:lnTo>
                    <a:pt x="303763" y="57046"/>
                  </a:lnTo>
                  <a:lnTo>
                    <a:pt x="300638" y="52761"/>
                  </a:lnTo>
                  <a:lnTo>
                    <a:pt x="297378" y="48577"/>
                  </a:lnTo>
                  <a:lnTo>
                    <a:pt x="293988" y="44499"/>
                  </a:lnTo>
                  <a:lnTo>
                    <a:pt x="290469" y="40530"/>
                  </a:lnTo>
                  <a:lnTo>
                    <a:pt x="286827" y="36675"/>
                  </a:lnTo>
                  <a:lnTo>
                    <a:pt x="283064" y="32937"/>
                  </a:lnTo>
                  <a:lnTo>
                    <a:pt x="279184" y="29321"/>
                  </a:lnTo>
                  <a:lnTo>
                    <a:pt x="275192" y="25830"/>
                  </a:lnTo>
                  <a:lnTo>
                    <a:pt x="271091" y="22467"/>
                  </a:lnTo>
                  <a:lnTo>
                    <a:pt x="266885" y="19235"/>
                  </a:lnTo>
                  <a:lnTo>
                    <a:pt x="262579" y="16139"/>
                  </a:lnTo>
                  <a:lnTo>
                    <a:pt x="258176" y="13181"/>
                  </a:lnTo>
                  <a:lnTo>
                    <a:pt x="253683" y="10364"/>
                  </a:lnTo>
                  <a:lnTo>
                    <a:pt x="167155" y="1533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617280" y="941493"/>
              <a:ext cx="86527" cy="167167"/>
            </a:xfrm>
            <a:custGeom>
              <a:avLst/>
              <a:pathLst>
                <a:path w="86527" h="167167">
                  <a:moveTo>
                    <a:pt x="86527" y="24136"/>
                  </a:moveTo>
                  <a:lnTo>
                    <a:pt x="81614" y="21277"/>
                  </a:lnTo>
                  <a:lnTo>
                    <a:pt x="76607" y="18586"/>
                  </a:lnTo>
                  <a:lnTo>
                    <a:pt x="71512" y="16068"/>
                  </a:lnTo>
                  <a:lnTo>
                    <a:pt x="66334" y="13724"/>
                  </a:lnTo>
                  <a:lnTo>
                    <a:pt x="61079" y="11558"/>
                  </a:lnTo>
                  <a:lnTo>
                    <a:pt x="55753" y="9571"/>
                  </a:lnTo>
                  <a:lnTo>
                    <a:pt x="50363" y="7767"/>
                  </a:lnTo>
                  <a:lnTo>
                    <a:pt x="44915" y="6147"/>
                  </a:lnTo>
                  <a:lnTo>
                    <a:pt x="39415" y="4713"/>
                  </a:lnTo>
                  <a:lnTo>
                    <a:pt x="33869" y="3467"/>
                  </a:lnTo>
                  <a:lnTo>
                    <a:pt x="28284" y="2410"/>
                  </a:lnTo>
                  <a:lnTo>
                    <a:pt x="22667" y="1543"/>
                  </a:lnTo>
                  <a:lnTo>
                    <a:pt x="17023" y="869"/>
                  </a:lnTo>
                  <a:lnTo>
                    <a:pt x="11359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9925" y="1031511"/>
              <a:ext cx="45969" cy="167167"/>
            </a:xfrm>
            <a:custGeom>
              <a:avLst/>
              <a:pathLst>
                <a:path w="45969" h="167167">
                  <a:moveTo>
                    <a:pt x="45969" y="0"/>
                  </a:moveTo>
                  <a:lnTo>
                    <a:pt x="39318" y="132"/>
                  </a:lnTo>
                  <a:lnTo>
                    <a:pt x="32677" y="529"/>
                  </a:lnTo>
                  <a:lnTo>
                    <a:pt x="26058" y="1189"/>
                  </a:lnTo>
                  <a:lnTo>
                    <a:pt x="19470" y="2113"/>
                  </a:lnTo>
                  <a:lnTo>
                    <a:pt x="12924" y="3298"/>
                  </a:lnTo>
                  <a:lnTo>
                    <a:pt x="6430" y="4743"/>
                  </a:lnTo>
                  <a:lnTo>
                    <a:pt x="0" y="6444"/>
                  </a:lnTo>
                  <a:lnTo>
                    <a:pt x="4596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59925" y="1037956"/>
              <a:ext cx="45969" cy="160722"/>
            </a:xfrm>
            <a:custGeom>
              <a:avLst/>
              <a:pathLst>
                <a:path w="45969" h="160722">
                  <a:moveTo>
                    <a:pt x="0" y="0"/>
                  </a:moveTo>
                  <a:lnTo>
                    <a:pt x="45969" y="1607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8746" y="1037956"/>
              <a:ext cx="167148" cy="322752"/>
            </a:xfrm>
            <a:custGeom>
              <a:avLst/>
              <a:pathLst>
                <a:path w="167148" h="322752">
                  <a:moveTo>
                    <a:pt x="121179" y="0"/>
                  </a:moveTo>
                  <a:lnTo>
                    <a:pt x="116079" y="1547"/>
                  </a:lnTo>
                  <a:lnTo>
                    <a:pt x="111031" y="3255"/>
                  </a:lnTo>
                  <a:lnTo>
                    <a:pt x="106039" y="5124"/>
                  </a:lnTo>
                  <a:lnTo>
                    <a:pt x="101110" y="7152"/>
                  </a:lnTo>
                  <a:lnTo>
                    <a:pt x="96248" y="9335"/>
                  </a:lnTo>
                  <a:lnTo>
                    <a:pt x="91458" y="11672"/>
                  </a:lnTo>
                  <a:lnTo>
                    <a:pt x="86745" y="14160"/>
                  </a:lnTo>
                  <a:lnTo>
                    <a:pt x="82114" y="16798"/>
                  </a:lnTo>
                  <a:lnTo>
                    <a:pt x="77569" y="19582"/>
                  </a:lnTo>
                  <a:lnTo>
                    <a:pt x="73116" y="22509"/>
                  </a:lnTo>
                  <a:lnTo>
                    <a:pt x="68757" y="25577"/>
                  </a:lnTo>
                  <a:lnTo>
                    <a:pt x="64499" y="28782"/>
                  </a:lnTo>
                  <a:lnTo>
                    <a:pt x="60345" y="32122"/>
                  </a:lnTo>
                  <a:lnTo>
                    <a:pt x="56300" y="35592"/>
                  </a:lnTo>
                  <a:lnTo>
                    <a:pt x="52368" y="39189"/>
                  </a:lnTo>
                  <a:lnTo>
                    <a:pt x="48552" y="42910"/>
                  </a:lnTo>
                  <a:lnTo>
                    <a:pt x="44856" y="46750"/>
                  </a:lnTo>
                  <a:lnTo>
                    <a:pt x="41285" y="50706"/>
                  </a:lnTo>
                  <a:lnTo>
                    <a:pt x="37842" y="54775"/>
                  </a:lnTo>
                  <a:lnTo>
                    <a:pt x="34530" y="58951"/>
                  </a:lnTo>
                  <a:lnTo>
                    <a:pt x="31353" y="63230"/>
                  </a:lnTo>
                  <a:lnTo>
                    <a:pt x="28315" y="67608"/>
                  </a:lnTo>
                  <a:lnTo>
                    <a:pt x="25417" y="72081"/>
                  </a:lnTo>
                  <a:lnTo>
                    <a:pt x="22663" y="76645"/>
                  </a:lnTo>
                  <a:lnTo>
                    <a:pt x="20056" y="81293"/>
                  </a:lnTo>
                  <a:lnTo>
                    <a:pt x="17599" y="86023"/>
                  </a:lnTo>
                  <a:lnTo>
                    <a:pt x="15294" y="90828"/>
                  </a:lnTo>
                  <a:lnTo>
                    <a:pt x="13143" y="95704"/>
                  </a:lnTo>
                  <a:lnTo>
                    <a:pt x="11148" y="100647"/>
                  </a:lnTo>
                  <a:lnTo>
                    <a:pt x="9313" y="105650"/>
                  </a:lnTo>
                  <a:lnTo>
                    <a:pt x="7637" y="110710"/>
                  </a:lnTo>
                  <a:lnTo>
                    <a:pt x="6124" y="115820"/>
                  </a:lnTo>
                  <a:lnTo>
                    <a:pt x="4774" y="120976"/>
                  </a:lnTo>
                  <a:lnTo>
                    <a:pt x="3590" y="126172"/>
                  </a:lnTo>
                  <a:lnTo>
                    <a:pt x="2572" y="131404"/>
                  </a:lnTo>
                  <a:lnTo>
                    <a:pt x="1721" y="136665"/>
                  </a:lnTo>
                  <a:lnTo>
                    <a:pt x="1038" y="141951"/>
                  </a:lnTo>
                  <a:lnTo>
                    <a:pt x="524" y="147256"/>
                  </a:lnTo>
                  <a:lnTo>
                    <a:pt x="179" y="152574"/>
                  </a:lnTo>
                  <a:lnTo>
                    <a:pt x="4" y="157901"/>
                  </a:lnTo>
                  <a:lnTo>
                    <a:pt x="0" y="163231"/>
                  </a:lnTo>
                  <a:lnTo>
                    <a:pt x="164" y="168558"/>
                  </a:lnTo>
                  <a:lnTo>
                    <a:pt x="499" y="173877"/>
                  </a:lnTo>
                  <a:lnTo>
                    <a:pt x="1003" y="179183"/>
                  </a:lnTo>
                  <a:lnTo>
                    <a:pt x="1676" y="184470"/>
                  </a:lnTo>
                  <a:lnTo>
                    <a:pt x="2517" y="189733"/>
                  </a:lnTo>
                  <a:lnTo>
                    <a:pt x="3526" y="194966"/>
                  </a:lnTo>
                  <a:lnTo>
                    <a:pt x="4700" y="200165"/>
                  </a:lnTo>
                  <a:lnTo>
                    <a:pt x="6040" y="205323"/>
                  </a:lnTo>
                  <a:lnTo>
                    <a:pt x="7544" y="210436"/>
                  </a:lnTo>
                  <a:lnTo>
                    <a:pt x="9210" y="215499"/>
                  </a:lnTo>
                  <a:lnTo>
                    <a:pt x="11036" y="220506"/>
                  </a:lnTo>
                  <a:lnTo>
                    <a:pt x="13022" y="225452"/>
                  </a:lnTo>
                  <a:lnTo>
                    <a:pt x="15163" y="230332"/>
                  </a:lnTo>
                  <a:lnTo>
                    <a:pt x="17460" y="235142"/>
                  </a:lnTo>
                  <a:lnTo>
                    <a:pt x="19908" y="239876"/>
                  </a:lnTo>
                  <a:lnTo>
                    <a:pt x="22506" y="244529"/>
                  </a:lnTo>
                  <a:lnTo>
                    <a:pt x="25251" y="249098"/>
                  </a:lnTo>
                  <a:lnTo>
                    <a:pt x="28141" y="253576"/>
                  </a:lnTo>
                  <a:lnTo>
                    <a:pt x="31171" y="257960"/>
                  </a:lnTo>
                  <a:lnTo>
                    <a:pt x="34340" y="262246"/>
                  </a:lnTo>
                  <a:lnTo>
                    <a:pt x="37644" y="266428"/>
                  </a:lnTo>
                  <a:lnTo>
                    <a:pt x="41080" y="270502"/>
                  </a:lnTo>
                  <a:lnTo>
                    <a:pt x="44643" y="274465"/>
                  </a:lnTo>
                  <a:lnTo>
                    <a:pt x="48331" y="278313"/>
                  </a:lnTo>
                  <a:lnTo>
                    <a:pt x="52140" y="282041"/>
                  </a:lnTo>
                  <a:lnTo>
                    <a:pt x="56066" y="285645"/>
                  </a:lnTo>
                  <a:lnTo>
                    <a:pt x="60105" y="289123"/>
                  </a:lnTo>
                  <a:lnTo>
                    <a:pt x="64253" y="292470"/>
                  </a:lnTo>
                  <a:lnTo>
                    <a:pt x="68505" y="295683"/>
                  </a:lnTo>
                  <a:lnTo>
                    <a:pt x="72857" y="298759"/>
                  </a:lnTo>
                  <a:lnTo>
                    <a:pt x="77305" y="301695"/>
                  </a:lnTo>
                  <a:lnTo>
                    <a:pt x="81845" y="304487"/>
                  </a:lnTo>
                  <a:lnTo>
                    <a:pt x="86471" y="307133"/>
                  </a:lnTo>
                  <a:lnTo>
                    <a:pt x="91180" y="309631"/>
                  </a:lnTo>
                  <a:lnTo>
                    <a:pt x="95965" y="311977"/>
                  </a:lnTo>
                  <a:lnTo>
                    <a:pt x="100823" y="314169"/>
                  </a:lnTo>
                  <a:lnTo>
                    <a:pt x="105748" y="316205"/>
                  </a:lnTo>
                  <a:lnTo>
                    <a:pt x="110736" y="318084"/>
                  </a:lnTo>
                  <a:lnTo>
                    <a:pt x="115781" y="319802"/>
                  </a:lnTo>
                  <a:lnTo>
                    <a:pt x="120879" y="321359"/>
                  </a:lnTo>
                  <a:lnTo>
                    <a:pt x="126023" y="322752"/>
                  </a:lnTo>
                  <a:lnTo>
                    <a:pt x="167148" y="160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4769" y="1031511"/>
              <a:ext cx="208291" cy="334330"/>
            </a:xfrm>
            <a:custGeom>
              <a:avLst/>
              <a:pathLst>
                <a:path w="208291" h="334330">
                  <a:moveTo>
                    <a:pt x="0" y="329197"/>
                  </a:moveTo>
                  <a:lnTo>
                    <a:pt x="5202" y="330429"/>
                  </a:lnTo>
                  <a:lnTo>
                    <a:pt x="10441" y="331494"/>
                  </a:lnTo>
                  <a:lnTo>
                    <a:pt x="15711" y="332391"/>
                  </a:lnTo>
                  <a:lnTo>
                    <a:pt x="21008" y="333120"/>
                  </a:lnTo>
                  <a:lnTo>
                    <a:pt x="26325" y="333678"/>
                  </a:lnTo>
                  <a:lnTo>
                    <a:pt x="31657" y="334066"/>
                  </a:lnTo>
                  <a:lnTo>
                    <a:pt x="36999" y="334283"/>
                  </a:lnTo>
                  <a:lnTo>
                    <a:pt x="42345" y="334330"/>
                  </a:lnTo>
                  <a:lnTo>
                    <a:pt x="47689" y="334205"/>
                  </a:lnTo>
                  <a:lnTo>
                    <a:pt x="53027" y="333910"/>
                  </a:lnTo>
                  <a:lnTo>
                    <a:pt x="58353" y="333444"/>
                  </a:lnTo>
                  <a:lnTo>
                    <a:pt x="63662" y="332808"/>
                  </a:lnTo>
                  <a:lnTo>
                    <a:pt x="68947" y="332003"/>
                  </a:lnTo>
                  <a:lnTo>
                    <a:pt x="74204" y="331029"/>
                  </a:lnTo>
                  <a:lnTo>
                    <a:pt x="79426" y="329887"/>
                  </a:lnTo>
                  <a:lnTo>
                    <a:pt x="84610" y="328579"/>
                  </a:lnTo>
                  <a:lnTo>
                    <a:pt x="89749" y="327106"/>
                  </a:lnTo>
                  <a:lnTo>
                    <a:pt x="94839" y="325470"/>
                  </a:lnTo>
                  <a:lnTo>
                    <a:pt x="99874" y="323671"/>
                  </a:lnTo>
                  <a:lnTo>
                    <a:pt x="104848" y="321712"/>
                  </a:lnTo>
                  <a:lnTo>
                    <a:pt x="109757" y="319596"/>
                  </a:lnTo>
                  <a:lnTo>
                    <a:pt x="114597" y="317323"/>
                  </a:lnTo>
                  <a:lnTo>
                    <a:pt x="119361" y="314897"/>
                  </a:lnTo>
                  <a:lnTo>
                    <a:pt x="124045" y="312320"/>
                  </a:lnTo>
                  <a:lnTo>
                    <a:pt x="128644" y="309594"/>
                  </a:lnTo>
                  <a:lnTo>
                    <a:pt x="133153" y="306722"/>
                  </a:lnTo>
                  <a:lnTo>
                    <a:pt x="137569" y="303708"/>
                  </a:lnTo>
                  <a:lnTo>
                    <a:pt x="141886" y="300554"/>
                  </a:lnTo>
                  <a:lnTo>
                    <a:pt x="146100" y="297264"/>
                  </a:lnTo>
                  <a:lnTo>
                    <a:pt x="150206" y="293841"/>
                  </a:lnTo>
                  <a:lnTo>
                    <a:pt x="154201" y="290288"/>
                  </a:lnTo>
                  <a:lnTo>
                    <a:pt x="158080" y="286609"/>
                  </a:lnTo>
                  <a:lnTo>
                    <a:pt x="161840" y="282808"/>
                  </a:lnTo>
                  <a:lnTo>
                    <a:pt x="165476" y="278889"/>
                  </a:lnTo>
                  <a:lnTo>
                    <a:pt x="168985" y="274855"/>
                  </a:lnTo>
                  <a:lnTo>
                    <a:pt x="172363" y="270712"/>
                  </a:lnTo>
                  <a:lnTo>
                    <a:pt x="175607" y="266462"/>
                  </a:lnTo>
                  <a:lnTo>
                    <a:pt x="178713" y="262111"/>
                  </a:lnTo>
                  <a:lnTo>
                    <a:pt x="181679" y="257663"/>
                  </a:lnTo>
                  <a:lnTo>
                    <a:pt x="184501" y="253122"/>
                  </a:lnTo>
                  <a:lnTo>
                    <a:pt x="187176" y="248493"/>
                  </a:lnTo>
                  <a:lnTo>
                    <a:pt x="189702" y="243781"/>
                  </a:lnTo>
                  <a:lnTo>
                    <a:pt x="192076" y="238991"/>
                  </a:lnTo>
                  <a:lnTo>
                    <a:pt x="194296" y="234127"/>
                  </a:lnTo>
                  <a:lnTo>
                    <a:pt x="196358" y="229195"/>
                  </a:lnTo>
                  <a:lnTo>
                    <a:pt x="198263" y="224199"/>
                  </a:lnTo>
                  <a:lnTo>
                    <a:pt x="200006" y="219145"/>
                  </a:lnTo>
                  <a:lnTo>
                    <a:pt x="201587" y="214038"/>
                  </a:lnTo>
                  <a:lnTo>
                    <a:pt x="203004" y="208883"/>
                  </a:lnTo>
                  <a:lnTo>
                    <a:pt x="204255" y="203685"/>
                  </a:lnTo>
                  <a:lnTo>
                    <a:pt x="205339" y="198450"/>
                  </a:lnTo>
                  <a:lnTo>
                    <a:pt x="206255" y="193183"/>
                  </a:lnTo>
                  <a:lnTo>
                    <a:pt x="207003" y="187889"/>
                  </a:lnTo>
                  <a:lnTo>
                    <a:pt x="207581" y="182575"/>
                  </a:lnTo>
                  <a:lnTo>
                    <a:pt x="207988" y="177244"/>
                  </a:lnTo>
                  <a:lnTo>
                    <a:pt x="208225" y="171903"/>
                  </a:lnTo>
                  <a:lnTo>
                    <a:pt x="208291" y="166557"/>
                  </a:lnTo>
                  <a:lnTo>
                    <a:pt x="208186" y="161212"/>
                  </a:lnTo>
                  <a:lnTo>
                    <a:pt x="207910" y="155873"/>
                  </a:lnTo>
                  <a:lnTo>
                    <a:pt x="207464" y="150545"/>
                  </a:lnTo>
                  <a:lnTo>
                    <a:pt x="206847" y="145235"/>
                  </a:lnTo>
                  <a:lnTo>
                    <a:pt x="206061" y="139947"/>
                  </a:lnTo>
                  <a:lnTo>
                    <a:pt x="205106" y="134686"/>
                  </a:lnTo>
                  <a:lnTo>
                    <a:pt x="203984" y="129459"/>
                  </a:lnTo>
                  <a:lnTo>
                    <a:pt x="202695" y="124271"/>
                  </a:lnTo>
                  <a:lnTo>
                    <a:pt x="201240" y="119126"/>
                  </a:lnTo>
                  <a:lnTo>
                    <a:pt x="199622" y="114031"/>
                  </a:lnTo>
                  <a:lnTo>
                    <a:pt x="197842" y="108990"/>
                  </a:lnTo>
                  <a:lnTo>
                    <a:pt x="195902" y="104008"/>
                  </a:lnTo>
                  <a:lnTo>
                    <a:pt x="193803" y="99091"/>
                  </a:lnTo>
                  <a:lnTo>
                    <a:pt x="191548" y="94243"/>
                  </a:lnTo>
                  <a:lnTo>
                    <a:pt x="189139" y="89471"/>
                  </a:lnTo>
                  <a:lnTo>
                    <a:pt x="186579" y="84777"/>
                  </a:lnTo>
                  <a:lnTo>
                    <a:pt x="183870" y="80168"/>
                  </a:lnTo>
                  <a:lnTo>
                    <a:pt x="181015" y="75648"/>
                  </a:lnTo>
                  <a:lnTo>
                    <a:pt x="178017" y="71222"/>
                  </a:lnTo>
                  <a:lnTo>
                    <a:pt x="174879" y="66893"/>
                  </a:lnTo>
                  <a:lnTo>
                    <a:pt x="171604" y="62668"/>
                  </a:lnTo>
                  <a:lnTo>
                    <a:pt x="168196" y="58549"/>
                  </a:lnTo>
                  <a:lnTo>
                    <a:pt x="164657" y="54541"/>
                  </a:lnTo>
                  <a:lnTo>
                    <a:pt x="160993" y="50648"/>
                  </a:lnTo>
                  <a:lnTo>
                    <a:pt x="157205" y="46875"/>
                  </a:lnTo>
                  <a:lnTo>
                    <a:pt x="153300" y="43224"/>
                  </a:lnTo>
                  <a:lnTo>
                    <a:pt x="149279" y="39701"/>
                  </a:lnTo>
                  <a:lnTo>
                    <a:pt x="145148" y="36307"/>
                  </a:lnTo>
                  <a:lnTo>
                    <a:pt x="140910" y="33048"/>
                  </a:lnTo>
                  <a:lnTo>
                    <a:pt x="136570" y="29926"/>
                  </a:lnTo>
                  <a:lnTo>
                    <a:pt x="132133" y="26944"/>
                  </a:lnTo>
                  <a:lnTo>
                    <a:pt x="127602" y="24105"/>
                  </a:lnTo>
                  <a:lnTo>
                    <a:pt x="122983" y="21413"/>
                  </a:lnTo>
                  <a:lnTo>
                    <a:pt x="118281" y="18870"/>
                  </a:lnTo>
                  <a:lnTo>
                    <a:pt x="113499" y="16479"/>
                  </a:lnTo>
                  <a:lnTo>
                    <a:pt x="108643" y="14241"/>
                  </a:lnTo>
                  <a:lnTo>
                    <a:pt x="103719" y="12161"/>
                  </a:lnTo>
                  <a:lnTo>
                    <a:pt x="98730" y="10238"/>
                  </a:lnTo>
                  <a:lnTo>
                    <a:pt x="93682" y="8477"/>
                  </a:lnTo>
                  <a:lnTo>
                    <a:pt x="88581" y="6877"/>
                  </a:lnTo>
                  <a:lnTo>
                    <a:pt x="83431" y="5442"/>
                  </a:lnTo>
                  <a:lnTo>
                    <a:pt x="78238" y="4171"/>
                  </a:lnTo>
                  <a:lnTo>
                    <a:pt x="73007" y="3068"/>
                  </a:lnTo>
                  <a:lnTo>
                    <a:pt x="67743" y="2132"/>
                  </a:lnTo>
                  <a:lnTo>
                    <a:pt x="62452" y="1366"/>
                  </a:lnTo>
                  <a:lnTo>
                    <a:pt x="57140" y="768"/>
                  </a:lnTo>
                  <a:lnTo>
                    <a:pt x="51810" y="341"/>
                  </a:lnTo>
                  <a:lnTo>
                    <a:pt x="46470" y="85"/>
                  </a:lnTo>
                  <a:lnTo>
                    <a:pt x="41125" y="0"/>
                  </a:lnTo>
                  <a:lnTo>
                    <a:pt x="411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656" y="1236837"/>
              <a:ext cx="164431" cy="167167"/>
            </a:xfrm>
            <a:custGeom>
              <a:avLst/>
              <a:pathLst>
                <a:path w="164431" h="167167">
                  <a:moveTo>
                    <a:pt x="164431" y="0"/>
                  </a:moveTo>
                  <a:lnTo>
                    <a:pt x="159030" y="87"/>
                  </a:lnTo>
                  <a:lnTo>
                    <a:pt x="153634" y="349"/>
                  </a:lnTo>
                  <a:lnTo>
                    <a:pt x="148250" y="785"/>
                  </a:lnTo>
                  <a:lnTo>
                    <a:pt x="142882" y="1394"/>
                  </a:lnTo>
                  <a:lnTo>
                    <a:pt x="137537" y="2177"/>
                  </a:lnTo>
                  <a:lnTo>
                    <a:pt x="132220" y="3132"/>
                  </a:lnTo>
                  <a:lnTo>
                    <a:pt x="126936" y="4259"/>
                  </a:lnTo>
                  <a:lnTo>
                    <a:pt x="121692" y="5555"/>
                  </a:lnTo>
                  <a:lnTo>
                    <a:pt x="116493" y="7021"/>
                  </a:lnTo>
                  <a:lnTo>
                    <a:pt x="111343" y="8653"/>
                  </a:lnTo>
                  <a:lnTo>
                    <a:pt x="106249" y="10451"/>
                  </a:lnTo>
                  <a:lnTo>
                    <a:pt x="101216" y="12413"/>
                  </a:lnTo>
                  <a:lnTo>
                    <a:pt x="96248" y="14537"/>
                  </a:lnTo>
                  <a:lnTo>
                    <a:pt x="91352" y="16819"/>
                  </a:lnTo>
                  <a:lnTo>
                    <a:pt x="86532" y="19259"/>
                  </a:lnTo>
                  <a:lnTo>
                    <a:pt x="81794" y="21853"/>
                  </a:lnTo>
                  <a:lnTo>
                    <a:pt x="77142" y="24599"/>
                  </a:lnTo>
                  <a:lnTo>
                    <a:pt x="72581" y="27494"/>
                  </a:lnTo>
                  <a:lnTo>
                    <a:pt x="68116" y="30535"/>
                  </a:lnTo>
                  <a:lnTo>
                    <a:pt x="63751" y="33719"/>
                  </a:lnTo>
                  <a:lnTo>
                    <a:pt x="59492" y="37041"/>
                  </a:lnTo>
                  <a:lnTo>
                    <a:pt x="55342" y="40500"/>
                  </a:lnTo>
                  <a:lnTo>
                    <a:pt x="51306" y="44091"/>
                  </a:lnTo>
                  <a:lnTo>
                    <a:pt x="47389" y="47811"/>
                  </a:lnTo>
                  <a:lnTo>
                    <a:pt x="43593" y="51655"/>
                  </a:lnTo>
                  <a:lnTo>
                    <a:pt x="39924" y="55620"/>
                  </a:lnTo>
                  <a:lnTo>
                    <a:pt x="36385" y="59701"/>
                  </a:lnTo>
                  <a:lnTo>
                    <a:pt x="32979" y="63894"/>
                  </a:lnTo>
                  <a:lnTo>
                    <a:pt x="29711" y="68196"/>
                  </a:lnTo>
                  <a:lnTo>
                    <a:pt x="26583" y="72600"/>
                  </a:lnTo>
                  <a:lnTo>
                    <a:pt x="23600" y="77104"/>
                  </a:lnTo>
                  <a:lnTo>
                    <a:pt x="20763" y="81701"/>
                  </a:lnTo>
                  <a:lnTo>
                    <a:pt x="18077" y="86388"/>
                  </a:lnTo>
                  <a:lnTo>
                    <a:pt x="15543" y="91159"/>
                  </a:lnTo>
                  <a:lnTo>
                    <a:pt x="13165" y="96010"/>
                  </a:lnTo>
                  <a:lnTo>
                    <a:pt x="10944" y="100935"/>
                  </a:lnTo>
                  <a:lnTo>
                    <a:pt x="8885" y="105929"/>
                  </a:lnTo>
                  <a:lnTo>
                    <a:pt x="6987" y="110986"/>
                  </a:lnTo>
                  <a:lnTo>
                    <a:pt x="5254" y="116103"/>
                  </a:lnTo>
                  <a:lnTo>
                    <a:pt x="3687" y="121273"/>
                  </a:lnTo>
                  <a:lnTo>
                    <a:pt x="2288" y="126491"/>
                  </a:lnTo>
                  <a:lnTo>
                    <a:pt x="1059" y="131751"/>
                  </a:lnTo>
                  <a:lnTo>
                    <a:pt x="0" y="137048"/>
                  </a:lnTo>
                  <a:lnTo>
                    <a:pt x="16443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4656" y="1373886"/>
              <a:ext cx="164431" cy="30118"/>
            </a:xfrm>
            <a:custGeom>
              <a:avLst/>
              <a:pathLst>
                <a:path w="164431" h="30118">
                  <a:moveTo>
                    <a:pt x="0" y="0"/>
                  </a:moveTo>
                  <a:lnTo>
                    <a:pt x="164431" y="301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1927" y="1238648"/>
              <a:ext cx="334328" cy="332513"/>
            </a:xfrm>
            <a:custGeom>
              <a:avLst/>
              <a:pathLst>
                <a:path w="334328" h="332513">
                  <a:moveTo>
                    <a:pt x="2729" y="135238"/>
                  </a:moveTo>
                  <a:lnTo>
                    <a:pt x="1858" y="140456"/>
                  </a:lnTo>
                  <a:lnTo>
                    <a:pt x="1153" y="145698"/>
                  </a:lnTo>
                  <a:lnTo>
                    <a:pt x="614" y="150959"/>
                  </a:lnTo>
                  <a:lnTo>
                    <a:pt x="242" y="156235"/>
                  </a:lnTo>
                  <a:lnTo>
                    <a:pt x="37" y="161521"/>
                  </a:lnTo>
                  <a:lnTo>
                    <a:pt x="0" y="166810"/>
                  </a:lnTo>
                  <a:lnTo>
                    <a:pt x="129" y="172097"/>
                  </a:lnTo>
                  <a:lnTo>
                    <a:pt x="426" y="177378"/>
                  </a:lnTo>
                  <a:lnTo>
                    <a:pt x="890" y="182647"/>
                  </a:lnTo>
                  <a:lnTo>
                    <a:pt x="1520" y="187899"/>
                  </a:lnTo>
                  <a:lnTo>
                    <a:pt x="2316" y="193128"/>
                  </a:lnTo>
                  <a:lnTo>
                    <a:pt x="3277" y="198329"/>
                  </a:lnTo>
                  <a:lnTo>
                    <a:pt x="4402" y="203497"/>
                  </a:lnTo>
                  <a:lnTo>
                    <a:pt x="5690" y="208627"/>
                  </a:lnTo>
                  <a:lnTo>
                    <a:pt x="7140" y="213714"/>
                  </a:lnTo>
                  <a:lnTo>
                    <a:pt x="8750" y="218752"/>
                  </a:lnTo>
                  <a:lnTo>
                    <a:pt x="10519" y="223737"/>
                  </a:lnTo>
                  <a:lnTo>
                    <a:pt x="12444" y="228663"/>
                  </a:lnTo>
                  <a:lnTo>
                    <a:pt x="14524" y="233526"/>
                  </a:lnTo>
                  <a:lnTo>
                    <a:pt x="16757" y="238321"/>
                  </a:lnTo>
                  <a:lnTo>
                    <a:pt x="19141" y="243043"/>
                  </a:lnTo>
                  <a:lnTo>
                    <a:pt x="21673" y="247687"/>
                  </a:lnTo>
                  <a:lnTo>
                    <a:pt x="24350" y="252248"/>
                  </a:lnTo>
                  <a:lnTo>
                    <a:pt x="27170" y="256723"/>
                  </a:lnTo>
                  <a:lnTo>
                    <a:pt x="30131" y="261106"/>
                  </a:lnTo>
                  <a:lnTo>
                    <a:pt x="33229" y="265393"/>
                  </a:lnTo>
                  <a:lnTo>
                    <a:pt x="36461" y="269580"/>
                  </a:lnTo>
                  <a:lnTo>
                    <a:pt x="39823" y="273663"/>
                  </a:lnTo>
                  <a:lnTo>
                    <a:pt x="43313" y="277637"/>
                  </a:lnTo>
                  <a:lnTo>
                    <a:pt x="46928" y="281499"/>
                  </a:lnTo>
                  <a:lnTo>
                    <a:pt x="50662" y="285244"/>
                  </a:lnTo>
                  <a:lnTo>
                    <a:pt x="54513" y="288870"/>
                  </a:lnTo>
                  <a:lnTo>
                    <a:pt x="58477" y="292372"/>
                  </a:lnTo>
                  <a:lnTo>
                    <a:pt x="62550" y="295747"/>
                  </a:lnTo>
                  <a:lnTo>
                    <a:pt x="66727" y="298991"/>
                  </a:lnTo>
                  <a:lnTo>
                    <a:pt x="71005" y="302102"/>
                  </a:lnTo>
                  <a:lnTo>
                    <a:pt x="75379" y="305075"/>
                  </a:lnTo>
                  <a:lnTo>
                    <a:pt x="79846" y="307909"/>
                  </a:lnTo>
                  <a:lnTo>
                    <a:pt x="84399" y="310600"/>
                  </a:lnTo>
                  <a:lnTo>
                    <a:pt x="89036" y="313145"/>
                  </a:lnTo>
                  <a:lnTo>
                    <a:pt x="93750" y="315543"/>
                  </a:lnTo>
                  <a:lnTo>
                    <a:pt x="98538" y="317790"/>
                  </a:lnTo>
                  <a:lnTo>
                    <a:pt x="103395" y="319885"/>
                  </a:lnTo>
                  <a:lnTo>
                    <a:pt x="108316" y="321825"/>
                  </a:lnTo>
                  <a:lnTo>
                    <a:pt x="113295" y="323608"/>
                  </a:lnTo>
                  <a:lnTo>
                    <a:pt x="118329" y="325233"/>
                  </a:lnTo>
                  <a:lnTo>
                    <a:pt x="123411" y="326698"/>
                  </a:lnTo>
                  <a:lnTo>
                    <a:pt x="128537" y="328001"/>
                  </a:lnTo>
                  <a:lnTo>
                    <a:pt x="133702" y="329142"/>
                  </a:lnTo>
                  <a:lnTo>
                    <a:pt x="138900" y="330118"/>
                  </a:lnTo>
                  <a:lnTo>
                    <a:pt x="144127" y="330930"/>
                  </a:lnTo>
                  <a:lnTo>
                    <a:pt x="149377" y="331576"/>
                  </a:lnTo>
                  <a:lnTo>
                    <a:pt x="154644" y="332055"/>
                  </a:lnTo>
                  <a:lnTo>
                    <a:pt x="159924" y="332368"/>
                  </a:lnTo>
                  <a:lnTo>
                    <a:pt x="165211" y="332513"/>
                  </a:lnTo>
                  <a:lnTo>
                    <a:pt x="170500" y="332491"/>
                  </a:lnTo>
                  <a:lnTo>
                    <a:pt x="175786" y="332302"/>
                  </a:lnTo>
                  <a:lnTo>
                    <a:pt x="181064" y="331945"/>
                  </a:lnTo>
                  <a:lnTo>
                    <a:pt x="186327" y="331422"/>
                  </a:lnTo>
                  <a:lnTo>
                    <a:pt x="191571" y="330732"/>
                  </a:lnTo>
                  <a:lnTo>
                    <a:pt x="196791" y="329877"/>
                  </a:lnTo>
                  <a:lnTo>
                    <a:pt x="201981" y="328858"/>
                  </a:lnTo>
                  <a:lnTo>
                    <a:pt x="207136" y="327674"/>
                  </a:lnTo>
                  <a:lnTo>
                    <a:pt x="212251" y="326328"/>
                  </a:lnTo>
                  <a:lnTo>
                    <a:pt x="217321" y="324821"/>
                  </a:lnTo>
                  <a:lnTo>
                    <a:pt x="222341" y="323155"/>
                  </a:lnTo>
                  <a:lnTo>
                    <a:pt x="227305" y="321330"/>
                  </a:lnTo>
                  <a:lnTo>
                    <a:pt x="232210" y="319349"/>
                  </a:lnTo>
                  <a:lnTo>
                    <a:pt x="237049" y="317214"/>
                  </a:lnTo>
                  <a:lnTo>
                    <a:pt x="241818" y="314927"/>
                  </a:lnTo>
                  <a:lnTo>
                    <a:pt x="246512" y="312490"/>
                  </a:lnTo>
                  <a:lnTo>
                    <a:pt x="251128" y="309906"/>
                  </a:lnTo>
                  <a:lnTo>
                    <a:pt x="255659" y="307177"/>
                  </a:lnTo>
                  <a:lnTo>
                    <a:pt x="260101" y="304307"/>
                  </a:lnTo>
                  <a:lnTo>
                    <a:pt x="264450" y="301297"/>
                  </a:lnTo>
                  <a:lnTo>
                    <a:pt x="268702" y="298151"/>
                  </a:lnTo>
                  <a:lnTo>
                    <a:pt x="272853" y="294872"/>
                  </a:lnTo>
                  <a:lnTo>
                    <a:pt x="276897" y="291463"/>
                  </a:lnTo>
                  <a:lnTo>
                    <a:pt x="280832" y="287929"/>
                  </a:lnTo>
                  <a:lnTo>
                    <a:pt x="284653" y="284271"/>
                  </a:lnTo>
                  <a:lnTo>
                    <a:pt x="288356" y="280495"/>
                  </a:lnTo>
                  <a:lnTo>
                    <a:pt x="291938" y="276603"/>
                  </a:lnTo>
                  <a:lnTo>
                    <a:pt x="295395" y="272600"/>
                  </a:lnTo>
                  <a:lnTo>
                    <a:pt x="298723" y="268489"/>
                  </a:lnTo>
                  <a:lnTo>
                    <a:pt x="301920" y="264275"/>
                  </a:lnTo>
                  <a:lnTo>
                    <a:pt x="304982" y="259962"/>
                  </a:lnTo>
                  <a:lnTo>
                    <a:pt x="307906" y="255555"/>
                  </a:lnTo>
                  <a:lnTo>
                    <a:pt x="310689" y="251057"/>
                  </a:lnTo>
                  <a:lnTo>
                    <a:pt x="313329" y="246473"/>
                  </a:lnTo>
                  <a:lnTo>
                    <a:pt x="315822" y="241809"/>
                  </a:lnTo>
                  <a:lnTo>
                    <a:pt x="318166" y="237067"/>
                  </a:lnTo>
                  <a:lnTo>
                    <a:pt x="320359" y="232254"/>
                  </a:lnTo>
                  <a:lnTo>
                    <a:pt x="322399" y="227374"/>
                  </a:lnTo>
                  <a:lnTo>
                    <a:pt x="324283" y="222432"/>
                  </a:lnTo>
                  <a:lnTo>
                    <a:pt x="326010" y="217432"/>
                  </a:lnTo>
                  <a:lnTo>
                    <a:pt x="327578" y="212381"/>
                  </a:lnTo>
                  <a:lnTo>
                    <a:pt x="328985" y="207282"/>
                  </a:lnTo>
                  <a:lnTo>
                    <a:pt x="330231" y="202142"/>
                  </a:lnTo>
                  <a:lnTo>
                    <a:pt x="331313" y="196964"/>
                  </a:lnTo>
                  <a:lnTo>
                    <a:pt x="332231" y="191755"/>
                  </a:lnTo>
                  <a:lnTo>
                    <a:pt x="332983" y="186520"/>
                  </a:lnTo>
                  <a:lnTo>
                    <a:pt x="333570" y="181263"/>
                  </a:lnTo>
                  <a:lnTo>
                    <a:pt x="333989" y="175991"/>
                  </a:lnTo>
                  <a:lnTo>
                    <a:pt x="334242" y="170708"/>
                  </a:lnTo>
                  <a:lnTo>
                    <a:pt x="334328" y="165419"/>
                  </a:lnTo>
                  <a:lnTo>
                    <a:pt x="334246" y="160131"/>
                  </a:lnTo>
                  <a:lnTo>
                    <a:pt x="333997" y="154847"/>
                  </a:lnTo>
                  <a:lnTo>
                    <a:pt x="333581" y="149574"/>
                  </a:lnTo>
                  <a:lnTo>
                    <a:pt x="332999" y="144317"/>
                  </a:lnTo>
                  <a:lnTo>
                    <a:pt x="332250" y="139081"/>
                  </a:lnTo>
                  <a:lnTo>
                    <a:pt x="331336" y="133872"/>
                  </a:lnTo>
                  <a:lnTo>
                    <a:pt x="330258" y="128693"/>
                  </a:lnTo>
                  <a:lnTo>
                    <a:pt x="329016" y="123552"/>
                  </a:lnTo>
                  <a:lnTo>
                    <a:pt x="327613" y="118452"/>
                  </a:lnTo>
                  <a:lnTo>
                    <a:pt x="326049" y="113400"/>
                  </a:lnTo>
                  <a:lnTo>
                    <a:pt x="324325" y="108399"/>
                  </a:lnTo>
                  <a:lnTo>
                    <a:pt x="322445" y="103455"/>
                  </a:lnTo>
                  <a:lnTo>
                    <a:pt x="320409" y="98574"/>
                  </a:lnTo>
                  <a:lnTo>
                    <a:pt x="318219" y="93759"/>
                  </a:lnTo>
                  <a:lnTo>
                    <a:pt x="315878" y="89016"/>
                  </a:lnTo>
                  <a:lnTo>
                    <a:pt x="313389" y="84349"/>
                  </a:lnTo>
                  <a:lnTo>
                    <a:pt x="310753" y="79764"/>
                  </a:lnTo>
                  <a:lnTo>
                    <a:pt x="307973" y="75264"/>
                  </a:lnTo>
                  <a:lnTo>
                    <a:pt x="305052" y="70854"/>
                  </a:lnTo>
                  <a:lnTo>
                    <a:pt x="301994" y="66539"/>
                  </a:lnTo>
                  <a:lnTo>
                    <a:pt x="298800" y="62323"/>
                  </a:lnTo>
                  <a:lnTo>
                    <a:pt x="295474" y="58210"/>
                  </a:lnTo>
                  <a:lnTo>
                    <a:pt x="292020" y="54204"/>
                  </a:lnTo>
                  <a:lnTo>
                    <a:pt x="288441" y="50309"/>
                  </a:lnTo>
                  <a:lnTo>
                    <a:pt x="284741" y="46530"/>
                  </a:lnTo>
                  <a:lnTo>
                    <a:pt x="280923" y="42870"/>
                  </a:lnTo>
                  <a:lnTo>
                    <a:pt x="276991" y="39332"/>
                  </a:lnTo>
                  <a:lnTo>
                    <a:pt x="272949" y="35920"/>
                  </a:lnTo>
                  <a:lnTo>
                    <a:pt x="268801" y="32639"/>
                  </a:lnTo>
                  <a:lnTo>
                    <a:pt x="264552" y="29489"/>
                  </a:lnTo>
                  <a:lnTo>
                    <a:pt x="260204" y="26476"/>
                  </a:lnTo>
                  <a:lnTo>
                    <a:pt x="255764" y="23602"/>
                  </a:lnTo>
                  <a:lnTo>
                    <a:pt x="251235" y="20870"/>
                  </a:lnTo>
                  <a:lnTo>
                    <a:pt x="246622" y="18283"/>
                  </a:lnTo>
                  <a:lnTo>
                    <a:pt x="241929" y="15842"/>
                  </a:lnTo>
                  <a:lnTo>
                    <a:pt x="237162" y="13552"/>
                  </a:lnTo>
                  <a:lnTo>
                    <a:pt x="232324" y="11413"/>
                  </a:lnTo>
                  <a:lnTo>
                    <a:pt x="227421" y="9429"/>
                  </a:lnTo>
                  <a:lnTo>
                    <a:pt x="222458" y="7600"/>
                  </a:lnTo>
                  <a:lnTo>
                    <a:pt x="217440" y="5930"/>
                  </a:lnTo>
                  <a:lnTo>
                    <a:pt x="212371" y="4419"/>
                  </a:lnTo>
                  <a:lnTo>
                    <a:pt x="207257" y="3069"/>
                  </a:lnTo>
                  <a:lnTo>
                    <a:pt x="202102" y="1882"/>
                  </a:lnTo>
                  <a:lnTo>
                    <a:pt x="196913" y="858"/>
                  </a:lnTo>
                  <a:lnTo>
                    <a:pt x="191694" y="0"/>
                  </a:lnTo>
                  <a:lnTo>
                    <a:pt x="167161" y="165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629088" y="1236837"/>
              <a:ext cx="24533" cy="167167"/>
            </a:xfrm>
            <a:custGeom>
              <a:avLst/>
              <a:pathLst>
                <a:path w="24533" h="167167">
                  <a:moveTo>
                    <a:pt x="24533" y="1810"/>
                  </a:moveTo>
                  <a:lnTo>
                    <a:pt x="16388" y="805"/>
                  </a:lnTo>
                  <a:lnTo>
                    <a:pt x="8204" y="2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9370" y="1546402"/>
              <a:ext cx="43196" cy="167167"/>
            </a:xfrm>
            <a:custGeom>
              <a:avLst/>
              <a:pathLst>
                <a:path w="43196" h="167167">
                  <a:moveTo>
                    <a:pt x="43196" y="0"/>
                  </a:moveTo>
                  <a:lnTo>
                    <a:pt x="36956" y="116"/>
                  </a:lnTo>
                  <a:lnTo>
                    <a:pt x="30724" y="465"/>
                  </a:lnTo>
                  <a:lnTo>
                    <a:pt x="24510" y="1047"/>
                  </a:lnTo>
                  <a:lnTo>
                    <a:pt x="18322" y="1860"/>
                  </a:lnTo>
                  <a:lnTo>
                    <a:pt x="12168" y="2904"/>
                  </a:lnTo>
                  <a:lnTo>
                    <a:pt x="6058" y="4177"/>
                  </a:lnTo>
                  <a:lnTo>
                    <a:pt x="0" y="5677"/>
                  </a:lnTo>
                  <a:lnTo>
                    <a:pt x="4319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69370" y="1552079"/>
              <a:ext cx="43196" cy="161490"/>
            </a:xfrm>
            <a:custGeom>
              <a:avLst/>
              <a:pathLst>
                <a:path w="43196" h="161490">
                  <a:moveTo>
                    <a:pt x="0" y="0"/>
                  </a:moveTo>
                  <a:lnTo>
                    <a:pt x="43196" y="1614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45410" y="1552079"/>
              <a:ext cx="334311" cy="328657"/>
            </a:xfrm>
            <a:custGeom>
              <a:avLst/>
              <a:pathLst>
                <a:path w="334311" h="328657">
                  <a:moveTo>
                    <a:pt x="123959" y="0"/>
                  </a:moveTo>
                  <a:lnTo>
                    <a:pt x="118870" y="1448"/>
                  </a:lnTo>
                  <a:lnTo>
                    <a:pt x="113829" y="3056"/>
                  </a:lnTo>
                  <a:lnTo>
                    <a:pt x="108842" y="4823"/>
                  </a:lnTo>
                  <a:lnTo>
                    <a:pt x="103912" y="6747"/>
                  </a:lnTo>
                  <a:lnTo>
                    <a:pt x="99047" y="8826"/>
                  </a:lnTo>
                  <a:lnTo>
                    <a:pt x="94249" y="11058"/>
                  </a:lnTo>
                  <a:lnTo>
                    <a:pt x="89525" y="13441"/>
                  </a:lnTo>
                  <a:lnTo>
                    <a:pt x="84878" y="15972"/>
                  </a:lnTo>
                  <a:lnTo>
                    <a:pt x="80314" y="18649"/>
                  </a:lnTo>
                  <a:lnTo>
                    <a:pt x="75837" y="21469"/>
                  </a:lnTo>
                  <a:lnTo>
                    <a:pt x="71451" y="24429"/>
                  </a:lnTo>
                  <a:lnTo>
                    <a:pt x="67161" y="27526"/>
                  </a:lnTo>
                  <a:lnTo>
                    <a:pt x="62972" y="30758"/>
                  </a:lnTo>
                  <a:lnTo>
                    <a:pt x="58886" y="34121"/>
                  </a:lnTo>
                  <a:lnTo>
                    <a:pt x="54910" y="37611"/>
                  </a:lnTo>
                  <a:lnTo>
                    <a:pt x="51045" y="41226"/>
                  </a:lnTo>
                  <a:lnTo>
                    <a:pt x="47297" y="44961"/>
                  </a:lnTo>
                  <a:lnTo>
                    <a:pt x="43669" y="48813"/>
                  </a:lnTo>
                  <a:lnTo>
                    <a:pt x="40165" y="52777"/>
                  </a:lnTo>
                  <a:lnTo>
                    <a:pt x="36788" y="56851"/>
                  </a:lnTo>
                  <a:lnTo>
                    <a:pt x="33542" y="61029"/>
                  </a:lnTo>
                  <a:lnTo>
                    <a:pt x="30429" y="65308"/>
                  </a:lnTo>
                  <a:lnTo>
                    <a:pt x="27454" y="69683"/>
                  </a:lnTo>
                  <a:lnTo>
                    <a:pt x="24618" y="74151"/>
                  </a:lnTo>
                  <a:lnTo>
                    <a:pt x="21926" y="78706"/>
                  </a:lnTo>
                  <a:lnTo>
                    <a:pt x="19378" y="83343"/>
                  </a:lnTo>
                  <a:lnTo>
                    <a:pt x="16979" y="88059"/>
                  </a:lnTo>
                  <a:lnTo>
                    <a:pt x="14730" y="92849"/>
                  </a:lnTo>
                  <a:lnTo>
                    <a:pt x="12634" y="97707"/>
                  </a:lnTo>
                  <a:lnTo>
                    <a:pt x="10693" y="102630"/>
                  </a:lnTo>
                  <a:lnTo>
                    <a:pt x="8909" y="107611"/>
                  </a:lnTo>
                  <a:lnTo>
                    <a:pt x="7283" y="112646"/>
                  </a:lnTo>
                  <a:lnTo>
                    <a:pt x="5817" y="117731"/>
                  </a:lnTo>
                  <a:lnTo>
                    <a:pt x="4513" y="122859"/>
                  </a:lnTo>
                  <a:lnTo>
                    <a:pt x="3372" y="128025"/>
                  </a:lnTo>
                  <a:lnTo>
                    <a:pt x="2395" y="133226"/>
                  </a:lnTo>
                  <a:lnTo>
                    <a:pt x="1583" y="138454"/>
                  </a:lnTo>
                  <a:lnTo>
                    <a:pt x="937" y="143706"/>
                  </a:lnTo>
                  <a:lnTo>
                    <a:pt x="457" y="148975"/>
                  </a:lnTo>
                  <a:lnTo>
                    <a:pt x="145" y="154257"/>
                  </a:lnTo>
                  <a:lnTo>
                    <a:pt x="0" y="159547"/>
                  </a:lnTo>
                  <a:lnTo>
                    <a:pt x="22" y="164838"/>
                  </a:lnTo>
                  <a:lnTo>
                    <a:pt x="211" y="170126"/>
                  </a:lnTo>
                  <a:lnTo>
                    <a:pt x="568" y="175405"/>
                  </a:lnTo>
                  <a:lnTo>
                    <a:pt x="1092" y="180670"/>
                  </a:lnTo>
                  <a:lnTo>
                    <a:pt x="1782" y="185916"/>
                  </a:lnTo>
                  <a:lnTo>
                    <a:pt x="2638" y="191138"/>
                  </a:lnTo>
                  <a:lnTo>
                    <a:pt x="3659" y="196330"/>
                  </a:lnTo>
                  <a:lnTo>
                    <a:pt x="4844" y="201487"/>
                  </a:lnTo>
                  <a:lnTo>
                    <a:pt x="6191" y="206604"/>
                  </a:lnTo>
                  <a:lnTo>
                    <a:pt x="7699" y="211675"/>
                  </a:lnTo>
                  <a:lnTo>
                    <a:pt x="9367" y="216697"/>
                  </a:lnTo>
                  <a:lnTo>
                    <a:pt x="11194" y="221663"/>
                  </a:lnTo>
                  <a:lnTo>
                    <a:pt x="13176" y="226569"/>
                  </a:lnTo>
                  <a:lnTo>
                    <a:pt x="15313" y="231409"/>
                  </a:lnTo>
                  <a:lnTo>
                    <a:pt x="17602" y="236180"/>
                  </a:lnTo>
                  <a:lnTo>
                    <a:pt x="20041" y="240876"/>
                  </a:lnTo>
                  <a:lnTo>
                    <a:pt x="22627" y="245492"/>
                  </a:lnTo>
                  <a:lnTo>
                    <a:pt x="25358" y="250024"/>
                  </a:lnTo>
                  <a:lnTo>
                    <a:pt x="28231" y="254467"/>
                  </a:lnTo>
                  <a:lnTo>
                    <a:pt x="31243" y="258817"/>
                  </a:lnTo>
                  <a:lnTo>
                    <a:pt x="34391" y="263070"/>
                  </a:lnTo>
                  <a:lnTo>
                    <a:pt x="37673" y="267221"/>
                  </a:lnTo>
                  <a:lnTo>
                    <a:pt x="41084" y="271266"/>
                  </a:lnTo>
                  <a:lnTo>
                    <a:pt x="44621" y="275201"/>
                  </a:lnTo>
                  <a:lnTo>
                    <a:pt x="48281" y="279022"/>
                  </a:lnTo>
                  <a:lnTo>
                    <a:pt x="52061" y="282725"/>
                  </a:lnTo>
                  <a:lnTo>
                    <a:pt x="55955" y="286307"/>
                  </a:lnTo>
                  <a:lnTo>
                    <a:pt x="59961" y="289764"/>
                  </a:lnTo>
                  <a:lnTo>
                    <a:pt x="64075" y="293092"/>
                  </a:lnTo>
                  <a:lnTo>
                    <a:pt x="68291" y="296289"/>
                  </a:lnTo>
                  <a:lnTo>
                    <a:pt x="72607" y="299350"/>
                  </a:lnTo>
                  <a:lnTo>
                    <a:pt x="77018" y="302273"/>
                  </a:lnTo>
                  <a:lnTo>
                    <a:pt x="81518" y="305055"/>
                  </a:lnTo>
                  <a:lnTo>
                    <a:pt x="86105" y="307694"/>
                  </a:lnTo>
                  <a:lnTo>
                    <a:pt x="90773" y="310186"/>
                  </a:lnTo>
                  <a:lnTo>
                    <a:pt x="95517" y="312529"/>
                  </a:lnTo>
                  <a:lnTo>
                    <a:pt x="100333" y="314720"/>
                  </a:lnTo>
                  <a:lnTo>
                    <a:pt x="105216" y="316758"/>
                  </a:lnTo>
                  <a:lnTo>
                    <a:pt x="110161" y="318641"/>
                  </a:lnTo>
                  <a:lnTo>
                    <a:pt x="115163" y="320366"/>
                  </a:lnTo>
                  <a:lnTo>
                    <a:pt x="120217" y="321932"/>
                  </a:lnTo>
                  <a:lnTo>
                    <a:pt x="125319" y="323337"/>
                  </a:lnTo>
                  <a:lnTo>
                    <a:pt x="130462" y="324580"/>
                  </a:lnTo>
                  <a:lnTo>
                    <a:pt x="135642" y="325660"/>
                  </a:lnTo>
                  <a:lnTo>
                    <a:pt x="140853" y="326575"/>
                  </a:lnTo>
                  <a:lnTo>
                    <a:pt x="146091" y="327324"/>
                  </a:lnTo>
                  <a:lnTo>
                    <a:pt x="151350" y="327908"/>
                  </a:lnTo>
                  <a:lnTo>
                    <a:pt x="156625" y="328325"/>
                  </a:lnTo>
                  <a:lnTo>
                    <a:pt x="161910" y="328575"/>
                  </a:lnTo>
                  <a:lnTo>
                    <a:pt x="167201" y="328657"/>
                  </a:lnTo>
                  <a:lnTo>
                    <a:pt x="172492" y="328572"/>
                  </a:lnTo>
                  <a:lnTo>
                    <a:pt x="177777" y="328319"/>
                  </a:lnTo>
                  <a:lnTo>
                    <a:pt x="183051" y="327899"/>
                  </a:lnTo>
                  <a:lnTo>
                    <a:pt x="188310" y="327313"/>
                  </a:lnTo>
                  <a:lnTo>
                    <a:pt x="193548" y="326560"/>
                  </a:lnTo>
                  <a:lnTo>
                    <a:pt x="198759" y="325643"/>
                  </a:lnTo>
                  <a:lnTo>
                    <a:pt x="203938" y="324560"/>
                  </a:lnTo>
                  <a:lnTo>
                    <a:pt x="209080" y="323314"/>
                  </a:lnTo>
                  <a:lnTo>
                    <a:pt x="214181" y="321906"/>
                  </a:lnTo>
                  <a:lnTo>
                    <a:pt x="219234" y="320338"/>
                  </a:lnTo>
                  <a:lnTo>
                    <a:pt x="224236" y="318610"/>
                  </a:lnTo>
                  <a:lnTo>
                    <a:pt x="229180" y="316725"/>
                  </a:lnTo>
                  <a:lnTo>
                    <a:pt x="234062" y="314684"/>
                  </a:lnTo>
                  <a:lnTo>
                    <a:pt x="238876" y="312490"/>
                  </a:lnTo>
                  <a:lnTo>
                    <a:pt x="243619" y="310144"/>
                  </a:lnTo>
                  <a:lnTo>
                    <a:pt x="248286" y="307650"/>
                  </a:lnTo>
                  <a:lnTo>
                    <a:pt x="252871" y="305009"/>
                  </a:lnTo>
                  <a:lnTo>
                    <a:pt x="257370" y="302224"/>
                  </a:lnTo>
                  <a:lnTo>
                    <a:pt x="261779" y="299299"/>
                  </a:lnTo>
                  <a:lnTo>
                    <a:pt x="266093" y="296235"/>
                  </a:lnTo>
                  <a:lnTo>
                    <a:pt x="270308" y="293036"/>
                  </a:lnTo>
                  <a:lnTo>
                    <a:pt x="274420" y="289706"/>
                  </a:lnTo>
                  <a:lnTo>
                    <a:pt x="278424" y="286247"/>
                  </a:lnTo>
                  <a:lnTo>
                    <a:pt x="282316" y="282663"/>
                  </a:lnTo>
                  <a:lnTo>
                    <a:pt x="286094" y="278957"/>
                  </a:lnTo>
                  <a:lnTo>
                    <a:pt x="289752" y="275134"/>
                  </a:lnTo>
                  <a:lnTo>
                    <a:pt x="293287" y="271197"/>
                  </a:lnTo>
                  <a:lnTo>
                    <a:pt x="296696" y="267151"/>
                  </a:lnTo>
                  <a:lnTo>
                    <a:pt x="299975" y="262998"/>
                  </a:lnTo>
                  <a:lnTo>
                    <a:pt x="303121" y="258744"/>
                  </a:lnTo>
                  <a:lnTo>
                    <a:pt x="306131" y="254392"/>
                  </a:lnTo>
                  <a:lnTo>
                    <a:pt x="309002" y="249947"/>
                  </a:lnTo>
                  <a:lnTo>
                    <a:pt x="311730" y="245413"/>
                  </a:lnTo>
                  <a:lnTo>
                    <a:pt x="314314" y="240796"/>
                  </a:lnTo>
                  <a:lnTo>
                    <a:pt x="316750" y="236099"/>
                  </a:lnTo>
                  <a:lnTo>
                    <a:pt x="319036" y="231327"/>
                  </a:lnTo>
                  <a:lnTo>
                    <a:pt x="321170" y="226485"/>
                  </a:lnTo>
                  <a:lnTo>
                    <a:pt x="323150" y="221578"/>
                  </a:lnTo>
                  <a:lnTo>
                    <a:pt x="324974" y="216611"/>
                  </a:lnTo>
                  <a:lnTo>
                    <a:pt x="326639" y="211589"/>
                  </a:lnTo>
                  <a:lnTo>
                    <a:pt x="328145" y="206516"/>
                  </a:lnTo>
                  <a:lnTo>
                    <a:pt x="329489" y="201399"/>
                  </a:lnTo>
                  <a:lnTo>
                    <a:pt x="330671" y="196241"/>
                  </a:lnTo>
                  <a:lnTo>
                    <a:pt x="331689" y="191049"/>
                  </a:lnTo>
                  <a:lnTo>
                    <a:pt x="332542" y="185827"/>
                  </a:lnTo>
                  <a:lnTo>
                    <a:pt x="333229" y="180580"/>
                  </a:lnTo>
                  <a:lnTo>
                    <a:pt x="333750" y="175315"/>
                  </a:lnTo>
                  <a:lnTo>
                    <a:pt x="334105" y="170035"/>
                  </a:lnTo>
                  <a:lnTo>
                    <a:pt x="334291" y="164747"/>
                  </a:lnTo>
                  <a:lnTo>
                    <a:pt x="334311" y="159456"/>
                  </a:lnTo>
                  <a:lnTo>
                    <a:pt x="334163" y="154167"/>
                  </a:lnTo>
                  <a:lnTo>
                    <a:pt x="333847" y="148885"/>
                  </a:lnTo>
                  <a:lnTo>
                    <a:pt x="333365" y="143616"/>
                  </a:lnTo>
                  <a:lnTo>
                    <a:pt x="332716" y="138364"/>
                  </a:lnTo>
                  <a:lnTo>
                    <a:pt x="331901" y="133136"/>
                  </a:lnTo>
                  <a:lnTo>
                    <a:pt x="330921" y="127936"/>
                  </a:lnTo>
                  <a:lnTo>
                    <a:pt x="329777" y="122770"/>
                  </a:lnTo>
                  <a:lnTo>
                    <a:pt x="328470" y="117643"/>
                  </a:lnTo>
                  <a:lnTo>
                    <a:pt x="327002" y="112560"/>
                  </a:lnTo>
                  <a:lnTo>
                    <a:pt x="325373" y="107525"/>
                  </a:lnTo>
                  <a:lnTo>
                    <a:pt x="323586" y="102545"/>
                  </a:lnTo>
                  <a:lnTo>
                    <a:pt x="321642" y="97624"/>
                  </a:lnTo>
                  <a:lnTo>
                    <a:pt x="319544" y="92766"/>
                  </a:lnTo>
                  <a:lnTo>
                    <a:pt x="317292" y="87978"/>
                  </a:lnTo>
                  <a:lnTo>
                    <a:pt x="314891" y="83263"/>
                  </a:lnTo>
                  <a:lnTo>
                    <a:pt x="312341" y="78627"/>
                  </a:lnTo>
                  <a:lnTo>
                    <a:pt x="309646" y="74073"/>
                  </a:lnTo>
                  <a:lnTo>
                    <a:pt x="306808" y="69608"/>
                  </a:lnTo>
                  <a:lnTo>
                    <a:pt x="303830" y="65234"/>
                  </a:lnTo>
                  <a:lnTo>
                    <a:pt x="300715" y="60957"/>
                  </a:lnTo>
                  <a:lnTo>
                    <a:pt x="297466" y="56780"/>
                  </a:lnTo>
                  <a:lnTo>
                    <a:pt x="294087" y="52708"/>
                  </a:lnTo>
                  <a:lnTo>
                    <a:pt x="290581" y="48746"/>
                  </a:lnTo>
                  <a:lnTo>
                    <a:pt x="286951" y="44896"/>
                  </a:lnTo>
                  <a:lnTo>
                    <a:pt x="283201" y="41163"/>
                  </a:lnTo>
                  <a:lnTo>
                    <a:pt x="279334" y="37550"/>
                  </a:lnTo>
                  <a:lnTo>
                    <a:pt x="275356" y="34062"/>
                  </a:lnTo>
                  <a:lnTo>
                    <a:pt x="271269" y="30702"/>
                  </a:lnTo>
                  <a:lnTo>
                    <a:pt x="167156" y="1614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212566" y="1546402"/>
              <a:ext cx="104112" cy="167167"/>
            </a:xfrm>
            <a:custGeom>
              <a:avLst/>
              <a:pathLst>
                <a:path w="104112" h="167167">
                  <a:moveTo>
                    <a:pt x="104112" y="36379"/>
                  </a:moveTo>
                  <a:lnTo>
                    <a:pt x="99658" y="32954"/>
                  </a:lnTo>
                  <a:lnTo>
                    <a:pt x="95091" y="29680"/>
                  </a:lnTo>
                  <a:lnTo>
                    <a:pt x="90416" y="26562"/>
                  </a:lnTo>
                  <a:lnTo>
                    <a:pt x="85639" y="23602"/>
                  </a:lnTo>
                  <a:lnTo>
                    <a:pt x="80766" y="20805"/>
                  </a:lnTo>
                  <a:lnTo>
                    <a:pt x="75801" y="18173"/>
                  </a:lnTo>
                  <a:lnTo>
                    <a:pt x="70750" y="15710"/>
                  </a:lnTo>
                  <a:lnTo>
                    <a:pt x="65620" y="13417"/>
                  </a:lnTo>
                  <a:lnTo>
                    <a:pt x="60415" y="11299"/>
                  </a:lnTo>
                  <a:lnTo>
                    <a:pt x="55142" y="9356"/>
                  </a:lnTo>
                  <a:lnTo>
                    <a:pt x="49807" y="7592"/>
                  </a:lnTo>
                  <a:lnTo>
                    <a:pt x="44416" y="6008"/>
                  </a:lnTo>
                  <a:lnTo>
                    <a:pt x="38974" y="4606"/>
                  </a:lnTo>
                  <a:lnTo>
                    <a:pt x="33489" y="3388"/>
                  </a:lnTo>
                  <a:lnTo>
                    <a:pt x="27965" y="2355"/>
                  </a:lnTo>
                  <a:lnTo>
                    <a:pt x="22410" y="1508"/>
                  </a:lnTo>
                  <a:lnTo>
                    <a:pt x="16830" y="849"/>
                  </a:lnTo>
                  <a:lnTo>
                    <a:pt x="11230" y="377"/>
                  </a:lnTo>
                  <a:lnTo>
                    <a:pt x="561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608" y="1943516"/>
              <a:ext cx="2174" cy="167167"/>
            </a:xfrm>
            <a:custGeom>
              <a:avLst/>
              <a:pathLst>
                <a:path w="2174" h="167167">
                  <a:moveTo>
                    <a:pt x="2174" y="0"/>
                  </a:moveTo>
                  <a:lnTo>
                    <a:pt x="0" y="14"/>
                  </a:lnTo>
                  <a:lnTo>
                    <a:pt x="217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76608" y="1943530"/>
              <a:ext cx="2174" cy="167153"/>
            </a:xfrm>
            <a:custGeom>
              <a:avLst/>
              <a:pathLst>
                <a:path w="2174" h="167153">
                  <a:moveTo>
                    <a:pt x="0" y="0"/>
                  </a:moveTo>
                  <a:lnTo>
                    <a:pt x="2174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52684" y="1943530"/>
              <a:ext cx="126098" cy="167153"/>
            </a:xfrm>
            <a:custGeom>
              <a:avLst/>
              <a:pathLst>
                <a:path w="126098" h="167153">
                  <a:moveTo>
                    <a:pt x="123924" y="0"/>
                  </a:moveTo>
                  <a:lnTo>
                    <a:pt x="118299" y="167"/>
                  </a:lnTo>
                  <a:lnTo>
                    <a:pt x="112683" y="525"/>
                  </a:lnTo>
                  <a:lnTo>
                    <a:pt x="107082" y="1071"/>
                  </a:lnTo>
                  <a:lnTo>
                    <a:pt x="101503" y="1805"/>
                  </a:lnTo>
                  <a:lnTo>
                    <a:pt x="95951" y="2726"/>
                  </a:lnTo>
                  <a:lnTo>
                    <a:pt x="90434" y="3834"/>
                  </a:lnTo>
                  <a:lnTo>
                    <a:pt x="84957" y="5127"/>
                  </a:lnTo>
                  <a:lnTo>
                    <a:pt x="79527" y="6604"/>
                  </a:lnTo>
                  <a:lnTo>
                    <a:pt x="74149" y="8262"/>
                  </a:lnTo>
                  <a:lnTo>
                    <a:pt x="68831" y="10101"/>
                  </a:lnTo>
                  <a:lnTo>
                    <a:pt x="63577" y="12117"/>
                  </a:lnTo>
                  <a:lnTo>
                    <a:pt x="58394" y="14309"/>
                  </a:lnTo>
                  <a:lnTo>
                    <a:pt x="53288" y="16675"/>
                  </a:lnTo>
                  <a:lnTo>
                    <a:pt x="48265" y="19211"/>
                  </a:lnTo>
                  <a:lnTo>
                    <a:pt x="43329" y="21914"/>
                  </a:lnTo>
                  <a:lnTo>
                    <a:pt x="38488" y="24782"/>
                  </a:lnTo>
                  <a:lnTo>
                    <a:pt x="33745" y="27812"/>
                  </a:lnTo>
                  <a:lnTo>
                    <a:pt x="29108" y="30999"/>
                  </a:lnTo>
                  <a:lnTo>
                    <a:pt x="24580" y="34341"/>
                  </a:lnTo>
                  <a:lnTo>
                    <a:pt x="20167" y="37833"/>
                  </a:lnTo>
                  <a:lnTo>
                    <a:pt x="15875" y="41472"/>
                  </a:lnTo>
                  <a:lnTo>
                    <a:pt x="11707" y="45253"/>
                  </a:lnTo>
                  <a:lnTo>
                    <a:pt x="7669" y="49172"/>
                  </a:lnTo>
                  <a:lnTo>
                    <a:pt x="3765" y="53225"/>
                  </a:lnTo>
                  <a:lnTo>
                    <a:pt x="0" y="57407"/>
                  </a:lnTo>
                  <a:lnTo>
                    <a:pt x="126098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11632" y="1943516"/>
              <a:ext cx="334299" cy="334334"/>
            </a:xfrm>
            <a:custGeom>
              <a:avLst/>
              <a:pathLst>
                <a:path w="334299" h="334334">
                  <a:moveTo>
                    <a:pt x="41052" y="57422"/>
                  </a:moveTo>
                  <a:lnTo>
                    <a:pt x="37632" y="61479"/>
                  </a:lnTo>
                  <a:lnTo>
                    <a:pt x="34343" y="65644"/>
                  </a:lnTo>
                  <a:lnTo>
                    <a:pt x="31187" y="69910"/>
                  </a:lnTo>
                  <a:lnTo>
                    <a:pt x="28169" y="74275"/>
                  </a:lnTo>
                  <a:lnTo>
                    <a:pt x="25290" y="78733"/>
                  </a:lnTo>
                  <a:lnTo>
                    <a:pt x="22555" y="83280"/>
                  </a:lnTo>
                  <a:lnTo>
                    <a:pt x="19965" y="87912"/>
                  </a:lnTo>
                  <a:lnTo>
                    <a:pt x="17524" y="92624"/>
                  </a:lnTo>
                  <a:lnTo>
                    <a:pt x="15233" y="97411"/>
                  </a:lnTo>
                  <a:lnTo>
                    <a:pt x="13095" y="102268"/>
                  </a:lnTo>
                  <a:lnTo>
                    <a:pt x="11113" y="107190"/>
                  </a:lnTo>
                  <a:lnTo>
                    <a:pt x="9288" y="112173"/>
                  </a:lnTo>
                  <a:lnTo>
                    <a:pt x="7622" y="117211"/>
                  </a:lnTo>
                  <a:lnTo>
                    <a:pt x="6117" y="122300"/>
                  </a:lnTo>
                  <a:lnTo>
                    <a:pt x="4774" y="127434"/>
                  </a:lnTo>
                  <a:lnTo>
                    <a:pt x="3594" y="132608"/>
                  </a:lnTo>
                  <a:lnTo>
                    <a:pt x="2580" y="137817"/>
                  </a:lnTo>
                  <a:lnTo>
                    <a:pt x="1731" y="143055"/>
                  </a:lnTo>
                  <a:lnTo>
                    <a:pt x="1049" y="148318"/>
                  </a:lnTo>
                  <a:lnTo>
                    <a:pt x="535" y="153600"/>
                  </a:lnTo>
                  <a:lnTo>
                    <a:pt x="188" y="158895"/>
                  </a:lnTo>
                  <a:lnTo>
                    <a:pt x="10" y="164199"/>
                  </a:lnTo>
                  <a:lnTo>
                    <a:pt x="0" y="169505"/>
                  </a:lnTo>
                  <a:lnTo>
                    <a:pt x="158" y="174810"/>
                  </a:lnTo>
                  <a:lnTo>
                    <a:pt x="485" y="180106"/>
                  </a:lnTo>
                  <a:lnTo>
                    <a:pt x="979" y="185390"/>
                  </a:lnTo>
                  <a:lnTo>
                    <a:pt x="1641" y="190655"/>
                  </a:lnTo>
                  <a:lnTo>
                    <a:pt x="2470" y="195896"/>
                  </a:lnTo>
                  <a:lnTo>
                    <a:pt x="3465" y="201109"/>
                  </a:lnTo>
                  <a:lnTo>
                    <a:pt x="4625" y="206287"/>
                  </a:lnTo>
                  <a:lnTo>
                    <a:pt x="5949" y="211426"/>
                  </a:lnTo>
                  <a:lnTo>
                    <a:pt x="7435" y="216521"/>
                  </a:lnTo>
                  <a:lnTo>
                    <a:pt x="9082" y="221565"/>
                  </a:lnTo>
                  <a:lnTo>
                    <a:pt x="10888" y="226555"/>
                  </a:lnTo>
                  <a:lnTo>
                    <a:pt x="12852" y="231485"/>
                  </a:lnTo>
                  <a:lnTo>
                    <a:pt x="14971" y="236350"/>
                  </a:lnTo>
                  <a:lnTo>
                    <a:pt x="17244" y="241146"/>
                  </a:lnTo>
                  <a:lnTo>
                    <a:pt x="19667" y="245866"/>
                  </a:lnTo>
                  <a:lnTo>
                    <a:pt x="22239" y="250508"/>
                  </a:lnTo>
                  <a:lnTo>
                    <a:pt x="24958" y="255066"/>
                  </a:lnTo>
                  <a:lnTo>
                    <a:pt x="27819" y="259535"/>
                  </a:lnTo>
                  <a:lnTo>
                    <a:pt x="30821" y="263910"/>
                  </a:lnTo>
                  <a:lnTo>
                    <a:pt x="33961" y="268189"/>
                  </a:lnTo>
                  <a:lnTo>
                    <a:pt x="37234" y="272366"/>
                  </a:lnTo>
                  <a:lnTo>
                    <a:pt x="40639" y="276436"/>
                  </a:lnTo>
                  <a:lnTo>
                    <a:pt x="44171" y="280397"/>
                  </a:lnTo>
                  <a:lnTo>
                    <a:pt x="47827" y="284243"/>
                  </a:lnTo>
                  <a:lnTo>
                    <a:pt x="51603" y="287971"/>
                  </a:lnTo>
                  <a:lnTo>
                    <a:pt x="55496" y="291578"/>
                  </a:lnTo>
                  <a:lnTo>
                    <a:pt x="59501" y="295059"/>
                  </a:lnTo>
                  <a:lnTo>
                    <a:pt x="63615" y="298412"/>
                  </a:lnTo>
                  <a:lnTo>
                    <a:pt x="67832" y="301632"/>
                  </a:lnTo>
                  <a:lnTo>
                    <a:pt x="72151" y="304717"/>
                  </a:lnTo>
                  <a:lnTo>
                    <a:pt x="76564" y="307663"/>
                  </a:lnTo>
                  <a:lnTo>
                    <a:pt x="81069" y="310467"/>
                  </a:lnTo>
                  <a:lnTo>
                    <a:pt x="85661" y="313127"/>
                  </a:lnTo>
                  <a:lnTo>
                    <a:pt x="90335" y="315640"/>
                  </a:lnTo>
                  <a:lnTo>
                    <a:pt x="95086" y="318004"/>
                  </a:lnTo>
                  <a:lnTo>
                    <a:pt x="99910" y="320215"/>
                  </a:lnTo>
                  <a:lnTo>
                    <a:pt x="104802" y="322272"/>
                  </a:lnTo>
                  <a:lnTo>
                    <a:pt x="109757" y="324173"/>
                  </a:lnTo>
                  <a:lnTo>
                    <a:pt x="114769" y="325916"/>
                  </a:lnTo>
                  <a:lnTo>
                    <a:pt x="119834" y="327498"/>
                  </a:lnTo>
                  <a:lnTo>
                    <a:pt x="124947" y="328919"/>
                  </a:lnTo>
                  <a:lnTo>
                    <a:pt x="130102" y="330177"/>
                  </a:lnTo>
                  <a:lnTo>
                    <a:pt x="135295" y="331271"/>
                  </a:lnTo>
                  <a:lnTo>
                    <a:pt x="140520" y="332200"/>
                  </a:lnTo>
                  <a:lnTo>
                    <a:pt x="145772" y="332962"/>
                  </a:lnTo>
                  <a:lnTo>
                    <a:pt x="151045" y="333557"/>
                  </a:lnTo>
                  <a:lnTo>
                    <a:pt x="156334" y="333984"/>
                  </a:lnTo>
                  <a:lnTo>
                    <a:pt x="161635" y="334243"/>
                  </a:lnTo>
                  <a:lnTo>
                    <a:pt x="166941" y="334334"/>
                  </a:lnTo>
                  <a:lnTo>
                    <a:pt x="172247" y="334257"/>
                  </a:lnTo>
                  <a:lnTo>
                    <a:pt x="177548" y="334011"/>
                  </a:lnTo>
                  <a:lnTo>
                    <a:pt x="182838" y="333597"/>
                  </a:lnTo>
                  <a:lnTo>
                    <a:pt x="188113" y="333015"/>
                  </a:lnTo>
                  <a:lnTo>
                    <a:pt x="193366" y="332266"/>
                  </a:lnTo>
                  <a:lnTo>
                    <a:pt x="198593" y="331351"/>
                  </a:lnTo>
                  <a:lnTo>
                    <a:pt x="203789" y="330270"/>
                  </a:lnTo>
                  <a:lnTo>
                    <a:pt x="208947" y="329025"/>
                  </a:lnTo>
                  <a:lnTo>
                    <a:pt x="214064" y="327617"/>
                  </a:lnTo>
                  <a:lnTo>
                    <a:pt x="219133" y="326047"/>
                  </a:lnTo>
                  <a:lnTo>
                    <a:pt x="224150" y="324317"/>
                  </a:lnTo>
                  <a:lnTo>
                    <a:pt x="229109" y="322428"/>
                  </a:lnTo>
                  <a:lnTo>
                    <a:pt x="234006" y="320384"/>
                  </a:lnTo>
                  <a:lnTo>
                    <a:pt x="238835" y="318184"/>
                  </a:lnTo>
                  <a:lnTo>
                    <a:pt x="243593" y="315833"/>
                  </a:lnTo>
                  <a:lnTo>
                    <a:pt x="248273" y="313332"/>
                  </a:lnTo>
                  <a:lnTo>
                    <a:pt x="252871" y="310683"/>
                  </a:lnTo>
                  <a:lnTo>
                    <a:pt x="257383" y="307890"/>
                  </a:lnTo>
                  <a:lnTo>
                    <a:pt x="261805" y="304955"/>
                  </a:lnTo>
                  <a:lnTo>
                    <a:pt x="266130" y="301881"/>
                  </a:lnTo>
                  <a:lnTo>
                    <a:pt x="270356" y="298672"/>
                  </a:lnTo>
                  <a:lnTo>
                    <a:pt x="274479" y="295330"/>
                  </a:lnTo>
                  <a:lnTo>
                    <a:pt x="278492" y="291858"/>
                  </a:lnTo>
                  <a:lnTo>
                    <a:pt x="282394" y="288261"/>
                  </a:lnTo>
                  <a:lnTo>
                    <a:pt x="286180" y="284543"/>
                  </a:lnTo>
                  <a:lnTo>
                    <a:pt x="289845" y="280705"/>
                  </a:lnTo>
                  <a:lnTo>
                    <a:pt x="293387" y="276754"/>
                  </a:lnTo>
                  <a:lnTo>
                    <a:pt x="296802" y="272692"/>
                  </a:lnTo>
                  <a:lnTo>
                    <a:pt x="300086" y="268523"/>
                  </a:lnTo>
                  <a:lnTo>
                    <a:pt x="303236" y="264253"/>
                  </a:lnTo>
                  <a:lnTo>
                    <a:pt x="306249" y="259884"/>
                  </a:lnTo>
                  <a:lnTo>
                    <a:pt x="309122" y="255423"/>
                  </a:lnTo>
                  <a:lnTo>
                    <a:pt x="311852" y="250872"/>
                  </a:lnTo>
                  <a:lnTo>
                    <a:pt x="314436" y="246237"/>
                  </a:lnTo>
                  <a:lnTo>
                    <a:pt x="316871" y="241522"/>
                  </a:lnTo>
                  <a:lnTo>
                    <a:pt x="319156" y="236732"/>
                  </a:lnTo>
                  <a:lnTo>
                    <a:pt x="321287" y="231873"/>
                  </a:lnTo>
                  <a:lnTo>
                    <a:pt x="323263" y="226948"/>
                  </a:lnTo>
                  <a:lnTo>
                    <a:pt x="325082" y="221962"/>
                  </a:lnTo>
                  <a:lnTo>
                    <a:pt x="326742" y="216922"/>
                  </a:lnTo>
                  <a:lnTo>
                    <a:pt x="328241" y="211831"/>
                  </a:lnTo>
                  <a:lnTo>
                    <a:pt x="329577" y="206696"/>
                  </a:lnTo>
                  <a:lnTo>
                    <a:pt x="330750" y="201520"/>
                  </a:lnTo>
                  <a:lnTo>
                    <a:pt x="331758" y="196310"/>
                  </a:lnTo>
                  <a:lnTo>
                    <a:pt x="332600" y="191071"/>
                  </a:lnTo>
                  <a:lnTo>
                    <a:pt x="333276" y="185807"/>
                  </a:lnTo>
                  <a:lnTo>
                    <a:pt x="333783" y="180525"/>
                  </a:lnTo>
                  <a:lnTo>
                    <a:pt x="334124" y="175229"/>
                  </a:lnTo>
                  <a:lnTo>
                    <a:pt x="334295" y="169925"/>
                  </a:lnTo>
                  <a:lnTo>
                    <a:pt x="334299" y="164619"/>
                  </a:lnTo>
                  <a:lnTo>
                    <a:pt x="334134" y="159315"/>
                  </a:lnTo>
                  <a:lnTo>
                    <a:pt x="333800" y="154018"/>
                  </a:lnTo>
                  <a:lnTo>
                    <a:pt x="333299" y="148735"/>
                  </a:lnTo>
                  <a:lnTo>
                    <a:pt x="332630" y="143471"/>
                  </a:lnTo>
                  <a:lnTo>
                    <a:pt x="331795" y="138231"/>
                  </a:lnTo>
                  <a:lnTo>
                    <a:pt x="330793" y="133019"/>
                  </a:lnTo>
                  <a:lnTo>
                    <a:pt x="329627" y="127842"/>
                  </a:lnTo>
                  <a:lnTo>
                    <a:pt x="328297" y="122705"/>
                  </a:lnTo>
                  <a:lnTo>
                    <a:pt x="326804" y="117613"/>
                  </a:lnTo>
                  <a:lnTo>
                    <a:pt x="325151" y="112570"/>
                  </a:lnTo>
                  <a:lnTo>
                    <a:pt x="323338" y="107583"/>
                  </a:lnTo>
                  <a:lnTo>
                    <a:pt x="321369" y="102655"/>
                  </a:lnTo>
                  <a:lnTo>
                    <a:pt x="319243" y="97793"/>
                  </a:lnTo>
                  <a:lnTo>
                    <a:pt x="316965" y="93000"/>
                  </a:lnTo>
                  <a:lnTo>
                    <a:pt x="314535" y="88282"/>
                  </a:lnTo>
                  <a:lnTo>
                    <a:pt x="311957" y="83644"/>
                  </a:lnTo>
                  <a:lnTo>
                    <a:pt x="309233" y="79090"/>
                  </a:lnTo>
                  <a:lnTo>
                    <a:pt x="306366" y="74624"/>
                  </a:lnTo>
                  <a:lnTo>
                    <a:pt x="303358" y="70252"/>
                  </a:lnTo>
                  <a:lnTo>
                    <a:pt x="300213" y="65978"/>
                  </a:lnTo>
                  <a:lnTo>
                    <a:pt x="296934" y="61805"/>
                  </a:lnTo>
                  <a:lnTo>
                    <a:pt x="293525" y="57739"/>
                  </a:lnTo>
                  <a:lnTo>
                    <a:pt x="289988" y="53783"/>
                  </a:lnTo>
                  <a:lnTo>
                    <a:pt x="286327" y="49941"/>
                  </a:lnTo>
                  <a:lnTo>
                    <a:pt x="282546" y="46217"/>
                  </a:lnTo>
                  <a:lnTo>
                    <a:pt x="278649" y="42616"/>
                  </a:lnTo>
                  <a:lnTo>
                    <a:pt x="274640" y="39139"/>
                  </a:lnTo>
                  <a:lnTo>
                    <a:pt x="270522" y="35792"/>
                  </a:lnTo>
                  <a:lnTo>
                    <a:pt x="266300" y="32577"/>
                  </a:lnTo>
                  <a:lnTo>
                    <a:pt x="261978" y="29498"/>
                  </a:lnTo>
                  <a:lnTo>
                    <a:pt x="257560" y="26557"/>
                  </a:lnTo>
                  <a:lnTo>
                    <a:pt x="253052" y="23759"/>
                  </a:lnTo>
                  <a:lnTo>
                    <a:pt x="248457" y="21104"/>
                  </a:lnTo>
                  <a:lnTo>
                    <a:pt x="243779" y="18597"/>
                  </a:lnTo>
                  <a:lnTo>
                    <a:pt x="239025" y="16240"/>
                  </a:lnTo>
                  <a:lnTo>
                    <a:pt x="234198" y="14034"/>
                  </a:lnTo>
                  <a:lnTo>
                    <a:pt x="229304" y="11984"/>
                  </a:lnTo>
                  <a:lnTo>
                    <a:pt x="224347" y="10089"/>
                  </a:lnTo>
                  <a:lnTo>
                    <a:pt x="219333" y="8353"/>
                  </a:lnTo>
                  <a:lnTo>
                    <a:pt x="214265" y="6776"/>
                  </a:lnTo>
                  <a:lnTo>
                    <a:pt x="209151" y="5362"/>
                  </a:lnTo>
                  <a:lnTo>
                    <a:pt x="203994" y="4110"/>
                  </a:lnTo>
                  <a:lnTo>
                    <a:pt x="198800" y="3023"/>
                  </a:lnTo>
                  <a:lnTo>
                    <a:pt x="193574" y="2101"/>
                  </a:lnTo>
                  <a:lnTo>
                    <a:pt x="188321" y="1345"/>
                  </a:lnTo>
                  <a:lnTo>
                    <a:pt x="183047" y="757"/>
                  </a:lnTo>
                  <a:lnTo>
                    <a:pt x="177757" y="336"/>
                  </a:lnTo>
                  <a:lnTo>
                    <a:pt x="172457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5546" y="2406772"/>
              <a:ext cx="20187" cy="167167"/>
            </a:xfrm>
            <a:custGeom>
              <a:avLst/>
              <a:pathLst>
                <a:path w="20187" h="167167">
                  <a:moveTo>
                    <a:pt x="20187" y="0"/>
                  </a:moveTo>
                  <a:lnTo>
                    <a:pt x="10075" y="306"/>
                  </a:lnTo>
                  <a:lnTo>
                    <a:pt x="0" y="1223"/>
                  </a:lnTo>
                  <a:lnTo>
                    <a:pt x="2018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5546" y="2407995"/>
              <a:ext cx="20187" cy="165944"/>
            </a:xfrm>
            <a:custGeom>
              <a:avLst/>
              <a:pathLst>
                <a:path w="20187" h="165944">
                  <a:moveTo>
                    <a:pt x="0" y="0"/>
                  </a:moveTo>
                  <a:lnTo>
                    <a:pt x="20187" y="1659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478575" y="2407995"/>
              <a:ext cx="334314" cy="333109"/>
            </a:xfrm>
            <a:custGeom>
              <a:avLst/>
              <a:pathLst>
                <a:path w="334314" h="333109">
                  <a:moveTo>
                    <a:pt x="146971" y="0"/>
                  </a:moveTo>
                  <a:lnTo>
                    <a:pt x="141714" y="724"/>
                  </a:lnTo>
                  <a:lnTo>
                    <a:pt x="136483" y="1615"/>
                  </a:lnTo>
                  <a:lnTo>
                    <a:pt x="131283" y="2671"/>
                  </a:lnTo>
                  <a:lnTo>
                    <a:pt x="126119" y="3892"/>
                  </a:lnTo>
                  <a:lnTo>
                    <a:pt x="120997" y="5276"/>
                  </a:lnTo>
                  <a:lnTo>
                    <a:pt x="115921" y="6822"/>
                  </a:lnTo>
                  <a:lnTo>
                    <a:pt x="110896" y="8528"/>
                  </a:lnTo>
                  <a:lnTo>
                    <a:pt x="105929" y="10393"/>
                  </a:lnTo>
                  <a:lnTo>
                    <a:pt x="101023" y="12415"/>
                  </a:lnTo>
                  <a:lnTo>
                    <a:pt x="96184" y="14591"/>
                  </a:lnTo>
                  <a:lnTo>
                    <a:pt x="91416" y="16920"/>
                  </a:lnTo>
                  <a:lnTo>
                    <a:pt x="86724" y="19399"/>
                  </a:lnTo>
                  <a:lnTo>
                    <a:pt x="82114" y="22025"/>
                  </a:lnTo>
                  <a:lnTo>
                    <a:pt x="77589" y="24797"/>
                  </a:lnTo>
                  <a:lnTo>
                    <a:pt x="73154" y="27711"/>
                  </a:lnTo>
                  <a:lnTo>
                    <a:pt x="68815" y="30764"/>
                  </a:lnTo>
                  <a:lnTo>
                    <a:pt x="64574" y="33953"/>
                  </a:lnTo>
                  <a:lnTo>
                    <a:pt x="60436" y="37275"/>
                  </a:lnTo>
                  <a:lnTo>
                    <a:pt x="56406" y="40727"/>
                  </a:lnTo>
                  <a:lnTo>
                    <a:pt x="52488" y="44305"/>
                  </a:lnTo>
                  <a:lnTo>
                    <a:pt x="48685" y="48006"/>
                  </a:lnTo>
                  <a:lnTo>
                    <a:pt x="45002" y="51826"/>
                  </a:lnTo>
                  <a:lnTo>
                    <a:pt x="41442" y="55760"/>
                  </a:lnTo>
                  <a:lnTo>
                    <a:pt x="38008" y="59805"/>
                  </a:lnTo>
                  <a:lnTo>
                    <a:pt x="34705" y="63958"/>
                  </a:lnTo>
                  <a:lnTo>
                    <a:pt x="31535" y="68213"/>
                  </a:lnTo>
                  <a:lnTo>
                    <a:pt x="28501" y="72567"/>
                  </a:lnTo>
                  <a:lnTo>
                    <a:pt x="25607" y="77014"/>
                  </a:lnTo>
                  <a:lnTo>
                    <a:pt x="22856" y="81552"/>
                  </a:lnTo>
                  <a:lnTo>
                    <a:pt x="20251" y="86174"/>
                  </a:lnTo>
                  <a:lnTo>
                    <a:pt x="17793" y="90877"/>
                  </a:lnTo>
                  <a:lnTo>
                    <a:pt x="15486" y="95655"/>
                  </a:lnTo>
                  <a:lnTo>
                    <a:pt x="13331" y="100504"/>
                  </a:lnTo>
                  <a:lnTo>
                    <a:pt x="11332" y="105419"/>
                  </a:lnTo>
                  <a:lnTo>
                    <a:pt x="9489" y="110395"/>
                  </a:lnTo>
                  <a:lnTo>
                    <a:pt x="7806" y="115427"/>
                  </a:lnTo>
                  <a:lnTo>
                    <a:pt x="6283" y="120510"/>
                  </a:lnTo>
                  <a:lnTo>
                    <a:pt x="4922" y="125639"/>
                  </a:lnTo>
                  <a:lnTo>
                    <a:pt x="3725" y="130808"/>
                  </a:lnTo>
                  <a:lnTo>
                    <a:pt x="2692" y="136013"/>
                  </a:lnTo>
                  <a:lnTo>
                    <a:pt x="1825" y="141248"/>
                  </a:lnTo>
                  <a:lnTo>
                    <a:pt x="1124" y="146507"/>
                  </a:lnTo>
                  <a:lnTo>
                    <a:pt x="591" y="151787"/>
                  </a:lnTo>
                  <a:lnTo>
                    <a:pt x="226" y="157080"/>
                  </a:lnTo>
                  <a:lnTo>
                    <a:pt x="28" y="162383"/>
                  </a:lnTo>
                  <a:lnTo>
                    <a:pt x="0" y="167689"/>
                  </a:lnTo>
                  <a:lnTo>
                    <a:pt x="139" y="172993"/>
                  </a:lnTo>
                  <a:lnTo>
                    <a:pt x="447" y="178290"/>
                  </a:lnTo>
                  <a:lnTo>
                    <a:pt x="923" y="183575"/>
                  </a:lnTo>
                  <a:lnTo>
                    <a:pt x="1566" y="188842"/>
                  </a:lnTo>
                  <a:lnTo>
                    <a:pt x="2376" y="194086"/>
                  </a:lnTo>
                  <a:lnTo>
                    <a:pt x="3353" y="199302"/>
                  </a:lnTo>
                  <a:lnTo>
                    <a:pt x="4494" y="204484"/>
                  </a:lnTo>
                  <a:lnTo>
                    <a:pt x="5799" y="209627"/>
                  </a:lnTo>
                  <a:lnTo>
                    <a:pt x="7267" y="214726"/>
                  </a:lnTo>
                  <a:lnTo>
                    <a:pt x="8895" y="219776"/>
                  </a:lnTo>
                  <a:lnTo>
                    <a:pt x="10684" y="224772"/>
                  </a:lnTo>
                  <a:lnTo>
                    <a:pt x="12630" y="229709"/>
                  </a:lnTo>
                  <a:lnTo>
                    <a:pt x="14731" y="234581"/>
                  </a:lnTo>
                  <a:lnTo>
                    <a:pt x="16986" y="239384"/>
                  </a:lnTo>
                  <a:lnTo>
                    <a:pt x="19393" y="244113"/>
                  </a:lnTo>
                  <a:lnTo>
                    <a:pt x="21948" y="248763"/>
                  </a:lnTo>
                  <a:lnTo>
                    <a:pt x="24650" y="253330"/>
                  </a:lnTo>
                  <a:lnTo>
                    <a:pt x="27495" y="257809"/>
                  </a:lnTo>
                  <a:lnTo>
                    <a:pt x="30481" y="262195"/>
                  </a:lnTo>
                  <a:lnTo>
                    <a:pt x="33605" y="266485"/>
                  </a:lnTo>
                  <a:lnTo>
                    <a:pt x="36863" y="270673"/>
                  </a:lnTo>
                  <a:lnTo>
                    <a:pt x="40252" y="274755"/>
                  </a:lnTo>
                  <a:lnTo>
                    <a:pt x="43770" y="278728"/>
                  </a:lnTo>
                  <a:lnTo>
                    <a:pt x="47412" y="282587"/>
                  </a:lnTo>
                  <a:lnTo>
                    <a:pt x="51174" y="286329"/>
                  </a:lnTo>
                  <a:lnTo>
                    <a:pt x="55053" y="289949"/>
                  </a:lnTo>
                  <a:lnTo>
                    <a:pt x="59045" y="293445"/>
                  </a:lnTo>
                  <a:lnTo>
                    <a:pt x="63146" y="296812"/>
                  </a:lnTo>
                  <a:lnTo>
                    <a:pt x="67352" y="300047"/>
                  </a:lnTo>
                  <a:lnTo>
                    <a:pt x="71659" y="303147"/>
                  </a:lnTo>
                  <a:lnTo>
                    <a:pt x="76061" y="306109"/>
                  </a:lnTo>
                  <a:lnTo>
                    <a:pt x="80556" y="308930"/>
                  </a:lnTo>
                  <a:lnTo>
                    <a:pt x="85137" y="311606"/>
                  </a:lnTo>
                  <a:lnTo>
                    <a:pt x="89802" y="314136"/>
                  </a:lnTo>
                  <a:lnTo>
                    <a:pt x="94544" y="316516"/>
                  </a:lnTo>
                  <a:lnTo>
                    <a:pt x="99359" y="318745"/>
                  </a:lnTo>
                  <a:lnTo>
                    <a:pt x="104243" y="320820"/>
                  </a:lnTo>
                  <a:lnTo>
                    <a:pt x="109190" y="322739"/>
                  </a:lnTo>
                  <a:lnTo>
                    <a:pt x="114196" y="324499"/>
                  </a:lnTo>
                  <a:lnTo>
                    <a:pt x="119255" y="326100"/>
                  </a:lnTo>
                  <a:lnTo>
                    <a:pt x="124362" y="327540"/>
                  </a:lnTo>
                  <a:lnTo>
                    <a:pt x="129512" y="328817"/>
                  </a:lnTo>
                  <a:lnTo>
                    <a:pt x="134700" y="329930"/>
                  </a:lnTo>
                  <a:lnTo>
                    <a:pt x="139921" y="330877"/>
                  </a:lnTo>
                  <a:lnTo>
                    <a:pt x="145169" y="331659"/>
                  </a:lnTo>
                  <a:lnTo>
                    <a:pt x="150440" y="332273"/>
                  </a:lnTo>
                  <a:lnTo>
                    <a:pt x="155727" y="332720"/>
                  </a:lnTo>
                  <a:lnTo>
                    <a:pt x="161026" y="332998"/>
                  </a:lnTo>
                  <a:lnTo>
                    <a:pt x="166331" y="333109"/>
                  </a:lnTo>
                  <a:lnTo>
                    <a:pt x="171637" y="333051"/>
                  </a:lnTo>
                  <a:lnTo>
                    <a:pt x="176938" y="332825"/>
                  </a:lnTo>
                  <a:lnTo>
                    <a:pt x="182230" y="332430"/>
                  </a:lnTo>
                  <a:lnTo>
                    <a:pt x="187506" y="331868"/>
                  </a:lnTo>
                  <a:lnTo>
                    <a:pt x="192762" y="331139"/>
                  </a:lnTo>
                  <a:lnTo>
                    <a:pt x="197992" y="330243"/>
                  </a:lnTo>
                  <a:lnTo>
                    <a:pt x="203191" y="329181"/>
                  </a:lnTo>
                  <a:lnTo>
                    <a:pt x="208354" y="327955"/>
                  </a:lnTo>
                  <a:lnTo>
                    <a:pt x="213475" y="326566"/>
                  </a:lnTo>
                  <a:lnTo>
                    <a:pt x="218549" y="325015"/>
                  </a:lnTo>
                  <a:lnTo>
                    <a:pt x="223572" y="323304"/>
                  </a:lnTo>
                  <a:lnTo>
                    <a:pt x="228538" y="321435"/>
                  </a:lnTo>
                  <a:lnTo>
                    <a:pt x="233442" y="319408"/>
                  </a:lnTo>
                  <a:lnTo>
                    <a:pt x="238279" y="317227"/>
                  </a:lnTo>
                  <a:lnTo>
                    <a:pt x="243045" y="314894"/>
                  </a:lnTo>
                  <a:lnTo>
                    <a:pt x="247734" y="312410"/>
                  </a:lnTo>
                  <a:lnTo>
                    <a:pt x="252342" y="309779"/>
                  </a:lnTo>
                  <a:lnTo>
                    <a:pt x="256864" y="307003"/>
                  </a:lnTo>
                  <a:lnTo>
                    <a:pt x="261295" y="304085"/>
                  </a:lnTo>
                  <a:lnTo>
                    <a:pt x="265632" y="301028"/>
                  </a:lnTo>
                  <a:lnTo>
                    <a:pt x="269870" y="297834"/>
                  </a:lnTo>
                  <a:lnTo>
                    <a:pt x="274004" y="294508"/>
                  </a:lnTo>
                  <a:lnTo>
                    <a:pt x="278031" y="291052"/>
                  </a:lnTo>
                  <a:lnTo>
                    <a:pt x="281945" y="287470"/>
                  </a:lnTo>
                  <a:lnTo>
                    <a:pt x="285745" y="283766"/>
                  </a:lnTo>
                  <a:lnTo>
                    <a:pt x="289424" y="279943"/>
                  </a:lnTo>
                  <a:lnTo>
                    <a:pt x="292981" y="276005"/>
                  </a:lnTo>
                  <a:lnTo>
                    <a:pt x="296410" y="271956"/>
                  </a:lnTo>
                  <a:lnTo>
                    <a:pt x="299710" y="267801"/>
                  </a:lnTo>
                  <a:lnTo>
                    <a:pt x="302876" y="263542"/>
                  </a:lnTo>
                  <a:lnTo>
                    <a:pt x="305905" y="259186"/>
                  </a:lnTo>
                  <a:lnTo>
                    <a:pt x="308795" y="254735"/>
                  </a:lnTo>
                  <a:lnTo>
                    <a:pt x="311541" y="250195"/>
                  </a:lnTo>
                  <a:lnTo>
                    <a:pt x="314142" y="245571"/>
                  </a:lnTo>
                  <a:lnTo>
                    <a:pt x="316596" y="240866"/>
                  </a:lnTo>
                  <a:lnTo>
                    <a:pt x="318898" y="236085"/>
                  </a:lnTo>
                  <a:lnTo>
                    <a:pt x="321048" y="231234"/>
                  </a:lnTo>
                  <a:lnTo>
                    <a:pt x="323042" y="226317"/>
                  </a:lnTo>
                  <a:lnTo>
                    <a:pt x="324880" y="221339"/>
                  </a:lnTo>
                  <a:lnTo>
                    <a:pt x="326559" y="216305"/>
                  </a:lnTo>
                  <a:lnTo>
                    <a:pt x="328077" y="211221"/>
                  </a:lnTo>
                  <a:lnTo>
                    <a:pt x="329433" y="206091"/>
                  </a:lnTo>
                  <a:lnTo>
                    <a:pt x="330625" y="200920"/>
                  </a:lnTo>
                  <a:lnTo>
                    <a:pt x="331653" y="195715"/>
                  </a:lnTo>
                  <a:lnTo>
                    <a:pt x="332515" y="190479"/>
                  </a:lnTo>
                  <a:lnTo>
                    <a:pt x="333210" y="185219"/>
                  </a:lnTo>
                  <a:lnTo>
                    <a:pt x="333738" y="179939"/>
                  </a:lnTo>
                  <a:lnTo>
                    <a:pt x="334099" y="174645"/>
                  </a:lnTo>
                  <a:lnTo>
                    <a:pt x="334291" y="169342"/>
                  </a:lnTo>
                  <a:lnTo>
                    <a:pt x="334314" y="164036"/>
                  </a:lnTo>
                  <a:lnTo>
                    <a:pt x="334170" y="158732"/>
                  </a:lnTo>
                  <a:lnTo>
                    <a:pt x="333857" y="153435"/>
                  </a:lnTo>
                  <a:lnTo>
                    <a:pt x="333376" y="148150"/>
                  </a:lnTo>
                  <a:lnTo>
                    <a:pt x="332727" y="142884"/>
                  </a:lnTo>
                  <a:lnTo>
                    <a:pt x="331912" y="137641"/>
                  </a:lnTo>
                  <a:lnTo>
                    <a:pt x="330931" y="132426"/>
                  </a:lnTo>
                  <a:lnTo>
                    <a:pt x="329784" y="127245"/>
                  </a:lnTo>
                  <a:lnTo>
                    <a:pt x="328474" y="122103"/>
                  </a:lnTo>
                  <a:lnTo>
                    <a:pt x="327002" y="117006"/>
                  </a:lnTo>
                  <a:lnTo>
                    <a:pt x="325368" y="111957"/>
                  </a:lnTo>
                  <a:lnTo>
                    <a:pt x="323575" y="106963"/>
                  </a:lnTo>
                  <a:lnTo>
                    <a:pt x="321624" y="102029"/>
                  </a:lnTo>
                  <a:lnTo>
                    <a:pt x="319518" y="97158"/>
                  </a:lnTo>
                  <a:lnTo>
                    <a:pt x="317258" y="92358"/>
                  </a:lnTo>
                  <a:lnTo>
                    <a:pt x="314847" y="87631"/>
                  </a:lnTo>
                  <a:lnTo>
                    <a:pt x="312287" y="82983"/>
                  </a:lnTo>
                  <a:lnTo>
                    <a:pt x="309581" y="78419"/>
                  </a:lnTo>
                  <a:lnTo>
                    <a:pt x="306731" y="73943"/>
                  </a:lnTo>
                  <a:lnTo>
                    <a:pt x="303741" y="69559"/>
                  </a:lnTo>
                  <a:lnTo>
                    <a:pt x="300613" y="65273"/>
                  </a:lnTo>
                  <a:lnTo>
                    <a:pt x="297351" y="61088"/>
                  </a:lnTo>
                  <a:lnTo>
                    <a:pt x="293958" y="57009"/>
                  </a:lnTo>
                  <a:lnTo>
                    <a:pt x="290436" y="53039"/>
                  </a:lnTo>
                  <a:lnTo>
                    <a:pt x="286791" y="49184"/>
                  </a:lnTo>
                  <a:lnTo>
                    <a:pt x="283025" y="45446"/>
                  </a:lnTo>
                  <a:lnTo>
                    <a:pt x="279142" y="41829"/>
                  </a:lnTo>
                  <a:lnTo>
                    <a:pt x="275147" y="38337"/>
                  </a:lnTo>
                  <a:lnTo>
                    <a:pt x="271042" y="34974"/>
                  </a:lnTo>
                  <a:lnTo>
                    <a:pt x="266833" y="31743"/>
                  </a:lnTo>
                  <a:lnTo>
                    <a:pt x="262524" y="28647"/>
                  </a:lnTo>
                  <a:lnTo>
                    <a:pt x="258118" y="25690"/>
                  </a:lnTo>
                  <a:lnTo>
                    <a:pt x="253621" y="22874"/>
                  </a:lnTo>
                  <a:lnTo>
                    <a:pt x="249037" y="20201"/>
                  </a:lnTo>
                  <a:lnTo>
                    <a:pt x="244370" y="17676"/>
                  </a:lnTo>
                  <a:lnTo>
                    <a:pt x="239626" y="15300"/>
                  </a:lnTo>
                  <a:lnTo>
                    <a:pt x="234808" y="13076"/>
                  </a:lnTo>
                  <a:lnTo>
                    <a:pt x="229922" y="11006"/>
                  </a:lnTo>
                  <a:lnTo>
                    <a:pt x="224973" y="9092"/>
                  </a:lnTo>
                  <a:lnTo>
                    <a:pt x="219966" y="7336"/>
                  </a:lnTo>
                  <a:lnTo>
                    <a:pt x="214906" y="5740"/>
                  </a:lnTo>
                  <a:lnTo>
                    <a:pt x="209797" y="4306"/>
                  </a:lnTo>
                  <a:lnTo>
                    <a:pt x="204646" y="3034"/>
                  </a:lnTo>
                  <a:lnTo>
                    <a:pt x="199456" y="1926"/>
                  </a:lnTo>
                  <a:lnTo>
                    <a:pt x="167158" y="1659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45733" y="2406772"/>
              <a:ext cx="32298" cy="167167"/>
            </a:xfrm>
            <a:custGeom>
              <a:avLst/>
              <a:pathLst>
                <a:path w="32298" h="167167">
                  <a:moveTo>
                    <a:pt x="32298" y="3149"/>
                  </a:moveTo>
                  <a:lnTo>
                    <a:pt x="25897" y="2018"/>
                  </a:lnTo>
                  <a:lnTo>
                    <a:pt x="19457" y="1136"/>
                  </a:lnTo>
                  <a:lnTo>
                    <a:pt x="12988" y="505"/>
                  </a:lnTo>
                  <a:lnTo>
                    <a:pt x="6498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675" y="2911194"/>
              <a:ext cx="3305" cy="167167"/>
            </a:xfrm>
            <a:custGeom>
              <a:avLst/>
              <a:pathLst>
                <a:path w="3305" h="167167">
                  <a:moveTo>
                    <a:pt x="3305" y="0"/>
                  </a:moveTo>
                  <a:lnTo>
                    <a:pt x="0" y="32"/>
                  </a:lnTo>
                  <a:lnTo>
                    <a:pt x="330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675" y="2911227"/>
              <a:ext cx="3305" cy="167134"/>
            </a:xfrm>
            <a:custGeom>
              <a:avLst/>
              <a:pathLst>
                <a:path w="3305" h="167134">
                  <a:moveTo>
                    <a:pt x="0" y="0"/>
                  </a:moveTo>
                  <a:lnTo>
                    <a:pt x="3305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358813" y="2911227"/>
              <a:ext cx="334334" cy="334283"/>
            </a:xfrm>
            <a:custGeom>
              <a:avLst/>
              <a:pathLst>
                <a:path w="334334" h="334283">
                  <a:moveTo>
                    <a:pt x="163861" y="0"/>
                  </a:moveTo>
                  <a:lnTo>
                    <a:pt x="158565" y="188"/>
                  </a:lnTo>
                  <a:lnTo>
                    <a:pt x="153278" y="545"/>
                  </a:lnTo>
                  <a:lnTo>
                    <a:pt x="148005" y="1069"/>
                  </a:lnTo>
                  <a:lnTo>
                    <a:pt x="142751" y="1759"/>
                  </a:lnTo>
                  <a:lnTo>
                    <a:pt x="137521" y="2616"/>
                  </a:lnTo>
                  <a:lnTo>
                    <a:pt x="132321" y="3639"/>
                  </a:lnTo>
                  <a:lnTo>
                    <a:pt x="127157" y="4825"/>
                  </a:lnTo>
                  <a:lnTo>
                    <a:pt x="122032" y="6175"/>
                  </a:lnTo>
                  <a:lnTo>
                    <a:pt x="116953" y="7686"/>
                  </a:lnTo>
                  <a:lnTo>
                    <a:pt x="111925" y="9358"/>
                  </a:lnTo>
                  <a:lnTo>
                    <a:pt x="106952" y="11188"/>
                  </a:lnTo>
                  <a:lnTo>
                    <a:pt x="102039" y="13175"/>
                  </a:lnTo>
                  <a:lnTo>
                    <a:pt x="97192" y="15317"/>
                  </a:lnTo>
                  <a:lnTo>
                    <a:pt x="92415" y="17611"/>
                  </a:lnTo>
                  <a:lnTo>
                    <a:pt x="87713" y="20056"/>
                  </a:lnTo>
                  <a:lnTo>
                    <a:pt x="83091" y="22648"/>
                  </a:lnTo>
                  <a:lnTo>
                    <a:pt x="78554" y="25385"/>
                  </a:lnTo>
                  <a:lnTo>
                    <a:pt x="74106" y="28265"/>
                  </a:lnTo>
                  <a:lnTo>
                    <a:pt x="69751" y="31285"/>
                  </a:lnTo>
                  <a:lnTo>
                    <a:pt x="65494" y="34441"/>
                  </a:lnTo>
                  <a:lnTo>
                    <a:pt x="61339" y="37730"/>
                  </a:lnTo>
                  <a:lnTo>
                    <a:pt x="57291" y="41149"/>
                  </a:lnTo>
                  <a:lnTo>
                    <a:pt x="53353" y="44695"/>
                  </a:lnTo>
                  <a:lnTo>
                    <a:pt x="49529" y="48364"/>
                  </a:lnTo>
                  <a:lnTo>
                    <a:pt x="45823" y="52152"/>
                  </a:lnTo>
                  <a:lnTo>
                    <a:pt x="42240" y="56056"/>
                  </a:lnTo>
                  <a:lnTo>
                    <a:pt x="38782" y="60072"/>
                  </a:lnTo>
                  <a:lnTo>
                    <a:pt x="35453" y="64195"/>
                  </a:lnTo>
                  <a:lnTo>
                    <a:pt x="32256" y="68421"/>
                  </a:lnTo>
                  <a:lnTo>
                    <a:pt x="29195" y="72747"/>
                  </a:lnTo>
                  <a:lnTo>
                    <a:pt x="26273" y="77168"/>
                  </a:lnTo>
                  <a:lnTo>
                    <a:pt x="23492" y="81679"/>
                  </a:lnTo>
                  <a:lnTo>
                    <a:pt x="20856" y="86275"/>
                  </a:lnTo>
                  <a:lnTo>
                    <a:pt x="18366" y="90954"/>
                  </a:lnTo>
                  <a:lnTo>
                    <a:pt x="16027" y="95708"/>
                  </a:lnTo>
                  <a:lnTo>
                    <a:pt x="13839" y="100535"/>
                  </a:lnTo>
                  <a:lnTo>
                    <a:pt x="11805" y="105428"/>
                  </a:lnTo>
                  <a:lnTo>
                    <a:pt x="9927" y="110383"/>
                  </a:lnTo>
                  <a:lnTo>
                    <a:pt x="8207" y="115396"/>
                  </a:lnTo>
                  <a:lnTo>
                    <a:pt x="6647" y="120460"/>
                  </a:lnTo>
                  <a:lnTo>
                    <a:pt x="5248" y="125571"/>
                  </a:lnTo>
                  <a:lnTo>
                    <a:pt x="4012" y="130724"/>
                  </a:lnTo>
                  <a:lnTo>
                    <a:pt x="2940" y="135914"/>
                  </a:lnTo>
                  <a:lnTo>
                    <a:pt x="2033" y="141135"/>
                  </a:lnTo>
                  <a:lnTo>
                    <a:pt x="1292" y="146382"/>
                  </a:lnTo>
                  <a:lnTo>
                    <a:pt x="718" y="151650"/>
                  </a:lnTo>
                  <a:lnTo>
                    <a:pt x="311" y="156934"/>
                  </a:lnTo>
                  <a:lnTo>
                    <a:pt x="71" y="162228"/>
                  </a:lnTo>
                  <a:lnTo>
                    <a:pt x="0" y="167526"/>
                  </a:lnTo>
                  <a:lnTo>
                    <a:pt x="96" y="172825"/>
                  </a:lnTo>
                  <a:lnTo>
                    <a:pt x="360" y="178117"/>
                  </a:lnTo>
                  <a:lnTo>
                    <a:pt x="792" y="183399"/>
                  </a:lnTo>
                  <a:lnTo>
                    <a:pt x="1391" y="188664"/>
                  </a:lnTo>
                  <a:lnTo>
                    <a:pt x="2157" y="193908"/>
                  </a:lnTo>
                  <a:lnTo>
                    <a:pt x="3088" y="199124"/>
                  </a:lnTo>
                  <a:lnTo>
                    <a:pt x="4185" y="204309"/>
                  </a:lnTo>
                  <a:lnTo>
                    <a:pt x="5445" y="209456"/>
                  </a:lnTo>
                  <a:lnTo>
                    <a:pt x="6868" y="214561"/>
                  </a:lnTo>
                  <a:lnTo>
                    <a:pt x="8452" y="219618"/>
                  </a:lnTo>
                  <a:lnTo>
                    <a:pt x="10195" y="224622"/>
                  </a:lnTo>
                  <a:lnTo>
                    <a:pt x="12096" y="229568"/>
                  </a:lnTo>
                  <a:lnTo>
                    <a:pt x="14153" y="234452"/>
                  </a:lnTo>
                  <a:lnTo>
                    <a:pt x="16363" y="239268"/>
                  </a:lnTo>
                  <a:lnTo>
                    <a:pt x="18725" y="244012"/>
                  </a:lnTo>
                  <a:lnTo>
                    <a:pt x="21237" y="248678"/>
                  </a:lnTo>
                  <a:lnTo>
                    <a:pt x="23895" y="253263"/>
                  </a:lnTo>
                  <a:lnTo>
                    <a:pt x="26697" y="257761"/>
                  </a:lnTo>
                  <a:lnTo>
                    <a:pt x="29640" y="262167"/>
                  </a:lnTo>
                  <a:lnTo>
                    <a:pt x="32721" y="266479"/>
                  </a:lnTo>
                  <a:lnTo>
                    <a:pt x="35937" y="270690"/>
                  </a:lnTo>
                  <a:lnTo>
                    <a:pt x="39285" y="274798"/>
                  </a:lnTo>
                  <a:lnTo>
                    <a:pt x="42762" y="278797"/>
                  </a:lnTo>
                  <a:lnTo>
                    <a:pt x="46364" y="282684"/>
                  </a:lnTo>
                  <a:lnTo>
                    <a:pt x="50087" y="286455"/>
                  </a:lnTo>
                  <a:lnTo>
                    <a:pt x="53928" y="290106"/>
                  </a:lnTo>
                  <a:lnTo>
                    <a:pt x="57883" y="293633"/>
                  </a:lnTo>
                  <a:lnTo>
                    <a:pt x="61947" y="297034"/>
                  </a:lnTo>
                  <a:lnTo>
                    <a:pt x="66117" y="300303"/>
                  </a:lnTo>
                  <a:lnTo>
                    <a:pt x="70389" y="303439"/>
                  </a:lnTo>
                  <a:lnTo>
                    <a:pt x="74758" y="306438"/>
                  </a:lnTo>
                  <a:lnTo>
                    <a:pt x="79220" y="309297"/>
                  </a:lnTo>
                  <a:lnTo>
                    <a:pt x="83770" y="312013"/>
                  </a:lnTo>
                  <a:lnTo>
                    <a:pt x="88404" y="314584"/>
                  </a:lnTo>
                  <a:lnTo>
                    <a:pt x="93117" y="317006"/>
                  </a:lnTo>
                  <a:lnTo>
                    <a:pt x="97905" y="319278"/>
                  </a:lnTo>
                  <a:lnTo>
                    <a:pt x="102762" y="321397"/>
                  </a:lnTo>
                  <a:lnTo>
                    <a:pt x="107684" y="323361"/>
                  </a:lnTo>
                  <a:lnTo>
                    <a:pt x="112665" y="325168"/>
                  </a:lnTo>
                  <a:lnTo>
                    <a:pt x="117702" y="326816"/>
                  </a:lnTo>
                  <a:lnTo>
                    <a:pt x="122788" y="328303"/>
                  </a:lnTo>
                  <a:lnTo>
                    <a:pt x="127918" y="329629"/>
                  </a:lnTo>
                  <a:lnTo>
                    <a:pt x="133089" y="330791"/>
                  </a:lnTo>
                  <a:lnTo>
                    <a:pt x="138293" y="331789"/>
                  </a:lnTo>
                  <a:lnTo>
                    <a:pt x="143526" y="332622"/>
                  </a:lnTo>
                  <a:lnTo>
                    <a:pt x="148784" y="333288"/>
                  </a:lnTo>
                  <a:lnTo>
                    <a:pt x="154059" y="333787"/>
                  </a:lnTo>
                  <a:lnTo>
                    <a:pt x="159348" y="334119"/>
                  </a:lnTo>
                  <a:lnTo>
                    <a:pt x="164645" y="334283"/>
                  </a:lnTo>
                  <a:lnTo>
                    <a:pt x="169944" y="334279"/>
                  </a:lnTo>
                  <a:lnTo>
                    <a:pt x="175240" y="334107"/>
                  </a:lnTo>
                  <a:lnTo>
                    <a:pt x="180529" y="333767"/>
                  </a:lnTo>
                  <a:lnTo>
                    <a:pt x="185804" y="333260"/>
                  </a:lnTo>
                  <a:lnTo>
                    <a:pt x="191060" y="332585"/>
                  </a:lnTo>
                  <a:lnTo>
                    <a:pt x="196292" y="331745"/>
                  </a:lnTo>
                  <a:lnTo>
                    <a:pt x="201495" y="330739"/>
                  </a:lnTo>
                  <a:lnTo>
                    <a:pt x="206663" y="329569"/>
                  </a:lnTo>
                  <a:lnTo>
                    <a:pt x="211792" y="328235"/>
                  </a:lnTo>
                  <a:lnTo>
                    <a:pt x="216876" y="326740"/>
                  </a:lnTo>
                  <a:lnTo>
                    <a:pt x="221910" y="325084"/>
                  </a:lnTo>
                  <a:lnTo>
                    <a:pt x="226888" y="323270"/>
                  </a:lnTo>
                  <a:lnTo>
                    <a:pt x="231807" y="321298"/>
                  </a:lnTo>
                  <a:lnTo>
                    <a:pt x="236661" y="319172"/>
                  </a:lnTo>
                  <a:lnTo>
                    <a:pt x="241445" y="316893"/>
                  </a:lnTo>
                  <a:lnTo>
                    <a:pt x="246155" y="314463"/>
                  </a:lnTo>
                  <a:lnTo>
                    <a:pt x="250785" y="311886"/>
                  </a:lnTo>
                  <a:lnTo>
                    <a:pt x="255331" y="309162"/>
                  </a:lnTo>
                  <a:lnTo>
                    <a:pt x="259788" y="306297"/>
                  </a:lnTo>
                  <a:lnTo>
                    <a:pt x="264153" y="303291"/>
                  </a:lnTo>
                  <a:lnTo>
                    <a:pt x="268419" y="300149"/>
                  </a:lnTo>
                  <a:lnTo>
                    <a:pt x="272585" y="296872"/>
                  </a:lnTo>
                  <a:lnTo>
                    <a:pt x="276644" y="293466"/>
                  </a:lnTo>
                  <a:lnTo>
                    <a:pt x="280593" y="289932"/>
                  </a:lnTo>
                  <a:lnTo>
                    <a:pt x="284428" y="286276"/>
                  </a:lnTo>
                  <a:lnTo>
                    <a:pt x="288146" y="282499"/>
                  </a:lnTo>
                  <a:lnTo>
                    <a:pt x="291741" y="278606"/>
                  </a:lnTo>
                  <a:lnTo>
                    <a:pt x="295212" y="274602"/>
                  </a:lnTo>
                  <a:lnTo>
                    <a:pt x="298554" y="270489"/>
                  </a:lnTo>
                  <a:lnTo>
                    <a:pt x="301764" y="266273"/>
                  </a:lnTo>
                  <a:lnTo>
                    <a:pt x="304839" y="261957"/>
                  </a:lnTo>
                  <a:lnTo>
                    <a:pt x="307775" y="257546"/>
                  </a:lnTo>
                  <a:lnTo>
                    <a:pt x="310570" y="253043"/>
                  </a:lnTo>
                  <a:lnTo>
                    <a:pt x="313221" y="248455"/>
                  </a:lnTo>
                  <a:lnTo>
                    <a:pt x="315725" y="243785"/>
                  </a:lnTo>
                  <a:lnTo>
                    <a:pt x="318080" y="239038"/>
                  </a:lnTo>
                  <a:lnTo>
                    <a:pt x="320283" y="234218"/>
                  </a:lnTo>
                  <a:lnTo>
                    <a:pt x="322333" y="229331"/>
                  </a:lnTo>
                  <a:lnTo>
                    <a:pt x="324226" y="224382"/>
                  </a:lnTo>
                  <a:lnTo>
                    <a:pt x="325962" y="219375"/>
                  </a:lnTo>
                  <a:lnTo>
                    <a:pt x="327538" y="214315"/>
                  </a:lnTo>
                  <a:lnTo>
                    <a:pt x="328952" y="209209"/>
                  </a:lnTo>
                  <a:lnTo>
                    <a:pt x="330205" y="204059"/>
                  </a:lnTo>
                  <a:lnTo>
                    <a:pt x="331293" y="198873"/>
                  </a:lnTo>
                  <a:lnTo>
                    <a:pt x="332217" y="193655"/>
                  </a:lnTo>
                  <a:lnTo>
                    <a:pt x="332974" y="188410"/>
                  </a:lnTo>
                  <a:lnTo>
                    <a:pt x="333566" y="183144"/>
                  </a:lnTo>
                  <a:lnTo>
                    <a:pt x="333989" y="177862"/>
                  </a:lnTo>
                  <a:lnTo>
                    <a:pt x="334246" y="172569"/>
                  </a:lnTo>
                  <a:lnTo>
                    <a:pt x="334334" y="167270"/>
                  </a:lnTo>
                  <a:lnTo>
                    <a:pt x="334254" y="161972"/>
                  </a:lnTo>
                  <a:lnTo>
                    <a:pt x="334007" y="156678"/>
                  </a:lnTo>
                  <a:lnTo>
                    <a:pt x="333591" y="151396"/>
                  </a:lnTo>
                  <a:lnTo>
                    <a:pt x="333009" y="146128"/>
                  </a:lnTo>
                  <a:lnTo>
                    <a:pt x="332260" y="140882"/>
                  </a:lnTo>
                  <a:lnTo>
                    <a:pt x="331345" y="135663"/>
                  </a:lnTo>
                  <a:lnTo>
                    <a:pt x="330265" y="130475"/>
                  </a:lnTo>
                  <a:lnTo>
                    <a:pt x="329021" y="125324"/>
                  </a:lnTo>
                  <a:lnTo>
                    <a:pt x="327614" y="120215"/>
                  </a:lnTo>
                  <a:lnTo>
                    <a:pt x="326046" y="115153"/>
                  </a:lnTo>
                  <a:lnTo>
                    <a:pt x="324319" y="110143"/>
                  </a:lnTo>
                  <a:lnTo>
                    <a:pt x="322434" y="105190"/>
                  </a:lnTo>
                  <a:lnTo>
                    <a:pt x="320392" y="100300"/>
                  </a:lnTo>
                  <a:lnTo>
                    <a:pt x="318197" y="95477"/>
                  </a:lnTo>
                  <a:lnTo>
                    <a:pt x="315850" y="90726"/>
                  </a:lnTo>
                  <a:lnTo>
                    <a:pt x="313353" y="86052"/>
                  </a:lnTo>
                  <a:lnTo>
                    <a:pt x="310710" y="81459"/>
                  </a:lnTo>
                  <a:lnTo>
                    <a:pt x="307922" y="76952"/>
                  </a:lnTo>
                  <a:lnTo>
                    <a:pt x="304993" y="72536"/>
                  </a:lnTo>
                  <a:lnTo>
                    <a:pt x="301925" y="68215"/>
                  </a:lnTo>
                  <a:lnTo>
                    <a:pt x="298722" y="63993"/>
                  </a:lnTo>
                  <a:lnTo>
                    <a:pt x="295387" y="59875"/>
                  </a:lnTo>
                  <a:lnTo>
                    <a:pt x="291923" y="55865"/>
                  </a:lnTo>
                  <a:lnTo>
                    <a:pt x="288333" y="51967"/>
                  </a:lnTo>
                  <a:lnTo>
                    <a:pt x="284622" y="48184"/>
                  </a:lnTo>
                  <a:lnTo>
                    <a:pt x="280793" y="44521"/>
                  </a:lnTo>
                  <a:lnTo>
                    <a:pt x="276850" y="40981"/>
                  </a:lnTo>
                  <a:lnTo>
                    <a:pt x="272796" y="37568"/>
                  </a:lnTo>
                  <a:lnTo>
                    <a:pt x="268636" y="34285"/>
                  </a:lnTo>
                  <a:lnTo>
                    <a:pt x="264374" y="31136"/>
                  </a:lnTo>
                  <a:lnTo>
                    <a:pt x="260015" y="28123"/>
                  </a:lnTo>
                  <a:lnTo>
                    <a:pt x="255562" y="25250"/>
                  </a:lnTo>
                  <a:lnTo>
                    <a:pt x="251020" y="22519"/>
                  </a:lnTo>
                  <a:lnTo>
                    <a:pt x="246395" y="19934"/>
                  </a:lnTo>
                  <a:lnTo>
                    <a:pt x="241689" y="17497"/>
                  </a:lnTo>
                  <a:lnTo>
                    <a:pt x="167166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2911194"/>
              <a:ext cx="74522" cy="167167"/>
            </a:xfrm>
            <a:custGeom>
              <a:avLst/>
              <a:pathLst>
                <a:path w="74522" h="167167">
                  <a:moveTo>
                    <a:pt x="74522" y="17530"/>
                  </a:moveTo>
                  <a:lnTo>
                    <a:pt x="69158" y="14976"/>
                  </a:lnTo>
                  <a:lnTo>
                    <a:pt x="63706" y="12614"/>
                  </a:lnTo>
                  <a:lnTo>
                    <a:pt x="58173" y="10448"/>
                  </a:lnTo>
                  <a:lnTo>
                    <a:pt x="52567" y="8480"/>
                  </a:lnTo>
                  <a:lnTo>
                    <a:pt x="46895" y="6712"/>
                  </a:lnTo>
                  <a:lnTo>
                    <a:pt x="41164" y="5147"/>
                  </a:lnTo>
                  <a:lnTo>
                    <a:pt x="35380" y="3787"/>
                  </a:lnTo>
                  <a:lnTo>
                    <a:pt x="29552" y="2632"/>
                  </a:lnTo>
                  <a:lnTo>
                    <a:pt x="23686" y="1686"/>
                  </a:lnTo>
                  <a:lnTo>
                    <a:pt x="17791" y="949"/>
                  </a:lnTo>
                  <a:lnTo>
                    <a:pt x="11873" y="422"/>
                  </a:lnTo>
                  <a:lnTo>
                    <a:pt x="5940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09544" y="3429590"/>
              <a:ext cx="16436" cy="167167"/>
            </a:xfrm>
            <a:custGeom>
              <a:avLst/>
              <a:pathLst>
                <a:path w="16436" h="167167">
                  <a:moveTo>
                    <a:pt x="16436" y="0"/>
                  </a:moveTo>
                  <a:lnTo>
                    <a:pt x="8208" y="202"/>
                  </a:lnTo>
                  <a:lnTo>
                    <a:pt x="0" y="809"/>
                  </a:lnTo>
                  <a:lnTo>
                    <a:pt x="1643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9544" y="3430400"/>
              <a:ext cx="16436" cy="166357"/>
            </a:xfrm>
            <a:custGeom>
              <a:avLst/>
              <a:pathLst>
                <a:path w="16436" h="166357">
                  <a:moveTo>
                    <a:pt x="0" y="0"/>
                  </a:moveTo>
                  <a:lnTo>
                    <a:pt x="16436" y="1663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30" y="3430400"/>
              <a:ext cx="334316" cy="333521"/>
            </a:xfrm>
            <a:custGeom>
              <a:avLst/>
              <a:pathLst>
                <a:path w="334316" h="333521">
                  <a:moveTo>
                    <a:pt x="150714" y="0"/>
                  </a:moveTo>
                  <a:lnTo>
                    <a:pt x="145461" y="602"/>
                  </a:lnTo>
                  <a:lnTo>
                    <a:pt x="140230" y="1371"/>
                  </a:lnTo>
                  <a:lnTo>
                    <a:pt x="135027" y="2305"/>
                  </a:lnTo>
                  <a:lnTo>
                    <a:pt x="129855" y="3403"/>
                  </a:lnTo>
                  <a:lnTo>
                    <a:pt x="124721" y="4664"/>
                  </a:lnTo>
                  <a:lnTo>
                    <a:pt x="119629" y="6086"/>
                  </a:lnTo>
                  <a:lnTo>
                    <a:pt x="114584" y="7669"/>
                  </a:lnTo>
                  <a:lnTo>
                    <a:pt x="109592" y="9411"/>
                  </a:lnTo>
                  <a:lnTo>
                    <a:pt x="104658" y="11310"/>
                  </a:lnTo>
                  <a:lnTo>
                    <a:pt x="99786" y="13363"/>
                  </a:lnTo>
                  <a:lnTo>
                    <a:pt x="94982" y="15570"/>
                  </a:lnTo>
                  <a:lnTo>
                    <a:pt x="90250" y="17928"/>
                  </a:lnTo>
                  <a:lnTo>
                    <a:pt x="85594" y="20434"/>
                  </a:lnTo>
                  <a:lnTo>
                    <a:pt x="81021" y="23086"/>
                  </a:lnTo>
                  <a:lnTo>
                    <a:pt x="76533" y="25881"/>
                  </a:lnTo>
                  <a:lnTo>
                    <a:pt x="72136" y="28817"/>
                  </a:lnTo>
                  <a:lnTo>
                    <a:pt x="67834" y="31890"/>
                  </a:lnTo>
                  <a:lnTo>
                    <a:pt x="63632" y="35098"/>
                  </a:lnTo>
                  <a:lnTo>
                    <a:pt x="59533" y="38437"/>
                  </a:lnTo>
                  <a:lnTo>
                    <a:pt x="55541" y="41904"/>
                  </a:lnTo>
                  <a:lnTo>
                    <a:pt x="51662" y="45496"/>
                  </a:lnTo>
                  <a:lnTo>
                    <a:pt x="47897" y="49208"/>
                  </a:lnTo>
                  <a:lnTo>
                    <a:pt x="44253" y="53038"/>
                  </a:lnTo>
                  <a:lnTo>
                    <a:pt x="40731" y="56981"/>
                  </a:lnTo>
                  <a:lnTo>
                    <a:pt x="37335" y="61034"/>
                  </a:lnTo>
                  <a:lnTo>
                    <a:pt x="34069" y="65191"/>
                  </a:lnTo>
                  <a:lnTo>
                    <a:pt x="30937" y="69450"/>
                  </a:lnTo>
                  <a:lnTo>
                    <a:pt x="27940" y="73806"/>
                  </a:lnTo>
                  <a:lnTo>
                    <a:pt x="25083" y="78255"/>
                  </a:lnTo>
                  <a:lnTo>
                    <a:pt x="22368" y="82791"/>
                  </a:lnTo>
                  <a:lnTo>
                    <a:pt x="19798" y="87412"/>
                  </a:lnTo>
                  <a:lnTo>
                    <a:pt x="17375" y="92111"/>
                  </a:lnTo>
                  <a:lnTo>
                    <a:pt x="15102" y="96884"/>
                  </a:lnTo>
                  <a:lnTo>
                    <a:pt x="12982" y="101727"/>
                  </a:lnTo>
                  <a:lnTo>
                    <a:pt x="11015" y="106635"/>
                  </a:lnTo>
                  <a:lnTo>
                    <a:pt x="9204" y="111602"/>
                  </a:lnTo>
                  <a:lnTo>
                    <a:pt x="7552" y="116624"/>
                  </a:lnTo>
                  <a:lnTo>
                    <a:pt x="6059" y="121696"/>
                  </a:lnTo>
                  <a:lnTo>
                    <a:pt x="4727" y="126812"/>
                  </a:lnTo>
                  <a:lnTo>
                    <a:pt x="3558" y="131968"/>
                  </a:lnTo>
                  <a:lnTo>
                    <a:pt x="2552" y="137159"/>
                  </a:lnTo>
                  <a:lnTo>
                    <a:pt x="1711" y="142378"/>
                  </a:lnTo>
                  <a:lnTo>
                    <a:pt x="1036" y="147622"/>
                  </a:lnTo>
                  <a:lnTo>
                    <a:pt x="526" y="152884"/>
                  </a:lnTo>
                  <a:lnTo>
                    <a:pt x="184" y="158160"/>
                  </a:lnTo>
                  <a:lnTo>
                    <a:pt x="8" y="163444"/>
                  </a:lnTo>
                  <a:lnTo>
                    <a:pt x="0" y="168731"/>
                  </a:lnTo>
                  <a:lnTo>
                    <a:pt x="158" y="174016"/>
                  </a:lnTo>
                  <a:lnTo>
                    <a:pt x="484" y="179293"/>
                  </a:lnTo>
                  <a:lnTo>
                    <a:pt x="976" y="184557"/>
                  </a:lnTo>
                  <a:lnTo>
                    <a:pt x="1635" y="189803"/>
                  </a:lnTo>
                  <a:lnTo>
                    <a:pt x="2459" y="195025"/>
                  </a:lnTo>
                  <a:lnTo>
                    <a:pt x="3448" y="200219"/>
                  </a:lnTo>
                  <a:lnTo>
                    <a:pt x="4601" y="205378"/>
                  </a:lnTo>
                  <a:lnTo>
                    <a:pt x="5916" y="210499"/>
                  </a:lnTo>
                  <a:lnTo>
                    <a:pt x="7393" y="215576"/>
                  </a:lnTo>
                  <a:lnTo>
                    <a:pt x="9029" y="220603"/>
                  </a:lnTo>
                  <a:lnTo>
                    <a:pt x="10823" y="225576"/>
                  </a:lnTo>
                  <a:lnTo>
                    <a:pt x="12774" y="230490"/>
                  </a:lnTo>
                  <a:lnTo>
                    <a:pt x="14879" y="235340"/>
                  </a:lnTo>
                  <a:lnTo>
                    <a:pt x="17137" y="240120"/>
                  </a:lnTo>
                  <a:lnTo>
                    <a:pt x="19545" y="244827"/>
                  </a:lnTo>
                  <a:lnTo>
                    <a:pt x="22100" y="249456"/>
                  </a:lnTo>
                  <a:lnTo>
                    <a:pt x="24800" y="254001"/>
                  </a:lnTo>
                  <a:lnTo>
                    <a:pt x="27643" y="258459"/>
                  </a:lnTo>
                  <a:lnTo>
                    <a:pt x="30625" y="262824"/>
                  </a:lnTo>
                  <a:lnTo>
                    <a:pt x="33744" y="267093"/>
                  </a:lnTo>
                  <a:lnTo>
                    <a:pt x="36996" y="271262"/>
                  </a:lnTo>
                  <a:lnTo>
                    <a:pt x="40379" y="275325"/>
                  </a:lnTo>
                  <a:lnTo>
                    <a:pt x="43888" y="279279"/>
                  </a:lnTo>
                  <a:lnTo>
                    <a:pt x="47521" y="283121"/>
                  </a:lnTo>
                  <a:lnTo>
                    <a:pt x="51273" y="286845"/>
                  </a:lnTo>
                  <a:lnTo>
                    <a:pt x="55141" y="290449"/>
                  </a:lnTo>
                  <a:lnTo>
                    <a:pt x="59121" y="293929"/>
                  </a:lnTo>
                  <a:lnTo>
                    <a:pt x="63210" y="297282"/>
                  </a:lnTo>
                  <a:lnTo>
                    <a:pt x="67402" y="300503"/>
                  </a:lnTo>
                  <a:lnTo>
                    <a:pt x="71694" y="303590"/>
                  </a:lnTo>
                  <a:lnTo>
                    <a:pt x="76081" y="306540"/>
                  </a:lnTo>
                  <a:lnTo>
                    <a:pt x="80560" y="309350"/>
                  </a:lnTo>
                  <a:lnTo>
                    <a:pt x="85125" y="312017"/>
                  </a:lnTo>
                  <a:lnTo>
                    <a:pt x="89772" y="314538"/>
                  </a:lnTo>
                  <a:lnTo>
                    <a:pt x="94497" y="316911"/>
                  </a:lnTo>
                  <a:lnTo>
                    <a:pt x="99294" y="319133"/>
                  </a:lnTo>
                  <a:lnTo>
                    <a:pt x="104159" y="321202"/>
                  </a:lnTo>
                  <a:lnTo>
                    <a:pt x="109087" y="323117"/>
                  </a:lnTo>
                  <a:lnTo>
                    <a:pt x="114073" y="324875"/>
                  </a:lnTo>
                  <a:lnTo>
                    <a:pt x="119113" y="326474"/>
                  </a:lnTo>
                  <a:lnTo>
                    <a:pt x="124200" y="327913"/>
                  </a:lnTo>
                  <a:lnTo>
                    <a:pt x="129330" y="329190"/>
                  </a:lnTo>
                  <a:lnTo>
                    <a:pt x="134499" y="330305"/>
                  </a:lnTo>
                  <a:lnTo>
                    <a:pt x="139699" y="331255"/>
                  </a:lnTo>
                  <a:lnTo>
                    <a:pt x="144928" y="332041"/>
                  </a:lnTo>
                  <a:lnTo>
                    <a:pt x="150178" y="332661"/>
                  </a:lnTo>
                  <a:lnTo>
                    <a:pt x="155446" y="333114"/>
                  </a:lnTo>
                  <a:lnTo>
                    <a:pt x="160725" y="333401"/>
                  </a:lnTo>
                  <a:lnTo>
                    <a:pt x="166010" y="333521"/>
                  </a:lnTo>
                  <a:lnTo>
                    <a:pt x="171297" y="333473"/>
                  </a:lnTo>
                  <a:lnTo>
                    <a:pt x="176580" y="333258"/>
                  </a:lnTo>
                  <a:lnTo>
                    <a:pt x="181853" y="332877"/>
                  </a:lnTo>
                  <a:lnTo>
                    <a:pt x="187111" y="332328"/>
                  </a:lnTo>
                  <a:lnTo>
                    <a:pt x="192350" y="331614"/>
                  </a:lnTo>
                  <a:lnTo>
                    <a:pt x="197563" y="330735"/>
                  </a:lnTo>
                  <a:lnTo>
                    <a:pt x="202746" y="329691"/>
                  </a:lnTo>
                  <a:lnTo>
                    <a:pt x="207893" y="328483"/>
                  </a:lnTo>
                  <a:lnTo>
                    <a:pt x="213000" y="327114"/>
                  </a:lnTo>
                  <a:lnTo>
                    <a:pt x="218060" y="325584"/>
                  </a:lnTo>
                  <a:lnTo>
                    <a:pt x="223070" y="323894"/>
                  </a:lnTo>
                  <a:lnTo>
                    <a:pt x="228024" y="322047"/>
                  </a:lnTo>
                  <a:lnTo>
                    <a:pt x="232917" y="320044"/>
                  </a:lnTo>
                  <a:lnTo>
                    <a:pt x="237744" y="317887"/>
                  </a:lnTo>
                  <a:lnTo>
                    <a:pt x="242500" y="315579"/>
                  </a:lnTo>
                  <a:lnTo>
                    <a:pt x="247182" y="313122"/>
                  </a:lnTo>
                  <a:lnTo>
                    <a:pt x="251783" y="310518"/>
                  </a:lnTo>
                  <a:lnTo>
                    <a:pt x="256299" y="307769"/>
                  </a:lnTo>
                  <a:lnTo>
                    <a:pt x="260726" y="304879"/>
                  </a:lnTo>
                  <a:lnTo>
                    <a:pt x="265060" y="301851"/>
                  </a:lnTo>
                  <a:lnTo>
                    <a:pt x="269296" y="298687"/>
                  </a:lnTo>
                  <a:lnTo>
                    <a:pt x="273429" y="295391"/>
                  </a:lnTo>
                  <a:lnTo>
                    <a:pt x="277457" y="291965"/>
                  </a:lnTo>
                  <a:lnTo>
                    <a:pt x="281373" y="288414"/>
                  </a:lnTo>
                  <a:lnTo>
                    <a:pt x="285176" y="284741"/>
                  </a:lnTo>
                  <a:lnTo>
                    <a:pt x="288861" y="280950"/>
                  </a:lnTo>
                  <a:lnTo>
                    <a:pt x="292424" y="277043"/>
                  </a:lnTo>
                  <a:lnTo>
                    <a:pt x="295861" y="273027"/>
                  </a:lnTo>
                  <a:lnTo>
                    <a:pt x="299170" y="268903"/>
                  </a:lnTo>
                  <a:lnTo>
                    <a:pt x="302347" y="264677"/>
                  </a:lnTo>
                  <a:lnTo>
                    <a:pt x="305388" y="260352"/>
                  </a:lnTo>
                  <a:lnTo>
                    <a:pt x="308292" y="255934"/>
                  </a:lnTo>
                  <a:lnTo>
                    <a:pt x="311054" y="251426"/>
                  </a:lnTo>
                  <a:lnTo>
                    <a:pt x="313672" y="246833"/>
                  </a:lnTo>
                  <a:lnTo>
                    <a:pt x="316143" y="242159"/>
                  </a:lnTo>
                  <a:lnTo>
                    <a:pt x="318466" y="237410"/>
                  </a:lnTo>
                  <a:lnTo>
                    <a:pt x="320637" y="232589"/>
                  </a:lnTo>
                  <a:lnTo>
                    <a:pt x="322655" y="227702"/>
                  </a:lnTo>
                  <a:lnTo>
                    <a:pt x="324517" y="222754"/>
                  </a:lnTo>
                  <a:lnTo>
                    <a:pt x="326222" y="217749"/>
                  </a:lnTo>
                  <a:lnTo>
                    <a:pt x="327767" y="212693"/>
                  </a:lnTo>
                  <a:lnTo>
                    <a:pt x="329152" y="207591"/>
                  </a:lnTo>
                  <a:lnTo>
                    <a:pt x="330375" y="202448"/>
                  </a:lnTo>
                  <a:lnTo>
                    <a:pt x="331435" y="197268"/>
                  </a:lnTo>
                  <a:lnTo>
                    <a:pt x="332330" y="192057"/>
                  </a:lnTo>
                  <a:lnTo>
                    <a:pt x="333060" y="186821"/>
                  </a:lnTo>
                  <a:lnTo>
                    <a:pt x="333624" y="181564"/>
                  </a:lnTo>
                  <a:lnTo>
                    <a:pt x="334022" y="176292"/>
                  </a:lnTo>
                  <a:lnTo>
                    <a:pt x="334253" y="171010"/>
                  </a:lnTo>
                  <a:lnTo>
                    <a:pt x="334316" y="165724"/>
                  </a:lnTo>
                  <a:lnTo>
                    <a:pt x="334213" y="160438"/>
                  </a:lnTo>
                  <a:lnTo>
                    <a:pt x="333942" y="155158"/>
                  </a:lnTo>
                  <a:lnTo>
                    <a:pt x="333504" y="149889"/>
                  </a:lnTo>
                  <a:lnTo>
                    <a:pt x="332900" y="144637"/>
                  </a:lnTo>
                  <a:lnTo>
                    <a:pt x="332131" y="139406"/>
                  </a:lnTo>
                  <a:lnTo>
                    <a:pt x="331196" y="134202"/>
                  </a:lnTo>
                  <a:lnTo>
                    <a:pt x="330097" y="129031"/>
                  </a:lnTo>
                  <a:lnTo>
                    <a:pt x="328835" y="123897"/>
                  </a:lnTo>
                  <a:lnTo>
                    <a:pt x="327412" y="118805"/>
                  </a:lnTo>
                  <a:lnTo>
                    <a:pt x="325828" y="113761"/>
                  </a:lnTo>
                  <a:lnTo>
                    <a:pt x="324085" y="108769"/>
                  </a:lnTo>
                  <a:lnTo>
                    <a:pt x="322186" y="103835"/>
                  </a:lnTo>
                  <a:lnTo>
                    <a:pt x="320131" y="98964"/>
                  </a:lnTo>
                  <a:lnTo>
                    <a:pt x="317923" y="94160"/>
                  </a:lnTo>
                  <a:lnTo>
                    <a:pt x="315565" y="89428"/>
                  </a:lnTo>
                  <a:lnTo>
                    <a:pt x="313058" y="84773"/>
                  </a:lnTo>
                  <a:lnTo>
                    <a:pt x="310405" y="80200"/>
                  </a:lnTo>
                  <a:lnTo>
                    <a:pt x="307609" y="75713"/>
                  </a:lnTo>
                  <a:lnTo>
                    <a:pt x="304672" y="71317"/>
                  </a:lnTo>
                  <a:lnTo>
                    <a:pt x="301598" y="67015"/>
                  </a:lnTo>
                  <a:lnTo>
                    <a:pt x="298389" y="62814"/>
                  </a:lnTo>
                  <a:lnTo>
                    <a:pt x="295049" y="58715"/>
                  </a:lnTo>
                  <a:lnTo>
                    <a:pt x="291581" y="54725"/>
                  </a:lnTo>
                  <a:lnTo>
                    <a:pt x="287989" y="50845"/>
                  </a:lnTo>
                  <a:lnTo>
                    <a:pt x="284276" y="47082"/>
                  </a:lnTo>
                  <a:lnTo>
                    <a:pt x="280445" y="43438"/>
                  </a:lnTo>
                  <a:lnTo>
                    <a:pt x="167150" y="166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429590"/>
              <a:ext cx="113295" cy="167167"/>
            </a:xfrm>
            <a:custGeom>
              <a:avLst/>
              <a:pathLst>
                <a:path w="113295" h="167167">
                  <a:moveTo>
                    <a:pt x="113295" y="44248"/>
                  </a:moveTo>
                  <a:lnTo>
                    <a:pt x="109070" y="40484"/>
                  </a:lnTo>
                  <a:lnTo>
                    <a:pt x="104720" y="36865"/>
                  </a:lnTo>
                  <a:lnTo>
                    <a:pt x="100251" y="33396"/>
                  </a:lnTo>
                  <a:lnTo>
                    <a:pt x="95666" y="30080"/>
                  </a:lnTo>
                  <a:lnTo>
                    <a:pt x="90972" y="26921"/>
                  </a:lnTo>
                  <a:lnTo>
                    <a:pt x="86173" y="23922"/>
                  </a:lnTo>
                  <a:lnTo>
                    <a:pt x="81276" y="21088"/>
                  </a:lnTo>
                  <a:lnTo>
                    <a:pt x="76286" y="18421"/>
                  </a:lnTo>
                  <a:lnTo>
                    <a:pt x="71208" y="15925"/>
                  </a:lnTo>
                  <a:lnTo>
                    <a:pt x="66049" y="13601"/>
                  </a:lnTo>
                  <a:lnTo>
                    <a:pt x="60814" y="11454"/>
                  </a:lnTo>
                  <a:lnTo>
                    <a:pt x="55510" y="9485"/>
                  </a:lnTo>
                  <a:lnTo>
                    <a:pt x="50142" y="7697"/>
                  </a:lnTo>
                  <a:lnTo>
                    <a:pt x="44716" y="6091"/>
                  </a:lnTo>
                  <a:lnTo>
                    <a:pt x="39239" y="4670"/>
                  </a:lnTo>
                  <a:lnTo>
                    <a:pt x="33717" y="3435"/>
                  </a:lnTo>
                  <a:lnTo>
                    <a:pt x="28157" y="2388"/>
                  </a:lnTo>
                  <a:lnTo>
                    <a:pt x="22564" y="1529"/>
                  </a:lnTo>
                  <a:lnTo>
                    <a:pt x="16946" y="861"/>
                  </a:lnTo>
                  <a:lnTo>
                    <a:pt x="11308" y="382"/>
                  </a:lnTo>
                  <a:lnTo>
                    <a:pt x="565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233" y="3934012"/>
              <a:ext cx="3500" cy="167167"/>
            </a:xfrm>
            <a:custGeom>
              <a:avLst/>
              <a:pathLst>
                <a:path w="3500" h="167167">
                  <a:moveTo>
                    <a:pt x="3500" y="0"/>
                  </a:moveTo>
                  <a:lnTo>
                    <a:pt x="0" y="36"/>
                  </a:lnTo>
                  <a:lnTo>
                    <a:pt x="350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233" y="3934049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78566" y="3934049"/>
              <a:ext cx="334327" cy="334287"/>
            </a:xfrm>
            <a:custGeom>
              <a:avLst/>
              <a:pathLst>
                <a:path w="334327" h="334287">
                  <a:moveTo>
                    <a:pt x="163666" y="0"/>
                  </a:moveTo>
                  <a:lnTo>
                    <a:pt x="158382" y="194"/>
                  </a:lnTo>
                  <a:lnTo>
                    <a:pt x="153106" y="555"/>
                  </a:lnTo>
                  <a:lnTo>
                    <a:pt x="147845" y="1083"/>
                  </a:lnTo>
                  <a:lnTo>
                    <a:pt x="142603" y="1777"/>
                  </a:lnTo>
                  <a:lnTo>
                    <a:pt x="137385" y="2637"/>
                  </a:lnTo>
                  <a:lnTo>
                    <a:pt x="132197" y="3661"/>
                  </a:lnTo>
                  <a:lnTo>
                    <a:pt x="127045" y="4849"/>
                  </a:lnTo>
                  <a:lnTo>
                    <a:pt x="121932" y="6199"/>
                  </a:lnTo>
                  <a:lnTo>
                    <a:pt x="116864" y="7711"/>
                  </a:lnTo>
                  <a:lnTo>
                    <a:pt x="111847" y="9381"/>
                  </a:lnTo>
                  <a:lnTo>
                    <a:pt x="106886" y="11210"/>
                  </a:lnTo>
                  <a:lnTo>
                    <a:pt x="101984" y="13195"/>
                  </a:lnTo>
                  <a:lnTo>
                    <a:pt x="97148" y="15333"/>
                  </a:lnTo>
                  <a:lnTo>
                    <a:pt x="92382" y="17624"/>
                  </a:lnTo>
                  <a:lnTo>
                    <a:pt x="87691" y="20064"/>
                  </a:lnTo>
                  <a:lnTo>
                    <a:pt x="83079" y="22651"/>
                  </a:lnTo>
                  <a:lnTo>
                    <a:pt x="78551" y="25383"/>
                  </a:lnTo>
                  <a:lnTo>
                    <a:pt x="74112" y="28257"/>
                  </a:lnTo>
                  <a:lnTo>
                    <a:pt x="69767" y="31270"/>
                  </a:lnTo>
                  <a:lnTo>
                    <a:pt x="65518" y="34418"/>
                  </a:lnTo>
                  <a:lnTo>
                    <a:pt x="61372" y="37700"/>
                  </a:lnTo>
                  <a:lnTo>
                    <a:pt x="57331" y="41111"/>
                  </a:lnTo>
                  <a:lnTo>
                    <a:pt x="53400" y="44648"/>
                  </a:lnTo>
                  <a:lnTo>
                    <a:pt x="49583" y="48307"/>
                  </a:lnTo>
                  <a:lnTo>
                    <a:pt x="45883" y="52086"/>
                  </a:lnTo>
                  <a:lnTo>
                    <a:pt x="42305" y="55979"/>
                  </a:lnTo>
                  <a:lnTo>
                    <a:pt x="38852" y="59984"/>
                  </a:lnTo>
                  <a:lnTo>
                    <a:pt x="35528" y="64096"/>
                  </a:lnTo>
                  <a:lnTo>
                    <a:pt x="32335" y="68311"/>
                  </a:lnTo>
                  <a:lnTo>
                    <a:pt x="29277" y="72625"/>
                  </a:lnTo>
                  <a:lnTo>
                    <a:pt x="26357" y="77034"/>
                  </a:lnTo>
                  <a:lnTo>
                    <a:pt x="23577" y="81533"/>
                  </a:lnTo>
                  <a:lnTo>
                    <a:pt x="20942" y="86117"/>
                  </a:lnTo>
                  <a:lnTo>
                    <a:pt x="18453" y="90782"/>
                  </a:lnTo>
                  <a:lnTo>
                    <a:pt x="16112" y="95524"/>
                  </a:lnTo>
                  <a:lnTo>
                    <a:pt x="13923" y="100338"/>
                  </a:lnTo>
                  <a:lnTo>
                    <a:pt x="11887" y="105218"/>
                  </a:lnTo>
                  <a:lnTo>
                    <a:pt x="10007" y="110160"/>
                  </a:lnTo>
                  <a:lnTo>
                    <a:pt x="8283" y="115160"/>
                  </a:lnTo>
                  <a:lnTo>
                    <a:pt x="6719" y="120211"/>
                  </a:lnTo>
                  <a:lnTo>
                    <a:pt x="5315" y="125309"/>
                  </a:lnTo>
                  <a:lnTo>
                    <a:pt x="4074" y="130449"/>
                  </a:lnTo>
                  <a:lnTo>
                    <a:pt x="2995" y="135626"/>
                  </a:lnTo>
                  <a:lnTo>
                    <a:pt x="2081" y="140834"/>
                  </a:lnTo>
                  <a:lnTo>
                    <a:pt x="1332" y="146069"/>
                  </a:lnTo>
                  <a:lnTo>
                    <a:pt x="748" y="151325"/>
                  </a:lnTo>
                  <a:lnTo>
                    <a:pt x="332" y="156596"/>
                  </a:lnTo>
                  <a:lnTo>
                    <a:pt x="82" y="161878"/>
                  </a:lnTo>
                  <a:lnTo>
                    <a:pt x="0" y="167165"/>
                  </a:lnTo>
                  <a:lnTo>
                    <a:pt x="84" y="172453"/>
                  </a:lnTo>
                  <a:lnTo>
                    <a:pt x="336" y="177735"/>
                  </a:lnTo>
                  <a:lnTo>
                    <a:pt x="755" y="183006"/>
                  </a:lnTo>
                  <a:lnTo>
                    <a:pt x="1340" y="188261"/>
                  </a:lnTo>
                  <a:lnTo>
                    <a:pt x="2092" y="193496"/>
                  </a:lnTo>
                  <a:lnTo>
                    <a:pt x="3008" y="198704"/>
                  </a:lnTo>
                  <a:lnTo>
                    <a:pt x="4089" y="203880"/>
                  </a:lnTo>
                  <a:lnTo>
                    <a:pt x="5333" y="209020"/>
                  </a:lnTo>
                  <a:lnTo>
                    <a:pt x="6739" y="214117"/>
                  </a:lnTo>
                  <a:lnTo>
                    <a:pt x="8305" y="219168"/>
                  </a:lnTo>
                  <a:lnTo>
                    <a:pt x="10031" y="224166"/>
                  </a:lnTo>
                  <a:lnTo>
                    <a:pt x="11913" y="229108"/>
                  </a:lnTo>
                  <a:lnTo>
                    <a:pt x="13951" y="233987"/>
                  </a:lnTo>
                  <a:lnTo>
                    <a:pt x="16142" y="238800"/>
                  </a:lnTo>
                  <a:lnTo>
                    <a:pt x="18485" y="243541"/>
                  </a:lnTo>
                  <a:lnTo>
                    <a:pt x="20976" y="248205"/>
                  </a:lnTo>
                  <a:lnTo>
                    <a:pt x="23613" y="252788"/>
                  </a:lnTo>
                  <a:lnTo>
                    <a:pt x="26394" y="257286"/>
                  </a:lnTo>
                  <a:lnTo>
                    <a:pt x="29316" y="261693"/>
                  </a:lnTo>
                  <a:lnTo>
                    <a:pt x="32376" y="266006"/>
                  </a:lnTo>
                  <a:lnTo>
                    <a:pt x="35571" y="270220"/>
                  </a:lnTo>
                  <a:lnTo>
                    <a:pt x="38897" y="274330"/>
                  </a:lnTo>
                  <a:lnTo>
                    <a:pt x="42352" y="278334"/>
                  </a:lnTo>
                  <a:lnTo>
                    <a:pt x="45932" y="282226"/>
                  </a:lnTo>
                  <a:lnTo>
                    <a:pt x="49633" y="286003"/>
                  </a:lnTo>
                  <a:lnTo>
                    <a:pt x="53451" y="289661"/>
                  </a:lnTo>
                  <a:lnTo>
                    <a:pt x="57384" y="293196"/>
                  </a:lnTo>
                  <a:lnTo>
                    <a:pt x="61426" y="296605"/>
                  </a:lnTo>
                  <a:lnTo>
                    <a:pt x="65574" y="299885"/>
                  </a:lnTo>
                  <a:lnTo>
                    <a:pt x="69824" y="303032"/>
                  </a:lnTo>
                  <a:lnTo>
                    <a:pt x="74171" y="306043"/>
                  </a:lnTo>
                  <a:lnTo>
                    <a:pt x="78611" y="308915"/>
                  </a:lnTo>
                  <a:lnTo>
                    <a:pt x="83140" y="311645"/>
                  </a:lnTo>
                  <a:lnTo>
                    <a:pt x="87753" y="314230"/>
                  </a:lnTo>
                  <a:lnTo>
                    <a:pt x="92445" y="316668"/>
                  </a:lnTo>
                  <a:lnTo>
                    <a:pt x="97212" y="318957"/>
                  </a:lnTo>
                  <a:lnTo>
                    <a:pt x="102049" y="321093"/>
                  </a:lnTo>
                  <a:lnTo>
                    <a:pt x="106951" y="323076"/>
                  </a:lnTo>
                  <a:lnTo>
                    <a:pt x="111914" y="324902"/>
                  </a:lnTo>
                  <a:lnTo>
                    <a:pt x="116931" y="326571"/>
                  </a:lnTo>
                  <a:lnTo>
                    <a:pt x="122000" y="328080"/>
                  </a:lnTo>
                  <a:lnTo>
                    <a:pt x="127113" y="329428"/>
                  </a:lnTo>
                  <a:lnTo>
                    <a:pt x="132266" y="330614"/>
                  </a:lnTo>
                  <a:lnTo>
                    <a:pt x="137454" y="331636"/>
                  </a:lnTo>
                  <a:lnTo>
                    <a:pt x="142672" y="332493"/>
                  </a:lnTo>
                  <a:lnTo>
                    <a:pt x="147915" y="333185"/>
                  </a:lnTo>
                  <a:lnTo>
                    <a:pt x="153176" y="333711"/>
                  </a:lnTo>
                  <a:lnTo>
                    <a:pt x="158452" y="334070"/>
                  </a:lnTo>
                  <a:lnTo>
                    <a:pt x="163737" y="334263"/>
                  </a:lnTo>
                  <a:lnTo>
                    <a:pt x="169025" y="334287"/>
                  </a:lnTo>
                  <a:lnTo>
                    <a:pt x="174311" y="334145"/>
                  </a:lnTo>
                  <a:lnTo>
                    <a:pt x="179589" y="333836"/>
                  </a:lnTo>
                  <a:lnTo>
                    <a:pt x="184856" y="333359"/>
                  </a:lnTo>
                  <a:lnTo>
                    <a:pt x="190105" y="332717"/>
                  </a:lnTo>
                  <a:lnTo>
                    <a:pt x="195330" y="331908"/>
                  </a:lnTo>
                  <a:lnTo>
                    <a:pt x="200528" y="330935"/>
                  </a:lnTo>
                  <a:lnTo>
                    <a:pt x="205692" y="329798"/>
                  </a:lnTo>
                  <a:lnTo>
                    <a:pt x="210818" y="328498"/>
                  </a:lnTo>
                  <a:lnTo>
                    <a:pt x="215900" y="327037"/>
                  </a:lnTo>
                  <a:lnTo>
                    <a:pt x="220933" y="325415"/>
                  </a:lnTo>
                  <a:lnTo>
                    <a:pt x="225913" y="323636"/>
                  </a:lnTo>
                  <a:lnTo>
                    <a:pt x="230833" y="321699"/>
                  </a:lnTo>
                  <a:lnTo>
                    <a:pt x="235690" y="319608"/>
                  </a:lnTo>
                  <a:lnTo>
                    <a:pt x="240479" y="317365"/>
                  </a:lnTo>
                  <a:lnTo>
                    <a:pt x="245194" y="314971"/>
                  </a:lnTo>
                  <a:lnTo>
                    <a:pt x="249831" y="312429"/>
                  </a:lnTo>
                  <a:lnTo>
                    <a:pt x="254385" y="309742"/>
                  </a:lnTo>
                  <a:lnTo>
                    <a:pt x="258852" y="306912"/>
                  </a:lnTo>
                  <a:lnTo>
                    <a:pt x="263227" y="303942"/>
                  </a:lnTo>
                  <a:lnTo>
                    <a:pt x="267506" y="300835"/>
                  </a:lnTo>
                  <a:lnTo>
                    <a:pt x="271685" y="297595"/>
                  </a:lnTo>
                  <a:lnTo>
                    <a:pt x="275759" y="294224"/>
                  </a:lnTo>
                  <a:lnTo>
                    <a:pt x="279725" y="290725"/>
                  </a:lnTo>
                  <a:lnTo>
                    <a:pt x="283577" y="287103"/>
                  </a:lnTo>
                  <a:lnTo>
                    <a:pt x="287314" y="283361"/>
                  </a:lnTo>
                  <a:lnTo>
                    <a:pt x="290930" y="279503"/>
                  </a:lnTo>
                  <a:lnTo>
                    <a:pt x="294422" y="275533"/>
                  </a:lnTo>
                  <a:lnTo>
                    <a:pt x="297787" y="271453"/>
                  </a:lnTo>
                  <a:lnTo>
                    <a:pt x="301021" y="267270"/>
                  </a:lnTo>
                  <a:lnTo>
                    <a:pt x="304122" y="262986"/>
                  </a:lnTo>
                  <a:lnTo>
                    <a:pt x="307085" y="258606"/>
                  </a:lnTo>
                  <a:lnTo>
                    <a:pt x="309908" y="254135"/>
                  </a:lnTo>
                  <a:lnTo>
                    <a:pt x="312589" y="249577"/>
                  </a:lnTo>
                  <a:lnTo>
                    <a:pt x="315124" y="244936"/>
                  </a:lnTo>
                  <a:lnTo>
                    <a:pt x="317511" y="240218"/>
                  </a:lnTo>
                  <a:lnTo>
                    <a:pt x="319747" y="235426"/>
                  </a:lnTo>
                  <a:lnTo>
                    <a:pt x="321831" y="230566"/>
                  </a:lnTo>
                  <a:lnTo>
                    <a:pt x="323760" y="225642"/>
                  </a:lnTo>
                  <a:lnTo>
                    <a:pt x="325532" y="220660"/>
                  </a:lnTo>
                  <a:lnTo>
                    <a:pt x="327146" y="215625"/>
                  </a:lnTo>
                  <a:lnTo>
                    <a:pt x="328600" y="210540"/>
                  </a:lnTo>
                  <a:lnTo>
                    <a:pt x="329892" y="205413"/>
                  </a:lnTo>
                  <a:lnTo>
                    <a:pt x="331021" y="200247"/>
                  </a:lnTo>
                  <a:lnTo>
                    <a:pt x="331987" y="195048"/>
                  </a:lnTo>
                  <a:lnTo>
                    <a:pt x="332787" y="189821"/>
                  </a:lnTo>
                  <a:lnTo>
                    <a:pt x="333422" y="184571"/>
                  </a:lnTo>
                  <a:lnTo>
                    <a:pt x="333891" y="179304"/>
                  </a:lnTo>
                  <a:lnTo>
                    <a:pt x="334192" y="174024"/>
                  </a:lnTo>
                  <a:lnTo>
                    <a:pt x="334327" y="168738"/>
                  </a:lnTo>
                  <a:lnTo>
                    <a:pt x="334294" y="163450"/>
                  </a:lnTo>
                  <a:lnTo>
                    <a:pt x="334094" y="158166"/>
                  </a:lnTo>
                  <a:lnTo>
                    <a:pt x="333727" y="152891"/>
                  </a:lnTo>
                  <a:lnTo>
                    <a:pt x="333193" y="147630"/>
                  </a:lnTo>
                  <a:lnTo>
                    <a:pt x="332493" y="142389"/>
                  </a:lnTo>
                  <a:lnTo>
                    <a:pt x="331628" y="137172"/>
                  </a:lnTo>
                  <a:lnTo>
                    <a:pt x="330598" y="131985"/>
                  </a:lnTo>
                  <a:lnTo>
                    <a:pt x="329405" y="126834"/>
                  </a:lnTo>
                  <a:lnTo>
                    <a:pt x="328049" y="121723"/>
                  </a:lnTo>
                  <a:lnTo>
                    <a:pt x="326532" y="116657"/>
                  </a:lnTo>
                  <a:lnTo>
                    <a:pt x="324856" y="111641"/>
                  </a:lnTo>
                  <a:lnTo>
                    <a:pt x="323022" y="106682"/>
                  </a:lnTo>
                  <a:lnTo>
                    <a:pt x="321033" y="101782"/>
                  </a:lnTo>
                  <a:lnTo>
                    <a:pt x="318889" y="96949"/>
                  </a:lnTo>
                  <a:lnTo>
                    <a:pt x="316593" y="92185"/>
                  </a:lnTo>
                  <a:lnTo>
                    <a:pt x="314148" y="87496"/>
                  </a:lnTo>
                  <a:lnTo>
                    <a:pt x="311556" y="82887"/>
                  </a:lnTo>
                  <a:lnTo>
                    <a:pt x="308819" y="78363"/>
                  </a:lnTo>
                  <a:lnTo>
                    <a:pt x="305940" y="73927"/>
                  </a:lnTo>
                  <a:lnTo>
                    <a:pt x="302923" y="69584"/>
                  </a:lnTo>
                  <a:lnTo>
                    <a:pt x="299770" y="65339"/>
                  </a:lnTo>
                  <a:lnTo>
                    <a:pt x="296484" y="61196"/>
                  </a:lnTo>
                  <a:lnTo>
                    <a:pt x="293069" y="57159"/>
                  </a:lnTo>
                  <a:lnTo>
                    <a:pt x="289527" y="53232"/>
                  </a:lnTo>
                  <a:lnTo>
                    <a:pt x="285864" y="49419"/>
                  </a:lnTo>
                  <a:lnTo>
                    <a:pt x="282081" y="45723"/>
                  </a:lnTo>
                  <a:lnTo>
                    <a:pt x="278184" y="42150"/>
                  </a:lnTo>
                  <a:lnTo>
                    <a:pt x="274175" y="38701"/>
                  </a:lnTo>
                  <a:lnTo>
                    <a:pt x="270060" y="35380"/>
                  </a:lnTo>
                  <a:lnTo>
                    <a:pt x="265841" y="32192"/>
                  </a:lnTo>
                  <a:lnTo>
                    <a:pt x="261524" y="29139"/>
                  </a:lnTo>
                  <a:lnTo>
                    <a:pt x="257112" y="26223"/>
                  </a:lnTo>
                  <a:lnTo>
                    <a:pt x="252611" y="23449"/>
                  </a:lnTo>
                  <a:lnTo>
                    <a:pt x="248023" y="20818"/>
                  </a:lnTo>
                  <a:lnTo>
                    <a:pt x="243355" y="18334"/>
                  </a:lnTo>
                  <a:lnTo>
                    <a:pt x="238611" y="15999"/>
                  </a:lnTo>
                  <a:lnTo>
                    <a:pt x="233795" y="13815"/>
                  </a:lnTo>
                  <a:lnTo>
                    <a:pt x="228913" y="11784"/>
                  </a:lnTo>
                  <a:lnTo>
                    <a:pt x="223968" y="9909"/>
                  </a:lnTo>
                  <a:lnTo>
                    <a:pt x="218967" y="8191"/>
                  </a:lnTo>
                  <a:lnTo>
                    <a:pt x="213914" y="6632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5733" y="3934012"/>
              <a:ext cx="46747" cy="167167"/>
            </a:xfrm>
            <a:custGeom>
              <a:avLst/>
              <a:pathLst>
                <a:path w="46747" h="167167">
                  <a:moveTo>
                    <a:pt x="46747" y="6669"/>
                  </a:moveTo>
                  <a:lnTo>
                    <a:pt x="41032" y="5114"/>
                  </a:lnTo>
                  <a:lnTo>
                    <a:pt x="35267" y="3762"/>
                  </a:lnTo>
                  <a:lnTo>
                    <a:pt x="29457" y="2615"/>
                  </a:lnTo>
                  <a:lnTo>
                    <a:pt x="23610" y="1675"/>
                  </a:lnTo>
                  <a:lnTo>
                    <a:pt x="17733" y="943"/>
                  </a:lnTo>
                  <a:lnTo>
                    <a:pt x="11834" y="419"/>
                  </a:lnTo>
                  <a:lnTo>
                    <a:pt x="5921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283" y="4397268"/>
              <a:ext cx="3500" cy="167167"/>
            </a:xfrm>
            <a:custGeom>
              <a:avLst/>
              <a:pathLst>
                <a:path w="3500" h="167167">
                  <a:moveTo>
                    <a:pt x="3500" y="0"/>
                  </a:moveTo>
                  <a:lnTo>
                    <a:pt x="0" y="36"/>
                  </a:lnTo>
                  <a:lnTo>
                    <a:pt x="350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283" y="4397305"/>
              <a:ext cx="3500" cy="167130"/>
            </a:xfrm>
            <a:custGeom>
              <a:avLst/>
              <a:pathLst>
                <a:path w="3500" h="167130">
                  <a:moveTo>
                    <a:pt x="0" y="0"/>
                  </a:moveTo>
                  <a:lnTo>
                    <a:pt x="350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11616" y="4397305"/>
              <a:ext cx="334327" cy="334287"/>
            </a:xfrm>
            <a:custGeom>
              <a:avLst/>
              <a:pathLst>
                <a:path w="334327" h="334287">
                  <a:moveTo>
                    <a:pt x="163666" y="0"/>
                  </a:moveTo>
                  <a:lnTo>
                    <a:pt x="158382" y="194"/>
                  </a:lnTo>
                  <a:lnTo>
                    <a:pt x="153106" y="555"/>
                  </a:lnTo>
                  <a:lnTo>
                    <a:pt x="147845" y="1083"/>
                  </a:lnTo>
                  <a:lnTo>
                    <a:pt x="142603" y="1777"/>
                  </a:lnTo>
                  <a:lnTo>
                    <a:pt x="137385" y="2637"/>
                  </a:lnTo>
                  <a:lnTo>
                    <a:pt x="132197" y="3661"/>
                  </a:lnTo>
                  <a:lnTo>
                    <a:pt x="127045" y="4849"/>
                  </a:lnTo>
                  <a:lnTo>
                    <a:pt x="121932" y="6199"/>
                  </a:lnTo>
                  <a:lnTo>
                    <a:pt x="116864" y="7711"/>
                  </a:lnTo>
                  <a:lnTo>
                    <a:pt x="111847" y="9381"/>
                  </a:lnTo>
                  <a:lnTo>
                    <a:pt x="106886" y="11210"/>
                  </a:lnTo>
                  <a:lnTo>
                    <a:pt x="101984" y="13195"/>
                  </a:lnTo>
                  <a:lnTo>
                    <a:pt x="97148" y="15333"/>
                  </a:lnTo>
                  <a:lnTo>
                    <a:pt x="92382" y="17624"/>
                  </a:lnTo>
                  <a:lnTo>
                    <a:pt x="87691" y="20064"/>
                  </a:lnTo>
                  <a:lnTo>
                    <a:pt x="83079" y="22651"/>
                  </a:lnTo>
                  <a:lnTo>
                    <a:pt x="78551" y="25383"/>
                  </a:lnTo>
                  <a:lnTo>
                    <a:pt x="74112" y="28257"/>
                  </a:lnTo>
                  <a:lnTo>
                    <a:pt x="69767" y="31270"/>
                  </a:lnTo>
                  <a:lnTo>
                    <a:pt x="65518" y="34418"/>
                  </a:lnTo>
                  <a:lnTo>
                    <a:pt x="61372" y="37700"/>
                  </a:lnTo>
                  <a:lnTo>
                    <a:pt x="57331" y="41111"/>
                  </a:lnTo>
                  <a:lnTo>
                    <a:pt x="53400" y="44648"/>
                  </a:lnTo>
                  <a:lnTo>
                    <a:pt x="49583" y="48307"/>
                  </a:lnTo>
                  <a:lnTo>
                    <a:pt x="45883" y="52086"/>
                  </a:lnTo>
                  <a:lnTo>
                    <a:pt x="42305" y="55979"/>
                  </a:lnTo>
                  <a:lnTo>
                    <a:pt x="38852" y="59984"/>
                  </a:lnTo>
                  <a:lnTo>
                    <a:pt x="35528" y="64096"/>
                  </a:lnTo>
                  <a:lnTo>
                    <a:pt x="32335" y="68311"/>
                  </a:lnTo>
                  <a:lnTo>
                    <a:pt x="29277" y="72625"/>
                  </a:lnTo>
                  <a:lnTo>
                    <a:pt x="26357" y="77034"/>
                  </a:lnTo>
                  <a:lnTo>
                    <a:pt x="23577" y="81533"/>
                  </a:lnTo>
                  <a:lnTo>
                    <a:pt x="20942" y="86117"/>
                  </a:lnTo>
                  <a:lnTo>
                    <a:pt x="18453" y="90782"/>
                  </a:lnTo>
                  <a:lnTo>
                    <a:pt x="16112" y="95524"/>
                  </a:lnTo>
                  <a:lnTo>
                    <a:pt x="13923" y="100338"/>
                  </a:lnTo>
                  <a:lnTo>
                    <a:pt x="11887" y="105218"/>
                  </a:lnTo>
                  <a:lnTo>
                    <a:pt x="10007" y="110160"/>
                  </a:lnTo>
                  <a:lnTo>
                    <a:pt x="8283" y="115160"/>
                  </a:lnTo>
                  <a:lnTo>
                    <a:pt x="6719" y="120211"/>
                  </a:lnTo>
                  <a:lnTo>
                    <a:pt x="5315" y="125309"/>
                  </a:lnTo>
                  <a:lnTo>
                    <a:pt x="4074" y="130449"/>
                  </a:lnTo>
                  <a:lnTo>
                    <a:pt x="2995" y="135626"/>
                  </a:lnTo>
                  <a:lnTo>
                    <a:pt x="2081" y="140834"/>
                  </a:lnTo>
                  <a:lnTo>
                    <a:pt x="1332" y="146069"/>
                  </a:lnTo>
                  <a:lnTo>
                    <a:pt x="748" y="151325"/>
                  </a:lnTo>
                  <a:lnTo>
                    <a:pt x="332" y="156596"/>
                  </a:lnTo>
                  <a:lnTo>
                    <a:pt x="82" y="161878"/>
                  </a:lnTo>
                  <a:lnTo>
                    <a:pt x="0" y="167165"/>
                  </a:lnTo>
                  <a:lnTo>
                    <a:pt x="84" y="172453"/>
                  </a:lnTo>
                  <a:lnTo>
                    <a:pt x="336" y="177735"/>
                  </a:lnTo>
                  <a:lnTo>
                    <a:pt x="755" y="183006"/>
                  </a:lnTo>
                  <a:lnTo>
                    <a:pt x="1340" y="188261"/>
                  </a:lnTo>
                  <a:lnTo>
                    <a:pt x="2092" y="193496"/>
                  </a:lnTo>
                  <a:lnTo>
                    <a:pt x="3008" y="198704"/>
                  </a:lnTo>
                  <a:lnTo>
                    <a:pt x="4089" y="203880"/>
                  </a:lnTo>
                  <a:lnTo>
                    <a:pt x="5333" y="209020"/>
                  </a:lnTo>
                  <a:lnTo>
                    <a:pt x="6739" y="214117"/>
                  </a:lnTo>
                  <a:lnTo>
                    <a:pt x="8305" y="219168"/>
                  </a:lnTo>
                  <a:lnTo>
                    <a:pt x="10031" y="224166"/>
                  </a:lnTo>
                  <a:lnTo>
                    <a:pt x="11913" y="229108"/>
                  </a:lnTo>
                  <a:lnTo>
                    <a:pt x="13951" y="233987"/>
                  </a:lnTo>
                  <a:lnTo>
                    <a:pt x="16142" y="238800"/>
                  </a:lnTo>
                  <a:lnTo>
                    <a:pt x="18485" y="243541"/>
                  </a:lnTo>
                  <a:lnTo>
                    <a:pt x="20976" y="248205"/>
                  </a:lnTo>
                  <a:lnTo>
                    <a:pt x="23613" y="252788"/>
                  </a:lnTo>
                  <a:lnTo>
                    <a:pt x="26394" y="257286"/>
                  </a:lnTo>
                  <a:lnTo>
                    <a:pt x="29316" y="261693"/>
                  </a:lnTo>
                  <a:lnTo>
                    <a:pt x="32376" y="266006"/>
                  </a:lnTo>
                  <a:lnTo>
                    <a:pt x="35571" y="270220"/>
                  </a:lnTo>
                  <a:lnTo>
                    <a:pt x="38897" y="274330"/>
                  </a:lnTo>
                  <a:lnTo>
                    <a:pt x="42352" y="278334"/>
                  </a:lnTo>
                  <a:lnTo>
                    <a:pt x="45932" y="282226"/>
                  </a:lnTo>
                  <a:lnTo>
                    <a:pt x="49633" y="286003"/>
                  </a:lnTo>
                  <a:lnTo>
                    <a:pt x="53451" y="289661"/>
                  </a:lnTo>
                  <a:lnTo>
                    <a:pt x="57384" y="293196"/>
                  </a:lnTo>
                  <a:lnTo>
                    <a:pt x="61426" y="296605"/>
                  </a:lnTo>
                  <a:lnTo>
                    <a:pt x="65574" y="299885"/>
                  </a:lnTo>
                  <a:lnTo>
                    <a:pt x="69824" y="303032"/>
                  </a:lnTo>
                  <a:lnTo>
                    <a:pt x="74171" y="306043"/>
                  </a:lnTo>
                  <a:lnTo>
                    <a:pt x="78611" y="308915"/>
                  </a:lnTo>
                  <a:lnTo>
                    <a:pt x="83140" y="311645"/>
                  </a:lnTo>
                  <a:lnTo>
                    <a:pt x="87753" y="314230"/>
                  </a:lnTo>
                  <a:lnTo>
                    <a:pt x="92445" y="316668"/>
                  </a:lnTo>
                  <a:lnTo>
                    <a:pt x="97212" y="318957"/>
                  </a:lnTo>
                  <a:lnTo>
                    <a:pt x="102049" y="321093"/>
                  </a:lnTo>
                  <a:lnTo>
                    <a:pt x="106951" y="323076"/>
                  </a:lnTo>
                  <a:lnTo>
                    <a:pt x="111914" y="324902"/>
                  </a:lnTo>
                  <a:lnTo>
                    <a:pt x="116931" y="326571"/>
                  </a:lnTo>
                  <a:lnTo>
                    <a:pt x="122000" y="328080"/>
                  </a:lnTo>
                  <a:lnTo>
                    <a:pt x="127113" y="329428"/>
                  </a:lnTo>
                  <a:lnTo>
                    <a:pt x="132266" y="330614"/>
                  </a:lnTo>
                  <a:lnTo>
                    <a:pt x="137454" y="331636"/>
                  </a:lnTo>
                  <a:lnTo>
                    <a:pt x="142672" y="332493"/>
                  </a:lnTo>
                  <a:lnTo>
                    <a:pt x="147915" y="333185"/>
                  </a:lnTo>
                  <a:lnTo>
                    <a:pt x="153176" y="333711"/>
                  </a:lnTo>
                  <a:lnTo>
                    <a:pt x="158452" y="334070"/>
                  </a:lnTo>
                  <a:lnTo>
                    <a:pt x="163737" y="334263"/>
                  </a:lnTo>
                  <a:lnTo>
                    <a:pt x="169025" y="334287"/>
                  </a:lnTo>
                  <a:lnTo>
                    <a:pt x="174311" y="334145"/>
                  </a:lnTo>
                  <a:lnTo>
                    <a:pt x="179589" y="333836"/>
                  </a:lnTo>
                  <a:lnTo>
                    <a:pt x="184856" y="333359"/>
                  </a:lnTo>
                  <a:lnTo>
                    <a:pt x="190105" y="332717"/>
                  </a:lnTo>
                  <a:lnTo>
                    <a:pt x="195330" y="331908"/>
                  </a:lnTo>
                  <a:lnTo>
                    <a:pt x="200528" y="330935"/>
                  </a:lnTo>
                  <a:lnTo>
                    <a:pt x="205692" y="329798"/>
                  </a:lnTo>
                  <a:lnTo>
                    <a:pt x="210818" y="328498"/>
                  </a:lnTo>
                  <a:lnTo>
                    <a:pt x="215900" y="327037"/>
                  </a:lnTo>
                  <a:lnTo>
                    <a:pt x="220933" y="325415"/>
                  </a:lnTo>
                  <a:lnTo>
                    <a:pt x="225913" y="323636"/>
                  </a:lnTo>
                  <a:lnTo>
                    <a:pt x="230833" y="321699"/>
                  </a:lnTo>
                  <a:lnTo>
                    <a:pt x="235690" y="319608"/>
                  </a:lnTo>
                  <a:lnTo>
                    <a:pt x="240479" y="317365"/>
                  </a:lnTo>
                  <a:lnTo>
                    <a:pt x="245194" y="314971"/>
                  </a:lnTo>
                  <a:lnTo>
                    <a:pt x="249831" y="312429"/>
                  </a:lnTo>
                  <a:lnTo>
                    <a:pt x="254385" y="309742"/>
                  </a:lnTo>
                  <a:lnTo>
                    <a:pt x="258852" y="306912"/>
                  </a:lnTo>
                  <a:lnTo>
                    <a:pt x="263227" y="303942"/>
                  </a:lnTo>
                  <a:lnTo>
                    <a:pt x="267506" y="300835"/>
                  </a:lnTo>
                  <a:lnTo>
                    <a:pt x="271685" y="297595"/>
                  </a:lnTo>
                  <a:lnTo>
                    <a:pt x="275759" y="294224"/>
                  </a:lnTo>
                  <a:lnTo>
                    <a:pt x="279725" y="290725"/>
                  </a:lnTo>
                  <a:lnTo>
                    <a:pt x="283577" y="287103"/>
                  </a:lnTo>
                  <a:lnTo>
                    <a:pt x="287314" y="283361"/>
                  </a:lnTo>
                  <a:lnTo>
                    <a:pt x="290930" y="279503"/>
                  </a:lnTo>
                  <a:lnTo>
                    <a:pt x="294422" y="275533"/>
                  </a:lnTo>
                  <a:lnTo>
                    <a:pt x="297787" y="271453"/>
                  </a:lnTo>
                  <a:lnTo>
                    <a:pt x="301021" y="267270"/>
                  </a:lnTo>
                  <a:lnTo>
                    <a:pt x="304122" y="262986"/>
                  </a:lnTo>
                  <a:lnTo>
                    <a:pt x="307085" y="258606"/>
                  </a:lnTo>
                  <a:lnTo>
                    <a:pt x="309908" y="254135"/>
                  </a:lnTo>
                  <a:lnTo>
                    <a:pt x="312589" y="249577"/>
                  </a:lnTo>
                  <a:lnTo>
                    <a:pt x="315124" y="244936"/>
                  </a:lnTo>
                  <a:lnTo>
                    <a:pt x="317511" y="240218"/>
                  </a:lnTo>
                  <a:lnTo>
                    <a:pt x="319747" y="235426"/>
                  </a:lnTo>
                  <a:lnTo>
                    <a:pt x="321831" y="230566"/>
                  </a:lnTo>
                  <a:lnTo>
                    <a:pt x="323760" y="225642"/>
                  </a:lnTo>
                  <a:lnTo>
                    <a:pt x="325532" y="220660"/>
                  </a:lnTo>
                  <a:lnTo>
                    <a:pt x="327146" y="215625"/>
                  </a:lnTo>
                  <a:lnTo>
                    <a:pt x="328600" y="210540"/>
                  </a:lnTo>
                  <a:lnTo>
                    <a:pt x="329892" y="205413"/>
                  </a:lnTo>
                  <a:lnTo>
                    <a:pt x="331021" y="200247"/>
                  </a:lnTo>
                  <a:lnTo>
                    <a:pt x="331987" y="195048"/>
                  </a:lnTo>
                  <a:lnTo>
                    <a:pt x="332787" y="189821"/>
                  </a:lnTo>
                  <a:lnTo>
                    <a:pt x="333422" y="184571"/>
                  </a:lnTo>
                  <a:lnTo>
                    <a:pt x="333891" y="179304"/>
                  </a:lnTo>
                  <a:lnTo>
                    <a:pt x="334192" y="174024"/>
                  </a:lnTo>
                  <a:lnTo>
                    <a:pt x="334327" y="168738"/>
                  </a:lnTo>
                  <a:lnTo>
                    <a:pt x="334294" y="163450"/>
                  </a:lnTo>
                  <a:lnTo>
                    <a:pt x="334094" y="158166"/>
                  </a:lnTo>
                  <a:lnTo>
                    <a:pt x="333727" y="152891"/>
                  </a:lnTo>
                  <a:lnTo>
                    <a:pt x="333193" y="147630"/>
                  </a:lnTo>
                  <a:lnTo>
                    <a:pt x="332493" y="142389"/>
                  </a:lnTo>
                  <a:lnTo>
                    <a:pt x="331628" y="137172"/>
                  </a:lnTo>
                  <a:lnTo>
                    <a:pt x="330598" y="131985"/>
                  </a:lnTo>
                  <a:lnTo>
                    <a:pt x="329405" y="126834"/>
                  </a:lnTo>
                  <a:lnTo>
                    <a:pt x="328049" y="121723"/>
                  </a:lnTo>
                  <a:lnTo>
                    <a:pt x="326532" y="116657"/>
                  </a:lnTo>
                  <a:lnTo>
                    <a:pt x="324856" y="111641"/>
                  </a:lnTo>
                  <a:lnTo>
                    <a:pt x="323022" y="106682"/>
                  </a:lnTo>
                  <a:lnTo>
                    <a:pt x="321033" y="101782"/>
                  </a:lnTo>
                  <a:lnTo>
                    <a:pt x="318889" y="96949"/>
                  </a:lnTo>
                  <a:lnTo>
                    <a:pt x="316593" y="92185"/>
                  </a:lnTo>
                  <a:lnTo>
                    <a:pt x="314148" y="87496"/>
                  </a:lnTo>
                  <a:lnTo>
                    <a:pt x="311556" y="82887"/>
                  </a:lnTo>
                  <a:lnTo>
                    <a:pt x="308819" y="78363"/>
                  </a:lnTo>
                  <a:lnTo>
                    <a:pt x="305940" y="73927"/>
                  </a:lnTo>
                  <a:lnTo>
                    <a:pt x="302923" y="69584"/>
                  </a:lnTo>
                  <a:lnTo>
                    <a:pt x="299770" y="65339"/>
                  </a:lnTo>
                  <a:lnTo>
                    <a:pt x="296484" y="61196"/>
                  </a:lnTo>
                  <a:lnTo>
                    <a:pt x="293069" y="57159"/>
                  </a:lnTo>
                  <a:lnTo>
                    <a:pt x="289527" y="53232"/>
                  </a:lnTo>
                  <a:lnTo>
                    <a:pt x="285864" y="49419"/>
                  </a:lnTo>
                  <a:lnTo>
                    <a:pt x="282081" y="45723"/>
                  </a:lnTo>
                  <a:lnTo>
                    <a:pt x="278184" y="42150"/>
                  </a:lnTo>
                  <a:lnTo>
                    <a:pt x="274175" y="38701"/>
                  </a:lnTo>
                  <a:lnTo>
                    <a:pt x="270060" y="35380"/>
                  </a:lnTo>
                  <a:lnTo>
                    <a:pt x="265841" y="32192"/>
                  </a:lnTo>
                  <a:lnTo>
                    <a:pt x="261524" y="29139"/>
                  </a:lnTo>
                  <a:lnTo>
                    <a:pt x="257112" y="26223"/>
                  </a:lnTo>
                  <a:lnTo>
                    <a:pt x="252611" y="23449"/>
                  </a:lnTo>
                  <a:lnTo>
                    <a:pt x="248023" y="20818"/>
                  </a:lnTo>
                  <a:lnTo>
                    <a:pt x="243355" y="18334"/>
                  </a:lnTo>
                  <a:lnTo>
                    <a:pt x="238611" y="15999"/>
                  </a:lnTo>
                  <a:lnTo>
                    <a:pt x="233795" y="13815"/>
                  </a:lnTo>
                  <a:lnTo>
                    <a:pt x="228913" y="11784"/>
                  </a:lnTo>
                  <a:lnTo>
                    <a:pt x="223968" y="9909"/>
                  </a:lnTo>
                  <a:lnTo>
                    <a:pt x="218967" y="8191"/>
                  </a:lnTo>
                  <a:lnTo>
                    <a:pt x="213914" y="6632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8783" y="4397268"/>
              <a:ext cx="46747" cy="167167"/>
            </a:xfrm>
            <a:custGeom>
              <a:avLst/>
              <a:pathLst>
                <a:path w="46747" h="167167">
                  <a:moveTo>
                    <a:pt x="46747" y="6669"/>
                  </a:moveTo>
                  <a:lnTo>
                    <a:pt x="41032" y="5114"/>
                  </a:lnTo>
                  <a:lnTo>
                    <a:pt x="35267" y="3762"/>
                  </a:lnTo>
                  <a:lnTo>
                    <a:pt x="29457" y="2615"/>
                  </a:lnTo>
                  <a:lnTo>
                    <a:pt x="23610" y="1675"/>
                  </a:lnTo>
                  <a:lnTo>
                    <a:pt x="17733" y="943"/>
                  </a:lnTo>
                  <a:lnTo>
                    <a:pt x="11834" y="419"/>
                  </a:lnTo>
                  <a:lnTo>
                    <a:pt x="5921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798" y="4794382"/>
              <a:ext cx="767" cy="167167"/>
            </a:xfrm>
            <a:custGeom>
              <a:avLst/>
              <a:pathLst>
                <a:path w="767" h="167167">
                  <a:moveTo>
                    <a:pt x="767" y="0"/>
                  </a:moveTo>
                  <a:lnTo>
                    <a:pt x="0" y="1"/>
                  </a:lnTo>
                  <a:lnTo>
                    <a:pt x="7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798" y="4794384"/>
              <a:ext cx="767" cy="167165"/>
            </a:xfrm>
            <a:custGeom>
              <a:avLst/>
              <a:pathLst>
                <a:path w="767" h="167165">
                  <a:moveTo>
                    <a:pt x="0" y="0"/>
                  </a:moveTo>
                  <a:lnTo>
                    <a:pt x="76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8095" y="4794384"/>
              <a:ext cx="164471" cy="167165"/>
            </a:xfrm>
            <a:custGeom>
              <a:avLst/>
              <a:pathLst>
                <a:path w="164471" h="167165">
                  <a:moveTo>
                    <a:pt x="163703" y="0"/>
                  </a:moveTo>
                  <a:lnTo>
                    <a:pt x="158314" y="111"/>
                  </a:lnTo>
                  <a:lnTo>
                    <a:pt x="152933" y="396"/>
                  </a:lnTo>
                  <a:lnTo>
                    <a:pt x="147563" y="855"/>
                  </a:lnTo>
                  <a:lnTo>
                    <a:pt x="142211" y="1486"/>
                  </a:lnTo>
                  <a:lnTo>
                    <a:pt x="136881" y="2290"/>
                  </a:lnTo>
                  <a:lnTo>
                    <a:pt x="131581" y="3265"/>
                  </a:lnTo>
                  <a:lnTo>
                    <a:pt x="126315" y="4411"/>
                  </a:lnTo>
                  <a:lnTo>
                    <a:pt x="121088" y="5725"/>
                  </a:lnTo>
                  <a:lnTo>
                    <a:pt x="115907" y="7207"/>
                  </a:lnTo>
                  <a:lnTo>
                    <a:pt x="110776" y="8856"/>
                  </a:lnTo>
                  <a:lnTo>
                    <a:pt x="105700" y="10669"/>
                  </a:lnTo>
                  <a:lnTo>
                    <a:pt x="100686" y="12645"/>
                  </a:lnTo>
                  <a:lnTo>
                    <a:pt x="95738" y="14781"/>
                  </a:lnTo>
                  <a:lnTo>
                    <a:pt x="90862" y="17076"/>
                  </a:lnTo>
                  <a:lnTo>
                    <a:pt x="86062" y="19527"/>
                  </a:lnTo>
                  <a:lnTo>
                    <a:pt x="81344" y="22131"/>
                  </a:lnTo>
                  <a:lnTo>
                    <a:pt x="76712" y="24886"/>
                  </a:lnTo>
                  <a:lnTo>
                    <a:pt x="72171" y="27789"/>
                  </a:lnTo>
                  <a:lnTo>
                    <a:pt x="67726" y="30837"/>
                  </a:lnTo>
                  <a:lnTo>
                    <a:pt x="63382" y="34026"/>
                  </a:lnTo>
                  <a:lnTo>
                    <a:pt x="59143" y="37354"/>
                  </a:lnTo>
                  <a:lnTo>
                    <a:pt x="55013" y="40817"/>
                  </a:lnTo>
                  <a:lnTo>
                    <a:pt x="50997" y="44411"/>
                  </a:lnTo>
                  <a:lnTo>
                    <a:pt x="47099" y="48132"/>
                  </a:lnTo>
                  <a:lnTo>
                    <a:pt x="43323" y="51978"/>
                  </a:lnTo>
                  <a:lnTo>
                    <a:pt x="39673" y="55943"/>
                  </a:lnTo>
                  <a:lnTo>
                    <a:pt x="36152" y="60024"/>
                  </a:lnTo>
                  <a:lnTo>
                    <a:pt x="32765" y="64216"/>
                  </a:lnTo>
                  <a:lnTo>
                    <a:pt x="29515" y="68515"/>
                  </a:lnTo>
                  <a:lnTo>
                    <a:pt x="26405" y="72916"/>
                  </a:lnTo>
                  <a:lnTo>
                    <a:pt x="23439" y="77416"/>
                  </a:lnTo>
                  <a:lnTo>
                    <a:pt x="20619" y="82009"/>
                  </a:lnTo>
                  <a:lnTo>
                    <a:pt x="17949" y="86690"/>
                  </a:lnTo>
                  <a:lnTo>
                    <a:pt x="15431" y="91455"/>
                  </a:lnTo>
                  <a:lnTo>
                    <a:pt x="13068" y="96299"/>
                  </a:lnTo>
                  <a:lnTo>
                    <a:pt x="10862" y="101216"/>
                  </a:lnTo>
                  <a:lnTo>
                    <a:pt x="8816" y="106202"/>
                  </a:lnTo>
                  <a:lnTo>
                    <a:pt x="6932" y="111251"/>
                  </a:lnTo>
                  <a:lnTo>
                    <a:pt x="5211" y="116359"/>
                  </a:lnTo>
                  <a:lnTo>
                    <a:pt x="3656" y="121519"/>
                  </a:lnTo>
                  <a:lnTo>
                    <a:pt x="2268" y="126726"/>
                  </a:lnTo>
                  <a:lnTo>
                    <a:pt x="1049" y="131976"/>
                  </a:lnTo>
                  <a:lnTo>
                    <a:pt x="0" y="137262"/>
                  </a:lnTo>
                  <a:lnTo>
                    <a:pt x="164471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45408" y="4794382"/>
              <a:ext cx="334308" cy="334333"/>
            </a:xfrm>
            <a:custGeom>
              <a:avLst/>
              <a:pathLst>
                <a:path w="334308" h="334333">
                  <a:moveTo>
                    <a:pt x="2686" y="137264"/>
                  </a:moveTo>
                  <a:lnTo>
                    <a:pt x="1819" y="142503"/>
                  </a:lnTo>
                  <a:lnTo>
                    <a:pt x="1119" y="147767"/>
                  </a:lnTo>
                  <a:lnTo>
                    <a:pt x="587" y="153051"/>
                  </a:lnTo>
                  <a:lnTo>
                    <a:pt x="223" y="158348"/>
                  </a:lnTo>
                  <a:lnTo>
                    <a:pt x="27" y="163655"/>
                  </a:lnTo>
                  <a:lnTo>
                    <a:pt x="0" y="168965"/>
                  </a:lnTo>
                  <a:lnTo>
                    <a:pt x="141" y="174274"/>
                  </a:lnTo>
                  <a:lnTo>
                    <a:pt x="451" y="179575"/>
                  </a:lnTo>
                  <a:lnTo>
                    <a:pt x="929" y="184864"/>
                  </a:lnTo>
                  <a:lnTo>
                    <a:pt x="1575" y="190135"/>
                  </a:lnTo>
                  <a:lnTo>
                    <a:pt x="2388" y="195382"/>
                  </a:lnTo>
                  <a:lnTo>
                    <a:pt x="3368" y="200602"/>
                  </a:lnTo>
                  <a:lnTo>
                    <a:pt x="4512" y="205787"/>
                  </a:lnTo>
                  <a:lnTo>
                    <a:pt x="5821" y="210934"/>
                  </a:lnTo>
                  <a:lnTo>
                    <a:pt x="7292" y="216036"/>
                  </a:lnTo>
                  <a:lnTo>
                    <a:pt x="8925" y="221089"/>
                  </a:lnTo>
                  <a:lnTo>
                    <a:pt x="10718" y="226088"/>
                  </a:lnTo>
                  <a:lnTo>
                    <a:pt x="12668" y="231027"/>
                  </a:lnTo>
                  <a:lnTo>
                    <a:pt x="14774" y="235901"/>
                  </a:lnTo>
                  <a:lnTo>
                    <a:pt x="17035" y="240707"/>
                  </a:lnTo>
                  <a:lnTo>
                    <a:pt x="19446" y="245438"/>
                  </a:lnTo>
                  <a:lnTo>
                    <a:pt x="22007" y="250090"/>
                  </a:lnTo>
                  <a:lnTo>
                    <a:pt x="24714" y="254659"/>
                  </a:lnTo>
                  <a:lnTo>
                    <a:pt x="27565" y="259139"/>
                  </a:lnTo>
                  <a:lnTo>
                    <a:pt x="30556" y="263526"/>
                  </a:lnTo>
                  <a:lnTo>
                    <a:pt x="33686" y="267816"/>
                  </a:lnTo>
                  <a:lnTo>
                    <a:pt x="36950" y="272005"/>
                  </a:lnTo>
                  <a:lnTo>
                    <a:pt x="40346" y="276088"/>
                  </a:lnTo>
                  <a:lnTo>
                    <a:pt x="43869" y="280061"/>
                  </a:lnTo>
                  <a:lnTo>
                    <a:pt x="47517" y="283920"/>
                  </a:lnTo>
                  <a:lnTo>
                    <a:pt x="51286" y="287661"/>
                  </a:lnTo>
                  <a:lnTo>
                    <a:pt x="55172" y="291280"/>
                  </a:lnTo>
                  <a:lnTo>
                    <a:pt x="59170" y="294775"/>
                  </a:lnTo>
                  <a:lnTo>
                    <a:pt x="63278" y="298140"/>
                  </a:lnTo>
                  <a:lnTo>
                    <a:pt x="67490" y="301374"/>
                  </a:lnTo>
                  <a:lnTo>
                    <a:pt x="71803" y="304472"/>
                  </a:lnTo>
                  <a:lnTo>
                    <a:pt x="76213" y="307431"/>
                  </a:lnTo>
                  <a:lnTo>
                    <a:pt x="80714" y="310249"/>
                  </a:lnTo>
                  <a:lnTo>
                    <a:pt x="85302" y="312922"/>
                  </a:lnTo>
                  <a:lnTo>
                    <a:pt x="89973" y="315449"/>
                  </a:lnTo>
                  <a:lnTo>
                    <a:pt x="94721" y="317825"/>
                  </a:lnTo>
                  <a:lnTo>
                    <a:pt x="99543" y="320050"/>
                  </a:lnTo>
                  <a:lnTo>
                    <a:pt x="104433" y="322121"/>
                  </a:lnTo>
                  <a:lnTo>
                    <a:pt x="109387" y="324035"/>
                  </a:lnTo>
                  <a:lnTo>
                    <a:pt x="114398" y="325791"/>
                  </a:lnTo>
                  <a:lnTo>
                    <a:pt x="119463" y="327386"/>
                  </a:lnTo>
                  <a:lnTo>
                    <a:pt x="124576" y="328820"/>
                  </a:lnTo>
                  <a:lnTo>
                    <a:pt x="129732" y="330091"/>
                  </a:lnTo>
                  <a:lnTo>
                    <a:pt x="134926" y="331198"/>
                  </a:lnTo>
                  <a:lnTo>
                    <a:pt x="140152" y="332139"/>
                  </a:lnTo>
                  <a:lnTo>
                    <a:pt x="145406" y="332913"/>
                  </a:lnTo>
                  <a:lnTo>
                    <a:pt x="150681" y="333520"/>
                  </a:lnTo>
                  <a:lnTo>
                    <a:pt x="155973" y="333960"/>
                  </a:lnTo>
                  <a:lnTo>
                    <a:pt x="161277" y="334231"/>
                  </a:lnTo>
                  <a:lnTo>
                    <a:pt x="166586" y="334333"/>
                  </a:lnTo>
                  <a:lnTo>
                    <a:pt x="171896" y="334267"/>
                  </a:lnTo>
                  <a:lnTo>
                    <a:pt x="177201" y="334032"/>
                  </a:lnTo>
                  <a:lnTo>
                    <a:pt x="182496" y="333629"/>
                  </a:lnTo>
                  <a:lnTo>
                    <a:pt x="187776" y="333058"/>
                  </a:lnTo>
                  <a:lnTo>
                    <a:pt x="193034" y="332319"/>
                  </a:lnTo>
                  <a:lnTo>
                    <a:pt x="198267" y="331414"/>
                  </a:lnTo>
                  <a:lnTo>
                    <a:pt x="203468" y="330343"/>
                  </a:lnTo>
                  <a:lnTo>
                    <a:pt x="208633" y="329108"/>
                  </a:lnTo>
                  <a:lnTo>
                    <a:pt x="213755" y="327708"/>
                  </a:lnTo>
                  <a:lnTo>
                    <a:pt x="218831" y="326147"/>
                  </a:lnTo>
                  <a:lnTo>
                    <a:pt x="223854" y="324426"/>
                  </a:lnTo>
                  <a:lnTo>
                    <a:pt x="228821" y="322546"/>
                  </a:lnTo>
                  <a:lnTo>
                    <a:pt x="233725" y="320509"/>
                  </a:lnTo>
                  <a:lnTo>
                    <a:pt x="238562" y="318317"/>
                  </a:lnTo>
                  <a:lnTo>
                    <a:pt x="243327" y="315973"/>
                  </a:lnTo>
                  <a:lnTo>
                    <a:pt x="248015" y="313478"/>
                  </a:lnTo>
                  <a:lnTo>
                    <a:pt x="252621" y="310836"/>
                  </a:lnTo>
                  <a:lnTo>
                    <a:pt x="257141" y="308049"/>
                  </a:lnTo>
                  <a:lnTo>
                    <a:pt x="261571" y="305120"/>
                  </a:lnTo>
                  <a:lnTo>
                    <a:pt x="265905" y="302052"/>
                  </a:lnTo>
                  <a:lnTo>
                    <a:pt x="270139" y="298847"/>
                  </a:lnTo>
                  <a:lnTo>
                    <a:pt x="274270" y="295510"/>
                  </a:lnTo>
                  <a:lnTo>
                    <a:pt x="278292" y="292043"/>
                  </a:lnTo>
                  <a:lnTo>
                    <a:pt x="282202" y="288450"/>
                  </a:lnTo>
                  <a:lnTo>
                    <a:pt x="285997" y="284735"/>
                  </a:lnTo>
                  <a:lnTo>
                    <a:pt x="289671" y="280901"/>
                  </a:lnTo>
                  <a:lnTo>
                    <a:pt x="293222" y="276952"/>
                  </a:lnTo>
                  <a:lnTo>
                    <a:pt x="296645" y="272892"/>
                  </a:lnTo>
                  <a:lnTo>
                    <a:pt x="299938" y="268726"/>
                  </a:lnTo>
                  <a:lnTo>
                    <a:pt x="303097" y="264458"/>
                  </a:lnTo>
                  <a:lnTo>
                    <a:pt x="306118" y="260091"/>
                  </a:lnTo>
                  <a:lnTo>
                    <a:pt x="308999" y="255630"/>
                  </a:lnTo>
                  <a:lnTo>
                    <a:pt x="311738" y="251080"/>
                  </a:lnTo>
                  <a:lnTo>
                    <a:pt x="314330" y="246446"/>
                  </a:lnTo>
                  <a:lnTo>
                    <a:pt x="316774" y="241731"/>
                  </a:lnTo>
                  <a:lnTo>
                    <a:pt x="319067" y="236941"/>
                  </a:lnTo>
                  <a:lnTo>
                    <a:pt x="321206" y="232081"/>
                  </a:lnTo>
                  <a:lnTo>
                    <a:pt x="323190" y="227155"/>
                  </a:lnTo>
                  <a:lnTo>
                    <a:pt x="325017" y="222169"/>
                  </a:lnTo>
                  <a:lnTo>
                    <a:pt x="326684" y="217127"/>
                  </a:lnTo>
                  <a:lnTo>
                    <a:pt x="328191" y="212035"/>
                  </a:lnTo>
                  <a:lnTo>
                    <a:pt x="329535" y="206898"/>
                  </a:lnTo>
                  <a:lnTo>
                    <a:pt x="330715" y="201720"/>
                  </a:lnTo>
                  <a:lnTo>
                    <a:pt x="331730" y="196508"/>
                  </a:lnTo>
                  <a:lnTo>
                    <a:pt x="332579" y="191266"/>
                  </a:lnTo>
                  <a:lnTo>
                    <a:pt x="333261" y="185999"/>
                  </a:lnTo>
                  <a:lnTo>
                    <a:pt x="333775" y="180714"/>
                  </a:lnTo>
                  <a:lnTo>
                    <a:pt x="334121" y="175415"/>
                  </a:lnTo>
                  <a:lnTo>
                    <a:pt x="334299" y="170108"/>
                  </a:lnTo>
                  <a:lnTo>
                    <a:pt x="334308" y="164797"/>
                  </a:lnTo>
                  <a:lnTo>
                    <a:pt x="334148" y="159489"/>
                  </a:lnTo>
                  <a:lnTo>
                    <a:pt x="333820" y="154189"/>
                  </a:lnTo>
                  <a:lnTo>
                    <a:pt x="333324" y="148902"/>
                  </a:lnTo>
                  <a:lnTo>
                    <a:pt x="332660" y="143634"/>
                  </a:lnTo>
                  <a:lnTo>
                    <a:pt x="331829" y="138389"/>
                  </a:lnTo>
                  <a:lnTo>
                    <a:pt x="330832" y="133173"/>
                  </a:lnTo>
                  <a:lnTo>
                    <a:pt x="329669" y="127991"/>
                  </a:lnTo>
                  <a:lnTo>
                    <a:pt x="328343" y="122849"/>
                  </a:lnTo>
                  <a:lnTo>
                    <a:pt x="326854" y="117752"/>
                  </a:lnTo>
                  <a:lnTo>
                    <a:pt x="325204" y="112705"/>
                  </a:lnTo>
                  <a:lnTo>
                    <a:pt x="323394" y="107712"/>
                  </a:lnTo>
                  <a:lnTo>
                    <a:pt x="321427" y="102780"/>
                  </a:lnTo>
                  <a:lnTo>
                    <a:pt x="319304" y="97912"/>
                  </a:lnTo>
                  <a:lnTo>
                    <a:pt x="317028" y="93114"/>
                  </a:lnTo>
                  <a:lnTo>
                    <a:pt x="314600" y="88392"/>
                  </a:lnTo>
                  <a:lnTo>
                    <a:pt x="312024" y="83748"/>
                  </a:lnTo>
                  <a:lnTo>
                    <a:pt x="309301" y="79189"/>
                  </a:lnTo>
                  <a:lnTo>
                    <a:pt x="306435" y="74719"/>
                  </a:lnTo>
                  <a:lnTo>
                    <a:pt x="303428" y="70341"/>
                  </a:lnTo>
                  <a:lnTo>
                    <a:pt x="300284" y="66062"/>
                  </a:lnTo>
                  <a:lnTo>
                    <a:pt x="297006" y="61885"/>
                  </a:lnTo>
                  <a:lnTo>
                    <a:pt x="293596" y="57813"/>
                  </a:lnTo>
                  <a:lnTo>
                    <a:pt x="290059" y="53853"/>
                  </a:lnTo>
                  <a:lnTo>
                    <a:pt x="286398" y="50006"/>
                  </a:lnTo>
                  <a:lnTo>
                    <a:pt x="282616" y="46278"/>
                  </a:lnTo>
                  <a:lnTo>
                    <a:pt x="278718" y="42672"/>
                  </a:lnTo>
                  <a:lnTo>
                    <a:pt x="274708" y="39191"/>
                  </a:lnTo>
                  <a:lnTo>
                    <a:pt x="270589" y="35839"/>
                  </a:lnTo>
                  <a:lnTo>
                    <a:pt x="266365" y="32620"/>
                  </a:lnTo>
                  <a:lnTo>
                    <a:pt x="262041" y="29537"/>
                  </a:lnTo>
                  <a:lnTo>
                    <a:pt x="257622" y="26593"/>
                  </a:lnTo>
                  <a:lnTo>
                    <a:pt x="253112" y="23790"/>
                  </a:lnTo>
                  <a:lnTo>
                    <a:pt x="248514" y="21133"/>
                  </a:lnTo>
                  <a:lnTo>
                    <a:pt x="243835" y="18622"/>
                  </a:lnTo>
                  <a:lnTo>
                    <a:pt x="239078" y="16262"/>
                  </a:lnTo>
                  <a:lnTo>
                    <a:pt x="234249" y="14054"/>
                  </a:lnTo>
                  <a:lnTo>
                    <a:pt x="229351" y="12000"/>
                  </a:lnTo>
                  <a:lnTo>
                    <a:pt x="224392" y="10103"/>
                  </a:lnTo>
                  <a:lnTo>
                    <a:pt x="219374" y="8364"/>
                  </a:lnTo>
                  <a:lnTo>
                    <a:pt x="214304" y="6786"/>
                  </a:lnTo>
                  <a:lnTo>
                    <a:pt x="209186" y="5369"/>
                  </a:lnTo>
                  <a:lnTo>
                    <a:pt x="204025" y="4116"/>
                  </a:lnTo>
                  <a:lnTo>
                    <a:pt x="198828" y="3027"/>
                  </a:lnTo>
                  <a:lnTo>
                    <a:pt x="193598" y="2104"/>
                  </a:lnTo>
                  <a:lnTo>
                    <a:pt x="188342" y="1347"/>
                  </a:lnTo>
                  <a:lnTo>
                    <a:pt x="183065" y="758"/>
                  </a:lnTo>
                  <a:lnTo>
                    <a:pt x="177771" y="337"/>
                  </a:lnTo>
                  <a:lnTo>
                    <a:pt x="172467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61940" y="5103947"/>
              <a:ext cx="334297" cy="334334"/>
            </a:xfrm>
            <a:custGeom>
              <a:avLst/>
              <a:pathLst>
                <a:path w="334297" h="334334">
                  <a:moveTo>
                    <a:pt x="167079" y="0"/>
                  </a:moveTo>
                  <a:lnTo>
                    <a:pt x="161774" y="86"/>
                  </a:lnTo>
                  <a:lnTo>
                    <a:pt x="156474" y="341"/>
                  </a:lnTo>
                  <a:lnTo>
                    <a:pt x="151186" y="763"/>
                  </a:lnTo>
                  <a:lnTo>
                    <a:pt x="145913" y="1354"/>
                  </a:lnTo>
                  <a:lnTo>
                    <a:pt x="140662" y="2111"/>
                  </a:lnTo>
                  <a:lnTo>
                    <a:pt x="135437" y="3035"/>
                  </a:lnTo>
                  <a:lnTo>
                    <a:pt x="130245" y="4124"/>
                  </a:lnTo>
                  <a:lnTo>
                    <a:pt x="125089" y="5377"/>
                  </a:lnTo>
                  <a:lnTo>
                    <a:pt x="119976" y="6793"/>
                  </a:lnTo>
                  <a:lnTo>
                    <a:pt x="114911" y="8371"/>
                  </a:lnTo>
                  <a:lnTo>
                    <a:pt x="109898" y="10108"/>
                  </a:lnTo>
                  <a:lnTo>
                    <a:pt x="104942" y="12004"/>
                  </a:lnTo>
                  <a:lnTo>
                    <a:pt x="100050" y="14056"/>
                  </a:lnTo>
                  <a:lnTo>
                    <a:pt x="95225" y="16263"/>
                  </a:lnTo>
                  <a:lnTo>
                    <a:pt x="90472" y="18621"/>
                  </a:lnTo>
                  <a:lnTo>
                    <a:pt x="85797" y="21129"/>
                  </a:lnTo>
                  <a:lnTo>
                    <a:pt x="81204" y="23784"/>
                  </a:lnTo>
                  <a:lnTo>
                    <a:pt x="76697" y="26584"/>
                  </a:lnTo>
                  <a:lnTo>
                    <a:pt x="72281" y="29525"/>
                  </a:lnTo>
                  <a:lnTo>
                    <a:pt x="67961" y="32605"/>
                  </a:lnTo>
                  <a:lnTo>
                    <a:pt x="63741" y="35820"/>
                  </a:lnTo>
                  <a:lnTo>
                    <a:pt x="59625" y="39168"/>
                  </a:lnTo>
                  <a:lnTo>
                    <a:pt x="55617" y="42645"/>
                  </a:lnTo>
                  <a:lnTo>
                    <a:pt x="51721" y="46247"/>
                  </a:lnTo>
                  <a:lnTo>
                    <a:pt x="47942" y="49970"/>
                  </a:lnTo>
                  <a:lnTo>
                    <a:pt x="44283" y="53812"/>
                  </a:lnTo>
                  <a:lnTo>
                    <a:pt x="40748" y="57768"/>
                  </a:lnTo>
                  <a:lnTo>
                    <a:pt x="37340" y="61835"/>
                  </a:lnTo>
                  <a:lnTo>
                    <a:pt x="34063" y="66007"/>
                  </a:lnTo>
                  <a:lnTo>
                    <a:pt x="30919" y="70281"/>
                  </a:lnTo>
                  <a:lnTo>
                    <a:pt x="27913" y="74653"/>
                  </a:lnTo>
                  <a:lnTo>
                    <a:pt x="25048" y="79118"/>
                  </a:lnTo>
                  <a:lnTo>
                    <a:pt x="22325" y="83672"/>
                  </a:lnTo>
                  <a:lnTo>
                    <a:pt x="19749" y="88310"/>
                  </a:lnTo>
                  <a:lnTo>
                    <a:pt x="17320" y="93027"/>
                  </a:lnTo>
                  <a:lnTo>
                    <a:pt x="15043" y="97819"/>
                  </a:lnTo>
                  <a:lnTo>
                    <a:pt x="12919" y="102681"/>
                  </a:lnTo>
                  <a:lnTo>
                    <a:pt x="10950" y="107608"/>
                  </a:lnTo>
                  <a:lnTo>
                    <a:pt x="9139" y="112595"/>
                  </a:lnTo>
                  <a:lnTo>
                    <a:pt x="7487" y="117636"/>
                  </a:lnTo>
                  <a:lnTo>
                    <a:pt x="5995" y="122728"/>
                  </a:lnTo>
                  <a:lnTo>
                    <a:pt x="4666" y="127864"/>
                  </a:lnTo>
                  <a:lnTo>
                    <a:pt x="3501" y="133040"/>
                  </a:lnTo>
                  <a:lnTo>
                    <a:pt x="2500" y="138251"/>
                  </a:lnTo>
                  <a:lnTo>
                    <a:pt x="1666" y="143490"/>
                  </a:lnTo>
                  <a:lnTo>
                    <a:pt x="998" y="148754"/>
                  </a:lnTo>
                  <a:lnTo>
                    <a:pt x="497" y="154035"/>
                  </a:lnTo>
                  <a:lnTo>
                    <a:pt x="164" y="159331"/>
                  </a:lnTo>
                  <a:lnTo>
                    <a:pt x="0" y="164634"/>
                  </a:lnTo>
                  <a:lnTo>
                    <a:pt x="3" y="169939"/>
                  </a:lnTo>
                  <a:lnTo>
                    <a:pt x="175" y="175242"/>
                  </a:lnTo>
                  <a:lnTo>
                    <a:pt x="516" y="180536"/>
                  </a:lnTo>
                  <a:lnTo>
                    <a:pt x="1024" y="185818"/>
                  </a:lnTo>
                  <a:lnTo>
                    <a:pt x="1700" y="191080"/>
                  </a:lnTo>
                  <a:lnTo>
                    <a:pt x="2542" y="196318"/>
                  </a:lnTo>
                  <a:lnTo>
                    <a:pt x="3550" y="201527"/>
                  </a:lnTo>
                  <a:lnTo>
                    <a:pt x="4722" y="206702"/>
                  </a:lnTo>
                  <a:lnTo>
                    <a:pt x="6059" y="211836"/>
                  </a:lnTo>
                  <a:lnTo>
                    <a:pt x="7558" y="216926"/>
                  </a:lnTo>
                  <a:lnTo>
                    <a:pt x="9217" y="221965"/>
                  </a:lnTo>
                  <a:lnTo>
                    <a:pt x="11035" y="226949"/>
                  </a:lnTo>
                  <a:lnTo>
                    <a:pt x="13011" y="231873"/>
                  </a:lnTo>
                  <a:lnTo>
                    <a:pt x="15142" y="236732"/>
                  </a:lnTo>
                  <a:lnTo>
                    <a:pt x="17426" y="241521"/>
                  </a:lnTo>
                  <a:lnTo>
                    <a:pt x="19861" y="246234"/>
                  </a:lnTo>
                  <a:lnTo>
                    <a:pt x="22445" y="250869"/>
                  </a:lnTo>
                  <a:lnTo>
                    <a:pt x="25174" y="255418"/>
                  </a:lnTo>
                  <a:lnTo>
                    <a:pt x="28046" y="259879"/>
                  </a:lnTo>
                  <a:lnTo>
                    <a:pt x="31058" y="264247"/>
                  </a:lnTo>
                  <a:lnTo>
                    <a:pt x="34207" y="268517"/>
                  </a:lnTo>
                  <a:lnTo>
                    <a:pt x="37490" y="272684"/>
                  </a:lnTo>
                  <a:lnTo>
                    <a:pt x="40904" y="276746"/>
                  </a:lnTo>
                  <a:lnTo>
                    <a:pt x="44445" y="280697"/>
                  </a:lnTo>
                  <a:lnTo>
                    <a:pt x="48110" y="284534"/>
                  </a:lnTo>
                  <a:lnTo>
                    <a:pt x="51894" y="288252"/>
                  </a:lnTo>
                  <a:lnTo>
                    <a:pt x="55795" y="291848"/>
                  </a:lnTo>
                  <a:lnTo>
                    <a:pt x="59808" y="295319"/>
                  </a:lnTo>
                  <a:lnTo>
                    <a:pt x="63928" y="298661"/>
                  </a:lnTo>
                  <a:lnTo>
                    <a:pt x="68153" y="301870"/>
                  </a:lnTo>
                  <a:lnTo>
                    <a:pt x="72478" y="304944"/>
                  </a:lnTo>
                  <a:lnTo>
                    <a:pt x="76898" y="307879"/>
                  </a:lnTo>
                  <a:lnTo>
                    <a:pt x="81408" y="310672"/>
                  </a:lnTo>
                  <a:lnTo>
                    <a:pt x="86006" y="313321"/>
                  </a:lnTo>
                  <a:lnTo>
                    <a:pt x="90685" y="315822"/>
                  </a:lnTo>
                  <a:lnTo>
                    <a:pt x="95441" y="318174"/>
                  </a:lnTo>
                  <a:lnTo>
                    <a:pt x="100269" y="320373"/>
                  </a:lnTo>
                  <a:lnTo>
                    <a:pt x="105164" y="322418"/>
                  </a:lnTo>
                  <a:lnTo>
                    <a:pt x="110122" y="324307"/>
                  </a:lnTo>
                  <a:lnTo>
                    <a:pt x="115138" y="326038"/>
                  </a:lnTo>
                  <a:lnTo>
                    <a:pt x="120205" y="327608"/>
                  </a:lnTo>
                  <a:lnTo>
                    <a:pt x="125320" y="329017"/>
                  </a:lnTo>
                  <a:lnTo>
                    <a:pt x="130478" y="330263"/>
                  </a:lnTo>
                  <a:lnTo>
                    <a:pt x="135672" y="331344"/>
                  </a:lnTo>
                  <a:lnTo>
                    <a:pt x="140898" y="332261"/>
                  </a:lnTo>
                  <a:lnTo>
                    <a:pt x="146150" y="333010"/>
                  </a:lnTo>
                  <a:lnTo>
                    <a:pt x="151423" y="333593"/>
                  </a:lnTo>
                  <a:lnTo>
                    <a:pt x="156713" y="334008"/>
                  </a:lnTo>
                  <a:lnTo>
                    <a:pt x="162013" y="334255"/>
                  </a:lnTo>
                  <a:lnTo>
                    <a:pt x="167318" y="334334"/>
                  </a:lnTo>
                  <a:lnTo>
                    <a:pt x="172622" y="334245"/>
                  </a:lnTo>
                  <a:lnTo>
                    <a:pt x="177922" y="333987"/>
                  </a:lnTo>
                  <a:lnTo>
                    <a:pt x="183210" y="333561"/>
                  </a:lnTo>
                  <a:lnTo>
                    <a:pt x="188482" y="332967"/>
                  </a:lnTo>
                  <a:lnTo>
                    <a:pt x="193733" y="332207"/>
                  </a:lnTo>
                  <a:lnTo>
                    <a:pt x="198957" y="331280"/>
                  </a:lnTo>
                  <a:lnTo>
                    <a:pt x="204149" y="330188"/>
                  </a:lnTo>
                  <a:lnTo>
                    <a:pt x="209304" y="328932"/>
                  </a:lnTo>
                  <a:lnTo>
                    <a:pt x="214416" y="327512"/>
                  </a:lnTo>
                  <a:lnTo>
                    <a:pt x="219481" y="325932"/>
                  </a:lnTo>
                  <a:lnTo>
                    <a:pt x="224492" y="324191"/>
                  </a:lnTo>
                  <a:lnTo>
                    <a:pt x="229447" y="322292"/>
                  </a:lnTo>
                  <a:lnTo>
                    <a:pt x="234338" y="320237"/>
                  </a:lnTo>
                  <a:lnTo>
                    <a:pt x="239162" y="318028"/>
                  </a:lnTo>
                  <a:lnTo>
                    <a:pt x="243913" y="315666"/>
                  </a:lnTo>
                  <a:lnTo>
                    <a:pt x="248587" y="313156"/>
                  </a:lnTo>
                  <a:lnTo>
                    <a:pt x="253178" y="310498"/>
                  </a:lnTo>
                  <a:lnTo>
                    <a:pt x="257683" y="307695"/>
                  </a:lnTo>
                  <a:lnTo>
                    <a:pt x="262097" y="304751"/>
                  </a:lnTo>
                  <a:lnTo>
                    <a:pt x="266416" y="301669"/>
                  </a:lnTo>
                  <a:lnTo>
                    <a:pt x="270634" y="298451"/>
                  </a:lnTo>
                  <a:lnTo>
                    <a:pt x="274748" y="295101"/>
                  </a:lnTo>
                  <a:lnTo>
                    <a:pt x="278754" y="291622"/>
                  </a:lnTo>
                  <a:lnTo>
                    <a:pt x="282647" y="288018"/>
                  </a:lnTo>
                  <a:lnTo>
                    <a:pt x="286424" y="284291"/>
                  </a:lnTo>
                  <a:lnTo>
                    <a:pt x="290081" y="280447"/>
                  </a:lnTo>
                  <a:lnTo>
                    <a:pt x="293614" y="276489"/>
                  </a:lnTo>
                  <a:lnTo>
                    <a:pt x="297019" y="272421"/>
                  </a:lnTo>
                  <a:lnTo>
                    <a:pt x="300294" y="268246"/>
                  </a:lnTo>
                  <a:lnTo>
                    <a:pt x="303434" y="263970"/>
                  </a:lnTo>
                  <a:lnTo>
                    <a:pt x="306438" y="259597"/>
                  </a:lnTo>
                  <a:lnTo>
                    <a:pt x="309301" y="255130"/>
                  </a:lnTo>
                  <a:lnTo>
                    <a:pt x="312021" y="250574"/>
                  </a:lnTo>
                  <a:lnTo>
                    <a:pt x="314594" y="245935"/>
                  </a:lnTo>
                  <a:lnTo>
                    <a:pt x="317020" y="241216"/>
                  </a:lnTo>
                  <a:lnTo>
                    <a:pt x="319294" y="236423"/>
                  </a:lnTo>
                  <a:lnTo>
                    <a:pt x="321415" y="231560"/>
                  </a:lnTo>
                  <a:lnTo>
                    <a:pt x="323381" y="226632"/>
                  </a:lnTo>
                  <a:lnTo>
                    <a:pt x="325190" y="221644"/>
                  </a:lnTo>
                  <a:lnTo>
                    <a:pt x="326839" y="216601"/>
                  </a:lnTo>
                  <a:lnTo>
                    <a:pt x="328327" y="211509"/>
                  </a:lnTo>
                  <a:lnTo>
                    <a:pt x="329653" y="206372"/>
                  </a:lnTo>
                  <a:lnTo>
                    <a:pt x="330815" y="201195"/>
                  </a:lnTo>
                  <a:lnTo>
                    <a:pt x="331813" y="195984"/>
                  </a:lnTo>
                  <a:lnTo>
                    <a:pt x="332644" y="190744"/>
                  </a:lnTo>
                  <a:lnTo>
                    <a:pt x="333309" y="185480"/>
                  </a:lnTo>
                  <a:lnTo>
                    <a:pt x="333807" y="180198"/>
                  </a:lnTo>
                  <a:lnTo>
                    <a:pt x="334136" y="174903"/>
                  </a:lnTo>
                  <a:lnTo>
                    <a:pt x="334297" y="169600"/>
                  </a:lnTo>
                  <a:lnTo>
                    <a:pt x="334290" y="164294"/>
                  </a:lnTo>
                  <a:lnTo>
                    <a:pt x="334115" y="158991"/>
                  </a:lnTo>
                  <a:lnTo>
                    <a:pt x="333772" y="153697"/>
                  </a:lnTo>
                  <a:lnTo>
                    <a:pt x="333260" y="148416"/>
                  </a:lnTo>
                  <a:lnTo>
                    <a:pt x="332582" y="143154"/>
                  </a:lnTo>
                  <a:lnTo>
                    <a:pt x="331736" y="137916"/>
                  </a:lnTo>
                  <a:lnTo>
                    <a:pt x="330725" y="132708"/>
                  </a:lnTo>
                  <a:lnTo>
                    <a:pt x="329549" y="127534"/>
                  </a:lnTo>
                  <a:lnTo>
                    <a:pt x="328210" y="122401"/>
                  </a:lnTo>
                  <a:lnTo>
                    <a:pt x="326708" y="117312"/>
                  </a:lnTo>
                  <a:lnTo>
                    <a:pt x="325045" y="112274"/>
                  </a:lnTo>
                  <a:lnTo>
                    <a:pt x="323224" y="107291"/>
                  </a:lnTo>
                  <a:lnTo>
                    <a:pt x="321245" y="102368"/>
                  </a:lnTo>
                  <a:lnTo>
                    <a:pt x="319111" y="97510"/>
                  </a:lnTo>
                  <a:lnTo>
                    <a:pt x="316824" y="92723"/>
                  </a:lnTo>
                  <a:lnTo>
                    <a:pt x="314386" y="88011"/>
                  </a:lnTo>
                  <a:lnTo>
                    <a:pt x="311800" y="83378"/>
                  </a:lnTo>
                  <a:lnTo>
                    <a:pt x="309069" y="78830"/>
                  </a:lnTo>
                  <a:lnTo>
                    <a:pt x="306194" y="74371"/>
                  </a:lnTo>
                  <a:lnTo>
                    <a:pt x="303179" y="70005"/>
                  </a:lnTo>
                  <a:lnTo>
                    <a:pt x="300027" y="65737"/>
                  </a:lnTo>
                  <a:lnTo>
                    <a:pt x="296741" y="61571"/>
                  </a:lnTo>
                  <a:lnTo>
                    <a:pt x="293325" y="57512"/>
                  </a:lnTo>
                  <a:lnTo>
                    <a:pt x="289782" y="53563"/>
                  </a:lnTo>
                  <a:lnTo>
                    <a:pt x="286115" y="49729"/>
                  </a:lnTo>
                  <a:lnTo>
                    <a:pt x="282328" y="46012"/>
                  </a:lnTo>
                  <a:lnTo>
                    <a:pt x="278425" y="42418"/>
                  </a:lnTo>
                  <a:lnTo>
                    <a:pt x="274411" y="38950"/>
                  </a:lnTo>
                  <a:lnTo>
                    <a:pt x="270288" y="35611"/>
                  </a:lnTo>
                  <a:lnTo>
                    <a:pt x="266061" y="32404"/>
                  </a:lnTo>
                  <a:lnTo>
                    <a:pt x="261735" y="29333"/>
                  </a:lnTo>
                  <a:lnTo>
                    <a:pt x="257313" y="26400"/>
                  </a:lnTo>
                  <a:lnTo>
                    <a:pt x="252800" y="23610"/>
                  </a:lnTo>
                  <a:lnTo>
                    <a:pt x="248202" y="20964"/>
                  </a:lnTo>
                  <a:lnTo>
                    <a:pt x="243521" y="18466"/>
                  </a:lnTo>
                  <a:lnTo>
                    <a:pt x="238764" y="16117"/>
                  </a:lnTo>
                  <a:lnTo>
                    <a:pt x="233934" y="1392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88" y="5103947"/>
              <a:ext cx="66786" cy="167167"/>
            </a:xfrm>
            <a:custGeom>
              <a:avLst/>
              <a:pathLst>
                <a:path w="66786" h="167167">
                  <a:moveTo>
                    <a:pt x="66786" y="13920"/>
                  </a:moveTo>
                  <a:lnTo>
                    <a:pt x="61499" y="11723"/>
                  </a:lnTo>
                  <a:lnTo>
                    <a:pt x="56141" y="9709"/>
                  </a:lnTo>
                  <a:lnTo>
                    <a:pt x="50716" y="7879"/>
                  </a:lnTo>
                  <a:lnTo>
                    <a:pt x="45232" y="6235"/>
                  </a:lnTo>
                  <a:lnTo>
                    <a:pt x="39694" y="4781"/>
                  </a:lnTo>
                  <a:lnTo>
                    <a:pt x="34111" y="3517"/>
                  </a:lnTo>
                  <a:lnTo>
                    <a:pt x="28487" y="2445"/>
                  </a:lnTo>
                  <a:lnTo>
                    <a:pt x="22829" y="1566"/>
                  </a:lnTo>
                  <a:lnTo>
                    <a:pt x="17145" y="881"/>
                  </a:lnTo>
                  <a:lnTo>
                    <a:pt x="11441" y="392"/>
                  </a:lnTo>
                  <a:lnTo>
                    <a:pt x="572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40312" y="5309273"/>
              <a:ext cx="165582" cy="167167"/>
            </a:xfrm>
            <a:custGeom>
              <a:avLst/>
              <a:pathLst>
                <a:path w="165582" h="167167">
                  <a:moveTo>
                    <a:pt x="165579" y="0"/>
                  </a:moveTo>
                  <a:lnTo>
                    <a:pt x="160136" y="88"/>
                  </a:lnTo>
                  <a:lnTo>
                    <a:pt x="154698" y="354"/>
                  </a:lnTo>
                  <a:lnTo>
                    <a:pt x="149272" y="797"/>
                  </a:lnTo>
                  <a:lnTo>
                    <a:pt x="143864" y="1416"/>
                  </a:lnTo>
                  <a:lnTo>
                    <a:pt x="138478" y="2211"/>
                  </a:lnTo>
                  <a:lnTo>
                    <a:pt x="133121" y="3181"/>
                  </a:lnTo>
                  <a:lnTo>
                    <a:pt x="127799" y="4325"/>
                  </a:lnTo>
                  <a:lnTo>
                    <a:pt x="122517" y="5642"/>
                  </a:lnTo>
                  <a:lnTo>
                    <a:pt x="117280" y="7130"/>
                  </a:lnTo>
                  <a:lnTo>
                    <a:pt x="112094" y="8787"/>
                  </a:lnTo>
                  <a:lnTo>
                    <a:pt x="106966" y="10613"/>
                  </a:lnTo>
                  <a:lnTo>
                    <a:pt x="101899" y="12605"/>
                  </a:lnTo>
                  <a:lnTo>
                    <a:pt x="96900" y="14760"/>
                  </a:lnTo>
                  <a:lnTo>
                    <a:pt x="91974" y="17077"/>
                  </a:lnTo>
                  <a:lnTo>
                    <a:pt x="87126" y="19554"/>
                  </a:lnTo>
                  <a:lnTo>
                    <a:pt x="82361" y="22187"/>
                  </a:lnTo>
                  <a:lnTo>
                    <a:pt x="77684" y="24973"/>
                  </a:lnTo>
                  <a:lnTo>
                    <a:pt x="73101" y="27911"/>
                  </a:lnTo>
                  <a:lnTo>
                    <a:pt x="68616" y="30996"/>
                  </a:lnTo>
                  <a:lnTo>
                    <a:pt x="64233" y="34226"/>
                  </a:lnTo>
                  <a:lnTo>
                    <a:pt x="59958" y="37596"/>
                  </a:lnTo>
                  <a:lnTo>
                    <a:pt x="55795" y="41104"/>
                  </a:lnTo>
                  <a:lnTo>
                    <a:pt x="51749" y="44746"/>
                  </a:lnTo>
                  <a:lnTo>
                    <a:pt x="47823" y="48517"/>
                  </a:lnTo>
                  <a:lnTo>
                    <a:pt x="44022" y="52415"/>
                  </a:lnTo>
                  <a:lnTo>
                    <a:pt x="40350" y="56434"/>
                  </a:lnTo>
                  <a:lnTo>
                    <a:pt x="36810" y="60570"/>
                  </a:lnTo>
                  <a:lnTo>
                    <a:pt x="33408" y="64820"/>
                  </a:lnTo>
                  <a:lnTo>
                    <a:pt x="30145" y="69178"/>
                  </a:lnTo>
                  <a:lnTo>
                    <a:pt x="27026" y="73640"/>
                  </a:lnTo>
                  <a:lnTo>
                    <a:pt x="24055" y="78201"/>
                  </a:lnTo>
                  <a:lnTo>
                    <a:pt x="21233" y="82856"/>
                  </a:lnTo>
                  <a:lnTo>
                    <a:pt x="18564" y="87601"/>
                  </a:lnTo>
                  <a:lnTo>
                    <a:pt x="16051" y="92430"/>
                  </a:lnTo>
                  <a:lnTo>
                    <a:pt x="13697" y="97339"/>
                  </a:lnTo>
                  <a:lnTo>
                    <a:pt x="11504" y="102322"/>
                  </a:lnTo>
                  <a:lnTo>
                    <a:pt x="9474" y="107373"/>
                  </a:lnTo>
                  <a:lnTo>
                    <a:pt x="7610" y="112488"/>
                  </a:lnTo>
                  <a:lnTo>
                    <a:pt x="5913" y="117661"/>
                  </a:lnTo>
                  <a:lnTo>
                    <a:pt x="4386" y="122886"/>
                  </a:lnTo>
                  <a:lnTo>
                    <a:pt x="3029" y="128158"/>
                  </a:lnTo>
                  <a:lnTo>
                    <a:pt x="1845" y="133472"/>
                  </a:lnTo>
                  <a:lnTo>
                    <a:pt x="835" y="138821"/>
                  </a:lnTo>
                  <a:lnTo>
                    <a:pt x="0" y="144201"/>
                  </a:lnTo>
                  <a:lnTo>
                    <a:pt x="16558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38737" y="5309273"/>
              <a:ext cx="334307" cy="334334"/>
            </a:xfrm>
            <a:custGeom>
              <a:avLst/>
              <a:pathLst>
                <a:path w="334307" h="334334">
                  <a:moveTo>
                    <a:pt x="1574" y="144201"/>
                  </a:moveTo>
                  <a:lnTo>
                    <a:pt x="930" y="149460"/>
                  </a:lnTo>
                  <a:lnTo>
                    <a:pt x="452" y="154738"/>
                  </a:lnTo>
                  <a:lnTo>
                    <a:pt x="142" y="160028"/>
                  </a:lnTo>
                  <a:lnTo>
                    <a:pt x="0" y="165325"/>
                  </a:lnTo>
                  <a:lnTo>
                    <a:pt x="25" y="170624"/>
                  </a:lnTo>
                  <a:lnTo>
                    <a:pt x="219" y="175920"/>
                  </a:lnTo>
                  <a:lnTo>
                    <a:pt x="580" y="181206"/>
                  </a:lnTo>
                  <a:lnTo>
                    <a:pt x="1109" y="186479"/>
                  </a:lnTo>
                  <a:lnTo>
                    <a:pt x="1804" y="191732"/>
                  </a:lnTo>
                  <a:lnTo>
                    <a:pt x="2666" y="196961"/>
                  </a:lnTo>
                  <a:lnTo>
                    <a:pt x="3693" y="202160"/>
                  </a:lnTo>
                  <a:lnTo>
                    <a:pt x="4884" y="207323"/>
                  </a:lnTo>
                  <a:lnTo>
                    <a:pt x="6238" y="212446"/>
                  </a:lnTo>
                  <a:lnTo>
                    <a:pt x="7754" y="217524"/>
                  </a:lnTo>
                  <a:lnTo>
                    <a:pt x="9431" y="222551"/>
                  </a:lnTo>
                  <a:lnTo>
                    <a:pt x="11265" y="227522"/>
                  </a:lnTo>
                  <a:lnTo>
                    <a:pt x="13256" y="232433"/>
                  </a:lnTo>
                  <a:lnTo>
                    <a:pt x="15402" y="237278"/>
                  </a:lnTo>
                  <a:lnTo>
                    <a:pt x="17701" y="242053"/>
                  </a:lnTo>
                  <a:lnTo>
                    <a:pt x="20150" y="246752"/>
                  </a:lnTo>
                  <a:lnTo>
                    <a:pt x="22746" y="251372"/>
                  </a:lnTo>
                  <a:lnTo>
                    <a:pt x="25487" y="255907"/>
                  </a:lnTo>
                  <a:lnTo>
                    <a:pt x="28371" y="260352"/>
                  </a:lnTo>
                  <a:lnTo>
                    <a:pt x="31394" y="264704"/>
                  </a:lnTo>
                  <a:lnTo>
                    <a:pt x="34554" y="268958"/>
                  </a:lnTo>
                  <a:lnTo>
                    <a:pt x="37847" y="273110"/>
                  </a:lnTo>
                  <a:lnTo>
                    <a:pt x="41270" y="277155"/>
                  </a:lnTo>
                  <a:lnTo>
                    <a:pt x="44819" y="281090"/>
                  </a:lnTo>
                  <a:lnTo>
                    <a:pt x="48492" y="284910"/>
                  </a:lnTo>
                  <a:lnTo>
                    <a:pt x="52283" y="288612"/>
                  </a:lnTo>
                  <a:lnTo>
                    <a:pt x="56190" y="292192"/>
                  </a:lnTo>
                  <a:lnTo>
                    <a:pt x="60209" y="295647"/>
                  </a:lnTo>
                  <a:lnTo>
                    <a:pt x="64335" y="298972"/>
                  </a:lnTo>
                  <a:lnTo>
                    <a:pt x="68564" y="302165"/>
                  </a:lnTo>
                  <a:lnTo>
                    <a:pt x="72892" y="305222"/>
                  </a:lnTo>
                  <a:lnTo>
                    <a:pt x="77315" y="308140"/>
                  </a:lnTo>
                  <a:lnTo>
                    <a:pt x="81829" y="310917"/>
                  </a:lnTo>
                  <a:lnTo>
                    <a:pt x="86428" y="313549"/>
                  </a:lnTo>
                  <a:lnTo>
                    <a:pt x="91108" y="316034"/>
                  </a:lnTo>
                  <a:lnTo>
                    <a:pt x="95865" y="318370"/>
                  </a:lnTo>
                  <a:lnTo>
                    <a:pt x="100693" y="320554"/>
                  </a:lnTo>
                  <a:lnTo>
                    <a:pt x="105588" y="322583"/>
                  </a:lnTo>
                  <a:lnTo>
                    <a:pt x="110545" y="324457"/>
                  </a:lnTo>
                  <a:lnTo>
                    <a:pt x="115559" y="326172"/>
                  </a:lnTo>
                  <a:lnTo>
                    <a:pt x="120624" y="327727"/>
                  </a:lnTo>
                  <a:lnTo>
                    <a:pt x="125737" y="329122"/>
                  </a:lnTo>
                  <a:lnTo>
                    <a:pt x="130891" y="330353"/>
                  </a:lnTo>
                  <a:lnTo>
                    <a:pt x="136081" y="331421"/>
                  </a:lnTo>
                  <a:lnTo>
                    <a:pt x="141303" y="332323"/>
                  </a:lnTo>
                  <a:lnTo>
                    <a:pt x="146550" y="333059"/>
                  </a:lnTo>
                  <a:lnTo>
                    <a:pt x="151819" y="333629"/>
                  </a:lnTo>
                  <a:lnTo>
                    <a:pt x="157103" y="334032"/>
                  </a:lnTo>
                  <a:lnTo>
                    <a:pt x="162397" y="334267"/>
                  </a:lnTo>
                  <a:lnTo>
                    <a:pt x="167695" y="334334"/>
                  </a:lnTo>
                  <a:lnTo>
                    <a:pt x="172993" y="334232"/>
                  </a:lnTo>
                  <a:lnTo>
                    <a:pt x="178286" y="333964"/>
                  </a:lnTo>
                  <a:lnTo>
                    <a:pt x="183567" y="333527"/>
                  </a:lnTo>
                  <a:lnTo>
                    <a:pt x="188831" y="332923"/>
                  </a:lnTo>
                  <a:lnTo>
                    <a:pt x="194074" y="332153"/>
                  </a:lnTo>
                  <a:lnTo>
                    <a:pt x="199290" y="331217"/>
                  </a:lnTo>
                  <a:lnTo>
                    <a:pt x="204473" y="330116"/>
                  </a:lnTo>
                  <a:lnTo>
                    <a:pt x="209619" y="328851"/>
                  </a:lnTo>
                  <a:lnTo>
                    <a:pt x="214723" y="327424"/>
                  </a:lnTo>
                  <a:lnTo>
                    <a:pt x="219778" y="325836"/>
                  </a:lnTo>
                  <a:lnTo>
                    <a:pt x="224781" y="324089"/>
                  </a:lnTo>
                  <a:lnTo>
                    <a:pt x="229726" y="322183"/>
                  </a:lnTo>
                  <a:lnTo>
                    <a:pt x="234608" y="320122"/>
                  </a:lnTo>
                  <a:lnTo>
                    <a:pt x="239422" y="317908"/>
                  </a:lnTo>
                  <a:lnTo>
                    <a:pt x="244163" y="315541"/>
                  </a:lnTo>
                  <a:lnTo>
                    <a:pt x="248827" y="313026"/>
                  </a:lnTo>
                  <a:lnTo>
                    <a:pt x="253409" y="310364"/>
                  </a:lnTo>
                  <a:lnTo>
                    <a:pt x="257905" y="307558"/>
                  </a:lnTo>
                  <a:lnTo>
                    <a:pt x="262309" y="304612"/>
                  </a:lnTo>
                  <a:lnTo>
                    <a:pt x="266617" y="301527"/>
                  </a:lnTo>
                  <a:lnTo>
                    <a:pt x="270826" y="298307"/>
                  </a:lnTo>
                  <a:lnTo>
                    <a:pt x="274930" y="294955"/>
                  </a:lnTo>
                  <a:lnTo>
                    <a:pt x="278927" y="291475"/>
                  </a:lnTo>
                  <a:lnTo>
                    <a:pt x="282810" y="287870"/>
                  </a:lnTo>
                  <a:lnTo>
                    <a:pt x="286578" y="284144"/>
                  </a:lnTo>
                  <a:lnTo>
                    <a:pt x="290226" y="280300"/>
                  </a:lnTo>
                  <a:lnTo>
                    <a:pt x="293750" y="276342"/>
                  </a:lnTo>
                  <a:lnTo>
                    <a:pt x="297146" y="272275"/>
                  </a:lnTo>
                  <a:lnTo>
                    <a:pt x="300412" y="268102"/>
                  </a:lnTo>
                  <a:lnTo>
                    <a:pt x="303545" y="263828"/>
                  </a:lnTo>
                  <a:lnTo>
                    <a:pt x="306540" y="259456"/>
                  </a:lnTo>
                  <a:lnTo>
                    <a:pt x="309395" y="254992"/>
                  </a:lnTo>
                  <a:lnTo>
                    <a:pt x="312107" y="250440"/>
                  </a:lnTo>
                  <a:lnTo>
                    <a:pt x="314674" y="245803"/>
                  </a:lnTo>
                  <a:lnTo>
                    <a:pt x="317092" y="241088"/>
                  </a:lnTo>
                  <a:lnTo>
                    <a:pt x="319360" y="236299"/>
                  </a:lnTo>
                  <a:lnTo>
                    <a:pt x="321474" y="231440"/>
                  </a:lnTo>
                  <a:lnTo>
                    <a:pt x="323434" y="226517"/>
                  </a:lnTo>
                  <a:lnTo>
                    <a:pt x="325237" y="221534"/>
                  </a:lnTo>
                  <a:lnTo>
                    <a:pt x="326880" y="216496"/>
                  </a:lnTo>
                  <a:lnTo>
                    <a:pt x="328364" y="211409"/>
                  </a:lnTo>
                  <a:lnTo>
                    <a:pt x="329685" y="206277"/>
                  </a:lnTo>
                  <a:lnTo>
                    <a:pt x="330843" y="201106"/>
                  </a:lnTo>
                  <a:lnTo>
                    <a:pt x="331836" y="195901"/>
                  </a:lnTo>
                  <a:lnTo>
                    <a:pt x="332664" y="190667"/>
                  </a:lnTo>
                  <a:lnTo>
                    <a:pt x="333326" y="185409"/>
                  </a:lnTo>
                  <a:lnTo>
                    <a:pt x="333821" y="180133"/>
                  </a:lnTo>
                  <a:lnTo>
                    <a:pt x="334148" y="174844"/>
                  </a:lnTo>
                  <a:lnTo>
                    <a:pt x="334307" y="169547"/>
                  </a:lnTo>
                  <a:lnTo>
                    <a:pt x="334299" y="164248"/>
                  </a:lnTo>
                  <a:lnTo>
                    <a:pt x="334122" y="158952"/>
                  </a:lnTo>
                  <a:lnTo>
                    <a:pt x="333778" y="153664"/>
                  </a:lnTo>
                  <a:lnTo>
                    <a:pt x="333266" y="148390"/>
                  </a:lnTo>
                  <a:lnTo>
                    <a:pt x="332588" y="143134"/>
                  </a:lnTo>
                  <a:lnTo>
                    <a:pt x="331743" y="137903"/>
                  </a:lnTo>
                  <a:lnTo>
                    <a:pt x="330733" y="132701"/>
                  </a:lnTo>
                  <a:lnTo>
                    <a:pt x="329558" y="127534"/>
                  </a:lnTo>
                  <a:lnTo>
                    <a:pt x="328220" y="122406"/>
                  </a:lnTo>
                  <a:lnTo>
                    <a:pt x="326721" y="117324"/>
                  </a:lnTo>
                  <a:lnTo>
                    <a:pt x="325061" y="112291"/>
                  </a:lnTo>
                  <a:lnTo>
                    <a:pt x="323242" y="107314"/>
                  </a:lnTo>
                  <a:lnTo>
                    <a:pt x="321267" y="102397"/>
                  </a:lnTo>
                  <a:lnTo>
                    <a:pt x="319136" y="97545"/>
                  </a:lnTo>
                  <a:lnTo>
                    <a:pt x="316853" y="92763"/>
                  </a:lnTo>
                  <a:lnTo>
                    <a:pt x="314420" y="88056"/>
                  </a:lnTo>
                  <a:lnTo>
                    <a:pt x="311838" y="83428"/>
                  </a:lnTo>
                  <a:lnTo>
                    <a:pt x="309111" y="78884"/>
                  </a:lnTo>
                  <a:lnTo>
                    <a:pt x="306242" y="74429"/>
                  </a:lnTo>
                  <a:lnTo>
                    <a:pt x="303233" y="70067"/>
                  </a:lnTo>
                  <a:lnTo>
                    <a:pt x="300087" y="65803"/>
                  </a:lnTo>
                  <a:lnTo>
                    <a:pt x="296807" y="61641"/>
                  </a:lnTo>
                  <a:lnTo>
                    <a:pt x="293397" y="57585"/>
                  </a:lnTo>
                  <a:lnTo>
                    <a:pt x="289861" y="53638"/>
                  </a:lnTo>
                  <a:lnTo>
                    <a:pt x="286201" y="49806"/>
                  </a:lnTo>
                  <a:lnTo>
                    <a:pt x="282421" y="46092"/>
                  </a:lnTo>
                  <a:lnTo>
                    <a:pt x="278526" y="42500"/>
                  </a:lnTo>
                  <a:lnTo>
                    <a:pt x="274518" y="39032"/>
                  </a:lnTo>
                  <a:lnTo>
                    <a:pt x="270403" y="35694"/>
                  </a:lnTo>
                  <a:lnTo>
                    <a:pt x="266184" y="32488"/>
                  </a:lnTo>
                  <a:lnTo>
                    <a:pt x="261866" y="29416"/>
                  </a:lnTo>
                  <a:lnTo>
                    <a:pt x="257452" y="26484"/>
                  </a:lnTo>
                  <a:lnTo>
                    <a:pt x="252948" y="23693"/>
                  </a:lnTo>
                  <a:lnTo>
                    <a:pt x="248357" y="21045"/>
                  </a:lnTo>
                  <a:lnTo>
                    <a:pt x="243685" y="18545"/>
                  </a:lnTo>
                  <a:lnTo>
                    <a:pt x="238936" y="16194"/>
                  </a:lnTo>
                  <a:lnTo>
                    <a:pt x="234115" y="13995"/>
                  </a:lnTo>
                  <a:lnTo>
                    <a:pt x="229226" y="11950"/>
                  </a:lnTo>
                  <a:lnTo>
                    <a:pt x="224275" y="10060"/>
                  </a:lnTo>
                  <a:lnTo>
                    <a:pt x="219267" y="8329"/>
                  </a:lnTo>
                  <a:lnTo>
                    <a:pt x="214206" y="6757"/>
                  </a:lnTo>
                  <a:lnTo>
                    <a:pt x="209098" y="5347"/>
                  </a:lnTo>
                  <a:lnTo>
                    <a:pt x="203948" y="4098"/>
                  </a:lnTo>
                  <a:lnTo>
                    <a:pt x="198761" y="3014"/>
                  </a:lnTo>
                  <a:lnTo>
                    <a:pt x="193543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0976" y="5399291"/>
              <a:ext cx="6304" cy="167167"/>
            </a:xfrm>
            <a:custGeom>
              <a:avLst/>
              <a:pathLst>
                <a:path w="6304" h="167167">
                  <a:moveTo>
                    <a:pt x="6304" y="0"/>
                  </a:moveTo>
                  <a:lnTo>
                    <a:pt x="0" y="118"/>
                  </a:lnTo>
                  <a:lnTo>
                    <a:pt x="630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0976" y="5399410"/>
              <a:ext cx="6304" cy="167048"/>
            </a:xfrm>
            <a:custGeom>
              <a:avLst/>
              <a:pathLst>
                <a:path w="6304" h="167048">
                  <a:moveTo>
                    <a:pt x="0" y="0"/>
                  </a:moveTo>
                  <a:lnTo>
                    <a:pt x="6304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0976" y="5399410"/>
              <a:ext cx="6304" cy="167048"/>
            </a:xfrm>
            <a:custGeom>
              <a:avLst/>
              <a:pathLst>
                <a:path w="6304" h="167048">
                  <a:moveTo>
                    <a:pt x="0" y="0"/>
                  </a:moveTo>
                  <a:lnTo>
                    <a:pt x="6304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0976" y="5399410"/>
              <a:ext cx="6304" cy="167048"/>
            </a:xfrm>
            <a:custGeom>
              <a:avLst/>
              <a:pathLst>
                <a:path w="6304" h="167048">
                  <a:moveTo>
                    <a:pt x="0" y="0"/>
                  </a:moveTo>
                  <a:lnTo>
                    <a:pt x="6304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0976" y="5399410"/>
              <a:ext cx="6304" cy="167048"/>
            </a:xfrm>
            <a:custGeom>
              <a:avLst/>
              <a:pathLst>
                <a:path w="6304" h="167048">
                  <a:moveTo>
                    <a:pt x="0" y="0"/>
                  </a:moveTo>
                  <a:lnTo>
                    <a:pt x="6304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0976" y="5399410"/>
              <a:ext cx="6304" cy="167048"/>
            </a:xfrm>
            <a:custGeom>
              <a:avLst/>
              <a:pathLst>
                <a:path w="6304" h="167048">
                  <a:moveTo>
                    <a:pt x="0" y="0"/>
                  </a:moveTo>
                  <a:lnTo>
                    <a:pt x="6304" y="167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0976" y="5399410"/>
              <a:ext cx="6304" cy="167048"/>
            </a:xfrm>
            <a:custGeom>
              <a:avLst/>
              <a:pathLst>
                <a:path w="6304" h="167048">
                  <a:moveTo>
                    <a:pt x="0" y="0"/>
                  </a:moveTo>
                  <a:lnTo>
                    <a:pt x="6304" y="167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0126" y="5399410"/>
              <a:ext cx="334307" cy="334215"/>
            </a:xfrm>
            <a:custGeom>
              <a:avLst/>
              <a:pathLst>
                <a:path w="334307" h="334215">
                  <a:moveTo>
                    <a:pt x="160849" y="0"/>
                  </a:moveTo>
                  <a:lnTo>
                    <a:pt x="155562" y="283"/>
                  </a:lnTo>
                  <a:lnTo>
                    <a:pt x="150287" y="734"/>
                  </a:lnTo>
                  <a:lnTo>
                    <a:pt x="145029" y="1351"/>
                  </a:lnTo>
                  <a:lnTo>
                    <a:pt x="139793" y="2135"/>
                  </a:lnTo>
                  <a:lnTo>
                    <a:pt x="134585" y="3084"/>
                  </a:lnTo>
                  <a:lnTo>
                    <a:pt x="129409" y="4197"/>
                  </a:lnTo>
                  <a:lnTo>
                    <a:pt x="124271" y="5474"/>
                  </a:lnTo>
                  <a:lnTo>
                    <a:pt x="119176" y="6913"/>
                  </a:lnTo>
                  <a:lnTo>
                    <a:pt x="114129" y="8513"/>
                  </a:lnTo>
                  <a:lnTo>
                    <a:pt x="109135" y="10272"/>
                  </a:lnTo>
                  <a:lnTo>
                    <a:pt x="104200" y="12187"/>
                  </a:lnTo>
                  <a:lnTo>
                    <a:pt x="99327" y="14259"/>
                  </a:lnTo>
                  <a:lnTo>
                    <a:pt x="94523" y="16483"/>
                  </a:lnTo>
                  <a:lnTo>
                    <a:pt x="89791" y="18859"/>
                  </a:lnTo>
                  <a:lnTo>
                    <a:pt x="85138" y="21383"/>
                  </a:lnTo>
                  <a:lnTo>
                    <a:pt x="80566" y="24053"/>
                  </a:lnTo>
                  <a:lnTo>
                    <a:pt x="76081" y="26867"/>
                  </a:lnTo>
                  <a:lnTo>
                    <a:pt x="71688" y="29821"/>
                  </a:lnTo>
                  <a:lnTo>
                    <a:pt x="67390" y="32913"/>
                  </a:lnTo>
                  <a:lnTo>
                    <a:pt x="63192" y="36139"/>
                  </a:lnTo>
                  <a:lnTo>
                    <a:pt x="59099" y="39497"/>
                  </a:lnTo>
                  <a:lnTo>
                    <a:pt x="55114" y="42983"/>
                  </a:lnTo>
                  <a:lnTo>
                    <a:pt x="51242" y="46593"/>
                  </a:lnTo>
                  <a:lnTo>
                    <a:pt x="47485" y="50324"/>
                  </a:lnTo>
                  <a:lnTo>
                    <a:pt x="43849" y="54172"/>
                  </a:lnTo>
                  <a:lnTo>
                    <a:pt x="40337" y="58133"/>
                  </a:lnTo>
                  <a:lnTo>
                    <a:pt x="36951" y="62204"/>
                  </a:lnTo>
                  <a:lnTo>
                    <a:pt x="33696" y="66379"/>
                  </a:lnTo>
                  <a:lnTo>
                    <a:pt x="30575" y="70656"/>
                  </a:lnTo>
                  <a:lnTo>
                    <a:pt x="27591" y="75029"/>
                  </a:lnTo>
                  <a:lnTo>
                    <a:pt x="24748" y="79495"/>
                  </a:lnTo>
                  <a:lnTo>
                    <a:pt x="22046" y="84048"/>
                  </a:lnTo>
                  <a:lnTo>
                    <a:pt x="19491" y="88685"/>
                  </a:lnTo>
                  <a:lnTo>
                    <a:pt x="17083" y="93400"/>
                  </a:lnTo>
                  <a:lnTo>
                    <a:pt x="14826" y="98189"/>
                  </a:lnTo>
                  <a:lnTo>
                    <a:pt x="12722" y="103048"/>
                  </a:lnTo>
                  <a:lnTo>
                    <a:pt x="10773" y="107970"/>
                  </a:lnTo>
                  <a:lnTo>
                    <a:pt x="8981" y="112952"/>
                  </a:lnTo>
                  <a:lnTo>
                    <a:pt x="7347" y="117988"/>
                  </a:lnTo>
                  <a:lnTo>
                    <a:pt x="5874" y="123073"/>
                  </a:lnTo>
                  <a:lnTo>
                    <a:pt x="4562" y="128202"/>
                  </a:lnTo>
                  <a:lnTo>
                    <a:pt x="3413" y="133370"/>
                  </a:lnTo>
                  <a:lnTo>
                    <a:pt x="2429" y="138572"/>
                  </a:lnTo>
                  <a:lnTo>
                    <a:pt x="1610" y="143803"/>
                  </a:lnTo>
                  <a:lnTo>
                    <a:pt x="957" y="149057"/>
                  </a:lnTo>
                  <a:lnTo>
                    <a:pt x="470" y="154329"/>
                  </a:lnTo>
                  <a:lnTo>
                    <a:pt x="151" y="159613"/>
                  </a:lnTo>
                  <a:lnTo>
                    <a:pt x="0" y="164905"/>
                  </a:lnTo>
                  <a:lnTo>
                    <a:pt x="15" y="170200"/>
                  </a:lnTo>
                  <a:lnTo>
                    <a:pt x="199" y="175491"/>
                  </a:lnTo>
                  <a:lnTo>
                    <a:pt x="550" y="180773"/>
                  </a:lnTo>
                  <a:lnTo>
                    <a:pt x="1068" y="186042"/>
                  </a:lnTo>
                  <a:lnTo>
                    <a:pt x="1753" y="191292"/>
                  </a:lnTo>
                  <a:lnTo>
                    <a:pt x="2604" y="196518"/>
                  </a:lnTo>
                  <a:lnTo>
                    <a:pt x="3620" y="201714"/>
                  </a:lnTo>
                  <a:lnTo>
                    <a:pt x="4799" y="206875"/>
                  </a:lnTo>
                  <a:lnTo>
                    <a:pt x="6142" y="211996"/>
                  </a:lnTo>
                  <a:lnTo>
                    <a:pt x="7646" y="217072"/>
                  </a:lnTo>
                  <a:lnTo>
                    <a:pt x="9310" y="222098"/>
                  </a:lnTo>
                  <a:lnTo>
                    <a:pt x="11133" y="227069"/>
                  </a:lnTo>
                  <a:lnTo>
                    <a:pt x="13112" y="231980"/>
                  </a:lnTo>
                  <a:lnTo>
                    <a:pt x="15245" y="236825"/>
                  </a:lnTo>
                  <a:lnTo>
                    <a:pt x="17531" y="241601"/>
                  </a:lnTo>
                  <a:lnTo>
                    <a:pt x="19967" y="246301"/>
                  </a:lnTo>
                  <a:lnTo>
                    <a:pt x="22550" y="250922"/>
                  </a:lnTo>
                  <a:lnTo>
                    <a:pt x="25279" y="255459"/>
                  </a:lnTo>
                  <a:lnTo>
                    <a:pt x="28150" y="259908"/>
                  </a:lnTo>
                  <a:lnTo>
                    <a:pt x="31160" y="264263"/>
                  </a:lnTo>
                  <a:lnTo>
                    <a:pt x="34307" y="268521"/>
                  </a:lnTo>
                  <a:lnTo>
                    <a:pt x="37586" y="272677"/>
                  </a:lnTo>
                  <a:lnTo>
                    <a:pt x="40996" y="276727"/>
                  </a:lnTo>
                  <a:lnTo>
                    <a:pt x="44533" y="280667"/>
                  </a:lnTo>
                  <a:lnTo>
                    <a:pt x="48192" y="284493"/>
                  </a:lnTo>
                  <a:lnTo>
                    <a:pt x="51971" y="288201"/>
                  </a:lnTo>
                  <a:lnTo>
                    <a:pt x="55865" y="291788"/>
                  </a:lnTo>
                  <a:lnTo>
                    <a:pt x="59871" y="295249"/>
                  </a:lnTo>
                  <a:lnTo>
                    <a:pt x="63985" y="298582"/>
                  </a:lnTo>
                  <a:lnTo>
                    <a:pt x="68202" y="301783"/>
                  </a:lnTo>
                  <a:lnTo>
                    <a:pt x="72518" y="304849"/>
                  </a:lnTo>
                  <a:lnTo>
                    <a:pt x="76929" y="307777"/>
                  </a:lnTo>
                  <a:lnTo>
                    <a:pt x="81431" y="310563"/>
                  </a:lnTo>
                  <a:lnTo>
                    <a:pt x="86018" y="313206"/>
                  </a:lnTo>
                  <a:lnTo>
                    <a:pt x="90687" y="315702"/>
                  </a:lnTo>
                  <a:lnTo>
                    <a:pt x="95433" y="318049"/>
                  </a:lnTo>
                  <a:lnTo>
                    <a:pt x="100251" y="320244"/>
                  </a:lnTo>
                  <a:lnTo>
                    <a:pt x="105136" y="322286"/>
                  </a:lnTo>
                  <a:lnTo>
                    <a:pt x="110083" y="324172"/>
                  </a:lnTo>
                  <a:lnTo>
                    <a:pt x="115087" y="325900"/>
                  </a:lnTo>
                  <a:lnTo>
                    <a:pt x="120143" y="327469"/>
                  </a:lnTo>
                  <a:lnTo>
                    <a:pt x="125247" y="328878"/>
                  </a:lnTo>
                  <a:lnTo>
                    <a:pt x="130392" y="330123"/>
                  </a:lnTo>
                  <a:lnTo>
                    <a:pt x="135575" y="331206"/>
                  </a:lnTo>
                  <a:lnTo>
                    <a:pt x="140789" y="332123"/>
                  </a:lnTo>
                  <a:lnTo>
                    <a:pt x="146030" y="332876"/>
                  </a:lnTo>
                  <a:lnTo>
                    <a:pt x="151292" y="333461"/>
                  </a:lnTo>
                  <a:lnTo>
                    <a:pt x="156569" y="333880"/>
                  </a:lnTo>
                  <a:lnTo>
                    <a:pt x="161858" y="334132"/>
                  </a:lnTo>
                  <a:lnTo>
                    <a:pt x="167151" y="334215"/>
                  </a:lnTo>
                  <a:lnTo>
                    <a:pt x="172445" y="334132"/>
                  </a:lnTo>
                  <a:lnTo>
                    <a:pt x="177733" y="333880"/>
                  </a:lnTo>
                  <a:lnTo>
                    <a:pt x="183011" y="333462"/>
                  </a:lnTo>
                  <a:lnTo>
                    <a:pt x="188273" y="332876"/>
                  </a:lnTo>
                  <a:lnTo>
                    <a:pt x="193514" y="332124"/>
                  </a:lnTo>
                  <a:lnTo>
                    <a:pt x="198728" y="331207"/>
                  </a:lnTo>
                  <a:lnTo>
                    <a:pt x="203910" y="330124"/>
                  </a:lnTo>
                  <a:lnTo>
                    <a:pt x="209056" y="328879"/>
                  </a:lnTo>
                  <a:lnTo>
                    <a:pt x="214160" y="327470"/>
                  </a:lnTo>
                  <a:lnTo>
                    <a:pt x="219216" y="325901"/>
                  </a:lnTo>
                  <a:lnTo>
                    <a:pt x="224220" y="324173"/>
                  </a:lnTo>
                  <a:lnTo>
                    <a:pt x="229167" y="322287"/>
                  </a:lnTo>
                  <a:lnTo>
                    <a:pt x="234052" y="320246"/>
                  </a:lnTo>
                  <a:lnTo>
                    <a:pt x="238870" y="318050"/>
                  </a:lnTo>
                  <a:lnTo>
                    <a:pt x="243616" y="315704"/>
                  </a:lnTo>
                  <a:lnTo>
                    <a:pt x="248285" y="313208"/>
                  </a:lnTo>
                  <a:lnTo>
                    <a:pt x="252872" y="310565"/>
                  </a:lnTo>
                  <a:lnTo>
                    <a:pt x="257374" y="307779"/>
                  </a:lnTo>
                  <a:lnTo>
                    <a:pt x="261785" y="304851"/>
                  </a:lnTo>
                  <a:lnTo>
                    <a:pt x="266102" y="301785"/>
                  </a:lnTo>
                  <a:lnTo>
                    <a:pt x="270319" y="298584"/>
                  </a:lnTo>
                  <a:lnTo>
                    <a:pt x="274432" y="295252"/>
                  </a:lnTo>
                  <a:lnTo>
                    <a:pt x="278438" y="291790"/>
                  </a:lnTo>
                  <a:lnTo>
                    <a:pt x="282333" y="288203"/>
                  </a:lnTo>
                  <a:lnTo>
                    <a:pt x="286112" y="284495"/>
                  </a:lnTo>
                  <a:lnTo>
                    <a:pt x="289771" y="280669"/>
                  </a:lnTo>
                  <a:lnTo>
                    <a:pt x="293308" y="276729"/>
                  </a:lnTo>
                  <a:lnTo>
                    <a:pt x="296718" y="272680"/>
                  </a:lnTo>
                  <a:lnTo>
                    <a:pt x="299998" y="268524"/>
                  </a:lnTo>
                  <a:lnTo>
                    <a:pt x="303144" y="264266"/>
                  </a:lnTo>
                  <a:lnTo>
                    <a:pt x="306155" y="259911"/>
                  </a:lnTo>
                  <a:lnTo>
                    <a:pt x="309026" y="255463"/>
                  </a:lnTo>
                  <a:lnTo>
                    <a:pt x="311754" y="250926"/>
                  </a:lnTo>
                  <a:lnTo>
                    <a:pt x="314338" y="246305"/>
                  </a:lnTo>
                  <a:lnTo>
                    <a:pt x="316774" y="241604"/>
                  </a:lnTo>
                  <a:lnTo>
                    <a:pt x="319060" y="236828"/>
                  </a:lnTo>
                  <a:lnTo>
                    <a:pt x="321193" y="231983"/>
                  </a:lnTo>
                  <a:lnTo>
                    <a:pt x="323172" y="227073"/>
                  </a:lnTo>
                  <a:lnTo>
                    <a:pt x="324995" y="222102"/>
                  </a:lnTo>
                  <a:lnTo>
                    <a:pt x="326659" y="217076"/>
                  </a:lnTo>
                  <a:lnTo>
                    <a:pt x="328163" y="212000"/>
                  </a:lnTo>
                  <a:lnTo>
                    <a:pt x="329506" y="206879"/>
                  </a:lnTo>
                  <a:lnTo>
                    <a:pt x="330686" y="201717"/>
                  </a:lnTo>
                  <a:lnTo>
                    <a:pt x="331702" y="196521"/>
                  </a:lnTo>
                  <a:lnTo>
                    <a:pt x="332553" y="191296"/>
                  </a:lnTo>
                  <a:lnTo>
                    <a:pt x="333238" y="186046"/>
                  </a:lnTo>
                  <a:lnTo>
                    <a:pt x="333756" y="180777"/>
                  </a:lnTo>
                  <a:lnTo>
                    <a:pt x="334107" y="175495"/>
                  </a:lnTo>
                  <a:lnTo>
                    <a:pt x="334291" y="170203"/>
                  </a:lnTo>
                  <a:lnTo>
                    <a:pt x="334307" y="164909"/>
                  </a:lnTo>
                  <a:lnTo>
                    <a:pt x="334155" y="159617"/>
                  </a:lnTo>
                  <a:lnTo>
                    <a:pt x="333836" y="154332"/>
                  </a:lnTo>
                  <a:lnTo>
                    <a:pt x="333350" y="149060"/>
                  </a:lnTo>
                  <a:lnTo>
                    <a:pt x="332697" y="143807"/>
                  </a:lnTo>
                  <a:lnTo>
                    <a:pt x="331878" y="138576"/>
                  </a:lnTo>
                  <a:lnTo>
                    <a:pt x="330894" y="133374"/>
                  </a:lnTo>
                  <a:lnTo>
                    <a:pt x="329745" y="128206"/>
                  </a:lnTo>
                  <a:lnTo>
                    <a:pt x="328434" y="123076"/>
                  </a:lnTo>
                  <a:lnTo>
                    <a:pt x="326961" y="117991"/>
                  </a:lnTo>
                  <a:lnTo>
                    <a:pt x="325327" y="112955"/>
                  </a:lnTo>
                  <a:lnTo>
                    <a:pt x="323535" y="107973"/>
                  </a:lnTo>
                  <a:lnTo>
                    <a:pt x="321586" y="103051"/>
                  </a:lnTo>
                  <a:lnTo>
                    <a:pt x="319481" y="98193"/>
                  </a:lnTo>
                  <a:lnTo>
                    <a:pt x="317225" y="93404"/>
                  </a:lnTo>
                  <a:lnTo>
                    <a:pt x="314817" y="88688"/>
                  </a:lnTo>
                  <a:lnTo>
                    <a:pt x="312262" y="84051"/>
                  </a:lnTo>
                  <a:lnTo>
                    <a:pt x="309561" y="79498"/>
                  </a:lnTo>
                  <a:lnTo>
                    <a:pt x="306717" y="75032"/>
                  </a:lnTo>
                  <a:lnTo>
                    <a:pt x="303733" y="70659"/>
                  </a:lnTo>
                  <a:lnTo>
                    <a:pt x="300612" y="66382"/>
                  </a:lnTo>
                  <a:lnTo>
                    <a:pt x="297358" y="62206"/>
                  </a:lnTo>
                  <a:lnTo>
                    <a:pt x="293972" y="58136"/>
                  </a:lnTo>
                  <a:lnTo>
                    <a:pt x="290460" y="54175"/>
                  </a:lnTo>
                  <a:lnTo>
                    <a:pt x="286824" y="50326"/>
                  </a:lnTo>
                  <a:lnTo>
                    <a:pt x="283067" y="46595"/>
                  </a:lnTo>
                  <a:lnTo>
                    <a:pt x="279195" y="42985"/>
                  </a:lnTo>
                  <a:lnTo>
                    <a:pt x="275210" y="39499"/>
                  </a:lnTo>
                  <a:lnTo>
                    <a:pt x="271117" y="36142"/>
                  </a:lnTo>
                  <a:lnTo>
                    <a:pt x="266919" y="32915"/>
                  </a:lnTo>
                  <a:lnTo>
                    <a:pt x="262622" y="29823"/>
                  </a:lnTo>
                  <a:lnTo>
                    <a:pt x="258228" y="26869"/>
                  </a:lnTo>
                  <a:lnTo>
                    <a:pt x="253744" y="24055"/>
                  </a:lnTo>
                  <a:lnTo>
                    <a:pt x="249172" y="21385"/>
                  </a:lnTo>
                  <a:lnTo>
                    <a:pt x="244518" y="18860"/>
                  </a:lnTo>
                  <a:lnTo>
                    <a:pt x="239787" y="16485"/>
                  </a:lnTo>
                  <a:lnTo>
                    <a:pt x="234983" y="14260"/>
                  </a:lnTo>
                  <a:lnTo>
                    <a:pt x="230110" y="12189"/>
                  </a:lnTo>
                  <a:lnTo>
                    <a:pt x="225175" y="10273"/>
                  </a:lnTo>
                  <a:lnTo>
                    <a:pt x="220181" y="8514"/>
                  </a:lnTo>
                  <a:lnTo>
                    <a:pt x="215134" y="6914"/>
                  </a:lnTo>
                  <a:lnTo>
                    <a:pt x="210039" y="5475"/>
                  </a:lnTo>
                  <a:lnTo>
                    <a:pt x="204901" y="4198"/>
                  </a:lnTo>
                  <a:lnTo>
                    <a:pt x="167153" y="167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7280" y="5399291"/>
              <a:ext cx="37748" cy="167167"/>
            </a:xfrm>
            <a:custGeom>
              <a:avLst/>
              <a:pathLst>
                <a:path w="37748" h="167167">
                  <a:moveTo>
                    <a:pt x="37748" y="4317"/>
                  </a:moveTo>
                  <a:lnTo>
                    <a:pt x="31540" y="3002"/>
                  </a:lnTo>
                  <a:lnTo>
                    <a:pt x="25286" y="1923"/>
                  </a:lnTo>
                  <a:lnTo>
                    <a:pt x="18997" y="1082"/>
                  </a:lnTo>
                  <a:lnTo>
                    <a:pt x="12679" y="481"/>
                  </a:lnTo>
                  <a:lnTo>
                    <a:pt x="6344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89738" y="5369149"/>
              <a:ext cx="45937" cy="167167"/>
            </a:xfrm>
            <a:custGeom>
              <a:avLst/>
              <a:pathLst>
                <a:path w="45937" h="167167">
                  <a:moveTo>
                    <a:pt x="45937" y="0"/>
                  </a:moveTo>
                  <a:lnTo>
                    <a:pt x="39291" y="132"/>
                  </a:lnTo>
                  <a:lnTo>
                    <a:pt x="32655" y="528"/>
                  </a:lnTo>
                  <a:lnTo>
                    <a:pt x="26040" y="1188"/>
                  </a:lnTo>
                  <a:lnTo>
                    <a:pt x="19457" y="2110"/>
                  </a:lnTo>
                  <a:lnTo>
                    <a:pt x="12915" y="3293"/>
                  </a:lnTo>
                  <a:lnTo>
                    <a:pt x="6426" y="4736"/>
                  </a:lnTo>
                  <a:lnTo>
                    <a:pt x="0" y="6435"/>
                  </a:lnTo>
                  <a:lnTo>
                    <a:pt x="459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89738" y="5375585"/>
              <a:ext cx="45937" cy="160731"/>
            </a:xfrm>
            <a:custGeom>
              <a:avLst/>
              <a:pathLst>
                <a:path w="45937" h="160731">
                  <a:moveTo>
                    <a:pt x="0" y="0"/>
                  </a:moveTo>
                  <a:lnTo>
                    <a:pt x="45937" y="160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89738" y="5375585"/>
              <a:ext cx="45937" cy="160731"/>
            </a:xfrm>
            <a:custGeom>
              <a:avLst/>
              <a:pathLst>
                <a:path w="45937" h="160731">
                  <a:moveTo>
                    <a:pt x="0" y="0"/>
                  </a:moveTo>
                  <a:lnTo>
                    <a:pt x="45937" y="160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89738" y="5375585"/>
              <a:ext cx="45937" cy="160731"/>
            </a:xfrm>
            <a:custGeom>
              <a:avLst/>
              <a:pathLst>
                <a:path w="45937" h="160731">
                  <a:moveTo>
                    <a:pt x="0" y="0"/>
                  </a:moveTo>
                  <a:lnTo>
                    <a:pt x="45937" y="160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89738" y="5375585"/>
              <a:ext cx="45937" cy="160731"/>
            </a:xfrm>
            <a:custGeom>
              <a:avLst/>
              <a:pathLst>
                <a:path w="45937" h="160731">
                  <a:moveTo>
                    <a:pt x="0" y="0"/>
                  </a:moveTo>
                  <a:lnTo>
                    <a:pt x="45937" y="1607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89738" y="5375585"/>
              <a:ext cx="45937" cy="160731"/>
            </a:xfrm>
            <a:custGeom>
              <a:avLst/>
              <a:pathLst>
                <a:path w="45937" h="160731">
                  <a:moveTo>
                    <a:pt x="0" y="0"/>
                  </a:moveTo>
                  <a:lnTo>
                    <a:pt x="45937" y="1607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68514" y="5375585"/>
              <a:ext cx="167161" cy="327779"/>
            </a:xfrm>
            <a:custGeom>
              <a:avLst/>
              <a:pathLst>
                <a:path w="167161" h="327779">
                  <a:moveTo>
                    <a:pt x="121224" y="0"/>
                  </a:moveTo>
                  <a:lnTo>
                    <a:pt x="116088" y="1557"/>
                  </a:lnTo>
                  <a:lnTo>
                    <a:pt x="111005" y="3278"/>
                  </a:lnTo>
                  <a:lnTo>
                    <a:pt x="105980" y="5162"/>
                  </a:lnTo>
                  <a:lnTo>
                    <a:pt x="101017" y="7206"/>
                  </a:lnTo>
                  <a:lnTo>
                    <a:pt x="96123" y="9409"/>
                  </a:lnTo>
                  <a:lnTo>
                    <a:pt x="91303" y="11767"/>
                  </a:lnTo>
                  <a:lnTo>
                    <a:pt x="86560" y="14279"/>
                  </a:lnTo>
                  <a:lnTo>
                    <a:pt x="81900" y="16942"/>
                  </a:lnTo>
                  <a:lnTo>
                    <a:pt x="77329" y="19752"/>
                  </a:lnTo>
                  <a:lnTo>
                    <a:pt x="72849" y="22709"/>
                  </a:lnTo>
                  <a:lnTo>
                    <a:pt x="68468" y="25807"/>
                  </a:lnTo>
                  <a:lnTo>
                    <a:pt x="64187" y="29045"/>
                  </a:lnTo>
                  <a:lnTo>
                    <a:pt x="60013" y="32418"/>
                  </a:lnTo>
                  <a:lnTo>
                    <a:pt x="55950" y="35924"/>
                  </a:lnTo>
                  <a:lnTo>
                    <a:pt x="52001" y="39558"/>
                  </a:lnTo>
                  <a:lnTo>
                    <a:pt x="48170" y="43317"/>
                  </a:lnTo>
                  <a:lnTo>
                    <a:pt x="44463" y="47197"/>
                  </a:lnTo>
                  <a:lnTo>
                    <a:pt x="40881" y="51194"/>
                  </a:lnTo>
                  <a:lnTo>
                    <a:pt x="37430" y="55304"/>
                  </a:lnTo>
                  <a:lnTo>
                    <a:pt x="34113" y="59523"/>
                  </a:lnTo>
                  <a:lnTo>
                    <a:pt x="30933" y="63846"/>
                  </a:lnTo>
                  <a:lnTo>
                    <a:pt x="27893" y="68269"/>
                  </a:lnTo>
                  <a:lnTo>
                    <a:pt x="24997" y="72787"/>
                  </a:lnTo>
                  <a:lnTo>
                    <a:pt x="22247" y="77396"/>
                  </a:lnTo>
                  <a:lnTo>
                    <a:pt x="19647" y="82091"/>
                  </a:lnTo>
                  <a:lnTo>
                    <a:pt x="17198" y="86866"/>
                  </a:lnTo>
                  <a:lnTo>
                    <a:pt x="14904" y="91718"/>
                  </a:lnTo>
                  <a:lnTo>
                    <a:pt x="12768" y="96641"/>
                  </a:lnTo>
                  <a:lnTo>
                    <a:pt x="10790" y="101630"/>
                  </a:lnTo>
                  <a:lnTo>
                    <a:pt x="8973" y="106680"/>
                  </a:lnTo>
                  <a:lnTo>
                    <a:pt x="7320" y="111786"/>
                  </a:lnTo>
                  <a:lnTo>
                    <a:pt x="5831" y="116942"/>
                  </a:lnTo>
                  <a:lnTo>
                    <a:pt x="4509" y="122143"/>
                  </a:lnTo>
                  <a:lnTo>
                    <a:pt x="3354" y="127385"/>
                  </a:lnTo>
                  <a:lnTo>
                    <a:pt x="2368" y="132660"/>
                  </a:lnTo>
                  <a:lnTo>
                    <a:pt x="1551" y="137964"/>
                  </a:lnTo>
                  <a:lnTo>
                    <a:pt x="906" y="143292"/>
                  </a:lnTo>
                  <a:lnTo>
                    <a:pt x="432" y="148638"/>
                  </a:lnTo>
                  <a:lnTo>
                    <a:pt x="130" y="153996"/>
                  </a:lnTo>
                  <a:lnTo>
                    <a:pt x="0" y="159361"/>
                  </a:lnTo>
                  <a:lnTo>
                    <a:pt x="42" y="164728"/>
                  </a:lnTo>
                  <a:lnTo>
                    <a:pt x="256" y="170090"/>
                  </a:lnTo>
                  <a:lnTo>
                    <a:pt x="643" y="175443"/>
                  </a:lnTo>
                  <a:lnTo>
                    <a:pt x="1201" y="180781"/>
                  </a:lnTo>
                  <a:lnTo>
                    <a:pt x="1930" y="186098"/>
                  </a:lnTo>
                  <a:lnTo>
                    <a:pt x="2829" y="191389"/>
                  </a:lnTo>
                  <a:lnTo>
                    <a:pt x="3898" y="196648"/>
                  </a:lnTo>
                  <a:lnTo>
                    <a:pt x="5135" y="201870"/>
                  </a:lnTo>
                  <a:lnTo>
                    <a:pt x="6539" y="207050"/>
                  </a:lnTo>
                  <a:lnTo>
                    <a:pt x="8109" y="212182"/>
                  </a:lnTo>
                  <a:lnTo>
                    <a:pt x="9842" y="217261"/>
                  </a:lnTo>
                  <a:lnTo>
                    <a:pt x="11738" y="222282"/>
                  </a:lnTo>
                  <a:lnTo>
                    <a:pt x="13794" y="227240"/>
                  </a:lnTo>
                  <a:lnTo>
                    <a:pt x="16008" y="232128"/>
                  </a:lnTo>
                  <a:lnTo>
                    <a:pt x="18377" y="236944"/>
                  </a:lnTo>
                  <a:lnTo>
                    <a:pt x="20901" y="241680"/>
                  </a:lnTo>
                  <a:lnTo>
                    <a:pt x="23574" y="246334"/>
                  </a:lnTo>
                  <a:lnTo>
                    <a:pt x="26396" y="250899"/>
                  </a:lnTo>
                  <a:lnTo>
                    <a:pt x="29363" y="255371"/>
                  </a:lnTo>
                  <a:lnTo>
                    <a:pt x="32472" y="259745"/>
                  </a:lnTo>
                  <a:lnTo>
                    <a:pt x="35720" y="264018"/>
                  </a:lnTo>
                  <a:lnTo>
                    <a:pt x="39103" y="268184"/>
                  </a:lnTo>
                  <a:lnTo>
                    <a:pt x="42618" y="272239"/>
                  </a:lnTo>
                  <a:lnTo>
                    <a:pt x="46262" y="276179"/>
                  </a:lnTo>
                  <a:lnTo>
                    <a:pt x="50030" y="280001"/>
                  </a:lnTo>
                  <a:lnTo>
                    <a:pt x="53919" y="283699"/>
                  </a:lnTo>
                  <a:lnTo>
                    <a:pt x="57925" y="287271"/>
                  </a:lnTo>
                  <a:lnTo>
                    <a:pt x="62043" y="290712"/>
                  </a:lnTo>
                  <a:lnTo>
                    <a:pt x="66269" y="294020"/>
                  </a:lnTo>
                  <a:lnTo>
                    <a:pt x="70600" y="297190"/>
                  </a:lnTo>
                  <a:lnTo>
                    <a:pt x="75030" y="300219"/>
                  </a:lnTo>
                  <a:lnTo>
                    <a:pt x="79555" y="303104"/>
                  </a:lnTo>
                  <a:lnTo>
                    <a:pt x="84170" y="305843"/>
                  </a:lnTo>
                  <a:lnTo>
                    <a:pt x="88871" y="308432"/>
                  </a:lnTo>
                  <a:lnTo>
                    <a:pt x="93653" y="310869"/>
                  </a:lnTo>
                  <a:lnTo>
                    <a:pt x="98510" y="313152"/>
                  </a:lnTo>
                  <a:lnTo>
                    <a:pt x="103438" y="315277"/>
                  </a:lnTo>
                  <a:lnTo>
                    <a:pt x="108432" y="317243"/>
                  </a:lnTo>
                  <a:lnTo>
                    <a:pt x="113486" y="319047"/>
                  </a:lnTo>
                  <a:lnTo>
                    <a:pt x="118596" y="320689"/>
                  </a:lnTo>
                  <a:lnTo>
                    <a:pt x="123755" y="322165"/>
                  </a:lnTo>
                  <a:lnTo>
                    <a:pt x="128960" y="323475"/>
                  </a:lnTo>
                  <a:lnTo>
                    <a:pt x="134204" y="324618"/>
                  </a:lnTo>
                  <a:lnTo>
                    <a:pt x="139481" y="325591"/>
                  </a:lnTo>
                  <a:lnTo>
                    <a:pt x="144788" y="326395"/>
                  </a:lnTo>
                  <a:lnTo>
                    <a:pt x="150117" y="327028"/>
                  </a:lnTo>
                  <a:lnTo>
                    <a:pt x="155464" y="327489"/>
                  </a:lnTo>
                  <a:lnTo>
                    <a:pt x="160823" y="327779"/>
                  </a:lnTo>
                  <a:lnTo>
                    <a:pt x="167161" y="1607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29337" y="5369149"/>
              <a:ext cx="173492" cy="334331"/>
            </a:xfrm>
            <a:custGeom>
              <a:avLst/>
              <a:pathLst>
                <a:path w="173492" h="334331">
                  <a:moveTo>
                    <a:pt x="0" y="334214"/>
                  </a:moveTo>
                  <a:lnTo>
                    <a:pt x="5313" y="334331"/>
                  </a:lnTo>
                  <a:lnTo>
                    <a:pt x="10628" y="334279"/>
                  </a:lnTo>
                  <a:lnTo>
                    <a:pt x="15938" y="334059"/>
                  </a:lnTo>
                  <a:lnTo>
                    <a:pt x="21239" y="333669"/>
                  </a:lnTo>
                  <a:lnTo>
                    <a:pt x="26524" y="333111"/>
                  </a:lnTo>
                  <a:lnTo>
                    <a:pt x="31789" y="332386"/>
                  </a:lnTo>
                  <a:lnTo>
                    <a:pt x="37029" y="331493"/>
                  </a:lnTo>
                  <a:lnTo>
                    <a:pt x="42237" y="330434"/>
                  </a:lnTo>
                  <a:lnTo>
                    <a:pt x="47409" y="329210"/>
                  </a:lnTo>
                  <a:lnTo>
                    <a:pt x="52540" y="327823"/>
                  </a:lnTo>
                  <a:lnTo>
                    <a:pt x="57624" y="326273"/>
                  </a:lnTo>
                  <a:lnTo>
                    <a:pt x="62656" y="324562"/>
                  </a:lnTo>
                  <a:lnTo>
                    <a:pt x="67631" y="322692"/>
                  </a:lnTo>
                  <a:lnTo>
                    <a:pt x="72544" y="320665"/>
                  </a:lnTo>
                  <a:lnTo>
                    <a:pt x="77390" y="318483"/>
                  </a:lnTo>
                  <a:lnTo>
                    <a:pt x="82165" y="316148"/>
                  </a:lnTo>
                  <a:lnTo>
                    <a:pt x="86862" y="313662"/>
                  </a:lnTo>
                  <a:lnTo>
                    <a:pt x="91479" y="311028"/>
                  </a:lnTo>
                  <a:lnTo>
                    <a:pt x="96009" y="308249"/>
                  </a:lnTo>
                  <a:lnTo>
                    <a:pt x="100449" y="305327"/>
                  </a:lnTo>
                  <a:lnTo>
                    <a:pt x="104793" y="302265"/>
                  </a:lnTo>
                  <a:lnTo>
                    <a:pt x="109038" y="299067"/>
                  </a:lnTo>
                  <a:lnTo>
                    <a:pt x="113179" y="295736"/>
                  </a:lnTo>
                  <a:lnTo>
                    <a:pt x="117213" y="292274"/>
                  </a:lnTo>
                  <a:lnTo>
                    <a:pt x="121134" y="288686"/>
                  </a:lnTo>
                  <a:lnTo>
                    <a:pt x="124939" y="284975"/>
                  </a:lnTo>
                  <a:lnTo>
                    <a:pt x="128624" y="281146"/>
                  </a:lnTo>
                  <a:lnTo>
                    <a:pt x="132185" y="277201"/>
                  </a:lnTo>
                  <a:lnTo>
                    <a:pt x="135620" y="273144"/>
                  </a:lnTo>
                  <a:lnTo>
                    <a:pt x="138923" y="268981"/>
                  </a:lnTo>
                  <a:lnTo>
                    <a:pt x="142093" y="264715"/>
                  </a:lnTo>
                  <a:lnTo>
                    <a:pt x="145125" y="260350"/>
                  </a:lnTo>
                  <a:lnTo>
                    <a:pt x="148018" y="255891"/>
                  </a:lnTo>
                  <a:lnTo>
                    <a:pt x="150766" y="251342"/>
                  </a:lnTo>
                  <a:lnTo>
                    <a:pt x="153369" y="246708"/>
                  </a:lnTo>
                  <a:lnTo>
                    <a:pt x="155824" y="241994"/>
                  </a:lnTo>
                  <a:lnTo>
                    <a:pt x="158127" y="237204"/>
                  </a:lnTo>
                  <a:lnTo>
                    <a:pt x="160277" y="232343"/>
                  </a:lnTo>
                  <a:lnTo>
                    <a:pt x="162271" y="227416"/>
                  </a:lnTo>
                  <a:lnTo>
                    <a:pt x="164107" y="222429"/>
                  </a:lnTo>
                  <a:lnTo>
                    <a:pt x="165784" y="217385"/>
                  </a:lnTo>
                  <a:lnTo>
                    <a:pt x="167300" y="212291"/>
                  </a:lnTo>
                  <a:lnTo>
                    <a:pt x="168653" y="207151"/>
                  </a:lnTo>
                  <a:lnTo>
                    <a:pt x="169842" y="201971"/>
                  </a:lnTo>
                  <a:lnTo>
                    <a:pt x="170866" y="196756"/>
                  </a:lnTo>
                  <a:lnTo>
                    <a:pt x="171724" y="191511"/>
                  </a:lnTo>
                  <a:lnTo>
                    <a:pt x="172414" y="186241"/>
                  </a:lnTo>
                  <a:lnTo>
                    <a:pt x="172936" y="180952"/>
                  </a:lnTo>
                  <a:lnTo>
                    <a:pt x="173290" y="175648"/>
                  </a:lnTo>
                  <a:lnTo>
                    <a:pt x="173475" y="170337"/>
                  </a:lnTo>
                  <a:lnTo>
                    <a:pt x="173492" y="165022"/>
                  </a:lnTo>
                  <a:lnTo>
                    <a:pt x="173339" y="159709"/>
                  </a:lnTo>
                  <a:lnTo>
                    <a:pt x="173018" y="154404"/>
                  </a:lnTo>
                  <a:lnTo>
                    <a:pt x="172528" y="149112"/>
                  </a:lnTo>
                  <a:lnTo>
                    <a:pt x="171870" y="143838"/>
                  </a:lnTo>
                  <a:lnTo>
                    <a:pt x="171044" y="138587"/>
                  </a:lnTo>
                  <a:lnTo>
                    <a:pt x="170053" y="133366"/>
                  </a:lnTo>
                  <a:lnTo>
                    <a:pt x="168895" y="128178"/>
                  </a:lnTo>
                  <a:lnTo>
                    <a:pt x="167574" y="123030"/>
                  </a:lnTo>
                  <a:lnTo>
                    <a:pt x="166089" y="117927"/>
                  </a:lnTo>
                  <a:lnTo>
                    <a:pt x="164443" y="112874"/>
                  </a:lnTo>
                  <a:lnTo>
                    <a:pt x="162637" y="107875"/>
                  </a:lnTo>
                  <a:lnTo>
                    <a:pt x="160673" y="102936"/>
                  </a:lnTo>
                  <a:lnTo>
                    <a:pt x="158553" y="98062"/>
                  </a:lnTo>
                  <a:lnTo>
                    <a:pt x="156280" y="93258"/>
                  </a:lnTo>
                  <a:lnTo>
                    <a:pt x="153854" y="88529"/>
                  </a:lnTo>
                  <a:lnTo>
                    <a:pt x="151280" y="83879"/>
                  </a:lnTo>
                  <a:lnTo>
                    <a:pt x="148559" y="79314"/>
                  </a:lnTo>
                  <a:lnTo>
                    <a:pt x="145694" y="74837"/>
                  </a:lnTo>
                  <a:lnTo>
                    <a:pt x="142689" y="70453"/>
                  </a:lnTo>
                  <a:lnTo>
                    <a:pt x="139545" y="66168"/>
                  </a:lnTo>
                  <a:lnTo>
                    <a:pt x="136267" y="61984"/>
                  </a:lnTo>
                  <a:lnTo>
                    <a:pt x="132858" y="57907"/>
                  </a:lnTo>
                  <a:lnTo>
                    <a:pt x="129320" y="53940"/>
                  </a:lnTo>
                  <a:lnTo>
                    <a:pt x="125659" y="50088"/>
                  </a:lnTo>
                  <a:lnTo>
                    <a:pt x="121877" y="46354"/>
                  </a:lnTo>
                  <a:lnTo>
                    <a:pt x="117977" y="42742"/>
                  </a:lnTo>
                  <a:lnTo>
                    <a:pt x="113966" y="39256"/>
                  </a:lnTo>
                  <a:lnTo>
                    <a:pt x="109845" y="35899"/>
                  </a:lnTo>
                  <a:lnTo>
                    <a:pt x="105620" y="32675"/>
                  </a:lnTo>
                  <a:lnTo>
                    <a:pt x="101294" y="29587"/>
                  </a:lnTo>
                  <a:lnTo>
                    <a:pt x="96872" y="26638"/>
                  </a:lnTo>
                  <a:lnTo>
                    <a:pt x="92359" y="23831"/>
                  </a:lnTo>
                  <a:lnTo>
                    <a:pt x="87759" y="21168"/>
                  </a:lnTo>
                  <a:lnTo>
                    <a:pt x="83077" y="18654"/>
                  </a:lnTo>
                  <a:lnTo>
                    <a:pt x="78317" y="16289"/>
                  </a:lnTo>
                  <a:lnTo>
                    <a:pt x="73484" y="14077"/>
                  </a:lnTo>
                  <a:lnTo>
                    <a:pt x="68583" y="12020"/>
                  </a:lnTo>
                  <a:lnTo>
                    <a:pt x="63620" y="10120"/>
                  </a:lnTo>
                  <a:lnTo>
                    <a:pt x="58598" y="8378"/>
                  </a:lnTo>
                  <a:lnTo>
                    <a:pt x="53524" y="6797"/>
                  </a:lnTo>
                  <a:lnTo>
                    <a:pt x="48402" y="5378"/>
                  </a:lnTo>
                  <a:lnTo>
                    <a:pt x="43238" y="4123"/>
                  </a:lnTo>
                  <a:lnTo>
                    <a:pt x="38036" y="3032"/>
                  </a:lnTo>
                  <a:lnTo>
                    <a:pt x="32802" y="2107"/>
                  </a:lnTo>
                  <a:lnTo>
                    <a:pt x="27541" y="1350"/>
                  </a:lnTo>
                  <a:lnTo>
                    <a:pt x="22259" y="759"/>
                  </a:lnTo>
                  <a:lnTo>
                    <a:pt x="16961" y="337"/>
                  </a:lnTo>
                  <a:lnTo>
                    <a:pt x="11652" y="84"/>
                  </a:lnTo>
                  <a:lnTo>
                    <a:pt x="6338" y="0"/>
                  </a:lnTo>
                  <a:lnTo>
                    <a:pt x="63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20952" y="5220472"/>
              <a:ext cx="12183" cy="167167"/>
            </a:xfrm>
            <a:custGeom>
              <a:avLst/>
              <a:pathLst>
                <a:path w="12183" h="167167">
                  <a:moveTo>
                    <a:pt x="12183" y="0"/>
                  </a:moveTo>
                  <a:lnTo>
                    <a:pt x="0" y="444"/>
                  </a:lnTo>
                  <a:lnTo>
                    <a:pt x="121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20952" y="5220916"/>
              <a:ext cx="12183" cy="166722"/>
            </a:xfrm>
            <a:custGeom>
              <a:avLst/>
              <a:pathLst>
                <a:path w="12183" h="166722">
                  <a:moveTo>
                    <a:pt x="0" y="0"/>
                  </a:moveTo>
                  <a:lnTo>
                    <a:pt x="12183" y="166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0952" y="5220916"/>
              <a:ext cx="12183" cy="166722"/>
            </a:xfrm>
            <a:custGeom>
              <a:avLst/>
              <a:pathLst>
                <a:path w="12183" h="166722">
                  <a:moveTo>
                    <a:pt x="0" y="0"/>
                  </a:moveTo>
                  <a:lnTo>
                    <a:pt x="12183" y="166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0952" y="5220916"/>
              <a:ext cx="12183" cy="166722"/>
            </a:xfrm>
            <a:custGeom>
              <a:avLst/>
              <a:pathLst>
                <a:path w="12183" h="166722">
                  <a:moveTo>
                    <a:pt x="0" y="0"/>
                  </a:moveTo>
                  <a:lnTo>
                    <a:pt x="12183" y="1667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0952" y="5220916"/>
              <a:ext cx="12183" cy="166722"/>
            </a:xfrm>
            <a:custGeom>
              <a:avLst/>
              <a:pathLst>
                <a:path w="12183" h="166722">
                  <a:moveTo>
                    <a:pt x="0" y="0"/>
                  </a:moveTo>
                  <a:lnTo>
                    <a:pt x="12183" y="1667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93291" y="5220916"/>
              <a:ext cx="139843" cy="166722"/>
            </a:xfrm>
            <a:custGeom>
              <a:avLst/>
              <a:pathLst>
                <a:path w="139843" h="166722">
                  <a:moveTo>
                    <a:pt x="127660" y="0"/>
                  </a:moveTo>
                  <a:lnTo>
                    <a:pt x="122201" y="488"/>
                  </a:lnTo>
                  <a:lnTo>
                    <a:pt x="116762" y="1156"/>
                  </a:lnTo>
                  <a:lnTo>
                    <a:pt x="111347" y="2002"/>
                  </a:lnTo>
                  <a:lnTo>
                    <a:pt x="105962" y="3024"/>
                  </a:lnTo>
                  <a:lnTo>
                    <a:pt x="100615" y="4223"/>
                  </a:lnTo>
                  <a:lnTo>
                    <a:pt x="95309" y="5596"/>
                  </a:lnTo>
                  <a:lnTo>
                    <a:pt x="90051" y="7143"/>
                  </a:lnTo>
                  <a:lnTo>
                    <a:pt x="84847" y="8861"/>
                  </a:lnTo>
                  <a:lnTo>
                    <a:pt x="79702" y="10748"/>
                  </a:lnTo>
                  <a:lnTo>
                    <a:pt x="74621" y="12804"/>
                  </a:lnTo>
                  <a:lnTo>
                    <a:pt x="69611" y="15024"/>
                  </a:lnTo>
                  <a:lnTo>
                    <a:pt x="64676" y="17408"/>
                  </a:lnTo>
                  <a:lnTo>
                    <a:pt x="59822" y="19952"/>
                  </a:lnTo>
                  <a:lnTo>
                    <a:pt x="55053" y="22654"/>
                  </a:lnTo>
                  <a:lnTo>
                    <a:pt x="50376" y="25511"/>
                  </a:lnTo>
                  <a:lnTo>
                    <a:pt x="45796" y="28520"/>
                  </a:lnTo>
                  <a:lnTo>
                    <a:pt x="41316" y="31677"/>
                  </a:lnTo>
                  <a:lnTo>
                    <a:pt x="36942" y="34979"/>
                  </a:lnTo>
                  <a:lnTo>
                    <a:pt x="32679" y="38423"/>
                  </a:lnTo>
                  <a:lnTo>
                    <a:pt x="28531" y="42005"/>
                  </a:lnTo>
                  <a:lnTo>
                    <a:pt x="24502" y="45721"/>
                  </a:lnTo>
                  <a:lnTo>
                    <a:pt x="20598" y="49567"/>
                  </a:lnTo>
                  <a:lnTo>
                    <a:pt x="16821" y="53539"/>
                  </a:lnTo>
                  <a:lnTo>
                    <a:pt x="13177" y="57632"/>
                  </a:lnTo>
                  <a:lnTo>
                    <a:pt x="9669" y="61843"/>
                  </a:lnTo>
                  <a:lnTo>
                    <a:pt x="6301" y="66166"/>
                  </a:lnTo>
                  <a:lnTo>
                    <a:pt x="3077" y="70598"/>
                  </a:lnTo>
                  <a:lnTo>
                    <a:pt x="0" y="75133"/>
                  </a:lnTo>
                  <a:lnTo>
                    <a:pt x="139843" y="166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65975" y="5220472"/>
              <a:ext cx="334311" cy="334333"/>
            </a:xfrm>
            <a:custGeom>
              <a:avLst/>
              <a:pathLst>
                <a:path w="334311" h="334333">
                  <a:moveTo>
                    <a:pt x="27316" y="75577"/>
                  </a:moveTo>
                  <a:lnTo>
                    <a:pt x="24484" y="80054"/>
                  </a:lnTo>
                  <a:lnTo>
                    <a:pt x="21795" y="84619"/>
                  </a:lnTo>
                  <a:lnTo>
                    <a:pt x="19253" y="89266"/>
                  </a:lnTo>
                  <a:lnTo>
                    <a:pt x="16859" y="93991"/>
                  </a:lnTo>
                  <a:lnTo>
                    <a:pt x="14616" y="98790"/>
                  </a:lnTo>
                  <a:lnTo>
                    <a:pt x="12526" y="103658"/>
                  </a:lnTo>
                  <a:lnTo>
                    <a:pt x="10591" y="108589"/>
                  </a:lnTo>
                  <a:lnTo>
                    <a:pt x="8814" y="113580"/>
                  </a:lnTo>
                  <a:lnTo>
                    <a:pt x="7195" y="118624"/>
                  </a:lnTo>
                  <a:lnTo>
                    <a:pt x="5738" y="123716"/>
                  </a:lnTo>
                  <a:lnTo>
                    <a:pt x="4442" y="128853"/>
                  </a:lnTo>
                  <a:lnTo>
                    <a:pt x="3310" y="134028"/>
                  </a:lnTo>
                  <a:lnTo>
                    <a:pt x="2342" y="139236"/>
                  </a:lnTo>
                  <a:lnTo>
                    <a:pt x="1540" y="144472"/>
                  </a:lnTo>
                  <a:lnTo>
                    <a:pt x="904" y="149731"/>
                  </a:lnTo>
                  <a:lnTo>
                    <a:pt x="435" y="155008"/>
                  </a:lnTo>
                  <a:lnTo>
                    <a:pt x="133" y="160296"/>
                  </a:lnTo>
                  <a:lnTo>
                    <a:pt x="0" y="165592"/>
                  </a:lnTo>
                  <a:lnTo>
                    <a:pt x="34" y="170889"/>
                  </a:lnTo>
                  <a:lnTo>
                    <a:pt x="235" y="176183"/>
                  </a:lnTo>
                  <a:lnTo>
                    <a:pt x="605" y="181467"/>
                  </a:lnTo>
                  <a:lnTo>
                    <a:pt x="1142" y="186737"/>
                  </a:lnTo>
                  <a:lnTo>
                    <a:pt x="1845" y="191988"/>
                  </a:lnTo>
                  <a:lnTo>
                    <a:pt x="2714" y="197213"/>
                  </a:lnTo>
                  <a:lnTo>
                    <a:pt x="3749" y="202408"/>
                  </a:lnTo>
                  <a:lnTo>
                    <a:pt x="4948" y="207568"/>
                  </a:lnTo>
                  <a:lnTo>
                    <a:pt x="6309" y="212688"/>
                  </a:lnTo>
                  <a:lnTo>
                    <a:pt x="7832" y="217761"/>
                  </a:lnTo>
                  <a:lnTo>
                    <a:pt x="9515" y="222784"/>
                  </a:lnTo>
                  <a:lnTo>
                    <a:pt x="11357" y="227751"/>
                  </a:lnTo>
                  <a:lnTo>
                    <a:pt x="13355" y="232657"/>
                  </a:lnTo>
                  <a:lnTo>
                    <a:pt x="15507" y="237498"/>
                  </a:lnTo>
                  <a:lnTo>
                    <a:pt x="17811" y="242267"/>
                  </a:lnTo>
                  <a:lnTo>
                    <a:pt x="20266" y="246962"/>
                  </a:lnTo>
                  <a:lnTo>
                    <a:pt x="22868" y="251576"/>
                  </a:lnTo>
                  <a:lnTo>
                    <a:pt x="25615" y="256105"/>
                  </a:lnTo>
                  <a:lnTo>
                    <a:pt x="28504" y="260546"/>
                  </a:lnTo>
                  <a:lnTo>
                    <a:pt x="31532" y="264892"/>
                  </a:lnTo>
                  <a:lnTo>
                    <a:pt x="34697" y="269140"/>
                  </a:lnTo>
                  <a:lnTo>
                    <a:pt x="37994" y="273286"/>
                  </a:lnTo>
                  <a:lnTo>
                    <a:pt x="41421" y="277325"/>
                  </a:lnTo>
                  <a:lnTo>
                    <a:pt x="44975" y="281254"/>
                  </a:lnTo>
                  <a:lnTo>
                    <a:pt x="48651" y="285068"/>
                  </a:lnTo>
                  <a:lnTo>
                    <a:pt x="52446" y="288764"/>
                  </a:lnTo>
                  <a:lnTo>
                    <a:pt x="56356" y="292337"/>
                  </a:lnTo>
                  <a:lnTo>
                    <a:pt x="60378" y="295785"/>
                  </a:lnTo>
                  <a:lnTo>
                    <a:pt x="64507" y="299104"/>
                  </a:lnTo>
                  <a:lnTo>
                    <a:pt x="68739" y="302290"/>
                  </a:lnTo>
                  <a:lnTo>
                    <a:pt x="73070" y="305341"/>
                  </a:lnTo>
                  <a:lnTo>
                    <a:pt x="77495" y="308253"/>
                  </a:lnTo>
                  <a:lnTo>
                    <a:pt x="82010" y="311023"/>
                  </a:lnTo>
                  <a:lnTo>
                    <a:pt x="86611" y="313649"/>
                  </a:lnTo>
                  <a:lnTo>
                    <a:pt x="91293" y="316127"/>
                  </a:lnTo>
                  <a:lnTo>
                    <a:pt x="96050" y="318456"/>
                  </a:lnTo>
                  <a:lnTo>
                    <a:pt x="100880" y="320633"/>
                  </a:lnTo>
                  <a:lnTo>
                    <a:pt x="105776" y="322656"/>
                  </a:lnTo>
                  <a:lnTo>
                    <a:pt x="110733" y="324523"/>
                  </a:lnTo>
                  <a:lnTo>
                    <a:pt x="115747" y="326232"/>
                  </a:lnTo>
                  <a:lnTo>
                    <a:pt x="120813" y="327781"/>
                  </a:lnTo>
                  <a:lnTo>
                    <a:pt x="125925" y="329169"/>
                  </a:lnTo>
                  <a:lnTo>
                    <a:pt x="131079" y="330394"/>
                  </a:lnTo>
                  <a:lnTo>
                    <a:pt x="136269" y="331455"/>
                  </a:lnTo>
                  <a:lnTo>
                    <a:pt x="141490" y="332352"/>
                  </a:lnTo>
                  <a:lnTo>
                    <a:pt x="146736" y="333082"/>
                  </a:lnTo>
                  <a:lnTo>
                    <a:pt x="152004" y="333646"/>
                  </a:lnTo>
                  <a:lnTo>
                    <a:pt x="157286" y="334043"/>
                  </a:lnTo>
                  <a:lnTo>
                    <a:pt x="162578" y="334272"/>
                  </a:lnTo>
                  <a:lnTo>
                    <a:pt x="167875" y="334333"/>
                  </a:lnTo>
                  <a:lnTo>
                    <a:pt x="173172" y="334226"/>
                  </a:lnTo>
                  <a:lnTo>
                    <a:pt x="178462" y="333952"/>
                  </a:lnTo>
                  <a:lnTo>
                    <a:pt x="183741" y="333510"/>
                  </a:lnTo>
                  <a:lnTo>
                    <a:pt x="189003" y="332901"/>
                  </a:lnTo>
                  <a:lnTo>
                    <a:pt x="194243" y="332126"/>
                  </a:lnTo>
                  <a:lnTo>
                    <a:pt x="199456" y="331185"/>
                  </a:lnTo>
                  <a:lnTo>
                    <a:pt x="204637" y="330079"/>
                  </a:lnTo>
                  <a:lnTo>
                    <a:pt x="209780" y="328810"/>
                  </a:lnTo>
                  <a:lnTo>
                    <a:pt x="214880" y="327378"/>
                  </a:lnTo>
                  <a:lnTo>
                    <a:pt x="219932" y="325786"/>
                  </a:lnTo>
                  <a:lnTo>
                    <a:pt x="224932" y="324034"/>
                  </a:lnTo>
                  <a:lnTo>
                    <a:pt x="229873" y="322125"/>
                  </a:lnTo>
                  <a:lnTo>
                    <a:pt x="234751" y="320060"/>
                  </a:lnTo>
                  <a:lnTo>
                    <a:pt x="239562" y="317842"/>
                  </a:lnTo>
                  <a:lnTo>
                    <a:pt x="244299" y="315472"/>
                  </a:lnTo>
                  <a:lnTo>
                    <a:pt x="248960" y="312953"/>
                  </a:lnTo>
                  <a:lnTo>
                    <a:pt x="253538" y="310288"/>
                  </a:lnTo>
                  <a:lnTo>
                    <a:pt x="258029" y="307480"/>
                  </a:lnTo>
                  <a:lnTo>
                    <a:pt x="262429" y="304530"/>
                  </a:lnTo>
                  <a:lnTo>
                    <a:pt x="266734" y="301442"/>
                  </a:lnTo>
                  <a:lnTo>
                    <a:pt x="270938" y="298220"/>
                  </a:lnTo>
                  <a:lnTo>
                    <a:pt x="275039" y="294866"/>
                  </a:lnTo>
                  <a:lnTo>
                    <a:pt x="279031" y="291384"/>
                  </a:lnTo>
                  <a:lnTo>
                    <a:pt x="282910" y="287777"/>
                  </a:lnTo>
                  <a:lnTo>
                    <a:pt x="286674" y="284049"/>
                  </a:lnTo>
                  <a:lnTo>
                    <a:pt x="290317" y="280203"/>
                  </a:lnTo>
                  <a:lnTo>
                    <a:pt x="293837" y="276244"/>
                  </a:lnTo>
                  <a:lnTo>
                    <a:pt x="297229" y="272176"/>
                  </a:lnTo>
                  <a:lnTo>
                    <a:pt x="300491" y="268002"/>
                  </a:lnTo>
                  <a:lnTo>
                    <a:pt x="303619" y="263727"/>
                  </a:lnTo>
                  <a:lnTo>
                    <a:pt x="306610" y="259355"/>
                  </a:lnTo>
                  <a:lnTo>
                    <a:pt x="309461" y="254890"/>
                  </a:lnTo>
                  <a:lnTo>
                    <a:pt x="312169" y="250337"/>
                  </a:lnTo>
                  <a:lnTo>
                    <a:pt x="314731" y="245701"/>
                  </a:lnTo>
                  <a:lnTo>
                    <a:pt x="317145" y="240985"/>
                  </a:lnTo>
                  <a:lnTo>
                    <a:pt x="319409" y="236196"/>
                  </a:lnTo>
                  <a:lnTo>
                    <a:pt x="321520" y="231338"/>
                  </a:lnTo>
                  <a:lnTo>
                    <a:pt x="323476" y="226414"/>
                  </a:lnTo>
                  <a:lnTo>
                    <a:pt x="325274" y="221432"/>
                  </a:lnTo>
                  <a:lnTo>
                    <a:pt x="326914" y="216395"/>
                  </a:lnTo>
                  <a:lnTo>
                    <a:pt x="328394" y="211308"/>
                  </a:lnTo>
                  <a:lnTo>
                    <a:pt x="329711" y="206177"/>
                  </a:lnTo>
                  <a:lnTo>
                    <a:pt x="330866" y="201007"/>
                  </a:lnTo>
                  <a:lnTo>
                    <a:pt x="331856" y="195803"/>
                  </a:lnTo>
                  <a:lnTo>
                    <a:pt x="332681" y="190571"/>
                  </a:lnTo>
                  <a:lnTo>
                    <a:pt x="333339" y="185315"/>
                  </a:lnTo>
                  <a:lnTo>
                    <a:pt x="333831" y="180040"/>
                  </a:lnTo>
                  <a:lnTo>
                    <a:pt x="334155" y="174753"/>
                  </a:lnTo>
                  <a:lnTo>
                    <a:pt x="334311" y="169458"/>
                  </a:lnTo>
                  <a:lnTo>
                    <a:pt x="334300" y="164160"/>
                  </a:lnTo>
                  <a:lnTo>
                    <a:pt x="334121" y="158866"/>
                  </a:lnTo>
                  <a:lnTo>
                    <a:pt x="333774" y="153580"/>
                  </a:lnTo>
                  <a:lnTo>
                    <a:pt x="333260" y="148308"/>
                  </a:lnTo>
                  <a:lnTo>
                    <a:pt x="332579" y="143054"/>
                  </a:lnTo>
                  <a:lnTo>
                    <a:pt x="331732" y="137825"/>
                  </a:lnTo>
                  <a:lnTo>
                    <a:pt x="330719" y="132626"/>
                  </a:lnTo>
                  <a:lnTo>
                    <a:pt x="329543" y="127461"/>
                  </a:lnTo>
                  <a:lnTo>
                    <a:pt x="328203" y="122336"/>
                  </a:lnTo>
                  <a:lnTo>
                    <a:pt x="326702" y="117255"/>
                  </a:lnTo>
                  <a:lnTo>
                    <a:pt x="325040" y="112225"/>
                  </a:lnTo>
                  <a:lnTo>
                    <a:pt x="323220" y="107251"/>
                  </a:lnTo>
                  <a:lnTo>
                    <a:pt x="321244" y="102336"/>
                  </a:lnTo>
                  <a:lnTo>
                    <a:pt x="319112" y="97486"/>
                  </a:lnTo>
                  <a:lnTo>
                    <a:pt x="316828" y="92707"/>
                  </a:lnTo>
                  <a:lnTo>
                    <a:pt x="314394" y="88002"/>
                  </a:lnTo>
                  <a:lnTo>
                    <a:pt x="311811" y="83377"/>
                  </a:lnTo>
                  <a:lnTo>
                    <a:pt x="309084" y="78835"/>
                  </a:lnTo>
                  <a:lnTo>
                    <a:pt x="306214" y="74383"/>
                  </a:lnTo>
                  <a:lnTo>
                    <a:pt x="303204" y="70024"/>
                  </a:lnTo>
                  <a:lnTo>
                    <a:pt x="300058" y="65762"/>
                  </a:lnTo>
                  <a:lnTo>
                    <a:pt x="296778" y="61602"/>
                  </a:lnTo>
                  <a:lnTo>
                    <a:pt x="293368" y="57548"/>
                  </a:lnTo>
                  <a:lnTo>
                    <a:pt x="289832" y="53604"/>
                  </a:lnTo>
                  <a:lnTo>
                    <a:pt x="286172" y="49774"/>
                  </a:lnTo>
                  <a:lnTo>
                    <a:pt x="282393" y="46062"/>
                  </a:lnTo>
                  <a:lnTo>
                    <a:pt x="278498" y="42472"/>
                  </a:lnTo>
                  <a:lnTo>
                    <a:pt x="274491" y="39007"/>
                  </a:lnTo>
                  <a:lnTo>
                    <a:pt x="270376" y="35671"/>
                  </a:lnTo>
                  <a:lnTo>
                    <a:pt x="266158" y="32466"/>
                  </a:lnTo>
                  <a:lnTo>
                    <a:pt x="261840" y="29397"/>
                  </a:lnTo>
                  <a:lnTo>
                    <a:pt x="257428" y="26466"/>
                  </a:lnTo>
                  <a:lnTo>
                    <a:pt x="252924" y="23677"/>
                  </a:lnTo>
                  <a:lnTo>
                    <a:pt x="248335" y="21032"/>
                  </a:lnTo>
                  <a:lnTo>
                    <a:pt x="243664" y="18533"/>
                  </a:lnTo>
                  <a:lnTo>
                    <a:pt x="238916" y="16184"/>
                  </a:lnTo>
                  <a:lnTo>
                    <a:pt x="234096" y="13986"/>
                  </a:lnTo>
                  <a:lnTo>
                    <a:pt x="229209" y="11942"/>
                  </a:lnTo>
                  <a:lnTo>
                    <a:pt x="224259" y="10054"/>
                  </a:lnTo>
                  <a:lnTo>
                    <a:pt x="219253" y="8323"/>
                  </a:lnTo>
                  <a:lnTo>
                    <a:pt x="214194" y="6753"/>
                  </a:lnTo>
                  <a:lnTo>
                    <a:pt x="209087" y="5343"/>
                  </a:lnTo>
                  <a:lnTo>
                    <a:pt x="203939" y="4096"/>
                  </a:lnTo>
                  <a:lnTo>
                    <a:pt x="198754" y="3012"/>
                  </a:lnTo>
                  <a:lnTo>
                    <a:pt x="193537" y="2094"/>
                  </a:lnTo>
                  <a:lnTo>
                    <a:pt x="188293" y="1341"/>
                  </a:lnTo>
                  <a:lnTo>
                    <a:pt x="183028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56379" y="4961274"/>
              <a:ext cx="26460" cy="167167"/>
            </a:xfrm>
            <a:custGeom>
              <a:avLst/>
              <a:pathLst>
                <a:path w="26460" h="167167">
                  <a:moveTo>
                    <a:pt x="26460" y="0"/>
                  </a:moveTo>
                  <a:lnTo>
                    <a:pt x="19819" y="131"/>
                  </a:lnTo>
                  <a:lnTo>
                    <a:pt x="13188" y="527"/>
                  </a:lnTo>
                  <a:lnTo>
                    <a:pt x="6578" y="1186"/>
                  </a:lnTo>
                  <a:lnTo>
                    <a:pt x="0" y="2107"/>
                  </a:lnTo>
                  <a:lnTo>
                    <a:pt x="264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56379" y="4963381"/>
              <a:ext cx="26460" cy="165059"/>
            </a:xfrm>
            <a:custGeom>
              <a:avLst/>
              <a:pathLst>
                <a:path w="26460" h="165059">
                  <a:moveTo>
                    <a:pt x="0" y="0"/>
                  </a:moveTo>
                  <a:lnTo>
                    <a:pt x="26460" y="165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6379" y="4963381"/>
              <a:ext cx="26460" cy="165059"/>
            </a:xfrm>
            <a:custGeom>
              <a:avLst/>
              <a:pathLst>
                <a:path w="26460" h="165059">
                  <a:moveTo>
                    <a:pt x="0" y="0"/>
                  </a:moveTo>
                  <a:lnTo>
                    <a:pt x="26460" y="1650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6379" y="4963381"/>
              <a:ext cx="26460" cy="165059"/>
            </a:xfrm>
            <a:custGeom>
              <a:avLst/>
              <a:pathLst>
                <a:path w="26460" h="165059">
                  <a:moveTo>
                    <a:pt x="0" y="0"/>
                  </a:moveTo>
                  <a:lnTo>
                    <a:pt x="26460" y="1650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5689" y="4963381"/>
              <a:ext cx="167151" cy="199653"/>
            </a:xfrm>
            <a:custGeom>
              <a:avLst/>
              <a:pathLst>
                <a:path w="167151" h="199653">
                  <a:moveTo>
                    <a:pt x="140690" y="0"/>
                  </a:moveTo>
                  <a:lnTo>
                    <a:pt x="135356" y="943"/>
                  </a:lnTo>
                  <a:lnTo>
                    <a:pt x="130055" y="2060"/>
                  </a:lnTo>
                  <a:lnTo>
                    <a:pt x="124794" y="3347"/>
                  </a:lnTo>
                  <a:lnTo>
                    <a:pt x="119576" y="4805"/>
                  </a:lnTo>
                  <a:lnTo>
                    <a:pt x="114409" y="6430"/>
                  </a:lnTo>
                  <a:lnTo>
                    <a:pt x="109297" y="8222"/>
                  </a:lnTo>
                  <a:lnTo>
                    <a:pt x="104246" y="10179"/>
                  </a:lnTo>
                  <a:lnTo>
                    <a:pt x="99261" y="12298"/>
                  </a:lnTo>
                  <a:lnTo>
                    <a:pt x="94347" y="14578"/>
                  </a:lnTo>
                  <a:lnTo>
                    <a:pt x="89510" y="17016"/>
                  </a:lnTo>
                  <a:lnTo>
                    <a:pt x="84754" y="19609"/>
                  </a:lnTo>
                  <a:lnTo>
                    <a:pt x="80085" y="22355"/>
                  </a:lnTo>
                  <a:lnTo>
                    <a:pt x="75507" y="25251"/>
                  </a:lnTo>
                  <a:lnTo>
                    <a:pt x="71025" y="28294"/>
                  </a:lnTo>
                  <a:lnTo>
                    <a:pt x="66644" y="31480"/>
                  </a:lnTo>
                  <a:lnTo>
                    <a:pt x="62369" y="34807"/>
                  </a:lnTo>
                  <a:lnTo>
                    <a:pt x="58204" y="38270"/>
                  </a:lnTo>
                  <a:lnTo>
                    <a:pt x="54153" y="41866"/>
                  </a:lnTo>
                  <a:lnTo>
                    <a:pt x="50221" y="45592"/>
                  </a:lnTo>
                  <a:lnTo>
                    <a:pt x="46412" y="49443"/>
                  </a:lnTo>
                  <a:lnTo>
                    <a:pt x="42729" y="53416"/>
                  </a:lnTo>
                  <a:lnTo>
                    <a:pt x="39177" y="57506"/>
                  </a:lnTo>
                  <a:lnTo>
                    <a:pt x="35760" y="61709"/>
                  </a:lnTo>
                  <a:lnTo>
                    <a:pt x="32480" y="66020"/>
                  </a:lnTo>
                  <a:lnTo>
                    <a:pt x="29342" y="70435"/>
                  </a:lnTo>
                  <a:lnTo>
                    <a:pt x="26348" y="74950"/>
                  </a:lnTo>
                  <a:lnTo>
                    <a:pt x="23503" y="79559"/>
                  </a:lnTo>
                  <a:lnTo>
                    <a:pt x="20808" y="84259"/>
                  </a:lnTo>
                  <a:lnTo>
                    <a:pt x="18267" y="89042"/>
                  </a:lnTo>
                  <a:lnTo>
                    <a:pt x="15882" y="93906"/>
                  </a:lnTo>
                  <a:lnTo>
                    <a:pt x="13656" y="98845"/>
                  </a:lnTo>
                  <a:lnTo>
                    <a:pt x="11591" y="103853"/>
                  </a:lnTo>
                  <a:lnTo>
                    <a:pt x="9690" y="108925"/>
                  </a:lnTo>
                  <a:lnTo>
                    <a:pt x="7954" y="114056"/>
                  </a:lnTo>
                  <a:lnTo>
                    <a:pt x="6385" y="119241"/>
                  </a:lnTo>
                  <a:lnTo>
                    <a:pt x="4985" y="124474"/>
                  </a:lnTo>
                  <a:lnTo>
                    <a:pt x="3755" y="129749"/>
                  </a:lnTo>
                  <a:lnTo>
                    <a:pt x="2697" y="135062"/>
                  </a:lnTo>
                  <a:lnTo>
                    <a:pt x="1811" y="140406"/>
                  </a:lnTo>
                  <a:lnTo>
                    <a:pt x="1099" y="145776"/>
                  </a:lnTo>
                  <a:lnTo>
                    <a:pt x="561" y="151166"/>
                  </a:lnTo>
                  <a:lnTo>
                    <a:pt x="199" y="156571"/>
                  </a:lnTo>
                  <a:lnTo>
                    <a:pt x="11" y="161984"/>
                  </a:lnTo>
                  <a:lnTo>
                    <a:pt x="0" y="167401"/>
                  </a:lnTo>
                  <a:lnTo>
                    <a:pt x="163" y="172816"/>
                  </a:lnTo>
                  <a:lnTo>
                    <a:pt x="502" y="178222"/>
                  </a:lnTo>
                  <a:lnTo>
                    <a:pt x="1016" y="183615"/>
                  </a:lnTo>
                  <a:lnTo>
                    <a:pt x="1704" y="188988"/>
                  </a:lnTo>
                  <a:lnTo>
                    <a:pt x="2567" y="194336"/>
                  </a:lnTo>
                  <a:lnTo>
                    <a:pt x="3602" y="199653"/>
                  </a:lnTo>
                  <a:lnTo>
                    <a:pt x="167151" y="165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919291" y="4961274"/>
              <a:ext cx="330697" cy="334334"/>
            </a:xfrm>
            <a:custGeom>
              <a:avLst/>
              <a:pathLst>
                <a:path w="330697" h="334334">
                  <a:moveTo>
                    <a:pt x="0" y="201760"/>
                  </a:moveTo>
                  <a:lnTo>
                    <a:pt x="1179" y="206929"/>
                  </a:lnTo>
                  <a:lnTo>
                    <a:pt x="2521" y="212059"/>
                  </a:lnTo>
                  <a:lnTo>
                    <a:pt x="4026" y="217143"/>
                  </a:lnTo>
                  <a:lnTo>
                    <a:pt x="5691" y="222176"/>
                  </a:lnTo>
                  <a:lnTo>
                    <a:pt x="7515" y="227155"/>
                  </a:lnTo>
                  <a:lnTo>
                    <a:pt x="9496" y="232073"/>
                  </a:lnTo>
                  <a:lnTo>
                    <a:pt x="11632" y="236925"/>
                  </a:lnTo>
                  <a:lnTo>
                    <a:pt x="13920" y="241708"/>
                  </a:lnTo>
                  <a:lnTo>
                    <a:pt x="16359" y="246416"/>
                  </a:lnTo>
                  <a:lnTo>
                    <a:pt x="18947" y="251044"/>
                  </a:lnTo>
                  <a:lnTo>
                    <a:pt x="21679" y="255587"/>
                  </a:lnTo>
                  <a:lnTo>
                    <a:pt x="24555" y="260042"/>
                  </a:lnTo>
                  <a:lnTo>
                    <a:pt x="27570" y="264403"/>
                  </a:lnTo>
                  <a:lnTo>
                    <a:pt x="30722" y="268666"/>
                  </a:lnTo>
                  <a:lnTo>
                    <a:pt x="34008" y="272827"/>
                  </a:lnTo>
                  <a:lnTo>
                    <a:pt x="37424" y="276882"/>
                  </a:lnTo>
                  <a:lnTo>
                    <a:pt x="40966" y="280827"/>
                  </a:lnTo>
                  <a:lnTo>
                    <a:pt x="44632" y="284657"/>
                  </a:lnTo>
                  <a:lnTo>
                    <a:pt x="48418" y="288369"/>
                  </a:lnTo>
                  <a:lnTo>
                    <a:pt x="52320" y="291959"/>
                  </a:lnTo>
                  <a:lnTo>
                    <a:pt x="56333" y="295424"/>
                  </a:lnTo>
                  <a:lnTo>
                    <a:pt x="60454" y="298759"/>
                  </a:lnTo>
                  <a:lnTo>
                    <a:pt x="64679" y="301963"/>
                  </a:lnTo>
                  <a:lnTo>
                    <a:pt x="69004" y="305030"/>
                  </a:lnTo>
                  <a:lnTo>
                    <a:pt x="73423" y="307959"/>
                  </a:lnTo>
                  <a:lnTo>
                    <a:pt x="77934" y="310746"/>
                  </a:lnTo>
                  <a:lnTo>
                    <a:pt x="82530" y="313389"/>
                  </a:lnTo>
                  <a:lnTo>
                    <a:pt x="87208" y="315885"/>
                  </a:lnTo>
                  <a:lnTo>
                    <a:pt x="91962" y="318231"/>
                  </a:lnTo>
                  <a:lnTo>
                    <a:pt x="96789" y="320425"/>
                  </a:lnTo>
                  <a:lnTo>
                    <a:pt x="101683" y="322465"/>
                  </a:lnTo>
                  <a:lnTo>
                    <a:pt x="106639" y="324349"/>
                  </a:lnTo>
                  <a:lnTo>
                    <a:pt x="111652" y="326075"/>
                  </a:lnTo>
                  <a:lnTo>
                    <a:pt x="116718" y="327641"/>
                  </a:lnTo>
                  <a:lnTo>
                    <a:pt x="121830" y="329045"/>
                  </a:lnTo>
                  <a:lnTo>
                    <a:pt x="126985" y="330287"/>
                  </a:lnTo>
                  <a:lnTo>
                    <a:pt x="132176" y="331364"/>
                  </a:lnTo>
                  <a:lnTo>
                    <a:pt x="137399" y="332276"/>
                  </a:lnTo>
                  <a:lnTo>
                    <a:pt x="142648" y="333023"/>
                  </a:lnTo>
                  <a:lnTo>
                    <a:pt x="147919" y="333602"/>
                  </a:lnTo>
                  <a:lnTo>
                    <a:pt x="153204" y="334014"/>
                  </a:lnTo>
                  <a:lnTo>
                    <a:pt x="158501" y="334258"/>
                  </a:lnTo>
                  <a:lnTo>
                    <a:pt x="163802" y="334334"/>
                  </a:lnTo>
                  <a:lnTo>
                    <a:pt x="169103" y="334242"/>
                  </a:lnTo>
                  <a:lnTo>
                    <a:pt x="174399" y="333982"/>
                  </a:lnTo>
                  <a:lnTo>
                    <a:pt x="179684" y="333554"/>
                  </a:lnTo>
                  <a:lnTo>
                    <a:pt x="184952" y="332958"/>
                  </a:lnTo>
                  <a:lnTo>
                    <a:pt x="190199" y="332196"/>
                  </a:lnTo>
                  <a:lnTo>
                    <a:pt x="195419" y="331268"/>
                  </a:lnTo>
                  <a:lnTo>
                    <a:pt x="200607" y="330175"/>
                  </a:lnTo>
                  <a:lnTo>
                    <a:pt x="205758" y="328918"/>
                  </a:lnTo>
                  <a:lnTo>
                    <a:pt x="210866" y="327498"/>
                  </a:lnTo>
                  <a:lnTo>
                    <a:pt x="215927" y="325917"/>
                  </a:lnTo>
                  <a:lnTo>
                    <a:pt x="220935" y="324176"/>
                  </a:lnTo>
                  <a:lnTo>
                    <a:pt x="225885" y="322277"/>
                  </a:lnTo>
                  <a:lnTo>
                    <a:pt x="230773" y="320222"/>
                  </a:lnTo>
                  <a:lnTo>
                    <a:pt x="235593" y="318013"/>
                  </a:lnTo>
                  <a:lnTo>
                    <a:pt x="240340" y="315652"/>
                  </a:lnTo>
                  <a:lnTo>
                    <a:pt x="245011" y="313143"/>
                  </a:lnTo>
                  <a:lnTo>
                    <a:pt x="249599" y="310486"/>
                  </a:lnTo>
                  <a:lnTo>
                    <a:pt x="254101" y="307685"/>
                  </a:lnTo>
                  <a:lnTo>
                    <a:pt x="258511" y="304742"/>
                  </a:lnTo>
                  <a:lnTo>
                    <a:pt x="262826" y="301662"/>
                  </a:lnTo>
                  <a:lnTo>
                    <a:pt x="267042" y="298446"/>
                  </a:lnTo>
                  <a:lnTo>
                    <a:pt x="271153" y="295098"/>
                  </a:lnTo>
                  <a:lnTo>
                    <a:pt x="275156" y="291621"/>
                  </a:lnTo>
                  <a:lnTo>
                    <a:pt x="279046" y="288019"/>
                  </a:lnTo>
                  <a:lnTo>
                    <a:pt x="282821" y="284295"/>
                  </a:lnTo>
                  <a:lnTo>
                    <a:pt x="286475" y="280454"/>
                  </a:lnTo>
                  <a:lnTo>
                    <a:pt x="290006" y="276499"/>
                  </a:lnTo>
                  <a:lnTo>
                    <a:pt x="293410" y="272433"/>
                  </a:lnTo>
                  <a:lnTo>
                    <a:pt x="296683" y="268262"/>
                  </a:lnTo>
                  <a:lnTo>
                    <a:pt x="299822" y="263989"/>
                  </a:lnTo>
                  <a:lnTo>
                    <a:pt x="302824" y="259619"/>
                  </a:lnTo>
                  <a:lnTo>
                    <a:pt x="305685" y="255156"/>
                  </a:lnTo>
                  <a:lnTo>
                    <a:pt x="308404" y="250604"/>
                  </a:lnTo>
                  <a:lnTo>
                    <a:pt x="310977" y="245968"/>
                  </a:lnTo>
                  <a:lnTo>
                    <a:pt x="313402" y="241253"/>
                  </a:lnTo>
                  <a:lnTo>
                    <a:pt x="315676" y="236464"/>
                  </a:lnTo>
                  <a:lnTo>
                    <a:pt x="317797" y="231605"/>
                  </a:lnTo>
                  <a:lnTo>
                    <a:pt x="319763" y="226681"/>
                  </a:lnTo>
                  <a:lnTo>
                    <a:pt x="321572" y="221697"/>
                  </a:lnTo>
                  <a:lnTo>
                    <a:pt x="323222" y="216658"/>
                  </a:lnTo>
                  <a:lnTo>
                    <a:pt x="324711" y="211569"/>
                  </a:lnTo>
                  <a:lnTo>
                    <a:pt x="326038" y="206436"/>
                  </a:lnTo>
                  <a:lnTo>
                    <a:pt x="327202" y="201263"/>
                  </a:lnTo>
                  <a:lnTo>
                    <a:pt x="328201" y="196056"/>
                  </a:lnTo>
                  <a:lnTo>
                    <a:pt x="329034" y="190820"/>
                  </a:lnTo>
                  <a:lnTo>
                    <a:pt x="329701" y="185560"/>
                  </a:lnTo>
                  <a:lnTo>
                    <a:pt x="330201" y="180282"/>
                  </a:lnTo>
                  <a:lnTo>
                    <a:pt x="330533" y="174990"/>
                  </a:lnTo>
                  <a:lnTo>
                    <a:pt x="330697" y="169691"/>
                  </a:lnTo>
                  <a:lnTo>
                    <a:pt x="330693" y="164389"/>
                  </a:lnTo>
                  <a:lnTo>
                    <a:pt x="330521" y="159090"/>
                  </a:lnTo>
                  <a:lnTo>
                    <a:pt x="330181" y="153799"/>
                  </a:lnTo>
                  <a:lnTo>
                    <a:pt x="329673" y="148521"/>
                  </a:lnTo>
                  <a:lnTo>
                    <a:pt x="328998" y="143262"/>
                  </a:lnTo>
                  <a:lnTo>
                    <a:pt x="328157" y="138028"/>
                  </a:lnTo>
                  <a:lnTo>
                    <a:pt x="327150" y="132822"/>
                  </a:lnTo>
                  <a:lnTo>
                    <a:pt x="325978" y="127651"/>
                  </a:lnTo>
                  <a:lnTo>
                    <a:pt x="324643" y="122520"/>
                  </a:lnTo>
                  <a:lnTo>
                    <a:pt x="323147" y="117434"/>
                  </a:lnTo>
                  <a:lnTo>
                    <a:pt x="321489" y="112397"/>
                  </a:lnTo>
                  <a:lnTo>
                    <a:pt x="319673" y="107416"/>
                  </a:lnTo>
                  <a:lnTo>
                    <a:pt x="317699" y="102495"/>
                  </a:lnTo>
                  <a:lnTo>
                    <a:pt x="315571" y="97639"/>
                  </a:lnTo>
                  <a:lnTo>
                    <a:pt x="313290" y="92853"/>
                  </a:lnTo>
                  <a:lnTo>
                    <a:pt x="310858" y="88142"/>
                  </a:lnTo>
                  <a:lnTo>
                    <a:pt x="308277" y="83510"/>
                  </a:lnTo>
                  <a:lnTo>
                    <a:pt x="305552" y="78962"/>
                  </a:lnTo>
                  <a:lnTo>
                    <a:pt x="302683" y="74503"/>
                  </a:lnTo>
                  <a:lnTo>
                    <a:pt x="299674" y="70138"/>
                  </a:lnTo>
                  <a:lnTo>
                    <a:pt x="296529" y="65870"/>
                  </a:lnTo>
                  <a:lnTo>
                    <a:pt x="293250" y="61703"/>
                  </a:lnTo>
                  <a:lnTo>
                    <a:pt x="289840" y="57643"/>
                  </a:lnTo>
                  <a:lnTo>
                    <a:pt x="286303" y="53693"/>
                  </a:lnTo>
                  <a:lnTo>
                    <a:pt x="282643" y="49858"/>
                  </a:lnTo>
                  <a:lnTo>
                    <a:pt x="278863" y="46140"/>
                  </a:lnTo>
                  <a:lnTo>
                    <a:pt x="274967" y="42544"/>
                  </a:lnTo>
                  <a:lnTo>
                    <a:pt x="270958" y="39073"/>
                  </a:lnTo>
                  <a:lnTo>
                    <a:pt x="266842" y="35731"/>
                  </a:lnTo>
                  <a:lnTo>
                    <a:pt x="262622" y="32522"/>
                  </a:lnTo>
                  <a:lnTo>
                    <a:pt x="258302" y="29447"/>
                  </a:lnTo>
                  <a:lnTo>
                    <a:pt x="253887" y="26512"/>
                  </a:lnTo>
                  <a:lnTo>
                    <a:pt x="249381" y="23718"/>
                  </a:lnTo>
                  <a:lnTo>
                    <a:pt x="244789" y="21068"/>
                  </a:lnTo>
                  <a:lnTo>
                    <a:pt x="240115" y="18565"/>
                  </a:lnTo>
                  <a:lnTo>
                    <a:pt x="235364" y="16212"/>
                  </a:lnTo>
                  <a:lnTo>
                    <a:pt x="230540" y="14010"/>
                  </a:lnTo>
                  <a:lnTo>
                    <a:pt x="225650" y="11963"/>
                  </a:lnTo>
                  <a:lnTo>
                    <a:pt x="220697" y="10071"/>
                  </a:lnTo>
                  <a:lnTo>
                    <a:pt x="215686" y="8338"/>
                  </a:lnTo>
                  <a:lnTo>
                    <a:pt x="210623" y="6764"/>
                  </a:lnTo>
                  <a:lnTo>
                    <a:pt x="205512" y="5352"/>
                  </a:lnTo>
                  <a:lnTo>
                    <a:pt x="200360" y="4103"/>
                  </a:lnTo>
                  <a:lnTo>
                    <a:pt x="195170" y="3018"/>
                  </a:lnTo>
                  <a:lnTo>
                    <a:pt x="189948" y="2097"/>
                  </a:lnTo>
                  <a:lnTo>
                    <a:pt x="184700" y="1343"/>
                  </a:lnTo>
                  <a:lnTo>
                    <a:pt x="179431" y="756"/>
                  </a:lnTo>
                  <a:lnTo>
                    <a:pt x="174146" y="336"/>
                  </a:lnTo>
                  <a:lnTo>
                    <a:pt x="168850" y="84"/>
                  </a:lnTo>
                  <a:lnTo>
                    <a:pt x="163548" y="0"/>
                  </a:lnTo>
                  <a:lnTo>
                    <a:pt x="1635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5801" y="4605529"/>
              <a:ext cx="74745" cy="167167"/>
            </a:xfrm>
            <a:custGeom>
              <a:avLst/>
              <a:pathLst>
                <a:path w="74745" h="167167">
                  <a:moveTo>
                    <a:pt x="74745" y="0"/>
                  </a:moveTo>
                  <a:lnTo>
                    <a:pt x="68785" y="106"/>
                  </a:lnTo>
                  <a:lnTo>
                    <a:pt x="62833" y="424"/>
                  </a:lnTo>
                  <a:lnTo>
                    <a:pt x="56897" y="955"/>
                  </a:lnTo>
                  <a:lnTo>
                    <a:pt x="50982" y="1697"/>
                  </a:lnTo>
                  <a:lnTo>
                    <a:pt x="45098" y="2649"/>
                  </a:lnTo>
                  <a:lnTo>
                    <a:pt x="39252" y="3811"/>
                  </a:lnTo>
                  <a:lnTo>
                    <a:pt x="33451" y="5180"/>
                  </a:lnTo>
                  <a:lnTo>
                    <a:pt x="27702" y="6755"/>
                  </a:lnTo>
                  <a:lnTo>
                    <a:pt x="22013" y="8534"/>
                  </a:lnTo>
                  <a:lnTo>
                    <a:pt x="16392" y="10515"/>
                  </a:lnTo>
                  <a:lnTo>
                    <a:pt x="10844" y="12695"/>
                  </a:lnTo>
                  <a:lnTo>
                    <a:pt x="5378" y="15071"/>
                  </a:lnTo>
                  <a:lnTo>
                    <a:pt x="0" y="17641"/>
                  </a:lnTo>
                  <a:lnTo>
                    <a:pt x="747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5801" y="4623170"/>
              <a:ext cx="74745" cy="149526"/>
            </a:xfrm>
            <a:custGeom>
              <a:avLst/>
              <a:pathLst>
                <a:path w="74745" h="149526">
                  <a:moveTo>
                    <a:pt x="0" y="0"/>
                  </a:moveTo>
                  <a:lnTo>
                    <a:pt x="74745" y="1495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85801" y="4623170"/>
              <a:ext cx="74745" cy="149526"/>
            </a:xfrm>
            <a:custGeom>
              <a:avLst/>
              <a:pathLst>
                <a:path w="74745" h="149526">
                  <a:moveTo>
                    <a:pt x="0" y="0"/>
                  </a:moveTo>
                  <a:lnTo>
                    <a:pt x="74745" y="1495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93385" y="4623170"/>
              <a:ext cx="279043" cy="316693"/>
            </a:xfrm>
            <a:custGeom>
              <a:avLst/>
              <a:pathLst>
                <a:path w="279043" h="316693">
                  <a:moveTo>
                    <a:pt x="92415" y="0"/>
                  </a:moveTo>
                  <a:lnTo>
                    <a:pt x="87687" y="2458"/>
                  </a:lnTo>
                  <a:lnTo>
                    <a:pt x="83040" y="5066"/>
                  </a:lnTo>
                  <a:lnTo>
                    <a:pt x="78478" y="7821"/>
                  </a:lnTo>
                  <a:lnTo>
                    <a:pt x="74006" y="10720"/>
                  </a:lnTo>
                  <a:lnTo>
                    <a:pt x="69628" y="13760"/>
                  </a:lnTo>
                  <a:lnTo>
                    <a:pt x="65350" y="16938"/>
                  </a:lnTo>
                  <a:lnTo>
                    <a:pt x="61176" y="20250"/>
                  </a:lnTo>
                  <a:lnTo>
                    <a:pt x="57109" y="23694"/>
                  </a:lnTo>
                  <a:lnTo>
                    <a:pt x="53154" y="27266"/>
                  </a:lnTo>
                  <a:lnTo>
                    <a:pt x="49315" y="30962"/>
                  </a:lnTo>
                  <a:lnTo>
                    <a:pt x="45595" y="34779"/>
                  </a:lnTo>
                  <a:lnTo>
                    <a:pt x="41999" y="38712"/>
                  </a:lnTo>
                  <a:lnTo>
                    <a:pt x="38531" y="42758"/>
                  </a:lnTo>
                  <a:lnTo>
                    <a:pt x="35193" y="46913"/>
                  </a:lnTo>
                  <a:lnTo>
                    <a:pt x="31989" y="51171"/>
                  </a:lnTo>
                  <a:lnTo>
                    <a:pt x="28923" y="55530"/>
                  </a:lnTo>
                  <a:lnTo>
                    <a:pt x="25997" y="59984"/>
                  </a:lnTo>
                  <a:lnTo>
                    <a:pt x="23214" y="64529"/>
                  </a:lnTo>
                  <a:lnTo>
                    <a:pt x="20578" y="69161"/>
                  </a:lnTo>
                  <a:lnTo>
                    <a:pt x="18091" y="73874"/>
                  </a:lnTo>
                  <a:lnTo>
                    <a:pt x="15755" y="78664"/>
                  </a:lnTo>
                  <a:lnTo>
                    <a:pt x="13573" y="83527"/>
                  </a:lnTo>
                  <a:lnTo>
                    <a:pt x="11548" y="88456"/>
                  </a:lnTo>
                  <a:lnTo>
                    <a:pt x="9680" y="93447"/>
                  </a:lnTo>
                  <a:lnTo>
                    <a:pt x="7973" y="98496"/>
                  </a:lnTo>
                  <a:lnTo>
                    <a:pt x="6427" y="103596"/>
                  </a:lnTo>
                  <a:lnTo>
                    <a:pt x="5044" y="108743"/>
                  </a:lnTo>
                  <a:lnTo>
                    <a:pt x="3827" y="113931"/>
                  </a:lnTo>
                  <a:lnTo>
                    <a:pt x="2775" y="119155"/>
                  </a:lnTo>
                  <a:lnTo>
                    <a:pt x="1891" y="124411"/>
                  </a:lnTo>
                  <a:lnTo>
                    <a:pt x="1174" y="129691"/>
                  </a:lnTo>
                  <a:lnTo>
                    <a:pt x="626" y="134993"/>
                  </a:lnTo>
                  <a:lnTo>
                    <a:pt x="248" y="140308"/>
                  </a:lnTo>
                  <a:lnTo>
                    <a:pt x="39" y="145633"/>
                  </a:lnTo>
                  <a:lnTo>
                    <a:pt x="0" y="150963"/>
                  </a:lnTo>
                  <a:lnTo>
                    <a:pt x="130" y="156290"/>
                  </a:lnTo>
                  <a:lnTo>
                    <a:pt x="431" y="161611"/>
                  </a:lnTo>
                  <a:lnTo>
                    <a:pt x="901" y="166919"/>
                  </a:lnTo>
                  <a:lnTo>
                    <a:pt x="1540" y="172210"/>
                  </a:lnTo>
                  <a:lnTo>
                    <a:pt x="2347" y="177478"/>
                  </a:lnTo>
                  <a:lnTo>
                    <a:pt x="3322" y="182717"/>
                  </a:lnTo>
                  <a:lnTo>
                    <a:pt x="4463" y="187923"/>
                  </a:lnTo>
                  <a:lnTo>
                    <a:pt x="5770" y="193090"/>
                  </a:lnTo>
                  <a:lnTo>
                    <a:pt x="7240" y="198212"/>
                  </a:lnTo>
                  <a:lnTo>
                    <a:pt x="8873" y="203285"/>
                  </a:lnTo>
                  <a:lnTo>
                    <a:pt x="10667" y="208303"/>
                  </a:lnTo>
                  <a:lnTo>
                    <a:pt x="12620" y="213261"/>
                  </a:lnTo>
                  <a:lnTo>
                    <a:pt x="14731" y="218155"/>
                  </a:lnTo>
                  <a:lnTo>
                    <a:pt x="16996" y="222979"/>
                  </a:lnTo>
                  <a:lnTo>
                    <a:pt x="19413" y="227728"/>
                  </a:lnTo>
                  <a:lnTo>
                    <a:pt x="21981" y="232398"/>
                  </a:lnTo>
                  <a:lnTo>
                    <a:pt x="24697" y="236984"/>
                  </a:lnTo>
                  <a:lnTo>
                    <a:pt x="27557" y="241480"/>
                  </a:lnTo>
                  <a:lnTo>
                    <a:pt x="30559" y="245884"/>
                  </a:lnTo>
                  <a:lnTo>
                    <a:pt x="33700" y="250189"/>
                  </a:lnTo>
                  <a:lnTo>
                    <a:pt x="36976" y="254392"/>
                  </a:lnTo>
                  <a:lnTo>
                    <a:pt x="40385" y="258489"/>
                  </a:lnTo>
                  <a:lnTo>
                    <a:pt x="43923" y="262474"/>
                  </a:lnTo>
                  <a:lnTo>
                    <a:pt x="47586" y="266345"/>
                  </a:lnTo>
                  <a:lnTo>
                    <a:pt x="51370" y="270097"/>
                  </a:lnTo>
                  <a:lnTo>
                    <a:pt x="55272" y="273727"/>
                  </a:lnTo>
                  <a:lnTo>
                    <a:pt x="59288" y="277230"/>
                  </a:lnTo>
                  <a:lnTo>
                    <a:pt x="63414" y="280604"/>
                  </a:lnTo>
                  <a:lnTo>
                    <a:pt x="67645" y="283844"/>
                  </a:lnTo>
                  <a:lnTo>
                    <a:pt x="71977" y="286948"/>
                  </a:lnTo>
                  <a:lnTo>
                    <a:pt x="76406" y="289912"/>
                  </a:lnTo>
                  <a:lnTo>
                    <a:pt x="80927" y="292734"/>
                  </a:lnTo>
                  <a:lnTo>
                    <a:pt x="85535" y="295410"/>
                  </a:lnTo>
                  <a:lnTo>
                    <a:pt x="90227" y="297938"/>
                  </a:lnTo>
                  <a:lnTo>
                    <a:pt x="94997" y="300315"/>
                  </a:lnTo>
                  <a:lnTo>
                    <a:pt x="99840" y="302538"/>
                  </a:lnTo>
                  <a:lnTo>
                    <a:pt x="104752" y="304606"/>
                  </a:lnTo>
                  <a:lnTo>
                    <a:pt x="109727" y="306517"/>
                  </a:lnTo>
                  <a:lnTo>
                    <a:pt x="114760" y="308268"/>
                  </a:lnTo>
                  <a:lnTo>
                    <a:pt x="119847" y="309858"/>
                  </a:lnTo>
                  <a:lnTo>
                    <a:pt x="124981" y="311284"/>
                  </a:lnTo>
                  <a:lnTo>
                    <a:pt x="130159" y="312547"/>
                  </a:lnTo>
                  <a:lnTo>
                    <a:pt x="135374" y="313643"/>
                  </a:lnTo>
                  <a:lnTo>
                    <a:pt x="140622" y="314573"/>
                  </a:lnTo>
                  <a:lnTo>
                    <a:pt x="145896" y="315335"/>
                  </a:lnTo>
                  <a:lnTo>
                    <a:pt x="151192" y="315929"/>
                  </a:lnTo>
                  <a:lnTo>
                    <a:pt x="156505" y="316353"/>
                  </a:lnTo>
                  <a:lnTo>
                    <a:pt x="161828" y="316608"/>
                  </a:lnTo>
                  <a:lnTo>
                    <a:pt x="167156" y="316693"/>
                  </a:lnTo>
                  <a:lnTo>
                    <a:pt x="172485" y="316608"/>
                  </a:lnTo>
                  <a:lnTo>
                    <a:pt x="177808" y="316354"/>
                  </a:lnTo>
                  <a:lnTo>
                    <a:pt x="183120" y="315929"/>
                  </a:lnTo>
                  <a:lnTo>
                    <a:pt x="188417" y="315336"/>
                  </a:lnTo>
                  <a:lnTo>
                    <a:pt x="193691" y="314574"/>
                  </a:lnTo>
                  <a:lnTo>
                    <a:pt x="198939" y="313645"/>
                  </a:lnTo>
                  <a:lnTo>
                    <a:pt x="204154" y="312549"/>
                  </a:lnTo>
                  <a:lnTo>
                    <a:pt x="209332" y="311286"/>
                  </a:lnTo>
                  <a:lnTo>
                    <a:pt x="214466" y="309860"/>
                  </a:lnTo>
                  <a:lnTo>
                    <a:pt x="219553" y="308271"/>
                  </a:lnTo>
                  <a:lnTo>
                    <a:pt x="224587" y="306520"/>
                  </a:lnTo>
                  <a:lnTo>
                    <a:pt x="229562" y="304610"/>
                  </a:lnTo>
                  <a:lnTo>
                    <a:pt x="234473" y="302542"/>
                  </a:lnTo>
                  <a:lnTo>
                    <a:pt x="239317" y="300318"/>
                  </a:lnTo>
                  <a:lnTo>
                    <a:pt x="244087" y="297942"/>
                  </a:lnTo>
                  <a:lnTo>
                    <a:pt x="248779" y="295414"/>
                  </a:lnTo>
                  <a:lnTo>
                    <a:pt x="253387" y="292739"/>
                  </a:lnTo>
                  <a:lnTo>
                    <a:pt x="257909" y="289917"/>
                  </a:lnTo>
                  <a:lnTo>
                    <a:pt x="262337" y="286953"/>
                  </a:lnTo>
                  <a:lnTo>
                    <a:pt x="266670" y="283850"/>
                  </a:lnTo>
                  <a:lnTo>
                    <a:pt x="270901" y="280609"/>
                  </a:lnTo>
                  <a:lnTo>
                    <a:pt x="275027" y="277236"/>
                  </a:lnTo>
                  <a:lnTo>
                    <a:pt x="279043" y="273733"/>
                  </a:lnTo>
                  <a:lnTo>
                    <a:pt x="167161" y="1495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60546" y="4605529"/>
              <a:ext cx="167166" cy="291374"/>
            </a:xfrm>
            <a:custGeom>
              <a:avLst/>
              <a:pathLst>
                <a:path w="167166" h="291374">
                  <a:moveTo>
                    <a:pt x="111881" y="291374"/>
                  </a:moveTo>
                  <a:lnTo>
                    <a:pt x="115811" y="287718"/>
                  </a:lnTo>
                  <a:lnTo>
                    <a:pt x="119622" y="283938"/>
                  </a:lnTo>
                  <a:lnTo>
                    <a:pt x="123309" y="280037"/>
                  </a:lnTo>
                  <a:lnTo>
                    <a:pt x="126870" y="276020"/>
                  </a:lnTo>
                  <a:lnTo>
                    <a:pt x="130299" y="271890"/>
                  </a:lnTo>
                  <a:lnTo>
                    <a:pt x="133594" y="267653"/>
                  </a:lnTo>
                  <a:lnTo>
                    <a:pt x="136751" y="263312"/>
                  </a:lnTo>
                  <a:lnTo>
                    <a:pt x="139768" y="258872"/>
                  </a:lnTo>
                  <a:lnTo>
                    <a:pt x="142640" y="254337"/>
                  </a:lnTo>
                  <a:lnTo>
                    <a:pt x="145365" y="249713"/>
                  </a:lnTo>
                  <a:lnTo>
                    <a:pt x="147940" y="245003"/>
                  </a:lnTo>
                  <a:lnTo>
                    <a:pt x="150363" y="240213"/>
                  </a:lnTo>
                  <a:lnTo>
                    <a:pt x="152631" y="235348"/>
                  </a:lnTo>
                  <a:lnTo>
                    <a:pt x="154741" y="230412"/>
                  </a:lnTo>
                  <a:lnTo>
                    <a:pt x="156692" y="225412"/>
                  </a:lnTo>
                  <a:lnTo>
                    <a:pt x="158481" y="220351"/>
                  </a:lnTo>
                  <a:lnTo>
                    <a:pt x="160107" y="215235"/>
                  </a:lnTo>
                  <a:lnTo>
                    <a:pt x="161568" y="210070"/>
                  </a:lnTo>
                  <a:lnTo>
                    <a:pt x="162862" y="204861"/>
                  </a:lnTo>
                  <a:lnTo>
                    <a:pt x="163988" y="199612"/>
                  </a:lnTo>
                  <a:lnTo>
                    <a:pt x="164945" y="194331"/>
                  </a:lnTo>
                  <a:lnTo>
                    <a:pt x="165732" y="189021"/>
                  </a:lnTo>
                  <a:lnTo>
                    <a:pt x="166348" y="183689"/>
                  </a:lnTo>
                  <a:lnTo>
                    <a:pt x="166793" y="178339"/>
                  </a:lnTo>
                  <a:lnTo>
                    <a:pt x="167066" y="172979"/>
                  </a:lnTo>
                  <a:lnTo>
                    <a:pt x="167166" y="167612"/>
                  </a:lnTo>
                  <a:lnTo>
                    <a:pt x="167094" y="162245"/>
                  </a:lnTo>
                  <a:lnTo>
                    <a:pt x="166850" y="156882"/>
                  </a:lnTo>
                  <a:lnTo>
                    <a:pt x="166434" y="151531"/>
                  </a:lnTo>
                  <a:lnTo>
                    <a:pt x="165846" y="146195"/>
                  </a:lnTo>
                  <a:lnTo>
                    <a:pt x="165087" y="140881"/>
                  </a:lnTo>
                  <a:lnTo>
                    <a:pt x="164158" y="135595"/>
                  </a:lnTo>
                  <a:lnTo>
                    <a:pt x="163060" y="130341"/>
                  </a:lnTo>
                  <a:lnTo>
                    <a:pt x="161794" y="125124"/>
                  </a:lnTo>
                  <a:lnTo>
                    <a:pt x="160361" y="119951"/>
                  </a:lnTo>
                  <a:lnTo>
                    <a:pt x="158762" y="114827"/>
                  </a:lnTo>
                  <a:lnTo>
                    <a:pt x="157000" y="109757"/>
                  </a:lnTo>
                  <a:lnTo>
                    <a:pt x="155076" y="104746"/>
                  </a:lnTo>
                  <a:lnTo>
                    <a:pt x="152992" y="99799"/>
                  </a:lnTo>
                  <a:lnTo>
                    <a:pt x="150750" y="94922"/>
                  </a:lnTo>
                  <a:lnTo>
                    <a:pt x="148353" y="90119"/>
                  </a:lnTo>
                  <a:lnTo>
                    <a:pt x="145802" y="85396"/>
                  </a:lnTo>
                  <a:lnTo>
                    <a:pt x="143102" y="80757"/>
                  </a:lnTo>
                  <a:lnTo>
                    <a:pt x="140254" y="76207"/>
                  </a:lnTo>
                  <a:lnTo>
                    <a:pt x="137261" y="71751"/>
                  </a:lnTo>
                  <a:lnTo>
                    <a:pt x="134127" y="67393"/>
                  </a:lnTo>
                  <a:lnTo>
                    <a:pt x="130855" y="63139"/>
                  </a:lnTo>
                  <a:lnTo>
                    <a:pt x="127447" y="58991"/>
                  </a:lnTo>
                  <a:lnTo>
                    <a:pt x="123908" y="54955"/>
                  </a:lnTo>
                  <a:lnTo>
                    <a:pt x="120242" y="51035"/>
                  </a:lnTo>
                  <a:lnTo>
                    <a:pt x="116451" y="47234"/>
                  </a:lnTo>
                  <a:lnTo>
                    <a:pt x="112541" y="43557"/>
                  </a:lnTo>
                  <a:lnTo>
                    <a:pt x="108514" y="40008"/>
                  </a:lnTo>
                  <a:lnTo>
                    <a:pt x="104376" y="36589"/>
                  </a:lnTo>
                  <a:lnTo>
                    <a:pt x="100130" y="33305"/>
                  </a:lnTo>
                  <a:lnTo>
                    <a:pt x="95780" y="30160"/>
                  </a:lnTo>
                  <a:lnTo>
                    <a:pt x="91332" y="27155"/>
                  </a:lnTo>
                  <a:lnTo>
                    <a:pt x="86790" y="24295"/>
                  </a:lnTo>
                  <a:lnTo>
                    <a:pt x="82158" y="21582"/>
                  </a:lnTo>
                  <a:lnTo>
                    <a:pt x="77442" y="19019"/>
                  </a:lnTo>
                  <a:lnTo>
                    <a:pt x="72645" y="16609"/>
                  </a:lnTo>
                  <a:lnTo>
                    <a:pt x="67774" y="14355"/>
                  </a:lnTo>
                  <a:lnTo>
                    <a:pt x="62833" y="12258"/>
                  </a:lnTo>
                  <a:lnTo>
                    <a:pt x="57827" y="10320"/>
                  </a:lnTo>
                  <a:lnTo>
                    <a:pt x="52761" y="8544"/>
                  </a:lnTo>
                  <a:lnTo>
                    <a:pt x="47642" y="6932"/>
                  </a:lnTo>
                  <a:lnTo>
                    <a:pt x="42473" y="5485"/>
                  </a:lnTo>
                  <a:lnTo>
                    <a:pt x="37260" y="4205"/>
                  </a:lnTo>
                  <a:lnTo>
                    <a:pt x="32008" y="3093"/>
                  </a:lnTo>
                  <a:lnTo>
                    <a:pt x="26724" y="2150"/>
                  </a:lnTo>
                  <a:lnTo>
                    <a:pt x="21412" y="1377"/>
                  </a:lnTo>
                  <a:lnTo>
                    <a:pt x="16079" y="775"/>
                  </a:lnTo>
                  <a:lnTo>
                    <a:pt x="10728" y="344"/>
                  </a:lnTo>
                  <a:lnTo>
                    <a:pt x="536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2353" y="4172415"/>
              <a:ext cx="93539" cy="167167"/>
            </a:xfrm>
            <a:custGeom>
              <a:avLst/>
              <a:pathLst>
                <a:path w="93539" h="167167">
                  <a:moveTo>
                    <a:pt x="93539" y="0"/>
                  </a:moveTo>
                  <a:lnTo>
                    <a:pt x="87701" y="101"/>
                  </a:lnTo>
                  <a:lnTo>
                    <a:pt x="81870" y="407"/>
                  </a:lnTo>
                  <a:lnTo>
                    <a:pt x="76053" y="917"/>
                  </a:lnTo>
                  <a:lnTo>
                    <a:pt x="70257" y="1629"/>
                  </a:lnTo>
                  <a:lnTo>
                    <a:pt x="64490" y="2543"/>
                  </a:lnTo>
                  <a:lnTo>
                    <a:pt x="58758" y="3658"/>
                  </a:lnTo>
                  <a:lnTo>
                    <a:pt x="53068" y="4972"/>
                  </a:lnTo>
                  <a:lnTo>
                    <a:pt x="47428" y="6485"/>
                  </a:lnTo>
                  <a:lnTo>
                    <a:pt x="41845" y="8193"/>
                  </a:lnTo>
                  <a:lnTo>
                    <a:pt x="36324" y="10096"/>
                  </a:lnTo>
                  <a:lnTo>
                    <a:pt x="30873" y="12190"/>
                  </a:lnTo>
                  <a:lnTo>
                    <a:pt x="25499" y="14473"/>
                  </a:lnTo>
                  <a:lnTo>
                    <a:pt x="20207" y="16942"/>
                  </a:lnTo>
                  <a:lnTo>
                    <a:pt x="15005" y="19595"/>
                  </a:lnTo>
                  <a:lnTo>
                    <a:pt x="9899" y="22428"/>
                  </a:lnTo>
                  <a:lnTo>
                    <a:pt x="4895" y="25438"/>
                  </a:lnTo>
                  <a:lnTo>
                    <a:pt x="0" y="28620"/>
                  </a:lnTo>
                  <a:lnTo>
                    <a:pt x="9353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652353" y="4201036"/>
              <a:ext cx="93539" cy="138546"/>
            </a:xfrm>
            <a:custGeom>
              <a:avLst/>
              <a:pathLst>
                <a:path w="93539" h="138546">
                  <a:moveTo>
                    <a:pt x="0" y="0"/>
                  </a:moveTo>
                  <a:lnTo>
                    <a:pt x="93539" y="138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78729" y="4201036"/>
              <a:ext cx="334326" cy="305707"/>
            </a:xfrm>
            <a:custGeom>
              <a:avLst/>
              <a:pathLst>
                <a:path w="334326" h="305707">
                  <a:moveTo>
                    <a:pt x="73623" y="0"/>
                  </a:moveTo>
                  <a:lnTo>
                    <a:pt x="69274" y="3037"/>
                  </a:lnTo>
                  <a:lnTo>
                    <a:pt x="65024" y="6212"/>
                  </a:lnTo>
                  <a:lnTo>
                    <a:pt x="60876" y="9519"/>
                  </a:lnTo>
                  <a:lnTo>
                    <a:pt x="56836" y="12957"/>
                  </a:lnTo>
                  <a:lnTo>
                    <a:pt x="52906" y="16521"/>
                  </a:lnTo>
                  <a:lnTo>
                    <a:pt x="49092" y="20207"/>
                  </a:lnTo>
                  <a:lnTo>
                    <a:pt x="45396" y="24013"/>
                  </a:lnTo>
                  <a:lnTo>
                    <a:pt x="41823" y="27935"/>
                  </a:lnTo>
                  <a:lnTo>
                    <a:pt x="38377" y="31967"/>
                  </a:lnTo>
                  <a:lnTo>
                    <a:pt x="35060" y="36108"/>
                  </a:lnTo>
                  <a:lnTo>
                    <a:pt x="31876" y="40351"/>
                  </a:lnTo>
                  <a:lnTo>
                    <a:pt x="28828" y="44693"/>
                  </a:lnTo>
                  <a:lnTo>
                    <a:pt x="25920" y="49130"/>
                  </a:lnTo>
                  <a:lnTo>
                    <a:pt x="23154" y="53656"/>
                  </a:lnTo>
                  <a:lnTo>
                    <a:pt x="20533" y="58268"/>
                  </a:lnTo>
                  <a:lnTo>
                    <a:pt x="18059" y="62961"/>
                  </a:lnTo>
                  <a:lnTo>
                    <a:pt x="15736" y="67731"/>
                  </a:lnTo>
                  <a:lnTo>
                    <a:pt x="13565" y="72571"/>
                  </a:lnTo>
                  <a:lnTo>
                    <a:pt x="11549" y="77478"/>
                  </a:lnTo>
                  <a:lnTo>
                    <a:pt x="9690" y="82446"/>
                  </a:lnTo>
                  <a:lnTo>
                    <a:pt x="7989" y="87471"/>
                  </a:lnTo>
                  <a:lnTo>
                    <a:pt x="6449" y="92548"/>
                  </a:lnTo>
                  <a:lnTo>
                    <a:pt x="5070" y="97670"/>
                  </a:lnTo>
                  <a:lnTo>
                    <a:pt x="3855" y="102834"/>
                  </a:lnTo>
                  <a:lnTo>
                    <a:pt x="2804" y="108034"/>
                  </a:lnTo>
                  <a:lnTo>
                    <a:pt x="1918" y="113264"/>
                  </a:lnTo>
                  <a:lnTo>
                    <a:pt x="1199" y="118520"/>
                  </a:lnTo>
                  <a:lnTo>
                    <a:pt x="648" y="123797"/>
                  </a:lnTo>
                  <a:lnTo>
                    <a:pt x="263" y="129088"/>
                  </a:lnTo>
                  <a:lnTo>
                    <a:pt x="47" y="134388"/>
                  </a:lnTo>
                  <a:lnTo>
                    <a:pt x="0" y="139693"/>
                  </a:lnTo>
                  <a:lnTo>
                    <a:pt x="120" y="144996"/>
                  </a:lnTo>
                  <a:lnTo>
                    <a:pt x="409" y="150293"/>
                  </a:lnTo>
                  <a:lnTo>
                    <a:pt x="866" y="155579"/>
                  </a:lnTo>
                  <a:lnTo>
                    <a:pt x="1490" y="160847"/>
                  </a:lnTo>
                  <a:lnTo>
                    <a:pt x="2281" y="166092"/>
                  </a:lnTo>
                  <a:lnTo>
                    <a:pt x="3238" y="171310"/>
                  </a:lnTo>
                  <a:lnTo>
                    <a:pt x="4360" y="176495"/>
                  </a:lnTo>
                  <a:lnTo>
                    <a:pt x="5646" y="181642"/>
                  </a:lnTo>
                  <a:lnTo>
                    <a:pt x="7095" y="186745"/>
                  </a:lnTo>
                  <a:lnTo>
                    <a:pt x="8705" y="191800"/>
                  </a:lnTo>
                  <a:lnTo>
                    <a:pt x="10474" y="196801"/>
                  </a:lnTo>
                  <a:lnTo>
                    <a:pt x="12402" y="201743"/>
                  </a:lnTo>
                  <a:lnTo>
                    <a:pt x="14485" y="206622"/>
                  </a:lnTo>
                  <a:lnTo>
                    <a:pt x="16722" y="211432"/>
                  </a:lnTo>
                  <a:lnTo>
                    <a:pt x="19110" y="216169"/>
                  </a:lnTo>
                  <a:lnTo>
                    <a:pt x="21648" y="220828"/>
                  </a:lnTo>
                  <a:lnTo>
                    <a:pt x="24332" y="225404"/>
                  </a:lnTo>
                  <a:lnTo>
                    <a:pt x="27160" y="229892"/>
                  </a:lnTo>
                  <a:lnTo>
                    <a:pt x="30129" y="234288"/>
                  </a:lnTo>
                  <a:lnTo>
                    <a:pt x="33235" y="238588"/>
                  </a:lnTo>
                  <a:lnTo>
                    <a:pt x="36477" y="242787"/>
                  </a:lnTo>
                  <a:lnTo>
                    <a:pt x="39851" y="246882"/>
                  </a:lnTo>
                  <a:lnTo>
                    <a:pt x="43352" y="250867"/>
                  </a:lnTo>
                  <a:lnTo>
                    <a:pt x="46979" y="254739"/>
                  </a:lnTo>
                  <a:lnTo>
                    <a:pt x="50726" y="258494"/>
                  </a:lnTo>
                  <a:lnTo>
                    <a:pt x="54590" y="262128"/>
                  </a:lnTo>
                  <a:lnTo>
                    <a:pt x="58568" y="265638"/>
                  </a:lnTo>
                  <a:lnTo>
                    <a:pt x="62656" y="269019"/>
                  </a:lnTo>
                  <a:lnTo>
                    <a:pt x="66848" y="272270"/>
                  </a:lnTo>
                  <a:lnTo>
                    <a:pt x="71142" y="275385"/>
                  </a:lnTo>
                  <a:lnTo>
                    <a:pt x="75532" y="278363"/>
                  </a:lnTo>
                  <a:lnTo>
                    <a:pt x="80015" y="281200"/>
                  </a:lnTo>
                  <a:lnTo>
                    <a:pt x="84585" y="283894"/>
                  </a:lnTo>
                  <a:lnTo>
                    <a:pt x="89238" y="286441"/>
                  </a:lnTo>
                  <a:lnTo>
                    <a:pt x="93970" y="288839"/>
                  </a:lnTo>
                  <a:lnTo>
                    <a:pt x="98776" y="291086"/>
                  </a:lnTo>
                  <a:lnTo>
                    <a:pt x="103651" y="293179"/>
                  </a:lnTo>
                  <a:lnTo>
                    <a:pt x="108589" y="295116"/>
                  </a:lnTo>
                  <a:lnTo>
                    <a:pt x="113587" y="296896"/>
                  </a:lnTo>
                  <a:lnTo>
                    <a:pt x="118638" y="298516"/>
                  </a:lnTo>
                  <a:lnTo>
                    <a:pt x="123738" y="299975"/>
                  </a:lnTo>
                  <a:lnTo>
                    <a:pt x="128882" y="301272"/>
                  </a:lnTo>
                  <a:lnTo>
                    <a:pt x="134065" y="302405"/>
                  </a:lnTo>
                  <a:lnTo>
                    <a:pt x="139281" y="303372"/>
                  </a:lnTo>
                  <a:lnTo>
                    <a:pt x="144525" y="304174"/>
                  </a:lnTo>
                  <a:lnTo>
                    <a:pt x="149792" y="304809"/>
                  </a:lnTo>
                  <a:lnTo>
                    <a:pt x="155076" y="305276"/>
                  </a:lnTo>
                  <a:lnTo>
                    <a:pt x="160372" y="305576"/>
                  </a:lnTo>
                  <a:lnTo>
                    <a:pt x="165676" y="305707"/>
                  </a:lnTo>
                  <a:lnTo>
                    <a:pt x="170981" y="305670"/>
                  </a:lnTo>
                  <a:lnTo>
                    <a:pt x="176281" y="305465"/>
                  </a:lnTo>
                  <a:lnTo>
                    <a:pt x="181573" y="305092"/>
                  </a:lnTo>
                  <a:lnTo>
                    <a:pt x="186851" y="304551"/>
                  </a:lnTo>
                  <a:lnTo>
                    <a:pt x="192108" y="303842"/>
                  </a:lnTo>
                  <a:lnTo>
                    <a:pt x="197340" y="302968"/>
                  </a:lnTo>
                  <a:lnTo>
                    <a:pt x="202542" y="301927"/>
                  </a:lnTo>
                  <a:lnTo>
                    <a:pt x="207708" y="300722"/>
                  </a:lnTo>
                  <a:lnTo>
                    <a:pt x="212834" y="299354"/>
                  </a:lnTo>
                  <a:lnTo>
                    <a:pt x="217913" y="297824"/>
                  </a:lnTo>
                  <a:lnTo>
                    <a:pt x="222942" y="296134"/>
                  </a:lnTo>
                  <a:lnTo>
                    <a:pt x="227914" y="294284"/>
                  </a:lnTo>
                  <a:lnTo>
                    <a:pt x="232825" y="292278"/>
                  </a:lnTo>
                  <a:lnTo>
                    <a:pt x="237670" y="290117"/>
                  </a:lnTo>
                  <a:lnTo>
                    <a:pt x="242444" y="287804"/>
                  </a:lnTo>
                  <a:lnTo>
                    <a:pt x="247142" y="285340"/>
                  </a:lnTo>
                  <a:lnTo>
                    <a:pt x="251759" y="282728"/>
                  </a:lnTo>
                  <a:lnTo>
                    <a:pt x="256292" y="279972"/>
                  </a:lnTo>
                  <a:lnTo>
                    <a:pt x="260734" y="277072"/>
                  </a:lnTo>
                  <a:lnTo>
                    <a:pt x="265083" y="274033"/>
                  </a:lnTo>
                  <a:lnTo>
                    <a:pt x="269332" y="270858"/>
                  </a:lnTo>
                  <a:lnTo>
                    <a:pt x="273479" y="267550"/>
                  </a:lnTo>
                  <a:lnTo>
                    <a:pt x="277519" y="264111"/>
                  </a:lnTo>
                  <a:lnTo>
                    <a:pt x="281448" y="260547"/>
                  </a:lnTo>
                  <a:lnTo>
                    <a:pt x="285261" y="256859"/>
                  </a:lnTo>
                  <a:lnTo>
                    <a:pt x="288956" y="253052"/>
                  </a:lnTo>
                  <a:lnTo>
                    <a:pt x="292528" y="249130"/>
                  </a:lnTo>
                  <a:lnTo>
                    <a:pt x="295973" y="245096"/>
                  </a:lnTo>
                  <a:lnTo>
                    <a:pt x="299289" y="240955"/>
                  </a:lnTo>
                  <a:lnTo>
                    <a:pt x="302472" y="236711"/>
                  </a:lnTo>
                  <a:lnTo>
                    <a:pt x="305519" y="232369"/>
                  </a:lnTo>
                  <a:lnTo>
                    <a:pt x="308426" y="227931"/>
                  </a:lnTo>
                  <a:lnTo>
                    <a:pt x="311191" y="223404"/>
                  </a:lnTo>
                  <a:lnTo>
                    <a:pt x="313811" y="218791"/>
                  </a:lnTo>
                  <a:lnTo>
                    <a:pt x="316284" y="214098"/>
                  </a:lnTo>
                  <a:lnTo>
                    <a:pt x="318606" y="209328"/>
                  </a:lnTo>
                  <a:lnTo>
                    <a:pt x="320776" y="204487"/>
                  </a:lnTo>
                  <a:lnTo>
                    <a:pt x="322790" y="199580"/>
                  </a:lnTo>
                  <a:lnTo>
                    <a:pt x="324649" y="194611"/>
                  </a:lnTo>
                  <a:lnTo>
                    <a:pt x="326348" y="189586"/>
                  </a:lnTo>
                  <a:lnTo>
                    <a:pt x="327888" y="184509"/>
                  </a:lnTo>
                  <a:lnTo>
                    <a:pt x="329265" y="179386"/>
                  </a:lnTo>
                  <a:lnTo>
                    <a:pt x="330479" y="174222"/>
                  </a:lnTo>
                  <a:lnTo>
                    <a:pt x="331529" y="169022"/>
                  </a:lnTo>
                  <a:lnTo>
                    <a:pt x="332413" y="163791"/>
                  </a:lnTo>
                  <a:lnTo>
                    <a:pt x="333131" y="158535"/>
                  </a:lnTo>
                  <a:lnTo>
                    <a:pt x="333682" y="153259"/>
                  </a:lnTo>
                  <a:lnTo>
                    <a:pt x="334065" y="147968"/>
                  </a:lnTo>
                  <a:lnTo>
                    <a:pt x="334280" y="142667"/>
                  </a:lnTo>
                  <a:lnTo>
                    <a:pt x="334326" y="137362"/>
                  </a:lnTo>
                  <a:lnTo>
                    <a:pt x="334205" y="132059"/>
                  </a:lnTo>
                  <a:lnTo>
                    <a:pt x="333915" y="126762"/>
                  </a:lnTo>
                  <a:lnTo>
                    <a:pt x="333457" y="121477"/>
                  </a:lnTo>
                  <a:lnTo>
                    <a:pt x="332831" y="116209"/>
                  </a:lnTo>
                  <a:lnTo>
                    <a:pt x="332039" y="110963"/>
                  </a:lnTo>
                  <a:lnTo>
                    <a:pt x="167163" y="138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45892" y="4172415"/>
              <a:ext cx="164876" cy="167167"/>
            </a:xfrm>
            <a:custGeom>
              <a:avLst/>
              <a:pathLst>
                <a:path w="164876" h="167167">
                  <a:moveTo>
                    <a:pt x="164876" y="139584"/>
                  </a:moveTo>
                  <a:lnTo>
                    <a:pt x="163886" y="134212"/>
                  </a:lnTo>
                  <a:lnTo>
                    <a:pt x="162722" y="128876"/>
                  </a:lnTo>
                  <a:lnTo>
                    <a:pt x="161385" y="123580"/>
                  </a:lnTo>
                  <a:lnTo>
                    <a:pt x="159874" y="118331"/>
                  </a:lnTo>
                  <a:lnTo>
                    <a:pt x="158194" y="113134"/>
                  </a:lnTo>
                  <a:lnTo>
                    <a:pt x="156344" y="107995"/>
                  </a:lnTo>
                  <a:lnTo>
                    <a:pt x="154327" y="102918"/>
                  </a:lnTo>
                  <a:lnTo>
                    <a:pt x="152146" y="97911"/>
                  </a:lnTo>
                  <a:lnTo>
                    <a:pt x="149802" y="92977"/>
                  </a:lnTo>
                  <a:lnTo>
                    <a:pt x="147299" y="88123"/>
                  </a:lnTo>
                  <a:lnTo>
                    <a:pt x="144638" y="83353"/>
                  </a:lnTo>
                  <a:lnTo>
                    <a:pt x="141822" y="78673"/>
                  </a:lnTo>
                  <a:lnTo>
                    <a:pt x="138856" y="74087"/>
                  </a:lnTo>
                  <a:lnTo>
                    <a:pt x="135741" y="69600"/>
                  </a:lnTo>
                  <a:lnTo>
                    <a:pt x="132481" y="65217"/>
                  </a:lnTo>
                  <a:lnTo>
                    <a:pt x="129079" y="60944"/>
                  </a:lnTo>
                  <a:lnTo>
                    <a:pt x="125540" y="56783"/>
                  </a:lnTo>
                  <a:lnTo>
                    <a:pt x="121867" y="52741"/>
                  </a:lnTo>
                  <a:lnTo>
                    <a:pt x="118064" y="48821"/>
                  </a:lnTo>
                  <a:lnTo>
                    <a:pt x="114134" y="45027"/>
                  </a:lnTo>
                  <a:lnTo>
                    <a:pt x="110083" y="41363"/>
                  </a:lnTo>
                  <a:lnTo>
                    <a:pt x="105914" y="37834"/>
                  </a:lnTo>
                  <a:lnTo>
                    <a:pt x="101633" y="34443"/>
                  </a:lnTo>
                  <a:lnTo>
                    <a:pt x="97242" y="31194"/>
                  </a:lnTo>
                  <a:lnTo>
                    <a:pt x="92748" y="28089"/>
                  </a:lnTo>
                  <a:lnTo>
                    <a:pt x="88155" y="25133"/>
                  </a:lnTo>
                  <a:lnTo>
                    <a:pt x="83468" y="22329"/>
                  </a:lnTo>
                  <a:lnTo>
                    <a:pt x="78692" y="19680"/>
                  </a:lnTo>
                  <a:lnTo>
                    <a:pt x="73831" y="17188"/>
                  </a:lnTo>
                  <a:lnTo>
                    <a:pt x="68892" y="14856"/>
                  </a:lnTo>
                  <a:lnTo>
                    <a:pt x="63880" y="12686"/>
                  </a:lnTo>
                  <a:lnTo>
                    <a:pt x="58799" y="10682"/>
                  </a:lnTo>
                  <a:lnTo>
                    <a:pt x="53655" y="8844"/>
                  </a:lnTo>
                  <a:lnTo>
                    <a:pt x="48454" y="7176"/>
                  </a:lnTo>
                  <a:lnTo>
                    <a:pt x="43201" y="5678"/>
                  </a:lnTo>
                  <a:lnTo>
                    <a:pt x="37903" y="4353"/>
                  </a:lnTo>
                  <a:lnTo>
                    <a:pt x="32563" y="3202"/>
                  </a:lnTo>
                  <a:lnTo>
                    <a:pt x="27189" y="2226"/>
                  </a:lnTo>
                  <a:lnTo>
                    <a:pt x="21786" y="1425"/>
                  </a:lnTo>
                  <a:lnTo>
                    <a:pt x="16360" y="802"/>
                  </a:lnTo>
                  <a:lnTo>
                    <a:pt x="10916" y="356"/>
                  </a:lnTo>
                  <a:lnTo>
                    <a:pt x="546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63890" y="3685283"/>
              <a:ext cx="159604" cy="167167"/>
            </a:xfrm>
            <a:custGeom>
              <a:avLst/>
              <a:pathLst>
                <a:path w="159604" h="167167">
                  <a:moveTo>
                    <a:pt x="159604" y="0"/>
                  </a:moveTo>
                  <a:lnTo>
                    <a:pt x="154166" y="88"/>
                  </a:lnTo>
                  <a:lnTo>
                    <a:pt x="148734" y="353"/>
                  </a:lnTo>
                  <a:lnTo>
                    <a:pt x="143314" y="795"/>
                  </a:lnTo>
                  <a:lnTo>
                    <a:pt x="137911" y="1413"/>
                  </a:lnTo>
                  <a:lnTo>
                    <a:pt x="132530" y="2206"/>
                  </a:lnTo>
                  <a:lnTo>
                    <a:pt x="127179" y="3174"/>
                  </a:lnTo>
                  <a:lnTo>
                    <a:pt x="121861" y="4316"/>
                  </a:lnTo>
                  <a:lnTo>
                    <a:pt x="116584" y="5630"/>
                  </a:lnTo>
                  <a:lnTo>
                    <a:pt x="111352" y="7115"/>
                  </a:lnTo>
                  <a:lnTo>
                    <a:pt x="106171" y="8769"/>
                  </a:lnTo>
                  <a:lnTo>
                    <a:pt x="101047" y="10591"/>
                  </a:lnTo>
                  <a:lnTo>
                    <a:pt x="95985" y="12579"/>
                  </a:lnTo>
                  <a:lnTo>
                    <a:pt x="90990" y="14730"/>
                  </a:lnTo>
                  <a:lnTo>
                    <a:pt x="86068" y="17043"/>
                  </a:lnTo>
                  <a:lnTo>
                    <a:pt x="81223" y="19514"/>
                  </a:lnTo>
                  <a:lnTo>
                    <a:pt x="76462" y="22142"/>
                  </a:lnTo>
                  <a:lnTo>
                    <a:pt x="71788" y="24923"/>
                  </a:lnTo>
                  <a:lnTo>
                    <a:pt x="67208" y="27855"/>
                  </a:lnTo>
                  <a:lnTo>
                    <a:pt x="62725" y="30934"/>
                  </a:lnTo>
                  <a:lnTo>
                    <a:pt x="58345" y="34158"/>
                  </a:lnTo>
                  <a:lnTo>
                    <a:pt x="54072" y="37522"/>
                  </a:lnTo>
                  <a:lnTo>
                    <a:pt x="49910" y="41023"/>
                  </a:lnTo>
                  <a:lnTo>
                    <a:pt x="45865" y="44658"/>
                  </a:lnTo>
                  <a:lnTo>
                    <a:pt x="41940" y="48423"/>
                  </a:lnTo>
                  <a:lnTo>
                    <a:pt x="38140" y="52313"/>
                  </a:lnTo>
                  <a:lnTo>
                    <a:pt x="34468" y="56325"/>
                  </a:lnTo>
                  <a:lnTo>
                    <a:pt x="30929" y="60454"/>
                  </a:lnTo>
                  <a:lnTo>
                    <a:pt x="27525" y="64697"/>
                  </a:lnTo>
                  <a:lnTo>
                    <a:pt x="24262" y="69047"/>
                  </a:lnTo>
                  <a:lnTo>
                    <a:pt x="21142" y="73502"/>
                  </a:lnTo>
                  <a:lnTo>
                    <a:pt x="18168" y="78055"/>
                  </a:lnTo>
                  <a:lnTo>
                    <a:pt x="15345" y="82703"/>
                  </a:lnTo>
                  <a:lnTo>
                    <a:pt x="12673" y="87440"/>
                  </a:lnTo>
                  <a:lnTo>
                    <a:pt x="10158" y="92262"/>
                  </a:lnTo>
                  <a:lnTo>
                    <a:pt x="7800" y="97163"/>
                  </a:lnTo>
                  <a:lnTo>
                    <a:pt x="5604" y="102138"/>
                  </a:lnTo>
                  <a:lnTo>
                    <a:pt x="3570" y="107182"/>
                  </a:lnTo>
                  <a:lnTo>
                    <a:pt x="1701" y="112289"/>
                  </a:lnTo>
                  <a:lnTo>
                    <a:pt x="0" y="117455"/>
                  </a:lnTo>
                  <a:lnTo>
                    <a:pt x="15960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6346" y="3685418"/>
              <a:ext cx="334308" cy="334199"/>
            </a:xfrm>
            <a:custGeom>
              <a:avLst/>
              <a:pathLst>
                <a:path w="334308" h="334199">
                  <a:moveTo>
                    <a:pt x="7544" y="117320"/>
                  </a:moveTo>
                  <a:lnTo>
                    <a:pt x="6049" y="122401"/>
                  </a:lnTo>
                  <a:lnTo>
                    <a:pt x="4716" y="127527"/>
                  </a:lnTo>
                  <a:lnTo>
                    <a:pt x="3546" y="132692"/>
                  </a:lnTo>
                  <a:lnTo>
                    <a:pt x="2540" y="137891"/>
                  </a:lnTo>
                  <a:lnTo>
                    <a:pt x="1700" y="143120"/>
                  </a:lnTo>
                  <a:lnTo>
                    <a:pt x="1026" y="148373"/>
                  </a:lnTo>
                  <a:lnTo>
                    <a:pt x="518" y="153645"/>
                  </a:lnTo>
                  <a:lnTo>
                    <a:pt x="177" y="158930"/>
                  </a:lnTo>
                  <a:lnTo>
                    <a:pt x="5" y="164223"/>
                  </a:lnTo>
                  <a:lnTo>
                    <a:pt x="0" y="169520"/>
                  </a:lnTo>
                  <a:lnTo>
                    <a:pt x="162" y="174813"/>
                  </a:lnTo>
                  <a:lnTo>
                    <a:pt x="492" y="180099"/>
                  </a:lnTo>
                  <a:lnTo>
                    <a:pt x="990" y="185372"/>
                  </a:lnTo>
                  <a:lnTo>
                    <a:pt x="1654" y="190626"/>
                  </a:lnTo>
                  <a:lnTo>
                    <a:pt x="2485" y="195856"/>
                  </a:lnTo>
                  <a:lnTo>
                    <a:pt x="3481" y="201058"/>
                  </a:lnTo>
                  <a:lnTo>
                    <a:pt x="4640" y="206226"/>
                  </a:lnTo>
                  <a:lnTo>
                    <a:pt x="5964" y="211354"/>
                  </a:lnTo>
                  <a:lnTo>
                    <a:pt x="7448" y="216437"/>
                  </a:lnTo>
                  <a:lnTo>
                    <a:pt x="9094" y="221471"/>
                  </a:lnTo>
                  <a:lnTo>
                    <a:pt x="10897" y="226451"/>
                  </a:lnTo>
                  <a:lnTo>
                    <a:pt x="12858" y="231371"/>
                  </a:lnTo>
                  <a:lnTo>
                    <a:pt x="14974" y="236226"/>
                  </a:lnTo>
                  <a:lnTo>
                    <a:pt x="17242" y="241012"/>
                  </a:lnTo>
                  <a:lnTo>
                    <a:pt x="19661" y="245723"/>
                  </a:lnTo>
                  <a:lnTo>
                    <a:pt x="22227" y="250356"/>
                  </a:lnTo>
                  <a:lnTo>
                    <a:pt x="24939" y="254905"/>
                  </a:lnTo>
                  <a:lnTo>
                    <a:pt x="27794" y="259365"/>
                  </a:lnTo>
                  <a:lnTo>
                    <a:pt x="30789" y="263733"/>
                  </a:lnTo>
                  <a:lnTo>
                    <a:pt x="33921" y="268004"/>
                  </a:lnTo>
                  <a:lnTo>
                    <a:pt x="37186" y="272174"/>
                  </a:lnTo>
                  <a:lnTo>
                    <a:pt x="40582" y="276238"/>
                  </a:lnTo>
                  <a:lnTo>
                    <a:pt x="44105" y="280192"/>
                  </a:lnTo>
                  <a:lnTo>
                    <a:pt x="47751" y="284033"/>
                  </a:lnTo>
                  <a:lnTo>
                    <a:pt x="51518" y="287757"/>
                  </a:lnTo>
                  <a:lnTo>
                    <a:pt x="55400" y="291359"/>
                  </a:lnTo>
                  <a:lnTo>
                    <a:pt x="59394" y="294837"/>
                  </a:lnTo>
                  <a:lnTo>
                    <a:pt x="63497" y="298186"/>
                  </a:lnTo>
                  <a:lnTo>
                    <a:pt x="67703" y="301403"/>
                  </a:lnTo>
                  <a:lnTo>
                    <a:pt x="72010" y="304486"/>
                  </a:lnTo>
                  <a:lnTo>
                    <a:pt x="76412" y="307431"/>
                  </a:lnTo>
                  <a:lnTo>
                    <a:pt x="80905" y="310235"/>
                  </a:lnTo>
                  <a:lnTo>
                    <a:pt x="85484" y="312895"/>
                  </a:lnTo>
                  <a:lnTo>
                    <a:pt x="90146" y="315409"/>
                  </a:lnTo>
                  <a:lnTo>
                    <a:pt x="94885" y="317773"/>
                  </a:lnTo>
                  <a:lnTo>
                    <a:pt x="99696" y="319987"/>
                  </a:lnTo>
                  <a:lnTo>
                    <a:pt x="104575" y="322047"/>
                  </a:lnTo>
                  <a:lnTo>
                    <a:pt x="109517" y="323951"/>
                  </a:lnTo>
                  <a:lnTo>
                    <a:pt x="114517" y="325698"/>
                  </a:lnTo>
                  <a:lnTo>
                    <a:pt x="119569" y="327286"/>
                  </a:lnTo>
                  <a:lnTo>
                    <a:pt x="124669" y="328712"/>
                  </a:lnTo>
                  <a:lnTo>
                    <a:pt x="129812" y="329977"/>
                  </a:lnTo>
                  <a:lnTo>
                    <a:pt x="134993" y="331078"/>
                  </a:lnTo>
                  <a:lnTo>
                    <a:pt x="140205" y="332014"/>
                  </a:lnTo>
                  <a:lnTo>
                    <a:pt x="145445" y="332785"/>
                  </a:lnTo>
                  <a:lnTo>
                    <a:pt x="150707" y="333389"/>
                  </a:lnTo>
                  <a:lnTo>
                    <a:pt x="155985" y="333826"/>
                  </a:lnTo>
                  <a:lnTo>
                    <a:pt x="161274" y="334096"/>
                  </a:lnTo>
                  <a:lnTo>
                    <a:pt x="166569" y="334199"/>
                  </a:lnTo>
                  <a:lnTo>
                    <a:pt x="171865" y="334133"/>
                  </a:lnTo>
                  <a:lnTo>
                    <a:pt x="177156" y="333900"/>
                  </a:lnTo>
                  <a:lnTo>
                    <a:pt x="182436" y="333499"/>
                  </a:lnTo>
                  <a:lnTo>
                    <a:pt x="187702" y="332931"/>
                  </a:lnTo>
                  <a:lnTo>
                    <a:pt x="192947" y="332197"/>
                  </a:lnTo>
                  <a:lnTo>
                    <a:pt x="198166" y="331297"/>
                  </a:lnTo>
                  <a:lnTo>
                    <a:pt x="203354" y="330232"/>
                  </a:lnTo>
                  <a:lnTo>
                    <a:pt x="208505" y="329003"/>
                  </a:lnTo>
                  <a:lnTo>
                    <a:pt x="213615" y="327612"/>
                  </a:lnTo>
                  <a:lnTo>
                    <a:pt x="218679" y="326059"/>
                  </a:lnTo>
                  <a:lnTo>
                    <a:pt x="223691" y="324347"/>
                  </a:lnTo>
                  <a:lnTo>
                    <a:pt x="228646" y="322477"/>
                  </a:lnTo>
                  <a:lnTo>
                    <a:pt x="233539" y="320451"/>
                  </a:lnTo>
                  <a:lnTo>
                    <a:pt x="238365" y="318271"/>
                  </a:lnTo>
                  <a:lnTo>
                    <a:pt x="243120" y="315939"/>
                  </a:lnTo>
                  <a:lnTo>
                    <a:pt x="247799" y="313458"/>
                  </a:lnTo>
                  <a:lnTo>
                    <a:pt x="252397" y="310829"/>
                  </a:lnTo>
                  <a:lnTo>
                    <a:pt x="256909" y="308057"/>
                  </a:lnTo>
                  <a:lnTo>
                    <a:pt x="261332" y="305142"/>
                  </a:lnTo>
                  <a:lnTo>
                    <a:pt x="265659" y="302090"/>
                  </a:lnTo>
                  <a:lnTo>
                    <a:pt x="269888" y="298901"/>
                  </a:lnTo>
                  <a:lnTo>
                    <a:pt x="274014" y="295581"/>
                  </a:lnTo>
                  <a:lnTo>
                    <a:pt x="278032" y="292131"/>
                  </a:lnTo>
                  <a:lnTo>
                    <a:pt x="281940" y="288556"/>
                  </a:lnTo>
                  <a:lnTo>
                    <a:pt x="285731" y="284858"/>
                  </a:lnTo>
                  <a:lnTo>
                    <a:pt x="289404" y="281043"/>
                  </a:lnTo>
                  <a:lnTo>
                    <a:pt x="292955" y="277113"/>
                  </a:lnTo>
                  <a:lnTo>
                    <a:pt x="296378" y="273072"/>
                  </a:lnTo>
                  <a:lnTo>
                    <a:pt x="299673" y="268926"/>
                  </a:lnTo>
                  <a:lnTo>
                    <a:pt x="302834" y="264676"/>
                  </a:lnTo>
                  <a:lnTo>
                    <a:pt x="305859" y="260329"/>
                  </a:lnTo>
                  <a:lnTo>
                    <a:pt x="308745" y="255888"/>
                  </a:lnTo>
                  <a:lnTo>
                    <a:pt x="311488" y="251358"/>
                  </a:lnTo>
                  <a:lnTo>
                    <a:pt x="314087" y="246744"/>
                  </a:lnTo>
                  <a:lnTo>
                    <a:pt x="316539" y="242049"/>
                  </a:lnTo>
                  <a:lnTo>
                    <a:pt x="318840" y="237279"/>
                  </a:lnTo>
                  <a:lnTo>
                    <a:pt x="320989" y="232439"/>
                  </a:lnTo>
                  <a:lnTo>
                    <a:pt x="322984" y="227533"/>
                  </a:lnTo>
                  <a:lnTo>
                    <a:pt x="324822" y="222566"/>
                  </a:lnTo>
                  <a:lnTo>
                    <a:pt x="326502" y="217543"/>
                  </a:lnTo>
                  <a:lnTo>
                    <a:pt x="328022" y="212470"/>
                  </a:lnTo>
                  <a:lnTo>
                    <a:pt x="329381" y="207351"/>
                  </a:lnTo>
                  <a:lnTo>
                    <a:pt x="330577" y="202192"/>
                  </a:lnTo>
                  <a:lnTo>
                    <a:pt x="331608" y="196997"/>
                  </a:lnTo>
                  <a:lnTo>
                    <a:pt x="332475" y="191773"/>
                  </a:lnTo>
                  <a:lnTo>
                    <a:pt x="333176" y="186523"/>
                  </a:lnTo>
                  <a:lnTo>
                    <a:pt x="333710" y="181254"/>
                  </a:lnTo>
                  <a:lnTo>
                    <a:pt x="334077" y="175971"/>
                  </a:lnTo>
                  <a:lnTo>
                    <a:pt x="334276" y="170678"/>
                  </a:lnTo>
                  <a:lnTo>
                    <a:pt x="334308" y="165382"/>
                  </a:lnTo>
                  <a:lnTo>
                    <a:pt x="334172" y="160088"/>
                  </a:lnTo>
                  <a:lnTo>
                    <a:pt x="333868" y="154801"/>
                  </a:lnTo>
                  <a:lnTo>
                    <a:pt x="333397" y="149526"/>
                  </a:lnTo>
                  <a:lnTo>
                    <a:pt x="332759" y="144268"/>
                  </a:lnTo>
                  <a:lnTo>
                    <a:pt x="331954" y="139033"/>
                  </a:lnTo>
                  <a:lnTo>
                    <a:pt x="330985" y="133827"/>
                  </a:lnTo>
                  <a:lnTo>
                    <a:pt x="329851" y="128654"/>
                  </a:lnTo>
                  <a:lnTo>
                    <a:pt x="328553" y="123519"/>
                  </a:lnTo>
                  <a:lnTo>
                    <a:pt x="327094" y="118428"/>
                  </a:lnTo>
                  <a:lnTo>
                    <a:pt x="325474" y="113386"/>
                  </a:lnTo>
                  <a:lnTo>
                    <a:pt x="323695" y="108397"/>
                  </a:lnTo>
                  <a:lnTo>
                    <a:pt x="321759" y="103468"/>
                  </a:lnTo>
                  <a:lnTo>
                    <a:pt x="319668" y="98602"/>
                  </a:lnTo>
                  <a:lnTo>
                    <a:pt x="317424" y="93805"/>
                  </a:lnTo>
                  <a:lnTo>
                    <a:pt x="315029" y="89081"/>
                  </a:lnTo>
                  <a:lnTo>
                    <a:pt x="312485" y="84436"/>
                  </a:lnTo>
                  <a:lnTo>
                    <a:pt x="309796" y="79873"/>
                  </a:lnTo>
                  <a:lnTo>
                    <a:pt x="306963" y="75399"/>
                  </a:lnTo>
                  <a:lnTo>
                    <a:pt x="303991" y="71016"/>
                  </a:lnTo>
                  <a:lnTo>
                    <a:pt x="300880" y="66729"/>
                  </a:lnTo>
                  <a:lnTo>
                    <a:pt x="297636" y="62543"/>
                  </a:lnTo>
                  <a:lnTo>
                    <a:pt x="294260" y="58462"/>
                  </a:lnTo>
                  <a:lnTo>
                    <a:pt x="290757" y="54490"/>
                  </a:lnTo>
                  <a:lnTo>
                    <a:pt x="287130" y="50631"/>
                  </a:lnTo>
                  <a:lnTo>
                    <a:pt x="283383" y="46888"/>
                  </a:lnTo>
                  <a:lnTo>
                    <a:pt x="279519" y="43267"/>
                  </a:lnTo>
                  <a:lnTo>
                    <a:pt x="275542" y="39769"/>
                  </a:lnTo>
                  <a:lnTo>
                    <a:pt x="271456" y="36400"/>
                  </a:lnTo>
                  <a:lnTo>
                    <a:pt x="267266" y="33161"/>
                  </a:lnTo>
                  <a:lnTo>
                    <a:pt x="262975" y="30057"/>
                  </a:lnTo>
                  <a:lnTo>
                    <a:pt x="258588" y="27090"/>
                  </a:lnTo>
                  <a:lnTo>
                    <a:pt x="254109" y="24264"/>
                  </a:lnTo>
                  <a:lnTo>
                    <a:pt x="249542" y="21581"/>
                  </a:lnTo>
                  <a:lnTo>
                    <a:pt x="244894" y="19043"/>
                  </a:lnTo>
                  <a:lnTo>
                    <a:pt x="240167" y="16655"/>
                  </a:lnTo>
                  <a:lnTo>
                    <a:pt x="235366" y="14417"/>
                  </a:lnTo>
                  <a:lnTo>
                    <a:pt x="230498" y="12333"/>
                  </a:lnTo>
                  <a:lnTo>
                    <a:pt x="225566" y="10404"/>
                  </a:lnTo>
                  <a:lnTo>
                    <a:pt x="220575" y="8632"/>
                  </a:lnTo>
                  <a:lnTo>
                    <a:pt x="215530" y="7019"/>
                  </a:lnTo>
                  <a:lnTo>
                    <a:pt x="210437" y="5567"/>
                  </a:lnTo>
                  <a:lnTo>
                    <a:pt x="205301" y="4277"/>
                  </a:lnTo>
                  <a:lnTo>
                    <a:pt x="200126" y="3150"/>
                  </a:lnTo>
                  <a:lnTo>
                    <a:pt x="194918" y="2187"/>
                  </a:lnTo>
                  <a:lnTo>
                    <a:pt x="189682" y="1390"/>
                  </a:lnTo>
                  <a:lnTo>
                    <a:pt x="184424" y="760"/>
                  </a:lnTo>
                  <a:lnTo>
                    <a:pt x="179148" y="296"/>
                  </a:lnTo>
                  <a:lnTo>
                    <a:pt x="173860" y="0"/>
                  </a:lnTo>
                  <a:lnTo>
                    <a:pt x="167148" y="167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6711" cy="167167"/>
            </a:xfrm>
            <a:custGeom>
              <a:avLst/>
              <a:pathLst>
                <a:path w="6711" h="167167">
                  <a:moveTo>
                    <a:pt x="6711" y="13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2025-06-26T12:13:36Z</dcterms:modified>
  <cp:category/>
</cp:coreProperties>
</file>