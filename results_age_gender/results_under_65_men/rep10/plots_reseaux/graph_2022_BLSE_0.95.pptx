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16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878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78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18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23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82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9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28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75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36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65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49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73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56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7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39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65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65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28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82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36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6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28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9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16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58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39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878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78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73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16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18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23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39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65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49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16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3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16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73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56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39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67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16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3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0146" y="3170392"/>
              <a:ext cx="63632" cy="167167"/>
            </a:xfrm>
            <a:custGeom>
              <a:avLst/>
              <a:pathLst>
                <a:path w="63632" h="167167">
                  <a:moveTo>
                    <a:pt x="63632" y="0"/>
                  </a:moveTo>
                  <a:lnTo>
                    <a:pt x="57699" y="105"/>
                  </a:lnTo>
                  <a:lnTo>
                    <a:pt x="51773" y="421"/>
                  </a:lnTo>
                  <a:lnTo>
                    <a:pt x="45862" y="947"/>
                  </a:lnTo>
                  <a:lnTo>
                    <a:pt x="39974" y="1682"/>
                  </a:lnTo>
                  <a:lnTo>
                    <a:pt x="34115" y="2626"/>
                  </a:lnTo>
                  <a:lnTo>
                    <a:pt x="28294" y="3777"/>
                  </a:lnTo>
                  <a:lnTo>
                    <a:pt x="22517" y="5134"/>
                  </a:lnTo>
                  <a:lnTo>
                    <a:pt x="16792" y="6696"/>
                  </a:lnTo>
                  <a:lnTo>
                    <a:pt x="11126" y="8459"/>
                  </a:lnTo>
                  <a:lnTo>
                    <a:pt x="5526" y="10423"/>
                  </a:lnTo>
                  <a:lnTo>
                    <a:pt x="0" y="12584"/>
                  </a:lnTo>
                  <a:lnTo>
                    <a:pt x="6363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0146" y="3182977"/>
              <a:ext cx="63632" cy="154582"/>
            </a:xfrm>
            <a:custGeom>
              <a:avLst/>
              <a:pathLst>
                <a:path w="63632" h="154582">
                  <a:moveTo>
                    <a:pt x="0" y="0"/>
                  </a:moveTo>
                  <a:lnTo>
                    <a:pt x="63632" y="1545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816614" y="3170429"/>
              <a:ext cx="334329" cy="334289"/>
            </a:xfrm>
            <a:custGeom>
              <a:avLst/>
              <a:pathLst>
                <a:path w="334329" h="334289">
                  <a:moveTo>
                    <a:pt x="103531" y="12547"/>
                  </a:moveTo>
                  <a:lnTo>
                    <a:pt x="98658" y="14644"/>
                  </a:lnTo>
                  <a:lnTo>
                    <a:pt x="93854" y="16895"/>
                  </a:lnTo>
                  <a:lnTo>
                    <a:pt x="89123" y="19297"/>
                  </a:lnTo>
                  <a:lnTo>
                    <a:pt x="84471" y="21848"/>
                  </a:lnTo>
                  <a:lnTo>
                    <a:pt x="79903" y="24545"/>
                  </a:lnTo>
                  <a:lnTo>
                    <a:pt x="75422" y="27386"/>
                  </a:lnTo>
                  <a:lnTo>
                    <a:pt x="71034" y="30367"/>
                  </a:lnTo>
                  <a:lnTo>
                    <a:pt x="66742" y="33487"/>
                  </a:lnTo>
                  <a:lnTo>
                    <a:pt x="62552" y="36741"/>
                  </a:lnTo>
                  <a:lnTo>
                    <a:pt x="58467" y="40126"/>
                  </a:lnTo>
                  <a:lnTo>
                    <a:pt x="54492" y="43639"/>
                  </a:lnTo>
                  <a:lnTo>
                    <a:pt x="50630" y="47277"/>
                  </a:lnTo>
                  <a:lnTo>
                    <a:pt x="46885" y="51035"/>
                  </a:lnTo>
                  <a:lnTo>
                    <a:pt x="43262" y="54910"/>
                  </a:lnTo>
                  <a:lnTo>
                    <a:pt x="39763" y="58899"/>
                  </a:lnTo>
                  <a:lnTo>
                    <a:pt x="36393" y="62996"/>
                  </a:lnTo>
                  <a:lnTo>
                    <a:pt x="33154" y="67198"/>
                  </a:lnTo>
                  <a:lnTo>
                    <a:pt x="30051" y="71501"/>
                  </a:lnTo>
                  <a:lnTo>
                    <a:pt x="27085" y="75900"/>
                  </a:lnTo>
                  <a:lnTo>
                    <a:pt x="24261" y="80391"/>
                  </a:lnTo>
                  <a:lnTo>
                    <a:pt x="21580" y="84970"/>
                  </a:lnTo>
                  <a:lnTo>
                    <a:pt x="19046" y="89631"/>
                  </a:lnTo>
                  <a:lnTo>
                    <a:pt x="16662" y="94370"/>
                  </a:lnTo>
                  <a:lnTo>
                    <a:pt x="14428" y="99183"/>
                  </a:lnTo>
                  <a:lnTo>
                    <a:pt x="12349" y="104064"/>
                  </a:lnTo>
                  <a:lnTo>
                    <a:pt x="10426" y="109008"/>
                  </a:lnTo>
                  <a:lnTo>
                    <a:pt x="8660" y="114011"/>
                  </a:lnTo>
                  <a:lnTo>
                    <a:pt x="7055" y="119068"/>
                  </a:lnTo>
                  <a:lnTo>
                    <a:pt x="5610" y="124173"/>
                  </a:lnTo>
                  <a:lnTo>
                    <a:pt x="4328" y="129321"/>
                  </a:lnTo>
                  <a:lnTo>
                    <a:pt x="3211" y="134507"/>
                  </a:lnTo>
                  <a:lnTo>
                    <a:pt x="2258" y="139726"/>
                  </a:lnTo>
                  <a:lnTo>
                    <a:pt x="1471" y="144973"/>
                  </a:lnTo>
                  <a:lnTo>
                    <a:pt x="852" y="150242"/>
                  </a:lnTo>
                  <a:lnTo>
                    <a:pt x="400" y="155528"/>
                  </a:lnTo>
                  <a:lnTo>
                    <a:pt x="115" y="160826"/>
                  </a:lnTo>
                  <a:lnTo>
                    <a:pt x="0" y="166130"/>
                  </a:lnTo>
                  <a:lnTo>
                    <a:pt x="52" y="171435"/>
                  </a:lnTo>
                  <a:lnTo>
                    <a:pt x="273" y="176736"/>
                  </a:lnTo>
                  <a:lnTo>
                    <a:pt x="662" y="182027"/>
                  </a:lnTo>
                  <a:lnTo>
                    <a:pt x="1218" y="187303"/>
                  </a:lnTo>
                  <a:lnTo>
                    <a:pt x="1942" y="192559"/>
                  </a:lnTo>
                  <a:lnTo>
                    <a:pt x="2832" y="197789"/>
                  </a:lnTo>
                  <a:lnTo>
                    <a:pt x="3888" y="202988"/>
                  </a:lnTo>
                  <a:lnTo>
                    <a:pt x="5108" y="208151"/>
                  </a:lnTo>
                  <a:lnTo>
                    <a:pt x="6491" y="213273"/>
                  </a:lnTo>
                  <a:lnTo>
                    <a:pt x="8036" y="218349"/>
                  </a:lnTo>
                  <a:lnTo>
                    <a:pt x="9742" y="223372"/>
                  </a:lnTo>
                  <a:lnTo>
                    <a:pt x="11606" y="228340"/>
                  </a:lnTo>
                  <a:lnTo>
                    <a:pt x="13627" y="233245"/>
                  </a:lnTo>
                  <a:lnTo>
                    <a:pt x="15802" y="238084"/>
                  </a:lnTo>
                  <a:lnTo>
                    <a:pt x="18130" y="242851"/>
                  </a:lnTo>
                  <a:lnTo>
                    <a:pt x="20608" y="247543"/>
                  </a:lnTo>
                  <a:lnTo>
                    <a:pt x="23233" y="252153"/>
                  </a:lnTo>
                  <a:lnTo>
                    <a:pt x="26004" y="256677"/>
                  </a:lnTo>
                  <a:lnTo>
                    <a:pt x="28917" y="261112"/>
                  </a:lnTo>
                  <a:lnTo>
                    <a:pt x="31968" y="265451"/>
                  </a:lnTo>
                  <a:lnTo>
                    <a:pt x="35157" y="269692"/>
                  </a:lnTo>
                  <a:lnTo>
                    <a:pt x="38478" y="273829"/>
                  </a:lnTo>
                  <a:lnTo>
                    <a:pt x="41928" y="277859"/>
                  </a:lnTo>
                  <a:lnTo>
                    <a:pt x="45505" y="281777"/>
                  </a:lnTo>
                  <a:lnTo>
                    <a:pt x="49205" y="285580"/>
                  </a:lnTo>
                  <a:lnTo>
                    <a:pt x="53023" y="289264"/>
                  </a:lnTo>
                  <a:lnTo>
                    <a:pt x="56956" y="292824"/>
                  </a:lnTo>
                  <a:lnTo>
                    <a:pt x="61000" y="296258"/>
                  </a:lnTo>
                  <a:lnTo>
                    <a:pt x="65151" y="299562"/>
                  </a:lnTo>
                  <a:lnTo>
                    <a:pt x="69405" y="302733"/>
                  </a:lnTo>
                  <a:lnTo>
                    <a:pt x="73757" y="305766"/>
                  </a:lnTo>
                  <a:lnTo>
                    <a:pt x="78204" y="308661"/>
                  </a:lnTo>
                  <a:lnTo>
                    <a:pt x="82740" y="311412"/>
                  </a:lnTo>
                  <a:lnTo>
                    <a:pt x="87361" y="314019"/>
                  </a:lnTo>
                  <a:lnTo>
                    <a:pt x="92062" y="316477"/>
                  </a:lnTo>
                  <a:lnTo>
                    <a:pt x="96839" y="318785"/>
                  </a:lnTo>
                  <a:lnTo>
                    <a:pt x="101687" y="320940"/>
                  </a:lnTo>
                  <a:lnTo>
                    <a:pt x="106601" y="322941"/>
                  </a:lnTo>
                  <a:lnTo>
                    <a:pt x="111576" y="324784"/>
                  </a:lnTo>
                  <a:lnTo>
                    <a:pt x="116607" y="326469"/>
                  </a:lnTo>
                  <a:lnTo>
                    <a:pt x="121688" y="327993"/>
                  </a:lnTo>
                  <a:lnTo>
                    <a:pt x="126816" y="329355"/>
                  </a:lnTo>
                  <a:lnTo>
                    <a:pt x="131984" y="330553"/>
                  </a:lnTo>
                  <a:lnTo>
                    <a:pt x="137188" y="331588"/>
                  </a:lnTo>
                  <a:lnTo>
                    <a:pt x="142422" y="332456"/>
                  </a:lnTo>
                  <a:lnTo>
                    <a:pt x="147680" y="333158"/>
                  </a:lnTo>
                  <a:lnTo>
                    <a:pt x="152959" y="333692"/>
                  </a:lnTo>
                  <a:lnTo>
                    <a:pt x="158251" y="334059"/>
                  </a:lnTo>
                  <a:lnTo>
                    <a:pt x="163553" y="334258"/>
                  </a:lnTo>
                  <a:lnTo>
                    <a:pt x="168858" y="334289"/>
                  </a:lnTo>
                  <a:lnTo>
                    <a:pt x="174162" y="334151"/>
                  </a:lnTo>
                  <a:lnTo>
                    <a:pt x="179458" y="333844"/>
                  </a:lnTo>
                  <a:lnTo>
                    <a:pt x="184743" y="333370"/>
                  </a:lnTo>
                  <a:lnTo>
                    <a:pt x="190009" y="332729"/>
                  </a:lnTo>
                  <a:lnTo>
                    <a:pt x="195252" y="331920"/>
                  </a:lnTo>
                  <a:lnTo>
                    <a:pt x="200468" y="330946"/>
                  </a:lnTo>
                  <a:lnTo>
                    <a:pt x="205649" y="329807"/>
                  </a:lnTo>
                  <a:lnTo>
                    <a:pt x="210792" y="328504"/>
                  </a:lnTo>
                  <a:lnTo>
                    <a:pt x="215891" y="327038"/>
                  </a:lnTo>
                  <a:lnTo>
                    <a:pt x="220941" y="325411"/>
                  </a:lnTo>
                  <a:lnTo>
                    <a:pt x="225936" y="323625"/>
                  </a:lnTo>
                  <a:lnTo>
                    <a:pt x="230873" y="321681"/>
                  </a:lnTo>
                  <a:lnTo>
                    <a:pt x="235745" y="319582"/>
                  </a:lnTo>
                  <a:lnTo>
                    <a:pt x="240548" y="317329"/>
                  </a:lnTo>
                  <a:lnTo>
                    <a:pt x="245278" y="314924"/>
                  </a:lnTo>
                  <a:lnTo>
                    <a:pt x="249928" y="312371"/>
                  </a:lnTo>
                  <a:lnTo>
                    <a:pt x="254495" y="309671"/>
                  </a:lnTo>
                  <a:lnTo>
                    <a:pt x="258975" y="306828"/>
                  </a:lnTo>
                  <a:lnTo>
                    <a:pt x="263362" y="303845"/>
                  </a:lnTo>
                  <a:lnTo>
                    <a:pt x="267652" y="300723"/>
                  </a:lnTo>
                  <a:lnTo>
                    <a:pt x="271840" y="297467"/>
                  </a:lnTo>
                  <a:lnTo>
                    <a:pt x="275923" y="294080"/>
                  </a:lnTo>
                  <a:lnTo>
                    <a:pt x="279897" y="290565"/>
                  </a:lnTo>
                  <a:lnTo>
                    <a:pt x="283757" y="286925"/>
                  </a:lnTo>
                  <a:lnTo>
                    <a:pt x="287500" y="283165"/>
                  </a:lnTo>
                  <a:lnTo>
                    <a:pt x="291122" y="279288"/>
                  </a:lnTo>
                  <a:lnTo>
                    <a:pt x="294618" y="275298"/>
                  </a:lnTo>
                  <a:lnTo>
                    <a:pt x="297987" y="271199"/>
                  </a:lnTo>
                  <a:lnTo>
                    <a:pt x="301223" y="266995"/>
                  </a:lnTo>
                  <a:lnTo>
                    <a:pt x="304325" y="262691"/>
                  </a:lnTo>
                  <a:lnTo>
                    <a:pt x="307288" y="258290"/>
                  </a:lnTo>
                  <a:lnTo>
                    <a:pt x="310110" y="253798"/>
                  </a:lnTo>
                  <a:lnTo>
                    <a:pt x="312788" y="249218"/>
                  </a:lnTo>
                  <a:lnTo>
                    <a:pt x="315320" y="244555"/>
                  </a:lnTo>
                  <a:lnTo>
                    <a:pt x="317702" y="239815"/>
                  </a:lnTo>
                  <a:lnTo>
                    <a:pt x="319933" y="235001"/>
                  </a:lnTo>
                  <a:lnTo>
                    <a:pt x="322010" y="230119"/>
                  </a:lnTo>
                  <a:lnTo>
                    <a:pt x="323931" y="225174"/>
                  </a:lnTo>
                  <a:lnTo>
                    <a:pt x="325694" y="220170"/>
                  </a:lnTo>
                  <a:lnTo>
                    <a:pt x="327297" y="215113"/>
                  </a:lnTo>
                  <a:lnTo>
                    <a:pt x="328739" y="210007"/>
                  </a:lnTo>
                  <a:lnTo>
                    <a:pt x="330018" y="204858"/>
                  </a:lnTo>
                  <a:lnTo>
                    <a:pt x="331133" y="199671"/>
                  </a:lnTo>
                  <a:lnTo>
                    <a:pt x="332084" y="194452"/>
                  </a:lnTo>
                  <a:lnTo>
                    <a:pt x="332867" y="189205"/>
                  </a:lnTo>
                  <a:lnTo>
                    <a:pt x="333485" y="183935"/>
                  </a:lnTo>
                  <a:lnTo>
                    <a:pt x="333934" y="178649"/>
                  </a:lnTo>
                  <a:lnTo>
                    <a:pt x="334216" y="173351"/>
                  </a:lnTo>
                  <a:lnTo>
                    <a:pt x="334329" y="168047"/>
                  </a:lnTo>
                  <a:lnTo>
                    <a:pt x="334274" y="162742"/>
                  </a:lnTo>
                  <a:lnTo>
                    <a:pt x="334050" y="157441"/>
                  </a:lnTo>
                  <a:lnTo>
                    <a:pt x="333659" y="152150"/>
                  </a:lnTo>
                  <a:lnTo>
                    <a:pt x="333100" y="146874"/>
                  </a:lnTo>
                  <a:lnTo>
                    <a:pt x="332373" y="141619"/>
                  </a:lnTo>
                  <a:lnTo>
                    <a:pt x="331481" y="136389"/>
                  </a:lnTo>
                  <a:lnTo>
                    <a:pt x="330422" y="131190"/>
                  </a:lnTo>
                  <a:lnTo>
                    <a:pt x="329200" y="126028"/>
                  </a:lnTo>
                  <a:lnTo>
                    <a:pt x="327814" y="120907"/>
                  </a:lnTo>
                  <a:lnTo>
                    <a:pt x="326266" y="115832"/>
                  </a:lnTo>
                  <a:lnTo>
                    <a:pt x="324558" y="110809"/>
                  </a:lnTo>
                  <a:lnTo>
                    <a:pt x="322692" y="105843"/>
                  </a:lnTo>
                  <a:lnTo>
                    <a:pt x="320669" y="100938"/>
                  </a:lnTo>
                  <a:lnTo>
                    <a:pt x="318491" y="96101"/>
                  </a:lnTo>
                  <a:lnTo>
                    <a:pt x="316161" y="91334"/>
                  </a:lnTo>
                  <a:lnTo>
                    <a:pt x="313680" y="86644"/>
                  </a:lnTo>
                  <a:lnTo>
                    <a:pt x="311053" y="82036"/>
                  </a:lnTo>
                  <a:lnTo>
                    <a:pt x="308280" y="77512"/>
                  </a:lnTo>
                  <a:lnTo>
                    <a:pt x="305365" y="73079"/>
                  </a:lnTo>
                  <a:lnTo>
                    <a:pt x="302311" y="68741"/>
                  </a:lnTo>
                  <a:lnTo>
                    <a:pt x="299121" y="64502"/>
                  </a:lnTo>
                  <a:lnTo>
                    <a:pt x="295797" y="60367"/>
                  </a:lnTo>
                  <a:lnTo>
                    <a:pt x="292345" y="56338"/>
                  </a:lnTo>
                  <a:lnTo>
                    <a:pt x="288766" y="52422"/>
                  </a:lnTo>
                  <a:lnTo>
                    <a:pt x="285065" y="48621"/>
                  </a:lnTo>
                  <a:lnTo>
                    <a:pt x="281245" y="44939"/>
                  </a:lnTo>
                  <a:lnTo>
                    <a:pt x="277310" y="41381"/>
                  </a:lnTo>
                  <a:lnTo>
                    <a:pt x="273264" y="37949"/>
                  </a:lnTo>
                  <a:lnTo>
                    <a:pt x="269111" y="34647"/>
                  </a:lnTo>
                  <a:lnTo>
                    <a:pt x="264856" y="31479"/>
                  </a:lnTo>
                  <a:lnTo>
                    <a:pt x="260502" y="28447"/>
                  </a:lnTo>
                  <a:lnTo>
                    <a:pt x="256054" y="25555"/>
                  </a:lnTo>
                  <a:lnTo>
                    <a:pt x="251517" y="22805"/>
                  </a:lnTo>
                  <a:lnTo>
                    <a:pt x="246895" y="20201"/>
                  </a:lnTo>
                  <a:lnTo>
                    <a:pt x="242192" y="17745"/>
                  </a:lnTo>
                  <a:lnTo>
                    <a:pt x="237414" y="15439"/>
                  </a:lnTo>
                  <a:lnTo>
                    <a:pt x="232565" y="13287"/>
                  </a:lnTo>
                  <a:lnTo>
                    <a:pt x="227650" y="11289"/>
                  </a:lnTo>
                  <a:lnTo>
                    <a:pt x="222674" y="9448"/>
                  </a:lnTo>
                  <a:lnTo>
                    <a:pt x="217643" y="7766"/>
                  </a:lnTo>
                  <a:lnTo>
                    <a:pt x="212560" y="6244"/>
                  </a:lnTo>
                  <a:lnTo>
                    <a:pt x="207432" y="4885"/>
                  </a:lnTo>
                  <a:lnTo>
                    <a:pt x="202263" y="3689"/>
                  </a:lnTo>
                  <a:lnTo>
                    <a:pt x="197059" y="2657"/>
                  </a:lnTo>
                  <a:lnTo>
                    <a:pt x="191825" y="1791"/>
                  </a:lnTo>
                  <a:lnTo>
                    <a:pt x="186566" y="1092"/>
                  </a:lnTo>
                  <a:lnTo>
                    <a:pt x="181287" y="560"/>
                  </a:lnTo>
                  <a:lnTo>
                    <a:pt x="175994" y="196"/>
                  </a:lnTo>
                  <a:lnTo>
                    <a:pt x="170692" y="0"/>
                  </a:lnTo>
                  <a:lnTo>
                    <a:pt x="167164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83779" y="3170392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1851" y="2633064"/>
              <a:ext cx="167160" cy="195552"/>
            </a:xfrm>
            <a:custGeom>
              <a:avLst/>
              <a:pathLst>
                <a:path w="167160" h="195552">
                  <a:moveTo>
                    <a:pt x="167160" y="0"/>
                  </a:moveTo>
                  <a:lnTo>
                    <a:pt x="161770" y="86"/>
                  </a:lnTo>
                  <a:lnTo>
                    <a:pt x="156385" y="347"/>
                  </a:lnTo>
                  <a:lnTo>
                    <a:pt x="151012" y="781"/>
                  </a:lnTo>
                  <a:lnTo>
                    <a:pt x="145656" y="1388"/>
                  </a:lnTo>
                  <a:lnTo>
                    <a:pt x="140322" y="2168"/>
                  </a:lnTo>
                  <a:lnTo>
                    <a:pt x="135016" y="3119"/>
                  </a:lnTo>
                  <a:lnTo>
                    <a:pt x="129743" y="4241"/>
                  </a:lnTo>
                  <a:lnTo>
                    <a:pt x="124509" y="5532"/>
                  </a:lnTo>
                  <a:lnTo>
                    <a:pt x="119320" y="6991"/>
                  </a:lnTo>
                  <a:lnTo>
                    <a:pt x="114180" y="8617"/>
                  </a:lnTo>
                  <a:lnTo>
                    <a:pt x="109096" y="10408"/>
                  </a:lnTo>
                  <a:lnTo>
                    <a:pt x="104071" y="12361"/>
                  </a:lnTo>
                  <a:lnTo>
                    <a:pt x="99113" y="14476"/>
                  </a:lnTo>
                  <a:lnTo>
                    <a:pt x="94225" y="16749"/>
                  </a:lnTo>
                  <a:lnTo>
                    <a:pt x="89413" y="19179"/>
                  </a:lnTo>
                  <a:lnTo>
                    <a:pt x="84682" y="21763"/>
                  </a:lnTo>
                  <a:lnTo>
                    <a:pt x="80036" y="24498"/>
                  </a:lnTo>
                  <a:lnTo>
                    <a:pt x="75482" y="27381"/>
                  </a:lnTo>
                  <a:lnTo>
                    <a:pt x="71022" y="30410"/>
                  </a:lnTo>
                  <a:lnTo>
                    <a:pt x="66663" y="33581"/>
                  </a:lnTo>
                  <a:lnTo>
                    <a:pt x="62408" y="36890"/>
                  </a:lnTo>
                  <a:lnTo>
                    <a:pt x="58262" y="40336"/>
                  </a:lnTo>
                  <a:lnTo>
                    <a:pt x="54229" y="43913"/>
                  </a:lnTo>
                  <a:lnTo>
                    <a:pt x="50314" y="47618"/>
                  </a:lnTo>
                  <a:lnTo>
                    <a:pt x="46520" y="51448"/>
                  </a:lnTo>
                  <a:lnTo>
                    <a:pt x="42851" y="55398"/>
                  </a:lnTo>
                  <a:lnTo>
                    <a:pt x="39312" y="59464"/>
                  </a:lnTo>
                  <a:lnTo>
                    <a:pt x="35906" y="63642"/>
                  </a:lnTo>
                  <a:lnTo>
                    <a:pt x="32636" y="67928"/>
                  </a:lnTo>
                  <a:lnTo>
                    <a:pt x="29506" y="72317"/>
                  </a:lnTo>
                  <a:lnTo>
                    <a:pt x="26520" y="76804"/>
                  </a:lnTo>
                  <a:lnTo>
                    <a:pt x="23679" y="81386"/>
                  </a:lnTo>
                  <a:lnTo>
                    <a:pt x="20988" y="86057"/>
                  </a:lnTo>
                  <a:lnTo>
                    <a:pt x="18449" y="90812"/>
                  </a:lnTo>
                  <a:lnTo>
                    <a:pt x="16064" y="95647"/>
                  </a:lnTo>
                  <a:lnTo>
                    <a:pt x="13837" y="100556"/>
                  </a:lnTo>
                  <a:lnTo>
                    <a:pt x="11769" y="105534"/>
                  </a:lnTo>
                  <a:lnTo>
                    <a:pt x="9862" y="110576"/>
                  </a:lnTo>
                  <a:lnTo>
                    <a:pt x="8119" y="115677"/>
                  </a:lnTo>
                  <a:lnTo>
                    <a:pt x="6542" y="120832"/>
                  </a:lnTo>
                  <a:lnTo>
                    <a:pt x="5132" y="126035"/>
                  </a:lnTo>
                  <a:lnTo>
                    <a:pt x="3890" y="131280"/>
                  </a:lnTo>
                  <a:lnTo>
                    <a:pt x="2817" y="136563"/>
                  </a:lnTo>
                  <a:lnTo>
                    <a:pt x="1916" y="141878"/>
                  </a:lnTo>
                  <a:lnTo>
                    <a:pt x="1187" y="147219"/>
                  </a:lnTo>
                  <a:lnTo>
                    <a:pt x="630" y="152581"/>
                  </a:lnTo>
                  <a:lnTo>
                    <a:pt x="246" y="157958"/>
                  </a:lnTo>
                  <a:lnTo>
                    <a:pt x="36" y="163345"/>
                  </a:lnTo>
                  <a:lnTo>
                    <a:pt x="0" y="168735"/>
                  </a:lnTo>
                  <a:lnTo>
                    <a:pt x="137" y="174124"/>
                  </a:lnTo>
                  <a:lnTo>
                    <a:pt x="448" y="179506"/>
                  </a:lnTo>
                  <a:lnTo>
                    <a:pt x="933" y="184875"/>
                  </a:lnTo>
                  <a:lnTo>
                    <a:pt x="1590" y="190225"/>
                  </a:lnTo>
                  <a:lnTo>
                    <a:pt x="2420" y="19555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4271" y="2800231"/>
              <a:ext cx="164740" cy="28384"/>
            </a:xfrm>
            <a:custGeom>
              <a:avLst/>
              <a:pathLst>
                <a:path w="164740" h="28384">
                  <a:moveTo>
                    <a:pt x="0" y="28384"/>
                  </a:moveTo>
                  <a:lnTo>
                    <a:pt x="16474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4271" y="2637550"/>
              <a:ext cx="331902" cy="329846"/>
            </a:xfrm>
            <a:custGeom>
              <a:avLst/>
              <a:pathLst>
                <a:path w="331902" h="329846">
                  <a:moveTo>
                    <a:pt x="0" y="191066"/>
                  </a:moveTo>
                  <a:lnTo>
                    <a:pt x="982" y="196271"/>
                  </a:lnTo>
                  <a:lnTo>
                    <a:pt x="2128" y="201442"/>
                  </a:lnTo>
                  <a:lnTo>
                    <a:pt x="3438" y="206575"/>
                  </a:lnTo>
                  <a:lnTo>
                    <a:pt x="4909" y="211663"/>
                  </a:lnTo>
                  <a:lnTo>
                    <a:pt x="6541" y="216702"/>
                  </a:lnTo>
                  <a:lnTo>
                    <a:pt x="8332" y="221687"/>
                  </a:lnTo>
                  <a:lnTo>
                    <a:pt x="10280" y="226613"/>
                  </a:lnTo>
                  <a:lnTo>
                    <a:pt x="12383" y="231475"/>
                  </a:lnTo>
                  <a:lnTo>
                    <a:pt x="14640" y="236267"/>
                  </a:lnTo>
                  <a:lnTo>
                    <a:pt x="17046" y="240986"/>
                  </a:lnTo>
                  <a:lnTo>
                    <a:pt x="19601" y="245626"/>
                  </a:lnTo>
                  <a:lnTo>
                    <a:pt x="22302" y="250183"/>
                  </a:lnTo>
                  <a:lnTo>
                    <a:pt x="25146" y="254652"/>
                  </a:lnTo>
                  <a:lnTo>
                    <a:pt x="28130" y="259028"/>
                  </a:lnTo>
                  <a:lnTo>
                    <a:pt x="31251" y="263308"/>
                  </a:lnTo>
                  <a:lnTo>
                    <a:pt x="34506" y="267487"/>
                  </a:lnTo>
                  <a:lnTo>
                    <a:pt x="37892" y="271560"/>
                  </a:lnTo>
                  <a:lnTo>
                    <a:pt x="41405" y="275524"/>
                  </a:lnTo>
                  <a:lnTo>
                    <a:pt x="45043" y="279375"/>
                  </a:lnTo>
                  <a:lnTo>
                    <a:pt x="48800" y="283109"/>
                  </a:lnTo>
                  <a:lnTo>
                    <a:pt x="52674" y="286722"/>
                  </a:lnTo>
                  <a:lnTo>
                    <a:pt x="56660" y="290210"/>
                  </a:lnTo>
                  <a:lnTo>
                    <a:pt x="60754" y="293571"/>
                  </a:lnTo>
                  <a:lnTo>
                    <a:pt x="64954" y="296799"/>
                  </a:lnTo>
                  <a:lnTo>
                    <a:pt x="69253" y="299893"/>
                  </a:lnTo>
                  <a:lnTo>
                    <a:pt x="73648" y="302850"/>
                  </a:lnTo>
                  <a:lnTo>
                    <a:pt x="78135" y="305666"/>
                  </a:lnTo>
                  <a:lnTo>
                    <a:pt x="82708" y="308338"/>
                  </a:lnTo>
                  <a:lnTo>
                    <a:pt x="87364" y="310863"/>
                  </a:lnTo>
                  <a:lnTo>
                    <a:pt x="92098" y="313241"/>
                  </a:lnTo>
                  <a:lnTo>
                    <a:pt x="96905" y="315466"/>
                  </a:lnTo>
                  <a:lnTo>
                    <a:pt x="101779" y="317539"/>
                  </a:lnTo>
                  <a:lnTo>
                    <a:pt x="106717" y="319456"/>
                  </a:lnTo>
                  <a:lnTo>
                    <a:pt x="111714" y="321216"/>
                  </a:lnTo>
                  <a:lnTo>
                    <a:pt x="116763" y="322816"/>
                  </a:lnTo>
                  <a:lnTo>
                    <a:pt x="121861" y="324256"/>
                  </a:lnTo>
                  <a:lnTo>
                    <a:pt x="127001" y="325533"/>
                  </a:lnTo>
                  <a:lnTo>
                    <a:pt x="132180" y="326647"/>
                  </a:lnTo>
                  <a:lnTo>
                    <a:pt x="137391" y="327596"/>
                  </a:lnTo>
                  <a:lnTo>
                    <a:pt x="142630" y="328380"/>
                  </a:lnTo>
                  <a:lnTo>
                    <a:pt x="147891" y="328997"/>
                  </a:lnTo>
                  <a:lnTo>
                    <a:pt x="153168" y="329447"/>
                  </a:lnTo>
                  <a:lnTo>
                    <a:pt x="158458" y="329730"/>
                  </a:lnTo>
                  <a:lnTo>
                    <a:pt x="163754" y="329846"/>
                  </a:lnTo>
                  <a:lnTo>
                    <a:pt x="169050" y="329793"/>
                  </a:lnTo>
                  <a:lnTo>
                    <a:pt x="174343" y="329572"/>
                  </a:lnTo>
                  <a:lnTo>
                    <a:pt x="179625" y="329184"/>
                  </a:lnTo>
                  <a:lnTo>
                    <a:pt x="184893" y="328629"/>
                  </a:lnTo>
                  <a:lnTo>
                    <a:pt x="190141" y="327907"/>
                  </a:lnTo>
                  <a:lnTo>
                    <a:pt x="195363" y="327020"/>
                  </a:lnTo>
                  <a:lnTo>
                    <a:pt x="200554" y="325967"/>
                  </a:lnTo>
                  <a:lnTo>
                    <a:pt x="205710" y="324750"/>
                  </a:lnTo>
                  <a:lnTo>
                    <a:pt x="210824" y="323371"/>
                  </a:lnTo>
                  <a:lnTo>
                    <a:pt x="215892" y="321830"/>
                  </a:lnTo>
                  <a:lnTo>
                    <a:pt x="220908" y="320129"/>
                  </a:lnTo>
                  <a:lnTo>
                    <a:pt x="225869" y="318271"/>
                  </a:lnTo>
                  <a:lnTo>
                    <a:pt x="230767" y="316256"/>
                  </a:lnTo>
                  <a:lnTo>
                    <a:pt x="235600" y="314087"/>
                  </a:lnTo>
                  <a:lnTo>
                    <a:pt x="240361" y="311766"/>
                  </a:lnTo>
                  <a:lnTo>
                    <a:pt x="245047" y="309295"/>
                  </a:lnTo>
                  <a:lnTo>
                    <a:pt x="249652" y="306677"/>
                  </a:lnTo>
                  <a:lnTo>
                    <a:pt x="254171" y="303915"/>
                  </a:lnTo>
                  <a:lnTo>
                    <a:pt x="258601" y="301010"/>
                  </a:lnTo>
                  <a:lnTo>
                    <a:pt x="262936" y="297967"/>
                  </a:lnTo>
                  <a:lnTo>
                    <a:pt x="267173" y="294788"/>
                  </a:lnTo>
                  <a:lnTo>
                    <a:pt x="271308" y="291476"/>
                  </a:lnTo>
                  <a:lnTo>
                    <a:pt x="275335" y="288035"/>
                  </a:lnTo>
                  <a:lnTo>
                    <a:pt x="279251" y="284468"/>
                  </a:lnTo>
                  <a:lnTo>
                    <a:pt x="283052" y="280779"/>
                  </a:lnTo>
                  <a:lnTo>
                    <a:pt x="286734" y="276971"/>
                  </a:lnTo>
                  <a:lnTo>
                    <a:pt x="290294" y="273049"/>
                  </a:lnTo>
                  <a:lnTo>
                    <a:pt x="293728" y="269016"/>
                  </a:lnTo>
                  <a:lnTo>
                    <a:pt x="297032" y="264876"/>
                  </a:lnTo>
                  <a:lnTo>
                    <a:pt x="300203" y="260633"/>
                  </a:lnTo>
                  <a:lnTo>
                    <a:pt x="303238" y="256292"/>
                  </a:lnTo>
                  <a:lnTo>
                    <a:pt x="306135" y="251857"/>
                  </a:lnTo>
                  <a:lnTo>
                    <a:pt x="308889" y="247332"/>
                  </a:lnTo>
                  <a:lnTo>
                    <a:pt x="311499" y="242723"/>
                  </a:lnTo>
                  <a:lnTo>
                    <a:pt x="313961" y="238033"/>
                  </a:lnTo>
                  <a:lnTo>
                    <a:pt x="316273" y="233267"/>
                  </a:lnTo>
                  <a:lnTo>
                    <a:pt x="318434" y="228431"/>
                  </a:lnTo>
                  <a:lnTo>
                    <a:pt x="320440" y="223528"/>
                  </a:lnTo>
                  <a:lnTo>
                    <a:pt x="322289" y="218565"/>
                  </a:lnTo>
                  <a:lnTo>
                    <a:pt x="323981" y="213545"/>
                  </a:lnTo>
                  <a:lnTo>
                    <a:pt x="325512" y="208474"/>
                  </a:lnTo>
                  <a:lnTo>
                    <a:pt x="326883" y="203358"/>
                  </a:lnTo>
                  <a:lnTo>
                    <a:pt x="328090" y="198200"/>
                  </a:lnTo>
                  <a:lnTo>
                    <a:pt x="329133" y="193007"/>
                  </a:lnTo>
                  <a:lnTo>
                    <a:pt x="330012" y="187783"/>
                  </a:lnTo>
                  <a:lnTo>
                    <a:pt x="330724" y="182534"/>
                  </a:lnTo>
                  <a:lnTo>
                    <a:pt x="331270" y="177265"/>
                  </a:lnTo>
                  <a:lnTo>
                    <a:pt x="331648" y="171982"/>
                  </a:lnTo>
                  <a:lnTo>
                    <a:pt x="331859" y="166689"/>
                  </a:lnTo>
                  <a:lnTo>
                    <a:pt x="331902" y="161392"/>
                  </a:lnTo>
                  <a:lnTo>
                    <a:pt x="331777" y="156097"/>
                  </a:lnTo>
                  <a:lnTo>
                    <a:pt x="331485" y="150808"/>
                  </a:lnTo>
                  <a:lnTo>
                    <a:pt x="331025" y="145531"/>
                  </a:lnTo>
                  <a:lnTo>
                    <a:pt x="330398" y="140271"/>
                  </a:lnTo>
                  <a:lnTo>
                    <a:pt x="329605" y="135034"/>
                  </a:lnTo>
                  <a:lnTo>
                    <a:pt x="328646" y="129824"/>
                  </a:lnTo>
                  <a:lnTo>
                    <a:pt x="327523" y="124648"/>
                  </a:lnTo>
                  <a:lnTo>
                    <a:pt x="326236" y="119510"/>
                  </a:lnTo>
                  <a:lnTo>
                    <a:pt x="324787" y="114415"/>
                  </a:lnTo>
                  <a:lnTo>
                    <a:pt x="323178" y="109368"/>
                  </a:lnTo>
                  <a:lnTo>
                    <a:pt x="321409" y="104375"/>
                  </a:lnTo>
                  <a:lnTo>
                    <a:pt x="319483" y="99441"/>
                  </a:lnTo>
                  <a:lnTo>
                    <a:pt x="317402" y="94570"/>
                  </a:lnTo>
                  <a:lnTo>
                    <a:pt x="315167" y="89767"/>
                  </a:lnTo>
                  <a:lnTo>
                    <a:pt x="312782" y="85038"/>
                  </a:lnTo>
                  <a:lnTo>
                    <a:pt x="310247" y="80386"/>
                  </a:lnTo>
                  <a:lnTo>
                    <a:pt x="307567" y="75818"/>
                  </a:lnTo>
                  <a:lnTo>
                    <a:pt x="304743" y="71336"/>
                  </a:lnTo>
                  <a:lnTo>
                    <a:pt x="301779" y="66946"/>
                  </a:lnTo>
                  <a:lnTo>
                    <a:pt x="298677" y="62652"/>
                  </a:lnTo>
                  <a:lnTo>
                    <a:pt x="295441" y="58459"/>
                  </a:lnTo>
                  <a:lnTo>
                    <a:pt x="292073" y="54370"/>
                  </a:lnTo>
                  <a:lnTo>
                    <a:pt x="288577" y="50391"/>
                  </a:lnTo>
                  <a:lnTo>
                    <a:pt x="284958" y="46523"/>
                  </a:lnTo>
                  <a:lnTo>
                    <a:pt x="281217" y="42773"/>
                  </a:lnTo>
                  <a:lnTo>
                    <a:pt x="277359" y="39143"/>
                  </a:lnTo>
                  <a:lnTo>
                    <a:pt x="273389" y="35637"/>
                  </a:lnTo>
                  <a:lnTo>
                    <a:pt x="269309" y="32258"/>
                  </a:lnTo>
                  <a:lnTo>
                    <a:pt x="265125" y="29011"/>
                  </a:lnTo>
                  <a:lnTo>
                    <a:pt x="260839" y="25897"/>
                  </a:lnTo>
                  <a:lnTo>
                    <a:pt x="256457" y="22921"/>
                  </a:lnTo>
                  <a:lnTo>
                    <a:pt x="251983" y="20085"/>
                  </a:lnTo>
                  <a:lnTo>
                    <a:pt x="247422" y="17393"/>
                  </a:lnTo>
                  <a:lnTo>
                    <a:pt x="242777" y="14846"/>
                  </a:lnTo>
                  <a:lnTo>
                    <a:pt x="238054" y="12448"/>
                  </a:lnTo>
                  <a:lnTo>
                    <a:pt x="233257" y="10201"/>
                  </a:lnTo>
                  <a:lnTo>
                    <a:pt x="228392" y="8106"/>
                  </a:lnTo>
                  <a:lnTo>
                    <a:pt x="223463" y="6167"/>
                  </a:lnTo>
                  <a:lnTo>
                    <a:pt x="218474" y="4385"/>
                  </a:lnTo>
                  <a:lnTo>
                    <a:pt x="213432" y="2762"/>
                  </a:lnTo>
                  <a:lnTo>
                    <a:pt x="208341" y="1300"/>
                  </a:lnTo>
                  <a:lnTo>
                    <a:pt x="203206" y="0"/>
                  </a:lnTo>
                  <a:lnTo>
                    <a:pt x="164740" y="1626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919011" y="2633064"/>
              <a:ext cx="38466" cy="167167"/>
            </a:xfrm>
            <a:custGeom>
              <a:avLst/>
              <a:pathLst>
                <a:path w="38466" h="167167">
                  <a:moveTo>
                    <a:pt x="38466" y="4485"/>
                  </a:moveTo>
                  <a:lnTo>
                    <a:pt x="32143" y="3119"/>
                  </a:lnTo>
                  <a:lnTo>
                    <a:pt x="25773" y="1998"/>
                  </a:lnTo>
                  <a:lnTo>
                    <a:pt x="19363" y="1125"/>
                  </a:lnTo>
                  <a:lnTo>
                    <a:pt x="12925" y="500"/>
                  </a:lnTo>
                  <a:lnTo>
                    <a:pt x="6467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45823" y="2126963"/>
              <a:ext cx="82648" cy="167167"/>
            </a:xfrm>
            <a:custGeom>
              <a:avLst/>
              <a:pathLst>
                <a:path w="82648" h="167167">
                  <a:moveTo>
                    <a:pt x="82648" y="0"/>
                  </a:moveTo>
                  <a:lnTo>
                    <a:pt x="76886" y="99"/>
                  </a:lnTo>
                  <a:lnTo>
                    <a:pt x="71130" y="397"/>
                  </a:lnTo>
                  <a:lnTo>
                    <a:pt x="65388" y="893"/>
                  </a:lnTo>
                  <a:lnTo>
                    <a:pt x="59667" y="1587"/>
                  </a:lnTo>
                  <a:lnTo>
                    <a:pt x="53973" y="2477"/>
                  </a:lnTo>
                  <a:lnTo>
                    <a:pt x="48314" y="3563"/>
                  </a:lnTo>
                  <a:lnTo>
                    <a:pt x="42695" y="4844"/>
                  </a:lnTo>
                  <a:lnTo>
                    <a:pt x="37123" y="6318"/>
                  </a:lnTo>
                  <a:lnTo>
                    <a:pt x="31606" y="7983"/>
                  </a:lnTo>
                  <a:lnTo>
                    <a:pt x="26149" y="9837"/>
                  </a:lnTo>
                  <a:lnTo>
                    <a:pt x="20760" y="11878"/>
                  </a:lnTo>
                  <a:lnTo>
                    <a:pt x="15444" y="14103"/>
                  </a:lnTo>
                  <a:lnTo>
                    <a:pt x="10207" y="16511"/>
                  </a:lnTo>
                  <a:lnTo>
                    <a:pt x="5057" y="19097"/>
                  </a:lnTo>
                  <a:lnTo>
                    <a:pt x="0" y="21860"/>
                  </a:lnTo>
                  <a:lnTo>
                    <a:pt x="826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45823" y="2148823"/>
              <a:ext cx="82648" cy="145307"/>
            </a:xfrm>
            <a:custGeom>
              <a:avLst/>
              <a:pathLst>
                <a:path w="82648" h="145307">
                  <a:moveTo>
                    <a:pt x="0" y="0"/>
                  </a:moveTo>
                  <a:lnTo>
                    <a:pt x="82648" y="1453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561304" y="2148823"/>
              <a:ext cx="167167" cy="298038"/>
            </a:xfrm>
            <a:custGeom>
              <a:avLst/>
              <a:pathLst>
                <a:path w="167167" h="298038">
                  <a:moveTo>
                    <a:pt x="84519" y="0"/>
                  </a:moveTo>
                  <a:lnTo>
                    <a:pt x="79916" y="2715"/>
                  </a:lnTo>
                  <a:lnTo>
                    <a:pt x="75403" y="5577"/>
                  </a:lnTo>
                  <a:lnTo>
                    <a:pt x="70984" y="8581"/>
                  </a:lnTo>
                  <a:lnTo>
                    <a:pt x="66663" y="11726"/>
                  </a:lnTo>
                  <a:lnTo>
                    <a:pt x="62445" y="15006"/>
                  </a:lnTo>
                  <a:lnTo>
                    <a:pt x="58334" y="18420"/>
                  </a:lnTo>
                  <a:lnTo>
                    <a:pt x="54334" y="21963"/>
                  </a:lnTo>
                  <a:lnTo>
                    <a:pt x="50449" y="25633"/>
                  </a:lnTo>
                  <a:lnTo>
                    <a:pt x="46683" y="29425"/>
                  </a:lnTo>
                  <a:lnTo>
                    <a:pt x="43041" y="33335"/>
                  </a:lnTo>
                  <a:lnTo>
                    <a:pt x="39526" y="37359"/>
                  </a:lnTo>
                  <a:lnTo>
                    <a:pt x="36140" y="41494"/>
                  </a:lnTo>
                  <a:lnTo>
                    <a:pt x="32889" y="45735"/>
                  </a:lnTo>
                  <a:lnTo>
                    <a:pt x="29775" y="50078"/>
                  </a:lnTo>
                  <a:lnTo>
                    <a:pt x="26802" y="54518"/>
                  </a:lnTo>
                  <a:lnTo>
                    <a:pt x="23972" y="59051"/>
                  </a:lnTo>
                  <a:lnTo>
                    <a:pt x="21288" y="63672"/>
                  </a:lnTo>
                  <a:lnTo>
                    <a:pt x="18753" y="68376"/>
                  </a:lnTo>
                  <a:lnTo>
                    <a:pt x="16370" y="73159"/>
                  </a:lnTo>
                  <a:lnTo>
                    <a:pt x="14141" y="78016"/>
                  </a:lnTo>
                  <a:lnTo>
                    <a:pt x="12068" y="82941"/>
                  </a:lnTo>
                  <a:lnTo>
                    <a:pt x="10154" y="87931"/>
                  </a:lnTo>
                  <a:lnTo>
                    <a:pt x="8401" y="92979"/>
                  </a:lnTo>
                  <a:lnTo>
                    <a:pt x="6809" y="98080"/>
                  </a:lnTo>
                  <a:lnTo>
                    <a:pt x="5382" y="103229"/>
                  </a:lnTo>
                  <a:lnTo>
                    <a:pt x="4119" y="108422"/>
                  </a:lnTo>
                  <a:lnTo>
                    <a:pt x="3024" y="113652"/>
                  </a:lnTo>
                  <a:lnTo>
                    <a:pt x="2096" y="118915"/>
                  </a:lnTo>
                  <a:lnTo>
                    <a:pt x="1337" y="124205"/>
                  </a:lnTo>
                  <a:lnTo>
                    <a:pt x="747" y="129516"/>
                  </a:lnTo>
                  <a:lnTo>
                    <a:pt x="327" y="134843"/>
                  </a:lnTo>
                  <a:lnTo>
                    <a:pt x="78" y="140181"/>
                  </a:lnTo>
                  <a:lnTo>
                    <a:pt x="0" y="145524"/>
                  </a:lnTo>
                  <a:lnTo>
                    <a:pt x="92" y="150867"/>
                  </a:lnTo>
                  <a:lnTo>
                    <a:pt x="355" y="156204"/>
                  </a:lnTo>
                  <a:lnTo>
                    <a:pt x="788" y="161531"/>
                  </a:lnTo>
                  <a:lnTo>
                    <a:pt x="1392" y="166840"/>
                  </a:lnTo>
                  <a:lnTo>
                    <a:pt x="2165" y="172128"/>
                  </a:lnTo>
                  <a:lnTo>
                    <a:pt x="3107" y="177388"/>
                  </a:lnTo>
                  <a:lnTo>
                    <a:pt x="4216" y="182615"/>
                  </a:lnTo>
                  <a:lnTo>
                    <a:pt x="5492" y="187805"/>
                  </a:lnTo>
                  <a:lnTo>
                    <a:pt x="6933" y="192951"/>
                  </a:lnTo>
                  <a:lnTo>
                    <a:pt x="8537" y="198048"/>
                  </a:lnTo>
                  <a:lnTo>
                    <a:pt x="10304" y="203091"/>
                  </a:lnTo>
                  <a:lnTo>
                    <a:pt x="12231" y="208075"/>
                  </a:lnTo>
                  <a:lnTo>
                    <a:pt x="14316" y="212995"/>
                  </a:lnTo>
                  <a:lnTo>
                    <a:pt x="16558" y="217846"/>
                  </a:lnTo>
                  <a:lnTo>
                    <a:pt x="18954" y="222623"/>
                  </a:lnTo>
                  <a:lnTo>
                    <a:pt x="21501" y="227321"/>
                  </a:lnTo>
                  <a:lnTo>
                    <a:pt x="24196" y="231935"/>
                  </a:lnTo>
                  <a:lnTo>
                    <a:pt x="27038" y="236460"/>
                  </a:lnTo>
                  <a:lnTo>
                    <a:pt x="30023" y="240893"/>
                  </a:lnTo>
                  <a:lnTo>
                    <a:pt x="33149" y="245227"/>
                  </a:lnTo>
                  <a:lnTo>
                    <a:pt x="36411" y="249460"/>
                  </a:lnTo>
                  <a:lnTo>
                    <a:pt x="39807" y="253586"/>
                  </a:lnTo>
                  <a:lnTo>
                    <a:pt x="43333" y="257601"/>
                  </a:lnTo>
                  <a:lnTo>
                    <a:pt x="46985" y="261502"/>
                  </a:lnTo>
                  <a:lnTo>
                    <a:pt x="50760" y="265284"/>
                  </a:lnTo>
                  <a:lnTo>
                    <a:pt x="54655" y="268943"/>
                  </a:lnTo>
                  <a:lnTo>
                    <a:pt x="58664" y="272476"/>
                  </a:lnTo>
                  <a:lnTo>
                    <a:pt x="62784" y="275879"/>
                  </a:lnTo>
                  <a:lnTo>
                    <a:pt x="67011" y="279149"/>
                  </a:lnTo>
                  <a:lnTo>
                    <a:pt x="71340" y="282282"/>
                  </a:lnTo>
                  <a:lnTo>
                    <a:pt x="75767" y="285275"/>
                  </a:lnTo>
                  <a:lnTo>
                    <a:pt x="80287" y="288125"/>
                  </a:lnTo>
                  <a:lnTo>
                    <a:pt x="84897" y="290829"/>
                  </a:lnTo>
                  <a:lnTo>
                    <a:pt x="89590" y="293384"/>
                  </a:lnTo>
                  <a:lnTo>
                    <a:pt x="94363" y="295788"/>
                  </a:lnTo>
                  <a:lnTo>
                    <a:pt x="99209" y="298038"/>
                  </a:lnTo>
                  <a:lnTo>
                    <a:pt x="167167" y="1453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60514" y="2126963"/>
              <a:ext cx="235110" cy="334332"/>
            </a:xfrm>
            <a:custGeom>
              <a:avLst/>
              <a:pathLst>
                <a:path w="235110" h="334332">
                  <a:moveTo>
                    <a:pt x="0" y="319898"/>
                  </a:moveTo>
                  <a:lnTo>
                    <a:pt x="4888" y="321981"/>
                  </a:lnTo>
                  <a:lnTo>
                    <a:pt x="9840" y="323907"/>
                  </a:lnTo>
                  <a:lnTo>
                    <a:pt x="14851" y="325675"/>
                  </a:lnTo>
                  <a:lnTo>
                    <a:pt x="19916" y="327283"/>
                  </a:lnTo>
                  <a:lnTo>
                    <a:pt x="25029" y="328729"/>
                  </a:lnTo>
                  <a:lnTo>
                    <a:pt x="30185" y="330011"/>
                  </a:lnTo>
                  <a:lnTo>
                    <a:pt x="35380" y="331129"/>
                  </a:lnTo>
                  <a:lnTo>
                    <a:pt x="40608" y="332082"/>
                  </a:lnTo>
                  <a:lnTo>
                    <a:pt x="45863" y="332868"/>
                  </a:lnTo>
                  <a:lnTo>
                    <a:pt x="51140" y="333486"/>
                  </a:lnTo>
                  <a:lnTo>
                    <a:pt x="56435" y="333937"/>
                  </a:lnTo>
                  <a:lnTo>
                    <a:pt x="61741" y="334219"/>
                  </a:lnTo>
                  <a:lnTo>
                    <a:pt x="67054" y="334332"/>
                  </a:lnTo>
                  <a:lnTo>
                    <a:pt x="72367" y="334276"/>
                  </a:lnTo>
                  <a:lnTo>
                    <a:pt x="77676" y="334052"/>
                  </a:lnTo>
                  <a:lnTo>
                    <a:pt x="82975" y="333658"/>
                  </a:lnTo>
                  <a:lnTo>
                    <a:pt x="88259" y="333097"/>
                  </a:lnTo>
                  <a:lnTo>
                    <a:pt x="93522" y="332368"/>
                  </a:lnTo>
                  <a:lnTo>
                    <a:pt x="98760" y="331472"/>
                  </a:lnTo>
                  <a:lnTo>
                    <a:pt x="103966" y="330410"/>
                  </a:lnTo>
                  <a:lnTo>
                    <a:pt x="109136" y="329183"/>
                  </a:lnTo>
                  <a:lnTo>
                    <a:pt x="114265" y="327792"/>
                  </a:lnTo>
                  <a:lnTo>
                    <a:pt x="119347" y="326239"/>
                  </a:lnTo>
                  <a:lnTo>
                    <a:pt x="124376" y="324526"/>
                  </a:lnTo>
                  <a:lnTo>
                    <a:pt x="129349" y="322653"/>
                  </a:lnTo>
                  <a:lnTo>
                    <a:pt x="134260" y="320623"/>
                  </a:lnTo>
                  <a:lnTo>
                    <a:pt x="139104" y="318439"/>
                  </a:lnTo>
                  <a:lnTo>
                    <a:pt x="143875" y="316101"/>
                  </a:lnTo>
                  <a:lnTo>
                    <a:pt x="148571" y="313613"/>
                  </a:lnTo>
                  <a:lnTo>
                    <a:pt x="153184" y="310977"/>
                  </a:lnTo>
                  <a:lnTo>
                    <a:pt x="157712" y="308195"/>
                  </a:lnTo>
                  <a:lnTo>
                    <a:pt x="162149" y="305271"/>
                  </a:lnTo>
                  <a:lnTo>
                    <a:pt x="166490" y="302208"/>
                  </a:lnTo>
                  <a:lnTo>
                    <a:pt x="170733" y="299008"/>
                  </a:lnTo>
                  <a:lnTo>
                    <a:pt x="174871" y="295675"/>
                  </a:lnTo>
                  <a:lnTo>
                    <a:pt x="178901" y="292212"/>
                  </a:lnTo>
                  <a:lnTo>
                    <a:pt x="182819" y="288623"/>
                  </a:lnTo>
                  <a:lnTo>
                    <a:pt x="186622" y="284911"/>
                  </a:lnTo>
                  <a:lnTo>
                    <a:pt x="190304" y="281080"/>
                  </a:lnTo>
                  <a:lnTo>
                    <a:pt x="193862" y="277134"/>
                  </a:lnTo>
                  <a:lnTo>
                    <a:pt x="197294" y="273077"/>
                  </a:lnTo>
                  <a:lnTo>
                    <a:pt x="200595" y="268913"/>
                  </a:lnTo>
                  <a:lnTo>
                    <a:pt x="203761" y="264646"/>
                  </a:lnTo>
                  <a:lnTo>
                    <a:pt x="206791" y="260280"/>
                  </a:lnTo>
                  <a:lnTo>
                    <a:pt x="209680" y="255821"/>
                  </a:lnTo>
                  <a:lnTo>
                    <a:pt x="212426" y="251272"/>
                  </a:lnTo>
                  <a:lnTo>
                    <a:pt x="215026" y="246637"/>
                  </a:lnTo>
                  <a:lnTo>
                    <a:pt x="217478" y="241923"/>
                  </a:lnTo>
                  <a:lnTo>
                    <a:pt x="219778" y="237133"/>
                  </a:lnTo>
                  <a:lnTo>
                    <a:pt x="221925" y="232273"/>
                  </a:lnTo>
                  <a:lnTo>
                    <a:pt x="223916" y="227346"/>
                  </a:lnTo>
                  <a:lnTo>
                    <a:pt x="225750" y="222359"/>
                  </a:lnTo>
                  <a:lnTo>
                    <a:pt x="227425" y="217316"/>
                  </a:lnTo>
                  <a:lnTo>
                    <a:pt x="228938" y="212222"/>
                  </a:lnTo>
                  <a:lnTo>
                    <a:pt x="230289" y="207083"/>
                  </a:lnTo>
                  <a:lnTo>
                    <a:pt x="231475" y="201904"/>
                  </a:lnTo>
                  <a:lnTo>
                    <a:pt x="232497" y="196689"/>
                  </a:lnTo>
                  <a:lnTo>
                    <a:pt x="233352" y="191445"/>
                  </a:lnTo>
                  <a:lnTo>
                    <a:pt x="234040" y="186176"/>
                  </a:lnTo>
                  <a:lnTo>
                    <a:pt x="234560" y="180888"/>
                  </a:lnTo>
                  <a:lnTo>
                    <a:pt x="234912" y="175586"/>
                  </a:lnTo>
                  <a:lnTo>
                    <a:pt x="235095" y="170275"/>
                  </a:lnTo>
                  <a:lnTo>
                    <a:pt x="235110" y="164962"/>
                  </a:lnTo>
                  <a:lnTo>
                    <a:pt x="234955" y="159650"/>
                  </a:lnTo>
                  <a:lnTo>
                    <a:pt x="234632" y="154346"/>
                  </a:lnTo>
                  <a:lnTo>
                    <a:pt x="234140" y="149056"/>
                  </a:lnTo>
                  <a:lnTo>
                    <a:pt x="233481" y="143783"/>
                  </a:lnTo>
                  <a:lnTo>
                    <a:pt x="232654" y="138534"/>
                  </a:lnTo>
                  <a:lnTo>
                    <a:pt x="231661" y="133314"/>
                  </a:lnTo>
                  <a:lnTo>
                    <a:pt x="230502" y="128128"/>
                  </a:lnTo>
                  <a:lnTo>
                    <a:pt x="229179" y="122982"/>
                  </a:lnTo>
                  <a:lnTo>
                    <a:pt x="227693" y="117880"/>
                  </a:lnTo>
                  <a:lnTo>
                    <a:pt x="226046" y="112828"/>
                  </a:lnTo>
                  <a:lnTo>
                    <a:pt x="224239" y="107831"/>
                  </a:lnTo>
                  <a:lnTo>
                    <a:pt x="222275" y="102894"/>
                  </a:lnTo>
                  <a:lnTo>
                    <a:pt x="220154" y="98022"/>
                  </a:lnTo>
                  <a:lnTo>
                    <a:pt x="217879" y="93220"/>
                  </a:lnTo>
                  <a:lnTo>
                    <a:pt x="215453" y="88492"/>
                  </a:lnTo>
                  <a:lnTo>
                    <a:pt x="212878" y="83844"/>
                  </a:lnTo>
                  <a:lnTo>
                    <a:pt x="210157" y="79280"/>
                  </a:lnTo>
                  <a:lnTo>
                    <a:pt x="207292" y="74805"/>
                  </a:lnTo>
                  <a:lnTo>
                    <a:pt x="204286" y="70423"/>
                  </a:lnTo>
                  <a:lnTo>
                    <a:pt x="201142" y="66139"/>
                  </a:lnTo>
                  <a:lnTo>
                    <a:pt x="197864" y="61957"/>
                  </a:lnTo>
                  <a:lnTo>
                    <a:pt x="194455" y="57882"/>
                  </a:lnTo>
                  <a:lnTo>
                    <a:pt x="190917" y="53917"/>
                  </a:lnTo>
                  <a:lnTo>
                    <a:pt x="187256" y="50066"/>
                  </a:lnTo>
                  <a:lnTo>
                    <a:pt x="183474" y="46333"/>
                  </a:lnTo>
                  <a:lnTo>
                    <a:pt x="179575" y="42723"/>
                  </a:lnTo>
                  <a:lnTo>
                    <a:pt x="175564" y="39238"/>
                  </a:lnTo>
                  <a:lnTo>
                    <a:pt x="171443" y="35883"/>
                  </a:lnTo>
                  <a:lnTo>
                    <a:pt x="167219" y="32660"/>
                  </a:lnTo>
                  <a:lnTo>
                    <a:pt x="162893" y="29573"/>
                  </a:lnTo>
                  <a:lnTo>
                    <a:pt x="158472" y="26626"/>
                  </a:lnTo>
                  <a:lnTo>
                    <a:pt x="153960" y="23820"/>
                  </a:lnTo>
                  <a:lnTo>
                    <a:pt x="149361" y="21159"/>
                  </a:lnTo>
                  <a:lnTo>
                    <a:pt x="144679" y="18645"/>
                  </a:lnTo>
                  <a:lnTo>
                    <a:pt x="139920" y="16282"/>
                  </a:lnTo>
                  <a:lnTo>
                    <a:pt x="135088" y="14071"/>
                  </a:lnTo>
                  <a:lnTo>
                    <a:pt x="130188" y="12015"/>
                  </a:lnTo>
                  <a:lnTo>
                    <a:pt x="125226" y="10115"/>
                  </a:lnTo>
                  <a:lnTo>
                    <a:pt x="120205" y="8374"/>
                  </a:lnTo>
                  <a:lnTo>
                    <a:pt x="115132" y="6794"/>
                  </a:lnTo>
                  <a:lnTo>
                    <a:pt x="110011" y="5376"/>
                  </a:lnTo>
                  <a:lnTo>
                    <a:pt x="104848" y="4121"/>
                  </a:lnTo>
                  <a:lnTo>
                    <a:pt x="99647" y="3031"/>
                  </a:lnTo>
                  <a:lnTo>
                    <a:pt x="94415" y="2107"/>
                  </a:lnTo>
                  <a:lnTo>
                    <a:pt x="89155" y="1349"/>
                  </a:lnTo>
                  <a:lnTo>
                    <a:pt x="83874" y="759"/>
                  </a:lnTo>
                  <a:lnTo>
                    <a:pt x="78577" y="337"/>
                  </a:lnTo>
                  <a:lnTo>
                    <a:pt x="73270" y="84"/>
                  </a:lnTo>
                  <a:lnTo>
                    <a:pt x="67957" y="0"/>
                  </a:lnTo>
                  <a:lnTo>
                    <a:pt x="679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92246" y="1681503"/>
              <a:ext cx="30988" cy="167167"/>
            </a:xfrm>
            <a:custGeom>
              <a:avLst/>
              <a:pathLst>
                <a:path w="30988" h="167167">
                  <a:moveTo>
                    <a:pt x="30988" y="0"/>
                  </a:moveTo>
                  <a:lnTo>
                    <a:pt x="23199" y="181"/>
                  </a:lnTo>
                  <a:lnTo>
                    <a:pt x="15426" y="725"/>
                  </a:lnTo>
                  <a:lnTo>
                    <a:pt x="7688" y="1631"/>
                  </a:lnTo>
                  <a:lnTo>
                    <a:pt x="0" y="2897"/>
                  </a:lnTo>
                  <a:lnTo>
                    <a:pt x="3098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2246" y="1684400"/>
              <a:ext cx="30988" cy="164270"/>
            </a:xfrm>
            <a:custGeom>
              <a:avLst/>
              <a:pathLst>
                <a:path w="30988" h="164270">
                  <a:moveTo>
                    <a:pt x="0" y="0"/>
                  </a:moveTo>
                  <a:lnTo>
                    <a:pt x="30988" y="1642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256078" y="1684400"/>
              <a:ext cx="334314" cy="331435"/>
            </a:xfrm>
            <a:custGeom>
              <a:avLst/>
              <a:pathLst>
                <a:path w="334314" h="331435">
                  <a:moveTo>
                    <a:pt x="136167" y="0"/>
                  </a:moveTo>
                  <a:lnTo>
                    <a:pt x="130972" y="1065"/>
                  </a:lnTo>
                  <a:lnTo>
                    <a:pt x="125814" y="2295"/>
                  </a:lnTo>
                  <a:lnTo>
                    <a:pt x="120697" y="3688"/>
                  </a:lnTo>
                  <a:lnTo>
                    <a:pt x="115627" y="5242"/>
                  </a:lnTo>
                  <a:lnTo>
                    <a:pt x="110609" y="6956"/>
                  </a:lnTo>
                  <a:lnTo>
                    <a:pt x="105648" y="8829"/>
                  </a:lnTo>
                  <a:lnTo>
                    <a:pt x="100748" y="10858"/>
                  </a:lnTo>
                  <a:lnTo>
                    <a:pt x="95916" y="13042"/>
                  </a:lnTo>
                  <a:lnTo>
                    <a:pt x="91155" y="15378"/>
                  </a:lnTo>
                  <a:lnTo>
                    <a:pt x="86471" y="17863"/>
                  </a:lnTo>
                  <a:lnTo>
                    <a:pt x="81868" y="20496"/>
                  </a:lnTo>
                  <a:lnTo>
                    <a:pt x="77350" y="23273"/>
                  </a:lnTo>
                  <a:lnTo>
                    <a:pt x="72923" y="26193"/>
                  </a:lnTo>
                  <a:lnTo>
                    <a:pt x="68591" y="29251"/>
                  </a:lnTo>
                  <a:lnTo>
                    <a:pt x="64358" y="32445"/>
                  </a:lnTo>
                  <a:lnTo>
                    <a:pt x="60229" y="35772"/>
                  </a:lnTo>
                  <a:lnTo>
                    <a:pt x="56207" y="39229"/>
                  </a:lnTo>
                  <a:lnTo>
                    <a:pt x="52296" y="42811"/>
                  </a:lnTo>
                  <a:lnTo>
                    <a:pt x="48502" y="46515"/>
                  </a:lnTo>
                  <a:lnTo>
                    <a:pt x="44827" y="50338"/>
                  </a:lnTo>
                  <a:lnTo>
                    <a:pt x="41274" y="54275"/>
                  </a:lnTo>
                  <a:lnTo>
                    <a:pt x="37849" y="58323"/>
                  </a:lnTo>
                  <a:lnTo>
                    <a:pt x="34554" y="62478"/>
                  </a:lnTo>
                  <a:lnTo>
                    <a:pt x="31392" y="66735"/>
                  </a:lnTo>
                  <a:lnTo>
                    <a:pt x="28366" y="71090"/>
                  </a:lnTo>
                  <a:lnTo>
                    <a:pt x="25481" y="75539"/>
                  </a:lnTo>
                  <a:lnTo>
                    <a:pt x="22738" y="80078"/>
                  </a:lnTo>
                  <a:lnTo>
                    <a:pt x="20140" y="84701"/>
                  </a:lnTo>
                  <a:lnTo>
                    <a:pt x="17690" y="89404"/>
                  </a:lnTo>
                  <a:lnTo>
                    <a:pt x="15391" y="94182"/>
                  </a:lnTo>
                  <a:lnTo>
                    <a:pt x="13244" y="99031"/>
                  </a:lnTo>
                  <a:lnTo>
                    <a:pt x="11252" y="103946"/>
                  </a:lnTo>
                  <a:lnTo>
                    <a:pt x="9417" y="108921"/>
                  </a:lnTo>
                  <a:lnTo>
                    <a:pt x="7741" y="113952"/>
                  </a:lnTo>
                  <a:lnTo>
                    <a:pt x="6225" y="119034"/>
                  </a:lnTo>
                  <a:lnTo>
                    <a:pt x="4871" y="124161"/>
                  </a:lnTo>
                  <a:lnTo>
                    <a:pt x="3681" y="129329"/>
                  </a:lnTo>
                  <a:lnTo>
                    <a:pt x="2655" y="134531"/>
                  </a:lnTo>
                  <a:lnTo>
                    <a:pt x="1794" y="139764"/>
                  </a:lnTo>
                  <a:lnTo>
                    <a:pt x="1100" y="145021"/>
                  </a:lnTo>
                  <a:lnTo>
                    <a:pt x="573" y="150298"/>
                  </a:lnTo>
                  <a:lnTo>
                    <a:pt x="214" y="155589"/>
                  </a:lnTo>
                  <a:lnTo>
                    <a:pt x="23" y="160888"/>
                  </a:lnTo>
                  <a:lnTo>
                    <a:pt x="0" y="166191"/>
                  </a:lnTo>
                  <a:lnTo>
                    <a:pt x="145" y="171492"/>
                  </a:lnTo>
                  <a:lnTo>
                    <a:pt x="458" y="176786"/>
                  </a:lnTo>
                  <a:lnTo>
                    <a:pt x="939" y="182067"/>
                  </a:lnTo>
                  <a:lnTo>
                    <a:pt x="1587" y="187330"/>
                  </a:lnTo>
                  <a:lnTo>
                    <a:pt x="2401" y="192570"/>
                  </a:lnTo>
                  <a:lnTo>
                    <a:pt x="3382" y="197781"/>
                  </a:lnTo>
                  <a:lnTo>
                    <a:pt x="4527" y="202959"/>
                  </a:lnTo>
                  <a:lnTo>
                    <a:pt x="5836" y="208098"/>
                  </a:lnTo>
                  <a:lnTo>
                    <a:pt x="7308" y="213193"/>
                  </a:lnTo>
                  <a:lnTo>
                    <a:pt x="8940" y="218238"/>
                  </a:lnTo>
                  <a:lnTo>
                    <a:pt x="10731" y="223229"/>
                  </a:lnTo>
                  <a:lnTo>
                    <a:pt x="12680" y="228161"/>
                  </a:lnTo>
                  <a:lnTo>
                    <a:pt x="14784" y="233029"/>
                  </a:lnTo>
                  <a:lnTo>
                    <a:pt x="17042" y="237827"/>
                  </a:lnTo>
                  <a:lnTo>
                    <a:pt x="19450" y="242551"/>
                  </a:lnTo>
                  <a:lnTo>
                    <a:pt x="22008" y="247197"/>
                  </a:lnTo>
                  <a:lnTo>
                    <a:pt x="24711" y="251759"/>
                  </a:lnTo>
                  <a:lnTo>
                    <a:pt x="27558" y="256233"/>
                  </a:lnTo>
                  <a:lnTo>
                    <a:pt x="30545" y="260615"/>
                  </a:lnTo>
                  <a:lnTo>
                    <a:pt x="33670" y="264899"/>
                  </a:lnTo>
                  <a:lnTo>
                    <a:pt x="36929" y="269083"/>
                  </a:lnTo>
                  <a:lnTo>
                    <a:pt x="40319" y="273160"/>
                  </a:lnTo>
                  <a:lnTo>
                    <a:pt x="43836" y="277129"/>
                  </a:lnTo>
                  <a:lnTo>
                    <a:pt x="47478" y="280983"/>
                  </a:lnTo>
                  <a:lnTo>
                    <a:pt x="51240" y="284721"/>
                  </a:lnTo>
                  <a:lnTo>
                    <a:pt x="55119" y="288337"/>
                  </a:lnTo>
                  <a:lnTo>
                    <a:pt x="59110" y="291828"/>
                  </a:lnTo>
                  <a:lnTo>
                    <a:pt x="63211" y="295191"/>
                  </a:lnTo>
                  <a:lnTo>
                    <a:pt x="67416" y="298422"/>
                  </a:lnTo>
                  <a:lnTo>
                    <a:pt x="71721" y="301518"/>
                  </a:lnTo>
                  <a:lnTo>
                    <a:pt x="76122" y="304476"/>
                  </a:lnTo>
                  <a:lnTo>
                    <a:pt x="80615" y="307293"/>
                  </a:lnTo>
                  <a:lnTo>
                    <a:pt x="85195" y="309966"/>
                  </a:lnTo>
                  <a:lnTo>
                    <a:pt x="89858" y="312492"/>
                  </a:lnTo>
                  <a:lnTo>
                    <a:pt x="94598" y="314869"/>
                  </a:lnTo>
                  <a:lnTo>
                    <a:pt x="99411" y="317095"/>
                  </a:lnTo>
                  <a:lnTo>
                    <a:pt x="104293" y="319167"/>
                  </a:lnTo>
                  <a:lnTo>
                    <a:pt x="109237" y="321083"/>
                  </a:lnTo>
                  <a:lnTo>
                    <a:pt x="114240" y="322841"/>
                  </a:lnTo>
                  <a:lnTo>
                    <a:pt x="119296" y="324440"/>
                  </a:lnTo>
                  <a:lnTo>
                    <a:pt x="124401" y="325877"/>
                  </a:lnTo>
                  <a:lnTo>
                    <a:pt x="129548" y="327152"/>
                  </a:lnTo>
                  <a:lnTo>
                    <a:pt x="134733" y="328263"/>
                  </a:lnTo>
                  <a:lnTo>
                    <a:pt x="139951" y="329208"/>
                  </a:lnTo>
                  <a:lnTo>
                    <a:pt x="145197" y="329988"/>
                  </a:lnTo>
                  <a:lnTo>
                    <a:pt x="150464" y="330602"/>
                  </a:lnTo>
                  <a:lnTo>
                    <a:pt x="155748" y="331047"/>
                  </a:lnTo>
                  <a:lnTo>
                    <a:pt x="161044" y="331325"/>
                  </a:lnTo>
                  <a:lnTo>
                    <a:pt x="166346" y="331435"/>
                  </a:lnTo>
                  <a:lnTo>
                    <a:pt x="171648" y="331377"/>
                  </a:lnTo>
                  <a:lnTo>
                    <a:pt x="176946" y="331150"/>
                  </a:lnTo>
                  <a:lnTo>
                    <a:pt x="182234" y="330756"/>
                  </a:lnTo>
                  <a:lnTo>
                    <a:pt x="187508" y="330193"/>
                  </a:lnTo>
                  <a:lnTo>
                    <a:pt x="192760" y="329464"/>
                  </a:lnTo>
                  <a:lnTo>
                    <a:pt x="197987" y="328569"/>
                  </a:lnTo>
                  <a:lnTo>
                    <a:pt x="203183" y="327509"/>
                  </a:lnTo>
                  <a:lnTo>
                    <a:pt x="208342" y="326284"/>
                  </a:lnTo>
                  <a:lnTo>
                    <a:pt x="213460" y="324896"/>
                  </a:lnTo>
                  <a:lnTo>
                    <a:pt x="218532" y="323346"/>
                  </a:lnTo>
                  <a:lnTo>
                    <a:pt x="223552" y="321637"/>
                  </a:lnTo>
                  <a:lnTo>
                    <a:pt x="228515" y="319769"/>
                  </a:lnTo>
                  <a:lnTo>
                    <a:pt x="233416" y="317744"/>
                  </a:lnTo>
                  <a:lnTo>
                    <a:pt x="238251" y="315566"/>
                  </a:lnTo>
                  <a:lnTo>
                    <a:pt x="243014" y="313234"/>
                  </a:lnTo>
                  <a:lnTo>
                    <a:pt x="247700" y="310753"/>
                  </a:lnTo>
                  <a:lnTo>
                    <a:pt x="252306" y="308125"/>
                  </a:lnTo>
                  <a:lnTo>
                    <a:pt x="256826" y="305352"/>
                  </a:lnTo>
                  <a:lnTo>
                    <a:pt x="261256" y="302437"/>
                  </a:lnTo>
                  <a:lnTo>
                    <a:pt x="265591" y="299382"/>
                  </a:lnTo>
                  <a:lnTo>
                    <a:pt x="269827" y="296192"/>
                  </a:lnTo>
                  <a:lnTo>
                    <a:pt x="273960" y="292869"/>
                  </a:lnTo>
                  <a:lnTo>
                    <a:pt x="277985" y="289417"/>
                  </a:lnTo>
                  <a:lnTo>
                    <a:pt x="281898" y="285839"/>
                  </a:lnTo>
                  <a:lnTo>
                    <a:pt x="285697" y="282138"/>
                  </a:lnTo>
                  <a:lnTo>
                    <a:pt x="289376" y="278319"/>
                  </a:lnTo>
                  <a:lnTo>
                    <a:pt x="292932" y="274385"/>
                  </a:lnTo>
                  <a:lnTo>
                    <a:pt x="296361" y="270340"/>
                  </a:lnTo>
                  <a:lnTo>
                    <a:pt x="299660" y="266189"/>
                  </a:lnTo>
                  <a:lnTo>
                    <a:pt x="302826" y="261935"/>
                  </a:lnTo>
                  <a:lnTo>
                    <a:pt x="305856" y="257582"/>
                  </a:lnTo>
                  <a:lnTo>
                    <a:pt x="308746" y="253136"/>
                  </a:lnTo>
                  <a:lnTo>
                    <a:pt x="311493" y="248600"/>
                  </a:lnTo>
                  <a:lnTo>
                    <a:pt x="314095" y="243980"/>
                  </a:lnTo>
                  <a:lnTo>
                    <a:pt x="316550" y="239279"/>
                  </a:lnTo>
                  <a:lnTo>
                    <a:pt x="318854" y="234503"/>
                  </a:lnTo>
                  <a:lnTo>
                    <a:pt x="321005" y="229656"/>
                  </a:lnTo>
                  <a:lnTo>
                    <a:pt x="323002" y="224743"/>
                  </a:lnTo>
                  <a:lnTo>
                    <a:pt x="324841" y="219769"/>
                  </a:lnTo>
                  <a:lnTo>
                    <a:pt x="326522" y="214740"/>
                  </a:lnTo>
                  <a:lnTo>
                    <a:pt x="328043" y="209660"/>
                  </a:lnTo>
                  <a:lnTo>
                    <a:pt x="329402" y="204534"/>
                  </a:lnTo>
                  <a:lnTo>
                    <a:pt x="330597" y="199368"/>
                  </a:lnTo>
                  <a:lnTo>
                    <a:pt x="331628" y="194166"/>
                  </a:lnTo>
                  <a:lnTo>
                    <a:pt x="332494" y="188934"/>
                  </a:lnTo>
                  <a:lnTo>
                    <a:pt x="333193" y="183677"/>
                  </a:lnTo>
                  <a:lnTo>
                    <a:pt x="333725" y="178401"/>
                  </a:lnTo>
                  <a:lnTo>
                    <a:pt x="334089" y="173111"/>
                  </a:lnTo>
                  <a:lnTo>
                    <a:pt x="334286" y="167812"/>
                  </a:lnTo>
                  <a:lnTo>
                    <a:pt x="334314" y="162509"/>
                  </a:lnTo>
                  <a:lnTo>
                    <a:pt x="334174" y="157208"/>
                  </a:lnTo>
                  <a:lnTo>
                    <a:pt x="333866" y="151914"/>
                  </a:lnTo>
                  <a:lnTo>
                    <a:pt x="333390" y="146632"/>
                  </a:lnTo>
                  <a:lnTo>
                    <a:pt x="332747" y="141368"/>
                  </a:lnTo>
                  <a:lnTo>
                    <a:pt x="331938" y="136128"/>
                  </a:lnTo>
                  <a:lnTo>
                    <a:pt x="330962" y="130915"/>
                  </a:lnTo>
                  <a:lnTo>
                    <a:pt x="329822" y="125736"/>
                  </a:lnTo>
                  <a:lnTo>
                    <a:pt x="328518" y="120596"/>
                  </a:lnTo>
                  <a:lnTo>
                    <a:pt x="327051" y="115500"/>
                  </a:lnTo>
                  <a:lnTo>
                    <a:pt x="325424" y="110453"/>
                  </a:lnTo>
                  <a:lnTo>
                    <a:pt x="323637" y="105460"/>
                  </a:lnTo>
                  <a:lnTo>
                    <a:pt x="321693" y="100526"/>
                  </a:lnTo>
                  <a:lnTo>
                    <a:pt x="319594" y="95657"/>
                  </a:lnTo>
                  <a:lnTo>
                    <a:pt x="317341" y="90856"/>
                  </a:lnTo>
                  <a:lnTo>
                    <a:pt x="314937" y="86130"/>
                  </a:lnTo>
                  <a:lnTo>
                    <a:pt x="312384" y="81482"/>
                  </a:lnTo>
                  <a:lnTo>
                    <a:pt x="309685" y="76917"/>
                  </a:lnTo>
                  <a:lnTo>
                    <a:pt x="306842" y="72440"/>
                  </a:lnTo>
                  <a:lnTo>
                    <a:pt x="303859" y="68056"/>
                  </a:lnTo>
                  <a:lnTo>
                    <a:pt x="300739" y="63768"/>
                  </a:lnTo>
                  <a:lnTo>
                    <a:pt x="297484" y="59582"/>
                  </a:lnTo>
                  <a:lnTo>
                    <a:pt x="294098" y="55501"/>
                  </a:lnTo>
                  <a:lnTo>
                    <a:pt x="290584" y="51529"/>
                  </a:lnTo>
                  <a:lnTo>
                    <a:pt x="286946" y="47671"/>
                  </a:lnTo>
                  <a:lnTo>
                    <a:pt x="283187" y="43930"/>
                  </a:lnTo>
                  <a:lnTo>
                    <a:pt x="279312" y="40310"/>
                  </a:lnTo>
                  <a:lnTo>
                    <a:pt x="275324" y="36815"/>
                  </a:lnTo>
                  <a:lnTo>
                    <a:pt x="271227" y="33448"/>
                  </a:lnTo>
                  <a:lnTo>
                    <a:pt x="267025" y="30213"/>
                  </a:lnTo>
                  <a:lnTo>
                    <a:pt x="167156" y="1642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423235" y="1681503"/>
              <a:ext cx="99869" cy="167167"/>
            </a:xfrm>
            <a:custGeom>
              <a:avLst/>
              <a:pathLst>
                <a:path w="99869" h="167167">
                  <a:moveTo>
                    <a:pt x="99869" y="33111"/>
                  </a:moveTo>
                  <a:lnTo>
                    <a:pt x="95295" y="29822"/>
                  </a:lnTo>
                  <a:lnTo>
                    <a:pt x="90614" y="26689"/>
                  </a:lnTo>
                  <a:lnTo>
                    <a:pt x="85829" y="23716"/>
                  </a:lnTo>
                  <a:lnTo>
                    <a:pt x="80947" y="20905"/>
                  </a:lnTo>
                  <a:lnTo>
                    <a:pt x="75973" y="18261"/>
                  </a:lnTo>
                  <a:lnTo>
                    <a:pt x="70913" y="15786"/>
                  </a:lnTo>
                  <a:lnTo>
                    <a:pt x="65772" y="13483"/>
                  </a:lnTo>
                  <a:lnTo>
                    <a:pt x="60557" y="11354"/>
                  </a:lnTo>
                  <a:lnTo>
                    <a:pt x="55273" y="9402"/>
                  </a:lnTo>
                  <a:lnTo>
                    <a:pt x="49926" y="7629"/>
                  </a:lnTo>
                  <a:lnTo>
                    <a:pt x="44522" y="6038"/>
                  </a:lnTo>
                  <a:lnTo>
                    <a:pt x="39068" y="4629"/>
                  </a:lnTo>
                  <a:lnTo>
                    <a:pt x="33570" y="3405"/>
                  </a:lnTo>
                  <a:lnTo>
                    <a:pt x="28033" y="2367"/>
                  </a:lnTo>
                  <a:lnTo>
                    <a:pt x="22465" y="1516"/>
                  </a:lnTo>
                  <a:lnTo>
                    <a:pt x="16871" y="853"/>
                  </a:lnTo>
                  <a:lnTo>
                    <a:pt x="11258" y="379"/>
                  </a:lnTo>
                  <a:lnTo>
                    <a:pt x="563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853892" y="1322571"/>
              <a:ext cx="334292" cy="334334"/>
            </a:xfrm>
            <a:custGeom>
              <a:avLst/>
              <a:pathLst>
                <a:path w="334292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6"/>
                  </a:lnTo>
                  <a:lnTo>
                    <a:pt x="145984" y="1344"/>
                  </a:lnTo>
                  <a:lnTo>
                    <a:pt x="140733" y="2099"/>
                  </a:lnTo>
                  <a:lnTo>
                    <a:pt x="135509" y="3021"/>
                  </a:lnTo>
                  <a:lnTo>
                    <a:pt x="130317" y="4107"/>
                  </a:lnTo>
                  <a:lnTo>
                    <a:pt x="125162" y="5358"/>
                  </a:lnTo>
                  <a:lnTo>
                    <a:pt x="120049" y="6771"/>
                  </a:lnTo>
                  <a:lnTo>
                    <a:pt x="114984" y="8346"/>
                  </a:lnTo>
                  <a:lnTo>
                    <a:pt x="109971" y="10081"/>
                  </a:lnTo>
                  <a:lnTo>
                    <a:pt x="105015" y="11974"/>
                  </a:lnTo>
                  <a:lnTo>
                    <a:pt x="100123" y="14024"/>
                  </a:lnTo>
                  <a:lnTo>
                    <a:pt x="95297" y="16227"/>
                  </a:lnTo>
                  <a:lnTo>
                    <a:pt x="90545" y="18583"/>
                  </a:lnTo>
                  <a:lnTo>
                    <a:pt x="85869" y="21088"/>
                  </a:lnTo>
                  <a:lnTo>
                    <a:pt x="81275" y="23741"/>
                  </a:lnTo>
                  <a:lnTo>
                    <a:pt x="76767" y="26537"/>
                  </a:lnTo>
                  <a:lnTo>
                    <a:pt x="72351" y="29476"/>
                  </a:lnTo>
                  <a:lnTo>
                    <a:pt x="68030" y="32553"/>
                  </a:lnTo>
                  <a:lnTo>
                    <a:pt x="63809" y="35765"/>
                  </a:lnTo>
                  <a:lnTo>
                    <a:pt x="59692" y="39110"/>
                  </a:lnTo>
                  <a:lnTo>
                    <a:pt x="55683" y="42584"/>
                  </a:lnTo>
                  <a:lnTo>
                    <a:pt x="51786" y="46183"/>
                  </a:lnTo>
                  <a:lnTo>
                    <a:pt x="48006" y="49904"/>
                  </a:lnTo>
                  <a:lnTo>
                    <a:pt x="44345" y="53743"/>
                  </a:lnTo>
                  <a:lnTo>
                    <a:pt x="40808" y="57697"/>
                  </a:lnTo>
                  <a:lnTo>
                    <a:pt x="37398" y="61760"/>
                  </a:lnTo>
                  <a:lnTo>
                    <a:pt x="34119" y="65930"/>
                  </a:lnTo>
                  <a:lnTo>
                    <a:pt x="30974" y="70202"/>
                  </a:lnTo>
                  <a:lnTo>
                    <a:pt x="27966" y="74571"/>
                  </a:lnTo>
                  <a:lnTo>
                    <a:pt x="25099" y="79034"/>
                  </a:lnTo>
                  <a:lnTo>
                    <a:pt x="22374" y="83585"/>
                  </a:lnTo>
                  <a:lnTo>
                    <a:pt x="19795" y="88220"/>
                  </a:lnTo>
                  <a:lnTo>
                    <a:pt x="17364" y="92935"/>
                  </a:lnTo>
                  <a:lnTo>
                    <a:pt x="15084" y="97725"/>
                  </a:lnTo>
                  <a:lnTo>
                    <a:pt x="12957" y="102585"/>
                  </a:lnTo>
                  <a:lnTo>
                    <a:pt x="10986" y="107509"/>
                  </a:lnTo>
                  <a:lnTo>
                    <a:pt x="9172" y="112494"/>
                  </a:lnTo>
                  <a:lnTo>
                    <a:pt x="7517" y="117534"/>
                  </a:lnTo>
                  <a:lnTo>
                    <a:pt x="6022" y="122624"/>
                  </a:lnTo>
                  <a:lnTo>
                    <a:pt x="4690" y="127758"/>
                  </a:lnTo>
                  <a:lnTo>
                    <a:pt x="3522" y="132932"/>
                  </a:lnTo>
                  <a:lnTo>
                    <a:pt x="2518" y="138141"/>
                  </a:lnTo>
                  <a:lnTo>
                    <a:pt x="1680" y="143379"/>
                  </a:lnTo>
                  <a:lnTo>
                    <a:pt x="1008" y="148641"/>
                  </a:lnTo>
                  <a:lnTo>
                    <a:pt x="504" y="153922"/>
                  </a:lnTo>
                  <a:lnTo>
                    <a:pt x="168" y="159216"/>
                  </a:lnTo>
                  <a:lnTo>
                    <a:pt x="0" y="164518"/>
                  </a:lnTo>
                  <a:lnTo>
                    <a:pt x="0" y="169822"/>
                  </a:lnTo>
                  <a:lnTo>
                    <a:pt x="168" y="175124"/>
                  </a:lnTo>
                  <a:lnTo>
                    <a:pt x="505" y="180418"/>
                  </a:lnTo>
                  <a:lnTo>
                    <a:pt x="1009" y="185699"/>
                  </a:lnTo>
                  <a:lnTo>
                    <a:pt x="1680" y="190961"/>
                  </a:lnTo>
                  <a:lnTo>
                    <a:pt x="2519" y="196199"/>
                  </a:lnTo>
                  <a:lnTo>
                    <a:pt x="3523" y="201407"/>
                  </a:lnTo>
                  <a:lnTo>
                    <a:pt x="4692" y="206582"/>
                  </a:lnTo>
                  <a:lnTo>
                    <a:pt x="6024" y="211716"/>
                  </a:lnTo>
                  <a:lnTo>
                    <a:pt x="7518" y="216806"/>
                  </a:lnTo>
                  <a:lnTo>
                    <a:pt x="9174" y="221845"/>
                  </a:lnTo>
                  <a:lnTo>
                    <a:pt x="10988" y="226830"/>
                  </a:lnTo>
                  <a:lnTo>
                    <a:pt x="12960" y="231755"/>
                  </a:lnTo>
                  <a:lnTo>
                    <a:pt x="15087" y="236614"/>
                  </a:lnTo>
                  <a:lnTo>
                    <a:pt x="17367" y="241404"/>
                  </a:lnTo>
                  <a:lnTo>
                    <a:pt x="19797" y="246119"/>
                  </a:lnTo>
                  <a:lnTo>
                    <a:pt x="22377" y="250754"/>
                  </a:lnTo>
                  <a:lnTo>
                    <a:pt x="25102" y="255305"/>
                  </a:lnTo>
                  <a:lnTo>
                    <a:pt x="27970" y="259768"/>
                  </a:lnTo>
                  <a:lnTo>
                    <a:pt x="30978" y="264137"/>
                  </a:lnTo>
                  <a:lnTo>
                    <a:pt x="34123" y="268409"/>
                  </a:lnTo>
                  <a:lnTo>
                    <a:pt x="37402" y="272578"/>
                  </a:lnTo>
                  <a:lnTo>
                    <a:pt x="40812" y="276642"/>
                  </a:lnTo>
                  <a:lnTo>
                    <a:pt x="44349" y="280595"/>
                  </a:lnTo>
                  <a:lnTo>
                    <a:pt x="48010" y="284434"/>
                  </a:lnTo>
                  <a:lnTo>
                    <a:pt x="51790" y="288155"/>
                  </a:lnTo>
                  <a:lnTo>
                    <a:pt x="55687" y="291754"/>
                  </a:lnTo>
                  <a:lnTo>
                    <a:pt x="59696" y="295228"/>
                  </a:lnTo>
                  <a:lnTo>
                    <a:pt x="63814" y="298572"/>
                  </a:lnTo>
                  <a:lnTo>
                    <a:pt x="68035" y="301785"/>
                  </a:lnTo>
                  <a:lnTo>
                    <a:pt x="72356" y="304862"/>
                  </a:lnTo>
                  <a:lnTo>
                    <a:pt x="76773" y="307800"/>
                  </a:lnTo>
                  <a:lnTo>
                    <a:pt x="81280" y="310596"/>
                  </a:lnTo>
                  <a:lnTo>
                    <a:pt x="85874" y="313249"/>
                  </a:lnTo>
                  <a:lnTo>
                    <a:pt x="90550" y="315754"/>
                  </a:lnTo>
                  <a:lnTo>
                    <a:pt x="95303" y="318109"/>
                  </a:lnTo>
                  <a:lnTo>
                    <a:pt x="100128" y="320313"/>
                  </a:lnTo>
                  <a:lnTo>
                    <a:pt x="105021" y="322362"/>
                  </a:lnTo>
                  <a:lnTo>
                    <a:pt x="109976" y="324255"/>
                  </a:lnTo>
                  <a:lnTo>
                    <a:pt x="114989" y="325990"/>
                  </a:lnTo>
                  <a:lnTo>
                    <a:pt x="120055" y="327564"/>
                  </a:lnTo>
                  <a:lnTo>
                    <a:pt x="125167" y="328978"/>
                  </a:lnTo>
                  <a:lnTo>
                    <a:pt x="130323" y="330228"/>
                  </a:lnTo>
                  <a:lnTo>
                    <a:pt x="135515" y="331315"/>
                  </a:lnTo>
                  <a:lnTo>
                    <a:pt x="140739" y="332235"/>
                  </a:lnTo>
                  <a:lnTo>
                    <a:pt x="145989" y="332990"/>
                  </a:lnTo>
                  <a:lnTo>
                    <a:pt x="151261" y="333578"/>
                  </a:lnTo>
                  <a:lnTo>
                    <a:pt x="156549" y="333998"/>
                  </a:lnTo>
                  <a:lnTo>
                    <a:pt x="161848" y="334250"/>
                  </a:lnTo>
                  <a:lnTo>
                    <a:pt x="167152" y="334334"/>
                  </a:lnTo>
                  <a:lnTo>
                    <a:pt x="172456" y="334250"/>
                  </a:lnTo>
                  <a:lnTo>
                    <a:pt x="177754" y="333997"/>
                  </a:lnTo>
                  <a:lnTo>
                    <a:pt x="183042" y="333577"/>
                  </a:lnTo>
                  <a:lnTo>
                    <a:pt x="188314" y="332989"/>
                  </a:lnTo>
                  <a:lnTo>
                    <a:pt x="193565" y="332234"/>
                  </a:lnTo>
                  <a:lnTo>
                    <a:pt x="198789" y="331312"/>
                  </a:lnTo>
                  <a:lnTo>
                    <a:pt x="203981" y="330226"/>
                  </a:lnTo>
                  <a:lnTo>
                    <a:pt x="209136" y="328975"/>
                  </a:lnTo>
                  <a:lnTo>
                    <a:pt x="214249" y="327561"/>
                  </a:lnTo>
                  <a:lnTo>
                    <a:pt x="219314" y="325986"/>
                  </a:lnTo>
                  <a:lnTo>
                    <a:pt x="224327" y="324251"/>
                  </a:lnTo>
                  <a:lnTo>
                    <a:pt x="229282" y="322357"/>
                  </a:lnTo>
                  <a:lnTo>
                    <a:pt x="234175" y="320308"/>
                  </a:lnTo>
                  <a:lnTo>
                    <a:pt x="239000" y="318104"/>
                  </a:lnTo>
                  <a:lnTo>
                    <a:pt x="243753" y="315748"/>
                  </a:lnTo>
                  <a:lnTo>
                    <a:pt x="248428" y="313243"/>
                  </a:lnTo>
                  <a:lnTo>
                    <a:pt x="253022" y="310590"/>
                  </a:lnTo>
                  <a:lnTo>
                    <a:pt x="257529" y="307793"/>
                  </a:lnTo>
                  <a:lnTo>
                    <a:pt x="261946" y="304855"/>
                  </a:lnTo>
                  <a:lnTo>
                    <a:pt x="266267" y="301778"/>
                  </a:lnTo>
                  <a:lnTo>
                    <a:pt x="270488" y="298565"/>
                  </a:lnTo>
                  <a:lnTo>
                    <a:pt x="274605" y="295220"/>
                  </a:lnTo>
                  <a:lnTo>
                    <a:pt x="278613" y="291746"/>
                  </a:lnTo>
                  <a:lnTo>
                    <a:pt x="282510" y="288147"/>
                  </a:lnTo>
                  <a:lnTo>
                    <a:pt x="286290" y="284425"/>
                  </a:lnTo>
                  <a:lnTo>
                    <a:pt x="289951" y="280586"/>
                  </a:lnTo>
                  <a:lnTo>
                    <a:pt x="293488" y="276633"/>
                  </a:lnTo>
                  <a:lnTo>
                    <a:pt x="296897" y="272569"/>
                  </a:lnTo>
                  <a:lnTo>
                    <a:pt x="300176" y="268399"/>
                  </a:lnTo>
                  <a:lnTo>
                    <a:pt x="303321" y="264127"/>
                  </a:lnTo>
                  <a:lnTo>
                    <a:pt x="306329" y="259758"/>
                  </a:lnTo>
                  <a:lnTo>
                    <a:pt x="309197" y="255295"/>
                  </a:lnTo>
                  <a:lnTo>
                    <a:pt x="311921" y="250744"/>
                  </a:lnTo>
                  <a:lnTo>
                    <a:pt x="314500" y="246108"/>
                  </a:lnTo>
                  <a:lnTo>
                    <a:pt x="316931" y="241393"/>
                  </a:lnTo>
                  <a:lnTo>
                    <a:pt x="319210" y="236603"/>
                  </a:lnTo>
                  <a:lnTo>
                    <a:pt x="321337" y="231744"/>
                  </a:lnTo>
                  <a:lnTo>
                    <a:pt x="323308" y="226819"/>
                  </a:lnTo>
                  <a:lnTo>
                    <a:pt x="325122" y="221834"/>
                  </a:lnTo>
                  <a:lnTo>
                    <a:pt x="326777" y="216794"/>
                  </a:lnTo>
                  <a:lnTo>
                    <a:pt x="328271" y="211705"/>
                  </a:lnTo>
                  <a:lnTo>
                    <a:pt x="329603" y="206570"/>
                  </a:lnTo>
                  <a:lnTo>
                    <a:pt x="330772" y="201396"/>
                  </a:lnTo>
                  <a:lnTo>
                    <a:pt x="331775" y="196187"/>
                  </a:lnTo>
                  <a:lnTo>
                    <a:pt x="332613" y="190949"/>
                  </a:lnTo>
                  <a:lnTo>
                    <a:pt x="333284" y="185687"/>
                  </a:lnTo>
                  <a:lnTo>
                    <a:pt x="333788" y="180406"/>
                  </a:lnTo>
                  <a:lnTo>
                    <a:pt x="334124" y="175112"/>
                  </a:lnTo>
                  <a:lnTo>
                    <a:pt x="334292" y="169810"/>
                  </a:lnTo>
                  <a:lnTo>
                    <a:pt x="334292" y="164506"/>
                  </a:lnTo>
                  <a:lnTo>
                    <a:pt x="334124" y="159204"/>
                  </a:lnTo>
                  <a:lnTo>
                    <a:pt x="333787" y="153910"/>
                  </a:lnTo>
                  <a:lnTo>
                    <a:pt x="333282" y="148629"/>
                  </a:lnTo>
                  <a:lnTo>
                    <a:pt x="332611" y="143367"/>
                  </a:lnTo>
                  <a:lnTo>
                    <a:pt x="331772" y="138129"/>
                  </a:lnTo>
                  <a:lnTo>
                    <a:pt x="330768" y="132921"/>
                  </a:lnTo>
                  <a:lnTo>
                    <a:pt x="329599" y="127747"/>
                  </a:lnTo>
                  <a:lnTo>
                    <a:pt x="328266" y="122612"/>
                  </a:lnTo>
                  <a:lnTo>
                    <a:pt x="326772" y="117522"/>
                  </a:lnTo>
                  <a:lnTo>
                    <a:pt x="325116" y="112483"/>
                  </a:lnTo>
                  <a:lnTo>
                    <a:pt x="323302" y="107498"/>
                  </a:lnTo>
                  <a:lnTo>
                    <a:pt x="321330" y="102574"/>
                  </a:lnTo>
                  <a:lnTo>
                    <a:pt x="319203" y="97714"/>
                  </a:lnTo>
                  <a:lnTo>
                    <a:pt x="316923" y="92925"/>
                  </a:lnTo>
                  <a:lnTo>
                    <a:pt x="314492" y="88210"/>
                  </a:lnTo>
                  <a:lnTo>
                    <a:pt x="311912" y="83575"/>
                  </a:lnTo>
                  <a:lnTo>
                    <a:pt x="309187" y="79024"/>
                  </a:lnTo>
                  <a:lnTo>
                    <a:pt x="306319" y="74561"/>
                  </a:lnTo>
                  <a:lnTo>
                    <a:pt x="303311" y="70192"/>
                  </a:lnTo>
                  <a:lnTo>
                    <a:pt x="300165" y="65921"/>
                  </a:lnTo>
                  <a:lnTo>
                    <a:pt x="296886" y="61751"/>
                  </a:lnTo>
                  <a:lnTo>
                    <a:pt x="293476" y="57688"/>
                  </a:lnTo>
                  <a:lnTo>
                    <a:pt x="289939" y="53735"/>
                  </a:lnTo>
                  <a:lnTo>
                    <a:pt x="286278" y="49896"/>
                  </a:lnTo>
                  <a:lnTo>
                    <a:pt x="282497" y="46175"/>
                  </a:lnTo>
                  <a:lnTo>
                    <a:pt x="278600" y="42576"/>
                  </a:lnTo>
                  <a:lnTo>
                    <a:pt x="274591" y="39102"/>
                  </a:lnTo>
                  <a:lnTo>
                    <a:pt x="270474" y="35758"/>
                  </a:lnTo>
                  <a:lnTo>
                    <a:pt x="266252" y="32546"/>
                  </a:lnTo>
                  <a:lnTo>
                    <a:pt x="261931" y="29469"/>
                  </a:lnTo>
                  <a:lnTo>
                    <a:pt x="257514" y="26531"/>
                  </a:lnTo>
                  <a:lnTo>
                    <a:pt x="253007" y="23734"/>
                  </a:lnTo>
                  <a:lnTo>
                    <a:pt x="248413" y="21082"/>
                  </a:lnTo>
                  <a:lnTo>
                    <a:pt x="243737" y="18578"/>
                  </a:lnTo>
                  <a:lnTo>
                    <a:pt x="238984" y="16222"/>
                  </a:lnTo>
                  <a:lnTo>
                    <a:pt x="234158" y="14019"/>
                  </a:lnTo>
                  <a:lnTo>
                    <a:pt x="229265" y="11970"/>
                  </a:lnTo>
                  <a:lnTo>
                    <a:pt x="224310" y="10077"/>
                  </a:lnTo>
                  <a:lnTo>
                    <a:pt x="219297" y="8342"/>
                  </a:lnTo>
                  <a:lnTo>
                    <a:pt x="214232" y="6768"/>
                  </a:lnTo>
                  <a:lnTo>
                    <a:pt x="209119" y="5355"/>
                  </a:lnTo>
                  <a:lnTo>
                    <a:pt x="203963" y="4104"/>
                  </a:lnTo>
                  <a:lnTo>
                    <a:pt x="198771" y="3018"/>
                  </a:lnTo>
                  <a:lnTo>
                    <a:pt x="193547" y="2097"/>
                  </a:lnTo>
                  <a:lnTo>
                    <a:pt x="188296" y="1343"/>
                  </a:lnTo>
                  <a:lnTo>
                    <a:pt x="183025" y="755"/>
                  </a:lnTo>
                  <a:lnTo>
                    <a:pt x="177737" y="335"/>
                  </a:lnTo>
                  <a:lnTo>
                    <a:pt x="172438" y="8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55"/>
              <a:ext cx="5292" cy="167083"/>
            </a:xfrm>
            <a:custGeom>
              <a:avLst/>
              <a:pathLst>
                <a:path w="5292" h="167083">
                  <a:moveTo>
                    <a:pt x="5292" y="0"/>
                  </a:moveTo>
                  <a:lnTo>
                    <a:pt x="0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378100" y="1071028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2" y="334"/>
                  </a:lnTo>
                  <a:lnTo>
                    <a:pt x="151323" y="751"/>
                  </a:lnTo>
                  <a:lnTo>
                    <a:pt x="146069" y="1335"/>
                  </a:lnTo>
                  <a:lnTo>
                    <a:pt x="140836" y="2085"/>
                  </a:lnTo>
                  <a:lnTo>
                    <a:pt x="135630" y="3000"/>
                  </a:lnTo>
                  <a:lnTo>
                    <a:pt x="130455" y="4078"/>
                  </a:lnTo>
                  <a:lnTo>
                    <a:pt x="125317" y="5320"/>
                  </a:lnTo>
                  <a:lnTo>
                    <a:pt x="120221" y="6724"/>
                  </a:lnTo>
                  <a:lnTo>
                    <a:pt x="115171" y="8289"/>
                  </a:lnTo>
                  <a:lnTo>
                    <a:pt x="110174" y="10012"/>
                  </a:lnTo>
                  <a:lnTo>
                    <a:pt x="105233" y="11892"/>
                  </a:lnTo>
                  <a:lnTo>
                    <a:pt x="100355" y="13928"/>
                  </a:lnTo>
                  <a:lnTo>
                    <a:pt x="95543" y="16116"/>
                  </a:lnTo>
                  <a:lnTo>
                    <a:pt x="90803" y="18456"/>
                  </a:lnTo>
                  <a:lnTo>
                    <a:pt x="86139" y="20945"/>
                  </a:lnTo>
                  <a:lnTo>
                    <a:pt x="81557" y="23579"/>
                  </a:lnTo>
                  <a:lnTo>
                    <a:pt x="77059" y="26358"/>
                  </a:lnTo>
                  <a:lnTo>
                    <a:pt x="72652" y="29277"/>
                  </a:lnTo>
                  <a:lnTo>
                    <a:pt x="68340" y="32334"/>
                  </a:lnTo>
                  <a:lnTo>
                    <a:pt x="64126" y="35526"/>
                  </a:lnTo>
                  <a:lnTo>
                    <a:pt x="60015" y="38849"/>
                  </a:lnTo>
                  <a:lnTo>
                    <a:pt x="56012" y="42301"/>
                  </a:lnTo>
                  <a:lnTo>
                    <a:pt x="52119" y="45878"/>
                  </a:lnTo>
                  <a:lnTo>
                    <a:pt x="48342" y="49576"/>
                  </a:lnTo>
                  <a:lnTo>
                    <a:pt x="44684" y="53391"/>
                  </a:lnTo>
                  <a:lnTo>
                    <a:pt x="41147" y="57320"/>
                  </a:lnTo>
                  <a:lnTo>
                    <a:pt x="37737" y="61359"/>
                  </a:lnTo>
                  <a:lnTo>
                    <a:pt x="34457" y="65504"/>
                  </a:lnTo>
                  <a:lnTo>
                    <a:pt x="31309" y="69751"/>
                  </a:lnTo>
                  <a:lnTo>
                    <a:pt x="28296" y="74095"/>
                  </a:lnTo>
                  <a:lnTo>
                    <a:pt x="25423" y="78532"/>
                  </a:lnTo>
                  <a:lnTo>
                    <a:pt x="22692" y="83057"/>
                  </a:lnTo>
                  <a:lnTo>
                    <a:pt x="20104" y="87667"/>
                  </a:lnTo>
                  <a:lnTo>
                    <a:pt x="17664" y="92357"/>
                  </a:lnTo>
                  <a:lnTo>
                    <a:pt x="15374" y="97121"/>
                  </a:lnTo>
                  <a:lnTo>
                    <a:pt x="13235" y="101955"/>
                  </a:lnTo>
                  <a:lnTo>
                    <a:pt x="11250" y="106854"/>
                  </a:lnTo>
                  <a:lnTo>
                    <a:pt x="9421" y="111814"/>
                  </a:lnTo>
                  <a:lnTo>
                    <a:pt x="7750" y="116829"/>
                  </a:lnTo>
                  <a:lnTo>
                    <a:pt x="6238" y="121894"/>
                  </a:lnTo>
                  <a:lnTo>
                    <a:pt x="4887" y="127005"/>
                  </a:lnTo>
                  <a:lnTo>
                    <a:pt x="3698" y="132155"/>
                  </a:lnTo>
                  <a:lnTo>
                    <a:pt x="2673" y="137341"/>
                  </a:lnTo>
                  <a:lnTo>
                    <a:pt x="1812" y="142557"/>
                  </a:lnTo>
                  <a:lnTo>
                    <a:pt x="1117" y="147797"/>
                  </a:lnTo>
                  <a:lnTo>
                    <a:pt x="587" y="153056"/>
                  </a:lnTo>
                  <a:lnTo>
                    <a:pt x="224" y="158330"/>
                  </a:lnTo>
                  <a:lnTo>
                    <a:pt x="28" y="163612"/>
                  </a:lnTo>
                  <a:lnTo>
                    <a:pt x="0" y="168899"/>
                  </a:lnTo>
                  <a:lnTo>
                    <a:pt x="138" y="174183"/>
                  </a:lnTo>
                  <a:lnTo>
                    <a:pt x="443" y="179460"/>
                  </a:lnTo>
                  <a:lnTo>
                    <a:pt x="915" y="184725"/>
                  </a:lnTo>
                  <a:lnTo>
                    <a:pt x="1553" y="189973"/>
                  </a:lnTo>
                  <a:lnTo>
                    <a:pt x="2357" y="195197"/>
                  </a:lnTo>
                  <a:lnTo>
                    <a:pt x="3326" y="200394"/>
                  </a:lnTo>
                  <a:lnTo>
                    <a:pt x="4458" y="205557"/>
                  </a:lnTo>
                  <a:lnTo>
                    <a:pt x="5754" y="210682"/>
                  </a:lnTo>
                  <a:lnTo>
                    <a:pt x="7210" y="215764"/>
                  </a:lnTo>
                  <a:lnTo>
                    <a:pt x="8827" y="220797"/>
                  </a:lnTo>
                  <a:lnTo>
                    <a:pt x="10601" y="225776"/>
                  </a:lnTo>
                  <a:lnTo>
                    <a:pt x="12533" y="230697"/>
                  </a:lnTo>
                  <a:lnTo>
                    <a:pt x="14619" y="235554"/>
                  </a:lnTo>
                  <a:lnTo>
                    <a:pt x="16857" y="240343"/>
                  </a:lnTo>
                  <a:lnTo>
                    <a:pt x="19246" y="245058"/>
                  </a:lnTo>
                  <a:lnTo>
                    <a:pt x="21783" y="249696"/>
                  </a:lnTo>
                  <a:lnTo>
                    <a:pt x="24465" y="254251"/>
                  </a:lnTo>
                  <a:lnTo>
                    <a:pt x="27290" y="258719"/>
                  </a:lnTo>
                  <a:lnTo>
                    <a:pt x="30254" y="263096"/>
                  </a:lnTo>
                  <a:lnTo>
                    <a:pt x="33356" y="267376"/>
                  </a:lnTo>
                  <a:lnTo>
                    <a:pt x="36591" y="271557"/>
                  </a:lnTo>
                  <a:lnTo>
                    <a:pt x="39957" y="275633"/>
                  </a:lnTo>
                  <a:lnTo>
                    <a:pt x="43450" y="279600"/>
                  </a:lnTo>
                  <a:lnTo>
                    <a:pt x="47067" y="283456"/>
                  </a:lnTo>
                  <a:lnTo>
                    <a:pt x="50804" y="287194"/>
                  </a:lnTo>
                  <a:lnTo>
                    <a:pt x="54657" y="290813"/>
                  </a:lnTo>
                  <a:lnTo>
                    <a:pt x="58622" y="294309"/>
                  </a:lnTo>
                  <a:lnTo>
                    <a:pt x="62697" y="297677"/>
                  </a:lnTo>
                  <a:lnTo>
                    <a:pt x="66875" y="300914"/>
                  </a:lnTo>
                  <a:lnTo>
                    <a:pt x="71154" y="304018"/>
                  </a:lnTo>
                  <a:lnTo>
                    <a:pt x="75529" y="306985"/>
                  </a:lnTo>
                  <a:lnTo>
                    <a:pt x="79996" y="309812"/>
                  </a:lnTo>
                  <a:lnTo>
                    <a:pt x="84549" y="312497"/>
                  </a:lnTo>
                  <a:lnTo>
                    <a:pt x="89186" y="315036"/>
                  </a:lnTo>
                  <a:lnTo>
                    <a:pt x="93900" y="317427"/>
                  </a:lnTo>
                  <a:lnTo>
                    <a:pt x="98688" y="319669"/>
                  </a:lnTo>
                  <a:lnTo>
                    <a:pt x="103544" y="321757"/>
                  </a:lnTo>
                  <a:lnTo>
                    <a:pt x="108463" y="323691"/>
                  </a:lnTo>
                  <a:lnTo>
                    <a:pt x="113442" y="325469"/>
                  </a:lnTo>
                  <a:lnTo>
                    <a:pt x="118474" y="327088"/>
                  </a:lnTo>
                  <a:lnTo>
                    <a:pt x="123554" y="328547"/>
                  </a:lnTo>
                  <a:lnTo>
                    <a:pt x="128679" y="329845"/>
                  </a:lnTo>
                  <a:lnTo>
                    <a:pt x="133841" y="330981"/>
                  </a:lnTo>
                  <a:lnTo>
                    <a:pt x="139037" y="331952"/>
                  </a:lnTo>
                  <a:lnTo>
                    <a:pt x="144262" y="332759"/>
                  </a:lnTo>
                  <a:lnTo>
                    <a:pt x="149509" y="333400"/>
                  </a:lnTo>
                  <a:lnTo>
                    <a:pt x="154774" y="333875"/>
                  </a:lnTo>
                  <a:lnTo>
                    <a:pt x="160051" y="334183"/>
                  </a:lnTo>
                  <a:lnTo>
                    <a:pt x="165335" y="334324"/>
                  </a:lnTo>
                  <a:lnTo>
                    <a:pt x="170621" y="334299"/>
                  </a:lnTo>
                  <a:lnTo>
                    <a:pt x="175904" y="334105"/>
                  </a:lnTo>
                  <a:lnTo>
                    <a:pt x="181177" y="333745"/>
                  </a:lnTo>
                  <a:lnTo>
                    <a:pt x="186437" y="333219"/>
                  </a:lnTo>
                  <a:lnTo>
                    <a:pt x="191678" y="332526"/>
                  </a:lnTo>
                  <a:lnTo>
                    <a:pt x="196894" y="331668"/>
                  </a:lnTo>
                  <a:lnTo>
                    <a:pt x="202080" y="330646"/>
                  </a:lnTo>
                  <a:lnTo>
                    <a:pt x="207232" y="329460"/>
                  </a:lnTo>
                  <a:lnTo>
                    <a:pt x="212343" y="328112"/>
                  </a:lnTo>
                  <a:lnTo>
                    <a:pt x="217409" y="326603"/>
                  </a:lnTo>
                  <a:lnTo>
                    <a:pt x="222425" y="324934"/>
                  </a:lnTo>
                  <a:lnTo>
                    <a:pt x="227386" y="323108"/>
                  </a:lnTo>
                  <a:lnTo>
                    <a:pt x="232286" y="321126"/>
                  </a:lnTo>
                  <a:lnTo>
                    <a:pt x="237121" y="318990"/>
                  </a:lnTo>
                  <a:lnTo>
                    <a:pt x="241887" y="316702"/>
                  </a:lnTo>
                  <a:lnTo>
                    <a:pt x="246577" y="314264"/>
                  </a:lnTo>
                  <a:lnTo>
                    <a:pt x="251188" y="311679"/>
                  </a:lnTo>
                  <a:lnTo>
                    <a:pt x="255716" y="308950"/>
                  </a:lnTo>
                  <a:lnTo>
                    <a:pt x="260154" y="306079"/>
                  </a:lnTo>
                  <a:lnTo>
                    <a:pt x="264500" y="303070"/>
                  </a:lnTo>
                  <a:lnTo>
                    <a:pt x="268748" y="299924"/>
                  </a:lnTo>
                  <a:lnTo>
                    <a:pt x="272895" y="296645"/>
                  </a:lnTo>
                  <a:lnTo>
                    <a:pt x="276936" y="293238"/>
                  </a:lnTo>
                  <a:lnTo>
                    <a:pt x="280867" y="289704"/>
                  </a:lnTo>
                  <a:lnTo>
                    <a:pt x="284684" y="286047"/>
                  </a:lnTo>
                  <a:lnTo>
                    <a:pt x="288384" y="282272"/>
                  </a:lnTo>
                  <a:lnTo>
                    <a:pt x="291963" y="278381"/>
                  </a:lnTo>
                  <a:lnTo>
                    <a:pt x="295417" y="274380"/>
                  </a:lnTo>
                  <a:lnTo>
                    <a:pt x="298743" y="270271"/>
                  </a:lnTo>
                  <a:lnTo>
                    <a:pt x="301937" y="266059"/>
                  </a:lnTo>
                  <a:lnTo>
                    <a:pt x="304996" y="261748"/>
                  </a:lnTo>
                  <a:lnTo>
                    <a:pt x="307918" y="257342"/>
                  </a:lnTo>
                  <a:lnTo>
                    <a:pt x="310699" y="252847"/>
                  </a:lnTo>
                  <a:lnTo>
                    <a:pt x="313336" y="248266"/>
                  </a:lnTo>
                  <a:lnTo>
                    <a:pt x="315827" y="243603"/>
                  </a:lnTo>
                  <a:lnTo>
                    <a:pt x="318169" y="238864"/>
                  </a:lnTo>
                  <a:lnTo>
                    <a:pt x="320361" y="234054"/>
                  </a:lnTo>
                  <a:lnTo>
                    <a:pt x="322399" y="229177"/>
                  </a:lnTo>
                  <a:lnTo>
                    <a:pt x="324282" y="224237"/>
                  </a:lnTo>
                  <a:lnTo>
                    <a:pt x="326008" y="219241"/>
                  </a:lnTo>
                  <a:lnTo>
                    <a:pt x="327575" y="214192"/>
                  </a:lnTo>
                  <a:lnTo>
                    <a:pt x="328981" y="209097"/>
                  </a:lnTo>
                  <a:lnTo>
                    <a:pt x="330226" y="203959"/>
                  </a:lnTo>
                  <a:lnTo>
                    <a:pt x="331308" y="198785"/>
                  </a:lnTo>
                  <a:lnTo>
                    <a:pt x="332226" y="193579"/>
                  </a:lnTo>
                  <a:lnTo>
                    <a:pt x="332978" y="188347"/>
                  </a:lnTo>
                  <a:lnTo>
                    <a:pt x="333565" y="183093"/>
                  </a:lnTo>
                  <a:lnTo>
                    <a:pt x="333985" y="177824"/>
                  </a:lnTo>
                  <a:lnTo>
                    <a:pt x="334239" y="172544"/>
                  </a:lnTo>
                  <a:lnTo>
                    <a:pt x="334325" y="167258"/>
                  </a:lnTo>
                  <a:lnTo>
                    <a:pt x="334245" y="161973"/>
                  </a:lnTo>
                  <a:lnTo>
                    <a:pt x="333997" y="156693"/>
                  </a:lnTo>
                  <a:lnTo>
                    <a:pt x="333582" y="151423"/>
                  </a:lnTo>
                  <a:lnTo>
                    <a:pt x="333001" y="146169"/>
                  </a:lnTo>
                  <a:lnTo>
                    <a:pt x="332255" y="140936"/>
                  </a:lnTo>
                  <a:lnTo>
                    <a:pt x="331343" y="135729"/>
                  </a:lnTo>
                  <a:lnTo>
                    <a:pt x="330266" y="130553"/>
                  </a:lnTo>
                  <a:lnTo>
                    <a:pt x="329027" y="125414"/>
                  </a:lnTo>
                  <a:lnTo>
                    <a:pt x="327626" y="120317"/>
                  </a:lnTo>
                  <a:lnTo>
                    <a:pt x="326065" y="115267"/>
                  </a:lnTo>
                  <a:lnTo>
                    <a:pt x="324344" y="110269"/>
                  </a:lnTo>
                  <a:lnTo>
                    <a:pt x="322467" y="105327"/>
                  </a:lnTo>
                  <a:lnTo>
                    <a:pt x="320434" y="100448"/>
                  </a:lnTo>
                  <a:lnTo>
                    <a:pt x="318248" y="95635"/>
                  </a:lnTo>
                  <a:lnTo>
                    <a:pt x="315910" y="90893"/>
                  </a:lnTo>
                  <a:lnTo>
                    <a:pt x="313424" y="86228"/>
                  </a:lnTo>
                  <a:lnTo>
                    <a:pt x="310792" y="81644"/>
                  </a:lnTo>
                  <a:lnTo>
                    <a:pt x="308016" y="77146"/>
                  </a:lnTo>
                  <a:lnTo>
                    <a:pt x="305100" y="72737"/>
                  </a:lnTo>
                  <a:lnTo>
                    <a:pt x="302045" y="68423"/>
                  </a:lnTo>
                  <a:lnTo>
                    <a:pt x="298856" y="64207"/>
                  </a:lnTo>
                  <a:lnTo>
                    <a:pt x="295534" y="60095"/>
                  </a:lnTo>
                  <a:lnTo>
                    <a:pt x="292085" y="56089"/>
                  </a:lnTo>
                  <a:lnTo>
                    <a:pt x="288510" y="52195"/>
                  </a:lnTo>
                  <a:lnTo>
                    <a:pt x="284814" y="48415"/>
                  </a:lnTo>
                  <a:lnTo>
                    <a:pt x="281001" y="44755"/>
                  </a:lnTo>
                  <a:lnTo>
                    <a:pt x="277074" y="41217"/>
                  </a:lnTo>
                  <a:lnTo>
                    <a:pt x="273036" y="37804"/>
                  </a:lnTo>
                  <a:lnTo>
                    <a:pt x="268893" y="34521"/>
                  </a:lnTo>
                  <a:lnTo>
                    <a:pt x="264648" y="31371"/>
                  </a:lnTo>
                  <a:lnTo>
                    <a:pt x="260306" y="2835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099385"/>
              <a:ext cx="93148" cy="138810"/>
            </a:xfrm>
            <a:custGeom>
              <a:avLst/>
              <a:pathLst>
                <a:path w="93148" h="138810">
                  <a:moveTo>
                    <a:pt x="93148" y="0"/>
                  </a:moveTo>
                  <a:lnTo>
                    <a:pt x="0" y="1388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098410"/>
              <a:ext cx="93148" cy="139785"/>
            </a:xfrm>
            <a:custGeom>
              <a:avLst/>
              <a:pathLst>
                <a:path w="93148" h="139785">
                  <a:moveTo>
                    <a:pt x="93148" y="975"/>
                  </a:moveTo>
                  <a:lnTo>
                    <a:pt x="91677" y="0"/>
                  </a:lnTo>
                  <a:lnTo>
                    <a:pt x="0" y="1397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071028"/>
              <a:ext cx="91677" cy="167167"/>
            </a:xfrm>
            <a:custGeom>
              <a:avLst/>
              <a:pathLst>
                <a:path w="91677" h="167167">
                  <a:moveTo>
                    <a:pt x="91677" y="27381"/>
                  </a:moveTo>
                  <a:lnTo>
                    <a:pt x="86852" y="24333"/>
                  </a:lnTo>
                  <a:lnTo>
                    <a:pt x="81925" y="21451"/>
                  </a:lnTo>
                  <a:lnTo>
                    <a:pt x="76903" y="18739"/>
                  </a:lnTo>
                  <a:lnTo>
                    <a:pt x="71791" y="16200"/>
                  </a:lnTo>
                  <a:lnTo>
                    <a:pt x="66595" y="13837"/>
                  </a:lnTo>
                  <a:lnTo>
                    <a:pt x="61322" y="11653"/>
                  </a:lnTo>
                  <a:lnTo>
                    <a:pt x="55977" y="9650"/>
                  </a:lnTo>
                  <a:lnTo>
                    <a:pt x="50567" y="7831"/>
                  </a:lnTo>
                  <a:lnTo>
                    <a:pt x="45098" y="6198"/>
                  </a:lnTo>
                  <a:lnTo>
                    <a:pt x="39576" y="4752"/>
                  </a:lnTo>
                  <a:lnTo>
                    <a:pt x="34009" y="3496"/>
                  </a:lnTo>
                  <a:lnTo>
                    <a:pt x="28401" y="2430"/>
                  </a:lnTo>
                  <a:lnTo>
                    <a:pt x="22761" y="1556"/>
                  </a:lnTo>
                  <a:lnTo>
                    <a:pt x="17094" y="876"/>
                  </a:lnTo>
                  <a:lnTo>
                    <a:pt x="11407" y="389"/>
                  </a:lnTo>
                  <a:lnTo>
                    <a:pt x="570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28936" y="941493"/>
              <a:ext cx="94607" cy="167167"/>
            </a:xfrm>
            <a:custGeom>
              <a:avLst/>
              <a:pathLst>
                <a:path w="94607" h="167167">
                  <a:moveTo>
                    <a:pt x="94607" y="0"/>
                  </a:moveTo>
                  <a:lnTo>
                    <a:pt x="89022" y="93"/>
                  </a:lnTo>
                  <a:lnTo>
                    <a:pt x="83442" y="373"/>
                  </a:lnTo>
                  <a:lnTo>
                    <a:pt x="77875" y="839"/>
                  </a:lnTo>
                  <a:lnTo>
                    <a:pt x="72326" y="1491"/>
                  </a:lnTo>
                  <a:lnTo>
                    <a:pt x="66803" y="2328"/>
                  </a:lnTo>
                  <a:lnTo>
                    <a:pt x="61310" y="3349"/>
                  </a:lnTo>
                  <a:lnTo>
                    <a:pt x="55855" y="4553"/>
                  </a:lnTo>
                  <a:lnTo>
                    <a:pt x="50443" y="5939"/>
                  </a:lnTo>
                  <a:lnTo>
                    <a:pt x="45080" y="7505"/>
                  </a:lnTo>
                  <a:lnTo>
                    <a:pt x="39772" y="9249"/>
                  </a:lnTo>
                  <a:lnTo>
                    <a:pt x="34526" y="11170"/>
                  </a:lnTo>
                  <a:lnTo>
                    <a:pt x="29347" y="13264"/>
                  </a:lnTo>
                  <a:lnTo>
                    <a:pt x="24241" y="15531"/>
                  </a:lnTo>
                  <a:lnTo>
                    <a:pt x="19213" y="17967"/>
                  </a:lnTo>
                  <a:lnTo>
                    <a:pt x="14270" y="20569"/>
                  </a:lnTo>
                  <a:lnTo>
                    <a:pt x="9416" y="23336"/>
                  </a:lnTo>
                  <a:lnTo>
                    <a:pt x="4658" y="26263"/>
                  </a:lnTo>
                  <a:lnTo>
                    <a:pt x="0" y="29347"/>
                  </a:lnTo>
                  <a:lnTo>
                    <a:pt x="9460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8936" y="97084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56392" y="970840"/>
              <a:ext cx="334308" cy="304986"/>
            </a:xfrm>
            <a:custGeom>
              <a:avLst/>
              <a:pathLst>
                <a:path w="334308" h="304986">
                  <a:moveTo>
                    <a:pt x="72543" y="0"/>
                  </a:moveTo>
                  <a:lnTo>
                    <a:pt x="68222" y="3068"/>
                  </a:lnTo>
                  <a:lnTo>
                    <a:pt x="63999" y="6272"/>
                  </a:lnTo>
                  <a:lnTo>
                    <a:pt x="59881" y="9609"/>
                  </a:lnTo>
                  <a:lnTo>
                    <a:pt x="55870" y="13074"/>
                  </a:lnTo>
                  <a:lnTo>
                    <a:pt x="51971" y="16664"/>
                  </a:lnTo>
                  <a:lnTo>
                    <a:pt x="48188" y="20377"/>
                  </a:lnTo>
                  <a:lnTo>
                    <a:pt x="44525" y="24207"/>
                  </a:lnTo>
                  <a:lnTo>
                    <a:pt x="40984" y="28152"/>
                  </a:lnTo>
                  <a:lnTo>
                    <a:pt x="37571" y="32207"/>
                  </a:lnTo>
                  <a:lnTo>
                    <a:pt x="34288" y="36368"/>
                  </a:lnTo>
                  <a:lnTo>
                    <a:pt x="31138" y="40631"/>
                  </a:lnTo>
                  <a:lnTo>
                    <a:pt x="28126" y="44992"/>
                  </a:lnTo>
                  <a:lnTo>
                    <a:pt x="25253" y="49446"/>
                  </a:lnTo>
                  <a:lnTo>
                    <a:pt x="22522" y="53989"/>
                  </a:lnTo>
                  <a:lnTo>
                    <a:pt x="19937" y="58617"/>
                  </a:lnTo>
                  <a:lnTo>
                    <a:pt x="17500" y="63324"/>
                  </a:lnTo>
                  <a:lnTo>
                    <a:pt x="15214" y="68105"/>
                  </a:lnTo>
                  <a:lnTo>
                    <a:pt x="13080" y="72957"/>
                  </a:lnTo>
                  <a:lnTo>
                    <a:pt x="11101" y="77874"/>
                  </a:lnTo>
                  <a:lnTo>
                    <a:pt x="9279" y="82852"/>
                  </a:lnTo>
                  <a:lnTo>
                    <a:pt x="7616" y="87884"/>
                  </a:lnTo>
                  <a:lnTo>
                    <a:pt x="6113" y="92967"/>
                  </a:lnTo>
                  <a:lnTo>
                    <a:pt x="4772" y="98095"/>
                  </a:lnTo>
                  <a:lnTo>
                    <a:pt x="3594" y="103263"/>
                  </a:lnTo>
                  <a:lnTo>
                    <a:pt x="2581" y="108465"/>
                  </a:lnTo>
                  <a:lnTo>
                    <a:pt x="1733" y="113698"/>
                  </a:lnTo>
                  <a:lnTo>
                    <a:pt x="1052" y="118954"/>
                  </a:lnTo>
                  <a:lnTo>
                    <a:pt x="537" y="124229"/>
                  </a:lnTo>
                  <a:lnTo>
                    <a:pt x="190" y="129518"/>
                  </a:lnTo>
                  <a:lnTo>
                    <a:pt x="11" y="134816"/>
                  </a:lnTo>
                  <a:lnTo>
                    <a:pt x="0" y="140116"/>
                  </a:lnTo>
                  <a:lnTo>
                    <a:pt x="156" y="145414"/>
                  </a:lnTo>
                  <a:lnTo>
                    <a:pt x="481" y="150704"/>
                  </a:lnTo>
                  <a:lnTo>
                    <a:pt x="973" y="155982"/>
                  </a:lnTo>
                  <a:lnTo>
                    <a:pt x="1633" y="161241"/>
                  </a:lnTo>
                  <a:lnTo>
                    <a:pt x="2458" y="166477"/>
                  </a:lnTo>
                  <a:lnTo>
                    <a:pt x="3450" y="171683"/>
                  </a:lnTo>
                  <a:lnTo>
                    <a:pt x="4606" y="176856"/>
                  </a:lnTo>
                  <a:lnTo>
                    <a:pt x="5925" y="181990"/>
                  </a:lnTo>
                  <a:lnTo>
                    <a:pt x="7406" y="187079"/>
                  </a:lnTo>
                  <a:lnTo>
                    <a:pt x="9048" y="192118"/>
                  </a:lnTo>
                  <a:lnTo>
                    <a:pt x="10849" y="197103"/>
                  </a:lnTo>
                  <a:lnTo>
                    <a:pt x="12807" y="202029"/>
                  </a:lnTo>
                  <a:lnTo>
                    <a:pt x="14920" y="206890"/>
                  </a:lnTo>
                  <a:lnTo>
                    <a:pt x="17187" y="211681"/>
                  </a:lnTo>
                  <a:lnTo>
                    <a:pt x="19604" y="216398"/>
                  </a:lnTo>
                  <a:lnTo>
                    <a:pt x="22169" y="221037"/>
                  </a:lnTo>
                  <a:lnTo>
                    <a:pt x="24880" y="225591"/>
                  </a:lnTo>
                  <a:lnTo>
                    <a:pt x="27734" y="230057"/>
                  </a:lnTo>
                  <a:lnTo>
                    <a:pt x="30728" y="234431"/>
                  </a:lnTo>
                  <a:lnTo>
                    <a:pt x="33860" y="238707"/>
                  </a:lnTo>
                  <a:lnTo>
                    <a:pt x="37125" y="242882"/>
                  </a:lnTo>
                  <a:lnTo>
                    <a:pt x="40522" y="246952"/>
                  </a:lnTo>
                  <a:lnTo>
                    <a:pt x="44045" y="250911"/>
                  </a:lnTo>
                  <a:lnTo>
                    <a:pt x="47692" y="254757"/>
                  </a:lnTo>
                  <a:lnTo>
                    <a:pt x="51460" y="258486"/>
                  </a:lnTo>
                  <a:lnTo>
                    <a:pt x="55343" y="262093"/>
                  </a:lnTo>
                  <a:lnTo>
                    <a:pt x="59339" y="265575"/>
                  </a:lnTo>
                  <a:lnTo>
                    <a:pt x="63444" y="268929"/>
                  </a:lnTo>
                  <a:lnTo>
                    <a:pt x="67652" y="272151"/>
                  </a:lnTo>
                  <a:lnTo>
                    <a:pt x="71961" y="275238"/>
                  </a:lnTo>
                  <a:lnTo>
                    <a:pt x="76365" y="278186"/>
                  </a:lnTo>
                  <a:lnTo>
                    <a:pt x="80861" y="280994"/>
                  </a:lnTo>
                  <a:lnTo>
                    <a:pt x="85443" y="283658"/>
                  </a:lnTo>
                  <a:lnTo>
                    <a:pt x="90108" y="286175"/>
                  </a:lnTo>
                  <a:lnTo>
                    <a:pt x="94850" y="288543"/>
                  </a:lnTo>
                  <a:lnTo>
                    <a:pt x="99665" y="290759"/>
                  </a:lnTo>
                  <a:lnTo>
                    <a:pt x="104547" y="292822"/>
                  </a:lnTo>
                  <a:lnTo>
                    <a:pt x="109493" y="294728"/>
                  </a:lnTo>
                  <a:lnTo>
                    <a:pt x="114496" y="296477"/>
                  </a:lnTo>
                  <a:lnTo>
                    <a:pt x="119553" y="298067"/>
                  </a:lnTo>
                  <a:lnTo>
                    <a:pt x="124657" y="299495"/>
                  </a:lnTo>
                  <a:lnTo>
                    <a:pt x="129804" y="300761"/>
                  </a:lnTo>
                  <a:lnTo>
                    <a:pt x="134988" y="301864"/>
                  </a:lnTo>
                  <a:lnTo>
                    <a:pt x="140205" y="302801"/>
                  </a:lnTo>
                  <a:lnTo>
                    <a:pt x="145449" y="303572"/>
                  </a:lnTo>
                  <a:lnTo>
                    <a:pt x="150715" y="304177"/>
                  </a:lnTo>
                  <a:lnTo>
                    <a:pt x="155997" y="304614"/>
                  </a:lnTo>
                  <a:lnTo>
                    <a:pt x="161291" y="304884"/>
                  </a:lnTo>
                  <a:lnTo>
                    <a:pt x="166590" y="304986"/>
                  </a:lnTo>
                  <a:lnTo>
                    <a:pt x="171890" y="304920"/>
                  </a:lnTo>
                  <a:lnTo>
                    <a:pt x="177185" y="304685"/>
                  </a:lnTo>
                  <a:lnTo>
                    <a:pt x="182470" y="304283"/>
                  </a:lnTo>
                  <a:lnTo>
                    <a:pt x="187740" y="303714"/>
                  </a:lnTo>
                  <a:lnTo>
                    <a:pt x="192989" y="302978"/>
                  </a:lnTo>
                  <a:lnTo>
                    <a:pt x="198212" y="302076"/>
                  </a:lnTo>
                  <a:lnTo>
                    <a:pt x="203404" y="301008"/>
                  </a:lnTo>
                  <a:lnTo>
                    <a:pt x="208559" y="299777"/>
                  </a:lnTo>
                  <a:lnTo>
                    <a:pt x="213673" y="298383"/>
                  </a:lnTo>
                  <a:lnTo>
                    <a:pt x="218740" y="296827"/>
                  </a:lnTo>
                  <a:lnTo>
                    <a:pt x="223755" y="295112"/>
                  </a:lnTo>
                  <a:lnTo>
                    <a:pt x="228713" y="293238"/>
                  </a:lnTo>
                  <a:lnTo>
                    <a:pt x="233609" y="291209"/>
                  </a:lnTo>
                  <a:lnTo>
                    <a:pt x="238439" y="289025"/>
                  </a:lnTo>
                  <a:lnTo>
                    <a:pt x="243196" y="286689"/>
                  </a:lnTo>
                  <a:lnTo>
                    <a:pt x="247878" y="284203"/>
                  </a:lnTo>
                  <a:lnTo>
                    <a:pt x="252478" y="281570"/>
                  </a:lnTo>
                  <a:lnTo>
                    <a:pt x="256992" y="278793"/>
                  </a:lnTo>
                  <a:lnTo>
                    <a:pt x="261417" y="275874"/>
                  </a:lnTo>
                  <a:lnTo>
                    <a:pt x="265746" y="272816"/>
                  </a:lnTo>
                  <a:lnTo>
                    <a:pt x="269976" y="269622"/>
                  </a:lnTo>
                  <a:lnTo>
                    <a:pt x="274103" y="266296"/>
                  </a:lnTo>
                  <a:lnTo>
                    <a:pt x="278122" y="262841"/>
                  </a:lnTo>
                  <a:lnTo>
                    <a:pt x="282030" y="259260"/>
                  </a:lnTo>
                  <a:lnTo>
                    <a:pt x="285822" y="255557"/>
                  </a:lnTo>
                  <a:lnTo>
                    <a:pt x="289495" y="251735"/>
                  </a:lnTo>
                  <a:lnTo>
                    <a:pt x="293045" y="247799"/>
                  </a:lnTo>
                  <a:lnTo>
                    <a:pt x="296469" y="243753"/>
                  </a:lnTo>
                  <a:lnTo>
                    <a:pt x="299762" y="239600"/>
                  </a:lnTo>
                  <a:lnTo>
                    <a:pt x="302922" y="235345"/>
                  </a:lnTo>
                  <a:lnTo>
                    <a:pt x="305946" y="230991"/>
                  </a:lnTo>
                  <a:lnTo>
                    <a:pt x="308830" y="226544"/>
                  </a:lnTo>
                  <a:lnTo>
                    <a:pt x="311571" y="222008"/>
                  </a:lnTo>
                  <a:lnTo>
                    <a:pt x="314168" y="217387"/>
                  </a:lnTo>
                  <a:lnTo>
                    <a:pt x="316616" y="212686"/>
                  </a:lnTo>
                  <a:lnTo>
                    <a:pt x="318915" y="207910"/>
                  </a:lnTo>
                  <a:lnTo>
                    <a:pt x="321061" y="203064"/>
                  </a:lnTo>
                  <a:lnTo>
                    <a:pt x="323052" y="198152"/>
                  </a:lnTo>
                  <a:lnTo>
                    <a:pt x="324886" y="193179"/>
                  </a:lnTo>
                  <a:lnTo>
                    <a:pt x="326562" y="188150"/>
                  </a:lnTo>
                  <a:lnTo>
                    <a:pt x="328077" y="183071"/>
                  </a:lnTo>
                  <a:lnTo>
                    <a:pt x="329431" y="177947"/>
                  </a:lnTo>
                  <a:lnTo>
                    <a:pt x="330622" y="172782"/>
                  </a:lnTo>
                  <a:lnTo>
                    <a:pt x="331648" y="167582"/>
                  </a:lnTo>
                  <a:lnTo>
                    <a:pt x="332509" y="162352"/>
                  </a:lnTo>
                  <a:lnTo>
                    <a:pt x="333203" y="157097"/>
                  </a:lnTo>
                  <a:lnTo>
                    <a:pt x="333731" y="151823"/>
                  </a:lnTo>
                  <a:lnTo>
                    <a:pt x="334091" y="146535"/>
                  </a:lnTo>
                  <a:lnTo>
                    <a:pt x="334284" y="141238"/>
                  </a:lnTo>
                  <a:lnTo>
                    <a:pt x="334308" y="135938"/>
                  </a:lnTo>
                  <a:lnTo>
                    <a:pt x="334164" y="130639"/>
                  </a:lnTo>
                  <a:lnTo>
                    <a:pt x="333853" y="125348"/>
                  </a:lnTo>
                  <a:lnTo>
                    <a:pt x="333374" y="120070"/>
                  </a:lnTo>
                  <a:lnTo>
                    <a:pt x="332727" y="114809"/>
                  </a:lnTo>
                  <a:lnTo>
                    <a:pt x="331915" y="109571"/>
                  </a:lnTo>
                  <a:lnTo>
                    <a:pt x="330936" y="104362"/>
                  </a:lnTo>
                  <a:lnTo>
                    <a:pt x="329793" y="99186"/>
                  </a:lnTo>
                  <a:lnTo>
                    <a:pt x="328487" y="94049"/>
                  </a:lnTo>
                  <a:lnTo>
                    <a:pt x="327018" y="88957"/>
                  </a:lnTo>
                  <a:lnTo>
                    <a:pt x="325389" y="83913"/>
                  </a:lnTo>
                  <a:lnTo>
                    <a:pt x="323600" y="78923"/>
                  </a:lnTo>
                  <a:lnTo>
                    <a:pt x="321654" y="73993"/>
                  </a:lnTo>
                  <a:lnTo>
                    <a:pt x="319553" y="69127"/>
                  </a:lnTo>
                  <a:lnTo>
                    <a:pt x="317299" y="64330"/>
                  </a:lnTo>
                  <a:lnTo>
                    <a:pt x="314893" y="59607"/>
                  </a:lnTo>
                  <a:lnTo>
                    <a:pt x="312340" y="54962"/>
                  </a:lnTo>
                  <a:lnTo>
                    <a:pt x="309640" y="50401"/>
                  </a:lnTo>
                  <a:lnTo>
                    <a:pt x="306797" y="45928"/>
                  </a:lnTo>
                  <a:lnTo>
                    <a:pt x="303813" y="41547"/>
                  </a:lnTo>
                  <a:lnTo>
                    <a:pt x="300693" y="37263"/>
                  </a:lnTo>
                  <a:lnTo>
                    <a:pt x="297437" y="33079"/>
                  </a:lnTo>
                  <a:lnTo>
                    <a:pt x="294051" y="29002"/>
                  </a:lnTo>
                  <a:lnTo>
                    <a:pt x="290538" y="25033"/>
                  </a:lnTo>
                  <a:lnTo>
                    <a:pt x="167151" y="1378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5023544" y="941493"/>
              <a:ext cx="123386" cy="167167"/>
            </a:xfrm>
            <a:custGeom>
              <a:avLst/>
              <a:pathLst>
                <a:path w="123386" h="167167">
                  <a:moveTo>
                    <a:pt x="123386" y="54381"/>
                  </a:moveTo>
                  <a:lnTo>
                    <a:pt x="119573" y="50346"/>
                  </a:lnTo>
                  <a:lnTo>
                    <a:pt x="115628" y="46440"/>
                  </a:lnTo>
                  <a:lnTo>
                    <a:pt x="111556" y="42667"/>
                  </a:lnTo>
                  <a:lnTo>
                    <a:pt x="107361" y="39032"/>
                  </a:lnTo>
                  <a:lnTo>
                    <a:pt x="103047" y="35538"/>
                  </a:lnTo>
                  <a:lnTo>
                    <a:pt x="98619" y="32189"/>
                  </a:lnTo>
                  <a:lnTo>
                    <a:pt x="94083" y="28989"/>
                  </a:lnTo>
                  <a:lnTo>
                    <a:pt x="89443" y="25941"/>
                  </a:lnTo>
                  <a:lnTo>
                    <a:pt x="84705" y="23049"/>
                  </a:lnTo>
                  <a:lnTo>
                    <a:pt x="79873" y="20316"/>
                  </a:lnTo>
                  <a:lnTo>
                    <a:pt x="74952" y="17745"/>
                  </a:lnTo>
                  <a:lnTo>
                    <a:pt x="69950" y="15338"/>
                  </a:lnTo>
                  <a:lnTo>
                    <a:pt x="64870" y="13099"/>
                  </a:lnTo>
                  <a:lnTo>
                    <a:pt x="59718" y="11030"/>
                  </a:lnTo>
                  <a:lnTo>
                    <a:pt x="54501" y="9134"/>
                  </a:lnTo>
                  <a:lnTo>
                    <a:pt x="49224" y="7411"/>
                  </a:lnTo>
                  <a:lnTo>
                    <a:pt x="43892" y="5865"/>
                  </a:lnTo>
                  <a:lnTo>
                    <a:pt x="38512" y="4496"/>
                  </a:lnTo>
                  <a:lnTo>
                    <a:pt x="33089" y="3307"/>
                  </a:lnTo>
                  <a:lnTo>
                    <a:pt x="27630" y="2299"/>
                  </a:lnTo>
                  <a:lnTo>
                    <a:pt x="22141" y="1472"/>
                  </a:lnTo>
                  <a:lnTo>
                    <a:pt x="16627" y="828"/>
                  </a:lnTo>
                  <a:lnTo>
                    <a:pt x="11095" y="368"/>
                  </a:lnTo>
                  <a:lnTo>
                    <a:pt x="5550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19057" y="941493"/>
              <a:ext cx="167158" cy="176278"/>
            </a:xfrm>
            <a:custGeom>
              <a:avLst/>
              <a:pathLst>
                <a:path w="167158" h="176278">
                  <a:moveTo>
                    <a:pt x="167158" y="0"/>
                  </a:moveTo>
                  <a:lnTo>
                    <a:pt x="161725" y="88"/>
                  </a:lnTo>
                  <a:lnTo>
                    <a:pt x="156297" y="353"/>
                  </a:lnTo>
                  <a:lnTo>
                    <a:pt x="150881" y="794"/>
                  </a:lnTo>
                  <a:lnTo>
                    <a:pt x="145483" y="1411"/>
                  </a:lnTo>
                  <a:lnTo>
                    <a:pt x="140107" y="2203"/>
                  </a:lnTo>
                  <a:lnTo>
                    <a:pt x="134760" y="3169"/>
                  </a:lnTo>
                  <a:lnTo>
                    <a:pt x="129447" y="4309"/>
                  </a:lnTo>
                  <a:lnTo>
                    <a:pt x="124174" y="5620"/>
                  </a:lnTo>
                  <a:lnTo>
                    <a:pt x="118946" y="7103"/>
                  </a:lnTo>
                  <a:lnTo>
                    <a:pt x="113769" y="8754"/>
                  </a:lnTo>
                  <a:lnTo>
                    <a:pt x="108649" y="10573"/>
                  </a:lnTo>
                  <a:lnTo>
                    <a:pt x="103591" y="12557"/>
                  </a:lnTo>
                  <a:lnTo>
                    <a:pt x="98599" y="14705"/>
                  </a:lnTo>
                  <a:lnTo>
                    <a:pt x="93680" y="17014"/>
                  </a:lnTo>
                  <a:lnTo>
                    <a:pt x="88839" y="19481"/>
                  </a:lnTo>
                  <a:lnTo>
                    <a:pt x="84080" y="22104"/>
                  </a:lnTo>
                  <a:lnTo>
                    <a:pt x="79410" y="24881"/>
                  </a:lnTo>
                  <a:lnTo>
                    <a:pt x="74832" y="27808"/>
                  </a:lnTo>
                  <a:lnTo>
                    <a:pt x="70351" y="30883"/>
                  </a:lnTo>
                  <a:lnTo>
                    <a:pt x="65973" y="34101"/>
                  </a:lnTo>
                  <a:lnTo>
                    <a:pt x="61702" y="37460"/>
                  </a:lnTo>
                  <a:lnTo>
                    <a:pt x="57542" y="40956"/>
                  </a:lnTo>
                  <a:lnTo>
                    <a:pt x="53498" y="44585"/>
                  </a:lnTo>
                  <a:lnTo>
                    <a:pt x="49574" y="48344"/>
                  </a:lnTo>
                  <a:lnTo>
                    <a:pt x="45774" y="52228"/>
                  </a:lnTo>
                  <a:lnTo>
                    <a:pt x="42103" y="56234"/>
                  </a:lnTo>
                  <a:lnTo>
                    <a:pt x="38563" y="60357"/>
                  </a:lnTo>
                  <a:lnTo>
                    <a:pt x="35160" y="64593"/>
                  </a:lnTo>
                  <a:lnTo>
                    <a:pt x="31896" y="68937"/>
                  </a:lnTo>
                  <a:lnTo>
                    <a:pt x="28775" y="73385"/>
                  </a:lnTo>
                  <a:lnTo>
                    <a:pt x="25800" y="77932"/>
                  </a:lnTo>
                  <a:lnTo>
                    <a:pt x="22974" y="82573"/>
                  </a:lnTo>
                  <a:lnTo>
                    <a:pt x="20301" y="87304"/>
                  </a:lnTo>
                  <a:lnTo>
                    <a:pt x="17783" y="92119"/>
                  </a:lnTo>
                  <a:lnTo>
                    <a:pt x="15423" y="97014"/>
                  </a:lnTo>
                  <a:lnTo>
                    <a:pt x="13223" y="101982"/>
                  </a:lnTo>
                  <a:lnTo>
                    <a:pt x="11186" y="107020"/>
                  </a:lnTo>
                  <a:lnTo>
                    <a:pt x="9313" y="112121"/>
                  </a:lnTo>
                  <a:lnTo>
                    <a:pt x="7608" y="117280"/>
                  </a:lnTo>
                  <a:lnTo>
                    <a:pt x="6071" y="122492"/>
                  </a:lnTo>
                  <a:lnTo>
                    <a:pt x="4704" y="127751"/>
                  </a:lnTo>
                  <a:lnTo>
                    <a:pt x="3508" y="133052"/>
                  </a:lnTo>
                  <a:lnTo>
                    <a:pt x="2486" y="138388"/>
                  </a:lnTo>
                  <a:lnTo>
                    <a:pt x="1638" y="143755"/>
                  </a:lnTo>
                  <a:lnTo>
                    <a:pt x="964" y="149147"/>
                  </a:lnTo>
                  <a:lnTo>
                    <a:pt x="466" y="154558"/>
                  </a:lnTo>
                  <a:lnTo>
                    <a:pt x="145" y="159983"/>
                  </a:lnTo>
                  <a:lnTo>
                    <a:pt x="0" y="165414"/>
                  </a:lnTo>
                  <a:lnTo>
                    <a:pt x="31" y="170848"/>
                  </a:lnTo>
                  <a:lnTo>
                    <a:pt x="239" y="17627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19296" y="1108660"/>
              <a:ext cx="166918" cy="9111"/>
            </a:xfrm>
            <a:custGeom>
              <a:avLst/>
              <a:pathLst>
                <a:path w="166918" h="9111">
                  <a:moveTo>
                    <a:pt x="0" y="9111"/>
                  </a:moveTo>
                  <a:lnTo>
                    <a:pt x="16691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19296" y="1108660"/>
              <a:ext cx="166918" cy="163579"/>
            </a:xfrm>
            <a:custGeom>
              <a:avLst/>
              <a:pathLst>
                <a:path w="166918" h="163579">
                  <a:moveTo>
                    <a:pt x="0" y="9111"/>
                  </a:moveTo>
                  <a:lnTo>
                    <a:pt x="387" y="14566"/>
                  </a:lnTo>
                  <a:lnTo>
                    <a:pt x="952" y="20006"/>
                  </a:lnTo>
                  <a:lnTo>
                    <a:pt x="1696" y="25424"/>
                  </a:lnTo>
                  <a:lnTo>
                    <a:pt x="2616" y="30815"/>
                  </a:lnTo>
                  <a:lnTo>
                    <a:pt x="3712" y="36173"/>
                  </a:lnTo>
                  <a:lnTo>
                    <a:pt x="4982" y="41493"/>
                  </a:lnTo>
                  <a:lnTo>
                    <a:pt x="6426" y="46768"/>
                  </a:lnTo>
                  <a:lnTo>
                    <a:pt x="8042" y="51993"/>
                  </a:lnTo>
                  <a:lnTo>
                    <a:pt x="9828" y="57162"/>
                  </a:lnTo>
                  <a:lnTo>
                    <a:pt x="11782" y="62270"/>
                  </a:lnTo>
                  <a:lnTo>
                    <a:pt x="13902" y="67311"/>
                  </a:lnTo>
                  <a:lnTo>
                    <a:pt x="16186" y="72281"/>
                  </a:lnTo>
                  <a:lnTo>
                    <a:pt x="18631" y="77173"/>
                  </a:lnTo>
                  <a:lnTo>
                    <a:pt x="21235" y="81982"/>
                  </a:lnTo>
                  <a:lnTo>
                    <a:pt x="23994" y="86704"/>
                  </a:lnTo>
                  <a:lnTo>
                    <a:pt x="26907" y="91333"/>
                  </a:lnTo>
                  <a:lnTo>
                    <a:pt x="29970" y="95864"/>
                  </a:lnTo>
                  <a:lnTo>
                    <a:pt x="33179" y="100293"/>
                  </a:lnTo>
                  <a:lnTo>
                    <a:pt x="36531" y="104614"/>
                  </a:lnTo>
                  <a:lnTo>
                    <a:pt x="40023" y="108823"/>
                  </a:lnTo>
                  <a:lnTo>
                    <a:pt x="43651" y="112916"/>
                  </a:lnTo>
                  <a:lnTo>
                    <a:pt x="47411" y="116888"/>
                  </a:lnTo>
                  <a:lnTo>
                    <a:pt x="51298" y="120734"/>
                  </a:lnTo>
                  <a:lnTo>
                    <a:pt x="55309" y="124452"/>
                  </a:lnTo>
                  <a:lnTo>
                    <a:pt x="59440" y="128036"/>
                  </a:lnTo>
                  <a:lnTo>
                    <a:pt x="63686" y="131483"/>
                  </a:lnTo>
                  <a:lnTo>
                    <a:pt x="68042" y="134790"/>
                  </a:lnTo>
                  <a:lnTo>
                    <a:pt x="72505" y="137952"/>
                  </a:lnTo>
                  <a:lnTo>
                    <a:pt x="77068" y="140967"/>
                  </a:lnTo>
                  <a:lnTo>
                    <a:pt x="81727" y="143831"/>
                  </a:lnTo>
                  <a:lnTo>
                    <a:pt x="86478" y="146540"/>
                  </a:lnTo>
                  <a:lnTo>
                    <a:pt x="91314" y="149093"/>
                  </a:lnTo>
                  <a:lnTo>
                    <a:pt x="96232" y="151487"/>
                  </a:lnTo>
                  <a:lnTo>
                    <a:pt x="101225" y="153718"/>
                  </a:lnTo>
                  <a:lnTo>
                    <a:pt x="106289" y="155785"/>
                  </a:lnTo>
                  <a:lnTo>
                    <a:pt x="111417" y="157685"/>
                  </a:lnTo>
                  <a:lnTo>
                    <a:pt x="116605" y="159416"/>
                  </a:lnTo>
                  <a:lnTo>
                    <a:pt x="121847" y="160976"/>
                  </a:lnTo>
                  <a:lnTo>
                    <a:pt x="127137" y="162364"/>
                  </a:lnTo>
                  <a:lnTo>
                    <a:pt x="132469" y="163579"/>
                  </a:lnTo>
                  <a:lnTo>
                    <a:pt x="16691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451766" y="941493"/>
              <a:ext cx="201611" cy="334314"/>
            </a:xfrm>
            <a:custGeom>
              <a:avLst/>
              <a:pathLst>
                <a:path w="201611" h="334314">
                  <a:moveTo>
                    <a:pt x="0" y="330746"/>
                  </a:moveTo>
                  <a:lnTo>
                    <a:pt x="5234" y="331762"/>
                  </a:lnTo>
                  <a:lnTo>
                    <a:pt x="10498" y="332610"/>
                  </a:lnTo>
                  <a:lnTo>
                    <a:pt x="15786" y="333289"/>
                  </a:lnTo>
                  <a:lnTo>
                    <a:pt x="21094" y="333800"/>
                  </a:lnTo>
                  <a:lnTo>
                    <a:pt x="26414" y="334141"/>
                  </a:lnTo>
                  <a:lnTo>
                    <a:pt x="31744" y="334312"/>
                  </a:lnTo>
                  <a:lnTo>
                    <a:pt x="37075" y="334314"/>
                  </a:lnTo>
                  <a:lnTo>
                    <a:pt x="42405" y="334145"/>
                  </a:lnTo>
                  <a:lnTo>
                    <a:pt x="47726" y="333806"/>
                  </a:lnTo>
                  <a:lnTo>
                    <a:pt x="53033" y="333298"/>
                  </a:lnTo>
                  <a:lnTo>
                    <a:pt x="58322" y="332621"/>
                  </a:lnTo>
                  <a:lnTo>
                    <a:pt x="63586" y="331775"/>
                  </a:lnTo>
                  <a:lnTo>
                    <a:pt x="68821" y="330762"/>
                  </a:lnTo>
                  <a:lnTo>
                    <a:pt x="74021" y="329583"/>
                  </a:lnTo>
                  <a:lnTo>
                    <a:pt x="79181" y="328238"/>
                  </a:lnTo>
                  <a:lnTo>
                    <a:pt x="84295" y="326730"/>
                  </a:lnTo>
                  <a:lnTo>
                    <a:pt x="89358" y="325059"/>
                  </a:lnTo>
                  <a:lnTo>
                    <a:pt x="94365" y="323228"/>
                  </a:lnTo>
                  <a:lnTo>
                    <a:pt x="99312" y="321237"/>
                  </a:lnTo>
                  <a:lnTo>
                    <a:pt x="104192" y="319091"/>
                  </a:lnTo>
                  <a:lnTo>
                    <a:pt x="109002" y="316789"/>
                  </a:lnTo>
                  <a:lnTo>
                    <a:pt x="113736" y="314335"/>
                  </a:lnTo>
                  <a:lnTo>
                    <a:pt x="118389" y="311732"/>
                  </a:lnTo>
                  <a:lnTo>
                    <a:pt x="122956" y="308981"/>
                  </a:lnTo>
                  <a:lnTo>
                    <a:pt x="127434" y="306087"/>
                  </a:lnTo>
                  <a:lnTo>
                    <a:pt x="131817" y="303051"/>
                  </a:lnTo>
                  <a:lnTo>
                    <a:pt x="136101" y="299876"/>
                  </a:lnTo>
                  <a:lnTo>
                    <a:pt x="140282" y="296567"/>
                  </a:lnTo>
                  <a:lnTo>
                    <a:pt x="144354" y="293126"/>
                  </a:lnTo>
                  <a:lnTo>
                    <a:pt x="148316" y="289557"/>
                  </a:lnTo>
                  <a:lnTo>
                    <a:pt x="152161" y="285863"/>
                  </a:lnTo>
                  <a:lnTo>
                    <a:pt x="155886" y="282049"/>
                  </a:lnTo>
                  <a:lnTo>
                    <a:pt x="159488" y="278118"/>
                  </a:lnTo>
                  <a:lnTo>
                    <a:pt x="162963" y="274074"/>
                  </a:lnTo>
                  <a:lnTo>
                    <a:pt x="166307" y="269921"/>
                  </a:lnTo>
                  <a:lnTo>
                    <a:pt x="169517" y="265663"/>
                  </a:lnTo>
                  <a:lnTo>
                    <a:pt x="172589" y="261306"/>
                  </a:lnTo>
                  <a:lnTo>
                    <a:pt x="175521" y="256852"/>
                  </a:lnTo>
                  <a:lnTo>
                    <a:pt x="178310" y="252308"/>
                  </a:lnTo>
                  <a:lnTo>
                    <a:pt x="180952" y="247676"/>
                  </a:lnTo>
                  <a:lnTo>
                    <a:pt x="183445" y="242963"/>
                  </a:lnTo>
                  <a:lnTo>
                    <a:pt x="185786" y="238173"/>
                  </a:lnTo>
                  <a:lnTo>
                    <a:pt x="187974" y="233311"/>
                  </a:lnTo>
                  <a:lnTo>
                    <a:pt x="190005" y="228381"/>
                  </a:lnTo>
                  <a:lnTo>
                    <a:pt x="191878" y="223389"/>
                  </a:lnTo>
                  <a:lnTo>
                    <a:pt x="193591" y="218340"/>
                  </a:lnTo>
                  <a:lnTo>
                    <a:pt x="195142" y="213238"/>
                  </a:lnTo>
                  <a:lnTo>
                    <a:pt x="196530" y="208090"/>
                  </a:lnTo>
                  <a:lnTo>
                    <a:pt x="197752" y="202900"/>
                  </a:lnTo>
                  <a:lnTo>
                    <a:pt x="198809" y="197674"/>
                  </a:lnTo>
                  <a:lnTo>
                    <a:pt x="199698" y="192417"/>
                  </a:lnTo>
                  <a:lnTo>
                    <a:pt x="200419" y="187134"/>
                  </a:lnTo>
                  <a:lnTo>
                    <a:pt x="200972" y="181831"/>
                  </a:lnTo>
                  <a:lnTo>
                    <a:pt x="201355" y="176513"/>
                  </a:lnTo>
                  <a:lnTo>
                    <a:pt x="201568" y="171185"/>
                  </a:lnTo>
                  <a:lnTo>
                    <a:pt x="201611" y="165854"/>
                  </a:lnTo>
                  <a:lnTo>
                    <a:pt x="201484" y="160523"/>
                  </a:lnTo>
                  <a:lnTo>
                    <a:pt x="201187" y="155200"/>
                  </a:lnTo>
                  <a:lnTo>
                    <a:pt x="200721" y="149888"/>
                  </a:lnTo>
                  <a:lnTo>
                    <a:pt x="200085" y="144594"/>
                  </a:lnTo>
                  <a:lnTo>
                    <a:pt x="199281" y="139323"/>
                  </a:lnTo>
                  <a:lnTo>
                    <a:pt x="198309" y="134081"/>
                  </a:lnTo>
                  <a:lnTo>
                    <a:pt x="197171" y="128872"/>
                  </a:lnTo>
                  <a:lnTo>
                    <a:pt x="195867" y="123702"/>
                  </a:lnTo>
                  <a:lnTo>
                    <a:pt x="194398" y="118576"/>
                  </a:lnTo>
                  <a:lnTo>
                    <a:pt x="192767" y="113500"/>
                  </a:lnTo>
                  <a:lnTo>
                    <a:pt x="190975" y="108478"/>
                  </a:lnTo>
                  <a:lnTo>
                    <a:pt x="189024" y="103516"/>
                  </a:lnTo>
                  <a:lnTo>
                    <a:pt x="186916" y="98619"/>
                  </a:lnTo>
                  <a:lnTo>
                    <a:pt x="184652" y="93792"/>
                  </a:lnTo>
                  <a:lnTo>
                    <a:pt x="182236" y="89039"/>
                  </a:lnTo>
                  <a:lnTo>
                    <a:pt x="179669" y="84365"/>
                  </a:lnTo>
                  <a:lnTo>
                    <a:pt x="176954" y="79776"/>
                  </a:lnTo>
                  <a:lnTo>
                    <a:pt x="174095" y="75276"/>
                  </a:lnTo>
                  <a:lnTo>
                    <a:pt x="171093" y="70869"/>
                  </a:lnTo>
                  <a:lnTo>
                    <a:pt x="167953" y="66560"/>
                  </a:lnTo>
                  <a:lnTo>
                    <a:pt x="164676" y="62354"/>
                  </a:lnTo>
                  <a:lnTo>
                    <a:pt x="161267" y="58254"/>
                  </a:lnTo>
                  <a:lnTo>
                    <a:pt x="157729" y="54265"/>
                  </a:lnTo>
                  <a:lnTo>
                    <a:pt x="154066" y="50391"/>
                  </a:lnTo>
                  <a:lnTo>
                    <a:pt x="150281" y="46636"/>
                  </a:lnTo>
                  <a:lnTo>
                    <a:pt x="146378" y="43003"/>
                  </a:lnTo>
                  <a:lnTo>
                    <a:pt x="142362" y="39497"/>
                  </a:lnTo>
                  <a:lnTo>
                    <a:pt x="138235" y="36120"/>
                  </a:lnTo>
                  <a:lnTo>
                    <a:pt x="134003" y="32877"/>
                  </a:lnTo>
                  <a:lnTo>
                    <a:pt x="129670" y="29770"/>
                  </a:lnTo>
                  <a:lnTo>
                    <a:pt x="125240" y="26803"/>
                  </a:lnTo>
                  <a:lnTo>
                    <a:pt x="120717" y="23979"/>
                  </a:lnTo>
                  <a:lnTo>
                    <a:pt x="116107" y="21301"/>
                  </a:lnTo>
                  <a:lnTo>
                    <a:pt x="111413" y="18771"/>
                  </a:lnTo>
                  <a:lnTo>
                    <a:pt x="106642" y="16392"/>
                  </a:lnTo>
                  <a:lnTo>
                    <a:pt x="101797" y="14166"/>
                  </a:lnTo>
                  <a:lnTo>
                    <a:pt x="96883" y="12096"/>
                  </a:lnTo>
                  <a:lnTo>
                    <a:pt x="91906" y="10184"/>
                  </a:lnTo>
                  <a:lnTo>
                    <a:pt x="86870" y="8431"/>
                  </a:lnTo>
                  <a:lnTo>
                    <a:pt x="81781" y="6840"/>
                  </a:lnTo>
                  <a:lnTo>
                    <a:pt x="76644" y="5412"/>
                  </a:lnTo>
                  <a:lnTo>
                    <a:pt x="71464" y="4149"/>
                  </a:lnTo>
                  <a:lnTo>
                    <a:pt x="66246" y="3052"/>
                  </a:lnTo>
                  <a:lnTo>
                    <a:pt x="60996" y="2121"/>
                  </a:lnTo>
                  <a:lnTo>
                    <a:pt x="55719" y="1358"/>
                  </a:lnTo>
                  <a:lnTo>
                    <a:pt x="50421" y="764"/>
                  </a:lnTo>
                  <a:lnTo>
                    <a:pt x="45106" y="340"/>
                  </a:lnTo>
                  <a:lnTo>
                    <a:pt x="39780" y="85"/>
                  </a:lnTo>
                  <a:lnTo>
                    <a:pt x="34449" y="0"/>
                  </a:lnTo>
                  <a:lnTo>
                    <a:pt x="344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797336" y="1071028"/>
              <a:ext cx="181262" cy="334324"/>
            </a:xfrm>
            <a:custGeom>
              <a:avLst/>
              <a:pathLst>
                <a:path w="181262" h="334324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0" y="766"/>
                  </a:lnTo>
                  <a:lnTo>
                    <a:pt x="145864" y="1362"/>
                  </a:lnTo>
                  <a:lnTo>
                    <a:pt x="140580" y="2127"/>
                  </a:lnTo>
                  <a:lnTo>
                    <a:pt x="135323" y="3060"/>
                  </a:lnTo>
                  <a:lnTo>
                    <a:pt x="130099" y="4161"/>
                  </a:lnTo>
                  <a:lnTo>
                    <a:pt x="124912" y="5427"/>
                  </a:lnTo>
                  <a:lnTo>
                    <a:pt x="119768" y="6859"/>
                  </a:lnTo>
                  <a:lnTo>
                    <a:pt x="114673" y="8455"/>
                  </a:lnTo>
                  <a:lnTo>
                    <a:pt x="109631" y="10212"/>
                  </a:lnTo>
                  <a:lnTo>
                    <a:pt x="104648" y="12129"/>
                  </a:lnTo>
                  <a:lnTo>
                    <a:pt x="99729" y="14205"/>
                  </a:lnTo>
                  <a:lnTo>
                    <a:pt x="94878" y="16436"/>
                  </a:lnTo>
                  <a:lnTo>
                    <a:pt x="90101" y="18822"/>
                  </a:lnTo>
                  <a:lnTo>
                    <a:pt x="85403" y="21359"/>
                  </a:lnTo>
                  <a:lnTo>
                    <a:pt x="80788" y="24044"/>
                  </a:lnTo>
                  <a:lnTo>
                    <a:pt x="76262" y="26875"/>
                  </a:lnTo>
                  <a:lnTo>
                    <a:pt x="71828" y="29850"/>
                  </a:lnTo>
                  <a:lnTo>
                    <a:pt x="67491" y="32965"/>
                  </a:lnTo>
                  <a:lnTo>
                    <a:pt x="63256" y="36216"/>
                  </a:lnTo>
                  <a:lnTo>
                    <a:pt x="59127" y="39601"/>
                  </a:lnTo>
                  <a:lnTo>
                    <a:pt x="55109" y="43117"/>
                  </a:lnTo>
                  <a:lnTo>
                    <a:pt x="51204" y="46758"/>
                  </a:lnTo>
                  <a:lnTo>
                    <a:pt x="47418" y="50523"/>
                  </a:lnTo>
                  <a:lnTo>
                    <a:pt x="43754" y="54407"/>
                  </a:lnTo>
                  <a:lnTo>
                    <a:pt x="40216" y="58405"/>
                  </a:lnTo>
                  <a:lnTo>
                    <a:pt x="36807" y="62515"/>
                  </a:lnTo>
                  <a:lnTo>
                    <a:pt x="33532" y="66731"/>
                  </a:lnTo>
                  <a:lnTo>
                    <a:pt x="30392" y="71050"/>
                  </a:lnTo>
                  <a:lnTo>
                    <a:pt x="27393" y="75467"/>
                  </a:lnTo>
                  <a:lnTo>
                    <a:pt x="24535" y="79978"/>
                  </a:lnTo>
                  <a:lnTo>
                    <a:pt x="21824" y="84577"/>
                  </a:lnTo>
                  <a:lnTo>
                    <a:pt x="19260" y="89261"/>
                  </a:lnTo>
                  <a:lnTo>
                    <a:pt x="16848" y="94024"/>
                  </a:lnTo>
                  <a:lnTo>
                    <a:pt x="14589" y="98861"/>
                  </a:lnTo>
                  <a:lnTo>
                    <a:pt x="12485" y="103769"/>
                  </a:lnTo>
                  <a:lnTo>
                    <a:pt x="10539" y="108741"/>
                  </a:lnTo>
                  <a:lnTo>
                    <a:pt x="8753" y="113773"/>
                  </a:lnTo>
                  <a:lnTo>
                    <a:pt x="7129" y="118859"/>
                  </a:lnTo>
                  <a:lnTo>
                    <a:pt x="5668" y="123994"/>
                  </a:lnTo>
                  <a:lnTo>
                    <a:pt x="4372" y="129174"/>
                  </a:lnTo>
                  <a:lnTo>
                    <a:pt x="3241" y="134392"/>
                  </a:lnTo>
                  <a:lnTo>
                    <a:pt x="2278" y="139643"/>
                  </a:lnTo>
                  <a:lnTo>
                    <a:pt x="1483" y="144923"/>
                  </a:lnTo>
                  <a:lnTo>
                    <a:pt x="857" y="150226"/>
                  </a:lnTo>
                  <a:lnTo>
                    <a:pt x="401" y="155545"/>
                  </a:lnTo>
                  <a:lnTo>
                    <a:pt x="115" y="160877"/>
                  </a:lnTo>
                  <a:lnTo>
                    <a:pt x="0" y="166215"/>
                  </a:lnTo>
                  <a:lnTo>
                    <a:pt x="54" y="171554"/>
                  </a:lnTo>
                  <a:lnTo>
                    <a:pt x="280" y="176888"/>
                  </a:lnTo>
                  <a:lnTo>
                    <a:pt x="675" y="182213"/>
                  </a:lnTo>
                  <a:lnTo>
                    <a:pt x="1241" y="187522"/>
                  </a:lnTo>
                  <a:lnTo>
                    <a:pt x="1975" y="192811"/>
                  </a:lnTo>
                  <a:lnTo>
                    <a:pt x="2879" y="198073"/>
                  </a:lnTo>
                  <a:lnTo>
                    <a:pt x="3949" y="203304"/>
                  </a:lnTo>
                  <a:lnTo>
                    <a:pt x="5187" y="208498"/>
                  </a:lnTo>
                  <a:lnTo>
                    <a:pt x="6589" y="213649"/>
                  </a:lnTo>
                  <a:lnTo>
                    <a:pt x="8156" y="218754"/>
                  </a:lnTo>
                  <a:lnTo>
                    <a:pt x="9884" y="223805"/>
                  </a:lnTo>
                  <a:lnTo>
                    <a:pt x="11773" y="228799"/>
                  </a:lnTo>
                  <a:lnTo>
                    <a:pt x="13821" y="233730"/>
                  </a:lnTo>
                  <a:lnTo>
                    <a:pt x="16025" y="238593"/>
                  </a:lnTo>
                  <a:lnTo>
                    <a:pt x="18383" y="243384"/>
                  </a:lnTo>
                  <a:lnTo>
                    <a:pt x="20893" y="248096"/>
                  </a:lnTo>
                  <a:lnTo>
                    <a:pt x="23552" y="252726"/>
                  </a:lnTo>
                  <a:lnTo>
                    <a:pt x="26357" y="257269"/>
                  </a:lnTo>
                  <a:lnTo>
                    <a:pt x="29307" y="261720"/>
                  </a:lnTo>
                  <a:lnTo>
                    <a:pt x="32396" y="266074"/>
                  </a:lnTo>
                  <a:lnTo>
                    <a:pt x="35624" y="270327"/>
                  </a:lnTo>
                  <a:lnTo>
                    <a:pt x="38985" y="274476"/>
                  </a:lnTo>
                  <a:lnTo>
                    <a:pt x="42478" y="278514"/>
                  </a:lnTo>
                  <a:lnTo>
                    <a:pt x="46097" y="282439"/>
                  </a:lnTo>
                  <a:lnTo>
                    <a:pt x="49840" y="286247"/>
                  </a:lnTo>
                  <a:lnTo>
                    <a:pt x="53703" y="289933"/>
                  </a:lnTo>
                  <a:lnTo>
                    <a:pt x="57681" y="293494"/>
                  </a:lnTo>
                  <a:lnTo>
                    <a:pt x="61772" y="296926"/>
                  </a:lnTo>
                  <a:lnTo>
                    <a:pt x="65969" y="300225"/>
                  </a:lnTo>
                  <a:lnTo>
                    <a:pt x="70270" y="303389"/>
                  </a:lnTo>
                  <a:lnTo>
                    <a:pt x="74670" y="306414"/>
                  </a:lnTo>
                  <a:lnTo>
                    <a:pt x="79164" y="309297"/>
                  </a:lnTo>
                  <a:lnTo>
                    <a:pt x="83748" y="312035"/>
                  </a:lnTo>
                  <a:lnTo>
                    <a:pt x="88417" y="314625"/>
                  </a:lnTo>
                  <a:lnTo>
                    <a:pt x="93166" y="317064"/>
                  </a:lnTo>
                  <a:lnTo>
                    <a:pt x="97991" y="319351"/>
                  </a:lnTo>
                  <a:lnTo>
                    <a:pt x="102886" y="321482"/>
                  </a:lnTo>
                  <a:lnTo>
                    <a:pt x="107847" y="323457"/>
                  </a:lnTo>
                  <a:lnTo>
                    <a:pt x="112869" y="325271"/>
                  </a:lnTo>
                  <a:lnTo>
                    <a:pt x="117945" y="326924"/>
                  </a:lnTo>
                  <a:lnTo>
                    <a:pt x="123072" y="328415"/>
                  </a:lnTo>
                  <a:lnTo>
                    <a:pt x="128244" y="329741"/>
                  </a:lnTo>
                  <a:lnTo>
                    <a:pt x="133456" y="330901"/>
                  </a:lnTo>
                  <a:lnTo>
                    <a:pt x="138702" y="331894"/>
                  </a:lnTo>
                  <a:lnTo>
                    <a:pt x="143977" y="332719"/>
                  </a:lnTo>
                  <a:lnTo>
                    <a:pt x="149276" y="333375"/>
                  </a:lnTo>
                  <a:lnTo>
                    <a:pt x="154593" y="333861"/>
                  </a:lnTo>
                  <a:lnTo>
                    <a:pt x="159923" y="334177"/>
                  </a:lnTo>
                  <a:lnTo>
                    <a:pt x="165260" y="334324"/>
                  </a:lnTo>
                  <a:lnTo>
                    <a:pt x="170599" y="334299"/>
                  </a:lnTo>
                  <a:lnTo>
                    <a:pt x="175935" y="334104"/>
                  </a:lnTo>
                  <a:lnTo>
                    <a:pt x="181262" y="333739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4097" cy="166571"/>
            </a:xfrm>
            <a:custGeom>
              <a:avLst/>
              <a:pathLst>
                <a:path w="14097" h="166571">
                  <a:moveTo>
                    <a:pt x="14097" y="16657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2520"/>
              <a:ext cx="167163" cy="332247"/>
            </a:xfrm>
            <a:custGeom>
              <a:avLst/>
              <a:pathLst>
                <a:path w="167163" h="332247">
                  <a:moveTo>
                    <a:pt x="14097" y="332247"/>
                  </a:moveTo>
                  <a:lnTo>
                    <a:pt x="19382" y="331715"/>
                  </a:lnTo>
                  <a:lnTo>
                    <a:pt x="24648" y="331016"/>
                  </a:lnTo>
                  <a:lnTo>
                    <a:pt x="29888" y="330149"/>
                  </a:lnTo>
                  <a:lnTo>
                    <a:pt x="35099" y="329116"/>
                  </a:lnTo>
                  <a:lnTo>
                    <a:pt x="40274" y="327919"/>
                  </a:lnTo>
                  <a:lnTo>
                    <a:pt x="45408" y="326557"/>
                  </a:lnTo>
                  <a:lnTo>
                    <a:pt x="50497" y="325033"/>
                  </a:lnTo>
                  <a:lnTo>
                    <a:pt x="55535" y="323349"/>
                  </a:lnTo>
                  <a:lnTo>
                    <a:pt x="60516" y="321504"/>
                  </a:lnTo>
                  <a:lnTo>
                    <a:pt x="65436" y="319503"/>
                  </a:lnTo>
                  <a:lnTo>
                    <a:pt x="70291" y="317346"/>
                  </a:lnTo>
                  <a:lnTo>
                    <a:pt x="75074" y="315037"/>
                  </a:lnTo>
                  <a:lnTo>
                    <a:pt x="79782" y="312576"/>
                  </a:lnTo>
                  <a:lnTo>
                    <a:pt x="84409" y="309967"/>
                  </a:lnTo>
                  <a:lnTo>
                    <a:pt x="88950" y="307212"/>
                  </a:lnTo>
                  <a:lnTo>
                    <a:pt x="93402" y="304315"/>
                  </a:lnTo>
                  <a:lnTo>
                    <a:pt x="97760" y="301277"/>
                  </a:lnTo>
                  <a:lnTo>
                    <a:pt x="102019" y="298103"/>
                  </a:lnTo>
                  <a:lnTo>
                    <a:pt x="106175" y="294795"/>
                  </a:lnTo>
                  <a:lnTo>
                    <a:pt x="110223" y="291356"/>
                  </a:lnTo>
                  <a:lnTo>
                    <a:pt x="114161" y="287791"/>
                  </a:lnTo>
                  <a:lnTo>
                    <a:pt x="117983" y="284102"/>
                  </a:lnTo>
                  <a:lnTo>
                    <a:pt x="121686" y="280294"/>
                  </a:lnTo>
                  <a:lnTo>
                    <a:pt x="125266" y="276370"/>
                  </a:lnTo>
                  <a:lnTo>
                    <a:pt x="128720" y="272334"/>
                  </a:lnTo>
                  <a:lnTo>
                    <a:pt x="132044" y="268190"/>
                  </a:lnTo>
                  <a:lnTo>
                    <a:pt x="135234" y="263943"/>
                  </a:lnTo>
                  <a:lnTo>
                    <a:pt x="138288" y="259597"/>
                  </a:lnTo>
                  <a:lnTo>
                    <a:pt x="141202" y="255156"/>
                  </a:lnTo>
                  <a:lnTo>
                    <a:pt x="143974" y="250625"/>
                  </a:lnTo>
                  <a:lnTo>
                    <a:pt x="146600" y="246007"/>
                  </a:lnTo>
                  <a:lnTo>
                    <a:pt x="149078" y="241309"/>
                  </a:lnTo>
                  <a:lnTo>
                    <a:pt x="151406" y="236534"/>
                  </a:lnTo>
                  <a:lnTo>
                    <a:pt x="153581" y="231688"/>
                  </a:lnTo>
                  <a:lnTo>
                    <a:pt x="155601" y="226775"/>
                  </a:lnTo>
                  <a:lnTo>
                    <a:pt x="157463" y="221801"/>
                  </a:lnTo>
                  <a:lnTo>
                    <a:pt x="159167" y="216770"/>
                  </a:lnTo>
                  <a:lnTo>
                    <a:pt x="160710" y="211687"/>
                  </a:lnTo>
                  <a:lnTo>
                    <a:pt x="162091" y="206558"/>
                  </a:lnTo>
                  <a:lnTo>
                    <a:pt x="163308" y="201387"/>
                  </a:lnTo>
                  <a:lnTo>
                    <a:pt x="164360" y="196181"/>
                  </a:lnTo>
                  <a:lnTo>
                    <a:pt x="165246" y="190943"/>
                  </a:lnTo>
                  <a:lnTo>
                    <a:pt x="165966" y="185680"/>
                  </a:lnTo>
                  <a:lnTo>
                    <a:pt x="166517" y="180397"/>
                  </a:lnTo>
                  <a:lnTo>
                    <a:pt x="166901" y="175099"/>
                  </a:lnTo>
                  <a:lnTo>
                    <a:pt x="167116" y="169792"/>
                  </a:lnTo>
                  <a:lnTo>
                    <a:pt x="167163" y="164480"/>
                  </a:lnTo>
                  <a:lnTo>
                    <a:pt x="167040" y="159170"/>
                  </a:lnTo>
                  <a:lnTo>
                    <a:pt x="166749" y="153866"/>
                  </a:lnTo>
                  <a:lnTo>
                    <a:pt x="166290" y="148574"/>
                  </a:lnTo>
                  <a:lnTo>
                    <a:pt x="165663" y="143299"/>
                  </a:lnTo>
                  <a:lnTo>
                    <a:pt x="164868" y="138047"/>
                  </a:lnTo>
                  <a:lnTo>
                    <a:pt x="163907" y="132823"/>
                  </a:lnTo>
                  <a:lnTo>
                    <a:pt x="162780" y="127632"/>
                  </a:lnTo>
                  <a:lnTo>
                    <a:pt x="161490" y="122479"/>
                  </a:lnTo>
                  <a:lnTo>
                    <a:pt x="160036" y="117370"/>
                  </a:lnTo>
                  <a:lnTo>
                    <a:pt x="158420" y="112310"/>
                  </a:lnTo>
                  <a:lnTo>
                    <a:pt x="156645" y="107304"/>
                  </a:lnTo>
                  <a:lnTo>
                    <a:pt x="154711" y="102356"/>
                  </a:lnTo>
                  <a:lnTo>
                    <a:pt x="152621" y="97473"/>
                  </a:lnTo>
                  <a:lnTo>
                    <a:pt x="150377" y="92658"/>
                  </a:lnTo>
                  <a:lnTo>
                    <a:pt x="147981" y="87917"/>
                  </a:lnTo>
                  <a:lnTo>
                    <a:pt x="145436" y="83255"/>
                  </a:lnTo>
                  <a:lnTo>
                    <a:pt x="142744" y="78676"/>
                  </a:lnTo>
                  <a:lnTo>
                    <a:pt x="139908" y="74185"/>
                  </a:lnTo>
                  <a:lnTo>
                    <a:pt x="136931" y="69786"/>
                  </a:lnTo>
                  <a:lnTo>
                    <a:pt x="133815" y="65484"/>
                  </a:lnTo>
                  <a:lnTo>
                    <a:pt x="130564" y="61283"/>
                  </a:lnTo>
                  <a:lnTo>
                    <a:pt x="127181" y="57187"/>
                  </a:lnTo>
                  <a:lnTo>
                    <a:pt x="123670" y="53201"/>
                  </a:lnTo>
                  <a:lnTo>
                    <a:pt x="120034" y="49329"/>
                  </a:lnTo>
                  <a:lnTo>
                    <a:pt x="116277" y="45574"/>
                  </a:lnTo>
                  <a:lnTo>
                    <a:pt x="112403" y="41940"/>
                  </a:lnTo>
                  <a:lnTo>
                    <a:pt x="108415" y="38431"/>
                  </a:lnTo>
                  <a:lnTo>
                    <a:pt x="104317" y="35051"/>
                  </a:lnTo>
                  <a:lnTo>
                    <a:pt x="100115" y="31803"/>
                  </a:lnTo>
                  <a:lnTo>
                    <a:pt x="95811" y="28689"/>
                  </a:lnTo>
                  <a:lnTo>
                    <a:pt x="91410" y="25714"/>
                  </a:lnTo>
                  <a:lnTo>
                    <a:pt x="86917" y="22881"/>
                  </a:lnTo>
                  <a:lnTo>
                    <a:pt x="82336" y="20191"/>
                  </a:lnTo>
                  <a:lnTo>
                    <a:pt x="77673" y="17649"/>
                  </a:lnTo>
                  <a:lnTo>
                    <a:pt x="72930" y="15256"/>
                  </a:lnTo>
                  <a:lnTo>
                    <a:pt x="68114" y="13015"/>
                  </a:lnTo>
                  <a:lnTo>
                    <a:pt x="63230" y="10928"/>
                  </a:lnTo>
                  <a:lnTo>
                    <a:pt x="58281" y="8997"/>
                  </a:lnTo>
                  <a:lnTo>
                    <a:pt x="53274" y="7224"/>
                  </a:lnTo>
                  <a:lnTo>
                    <a:pt x="48213" y="5612"/>
                  </a:lnTo>
                  <a:lnTo>
                    <a:pt x="43103" y="4161"/>
                  </a:lnTo>
                  <a:lnTo>
                    <a:pt x="37950" y="2873"/>
                  </a:lnTo>
                  <a:lnTo>
                    <a:pt x="32758" y="1749"/>
                  </a:lnTo>
                  <a:lnTo>
                    <a:pt x="27533" y="791"/>
                  </a:lnTo>
                  <a:lnTo>
                    <a:pt x="22281" y="0"/>
                  </a:lnTo>
                  <a:lnTo>
                    <a:pt x="0" y="1656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1028"/>
              <a:ext cx="22281" cy="167167"/>
            </a:xfrm>
            <a:custGeom>
              <a:avLst/>
              <a:pathLst>
                <a:path w="22281" h="167167">
                  <a:moveTo>
                    <a:pt x="22281" y="1491"/>
                  </a:moveTo>
                  <a:lnTo>
                    <a:pt x="14878" y="663"/>
                  </a:lnTo>
                  <a:lnTo>
                    <a:pt x="7446" y="16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65731" y="1322571"/>
              <a:ext cx="122989" cy="167167"/>
            </a:xfrm>
            <a:custGeom>
              <a:avLst/>
              <a:pathLst>
                <a:path w="122989" h="167167">
                  <a:moveTo>
                    <a:pt x="122989" y="0"/>
                  </a:moveTo>
                  <a:lnTo>
                    <a:pt x="117461" y="91"/>
                  </a:lnTo>
                  <a:lnTo>
                    <a:pt x="111940" y="365"/>
                  </a:lnTo>
                  <a:lnTo>
                    <a:pt x="106431" y="821"/>
                  </a:lnTo>
                  <a:lnTo>
                    <a:pt x="100941" y="1460"/>
                  </a:lnTo>
                  <a:lnTo>
                    <a:pt x="95474" y="2279"/>
                  </a:lnTo>
                  <a:lnTo>
                    <a:pt x="90037" y="3279"/>
                  </a:lnTo>
                  <a:lnTo>
                    <a:pt x="84636" y="4458"/>
                  </a:lnTo>
                  <a:lnTo>
                    <a:pt x="79278" y="5815"/>
                  </a:lnTo>
                  <a:lnTo>
                    <a:pt x="73967" y="7349"/>
                  </a:lnTo>
                  <a:lnTo>
                    <a:pt x="68709" y="9057"/>
                  </a:lnTo>
                  <a:lnTo>
                    <a:pt x="63511" y="10938"/>
                  </a:lnTo>
                  <a:lnTo>
                    <a:pt x="58379" y="12990"/>
                  </a:lnTo>
                  <a:lnTo>
                    <a:pt x="53316" y="15211"/>
                  </a:lnTo>
                  <a:lnTo>
                    <a:pt x="48330" y="17597"/>
                  </a:lnTo>
                  <a:lnTo>
                    <a:pt x="43426" y="20148"/>
                  </a:lnTo>
                  <a:lnTo>
                    <a:pt x="38608" y="22859"/>
                  </a:lnTo>
                  <a:lnTo>
                    <a:pt x="33883" y="25727"/>
                  </a:lnTo>
                  <a:lnTo>
                    <a:pt x="29255" y="28751"/>
                  </a:lnTo>
                  <a:lnTo>
                    <a:pt x="24730" y="31926"/>
                  </a:lnTo>
                  <a:lnTo>
                    <a:pt x="20312" y="35248"/>
                  </a:lnTo>
                  <a:lnTo>
                    <a:pt x="16007" y="38715"/>
                  </a:lnTo>
                  <a:lnTo>
                    <a:pt x="11818" y="42323"/>
                  </a:lnTo>
                  <a:lnTo>
                    <a:pt x="7751" y="46067"/>
                  </a:lnTo>
                  <a:lnTo>
                    <a:pt x="3810" y="49943"/>
                  </a:lnTo>
                  <a:lnTo>
                    <a:pt x="0" y="53948"/>
                  </a:lnTo>
                  <a:lnTo>
                    <a:pt x="12298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5731" y="1376519"/>
              <a:ext cx="122989" cy="113219"/>
            </a:xfrm>
            <a:custGeom>
              <a:avLst/>
              <a:pathLst>
                <a:path w="122989" h="113219">
                  <a:moveTo>
                    <a:pt x="0" y="0"/>
                  </a:moveTo>
                  <a:lnTo>
                    <a:pt x="122989" y="1132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21571" y="1355332"/>
              <a:ext cx="334299" cy="301574"/>
            </a:xfrm>
            <a:custGeom>
              <a:avLst/>
              <a:pathLst>
                <a:path w="334299" h="301574">
                  <a:moveTo>
                    <a:pt x="44160" y="21187"/>
                  </a:moveTo>
                  <a:lnTo>
                    <a:pt x="40632" y="25143"/>
                  </a:lnTo>
                  <a:lnTo>
                    <a:pt x="37232" y="29209"/>
                  </a:lnTo>
                  <a:lnTo>
                    <a:pt x="33962" y="33381"/>
                  </a:lnTo>
                  <a:lnTo>
                    <a:pt x="30826" y="37654"/>
                  </a:lnTo>
                  <a:lnTo>
                    <a:pt x="27827" y="42024"/>
                  </a:lnTo>
                  <a:lnTo>
                    <a:pt x="24968" y="46488"/>
                  </a:lnTo>
                  <a:lnTo>
                    <a:pt x="22253" y="51039"/>
                  </a:lnTo>
                  <a:lnTo>
                    <a:pt x="19682" y="55675"/>
                  </a:lnTo>
                  <a:lnTo>
                    <a:pt x="17260" y="60390"/>
                  </a:lnTo>
                  <a:lnTo>
                    <a:pt x="14989" y="65179"/>
                  </a:lnTo>
                  <a:lnTo>
                    <a:pt x="12871" y="70038"/>
                  </a:lnTo>
                  <a:lnTo>
                    <a:pt x="10908" y="74961"/>
                  </a:lnTo>
                  <a:lnTo>
                    <a:pt x="9102" y="79944"/>
                  </a:lnTo>
                  <a:lnTo>
                    <a:pt x="7455" y="84982"/>
                  </a:lnTo>
                  <a:lnTo>
                    <a:pt x="5968" y="90070"/>
                  </a:lnTo>
                  <a:lnTo>
                    <a:pt x="4643" y="95202"/>
                  </a:lnTo>
                  <a:lnTo>
                    <a:pt x="3482" y="100374"/>
                  </a:lnTo>
                  <a:lnTo>
                    <a:pt x="2486" y="105580"/>
                  </a:lnTo>
                  <a:lnTo>
                    <a:pt x="1654" y="110814"/>
                  </a:lnTo>
                  <a:lnTo>
                    <a:pt x="990" y="116073"/>
                  </a:lnTo>
                  <a:lnTo>
                    <a:pt x="492" y="121350"/>
                  </a:lnTo>
                  <a:lnTo>
                    <a:pt x="162" y="126640"/>
                  </a:lnTo>
                  <a:lnTo>
                    <a:pt x="0" y="131938"/>
                  </a:lnTo>
                  <a:lnTo>
                    <a:pt x="5" y="137238"/>
                  </a:lnTo>
                  <a:lnTo>
                    <a:pt x="179" y="142536"/>
                  </a:lnTo>
                  <a:lnTo>
                    <a:pt x="521" y="147825"/>
                  </a:lnTo>
                  <a:lnTo>
                    <a:pt x="1030" y="153101"/>
                  </a:lnTo>
                  <a:lnTo>
                    <a:pt x="1706" y="158358"/>
                  </a:lnTo>
                  <a:lnTo>
                    <a:pt x="2549" y="163591"/>
                  </a:lnTo>
                  <a:lnTo>
                    <a:pt x="3557" y="168795"/>
                  </a:lnTo>
                  <a:lnTo>
                    <a:pt x="4729" y="173964"/>
                  </a:lnTo>
                  <a:lnTo>
                    <a:pt x="6065" y="179093"/>
                  </a:lnTo>
                  <a:lnTo>
                    <a:pt x="7563" y="184178"/>
                  </a:lnTo>
                  <a:lnTo>
                    <a:pt x="9221" y="189212"/>
                  </a:lnTo>
                  <a:lnTo>
                    <a:pt x="11038" y="194191"/>
                  </a:lnTo>
                  <a:lnTo>
                    <a:pt x="13011" y="199111"/>
                  </a:lnTo>
                  <a:lnTo>
                    <a:pt x="15140" y="203965"/>
                  </a:lnTo>
                  <a:lnTo>
                    <a:pt x="17422" y="208749"/>
                  </a:lnTo>
                  <a:lnTo>
                    <a:pt x="19854" y="213458"/>
                  </a:lnTo>
                  <a:lnTo>
                    <a:pt x="22434" y="218088"/>
                  </a:lnTo>
                  <a:lnTo>
                    <a:pt x="25160" y="222634"/>
                  </a:lnTo>
                  <a:lnTo>
                    <a:pt x="28028" y="227091"/>
                  </a:lnTo>
                  <a:lnTo>
                    <a:pt x="31037" y="231455"/>
                  </a:lnTo>
                  <a:lnTo>
                    <a:pt x="34182" y="235722"/>
                  </a:lnTo>
                  <a:lnTo>
                    <a:pt x="37461" y="239886"/>
                  </a:lnTo>
                  <a:lnTo>
                    <a:pt x="40870" y="243945"/>
                  </a:lnTo>
                  <a:lnTo>
                    <a:pt x="44406" y="247893"/>
                  </a:lnTo>
                  <a:lnTo>
                    <a:pt x="48066" y="251727"/>
                  </a:lnTo>
                  <a:lnTo>
                    <a:pt x="51845" y="255444"/>
                  </a:lnTo>
                  <a:lnTo>
                    <a:pt x="55740" y="259038"/>
                  </a:lnTo>
                  <a:lnTo>
                    <a:pt x="59748" y="262508"/>
                  </a:lnTo>
                  <a:lnTo>
                    <a:pt x="63863" y="265848"/>
                  </a:lnTo>
                  <a:lnTo>
                    <a:pt x="68082" y="269057"/>
                  </a:lnTo>
                  <a:lnTo>
                    <a:pt x="72400" y="272130"/>
                  </a:lnTo>
                  <a:lnTo>
                    <a:pt x="76814" y="275064"/>
                  </a:lnTo>
                  <a:lnTo>
                    <a:pt x="81319" y="277858"/>
                  </a:lnTo>
                  <a:lnTo>
                    <a:pt x="85910" y="280506"/>
                  </a:lnTo>
                  <a:lnTo>
                    <a:pt x="90583" y="283009"/>
                  </a:lnTo>
                  <a:lnTo>
                    <a:pt x="95332" y="285361"/>
                  </a:lnTo>
                  <a:lnTo>
                    <a:pt x="100154" y="287562"/>
                  </a:lnTo>
                  <a:lnTo>
                    <a:pt x="105043" y="289609"/>
                  </a:lnTo>
                  <a:lnTo>
                    <a:pt x="109995" y="291500"/>
                  </a:lnTo>
                  <a:lnTo>
                    <a:pt x="115004" y="293233"/>
                  </a:lnTo>
                  <a:lnTo>
                    <a:pt x="120066" y="294806"/>
                  </a:lnTo>
                  <a:lnTo>
                    <a:pt x="125175" y="296218"/>
                  </a:lnTo>
                  <a:lnTo>
                    <a:pt x="130326" y="297468"/>
                  </a:lnTo>
                  <a:lnTo>
                    <a:pt x="135514" y="298553"/>
                  </a:lnTo>
                  <a:lnTo>
                    <a:pt x="140734" y="299474"/>
                  </a:lnTo>
                  <a:lnTo>
                    <a:pt x="145980" y="300228"/>
                  </a:lnTo>
                  <a:lnTo>
                    <a:pt x="151248" y="300816"/>
                  </a:lnTo>
                  <a:lnTo>
                    <a:pt x="156531" y="301236"/>
                  </a:lnTo>
                  <a:lnTo>
                    <a:pt x="161826" y="301489"/>
                  </a:lnTo>
                  <a:lnTo>
                    <a:pt x="167126" y="301574"/>
                  </a:lnTo>
                  <a:lnTo>
                    <a:pt x="172425" y="301491"/>
                  </a:lnTo>
                  <a:lnTo>
                    <a:pt x="177720" y="301239"/>
                  </a:lnTo>
                  <a:lnTo>
                    <a:pt x="183004" y="300820"/>
                  </a:lnTo>
                  <a:lnTo>
                    <a:pt x="188271" y="300234"/>
                  </a:lnTo>
                  <a:lnTo>
                    <a:pt x="193518" y="299481"/>
                  </a:lnTo>
                  <a:lnTo>
                    <a:pt x="198738" y="298562"/>
                  </a:lnTo>
                  <a:lnTo>
                    <a:pt x="203927" y="297478"/>
                  </a:lnTo>
                  <a:lnTo>
                    <a:pt x="209078" y="296230"/>
                  </a:lnTo>
                  <a:lnTo>
                    <a:pt x="214187" y="294819"/>
                  </a:lnTo>
                  <a:lnTo>
                    <a:pt x="219249" y="293247"/>
                  </a:lnTo>
                  <a:lnTo>
                    <a:pt x="224259" y="291516"/>
                  </a:lnTo>
                  <a:lnTo>
                    <a:pt x="229211" y="289626"/>
                  </a:lnTo>
                  <a:lnTo>
                    <a:pt x="234101" y="287581"/>
                  </a:lnTo>
                  <a:lnTo>
                    <a:pt x="238923" y="285381"/>
                  </a:lnTo>
                  <a:lnTo>
                    <a:pt x="243673" y="283030"/>
                  </a:lnTo>
                  <a:lnTo>
                    <a:pt x="248347" y="280529"/>
                  </a:lnTo>
                  <a:lnTo>
                    <a:pt x="252938" y="277881"/>
                  </a:lnTo>
                  <a:lnTo>
                    <a:pt x="257444" y="275089"/>
                  </a:lnTo>
                  <a:lnTo>
                    <a:pt x="261859" y="272156"/>
                  </a:lnTo>
                  <a:lnTo>
                    <a:pt x="266178" y="269084"/>
                  </a:lnTo>
                  <a:lnTo>
                    <a:pt x="270398" y="265877"/>
                  </a:lnTo>
                  <a:lnTo>
                    <a:pt x="274514" y="262538"/>
                  </a:lnTo>
                  <a:lnTo>
                    <a:pt x="278522" y="259069"/>
                  </a:lnTo>
                  <a:lnTo>
                    <a:pt x="282419" y="255476"/>
                  </a:lnTo>
                  <a:lnTo>
                    <a:pt x="286199" y="251760"/>
                  </a:lnTo>
                  <a:lnTo>
                    <a:pt x="289860" y="247927"/>
                  </a:lnTo>
                  <a:lnTo>
                    <a:pt x="293397" y="243980"/>
                  </a:lnTo>
                  <a:lnTo>
                    <a:pt x="296807" y="239922"/>
                  </a:lnTo>
                  <a:lnTo>
                    <a:pt x="300087" y="235759"/>
                  </a:lnTo>
                  <a:lnTo>
                    <a:pt x="303234" y="231493"/>
                  </a:lnTo>
                  <a:lnTo>
                    <a:pt x="306243" y="227130"/>
                  </a:lnTo>
                  <a:lnTo>
                    <a:pt x="309113" y="222674"/>
                  </a:lnTo>
                  <a:lnTo>
                    <a:pt x="311840" y="218129"/>
                  </a:lnTo>
                  <a:lnTo>
                    <a:pt x="314421" y="213499"/>
                  </a:lnTo>
                  <a:lnTo>
                    <a:pt x="316855" y="208791"/>
                  </a:lnTo>
                  <a:lnTo>
                    <a:pt x="319138" y="204007"/>
                  </a:lnTo>
                  <a:lnTo>
                    <a:pt x="321268" y="199153"/>
                  </a:lnTo>
                  <a:lnTo>
                    <a:pt x="323243" y="194235"/>
                  </a:lnTo>
                  <a:lnTo>
                    <a:pt x="325062" y="189256"/>
                  </a:lnTo>
                  <a:lnTo>
                    <a:pt x="326721" y="184222"/>
                  </a:lnTo>
                  <a:lnTo>
                    <a:pt x="328220" y="179138"/>
                  </a:lnTo>
                  <a:lnTo>
                    <a:pt x="329557" y="174009"/>
                  </a:lnTo>
                  <a:lnTo>
                    <a:pt x="330731" y="168840"/>
                  </a:lnTo>
                  <a:lnTo>
                    <a:pt x="331741" y="163637"/>
                  </a:lnTo>
                  <a:lnTo>
                    <a:pt x="332585" y="158404"/>
                  </a:lnTo>
                  <a:lnTo>
                    <a:pt x="333262" y="153147"/>
                  </a:lnTo>
                  <a:lnTo>
                    <a:pt x="333773" y="147872"/>
                  </a:lnTo>
                  <a:lnTo>
                    <a:pt x="334116" y="142582"/>
                  </a:lnTo>
                  <a:lnTo>
                    <a:pt x="334291" y="137285"/>
                  </a:lnTo>
                  <a:lnTo>
                    <a:pt x="334299" y="131984"/>
                  </a:lnTo>
                  <a:lnTo>
                    <a:pt x="334138" y="126686"/>
                  </a:lnTo>
                  <a:lnTo>
                    <a:pt x="333809" y="121396"/>
                  </a:lnTo>
                  <a:lnTo>
                    <a:pt x="333313" y="116119"/>
                  </a:lnTo>
                  <a:lnTo>
                    <a:pt x="332650" y="110860"/>
                  </a:lnTo>
                  <a:lnTo>
                    <a:pt x="331820" y="105625"/>
                  </a:lnTo>
                  <a:lnTo>
                    <a:pt x="330825" y="100419"/>
                  </a:lnTo>
                  <a:lnTo>
                    <a:pt x="329665" y="95247"/>
                  </a:lnTo>
                  <a:lnTo>
                    <a:pt x="328342" y="90115"/>
                  </a:lnTo>
                  <a:lnTo>
                    <a:pt x="326857" y="85027"/>
                  </a:lnTo>
                  <a:lnTo>
                    <a:pt x="325211" y="79988"/>
                  </a:lnTo>
                  <a:lnTo>
                    <a:pt x="323406" y="75004"/>
                  </a:lnTo>
                  <a:lnTo>
                    <a:pt x="321444" y="70080"/>
                  </a:lnTo>
                  <a:lnTo>
                    <a:pt x="319327" y="65221"/>
                  </a:lnTo>
                  <a:lnTo>
                    <a:pt x="317058" y="60431"/>
                  </a:lnTo>
                  <a:lnTo>
                    <a:pt x="314637" y="55716"/>
                  </a:lnTo>
                  <a:lnTo>
                    <a:pt x="312068" y="51080"/>
                  </a:lnTo>
                  <a:lnTo>
                    <a:pt x="309353" y="46527"/>
                  </a:lnTo>
                  <a:lnTo>
                    <a:pt x="306496" y="42063"/>
                  </a:lnTo>
                  <a:lnTo>
                    <a:pt x="303498" y="37692"/>
                  </a:lnTo>
                  <a:lnTo>
                    <a:pt x="300364" y="33418"/>
                  </a:lnTo>
                  <a:lnTo>
                    <a:pt x="297095" y="29245"/>
                  </a:lnTo>
                  <a:lnTo>
                    <a:pt x="293696" y="25178"/>
                  </a:lnTo>
                  <a:lnTo>
                    <a:pt x="290169" y="21221"/>
                  </a:lnTo>
                  <a:lnTo>
                    <a:pt x="286519" y="17378"/>
                  </a:lnTo>
                  <a:lnTo>
                    <a:pt x="282749" y="13652"/>
                  </a:lnTo>
                  <a:lnTo>
                    <a:pt x="278862" y="10048"/>
                  </a:lnTo>
                  <a:lnTo>
                    <a:pt x="274864" y="6569"/>
                  </a:lnTo>
                  <a:lnTo>
                    <a:pt x="270757" y="3218"/>
                  </a:lnTo>
                  <a:lnTo>
                    <a:pt x="266546" y="0"/>
                  </a:lnTo>
                  <a:lnTo>
                    <a:pt x="167149" y="1344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488720" y="1322571"/>
              <a:ext cx="99396" cy="167167"/>
            </a:xfrm>
            <a:custGeom>
              <a:avLst/>
              <a:pathLst>
                <a:path w="99396" h="167167">
                  <a:moveTo>
                    <a:pt x="99396" y="32760"/>
                  </a:moveTo>
                  <a:lnTo>
                    <a:pt x="94837" y="29505"/>
                  </a:lnTo>
                  <a:lnTo>
                    <a:pt x="90171" y="26405"/>
                  </a:lnTo>
                  <a:lnTo>
                    <a:pt x="85404" y="23462"/>
                  </a:lnTo>
                  <a:lnTo>
                    <a:pt x="80541" y="20681"/>
                  </a:lnTo>
                  <a:lnTo>
                    <a:pt x="75587" y="18065"/>
                  </a:lnTo>
                  <a:lnTo>
                    <a:pt x="70549" y="15616"/>
                  </a:lnTo>
                  <a:lnTo>
                    <a:pt x="65431" y="13337"/>
                  </a:lnTo>
                  <a:lnTo>
                    <a:pt x="60240" y="11231"/>
                  </a:lnTo>
                  <a:lnTo>
                    <a:pt x="54981" y="9300"/>
                  </a:lnTo>
                  <a:lnTo>
                    <a:pt x="49660" y="7546"/>
                  </a:lnTo>
                  <a:lnTo>
                    <a:pt x="44284" y="5972"/>
                  </a:lnTo>
                  <a:lnTo>
                    <a:pt x="38858" y="4579"/>
                  </a:lnTo>
                  <a:lnTo>
                    <a:pt x="33388" y="3368"/>
                  </a:lnTo>
                  <a:lnTo>
                    <a:pt x="27881" y="2341"/>
                  </a:lnTo>
                  <a:lnTo>
                    <a:pt x="22342" y="1499"/>
                  </a:lnTo>
                  <a:lnTo>
                    <a:pt x="16778" y="844"/>
                  </a:lnTo>
                  <a:lnTo>
                    <a:pt x="11196" y="375"/>
                  </a:lnTo>
                  <a:lnTo>
                    <a:pt x="560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8816" y="1681503"/>
              <a:ext cx="87708" cy="167167"/>
            </a:xfrm>
            <a:custGeom>
              <a:avLst/>
              <a:pathLst>
                <a:path w="87708" h="167167">
                  <a:moveTo>
                    <a:pt x="87708" y="0"/>
                  </a:moveTo>
                  <a:lnTo>
                    <a:pt x="81938" y="99"/>
                  </a:lnTo>
                  <a:lnTo>
                    <a:pt x="76175" y="398"/>
                  </a:lnTo>
                  <a:lnTo>
                    <a:pt x="70426" y="895"/>
                  </a:lnTo>
                  <a:lnTo>
                    <a:pt x="64698" y="1591"/>
                  </a:lnTo>
                  <a:lnTo>
                    <a:pt x="58997" y="2483"/>
                  </a:lnTo>
                  <a:lnTo>
                    <a:pt x="53330" y="3572"/>
                  </a:lnTo>
                  <a:lnTo>
                    <a:pt x="47704" y="4856"/>
                  </a:lnTo>
                  <a:lnTo>
                    <a:pt x="42126" y="6334"/>
                  </a:lnTo>
                  <a:lnTo>
                    <a:pt x="36603" y="8003"/>
                  </a:lnTo>
                  <a:lnTo>
                    <a:pt x="31140" y="9861"/>
                  </a:lnTo>
                  <a:lnTo>
                    <a:pt x="25744" y="11907"/>
                  </a:lnTo>
                  <a:lnTo>
                    <a:pt x="20422" y="14139"/>
                  </a:lnTo>
                  <a:lnTo>
                    <a:pt x="15181" y="16552"/>
                  </a:lnTo>
                  <a:lnTo>
                    <a:pt x="10026" y="19145"/>
                  </a:lnTo>
                  <a:lnTo>
                    <a:pt x="4963" y="21914"/>
                  </a:lnTo>
                  <a:lnTo>
                    <a:pt x="0" y="24857"/>
                  </a:lnTo>
                  <a:lnTo>
                    <a:pt x="8770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8816" y="1706360"/>
              <a:ext cx="87708" cy="142310"/>
            </a:xfrm>
            <a:custGeom>
              <a:avLst/>
              <a:pathLst>
                <a:path w="87708" h="142310">
                  <a:moveTo>
                    <a:pt x="0" y="0"/>
                  </a:moveTo>
                  <a:lnTo>
                    <a:pt x="87708" y="1423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19359" y="1681503"/>
              <a:ext cx="334319" cy="334330"/>
            </a:xfrm>
            <a:custGeom>
              <a:avLst/>
              <a:pathLst>
                <a:path w="334319" h="334330">
                  <a:moveTo>
                    <a:pt x="79457" y="24857"/>
                  </a:moveTo>
                  <a:lnTo>
                    <a:pt x="74995" y="27704"/>
                  </a:lnTo>
                  <a:lnTo>
                    <a:pt x="70627" y="30692"/>
                  </a:lnTo>
                  <a:lnTo>
                    <a:pt x="66355" y="33817"/>
                  </a:lnTo>
                  <a:lnTo>
                    <a:pt x="62184" y="37075"/>
                  </a:lnTo>
                  <a:lnTo>
                    <a:pt x="58118" y="40463"/>
                  </a:lnTo>
                  <a:lnTo>
                    <a:pt x="54162" y="43979"/>
                  </a:lnTo>
                  <a:lnTo>
                    <a:pt x="50319" y="47618"/>
                  </a:lnTo>
                  <a:lnTo>
                    <a:pt x="46593" y="51377"/>
                  </a:lnTo>
                  <a:lnTo>
                    <a:pt x="42987" y="55252"/>
                  </a:lnTo>
                  <a:lnTo>
                    <a:pt x="39507" y="59239"/>
                  </a:lnTo>
                  <a:lnTo>
                    <a:pt x="36154" y="63334"/>
                  </a:lnTo>
                  <a:lnTo>
                    <a:pt x="32933" y="67534"/>
                  </a:lnTo>
                  <a:lnTo>
                    <a:pt x="29846" y="71833"/>
                  </a:lnTo>
                  <a:lnTo>
                    <a:pt x="26897" y="76228"/>
                  </a:lnTo>
                  <a:lnTo>
                    <a:pt x="24088" y="80714"/>
                  </a:lnTo>
                  <a:lnTo>
                    <a:pt x="21423" y="85287"/>
                  </a:lnTo>
                  <a:lnTo>
                    <a:pt x="18904" y="89941"/>
                  </a:lnTo>
                  <a:lnTo>
                    <a:pt x="16534" y="94674"/>
                  </a:lnTo>
                  <a:lnTo>
                    <a:pt x="14314" y="99478"/>
                  </a:lnTo>
                  <a:lnTo>
                    <a:pt x="12248" y="104351"/>
                  </a:lnTo>
                  <a:lnTo>
                    <a:pt x="10337" y="109287"/>
                  </a:lnTo>
                  <a:lnTo>
                    <a:pt x="8583" y="114280"/>
                  </a:lnTo>
                  <a:lnTo>
                    <a:pt x="6989" y="119327"/>
                  </a:lnTo>
                  <a:lnTo>
                    <a:pt x="5555" y="124422"/>
                  </a:lnTo>
                  <a:lnTo>
                    <a:pt x="4282" y="129559"/>
                  </a:lnTo>
                  <a:lnTo>
                    <a:pt x="3173" y="134734"/>
                  </a:lnTo>
                  <a:lnTo>
                    <a:pt x="2229" y="139942"/>
                  </a:lnTo>
                  <a:lnTo>
                    <a:pt x="1450" y="145177"/>
                  </a:lnTo>
                  <a:lnTo>
                    <a:pt x="837" y="150434"/>
                  </a:lnTo>
                  <a:lnTo>
                    <a:pt x="390" y="155708"/>
                  </a:lnTo>
                  <a:lnTo>
                    <a:pt x="111" y="160993"/>
                  </a:lnTo>
                  <a:lnTo>
                    <a:pt x="0" y="166285"/>
                  </a:lnTo>
                  <a:lnTo>
                    <a:pt x="55" y="171577"/>
                  </a:lnTo>
                  <a:lnTo>
                    <a:pt x="279" y="176865"/>
                  </a:lnTo>
                  <a:lnTo>
                    <a:pt x="669" y="182143"/>
                  </a:lnTo>
                  <a:lnTo>
                    <a:pt x="1227" y="187407"/>
                  </a:lnTo>
                  <a:lnTo>
                    <a:pt x="1951" y="192649"/>
                  </a:lnTo>
                  <a:lnTo>
                    <a:pt x="2840" y="197867"/>
                  </a:lnTo>
                  <a:lnTo>
                    <a:pt x="3895" y="203053"/>
                  </a:lnTo>
                  <a:lnTo>
                    <a:pt x="5112" y="208204"/>
                  </a:lnTo>
                  <a:lnTo>
                    <a:pt x="6493" y="213314"/>
                  </a:lnTo>
                  <a:lnTo>
                    <a:pt x="8034" y="218377"/>
                  </a:lnTo>
                  <a:lnTo>
                    <a:pt x="9735" y="223389"/>
                  </a:lnTo>
                  <a:lnTo>
                    <a:pt x="11594" y="228344"/>
                  </a:lnTo>
                  <a:lnTo>
                    <a:pt x="13608" y="233239"/>
                  </a:lnTo>
                  <a:lnTo>
                    <a:pt x="15777" y="238067"/>
                  </a:lnTo>
                  <a:lnTo>
                    <a:pt x="18097" y="242823"/>
                  </a:lnTo>
                  <a:lnTo>
                    <a:pt x="20567" y="247505"/>
                  </a:lnTo>
                  <a:lnTo>
                    <a:pt x="23184" y="252105"/>
                  </a:lnTo>
                  <a:lnTo>
                    <a:pt x="25945" y="256621"/>
                  </a:lnTo>
                  <a:lnTo>
                    <a:pt x="28847" y="261046"/>
                  </a:lnTo>
                  <a:lnTo>
                    <a:pt x="31889" y="265378"/>
                  </a:lnTo>
                  <a:lnTo>
                    <a:pt x="35066" y="269611"/>
                  </a:lnTo>
                  <a:lnTo>
                    <a:pt x="38375" y="273742"/>
                  </a:lnTo>
                  <a:lnTo>
                    <a:pt x="41813" y="277765"/>
                  </a:lnTo>
                  <a:lnTo>
                    <a:pt x="45377" y="281678"/>
                  </a:lnTo>
                  <a:lnTo>
                    <a:pt x="49063" y="285476"/>
                  </a:lnTo>
                  <a:lnTo>
                    <a:pt x="52868" y="289156"/>
                  </a:lnTo>
                  <a:lnTo>
                    <a:pt x="56787" y="292713"/>
                  </a:lnTo>
                  <a:lnTo>
                    <a:pt x="60817" y="296144"/>
                  </a:lnTo>
                  <a:lnTo>
                    <a:pt x="64953" y="299446"/>
                  </a:lnTo>
                  <a:lnTo>
                    <a:pt x="69192" y="302615"/>
                  </a:lnTo>
                  <a:lnTo>
                    <a:pt x="73529" y="305649"/>
                  </a:lnTo>
                  <a:lnTo>
                    <a:pt x="77960" y="308544"/>
                  </a:lnTo>
                  <a:lnTo>
                    <a:pt x="82480" y="311297"/>
                  </a:lnTo>
                  <a:lnTo>
                    <a:pt x="87085" y="313906"/>
                  </a:lnTo>
                  <a:lnTo>
                    <a:pt x="91770" y="316367"/>
                  </a:lnTo>
                  <a:lnTo>
                    <a:pt x="96531" y="318679"/>
                  </a:lnTo>
                  <a:lnTo>
                    <a:pt x="101363" y="320839"/>
                  </a:lnTo>
                  <a:lnTo>
                    <a:pt x="106261" y="322845"/>
                  </a:lnTo>
                  <a:lnTo>
                    <a:pt x="111220" y="324695"/>
                  </a:lnTo>
                  <a:lnTo>
                    <a:pt x="116235" y="326387"/>
                  </a:lnTo>
                  <a:lnTo>
                    <a:pt x="121301" y="327920"/>
                  </a:lnTo>
                  <a:lnTo>
                    <a:pt x="126413" y="329291"/>
                  </a:lnTo>
                  <a:lnTo>
                    <a:pt x="131565" y="330500"/>
                  </a:lnTo>
                  <a:lnTo>
                    <a:pt x="136754" y="331545"/>
                  </a:lnTo>
                  <a:lnTo>
                    <a:pt x="141973" y="332425"/>
                  </a:lnTo>
                  <a:lnTo>
                    <a:pt x="147217" y="333140"/>
                  </a:lnTo>
                  <a:lnTo>
                    <a:pt x="152481" y="333688"/>
                  </a:lnTo>
                  <a:lnTo>
                    <a:pt x="157760" y="334070"/>
                  </a:lnTo>
                  <a:lnTo>
                    <a:pt x="163048" y="334284"/>
                  </a:lnTo>
                  <a:lnTo>
                    <a:pt x="168341" y="334330"/>
                  </a:lnTo>
                  <a:lnTo>
                    <a:pt x="173632" y="334209"/>
                  </a:lnTo>
                  <a:lnTo>
                    <a:pt x="178917" y="333921"/>
                  </a:lnTo>
                  <a:lnTo>
                    <a:pt x="184190" y="333465"/>
                  </a:lnTo>
                  <a:lnTo>
                    <a:pt x="189446" y="332843"/>
                  </a:lnTo>
                  <a:lnTo>
                    <a:pt x="194679" y="332054"/>
                  </a:lnTo>
                  <a:lnTo>
                    <a:pt x="199886" y="331101"/>
                  </a:lnTo>
                  <a:lnTo>
                    <a:pt x="205059" y="329983"/>
                  </a:lnTo>
                  <a:lnTo>
                    <a:pt x="210194" y="328702"/>
                  </a:lnTo>
                  <a:lnTo>
                    <a:pt x="215286" y="327258"/>
                  </a:lnTo>
                  <a:lnTo>
                    <a:pt x="220330" y="325655"/>
                  </a:lnTo>
                  <a:lnTo>
                    <a:pt x="225321" y="323892"/>
                  </a:lnTo>
                  <a:lnTo>
                    <a:pt x="230253" y="321973"/>
                  </a:lnTo>
                  <a:lnTo>
                    <a:pt x="235122" y="319898"/>
                  </a:lnTo>
                  <a:lnTo>
                    <a:pt x="239923" y="317670"/>
                  </a:lnTo>
                  <a:lnTo>
                    <a:pt x="244651" y="315291"/>
                  </a:lnTo>
                  <a:lnTo>
                    <a:pt x="249301" y="312764"/>
                  </a:lnTo>
                  <a:lnTo>
                    <a:pt x="253869" y="310091"/>
                  </a:lnTo>
                  <a:lnTo>
                    <a:pt x="258350" y="307275"/>
                  </a:lnTo>
                  <a:lnTo>
                    <a:pt x="262740" y="304318"/>
                  </a:lnTo>
                  <a:lnTo>
                    <a:pt x="267034" y="301223"/>
                  </a:lnTo>
                  <a:lnTo>
                    <a:pt x="271228" y="297995"/>
                  </a:lnTo>
                  <a:lnTo>
                    <a:pt x="275317" y="294635"/>
                  </a:lnTo>
                  <a:lnTo>
                    <a:pt x="279298" y="291147"/>
                  </a:lnTo>
                  <a:lnTo>
                    <a:pt x="283167" y="287535"/>
                  </a:lnTo>
                  <a:lnTo>
                    <a:pt x="286919" y="283803"/>
                  </a:lnTo>
                  <a:lnTo>
                    <a:pt x="290551" y="279953"/>
                  </a:lnTo>
                  <a:lnTo>
                    <a:pt x="294060" y="275990"/>
                  </a:lnTo>
                  <a:lnTo>
                    <a:pt x="297441" y="271919"/>
                  </a:lnTo>
                  <a:lnTo>
                    <a:pt x="300692" y="267742"/>
                  </a:lnTo>
                  <a:lnTo>
                    <a:pt x="303809" y="263465"/>
                  </a:lnTo>
                  <a:lnTo>
                    <a:pt x="306789" y="259091"/>
                  </a:lnTo>
                  <a:lnTo>
                    <a:pt x="309629" y="254624"/>
                  </a:lnTo>
                  <a:lnTo>
                    <a:pt x="312326" y="250071"/>
                  </a:lnTo>
                  <a:lnTo>
                    <a:pt x="314878" y="245434"/>
                  </a:lnTo>
                  <a:lnTo>
                    <a:pt x="317282" y="240718"/>
                  </a:lnTo>
                  <a:lnTo>
                    <a:pt x="319535" y="235929"/>
                  </a:lnTo>
                  <a:lnTo>
                    <a:pt x="321635" y="231071"/>
                  </a:lnTo>
                  <a:lnTo>
                    <a:pt x="323581" y="226149"/>
                  </a:lnTo>
                  <a:lnTo>
                    <a:pt x="325370" y="221168"/>
                  </a:lnTo>
                  <a:lnTo>
                    <a:pt x="327000" y="216133"/>
                  </a:lnTo>
                  <a:lnTo>
                    <a:pt x="328470" y="211048"/>
                  </a:lnTo>
                  <a:lnTo>
                    <a:pt x="329778" y="205920"/>
                  </a:lnTo>
                  <a:lnTo>
                    <a:pt x="330923" y="200752"/>
                  </a:lnTo>
                  <a:lnTo>
                    <a:pt x="331905" y="195552"/>
                  </a:lnTo>
                  <a:lnTo>
                    <a:pt x="332721" y="190322"/>
                  </a:lnTo>
                  <a:lnTo>
                    <a:pt x="333371" y="185070"/>
                  </a:lnTo>
                  <a:lnTo>
                    <a:pt x="333854" y="179799"/>
                  </a:lnTo>
                  <a:lnTo>
                    <a:pt x="334170" y="174516"/>
                  </a:lnTo>
                  <a:lnTo>
                    <a:pt x="334319" y="169225"/>
                  </a:lnTo>
                  <a:lnTo>
                    <a:pt x="334301" y="163933"/>
                  </a:lnTo>
                  <a:lnTo>
                    <a:pt x="334115" y="158643"/>
                  </a:lnTo>
                  <a:lnTo>
                    <a:pt x="333761" y="153362"/>
                  </a:lnTo>
                  <a:lnTo>
                    <a:pt x="333241" y="148095"/>
                  </a:lnTo>
                  <a:lnTo>
                    <a:pt x="332554" y="142847"/>
                  </a:lnTo>
                  <a:lnTo>
                    <a:pt x="331701" y="137624"/>
                  </a:lnTo>
                  <a:lnTo>
                    <a:pt x="330683" y="132430"/>
                  </a:lnTo>
                  <a:lnTo>
                    <a:pt x="329502" y="127271"/>
                  </a:lnTo>
                  <a:lnTo>
                    <a:pt x="328157" y="122152"/>
                  </a:lnTo>
                  <a:lnTo>
                    <a:pt x="326651" y="117078"/>
                  </a:lnTo>
                  <a:lnTo>
                    <a:pt x="324986" y="112054"/>
                  </a:lnTo>
                  <a:lnTo>
                    <a:pt x="323162" y="107086"/>
                  </a:lnTo>
                  <a:lnTo>
                    <a:pt x="321182" y="102177"/>
                  </a:lnTo>
                  <a:lnTo>
                    <a:pt x="319047" y="97334"/>
                  </a:lnTo>
                  <a:lnTo>
                    <a:pt x="316760" y="92561"/>
                  </a:lnTo>
                  <a:lnTo>
                    <a:pt x="314324" y="87863"/>
                  </a:lnTo>
                  <a:lnTo>
                    <a:pt x="311739" y="83244"/>
                  </a:lnTo>
                  <a:lnTo>
                    <a:pt x="309010" y="78709"/>
                  </a:lnTo>
                  <a:lnTo>
                    <a:pt x="306139" y="74263"/>
                  </a:lnTo>
                  <a:lnTo>
                    <a:pt x="303128" y="69910"/>
                  </a:lnTo>
                  <a:lnTo>
                    <a:pt x="299981" y="65655"/>
                  </a:lnTo>
                  <a:lnTo>
                    <a:pt x="296701" y="61501"/>
                  </a:lnTo>
                  <a:lnTo>
                    <a:pt x="293291" y="57453"/>
                  </a:lnTo>
                  <a:lnTo>
                    <a:pt x="289755" y="53516"/>
                  </a:lnTo>
                  <a:lnTo>
                    <a:pt x="286095" y="49692"/>
                  </a:lnTo>
                  <a:lnTo>
                    <a:pt x="282317" y="45986"/>
                  </a:lnTo>
                  <a:lnTo>
                    <a:pt x="278423" y="42401"/>
                  </a:lnTo>
                  <a:lnTo>
                    <a:pt x="274417" y="38941"/>
                  </a:lnTo>
                  <a:lnTo>
                    <a:pt x="270304" y="35610"/>
                  </a:lnTo>
                  <a:lnTo>
                    <a:pt x="266088" y="32411"/>
                  </a:lnTo>
                  <a:lnTo>
                    <a:pt x="261773" y="29347"/>
                  </a:lnTo>
                  <a:lnTo>
                    <a:pt x="257362" y="26421"/>
                  </a:lnTo>
                  <a:lnTo>
                    <a:pt x="252861" y="23636"/>
                  </a:lnTo>
                  <a:lnTo>
                    <a:pt x="248275" y="20995"/>
                  </a:lnTo>
                  <a:lnTo>
                    <a:pt x="243607" y="18501"/>
                  </a:lnTo>
                  <a:lnTo>
                    <a:pt x="238862" y="16156"/>
                  </a:lnTo>
                  <a:lnTo>
                    <a:pt x="234046" y="13962"/>
                  </a:lnTo>
                  <a:lnTo>
                    <a:pt x="229162" y="11921"/>
                  </a:lnTo>
                  <a:lnTo>
                    <a:pt x="224216" y="10036"/>
                  </a:lnTo>
                  <a:lnTo>
                    <a:pt x="219214" y="8309"/>
                  </a:lnTo>
                  <a:lnTo>
                    <a:pt x="214159" y="6741"/>
                  </a:lnTo>
                  <a:lnTo>
                    <a:pt x="209056" y="5334"/>
                  </a:lnTo>
                  <a:lnTo>
                    <a:pt x="203912" y="4089"/>
                  </a:lnTo>
                  <a:lnTo>
                    <a:pt x="198731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78611" y="2126963"/>
              <a:ext cx="102676" cy="167167"/>
            </a:xfrm>
            <a:custGeom>
              <a:avLst/>
              <a:pathLst>
                <a:path w="102676" h="167167">
                  <a:moveTo>
                    <a:pt x="102676" y="0"/>
                  </a:moveTo>
                  <a:lnTo>
                    <a:pt x="97149" y="91"/>
                  </a:lnTo>
                  <a:lnTo>
                    <a:pt x="91628" y="365"/>
                  </a:lnTo>
                  <a:lnTo>
                    <a:pt x="86119" y="821"/>
                  </a:lnTo>
                  <a:lnTo>
                    <a:pt x="80628" y="1460"/>
                  </a:lnTo>
                  <a:lnTo>
                    <a:pt x="75161" y="2279"/>
                  </a:lnTo>
                  <a:lnTo>
                    <a:pt x="69724" y="3279"/>
                  </a:lnTo>
                  <a:lnTo>
                    <a:pt x="64324" y="4458"/>
                  </a:lnTo>
                  <a:lnTo>
                    <a:pt x="58965" y="5815"/>
                  </a:lnTo>
                  <a:lnTo>
                    <a:pt x="53654" y="7349"/>
                  </a:lnTo>
                  <a:lnTo>
                    <a:pt x="48397" y="9057"/>
                  </a:lnTo>
                  <a:lnTo>
                    <a:pt x="43199" y="10938"/>
                  </a:lnTo>
                  <a:lnTo>
                    <a:pt x="38066" y="12990"/>
                  </a:lnTo>
                  <a:lnTo>
                    <a:pt x="33004" y="15211"/>
                  </a:lnTo>
                  <a:lnTo>
                    <a:pt x="28017" y="17597"/>
                  </a:lnTo>
                  <a:lnTo>
                    <a:pt x="23113" y="20148"/>
                  </a:lnTo>
                  <a:lnTo>
                    <a:pt x="18296" y="22859"/>
                  </a:lnTo>
                  <a:lnTo>
                    <a:pt x="13570" y="25727"/>
                  </a:lnTo>
                  <a:lnTo>
                    <a:pt x="8943" y="28751"/>
                  </a:lnTo>
                  <a:lnTo>
                    <a:pt x="4417" y="31926"/>
                  </a:lnTo>
                  <a:lnTo>
                    <a:pt x="0" y="35248"/>
                  </a:lnTo>
                  <a:lnTo>
                    <a:pt x="10267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8611" y="216221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14127" y="2127138"/>
              <a:ext cx="334325" cy="334153"/>
            </a:xfrm>
            <a:custGeom>
              <a:avLst/>
              <a:pathLst>
                <a:path w="334325" h="334153">
                  <a:moveTo>
                    <a:pt x="64483" y="35074"/>
                  </a:moveTo>
                  <a:lnTo>
                    <a:pt x="60356" y="38392"/>
                  </a:lnTo>
                  <a:lnTo>
                    <a:pt x="56336" y="41840"/>
                  </a:lnTo>
                  <a:lnTo>
                    <a:pt x="52427" y="45413"/>
                  </a:lnTo>
                  <a:lnTo>
                    <a:pt x="48633" y="49109"/>
                  </a:lnTo>
                  <a:lnTo>
                    <a:pt x="44959" y="52922"/>
                  </a:lnTo>
                  <a:lnTo>
                    <a:pt x="41407" y="56851"/>
                  </a:lnTo>
                  <a:lnTo>
                    <a:pt x="37981" y="60889"/>
                  </a:lnTo>
                  <a:lnTo>
                    <a:pt x="34685" y="65035"/>
                  </a:lnTo>
                  <a:lnTo>
                    <a:pt x="31521" y="69282"/>
                  </a:lnTo>
                  <a:lnTo>
                    <a:pt x="28494" y="73628"/>
                  </a:lnTo>
                  <a:lnTo>
                    <a:pt x="25606" y="78067"/>
                  </a:lnTo>
                  <a:lnTo>
                    <a:pt x="22861" y="82596"/>
                  </a:lnTo>
                  <a:lnTo>
                    <a:pt x="20260" y="87209"/>
                  </a:lnTo>
                  <a:lnTo>
                    <a:pt x="17806" y="91902"/>
                  </a:lnTo>
                  <a:lnTo>
                    <a:pt x="15502" y="96671"/>
                  </a:lnTo>
                  <a:lnTo>
                    <a:pt x="13351" y="101510"/>
                  </a:lnTo>
                  <a:lnTo>
                    <a:pt x="11354" y="106415"/>
                  </a:lnTo>
                  <a:lnTo>
                    <a:pt x="9513" y="111381"/>
                  </a:lnTo>
                  <a:lnTo>
                    <a:pt x="7831" y="116403"/>
                  </a:lnTo>
                  <a:lnTo>
                    <a:pt x="6308" y="121475"/>
                  </a:lnTo>
                  <a:lnTo>
                    <a:pt x="4947" y="126593"/>
                  </a:lnTo>
                  <a:lnTo>
                    <a:pt x="3749" y="131752"/>
                  </a:lnTo>
                  <a:lnTo>
                    <a:pt x="2715" y="136946"/>
                  </a:lnTo>
                  <a:lnTo>
                    <a:pt x="1845" y="142170"/>
                  </a:lnTo>
                  <a:lnTo>
                    <a:pt x="1142" y="147419"/>
                  </a:lnTo>
                  <a:lnTo>
                    <a:pt x="605" y="152688"/>
                  </a:lnTo>
                  <a:lnTo>
                    <a:pt x="236" y="157971"/>
                  </a:lnTo>
                  <a:lnTo>
                    <a:pt x="34" y="163263"/>
                  </a:lnTo>
                  <a:lnTo>
                    <a:pt x="0" y="168559"/>
                  </a:lnTo>
                  <a:lnTo>
                    <a:pt x="133" y="173854"/>
                  </a:lnTo>
                  <a:lnTo>
                    <a:pt x="434" y="179141"/>
                  </a:lnTo>
                  <a:lnTo>
                    <a:pt x="903" y="184416"/>
                  </a:lnTo>
                  <a:lnTo>
                    <a:pt x="1538" y="189674"/>
                  </a:lnTo>
                  <a:lnTo>
                    <a:pt x="2340" y="194909"/>
                  </a:lnTo>
                  <a:lnTo>
                    <a:pt x="3307" y="200116"/>
                  </a:lnTo>
                  <a:lnTo>
                    <a:pt x="4438" y="205290"/>
                  </a:lnTo>
                  <a:lnTo>
                    <a:pt x="5733" y="210425"/>
                  </a:lnTo>
                  <a:lnTo>
                    <a:pt x="7190" y="215517"/>
                  </a:lnTo>
                  <a:lnTo>
                    <a:pt x="8807" y="220560"/>
                  </a:lnTo>
                  <a:lnTo>
                    <a:pt x="10584" y="225549"/>
                  </a:lnTo>
                  <a:lnTo>
                    <a:pt x="12517" y="230479"/>
                  </a:lnTo>
                  <a:lnTo>
                    <a:pt x="14606" y="235346"/>
                  </a:lnTo>
                  <a:lnTo>
                    <a:pt x="16847" y="240144"/>
                  </a:lnTo>
                  <a:lnTo>
                    <a:pt x="19240" y="244869"/>
                  </a:lnTo>
                  <a:lnTo>
                    <a:pt x="21781" y="249515"/>
                  </a:lnTo>
                  <a:lnTo>
                    <a:pt x="24468" y="254079"/>
                  </a:lnTo>
                  <a:lnTo>
                    <a:pt x="27299" y="258556"/>
                  </a:lnTo>
                  <a:lnTo>
                    <a:pt x="30269" y="262940"/>
                  </a:lnTo>
                  <a:lnTo>
                    <a:pt x="33377" y="267228"/>
                  </a:lnTo>
                  <a:lnTo>
                    <a:pt x="36620" y="271416"/>
                  </a:lnTo>
                  <a:lnTo>
                    <a:pt x="39993" y="275498"/>
                  </a:lnTo>
                  <a:lnTo>
                    <a:pt x="43494" y="279472"/>
                  </a:lnTo>
                  <a:lnTo>
                    <a:pt x="47119" y="283333"/>
                  </a:lnTo>
                  <a:lnTo>
                    <a:pt x="50864" y="287077"/>
                  </a:lnTo>
                  <a:lnTo>
                    <a:pt x="54727" y="290701"/>
                  </a:lnTo>
                  <a:lnTo>
                    <a:pt x="58702" y="294200"/>
                  </a:lnTo>
                  <a:lnTo>
                    <a:pt x="62786" y="297572"/>
                  </a:lnTo>
                  <a:lnTo>
                    <a:pt x="66975" y="300813"/>
                  </a:lnTo>
                  <a:lnTo>
                    <a:pt x="71264" y="303919"/>
                  </a:lnTo>
                  <a:lnTo>
                    <a:pt x="75649" y="306888"/>
                  </a:lnTo>
                  <a:lnTo>
                    <a:pt x="80127" y="309716"/>
                  </a:lnTo>
                  <a:lnTo>
                    <a:pt x="84691" y="312402"/>
                  </a:lnTo>
                  <a:lnTo>
                    <a:pt x="89339" y="314941"/>
                  </a:lnTo>
                  <a:lnTo>
                    <a:pt x="94065" y="317332"/>
                  </a:lnTo>
                  <a:lnTo>
                    <a:pt x="98864" y="319572"/>
                  </a:lnTo>
                  <a:lnTo>
                    <a:pt x="103731" y="321659"/>
                  </a:lnTo>
                  <a:lnTo>
                    <a:pt x="108662" y="323590"/>
                  </a:lnTo>
                  <a:lnTo>
                    <a:pt x="113652" y="325365"/>
                  </a:lnTo>
                  <a:lnTo>
                    <a:pt x="118696" y="326980"/>
                  </a:lnTo>
                  <a:lnTo>
                    <a:pt x="123788" y="328435"/>
                  </a:lnTo>
                  <a:lnTo>
                    <a:pt x="128924" y="329728"/>
                  </a:lnTo>
                  <a:lnTo>
                    <a:pt x="134098" y="330858"/>
                  </a:lnTo>
                  <a:lnTo>
                    <a:pt x="139305" y="331823"/>
                  </a:lnTo>
                  <a:lnTo>
                    <a:pt x="144541" y="332622"/>
                  </a:lnTo>
                  <a:lnTo>
                    <a:pt x="149799" y="333256"/>
                  </a:lnTo>
                  <a:lnTo>
                    <a:pt x="155074" y="333722"/>
                  </a:lnTo>
                  <a:lnTo>
                    <a:pt x="160362" y="334021"/>
                  </a:lnTo>
                  <a:lnTo>
                    <a:pt x="165656" y="334153"/>
                  </a:lnTo>
                  <a:lnTo>
                    <a:pt x="170952" y="334117"/>
                  </a:lnTo>
                  <a:lnTo>
                    <a:pt x="176244" y="333913"/>
                  </a:lnTo>
                  <a:lnTo>
                    <a:pt x="181527" y="333541"/>
                  </a:lnTo>
                  <a:lnTo>
                    <a:pt x="186795" y="333002"/>
                  </a:lnTo>
                  <a:lnTo>
                    <a:pt x="192044" y="332297"/>
                  </a:lnTo>
                  <a:lnTo>
                    <a:pt x="197268" y="331426"/>
                  </a:lnTo>
                  <a:lnTo>
                    <a:pt x="202462" y="330390"/>
                  </a:lnTo>
                  <a:lnTo>
                    <a:pt x="207620" y="329189"/>
                  </a:lnTo>
                  <a:lnTo>
                    <a:pt x="212738" y="327826"/>
                  </a:lnTo>
                  <a:lnTo>
                    <a:pt x="217809" y="326302"/>
                  </a:lnTo>
                  <a:lnTo>
                    <a:pt x="222830" y="324617"/>
                  </a:lnTo>
                  <a:lnTo>
                    <a:pt x="227796" y="322775"/>
                  </a:lnTo>
                  <a:lnTo>
                    <a:pt x="232700" y="320776"/>
                  </a:lnTo>
                  <a:lnTo>
                    <a:pt x="237538" y="318623"/>
                  </a:lnTo>
                  <a:lnTo>
                    <a:pt x="242306" y="316317"/>
                  </a:lnTo>
                  <a:lnTo>
                    <a:pt x="246999" y="313862"/>
                  </a:lnTo>
                  <a:lnTo>
                    <a:pt x="251611" y="311259"/>
                  </a:lnTo>
                  <a:lnTo>
                    <a:pt x="256138" y="308511"/>
                  </a:lnTo>
                  <a:lnTo>
                    <a:pt x="260577" y="305622"/>
                  </a:lnTo>
                  <a:lnTo>
                    <a:pt x="264921" y="302593"/>
                  </a:lnTo>
                  <a:lnTo>
                    <a:pt x="269168" y="299428"/>
                  </a:lnTo>
                  <a:lnTo>
                    <a:pt x="273311" y="296131"/>
                  </a:lnTo>
                  <a:lnTo>
                    <a:pt x="277349" y="292703"/>
                  </a:lnTo>
                  <a:lnTo>
                    <a:pt x="281276" y="289150"/>
                  </a:lnTo>
                  <a:lnTo>
                    <a:pt x="285088" y="285473"/>
                  </a:lnTo>
                  <a:lnTo>
                    <a:pt x="288782" y="281678"/>
                  </a:lnTo>
                  <a:lnTo>
                    <a:pt x="292354" y="277768"/>
                  </a:lnTo>
                  <a:lnTo>
                    <a:pt x="295800" y="273747"/>
                  </a:lnTo>
                  <a:lnTo>
                    <a:pt x="299117" y="269618"/>
                  </a:lnTo>
                  <a:lnTo>
                    <a:pt x="302302" y="265387"/>
                  </a:lnTo>
                  <a:lnTo>
                    <a:pt x="305351" y="261057"/>
                  </a:lnTo>
                  <a:lnTo>
                    <a:pt x="308261" y="256632"/>
                  </a:lnTo>
                  <a:lnTo>
                    <a:pt x="311030" y="252117"/>
                  </a:lnTo>
                  <a:lnTo>
                    <a:pt x="313654" y="247517"/>
                  </a:lnTo>
                  <a:lnTo>
                    <a:pt x="316131" y="242836"/>
                  </a:lnTo>
                  <a:lnTo>
                    <a:pt x="318459" y="238079"/>
                  </a:lnTo>
                  <a:lnTo>
                    <a:pt x="320635" y="233251"/>
                  </a:lnTo>
                  <a:lnTo>
                    <a:pt x="322657" y="228356"/>
                  </a:lnTo>
                  <a:lnTo>
                    <a:pt x="324523" y="223400"/>
                  </a:lnTo>
                  <a:lnTo>
                    <a:pt x="326231" y="218387"/>
                  </a:lnTo>
                  <a:lnTo>
                    <a:pt x="327779" y="213322"/>
                  </a:lnTo>
                  <a:lnTo>
                    <a:pt x="329166" y="208211"/>
                  </a:lnTo>
                  <a:lnTo>
                    <a:pt x="330390" y="203058"/>
                  </a:lnTo>
                  <a:lnTo>
                    <a:pt x="331451" y="197869"/>
                  </a:lnTo>
                  <a:lnTo>
                    <a:pt x="332346" y="192650"/>
                  </a:lnTo>
                  <a:lnTo>
                    <a:pt x="333076" y="187404"/>
                  </a:lnTo>
                  <a:lnTo>
                    <a:pt x="333639" y="182138"/>
                  </a:lnTo>
                  <a:lnTo>
                    <a:pt x="334036" y="176857"/>
                  </a:lnTo>
                  <a:lnTo>
                    <a:pt x="334264" y="171566"/>
                  </a:lnTo>
                  <a:lnTo>
                    <a:pt x="334325" y="166270"/>
                  </a:lnTo>
                  <a:lnTo>
                    <a:pt x="334219" y="160975"/>
                  </a:lnTo>
                  <a:lnTo>
                    <a:pt x="333944" y="155687"/>
                  </a:lnTo>
                  <a:lnTo>
                    <a:pt x="333502" y="150409"/>
                  </a:lnTo>
                  <a:lnTo>
                    <a:pt x="332894" y="145148"/>
                  </a:lnTo>
                  <a:lnTo>
                    <a:pt x="332119" y="139909"/>
                  </a:lnTo>
                  <a:lnTo>
                    <a:pt x="331178" y="134697"/>
                  </a:lnTo>
                  <a:lnTo>
                    <a:pt x="330073" y="129518"/>
                  </a:lnTo>
                  <a:lnTo>
                    <a:pt x="328804" y="124376"/>
                  </a:lnTo>
                  <a:lnTo>
                    <a:pt x="327373" y="119277"/>
                  </a:lnTo>
                  <a:lnTo>
                    <a:pt x="325781" y="114226"/>
                  </a:lnTo>
                  <a:lnTo>
                    <a:pt x="324030" y="109228"/>
                  </a:lnTo>
                  <a:lnTo>
                    <a:pt x="322121" y="104288"/>
                  </a:lnTo>
                  <a:lnTo>
                    <a:pt x="320057" y="99411"/>
                  </a:lnTo>
                  <a:lnTo>
                    <a:pt x="317840" y="94601"/>
                  </a:lnTo>
                  <a:lnTo>
                    <a:pt x="315471" y="89864"/>
                  </a:lnTo>
                  <a:lnTo>
                    <a:pt x="312953" y="85205"/>
                  </a:lnTo>
                  <a:lnTo>
                    <a:pt x="310289" y="80628"/>
                  </a:lnTo>
                  <a:lnTo>
                    <a:pt x="307482" y="76137"/>
                  </a:lnTo>
                  <a:lnTo>
                    <a:pt x="304533" y="71738"/>
                  </a:lnTo>
                  <a:lnTo>
                    <a:pt x="301447" y="67434"/>
                  </a:lnTo>
                  <a:lnTo>
                    <a:pt x="298226" y="63230"/>
                  </a:lnTo>
                  <a:lnTo>
                    <a:pt x="294873" y="59131"/>
                  </a:lnTo>
                  <a:lnTo>
                    <a:pt x="291393" y="55139"/>
                  </a:lnTo>
                  <a:lnTo>
                    <a:pt x="287787" y="51260"/>
                  </a:lnTo>
                  <a:lnTo>
                    <a:pt x="284061" y="47497"/>
                  </a:lnTo>
                  <a:lnTo>
                    <a:pt x="280217" y="43854"/>
                  </a:lnTo>
                  <a:lnTo>
                    <a:pt x="276259" y="40334"/>
                  </a:lnTo>
                  <a:lnTo>
                    <a:pt x="272192" y="36942"/>
                  </a:lnTo>
                  <a:lnTo>
                    <a:pt x="268020" y="33680"/>
                  </a:lnTo>
                  <a:lnTo>
                    <a:pt x="263747" y="30552"/>
                  </a:lnTo>
                  <a:lnTo>
                    <a:pt x="259376" y="27561"/>
                  </a:lnTo>
                  <a:lnTo>
                    <a:pt x="254913" y="24710"/>
                  </a:lnTo>
                  <a:lnTo>
                    <a:pt x="250362" y="22001"/>
                  </a:lnTo>
                  <a:lnTo>
                    <a:pt x="245727" y="19439"/>
                  </a:lnTo>
                  <a:lnTo>
                    <a:pt x="241014" y="17024"/>
                  </a:lnTo>
                  <a:lnTo>
                    <a:pt x="236226" y="14760"/>
                  </a:lnTo>
                  <a:lnTo>
                    <a:pt x="231369" y="12648"/>
                  </a:lnTo>
                  <a:lnTo>
                    <a:pt x="226448" y="10692"/>
                  </a:lnTo>
                  <a:lnTo>
                    <a:pt x="221467" y="8892"/>
                  </a:lnTo>
                  <a:lnTo>
                    <a:pt x="216432" y="7251"/>
                  </a:lnTo>
                  <a:lnTo>
                    <a:pt x="211347" y="5770"/>
                  </a:lnTo>
                  <a:lnTo>
                    <a:pt x="206218" y="4452"/>
                  </a:lnTo>
                  <a:lnTo>
                    <a:pt x="201049" y="3296"/>
                  </a:lnTo>
                  <a:lnTo>
                    <a:pt x="195847" y="2305"/>
                  </a:lnTo>
                  <a:lnTo>
                    <a:pt x="190616" y="1479"/>
                  </a:lnTo>
                  <a:lnTo>
                    <a:pt x="185361" y="819"/>
                  </a:lnTo>
                  <a:lnTo>
                    <a:pt x="180088" y="325"/>
                  </a:lnTo>
                  <a:lnTo>
                    <a:pt x="174802" y="0"/>
                  </a:lnTo>
                  <a:lnTo>
                    <a:pt x="167160" y="1669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7642" cy="167167"/>
            </a:xfrm>
            <a:custGeom>
              <a:avLst/>
              <a:pathLst>
                <a:path w="7642" h="167167">
                  <a:moveTo>
                    <a:pt x="7642" y="17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23597" y="2633064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1" y="758"/>
                  </a:lnTo>
                  <a:lnTo>
                    <a:pt x="145963" y="1348"/>
                  </a:lnTo>
                  <a:lnTo>
                    <a:pt x="140707" y="2104"/>
                  </a:lnTo>
                  <a:lnTo>
                    <a:pt x="135477" y="3028"/>
                  </a:lnTo>
                  <a:lnTo>
                    <a:pt x="130279" y="4117"/>
                  </a:lnTo>
                  <a:lnTo>
                    <a:pt x="125118" y="5370"/>
                  </a:lnTo>
                  <a:lnTo>
                    <a:pt x="120000" y="6787"/>
                  </a:lnTo>
                  <a:lnTo>
                    <a:pt x="114929" y="8366"/>
                  </a:lnTo>
                  <a:lnTo>
                    <a:pt x="109911" y="10105"/>
                  </a:lnTo>
                  <a:lnTo>
                    <a:pt x="104951" y="12002"/>
                  </a:lnTo>
                  <a:lnTo>
                    <a:pt x="100053" y="14056"/>
                  </a:lnTo>
                  <a:lnTo>
                    <a:pt x="95224" y="16265"/>
                  </a:lnTo>
                  <a:lnTo>
                    <a:pt x="90466" y="18626"/>
                  </a:lnTo>
                  <a:lnTo>
                    <a:pt x="85787" y="21137"/>
                  </a:lnTo>
                  <a:lnTo>
                    <a:pt x="81189" y="23795"/>
                  </a:lnTo>
                  <a:lnTo>
                    <a:pt x="76678" y="26598"/>
                  </a:lnTo>
                  <a:lnTo>
                    <a:pt x="72258" y="29543"/>
                  </a:lnTo>
                  <a:lnTo>
                    <a:pt x="67935" y="32626"/>
                  </a:lnTo>
                  <a:lnTo>
                    <a:pt x="63711" y="35846"/>
                  </a:lnTo>
                  <a:lnTo>
                    <a:pt x="59592" y="39198"/>
                  </a:lnTo>
                  <a:lnTo>
                    <a:pt x="55581" y="42679"/>
                  </a:lnTo>
                  <a:lnTo>
                    <a:pt x="51683" y="46286"/>
                  </a:lnTo>
                  <a:lnTo>
                    <a:pt x="47901" y="50015"/>
                  </a:lnTo>
                  <a:lnTo>
                    <a:pt x="44240" y="53862"/>
                  </a:lnTo>
                  <a:lnTo>
                    <a:pt x="40703" y="57824"/>
                  </a:lnTo>
                  <a:lnTo>
                    <a:pt x="37293" y="61895"/>
                  </a:lnTo>
                  <a:lnTo>
                    <a:pt x="34015" y="66073"/>
                  </a:lnTo>
                  <a:lnTo>
                    <a:pt x="30871" y="70354"/>
                  </a:lnTo>
                  <a:lnTo>
                    <a:pt x="27864" y="74731"/>
                  </a:lnTo>
                  <a:lnTo>
                    <a:pt x="24998" y="79203"/>
                  </a:lnTo>
                  <a:lnTo>
                    <a:pt x="22276" y="83762"/>
                  </a:lnTo>
                  <a:lnTo>
                    <a:pt x="19700" y="88407"/>
                  </a:lnTo>
                  <a:lnTo>
                    <a:pt x="17272" y="93130"/>
                  </a:lnTo>
                  <a:lnTo>
                    <a:pt x="14996" y="97928"/>
                  </a:lnTo>
                  <a:lnTo>
                    <a:pt x="12873" y="102797"/>
                  </a:lnTo>
                  <a:lnTo>
                    <a:pt x="10907" y="107730"/>
                  </a:lnTo>
                  <a:lnTo>
                    <a:pt x="9097" y="112723"/>
                  </a:lnTo>
                  <a:lnTo>
                    <a:pt x="7448" y="117771"/>
                  </a:lnTo>
                  <a:lnTo>
                    <a:pt x="5959" y="122869"/>
                  </a:lnTo>
                  <a:lnTo>
                    <a:pt x="4633" y="128012"/>
                  </a:lnTo>
                  <a:lnTo>
                    <a:pt x="3472" y="133194"/>
                  </a:lnTo>
                  <a:lnTo>
                    <a:pt x="2475" y="138410"/>
                  </a:lnTo>
                  <a:lnTo>
                    <a:pt x="1645" y="143656"/>
                  </a:lnTo>
                  <a:lnTo>
                    <a:pt x="981" y="148925"/>
                  </a:lnTo>
                  <a:lnTo>
                    <a:pt x="486" y="154213"/>
                  </a:lnTo>
                  <a:lnTo>
                    <a:pt x="158" y="159513"/>
                  </a:lnTo>
                  <a:lnTo>
                    <a:pt x="0" y="164822"/>
                  </a:lnTo>
                  <a:lnTo>
                    <a:pt x="9" y="170133"/>
                  </a:lnTo>
                  <a:lnTo>
                    <a:pt x="188" y="175441"/>
                  </a:lnTo>
                  <a:lnTo>
                    <a:pt x="535" y="180740"/>
                  </a:lnTo>
                  <a:lnTo>
                    <a:pt x="1050" y="186026"/>
                  </a:lnTo>
                  <a:lnTo>
                    <a:pt x="1733" y="191292"/>
                  </a:lnTo>
                  <a:lnTo>
                    <a:pt x="2583" y="196535"/>
                  </a:lnTo>
                  <a:lnTo>
                    <a:pt x="3599" y="201748"/>
                  </a:lnTo>
                  <a:lnTo>
                    <a:pt x="4780" y="206925"/>
                  </a:lnTo>
                  <a:lnTo>
                    <a:pt x="6125" y="212063"/>
                  </a:lnTo>
                  <a:lnTo>
                    <a:pt x="7632" y="217156"/>
                  </a:lnTo>
                  <a:lnTo>
                    <a:pt x="9301" y="222197"/>
                  </a:lnTo>
                  <a:lnTo>
                    <a:pt x="11128" y="227184"/>
                  </a:lnTo>
                  <a:lnTo>
                    <a:pt x="13113" y="232110"/>
                  </a:lnTo>
                  <a:lnTo>
                    <a:pt x="15254" y="236970"/>
                  </a:lnTo>
                  <a:lnTo>
                    <a:pt x="17548" y="241760"/>
                  </a:lnTo>
                  <a:lnTo>
                    <a:pt x="19993" y="246474"/>
                  </a:lnTo>
                  <a:lnTo>
                    <a:pt x="22587" y="251109"/>
                  </a:lnTo>
                  <a:lnTo>
                    <a:pt x="25326" y="255659"/>
                  </a:lnTo>
                  <a:lnTo>
                    <a:pt x="28209" y="260119"/>
                  </a:lnTo>
                  <a:lnTo>
                    <a:pt x="31231" y="264486"/>
                  </a:lnTo>
                  <a:lnTo>
                    <a:pt x="34391" y="268754"/>
                  </a:lnTo>
                  <a:lnTo>
                    <a:pt x="37685" y="272920"/>
                  </a:lnTo>
                  <a:lnTo>
                    <a:pt x="41110" y="276979"/>
                  </a:lnTo>
                  <a:lnTo>
                    <a:pt x="44662" y="280927"/>
                  </a:lnTo>
                  <a:lnTo>
                    <a:pt x="48337" y="284761"/>
                  </a:lnTo>
                  <a:lnTo>
                    <a:pt x="52133" y="288476"/>
                  </a:lnTo>
                  <a:lnTo>
                    <a:pt x="56044" y="292068"/>
                  </a:lnTo>
                  <a:lnTo>
                    <a:pt x="60068" y="295534"/>
                  </a:lnTo>
                  <a:lnTo>
                    <a:pt x="64199" y="298871"/>
                  </a:lnTo>
                  <a:lnTo>
                    <a:pt x="68435" y="302075"/>
                  </a:lnTo>
                  <a:lnTo>
                    <a:pt x="72770" y="305143"/>
                  </a:lnTo>
                  <a:lnTo>
                    <a:pt x="77201" y="308071"/>
                  </a:lnTo>
                  <a:lnTo>
                    <a:pt x="81722" y="310857"/>
                  </a:lnTo>
                  <a:lnTo>
                    <a:pt x="86329" y="313498"/>
                  </a:lnTo>
                  <a:lnTo>
                    <a:pt x="91018" y="315992"/>
                  </a:lnTo>
                  <a:lnTo>
                    <a:pt x="95784" y="318335"/>
                  </a:lnTo>
                  <a:lnTo>
                    <a:pt x="100622" y="320526"/>
                  </a:lnTo>
                  <a:lnTo>
                    <a:pt x="105527" y="322562"/>
                  </a:lnTo>
                  <a:lnTo>
                    <a:pt x="110495" y="324441"/>
                  </a:lnTo>
                  <a:lnTo>
                    <a:pt x="115519" y="326161"/>
                  </a:lnTo>
                  <a:lnTo>
                    <a:pt x="120596" y="327721"/>
                  </a:lnTo>
                  <a:lnTo>
                    <a:pt x="125719" y="329119"/>
                  </a:lnTo>
                  <a:lnTo>
                    <a:pt x="130885" y="330353"/>
                  </a:lnTo>
                  <a:lnTo>
                    <a:pt x="136087" y="331423"/>
                  </a:lnTo>
                  <a:lnTo>
                    <a:pt x="141320" y="332327"/>
                  </a:lnTo>
                  <a:lnTo>
                    <a:pt x="146579" y="333064"/>
                  </a:lnTo>
                  <a:lnTo>
                    <a:pt x="151860" y="333634"/>
                  </a:lnTo>
                  <a:lnTo>
                    <a:pt x="157155" y="334035"/>
                  </a:lnTo>
                  <a:lnTo>
                    <a:pt x="162461" y="334269"/>
                  </a:lnTo>
                  <a:lnTo>
                    <a:pt x="167771" y="334333"/>
                  </a:lnTo>
                  <a:lnTo>
                    <a:pt x="173081" y="334229"/>
                  </a:lnTo>
                  <a:lnTo>
                    <a:pt x="178385" y="333956"/>
                  </a:lnTo>
                  <a:lnTo>
                    <a:pt x="183677" y="333515"/>
                  </a:lnTo>
                  <a:lnTo>
                    <a:pt x="188953" y="332906"/>
                  </a:lnTo>
                  <a:lnTo>
                    <a:pt x="194207" y="332130"/>
                  </a:lnTo>
                  <a:lnTo>
                    <a:pt x="199433" y="331188"/>
                  </a:lnTo>
                  <a:lnTo>
                    <a:pt x="204627" y="330079"/>
                  </a:lnTo>
                  <a:lnTo>
                    <a:pt x="209783" y="328807"/>
                  </a:lnTo>
                  <a:lnTo>
                    <a:pt x="214896" y="327371"/>
                  </a:lnTo>
                  <a:lnTo>
                    <a:pt x="219961" y="325773"/>
                  </a:lnTo>
                  <a:lnTo>
                    <a:pt x="224973" y="324016"/>
                  </a:lnTo>
                  <a:lnTo>
                    <a:pt x="229926" y="322100"/>
                  </a:lnTo>
                  <a:lnTo>
                    <a:pt x="234816" y="320028"/>
                  </a:lnTo>
                  <a:lnTo>
                    <a:pt x="239637" y="317801"/>
                  </a:lnTo>
                  <a:lnTo>
                    <a:pt x="244386" y="315422"/>
                  </a:lnTo>
                  <a:lnTo>
                    <a:pt x="249056" y="312894"/>
                  </a:lnTo>
                  <a:lnTo>
                    <a:pt x="253644" y="310219"/>
                  </a:lnTo>
                  <a:lnTo>
                    <a:pt x="258144" y="307399"/>
                  </a:lnTo>
                  <a:lnTo>
                    <a:pt x="262553" y="304438"/>
                  </a:lnTo>
                  <a:lnTo>
                    <a:pt x="266865" y="301338"/>
                  </a:lnTo>
                  <a:lnTo>
                    <a:pt x="271077" y="298103"/>
                  </a:lnTo>
                  <a:lnTo>
                    <a:pt x="275184" y="294736"/>
                  </a:lnTo>
                  <a:lnTo>
                    <a:pt x="279182" y="291240"/>
                  </a:lnTo>
                  <a:lnTo>
                    <a:pt x="283066" y="287618"/>
                  </a:lnTo>
                  <a:lnTo>
                    <a:pt x="286834" y="283875"/>
                  </a:lnTo>
                  <a:lnTo>
                    <a:pt x="290481" y="280015"/>
                  </a:lnTo>
                  <a:lnTo>
                    <a:pt x="294003" y="276040"/>
                  </a:lnTo>
                  <a:lnTo>
                    <a:pt x="297398" y="271956"/>
                  </a:lnTo>
                  <a:lnTo>
                    <a:pt x="300660" y="267765"/>
                  </a:lnTo>
                  <a:lnTo>
                    <a:pt x="303789" y="263474"/>
                  </a:lnTo>
                  <a:lnTo>
                    <a:pt x="306779" y="259085"/>
                  </a:lnTo>
                  <a:lnTo>
                    <a:pt x="309628" y="254603"/>
                  </a:lnTo>
                  <a:lnTo>
                    <a:pt x="312334" y="250033"/>
                  </a:lnTo>
                  <a:lnTo>
                    <a:pt x="314893" y="245379"/>
                  </a:lnTo>
                  <a:lnTo>
                    <a:pt x="317303" y="240647"/>
                  </a:lnTo>
                  <a:lnTo>
                    <a:pt x="319561" y="235840"/>
                  </a:lnTo>
                  <a:lnTo>
                    <a:pt x="321666" y="230964"/>
                  </a:lnTo>
                  <a:lnTo>
                    <a:pt x="323614" y="226023"/>
                  </a:lnTo>
                  <a:lnTo>
                    <a:pt x="325405" y="221024"/>
                  </a:lnTo>
                  <a:lnTo>
                    <a:pt x="327036" y="215969"/>
                  </a:lnTo>
                  <a:lnTo>
                    <a:pt x="328505" y="210866"/>
                  </a:lnTo>
                  <a:lnTo>
                    <a:pt x="329812" y="205718"/>
                  </a:lnTo>
                  <a:lnTo>
                    <a:pt x="330954" y="200532"/>
                  </a:lnTo>
                  <a:lnTo>
                    <a:pt x="331932" y="195312"/>
                  </a:lnTo>
                  <a:lnTo>
                    <a:pt x="332742" y="190063"/>
                  </a:lnTo>
                  <a:lnTo>
                    <a:pt x="333386" y="184792"/>
                  </a:lnTo>
                  <a:lnTo>
                    <a:pt x="333862" y="179502"/>
                  </a:lnTo>
                  <a:lnTo>
                    <a:pt x="334170" y="174200"/>
                  </a:lnTo>
                  <a:lnTo>
                    <a:pt x="334309" y="168891"/>
                  </a:lnTo>
                  <a:lnTo>
                    <a:pt x="334279" y="163581"/>
                  </a:lnTo>
                  <a:lnTo>
                    <a:pt x="334081" y="158273"/>
                  </a:lnTo>
                  <a:lnTo>
                    <a:pt x="333714" y="152975"/>
                  </a:lnTo>
                  <a:lnTo>
                    <a:pt x="333180" y="147691"/>
                  </a:lnTo>
                  <a:lnTo>
                    <a:pt x="332477" y="142427"/>
                  </a:lnTo>
                  <a:lnTo>
                    <a:pt x="331608" y="137188"/>
                  </a:lnTo>
                  <a:lnTo>
                    <a:pt x="330573" y="131979"/>
                  </a:lnTo>
                  <a:lnTo>
                    <a:pt x="329372" y="126806"/>
                  </a:lnTo>
                  <a:lnTo>
                    <a:pt x="328008" y="121673"/>
                  </a:lnTo>
                  <a:lnTo>
                    <a:pt x="326482" y="116586"/>
                  </a:lnTo>
                  <a:lnTo>
                    <a:pt x="324795" y="111551"/>
                  </a:lnTo>
                  <a:lnTo>
                    <a:pt x="322949" y="106571"/>
                  </a:lnTo>
                  <a:lnTo>
                    <a:pt x="320945" y="101653"/>
                  </a:lnTo>
                  <a:lnTo>
                    <a:pt x="318787" y="9680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29865"/>
              <a:ext cx="151636" cy="70366"/>
            </a:xfrm>
            <a:custGeom>
              <a:avLst/>
              <a:pathLst>
                <a:path w="151636" h="70366">
                  <a:moveTo>
                    <a:pt x="151636" y="0"/>
                  </a:moveTo>
                  <a:lnTo>
                    <a:pt x="0" y="703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8398"/>
              <a:ext cx="151636" cy="161833"/>
            </a:xfrm>
            <a:custGeom>
              <a:avLst/>
              <a:pathLst>
                <a:path w="151636" h="161833">
                  <a:moveTo>
                    <a:pt x="151636" y="91466"/>
                  </a:moveTo>
                  <a:lnTo>
                    <a:pt x="149254" y="86546"/>
                  </a:lnTo>
                  <a:lnTo>
                    <a:pt x="146712" y="81705"/>
                  </a:lnTo>
                  <a:lnTo>
                    <a:pt x="144013" y="76951"/>
                  </a:lnTo>
                  <a:lnTo>
                    <a:pt x="141161" y="72287"/>
                  </a:lnTo>
                  <a:lnTo>
                    <a:pt x="138157" y="67719"/>
                  </a:lnTo>
                  <a:lnTo>
                    <a:pt x="135006" y="63252"/>
                  </a:lnTo>
                  <a:lnTo>
                    <a:pt x="131710" y="58890"/>
                  </a:lnTo>
                  <a:lnTo>
                    <a:pt x="128274" y="54639"/>
                  </a:lnTo>
                  <a:lnTo>
                    <a:pt x="124700" y="50501"/>
                  </a:lnTo>
                  <a:lnTo>
                    <a:pt x="120993" y="46483"/>
                  </a:lnTo>
                  <a:lnTo>
                    <a:pt x="117157" y="42589"/>
                  </a:lnTo>
                  <a:lnTo>
                    <a:pt x="113195" y="38822"/>
                  </a:lnTo>
                  <a:lnTo>
                    <a:pt x="109112" y="35186"/>
                  </a:lnTo>
                  <a:lnTo>
                    <a:pt x="104913" y="31686"/>
                  </a:lnTo>
                  <a:lnTo>
                    <a:pt x="100601" y="28325"/>
                  </a:lnTo>
                  <a:lnTo>
                    <a:pt x="96181" y="25107"/>
                  </a:lnTo>
                  <a:lnTo>
                    <a:pt x="91659" y="22035"/>
                  </a:lnTo>
                  <a:lnTo>
                    <a:pt x="87039" y="19113"/>
                  </a:lnTo>
                  <a:lnTo>
                    <a:pt x="82326" y="16343"/>
                  </a:lnTo>
                  <a:lnTo>
                    <a:pt x="77524" y="13729"/>
                  </a:lnTo>
                  <a:lnTo>
                    <a:pt x="72640" y="11273"/>
                  </a:lnTo>
                  <a:lnTo>
                    <a:pt x="67678" y="8978"/>
                  </a:lnTo>
                  <a:lnTo>
                    <a:pt x="62644" y="6847"/>
                  </a:lnTo>
                  <a:lnTo>
                    <a:pt x="57542" y="4881"/>
                  </a:lnTo>
                  <a:lnTo>
                    <a:pt x="52380" y="3084"/>
                  </a:lnTo>
                  <a:lnTo>
                    <a:pt x="47161" y="1456"/>
                  </a:lnTo>
                  <a:lnTo>
                    <a:pt x="41891" y="0"/>
                  </a:lnTo>
                  <a:lnTo>
                    <a:pt x="0" y="1618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41891" cy="167167"/>
            </a:xfrm>
            <a:custGeom>
              <a:avLst/>
              <a:pathLst>
                <a:path w="41891" h="167167">
                  <a:moveTo>
                    <a:pt x="41891" y="5334"/>
                  </a:moveTo>
                  <a:lnTo>
                    <a:pt x="36009" y="3924"/>
                  </a:lnTo>
                  <a:lnTo>
                    <a:pt x="30080" y="2728"/>
                  </a:lnTo>
                  <a:lnTo>
                    <a:pt x="24111" y="1748"/>
                  </a:lnTo>
                  <a:lnTo>
                    <a:pt x="18111" y="984"/>
                  </a:lnTo>
                  <a:lnTo>
                    <a:pt x="12087" y="437"/>
                  </a:lnTo>
                  <a:lnTo>
                    <a:pt x="604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358832" y="3170392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5" y="756"/>
                  </a:lnTo>
                  <a:lnTo>
                    <a:pt x="145995" y="1343"/>
                  </a:lnTo>
                  <a:lnTo>
                    <a:pt x="140747" y="2097"/>
                  </a:lnTo>
                  <a:lnTo>
                    <a:pt x="135525" y="3018"/>
                  </a:lnTo>
                  <a:lnTo>
                    <a:pt x="130335" y="4103"/>
                  </a:lnTo>
                  <a:lnTo>
                    <a:pt x="125183" y="5353"/>
                  </a:lnTo>
                  <a:lnTo>
                    <a:pt x="120072" y="6765"/>
                  </a:lnTo>
                  <a:lnTo>
                    <a:pt x="115009" y="8339"/>
                  </a:lnTo>
                  <a:lnTo>
                    <a:pt x="109998" y="10072"/>
                  </a:lnTo>
                  <a:lnTo>
                    <a:pt x="105045" y="11963"/>
                  </a:lnTo>
                  <a:lnTo>
                    <a:pt x="100154" y="14011"/>
                  </a:lnTo>
                  <a:lnTo>
                    <a:pt x="95330" y="16213"/>
                  </a:lnTo>
                  <a:lnTo>
                    <a:pt x="90579" y="18566"/>
                  </a:lnTo>
                  <a:lnTo>
                    <a:pt x="85905" y="21069"/>
                  </a:lnTo>
                  <a:lnTo>
                    <a:pt x="81313" y="23719"/>
                  </a:lnTo>
                  <a:lnTo>
                    <a:pt x="76806" y="26513"/>
                  </a:lnTo>
                  <a:lnTo>
                    <a:pt x="72391" y="29449"/>
                  </a:lnTo>
                  <a:lnTo>
                    <a:pt x="68071" y="32524"/>
                  </a:lnTo>
                  <a:lnTo>
                    <a:pt x="63851" y="35733"/>
                  </a:lnTo>
                  <a:lnTo>
                    <a:pt x="59735" y="39075"/>
                  </a:lnTo>
                  <a:lnTo>
                    <a:pt x="55727" y="42546"/>
                  </a:lnTo>
                  <a:lnTo>
                    <a:pt x="51831" y="46143"/>
                  </a:lnTo>
                  <a:lnTo>
                    <a:pt x="48051" y="49861"/>
                  </a:lnTo>
                  <a:lnTo>
                    <a:pt x="44390" y="53697"/>
                  </a:lnTo>
                  <a:lnTo>
                    <a:pt x="40853" y="57647"/>
                  </a:lnTo>
                  <a:lnTo>
                    <a:pt x="37444" y="61707"/>
                  </a:lnTo>
                  <a:lnTo>
                    <a:pt x="34164" y="65873"/>
                  </a:lnTo>
                  <a:lnTo>
                    <a:pt x="31019" y="70142"/>
                  </a:lnTo>
                  <a:lnTo>
                    <a:pt x="28010" y="74508"/>
                  </a:lnTo>
                  <a:lnTo>
                    <a:pt x="25142" y="78967"/>
                  </a:lnTo>
                  <a:lnTo>
                    <a:pt x="22416" y="83515"/>
                  </a:lnTo>
                  <a:lnTo>
                    <a:pt x="19836" y="88147"/>
                  </a:lnTo>
                  <a:lnTo>
                    <a:pt x="17404" y="92858"/>
                  </a:lnTo>
                  <a:lnTo>
                    <a:pt x="15123" y="97645"/>
                  </a:lnTo>
                  <a:lnTo>
                    <a:pt x="12994" y="102501"/>
                  </a:lnTo>
                  <a:lnTo>
                    <a:pt x="11021" y="107422"/>
                  </a:lnTo>
                  <a:lnTo>
                    <a:pt x="9205" y="112404"/>
                  </a:lnTo>
                  <a:lnTo>
                    <a:pt x="7548" y="117440"/>
                  </a:lnTo>
                  <a:lnTo>
                    <a:pt x="6051" y="122527"/>
                  </a:lnTo>
                  <a:lnTo>
                    <a:pt x="4716" y="127658"/>
                  </a:lnTo>
                  <a:lnTo>
                    <a:pt x="3545" y="132829"/>
                  </a:lnTo>
                  <a:lnTo>
                    <a:pt x="2538" y="138035"/>
                  </a:lnTo>
                  <a:lnTo>
                    <a:pt x="1697" y="143270"/>
                  </a:lnTo>
                  <a:lnTo>
                    <a:pt x="1023" y="148529"/>
                  </a:lnTo>
                  <a:lnTo>
                    <a:pt x="515" y="153807"/>
                  </a:lnTo>
                  <a:lnTo>
                    <a:pt x="175" y="159098"/>
                  </a:lnTo>
                  <a:lnTo>
                    <a:pt x="3" y="164397"/>
                  </a:lnTo>
                  <a:lnTo>
                    <a:pt x="0" y="169699"/>
                  </a:lnTo>
                  <a:lnTo>
                    <a:pt x="164" y="174999"/>
                  </a:lnTo>
                  <a:lnTo>
                    <a:pt x="496" y="180291"/>
                  </a:lnTo>
                  <a:lnTo>
                    <a:pt x="996" y="185569"/>
                  </a:lnTo>
                  <a:lnTo>
                    <a:pt x="1663" y="190829"/>
                  </a:lnTo>
                  <a:lnTo>
                    <a:pt x="2497" y="196066"/>
                  </a:lnTo>
                  <a:lnTo>
                    <a:pt x="3496" y="201273"/>
                  </a:lnTo>
                  <a:lnTo>
                    <a:pt x="4660" y="206445"/>
                  </a:lnTo>
                  <a:lnTo>
                    <a:pt x="5988" y="211579"/>
                  </a:lnTo>
                  <a:lnTo>
                    <a:pt x="7477" y="216667"/>
                  </a:lnTo>
                  <a:lnTo>
                    <a:pt x="9127" y="221706"/>
                  </a:lnTo>
                  <a:lnTo>
                    <a:pt x="10937" y="226690"/>
                  </a:lnTo>
                  <a:lnTo>
                    <a:pt x="12903" y="231614"/>
                  </a:lnTo>
                  <a:lnTo>
                    <a:pt x="15024" y="236474"/>
                  </a:lnTo>
                  <a:lnTo>
                    <a:pt x="17299" y="241263"/>
                  </a:lnTo>
                  <a:lnTo>
                    <a:pt x="19724" y="245978"/>
                  </a:lnTo>
                  <a:lnTo>
                    <a:pt x="22298" y="250614"/>
                  </a:lnTo>
                  <a:lnTo>
                    <a:pt x="25017" y="255165"/>
                  </a:lnTo>
                  <a:lnTo>
                    <a:pt x="27879" y="259629"/>
                  </a:lnTo>
                  <a:lnTo>
                    <a:pt x="30881" y="263999"/>
                  </a:lnTo>
                  <a:lnTo>
                    <a:pt x="34021" y="268272"/>
                  </a:lnTo>
                  <a:lnTo>
                    <a:pt x="37294" y="272443"/>
                  </a:lnTo>
                  <a:lnTo>
                    <a:pt x="40698" y="276508"/>
                  </a:lnTo>
                  <a:lnTo>
                    <a:pt x="44229" y="280463"/>
                  </a:lnTo>
                  <a:lnTo>
                    <a:pt x="47884" y="284304"/>
                  </a:lnTo>
                  <a:lnTo>
                    <a:pt x="51659" y="288028"/>
                  </a:lnTo>
                  <a:lnTo>
                    <a:pt x="55550" y="291629"/>
                  </a:lnTo>
                  <a:lnTo>
                    <a:pt x="59553" y="295106"/>
                  </a:lnTo>
                  <a:lnTo>
                    <a:pt x="63665" y="298454"/>
                  </a:lnTo>
                  <a:lnTo>
                    <a:pt x="67881" y="301670"/>
                  </a:lnTo>
                  <a:lnTo>
                    <a:pt x="72196" y="304750"/>
                  </a:lnTo>
                  <a:lnTo>
                    <a:pt x="76607" y="307692"/>
                  </a:lnTo>
                  <a:lnTo>
                    <a:pt x="81109" y="310493"/>
                  </a:lnTo>
                  <a:lnTo>
                    <a:pt x="85698" y="313149"/>
                  </a:lnTo>
                  <a:lnTo>
                    <a:pt x="90368" y="315659"/>
                  </a:lnTo>
                  <a:lnTo>
                    <a:pt x="95116" y="318019"/>
                  </a:lnTo>
                  <a:lnTo>
                    <a:pt x="99937" y="320228"/>
                  </a:lnTo>
                  <a:lnTo>
                    <a:pt x="104824" y="322282"/>
                  </a:lnTo>
                  <a:lnTo>
                    <a:pt x="109775" y="324181"/>
                  </a:lnTo>
                  <a:lnTo>
                    <a:pt x="114783" y="325921"/>
                  </a:lnTo>
                  <a:lnTo>
                    <a:pt x="119844" y="327502"/>
                  </a:lnTo>
                  <a:lnTo>
                    <a:pt x="124953" y="328922"/>
                  </a:lnTo>
                  <a:lnTo>
                    <a:pt x="130104" y="330178"/>
                  </a:lnTo>
                  <a:lnTo>
                    <a:pt x="135292" y="331271"/>
                  </a:lnTo>
                  <a:lnTo>
                    <a:pt x="140513" y="332199"/>
                  </a:lnTo>
                  <a:lnTo>
                    <a:pt x="145760" y="332961"/>
                  </a:lnTo>
                  <a:lnTo>
                    <a:pt x="151029" y="333555"/>
                  </a:lnTo>
                  <a:lnTo>
                    <a:pt x="156313" y="333983"/>
                  </a:lnTo>
                  <a:lnTo>
                    <a:pt x="161609" y="334243"/>
                  </a:lnTo>
                  <a:lnTo>
                    <a:pt x="166911" y="334334"/>
                  </a:lnTo>
                  <a:lnTo>
                    <a:pt x="172212" y="334258"/>
                  </a:lnTo>
                  <a:lnTo>
                    <a:pt x="177509" y="334013"/>
                  </a:lnTo>
                  <a:lnTo>
                    <a:pt x="182795" y="333600"/>
                  </a:lnTo>
                  <a:lnTo>
                    <a:pt x="188065" y="333021"/>
                  </a:lnTo>
                  <a:lnTo>
                    <a:pt x="193314" y="332274"/>
                  </a:lnTo>
                  <a:lnTo>
                    <a:pt x="198537" y="331361"/>
                  </a:lnTo>
                  <a:lnTo>
                    <a:pt x="203729" y="330283"/>
                  </a:lnTo>
                  <a:lnTo>
                    <a:pt x="208883" y="329041"/>
                  </a:lnTo>
                  <a:lnTo>
                    <a:pt x="213996" y="327636"/>
                  </a:lnTo>
                  <a:lnTo>
                    <a:pt x="219061" y="326069"/>
                  </a:lnTo>
                  <a:lnTo>
                    <a:pt x="224075" y="324343"/>
                  </a:lnTo>
                  <a:lnTo>
                    <a:pt x="229031" y="322458"/>
                  </a:lnTo>
                  <a:lnTo>
                    <a:pt x="233924" y="320418"/>
                  </a:lnTo>
                  <a:lnTo>
                    <a:pt x="238751" y="318223"/>
                  </a:lnTo>
                  <a:lnTo>
                    <a:pt x="243505" y="315876"/>
                  </a:lnTo>
                  <a:lnTo>
                    <a:pt x="248183" y="313380"/>
                  </a:lnTo>
                  <a:lnTo>
                    <a:pt x="252779" y="310736"/>
                  </a:lnTo>
                  <a:lnTo>
                    <a:pt x="257289" y="307948"/>
                  </a:lnTo>
                  <a:lnTo>
                    <a:pt x="261709" y="305019"/>
                  </a:lnTo>
                  <a:lnTo>
                    <a:pt x="266033" y="301951"/>
                  </a:lnTo>
                  <a:lnTo>
                    <a:pt x="270258" y="298747"/>
                  </a:lnTo>
                  <a:lnTo>
                    <a:pt x="274379" y="295411"/>
                  </a:lnTo>
                  <a:lnTo>
                    <a:pt x="278392" y="291946"/>
                  </a:lnTo>
                  <a:lnTo>
                    <a:pt x="282293" y="288355"/>
                  </a:lnTo>
                  <a:lnTo>
                    <a:pt x="286078" y="284642"/>
                  </a:lnTo>
                  <a:lnTo>
                    <a:pt x="289744" y="280811"/>
                  </a:lnTo>
                  <a:lnTo>
                    <a:pt x="293287" y="276866"/>
                  </a:lnTo>
                  <a:lnTo>
                    <a:pt x="296702" y="272811"/>
                  </a:lnTo>
                  <a:lnTo>
                    <a:pt x="299987" y="268649"/>
                  </a:lnTo>
                  <a:lnTo>
                    <a:pt x="303139" y="264385"/>
                  </a:lnTo>
                  <a:lnTo>
                    <a:pt x="306154" y="260023"/>
                  </a:lnTo>
                  <a:lnTo>
                    <a:pt x="309028" y="255568"/>
                  </a:lnTo>
                  <a:lnTo>
                    <a:pt x="311761" y="251024"/>
                  </a:lnTo>
                  <a:lnTo>
                    <a:pt x="314347" y="246396"/>
                  </a:lnTo>
                  <a:lnTo>
                    <a:pt x="316786" y="241688"/>
                  </a:lnTo>
                  <a:lnTo>
                    <a:pt x="319074" y="236905"/>
                  </a:lnTo>
                  <a:lnTo>
                    <a:pt x="321209" y="232052"/>
                  </a:lnTo>
                  <a:lnTo>
                    <a:pt x="323189" y="227133"/>
                  </a:lnTo>
                  <a:lnTo>
                    <a:pt x="325013" y="222154"/>
                  </a:lnTo>
                  <a:lnTo>
                    <a:pt x="326677" y="217120"/>
                  </a:lnTo>
                  <a:lnTo>
                    <a:pt x="328181" y="212036"/>
                  </a:lnTo>
                  <a:lnTo>
                    <a:pt x="329523" y="206906"/>
                  </a:lnTo>
                  <a:lnTo>
                    <a:pt x="330702" y="201737"/>
                  </a:lnTo>
                  <a:lnTo>
                    <a:pt x="331716" y="196533"/>
                  </a:lnTo>
                  <a:lnTo>
                    <a:pt x="332564" y="191299"/>
                  </a:lnTo>
                  <a:lnTo>
                    <a:pt x="333246" y="186041"/>
                  </a:lnTo>
                  <a:lnTo>
                    <a:pt x="333761" y="180764"/>
                  </a:lnTo>
                  <a:lnTo>
                    <a:pt x="334109" y="175473"/>
                  </a:lnTo>
                  <a:lnTo>
                    <a:pt x="334288" y="170174"/>
                  </a:lnTo>
                  <a:lnTo>
                    <a:pt x="334299" y="164872"/>
                  </a:lnTo>
                  <a:lnTo>
                    <a:pt x="334143" y="159572"/>
                  </a:lnTo>
                  <a:lnTo>
                    <a:pt x="333818" y="154280"/>
                  </a:lnTo>
                  <a:lnTo>
                    <a:pt x="333325" y="149000"/>
                  </a:lnTo>
                  <a:lnTo>
                    <a:pt x="332665" y="143739"/>
                  </a:lnTo>
                  <a:lnTo>
                    <a:pt x="331839" y="138502"/>
                  </a:lnTo>
                  <a:lnTo>
                    <a:pt x="330847" y="133293"/>
                  </a:lnTo>
                  <a:lnTo>
                    <a:pt x="329691" y="128119"/>
                  </a:lnTo>
                  <a:lnTo>
                    <a:pt x="328371" y="122984"/>
                  </a:lnTo>
                  <a:lnTo>
                    <a:pt x="326888" y="117893"/>
                  </a:lnTo>
                  <a:lnTo>
                    <a:pt x="325245" y="112852"/>
                  </a:lnTo>
                  <a:lnTo>
                    <a:pt x="323443" y="107865"/>
                  </a:lnTo>
                  <a:lnTo>
                    <a:pt x="321484" y="102938"/>
                  </a:lnTo>
                  <a:lnTo>
                    <a:pt x="319369" y="98076"/>
                  </a:lnTo>
                  <a:lnTo>
                    <a:pt x="317102" y="93283"/>
                  </a:lnTo>
                  <a:lnTo>
                    <a:pt x="314683" y="88565"/>
                  </a:lnTo>
                  <a:lnTo>
                    <a:pt x="312116" y="83926"/>
                  </a:lnTo>
                  <a:lnTo>
                    <a:pt x="309403" y="79370"/>
                  </a:lnTo>
                  <a:lnTo>
                    <a:pt x="306548" y="74903"/>
                  </a:lnTo>
                  <a:lnTo>
                    <a:pt x="303551" y="70528"/>
                  </a:lnTo>
                  <a:lnTo>
                    <a:pt x="300418" y="66251"/>
                  </a:lnTo>
                  <a:lnTo>
                    <a:pt x="297151" y="62075"/>
                  </a:lnTo>
                  <a:lnTo>
                    <a:pt x="293752" y="58005"/>
                  </a:lnTo>
                  <a:lnTo>
                    <a:pt x="290227" y="54045"/>
                  </a:lnTo>
                  <a:lnTo>
                    <a:pt x="286577" y="50199"/>
                  </a:lnTo>
                  <a:lnTo>
                    <a:pt x="282808" y="46470"/>
                  </a:lnTo>
                  <a:lnTo>
                    <a:pt x="278922" y="42863"/>
                  </a:lnTo>
                  <a:lnTo>
                    <a:pt x="274924" y="39381"/>
                  </a:lnTo>
                  <a:lnTo>
                    <a:pt x="270817" y="36027"/>
                  </a:lnTo>
                  <a:lnTo>
                    <a:pt x="266606" y="32805"/>
                  </a:lnTo>
                  <a:lnTo>
                    <a:pt x="262295" y="29719"/>
                  </a:lnTo>
                  <a:lnTo>
                    <a:pt x="257888" y="26770"/>
                  </a:lnTo>
                  <a:lnTo>
                    <a:pt x="253390" y="23963"/>
                  </a:lnTo>
                  <a:lnTo>
                    <a:pt x="248805" y="21300"/>
                  </a:lnTo>
                  <a:lnTo>
                    <a:pt x="244138" y="18784"/>
                  </a:lnTo>
                  <a:lnTo>
                    <a:pt x="239393" y="16417"/>
                  </a:lnTo>
                  <a:lnTo>
                    <a:pt x="234576" y="14202"/>
                  </a:lnTo>
                  <a:lnTo>
                    <a:pt x="229691" y="1214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2533"/>
              <a:ext cx="62543" cy="155026"/>
            </a:xfrm>
            <a:custGeom>
              <a:avLst/>
              <a:pathLst>
                <a:path w="62543" h="155026">
                  <a:moveTo>
                    <a:pt x="62543" y="0"/>
                  </a:moveTo>
                  <a:lnTo>
                    <a:pt x="0" y="155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8886"/>
              <a:ext cx="62543" cy="158673"/>
            </a:xfrm>
            <a:custGeom>
              <a:avLst/>
              <a:pathLst>
                <a:path w="62543" h="158673">
                  <a:moveTo>
                    <a:pt x="62543" y="3647"/>
                  </a:moveTo>
                  <a:lnTo>
                    <a:pt x="52607" y="0"/>
                  </a:lnTo>
                  <a:lnTo>
                    <a:pt x="0" y="1586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52607" cy="167167"/>
            </a:xfrm>
            <a:custGeom>
              <a:avLst/>
              <a:pathLst>
                <a:path w="52607" h="167167">
                  <a:moveTo>
                    <a:pt x="52607" y="8493"/>
                  </a:moveTo>
                  <a:lnTo>
                    <a:pt x="46931" y="6723"/>
                  </a:lnTo>
                  <a:lnTo>
                    <a:pt x="41195" y="5155"/>
                  </a:lnTo>
                  <a:lnTo>
                    <a:pt x="35407" y="3792"/>
                  </a:lnTo>
                  <a:lnTo>
                    <a:pt x="29575" y="2637"/>
                  </a:lnTo>
                  <a:lnTo>
                    <a:pt x="23705" y="1689"/>
                  </a:lnTo>
                  <a:lnTo>
                    <a:pt x="17805" y="950"/>
                  </a:lnTo>
                  <a:lnTo>
                    <a:pt x="11882" y="422"/>
                  </a:lnTo>
                  <a:lnTo>
                    <a:pt x="5945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423595" y="3707720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8" y="3010"/>
                  </a:lnTo>
                  <a:lnTo>
                    <a:pt x="130384" y="4093"/>
                  </a:lnTo>
                  <a:lnTo>
                    <a:pt x="125238" y="5340"/>
                  </a:lnTo>
                  <a:lnTo>
                    <a:pt x="120133" y="6748"/>
                  </a:lnTo>
                  <a:lnTo>
                    <a:pt x="115075" y="8318"/>
                  </a:lnTo>
                  <a:lnTo>
                    <a:pt x="110070" y="10047"/>
                  </a:lnTo>
                  <a:lnTo>
                    <a:pt x="105122" y="11934"/>
                  </a:lnTo>
                  <a:lnTo>
                    <a:pt x="100236" y="13977"/>
                  </a:lnTo>
                  <a:lnTo>
                    <a:pt x="95417" y="16173"/>
                  </a:lnTo>
                  <a:lnTo>
                    <a:pt x="90671" y="18521"/>
                  </a:lnTo>
                  <a:lnTo>
                    <a:pt x="86001" y="21019"/>
                  </a:lnTo>
                  <a:lnTo>
                    <a:pt x="81412" y="23662"/>
                  </a:lnTo>
                  <a:lnTo>
                    <a:pt x="76910" y="26450"/>
                  </a:lnTo>
                  <a:lnTo>
                    <a:pt x="72498" y="29379"/>
                  </a:lnTo>
                  <a:lnTo>
                    <a:pt x="68181" y="32446"/>
                  </a:lnTo>
                  <a:lnTo>
                    <a:pt x="63963" y="35649"/>
                  </a:lnTo>
                  <a:lnTo>
                    <a:pt x="59849" y="38983"/>
                  </a:lnTo>
                  <a:lnTo>
                    <a:pt x="55843" y="42446"/>
                  </a:lnTo>
                  <a:lnTo>
                    <a:pt x="51948" y="46035"/>
                  </a:lnTo>
                  <a:lnTo>
                    <a:pt x="48169" y="49745"/>
                  </a:lnTo>
                  <a:lnTo>
                    <a:pt x="44510" y="53572"/>
                  </a:lnTo>
                  <a:lnTo>
                    <a:pt x="40973" y="57514"/>
                  </a:lnTo>
                  <a:lnTo>
                    <a:pt x="37563" y="61566"/>
                  </a:lnTo>
                  <a:lnTo>
                    <a:pt x="34284" y="65723"/>
                  </a:lnTo>
                  <a:lnTo>
                    <a:pt x="31137" y="69983"/>
                  </a:lnTo>
                  <a:lnTo>
                    <a:pt x="28127" y="74340"/>
                  </a:lnTo>
                  <a:lnTo>
                    <a:pt x="25256" y="78790"/>
                  </a:lnTo>
                  <a:lnTo>
                    <a:pt x="22528" y="83329"/>
                  </a:lnTo>
                  <a:lnTo>
                    <a:pt x="19945" y="87952"/>
                  </a:lnTo>
                  <a:lnTo>
                    <a:pt x="17510" y="92654"/>
                  </a:lnTo>
                  <a:lnTo>
                    <a:pt x="15225" y="97431"/>
                  </a:lnTo>
                  <a:lnTo>
                    <a:pt x="13092" y="102279"/>
                  </a:lnTo>
                  <a:lnTo>
                    <a:pt x="11114" y="107191"/>
                  </a:lnTo>
                  <a:lnTo>
                    <a:pt x="9293" y="112164"/>
                  </a:lnTo>
                  <a:lnTo>
                    <a:pt x="7630" y="117191"/>
                  </a:lnTo>
                  <a:lnTo>
                    <a:pt x="6127" y="122269"/>
                  </a:lnTo>
                  <a:lnTo>
                    <a:pt x="4786" y="127392"/>
                  </a:lnTo>
                  <a:lnTo>
                    <a:pt x="3607" y="132555"/>
                  </a:lnTo>
                  <a:lnTo>
                    <a:pt x="2593" y="137753"/>
                  </a:lnTo>
                  <a:lnTo>
                    <a:pt x="1744" y="142980"/>
                  </a:lnTo>
                  <a:lnTo>
                    <a:pt x="1061" y="148231"/>
                  </a:lnTo>
                  <a:lnTo>
                    <a:pt x="544" y="153501"/>
                  </a:lnTo>
                  <a:lnTo>
                    <a:pt x="195" y="158786"/>
                  </a:lnTo>
                  <a:lnTo>
                    <a:pt x="13" y="164078"/>
                  </a:lnTo>
                  <a:lnTo>
                    <a:pt x="0" y="169374"/>
                  </a:lnTo>
                  <a:lnTo>
                    <a:pt x="153" y="174667"/>
                  </a:lnTo>
                  <a:lnTo>
                    <a:pt x="475" y="179953"/>
                  </a:lnTo>
                  <a:lnTo>
                    <a:pt x="963" y="185226"/>
                  </a:lnTo>
                  <a:lnTo>
                    <a:pt x="1619" y="190481"/>
                  </a:lnTo>
                  <a:lnTo>
                    <a:pt x="2440" y="195713"/>
                  </a:lnTo>
                  <a:lnTo>
                    <a:pt x="3427" y="200915"/>
                  </a:lnTo>
                  <a:lnTo>
                    <a:pt x="4578" y="206084"/>
                  </a:lnTo>
                  <a:lnTo>
                    <a:pt x="5892" y="211214"/>
                  </a:lnTo>
                  <a:lnTo>
                    <a:pt x="7369" y="216300"/>
                  </a:lnTo>
                  <a:lnTo>
                    <a:pt x="9005" y="221337"/>
                  </a:lnTo>
                  <a:lnTo>
                    <a:pt x="10800" y="226319"/>
                  </a:lnTo>
                  <a:lnTo>
                    <a:pt x="12752" y="231241"/>
                  </a:lnTo>
                  <a:lnTo>
                    <a:pt x="14859" y="236100"/>
                  </a:lnTo>
                  <a:lnTo>
                    <a:pt x="17119" y="240889"/>
                  </a:lnTo>
                  <a:lnTo>
                    <a:pt x="19529" y="245604"/>
                  </a:lnTo>
                  <a:lnTo>
                    <a:pt x="22088" y="250241"/>
                  </a:lnTo>
                  <a:lnTo>
                    <a:pt x="24792" y="254794"/>
                  </a:lnTo>
                  <a:lnTo>
                    <a:pt x="27639" y="259259"/>
                  </a:lnTo>
                  <a:lnTo>
                    <a:pt x="30626" y="263632"/>
                  </a:lnTo>
                  <a:lnTo>
                    <a:pt x="33750" y="267908"/>
                  </a:lnTo>
                  <a:lnTo>
                    <a:pt x="37008" y="272083"/>
                  </a:lnTo>
                  <a:lnTo>
                    <a:pt x="40396" y="276153"/>
                  </a:lnTo>
                  <a:lnTo>
                    <a:pt x="43912" y="280113"/>
                  </a:lnTo>
                  <a:lnTo>
                    <a:pt x="47552" y="283960"/>
                  </a:lnTo>
                  <a:lnTo>
                    <a:pt x="51311" y="287690"/>
                  </a:lnTo>
                  <a:lnTo>
                    <a:pt x="55187" y="291298"/>
                  </a:lnTo>
                  <a:lnTo>
                    <a:pt x="59175" y="294783"/>
                  </a:lnTo>
                  <a:lnTo>
                    <a:pt x="63271" y="298139"/>
                  </a:lnTo>
                  <a:lnTo>
                    <a:pt x="67471" y="301363"/>
                  </a:lnTo>
                  <a:lnTo>
                    <a:pt x="71772" y="304453"/>
                  </a:lnTo>
                  <a:lnTo>
                    <a:pt x="76168" y="307406"/>
                  </a:lnTo>
                  <a:lnTo>
                    <a:pt x="80656" y="310217"/>
                  </a:lnTo>
                  <a:lnTo>
                    <a:pt x="85231" y="312885"/>
                  </a:lnTo>
                  <a:lnTo>
                    <a:pt x="89887" y="315407"/>
                  </a:lnTo>
                  <a:lnTo>
                    <a:pt x="94622" y="317780"/>
                  </a:lnTo>
                  <a:lnTo>
                    <a:pt x="99429" y="320002"/>
                  </a:lnTo>
                  <a:lnTo>
                    <a:pt x="104303" y="322070"/>
                  </a:lnTo>
                  <a:lnTo>
                    <a:pt x="109242" y="323983"/>
                  </a:lnTo>
                  <a:lnTo>
                    <a:pt x="114238" y="325739"/>
                  </a:lnTo>
                  <a:lnTo>
                    <a:pt x="119287" y="327335"/>
                  </a:lnTo>
                  <a:lnTo>
                    <a:pt x="124384" y="328771"/>
                  </a:lnTo>
                  <a:lnTo>
                    <a:pt x="129524" y="330044"/>
                  </a:lnTo>
                  <a:lnTo>
                    <a:pt x="134702" y="331155"/>
                  </a:lnTo>
                  <a:lnTo>
                    <a:pt x="139913" y="332100"/>
                  </a:lnTo>
                  <a:lnTo>
                    <a:pt x="145151" y="332880"/>
                  </a:lnTo>
                  <a:lnTo>
                    <a:pt x="150411" y="333494"/>
                  </a:lnTo>
                  <a:lnTo>
                    <a:pt x="155688" y="333941"/>
                  </a:lnTo>
                  <a:lnTo>
                    <a:pt x="160976" y="334220"/>
                  </a:lnTo>
                  <a:lnTo>
                    <a:pt x="166270" y="334332"/>
                  </a:lnTo>
                  <a:lnTo>
                    <a:pt x="171566" y="334276"/>
                  </a:lnTo>
                  <a:lnTo>
                    <a:pt x="176856" y="334052"/>
                  </a:lnTo>
                  <a:lnTo>
                    <a:pt x="182138" y="333661"/>
                  </a:lnTo>
                  <a:lnTo>
                    <a:pt x="187404" y="333103"/>
                  </a:lnTo>
                  <a:lnTo>
                    <a:pt x="192650" y="332378"/>
                  </a:lnTo>
                  <a:lnTo>
                    <a:pt x="197870" y="331488"/>
                  </a:lnTo>
                  <a:lnTo>
                    <a:pt x="203059" y="330433"/>
                  </a:lnTo>
                  <a:lnTo>
                    <a:pt x="208213" y="329213"/>
                  </a:lnTo>
                  <a:lnTo>
                    <a:pt x="213325" y="327831"/>
                  </a:lnTo>
                  <a:lnTo>
                    <a:pt x="218391" y="326288"/>
                  </a:lnTo>
                  <a:lnTo>
                    <a:pt x="223405" y="324585"/>
                  </a:lnTo>
                  <a:lnTo>
                    <a:pt x="228363" y="322725"/>
                  </a:lnTo>
                  <a:lnTo>
                    <a:pt x="233259" y="320708"/>
                  </a:lnTo>
                  <a:lnTo>
                    <a:pt x="238090" y="318537"/>
                  </a:lnTo>
                  <a:lnTo>
                    <a:pt x="242849" y="316214"/>
                  </a:lnTo>
                  <a:lnTo>
                    <a:pt x="247532" y="313742"/>
                  </a:lnTo>
                  <a:lnTo>
                    <a:pt x="252134" y="311122"/>
                  </a:lnTo>
                  <a:lnTo>
                    <a:pt x="256651" y="308358"/>
                  </a:lnTo>
                  <a:lnTo>
                    <a:pt x="261078" y="305452"/>
                  </a:lnTo>
                  <a:lnTo>
                    <a:pt x="265411" y="302408"/>
                  </a:lnTo>
                  <a:lnTo>
                    <a:pt x="269646" y="299228"/>
                  </a:lnTo>
                  <a:lnTo>
                    <a:pt x="273777" y="295915"/>
                  </a:lnTo>
                  <a:lnTo>
                    <a:pt x="277802" y="292473"/>
                  </a:lnTo>
                  <a:lnTo>
                    <a:pt x="281715" y="288905"/>
                  </a:lnTo>
                  <a:lnTo>
                    <a:pt x="285514" y="285216"/>
                  </a:lnTo>
                  <a:lnTo>
                    <a:pt x="289194" y="281407"/>
                  </a:lnTo>
                  <a:lnTo>
                    <a:pt x="292751" y="277484"/>
                  </a:lnTo>
                  <a:lnTo>
                    <a:pt x="296182" y="273451"/>
                  </a:lnTo>
                  <a:lnTo>
                    <a:pt x="299484" y="269310"/>
                  </a:lnTo>
                  <a:lnTo>
                    <a:pt x="302653" y="265068"/>
                  </a:lnTo>
                  <a:lnTo>
                    <a:pt x="305686" y="260727"/>
                  </a:lnTo>
                  <a:lnTo>
                    <a:pt x="308580" y="256292"/>
                  </a:lnTo>
                  <a:lnTo>
                    <a:pt x="311332" y="251767"/>
                  </a:lnTo>
                  <a:lnTo>
                    <a:pt x="313939" y="247158"/>
                  </a:lnTo>
                  <a:lnTo>
                    <a:pt x="316399" y="242468"/>
                  </a:lnTo>
                  <a:lnTo>
                    <a:pt x="318710" y="237703"/>
                  </a:lnTo>
                  <a:lnTo>
                    <a:pt x="320868" y="232867"/>
                  </a:lnTo>
                  <a:lnTo>
                    <a:pt x="322872" y="227965"/>
                  </a:lnTo>
                  <a:lnTo>
                    <a:pt x="324719" y="223003"/>
                  </a:lnTo>
                  <a:lnTo>
                    <a:pt x="326409" y="217984"/>
                  </a:lnTo>
                  <a:lnTo>
                    <a:pt x="327938" y="212914"/>
                  </a:lnTo>
                  <a:lnTo>
                    <a:pt x="329307" y="207798"/>
                  </a:lnTo>
                  <a:lnTo>
                    <a:pt x="330512" y="202641"/>
                  </a:lnTo>
                  <a:lnTo>
                    <a:pt x="331554" y="197449"/>
                  </a:lnTo>
                  <a:lnTo>
                    <a:pt x="332431" y="192227"/>
                  </a:lnTo>
                  <a:lnTo>
                    <a:pt x="333142" y="186979"/>
                  </a:lnTo>
                  <a:lnTo>
                    <a:pt x="333686" y="181711"/>
                  </a:lnTo>
                  <a:lnTo>
                    <a:pt x="334063" y="176429"/>
                  </a:lnTo>
                  <a:lnTo>
                    <a:pt x="334273" y="171138"/>
                  </a:lnTo>
                  <a:lnTo>
                    <a:pt x="334315" y="165842"/>
                  </a:lnTo>
                  <a:lnTo>
                    <a:pt x="334189" y="160548"/>
                  </a:lnTo>
                  <a:lnTo>
                    <a:pt x="333895" y="155261"/>
                  </a:lnTo>
                  <a:lnTo>
                    <a:pt x="333434" y="149985"/>
                  </a:lnTo>
                  <a:lnTo>
                    <a:pt x="332807" y="144727"/>
                  </a:lnTo>
                  <a:lnTo>
                    <a:pt x="332013" y="139491"/>
                  </a:lnTo>
                  <a:lnTo>
                    <a:pt x="331054" y="134283"/>
                  </a:lnTo>
                  <a:lnTo>
                    <a:pt x="329930" y="129108"/>
                  </a:lnTo>
                  <a:lnTo>
                    <a:pt x="328643" y="123971"/>
                  </a:lnTo>
                  <a:lnTo>
                    <a:pt x="327193" y="118878"/>
                  </a:lnTo>
                  <a:lnTo>
                    <a:pt x="325583" y="113833"/>
                  </a:lnTo>
                  <a:lnTo>
                    <a:pt x="323815" y="108841"/>
                  </a:lnTo>
                  <a:lnTo>
                    <a:pt x="321889" y="103908"/>
                  </a:lnTo>
                  <a:lnTo>
                    <a:pt x="319807" y="99039"/>
                  </a:lnTo>
                  <a:lnTo>
                    <a:pt x="317573" y="94238"/>
                  </a:lnTo>
                  <a:lnTo>
                    <a:pt x="315187" y="89510"/>
                  </a:lnTo>
                  <a:lnTo>
                    <a:pt x="312653" y="84860"/>
                  </a:lnTo>
                  <a:lnTo>
                    <a:pt x="309973" y="80292"/>
                  </a:lnTo>
                  <a:lnTo>
                    <a:pt x="307150" y="75812"/>
                  </a:lnTo>
                  <a:lnTo>
                    <a:pt x="304186" y="71424"/>
                  </a:lnTo>
                  <a:lnTo>
                    <a:pt x="301084" y="67131"/>
                  </a:lnTo>
                  <a:lnTo>
                    <a:pt x="297849" y="62939"/>
                  </a:lnTo>
                  <a:lnTo>
                    <a:pt x="294482" y="58852"/>
                  </a:lnTo>
                  <a:lnTo>
                    <a:pt x="290987" y="54873"/>
                  </a:lnTo>
                  <a:lnTo>
                    <a:pt x="287368" y="51007"/>
                  </a:lnTo>
                  <a:lnTo>
                    <a:pt x="283628" y="47257"/>
                  </a:lnTo>
                  <a:lnTo>
                    <a:pt x="279772" y="43628"/>
                  </a:lnTo>
                  <a:lnTo>
                    <a:pt x="275802" y="40123"/>
                  </a:lnTo>
                  <a:lnTo>
                    <a:pt x="271724" y="36745"/>
                  </a:lnTo>
                  <a:lnTo>
                    <a:pt x="267540" y="33498"/>
                  </a:lnTo>
                  <a:lnTo>
                    <a:pt x="263256" y="30386"/>
                  </a:lnTo>
                  <a:lnTo>
                    <a:pt x="258875" y="27410"/>
                  </a:lnTo>
                  <a:lnTo>
                    <a:pt x="254402" y="24575"/>
                  </a:lnTo>
                  <a:lnTo>
                    <a:pt x="249842" y="21883"/>
                  </a:lnTo>
                  <a:lnTo>
                    <a:pt x="245199" y="19337"/>
                  </a:lnTo>
                  <a:lnTo>
                    <a:pt x="240477" y="16939"/>
                  </a:lnTo>
                  <a:lnTo>
                    <a:pt x="235682" y="14692"/>
                  </a:lnTo>
                  <a:lnTo>
                    <a:pt x="230818" y="12598"/>
                  </a:lnTo>
                  <a:lnTo>
                    <a:pt x="225890" y="10659"/>
                  </a:lnTo>
                  <a:lnTo>
                    <a:pt x="220903" y="8877"/>
                  </a:lnTo>
                  <a:lnTo>
                    <a:pt x="215862" y="7254"/>
                  </a:lnTo>
                  <a:lnTo>
                    <a:pt x="210773" y="5791"/>
                  </a:lnTo>
                  <a:lnTo>
                    <a:pt x="205639" y="4490"/>
                  </a:lnTo>
                  <a:lnTo>
                    <a:pt x="200467" y="3353"/>
                  </a:lnTo>
                  <a:lnTo>
                    <a:pt x="195262" y="2380"/>
                  </a:lnTo>
                  <a:lnTo>
                    <a:pt x="190028" y="1572"/>
                  </a:lnTo>
                  <a:lnTo>
                    <a:pt x="184771" y="931"/>
                  </a:lnTo>
                  <a:lnTo>
                    <a:pt x="179497" y="456"/>
                  </a:lnTo>
                  <a:lnTo>
                    <a:pt x="174210" y="149"/>
                  </a:lnTo>
                  <a:lnTo>
                    <a:pt x="168917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614134" y="4213821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8" y="3010"/>
                  </a:lnTo>
                  <a:lnTo>
                    <a:pt x="130384" y="4093"/>
                  </a:lnTo>
                  <a:lnTo>
                    <a:pt x="125238" y="5340"/>
                  </a:lnTo>
                  <a:lnTo>
                    <a:pt x="120133" y="6748"/>
                  </a:lnTo>
                  <a:lnTo>
                    <a:pt x="115075" y="8318"/>
                  </a:lnTo>
                  <a:lnTo>
                    <a:pt x="110070" y="10047"/>
                  </a:lnTo>
                  <a:lnTo>
                    <a:pt x="105122" y="11934"/>
                  </a:lnTo>
                  <a:lnTo>
                    <a:pt x="100236" y="13977"/>
                  </a:lnTo>
                  <a:lnTo>
                    <a:pt x="95417" y="16173"/>
                  </a:lnTo>
                  <a:lnTo>
                    <a:pt x="90671" y="18521"/>
                  </a:lnTo>
                  <a:lnTo>
                    <a:pt x="86001" y="21019"/>
                  </a:lnTo>
                  <a:lnTo>
                    <a:pt x="81412" y="23662"/>
                  </a:lnTo>
                  <a:lnTo>
                    <a:pt x="76910" y="26450"/>
                  </a:lnTo>
                  <a:lnTo>
                    <a:pt x="72498" y="29379"/>
                  </a:lnTo>
                  <a:lnTo>
                    <a:pt x="68181" y="32446"/>
                  </a:lnTo>
                  <a:lnTo>
                    <a:pt x="63963" y="35649"/>
                  </a:lnTo>
                  <a:lnTo>
                    <a:pt x="59849" y="38983"/>
                  </a:lnTo>
                  <a:lnTo>
                    <a:pt x="55843" y="42446"/>
                  </a:lnTo>
                  <a:lnTo>
                    <a:pt x="51948" y="46035"/>
                  </a:lnTo>
                  <a:lnTo>
                    <a:pt x="48169" y="49745"/>
                  </a:lnTo>
                  <a:lnTo>
                    <a:pt x="44510" y="53572"/>
                  </a:lnTo>
                  <a:lnTo>
                    <a:pt x="40973" y="57514"/>
                  </a:lnTo>
                  <a:lnTo>
                    <a:pt x="37563" y="61566"/>
                  </a:lnTo>
                  <a:lnTo>
                    <a:pt x="34284" y="65723"/>
                  </a:lnTo>
                  <a:lnTo>
                    <a:pt x="31137" y="69983"/>
                  </a:lnTo>
                  <a:lnTo>
                    <a:pt x="28127" y="74340"/>
                  </a:lnTo>
                  <a:lnTo>
                    <a:pt x="25256" y="78790"/>
                  </a:lnTo>
                  <a:lnTo>
                    <a:pt x="22528" y="83329"/>
                  </a:lnTo>
                  <a:lnTo>
                    <a:pt x="19945" y="87952"/>
                  </a:lnTo>
                  <a:lnTo>
                    <a:pt x="17510" y="92654"/>
                  </a:lnTo>
                  <a:lnTo>
                    <a:pt x="15225" y="97431"/>
                  </a:lnTo>
                  <a:lnTo>
                    <a:pt x="13092" y="102279"/>
                  </a:lnTo>
                  <a:lnTo>
                    <a:pt x="11114" y="107191"/>
                  </a:lnTo>
                  <a:lnTo>
                    <a:pt x="9293" y="112164"/>
                  </a:lnTo>
                  <a:lnTo>
                    <a:pt x="7630" y="117191"/>
                  </a:lnTo>
                  <a:lnTo>
                    <a:pt x="6127" y="122269"/>
                  </a:lnTo>
                  <a:lnTo>
                    <a:pt x="4786" y="127392"/>
                  </a:lnTo>
                  <a:lnTo>
                    <a:pt x="3607" y="132555"/>
                  </a:lnTo>
                  <a:lnTo>
                    <a:pt x="2593" y="137753"/>
                  </a:lnTo>
                  <a:lnTo>
                    <a:pt x="1744" y="142980"/>
                  </a:lnTo>
                  <a:lnTo>
                    <a:pt x="1061" y="148231"/>
                  </a:lnTo>
                  <a:lnTo>
                    <a:pt x="544" y="153501"/>
                  </a:lnTo>
                  <a:lnTo>
                    <a:pt x="195" y="158786"/>
                  </a:lnTo>
                  <a:lnTo>
                    <a:pt x="13" y="164078"/>
                  </a:lnTo>
                  <a:lnTo>
                    <a:pt x="0" y="169374"/>
                  </a:lnTo>
                  <a:lnTo>
                    <a:pt x="153" y="174667"/>
                  </a:lnTo>
                  <a:lnTo>
                    <a:pt x="475" y="179953"/>
                  </a:lnTo>
                  <a:lnTo>
                    <a:pt x="963" y="185226"/>
                  </a:lnTo>
                  <a:lnTo>
                    <a:pt x="1619" y="190481"/>
                  </a:lnTo>
                  <a:lnTo>
                    <a:pt x="2440" y="195713"/>
                  </a:lnTo>
                  <a:lnTo>
                    <a:pt x="3427" y="200915"/>
                  </a:lnTo>
                  <a:lnTo>
                    <a:pt x="4578" y="206084"/>
                  </a:lnTo>
                  <a:lnTo>
                    <a:pt x="5892" y="211214"/>
                  </a:lnTo>
                  <a:lnTo>
                    <a:pt x="7369" y="216300"/>
                  </a:lnTo>
                  <a:lnTo>
                    <a:pt x="9005" y="221337"/>
                  </a:lnTo>
                  <a:lnTo>
                    <a:pt x="10800" y="226319"/>
                  </a:lnTo>
                  <a:lnTo>
                    <a:pt x="12752" y="231241"/>
                  </a:lnTo>
                  <a:lnTo>
                    <a:pt x="14859" y="236100"/>
                  </a:lnTo>
                  <a:lnTo>
                    <a:pt x="17119" y="240889"/>
                  </a:lnTo>
                  <a:lnTo>
                    <a:pt x="19529" y="245604"/>
                  </a:lnTo>
                  <a:lnTo>
                    <a:pt x="22088" y="250241"/>
                  </a:lnTo>
                  <a:lnTo>
                    <a:pt x="24792" y="254794"/>
                  </a:lnTo>
                  <a:lnTo>
                    <a:pt x="27639" y="259259"/>
                  </a:lnTo>
                  <a:lnTo>
                    <a:pt x="30626" y="263632"/>
                  </a:lnTo>
                  <a:lnTo>
                    <a:pt x="33750" y="267908"/>
                  </a:lnTo>
                  <a:lnTo>
                    <a:pt x="37008" y="272083"/>
                  </a:lnTo>
                  <a:lnTo>
                    <a:pt x="40396" y="276153"/>
                  </a:lnTo>
                  <a:lnTo>
                    <a:pt x="43912" y="280113"/>
                  </a:lnTo>
                  <a:lnTo>
                    <a:pt x="47552" y="283960"/>
                  </a:lnTo>
                  <a:lnTo>
                    <a:pt x="51311" y="287690"/>
                  </a:lnTo>
                  <a:lnTo>
                    <a:pt x="55187" y="291298"/>
                  </a:lnTo>
                  <a:lnTo>
                    <a:pt x="59175" y="294783"/>
                  </a:lnTo>
                  <a:lnTo>
                    <a:pt x="63271" y="298139"/>
                  </a:lnTo>
                  <a:lnTo>
                    <a:pt x="67471" y="301363"/>
                  </a:lnTo>
                  <a:lnTo>
                    <a:pt x="71772" y="304453"/>
                  </a:lnTo>
                  <a:lnTo>
                    <a:pt x="76168" y="307406"/>
                  </a:lnTo>
                  <a:lnTo>
                    <a:pt x="80656" y="310217"/>
                  </a:lnTo>
                  <a:lnTo>
                    <a:pt x="85231" y="312885"/>
                  </a:lnTo>
                  <a:lnTo>
                    <a:pt x="89887" y="315407"/>
                  </a:lnTo>
                  <a:lnTo>
                    <a:pt x="94622" y="317780"/>
                  </a:lnTo>
                  <a:lnTo>
                    <a:pt x="99429" y="320002"/>
                  </a:lnTo>
                  <a:lnTo>
                    <a:pt x="104303" y="322070"/>
                  </a:lnTo>
                  <a:lnTo>
                    <a:pt x="109242" y="323983"/>
                  </a:lnTo>
                  <a:lnTo>
                    <a:pt x="114238" y="325739"/>
                  </a:lnTo>
                  <a:lnTo>
                    <a:pt x="119287" y="327335"/>
                  </a:lnTo>
                  <a:lnTo>
                    <a:pt x="124384" y="328771"/>
                  </a:lnTo>
                  <a:lnTo>
                    <a:pt x="129524" y="330044"/>
                  </a:lnTo>
                  <a:lnTo>
                    <a:pt x="134702" y="331155"/>
                  </a:lnTo>
                  <a:lnTo>
                    <a:pt x="139913" y="332100"/>
                  </a:lnTo>
                  <a:lnTo>
                    <a:pt x="145151" y="332880"/>
                  </a:lnTo>
                  <a:lnTo>
                    <a:pt x="150411" y="333494"/>
                  </a:lnTo>
                  <a:lnTo>
                    <a:pt x="155688" y="333941"/>
                  </a:lnTo>
                  <a:lnTo>
                    <a:pt x="160976" y="334220"/>
                  </a:lnTo>
                  <a:lnTo>
                    <a:pt x="166270" y="334332"/>
                  </a:lnTo>
                  <a:lnTo>
                    <a:pt x="171566" y="334276"/>
                  </a:lnTo>
                  <a:lnTo>
                    <a:pt x="176856" y="334052"/>
                  </a:lnTo>
                  <a:lnTo>
                    <a:pt x="182138" y="333661"/>
                  </a:lnTo>
                  <a:lnTo>
                    <a:pt x="187404" y="333103"/>
                  </a:lnTo>
                  <a:lnTo>
                    <a:pt x="192650" y="332378"/>
                  </a:lnTo>
                  <a:lnTo>
                    <a:pt x="197870" y="331488"/>
                  </a:lnTo>
                  <a:lnTo>
                    <a:pt x="203059" y="330433"/>
                  </a:lnTo>
                  <a:lnTo>
                    <a:pt x="208213" y="329213"/>
                  </a:lnTo>
                  <a:lnTo>
                    <a:pt x="213325" y="327831"/>
                  </a:lnTo>
                  <a:lnTo>
                    <a:pt x="218391" y="326288"/>
                  </a:lnTo>
                  <a:lnTo>
                    <a:pt x="223405" y="324585"/>
                  </a:lnTo>
                  <a:lnTo>
                    <a:pt x="228363" y="322725"/>
                  </a:lnTo>
                  <a:lnTo>
                    <a:pt x="233259" y="320708"/>
                  </a:lnTo>
                  <a:lnTo>
                    <a:pt x="238090" y="318537"/>
                  </a:lnTo>
                  <a:lnTo>
                    <a:pt x="242849" y="316214"/>
                  </a:lnTo>
                  <a:lnTo>
                    <a:pt x="247532" y="313742"/>
                  </a:lnTo>
                  <a:lnTo>
                    <a:pt x="252134" y="311122"/>
                  </a:lnTo>
                  <a:lnTo>
                    <a:pt x="256651" y="308358"/>
                  </a:lnTo>
                  <a:lnTo>
                    <a:pt x="261078" y="305452"/>
                  </a:lnTo>
                  <a:lnTo>
                    <a:pt x="265411" y="302408"/>
                  </a:lnTo>
                  <a:lnTo>
                    <a:pt x="269646" y="299228"/>
                  </a:lnTo>
                  <a:lnTo>
                    <a:pt x="273777" y="295915"/>
                  </a:lnTo>
                  <a:lnTo>
                    <a:pt x="277802" y="292473"/>
                  </a:lnTo>
                  <a:lnTo>
                    <a:pt x="281715" y="288905"/>
                  </a:lnTo>
                  <a:lnTo>
                    <a:pt x="285514" y="285216"/>
                  </a:lnTo>
                  <a:lnTo>
                    <a:pt x="289194" y="281407"/>
                  </a:lnTo>
                  <a:lnTo>
                    <a:pt x="292751" y="277484"/>
                  </a:lnTo>
                  <a:lnTo>
                    <a:pt x="296182" y="273451"/>
                  </a:lnTo>
                  <a:lnTo>
                    <a:pt x="299484" y="269310"/>
                  </a:lnTo>
                  <a:lnTo>
                    <a:pt x="302653" y="265068"/>
                  </a:lnTo>
                  <a:lnTo>
                    <a:pt x="305686" y="260727"/>
                  </a:lnTo>
                  <a:lnTo>
                    <a:pt x="308580" y="256292"/>
                  </a:lnTo>
                  <a:lnTo>
                    <a:pt x="311332" y="251767"/>
                  </a:lnTo>
                  <a:lnTo>
                    <a:pt x="313939" y="247158"/>
                  </a:lnTo>
                  <a:lnTo>
                    <a:pt x="316399" y="242468"/>
                  </a:lnTo>
                  <a:lnTo>
                    <a:pt x="318710" y="237703"/>
                  </a:lnTo>
                  <a:lnTo>
                    <a:pt x="320868" y="232867"/>
                  </a:lnTo>
                  <a:lnTo>
                    <a:pt x="322872" y="227965"/>
                  </a:lnTo>
                  <a:lnTo>
                    <a:pt x="324719" y="223003"/>
                  </a:lnTo>
                  <a:lnTo>
                    <a:pt x="326409" y="217984"/>
                  </a:lnTo>
                  <a:lnTo>
                    <a:pt x="327938" y="212914"/>
                  </a:lnTo>
                  <a:lnTo>
                    <a:pt x="329307" y="207798"/>
                  </a:lnTo>
                  <a:lnTo>
                    <a:pt x="330512" y="202641"/>
                  </a:lnTo>
                  <a:lnTo>
                    <a:pt x="331554" y="197449"/>
                  </a:lnTo>
                  <a:lnTo>
                    <a:pt x="332431" y="192227"/>
                  </a:lnTo>
                  <a:lnTo>
                    <a:pt x="333142" y="186979"/>
                  </a:lnTo>
                  <a:lnTo>
                    <a:pt x="333686" y="181711"/>
                  </a:lnTo>
                  <a:lnTo>
                    <a:pt x="334063" y="176429"/>
                  </a:lnTo>
                  <a:lnTo>
                    <a:pt x="334273" y="171138"/>
                  </a:lnTo>
                  <a:lnTo>
                    <a:pt x="334315" y="165842"/>
                  </a:lnTo>
                  <a:lnTo>
                    <a:pt x="334189" y="160548"/>
                  </a:lnTo>
                  <a:lnTo>
                    <a:pt x="333895" y="155261"/>
                  </a:lnTo>
                  <a:lnTo>
                    <a:pt x="333434" y="149985"/>
                  </a:lnTo>
                  <a:lnTo>
                    <a:pt x="332807" y="144727"/>
                  </a:lnTo>
                  <a:lnTo>
                    <a:pt x="332013" y="139491"/>
                  </a:lnTo>
                  <a:lnTo>
                    <a:pt x="331054" y="134283"/>
                  </a:lnTo>
                  <a:lnTo>
                    <a:pt x="329930" y="129108"/>
                  </a:lnTo>
                  <a:lnTo>
                    <a:pt x="328643" y="123971"/>
                  </a:lnTo>
                  <a:lnTo>
                    <a:pt x="327193" y="118878"/>
                  </a:lnTo>
                  <a:lnTo>
                    <a:pt x="325583" y="113833"/>
                  </a:lnTo>
                  <a:lnTo>
                    <a:pt x="323815" y="108841"/>
                  </a:lnTo>
                  <a:lnTo>
                    <a:pt x="321889" y="103908"/>
                  </a:lnTo>
                  <a:lnTo>
                    <a:pt x="319807" y="99039"/>
                  </a:lnTo>
                  <a:lnTo>
                    <a:pt x="317573" y="94238"/>
                  </a:lnTo>
                  <a:lnTo>
                    <a:pt x="315187" y="89510"/>
                  </a:lnTo>
                  <a:lnTo>
                    <a:pt x="312653" y="84860"/>
                  </a:lnTo>
                  <a:lnTo>
                    <a:pt x="309973" y="80292"/>
                  </a:lnTo>
                  <a:lnTo>
                    <a:pt x="307150" y="75812"/>
                  </a:lnTo>
                  <a:lnTo>
                    <a:pt x="304186" y="71424"/>
                  </a:lnTo>
                  <a:lnTo>
                    <a:pt x="301084" y="67131"/>
                  </a:lnTo>
                  <a:lnTo>
                    <a:pt x="297849" y="62939"/>
                  </a:lnTo>
                  <a:lnTo>
                    <a:pt x="294482" y="58852"/>
                  </a:lnTo>
                  <a:lnTo>
                    <a:pt x="290987" y="54873"/>
                  </a:lnTo>
                  <a:lnTo>
                    <a:pt x="287368" y="51007"/>
                  </a:lnTo>
                  <a:lnTo>
                    <a:pt x="283628" y="47257"/>
                  </a:lnTo>
                  <a:lnTo>
                    <a:pt x="279772" y="43628"/>
                  </a:lnTo>
                  <a:lnTo>
                    <a:pt x="275802" y="40123"/>
                  </a:lnTo>
                  <a:lnTo>
                    <a:pt x="271724" y="36745"/>
                  </a:lnTo>
                  <a:lnTo>
                    <a:pt x="267540" y="33498"/>
                  </a:lnTo>
                  <a:lnTo>
                    <a:pt x="263256" y="30386"/>
                  </a:lnTo>
                  <a:lnTo>
                    <a:pt x="258875" y="27410"/>
                  </a:lnTo>
                  <a:lnTo>
                    <a:pt x="254402" y="24575"/>
                  </a:lnTo>
                  <a:lnTo>
                    <a:pt x="249842" y="21883"/>
                  </a:lnTo>
                  <a:lnTo>
                    <a:pt x="245199" y="19337"/>
                  </a:lnTo>
                  <a:lnTo>
                    <a:pt x="240477" y="16939"/>
                  </a:lnTo>
                  <a:lnTo>
                    <a:pt x="235682" y="14692"/>
                  </a:lnTo>
                  <a:lnTo>
                    <a:pt x="230818" y="12598"/>
                  </a:lnTo>
                  <a:lnTo>
                    <a:pt x="225890" y="10659"/>
                  </a:lnTo>
                  <a:lnTo>
                    <a:pt x="220903" y="8877"/>
                  </a:lnTo>
                  <a:lnTo>
                    <a:pt x="215862" y="7254"/>
                  </a:lnTo>
                  <a:lnTo>
                    <a:pt x="210773" y="5791"/>
                  </a:lnTo>
                  <a:lnTo>
                    <a:pt x="205639" y="4490"/>
                  </a:lnTo>
                  <a:lnTo>
                    <a:pt x="200467" y="3353"/>
                  </a:lnTo>
                  <a:lnTo>
                    <a:pt x="195262" y="2380"/>
                  </a:lnTo>
                  <a:lnTo>
                    <a:pt x="190028" y="1572"/>
                  </a:lnTo>
                  <a:lnTo>
                    <a:pt x="184771" y="931"/>
                  </a:lnTo>
                  <a:lnTo>
                    <a:pt x="179497" y="456"/>
                  </a:lnTo>
                  <a:lnTo>
                    <a:pt x="174210" y="149"/>
                  </a:lnTo>
                  <a:lnTo>
                    <a:pt x="168917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30"/>
              <a:ext cx="1764" cy="167158"/>
            </a:xfrm>
            <a:custGeom>
              <a:avLst/>
              <a:pathLst>
                <a:path w="1764" h="167158">
                  <a:moveTo>
                    <a:pt x="1764" y="0"/>
                  </a:moveTo>
                  <a:lnTo>
                    <a:pt x="0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19377" y="4659281"/>
              <a:ext cx="167147" cy="186239"/>
            </a:xfrm>
            <a:custGeom>
              <a:avLst/>
              <a:pathLst>
                <a:path w="167147" h="186239">
                  <a:moveTo>
                    <a:pt x="167147" y="0"/>
                  </a:moveTo>
                  <a:lnTo>
                    <a:pt x="161731" y="87"/>
                  </a:lnTo>
                  <a:lnTo>
                    <a:pt x="156320" y="350"/>
                  </a:lnTo>
                  <a:lnTo>
                    <a:pt x="150921" y="789"/>
                  </a:lnTo>
                  <a:lnTo>
                    <a:pt x="145539" y="1402"/>
                  </a:lnTo>
                  <a:lnTo>
                    <a:pt x="140179" y="2189"/>
                  </a:lnTo>
                  <a:lnTo>
                    <a:pt x="134848" y="3150"/>
                  </a:lnTo>
                  <a:lnTo>
                    <a:pt x="129551" y="4282"/>
                  </a:lnTo>
                  <a:lnTo>
                    <a:pt x="124293" y="5586"/>
                  </a:lnTo>
                  <a:lnTo>
                    <a:pt x="119080" y="7059"/>
                  </a:lnTo>
                  <a:lnTo>
                    <a:pt x="113918" y="8701"/>
                  </a:lnTo>
                  <a:lnTo>
                    <a:pt x="108811" y="10509"/>
                  </a:lnTo>
                  <a:lnTo>
                    <a:pt x="103766" y="12481"/>
                  </a:lnTo>
                  <a:lnTo>
                    <a:pt x="98787" y="14616"/>
                  </a:lnTo>
                  <a:lnTo>
                    <a:pt x="93880" y="16911"/>
                  </a:lnTo>
                  <a:lnTo>
                    <a:pt x="89051" y="19364"/>
                  </a:lnTo>
                  <a:lnTo>
                    <a:pt x="84303" y="21972"/>
                  </a:lnTo>
                  <a:lnTo>
                    <a:pt x="79642" y="24732"/>
                  </a:lnTo>
                  <a:lnTo>
                    <a:pt x="75073" y="27642"/>
                  </a:lnTo>
                  <a:lnTo>
                    <a:pt x="70600" y="30699"/>
                  </a:lnTo>
                  <a:lnTo>
                    <a:pt x="66229" y="33898"/>
                  </a:lnTo>
                  <a:lnTo>
                    <a:pt x="61964" y="37238"/>
                  </a:lnTo>
                  <a:lnTo>
                    <a:pt x="57810" y="40714"/>
                  </a:lnTo>
                  <a:lnTo>
                    <a:pt x="53770" y="44323"/>
                  </a:lnTo>
                  <a:lnTo>
                    <a:pt x="49849" y="48062"/>
                  </a:lnTo>
                  <a:lnTo>
                    <a:pt x="46052" y="51925"/>
                  </a:lnTo>
                  <a:lnTo>
                    <a:pt x="42381" y="55909"/>
                  </a:lnTo>
                  <a:lnTo>
                    <a:pt x="38842" y="60010"/>
                  </a:lnTo>
                  <a:lnTo>
                    <a:pt x="35437" y="64223"/>
                  </a:lnTo>
                  <a:lnTo>
                    <a:pt x="32171" y="68545"/>
                  </a:lnTo>
                  <a:lnTo>
                    <a:pt x="29047" y="72970"/>
                  </a:lnTo>
                  <a:lnTo>
                    <a:pt x="26067" y="77494"/>
                  </a:lnTo>
                  <a:lnTo>
                    <a:pt x="23236" y="82112"/>
                  </a:lnTo>
                  <a:lnTo>
                    <a:pt x="20555" y="86819"/>
                  </a:lnTo>
                  <a:lnTo>
                    <a:pt x="18029" y="91611"/>
                  </a:lnTo>
                  <a:lnTo>
                    <a:pt x="15659" y="96482"/>
                  </a:lnTo>
                  <a:lnTo>
                    <a:pt x="13449" y="101428"/>
                  </a:lnTo>
                  <a:lnTo>
                    <a:pt x="11399" y="106442"/>
                  </a:lnTo>
                  <a:lnTo>
                    <a:pt x="9514" y="111521"/>
                  </a:lnTo>
                  <a:lnTo>
                    <a:pt x="7793" y="116657"/>
                  </a:lnTo>
                  <a:lnTo>
                    <a:pt x="6240" y="121847"/>
                  </a:lnTo>
                  <a:lnTo>
                    <a:pt x="4857" y="127084"/>
                  </a:lnTo>
                  <a:lnTo>
                    <a:pt x="3643" y="132364"/>
                  </a:lnTo>
                  <a:lnTo>
                    <a:pt x="2601" y="137680"/>
                  </a:lnTo>
                  <a:lnTo>
                    <a:pt x="1732" y="143027"/>
                  </a:lnTo>
                  <a:lnTo>
                    <a:pt x="1037" y="148399"/>
                  </a:lnTo>
                  <a:lnTo>
                    <a:pt x="516" y="153791"/>
                  </a:lnTo>
                  <a:lnTo>
                    <a:pt x="170" y="159197"/>
                  </a:lnTo>
                  <a:lnTo>
                    <a:pt x="0" y="164611"/>
                  </a:lnTo>
                  <a:lnTo>
                    <a:pt x="4" y="170028"/>
                  </a:lnTo>
                  <a:lnTo>
                    <a:pt x="185" y="175442"/>
                  </a:lnTo>
                  <a:lnTo>
                    <a:pt x="541" y="180848"/>
                  </a:lnTo>
                  <a:lnTo>
                    <a:pt x="1071" y="18623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0449" y="4826449"/>
              <a:ext cx="166075" cy="19071"/>
            </a:xfrm>
            <a:custGeom>
              <a:avLst/>
              <a:pathLst>
                <a:path w="166075" h="19071">
                  <a:moveTo>
                    <a:pt x="0" y="19071"/>
                  </a:moveTo>
                  <a:lnTo>
                    <a:pt x="1660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0449" y="4826449"/>
              <a:ext cx="166075" cy="19071"/>
            </a:xfrm>
            <a:custGeom>
              <a:avLst/>
              <a:pathLst>
                <a:path w="166075" h="19071">
                  <a:moveTo>
                    <a:pt x="0" y="19071"/>
                  </a:moveTo>
                  <a:lnTo>
                    <a:pt x="1660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0449" y="4826449"/>
              <a:ext cx="166075" cy="19071"/>
            </a:xfrm>
            <a:custGeom>
              <a:avLst/>
              <a:pathLst>
                <a:path w="166075" h="19071">
                  <a:moveTo>
                    <a:pt x="0" y="19071"/>
                  </a:moveTo>
                  <a:lnTo>
                    <a:pt x="1660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0449" y="4826449"/>
              <a:ext cx="166075" cy="19071"/>
            </a:xfrm>
            <a:custGeom>
              <a:avLst/>
              <a:pathLst>
                <a:path w="166075" h="19071">
                  <a:moveTo>
                    <a:pt x="0" y="19071"/>
                  </a:moveTo>
                  <a:lnTo>
                    <a:pt x="166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0449" y="4826449"/>
              <a:ext cx="166075" cy="19071"/>
            </a:xfrm>
            <a:custGeom>
              <a:avLst/>
              <a:pathLst>
                <a:path w="166075" h="19071">
                  <a:moveTo>
                    <a:pt x="0" y="19071"/>
                  </a:moveTo>
                  <a:lnTo>
                    <a:pt x="166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0449" y="4826449"/>
              <a:ext cx="166075" cy="19071"/>
            </a:xfrm>
            <a:custGeom>
              <a:avLst/>
              <a:pathLst>
                <a:path w="166075" h="19071">
                  <a:moveTo>
                    <a:pt x="0" y="19071"/>
                  </a:moveTo>
                  <a:lnTo>
                    <a:pt x="166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0449" y="4826449"/>
              <a:ext cx="166075" cy="19071"/>
            </a:xfrm>
            <a:custGeom>
              <a:avLst/>
              <a:pathLst>
                <a:path w="166075" h="19071">
                  <a:moveTo>
                    <a:pt x="0" y="19071"/>
                  </a:moveTo>
                  <a:lnTo>
                    <a:pt x="1660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0449" y="4826449"/>
              <a:ext cx="166075" cy="19071"/>
            </a:xfrm>
            <a:custGeom>
              <a:avLst/>
              <a:pathLst>
                <a:path w="166075" h="19071">
                  <a:moveTo>
                    <a:pt x="0" y="19071"/>
                  </a:moveTo>
                  <a:lnTo>
                    <a:pt x="1660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0449" y="4826449"/>
              <a:ext cx="166075" cy="19071"/>
            </a:xfrm>
            <a:custGeom>
              <a:avLst/>
              <a:pathLst>
                <a:path w="166075" h="19071">
                  <a:moveTo>
                    <a:pt x="0" y="19071"/>
                  </a:moveTo>
                  <a:lnTo>
                    <a:pt x="1660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0449" y="4826449"/>
              <a:ext cx="166075" cy="40466"/>
            </a:xfrm>
            <a:custGeom>
              <a:avLst/>
              <a:pathLst>
                <a:path w="166075" h="40466">
                  <a:moveTo>
                    <a:pt x="0" y="19071"/>
                  </a:moveTo>
                  <a:lnTo>
                    <a:pt x="983" y="26257"/>
                  </a:lnTo>
                  <a:lnTo>
                    <a:pt x="2277" y="33393"/>
                  </a:lnTo>
                  <a:lnTo>
                    <a:pt x="3880" y="40466"/>
                  </a:lnTo>
                  <a:lnTo>
                    <a:pt x="16607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4329" y="4659281"/>
              <a:ext cx="329347" cy="334333"/>
            </a:xfrm>
            <a:custGeom>
              <a:avLst/>
              <a:pathLst>
                <a:path w="329347" h="334333">
                  <a:moveTo>
                    <a:pt x="0" y="207634"/>
                  </a:moveTo>
                  <a:lnTo>
                    <a:pt x="1363" y="212752"/>
                  </a:lnTo>
                  <a:lnTo>
                    <a:pt x="2888" y="217825"/>
                  </a:lnTo>
                  <a:lnTo>
                    <a:pt x="4573" y="222846"/>
                  </a:lnTo>
                  <a:lnTo>
                    <a:pt x="6416" y="227812"/>
                  </a:lnTo>
                  <a:lnTo>
                    <a:pt x="8416" y="232717"/>
                  </a:lnTo>
                  <a:lnTo>
                    <a:pt x="10569" y="237556"/>
                  </a:lnTo>
                  <a:lnTo>
                    <a:pt x="12876" y="242325"/>
                  </a:lnTo>
                  <a:lnTo>
                    <a:pt x="15332" y="247018"/>
                  </a:lnTo>
                  <a:lnTo>
                    <a:pt x="17935" y="251630"/>
                  </a:lnTo>
                  <a:lnTo>
                    <a:pt x="20684" y="256158"/>
                  </a:lnTo>
                  <a:lnTo>
                    <a:pt x="23574" y="260597"/>
                  </a:lnTo>
                  <a:lnTo>
                    <a:pt x="26604" y="264942"/>
                  </a:lnTo>
                  <a:lnTo>
                    <a:pt x="29770" y="269189"/>
                  </a:lnTo>
                  <a:lnTo>
                    <a:pt x="33068" y="273333"/>
                  </a:lnTo>
                  <a:lnTo>
                    <a:pt x="36497" y="277371"/>
                  </a:lnTo>
                  <a:lnTo>
                    <a:pt x="40051" y="281298"/>
                  </a:lnTo>
                  <a:lnTo>
                    <a:pt x="43728" y="285110"/>
                  </a:lnTo>
                  <a:lnTo>
                    <a:pt x="47524" y="288804"/>
                  </a:lnTo>
                  <a:lnTo>
                    <a:pt x="51436" y="292376"/>
                  </a:lnTo>
                  <a:lnTo>
                    <a:pt x="55458" y="295822"/>
                  </a:lnTo>
                  <a:lnTo>
                    <a:pt x="59588" y="299139"/>
                  </a:lnTo>
                  <a:lnTo>
                    <a:pt x="63820" y="302324"/>
                  </a:lnTo>
                  <a:lnTo>
                    <a:pt x="68152" y="305373"/>
                  </a:lnTo>
                  <a:lnTo>
                    <a:pt x="72578" y="308283"/>
                  </a:lnTo>
                  <a:lnTo>
                    <a:pt x="77093" y="311051"/>
                  </a:lnTo>
                  <a:lnTo>
                    <a:pt x="81695" y="313675"/>
                  </a:lnTo>
                  <a:lnTo>
                    <a:pt x="86377" y="316152"/>
                  </a:lnTo>
                  <a:lnTo>
                    <a:pt x="91135" y="318479"/>
                  </a:lnTo>
                  <a:lnTo>
                    <a:pt x="95964" y="320655"/>
                  </a:lnTo>
                  <a:lnTo>
                    <a:pt x="100860" y="322676"/>
                  </a:lnTo>
                  <a:lnTo>
                    <a:pt x="105818" y="324541"/>
                  </a:lnTo>
                  <a:lnTo>
                    <a:pt x="110832" y="326248"/>
                  </a:lnTo>
                  <a:lnTo>
                    <a:pt x="115898" y="327796"/>
                  </a:lnTo>
                  <a:lnTo>
                    <a:pt x="121010" y="329182"/>
                  </a:lnTo>
                  <a:lnTo>
                    <a:pt x="126164" y="330405"/>
                  </a:lnTo>
                  <a:lnTo>
                    <a:pt x="131354" y="331465"/>
                  </a:lnTo>
                  <a:lnTo>
                    <a:pt x="136574" y="332359"/>
                  </a:lnTo>
                  <a:lnTo>
                    <a:pt x="141821" y="333088"/>
                  </a:lnTo>
                  <a:lnTo>
                    <a:pt x="147088" y="333650"/>
                  </a:lnTo>
                  <a:lnTo>
                    <a:pt x="152370" y="334045"/>
                  </a:lnTo>
                  <a:lnTo>
                    <a:pt x="157662" y="334273"/>
                  </a:lnTo>
                  <a:lnTo>
                    <a:pt x="162958" y="334333"/>
                  </a:lnTo>
                  <a:lnTo>
                    <a:pt x="168254" y="334225"/>
                  </a:lnTo>
                  <a:lnTo>
                    <a:pt x="173544" y="333949"/>
                  </a:lnTo>
                  <a:lnTo>
                    <a:pt x="178822" y="333505"/>
                  </a:lnTo>
                  <a:lnTo>
                    <a:pt x="184084" y="332895"/>
                  </a:lnTo>
                  <a:lnTo>
                    <a:pt x="189323" y="332119"/>
                  </a:lnTo>
                  <a:lnTo>
                    <a:pt x="194535" y="331176"/>
                  </a:lnTo>
                  <a:lnTo>
                    <a:pt x="199715" y="330069"/>
                  </a:lnTo>
                  <a:lnTo>
                    <a:pt x="204858" y="328799"/>
                  </a:lnTo>
                  <a:lnTo>
                    <a:pt x="209957" y="327366"/>
                  </a:lnTo>
                  <a:lnTo>
                    <a:pt x="215008" y="325772"/>
                  </a:lnTo>
                  <a:lnTo>
                    <a:pt x="220007" y="324020"/>
                  </a:lnTo>
                  <a:lnTo>
                    <a:pt x="224947" y="322109"/>
                  </a:lnTo>
                  <a:lnTo>
                    <a:pt x="229824" y="320043"/>
                  </a:lnTo>
                  <a:lnTo>
                    <a:pt x="234634" y="317824"/>
                  </a:lnTo>
                  <a:lnTo>
                    <a:pt x="239371" y="315453"/>
                  </a:lnTo>
                  <a:lnTo>
                    <a:pt x="244030" y="312934"/>
                  </a:lnTo>
                  <a:lnTo>
                    <a:pt x="248607" y="310268"/>
                  </a:lnTo>
                  <a:lnTo>
                    <a:pt x="253097" y="307459"/>
                  </a:lnTo>
                  <a:lnTo>
                    <a:pt x="257496" y="304508"/>
                  </a:lnTo>
                  <a:lnTo>
                    <a:pt x="261800" y="301420"/>
                  </a:lnTo>
                  <a:lnTo>
                    <a:pt x="266003" y="298197"/>
                  </a:lnTo>
                  <a:lnTo>
                    <a:pt x="270102" y="294842"/>
                  </a:lnTo>
                  <a:lnTo>
                    <a:pt x="274093" y="291359"/>
                  </a:lnTo>
                  <a:lnTo>
                    <a:pt x="277972" y="287752"/>
                  </a:lnTo>
                  <a:lnTo>
                    <a:pt x="281734" y="284023"/>
                  </a:lnTo>
                  <a:lnTo>
                    <a:pt x="285376" y="280178"/>
                  </a:lnTo>
                  <a:lnTo>
                    <a:pt x="288895" y="276218"/>
                  </a:lnTo>
                  <a:lnTo>
                    <a:pt x="292286" y="272149"/>
                  </a:lnTo>
                  <a:lnTo>
                    <a:pt x="295547" y="267975"/>
                  </a:lnTo>
                  <a:lnTo>
                    <a:pt x="298673" y="263700"/>
                  </a:lnTo>
                  <a:lnTo>
                    <a:pt x="301663" y="259327"/>
                  </a:lnTo>
                  <a:lnTo>
                    <a:pt x="304513" y="254863"/>
                  </a:lnTo>
                  <a:lnTo>
                    <a:pt x="307220" y="250310"/>
                  </a:lnTo>
                  <a:lnTo>
                    <a:pt x="309781" y="245673"/>
                  </a:lnTo>
                  <a:lnTo>
                    <a:pt x="312194" y="240958"/>
                  </a:lnTo>
                  <a:lnTo>
                    <a:pt x="314457" y="236169"/>
                  </a:lnTo>
                  <a:lnTo>
                    <a:pt x="316567" y="231310"/>
                  </a:lnTo>
                  <a:lnTo>
                    <a:pt x="318521" y="226387"/>
                  </a:lnTo>
                  <a:lnTo>
                    <a:pt x="320319" y="221405"/>
                  </a:lnTo>
                  <a:lnTo>
                    <a:pt x="321958" y="216368"/>
                  </a:lnTo>
                  <a:lnTo>
                    <a:pt x="323437" y="211282"/>
                  </a:lnTo>
                  <a:lnTo>
                    <a:pt x="324753" y="206151"/>
                  </a:lnTo>
                  <a:lnTo>
                    <a:pt x="325907" y="200981"/>
                  </a:lnTo>
                  <a:lnTo>
                    <a:pt x="326896" y="195778"/>
                  </a:lnTo>
                  <a:lnTo>
                    <a:pt x="327720" y="190545"/>
                  </a:lnTo>
                  <a:lnTo>
                    <a:pt x="328377" y="185289"/>
                  </a:lnTo>
                  <a:lnTo>
                    <a:pt x="328868" y="180015"/>
                  </a:lnTo>
                  <a:lnTo>
                    <a:pt x="329191" y="174728"/>
                  </a:lnTo>
                  <a:lnTo>
                    <a:pt x="329347" y="169434"/>
                  </a:lnTo>
                  <a:lnTo>
                    <a:pt x="329335" y="164137"/>
                  </a:lnTo>
                  <a:lnTo>
                    <a:pt x="329155" y="158843"/>
                  </a:lnTo>
                  <a:lnTo>
                    <a:pt x="328808" y="153558"/>
                  </a:lnTo>
                  <a:lnTo>
                    <a:pt x="328293" y="148286"/>
                  </a:lnTo>
                  <a:lnTo>
                    <a:pt x="327611" y="143033"/>
                  </a:lnTo>
                  <a:lnTo>
                    <a:pt x="326764" y="137805"/>
                  </a:lnTo>
                  <a:lnTo>
                    <a:pt x="325751" y="132606"/>
                  </a:lnTo>
                  <a:lnTo>
                    <a:pt x="324574" y="127441"/>
                  </a:lnTo>
                  <a:lnTo>
                    <a:pt x="323234" y="122317"/>
                  </a:lnTo>
                  <a:lnTo>
                    <a:pt x="321732" y="117237"/>
                  </a:lnTo>
                  <a:lnTo>
                    <a:pt x="320070" y="112208"/>
                  </a:lnTo>
                  <a:lnTo>
                    <a:pt x="318249" y="107234"/>
                  </a:lnTo>
                  <a:lnTo>
                    <a:pt x="316272" y="102320"/>
                  </a:lnTo>
                  <a:lnTo>
                    <a:pt x="314140" y="97471"/>
                  </a:lnTo>
                  <a:lnTo>
                    <a:pt x="311856" y="92692"/>
                  </a:lnTo>
                  <a:lnTo>
                    <a:pt x="309421" y="87988"/>
                  </a:lnTo>
                  <a:lnTo>
                    <a:pt x="306839" y="83363"/>
                  </a:lnTo>
                  <a:lnTo>
                    <a:pt x="304111" y="78822"/>
                  </a:lnTo>
                  <a:lnTo>
                    <a:pt x="301241" y="74371"/>
                  </a:lnTo>
                  <a:lnTo>
                    <a:pt x="298231" y="70012"/>
                  </a:lnTo>
                  <a:lnTo>
                    <a:pt x="295085" y="65751"/>
                  </a:lnTo>
                  <a:lnTo>
                    <a:pt x="291805" y="61592"/>
                  </a:lnTo>
                  <a:lnTo>
                    <a:pt x="288395" y="57538"/>
                  </a:lnTo>
                  <a:lnTo>
                    <a:pt x="284859" y="53595"/>
                  </a:lnTo>
                  <a:lnTo>
                    <a:pt x="281199" y="49766"/>
                  </a:lnTo>
                  <a:lnTo>
                    <a:pt x="277420" y="46055"/>
                  </a:lnTo>
                  <a:lnTo>
                    <a:pt x="273525" y="42465"/>
                  </a:lnTo>
                  <a:lnTo>
                    <a:pt x="269518" y="39000"/>
                  </a:lnTo>
                  <a:lnTo>
                    <a:pt x="265404" y="35664"/>
                  </a:lnTo>
                  <a:lnTo>
                    <a:pt x="261186" y="32461"/>
                  </a:lnTo>
                  <a:lnTo>
                    <a:pt x="256868" y="29392"/>
                  </a:lnTo>
                  <a:lnTo>
                    <a:pt x="252456" y="26462"/>
                  </a:lnTo>
                  <a:lnTo>
                    <a:pt x="247953" y="23673"/>
                  </a:lnTo>
                  <a:lnTo>
                    <a:pt x="243363" y="21028"/>
                  </a:lnTo>
                  <a:lnTo>
                    <a:pt x="238693" y="18530"/>
                  </a:lnTo>
                  <a:lnTo>
                    <a:pt x="233945" y="16181"/>
                  </a:lnTo>
                  <a:lnTo>
                    <a:pt x="229126" y="13983"/>
                  </a:lnTo>
                  <a:lnTo>
                    <a:pt x="224239" y="11940"/>
                  </a:lnTo>
                  <a:lnTo>
                    <a:pt x="219290" y="10052"/>
                  </a:lnTo>
                  <a:lnTo>
                    <a:pt x="214284" y="8322"/>
                  </a:lnTo>
                  <a:lnTo>
                    <a:pt x="209225" y="6751"/>
                  </a:lnTo>
                  <a:lnTo>
                    <a:pt x="204119" y="5342"/>
                  </a:lnTo>
                  <a:lnTo>
                    <a:pt x="198971" y="4095"/>
                  </a:lnTo>
                  <a:lnTo>
                    <a:pt x="193786" y="3012"/>
                  </a:lnTo>
                  <a:lnTo>
                    <a:pt x="188570" y="2093"/>
                  </a:lnTo>
                  <a:lnTo>
                    <a:pt x="183327" y="1340"/>
                  </a:lnTo>
                  <a:lnTo>
                    <a:pt x="178062" y="754"/>
                  </a:lnTo>
                  <a:lnTo>
                    <a:pt x="172782" y="335"/>
                  </a:lnTo>
                  <a:lnTo>
                    <a:pt x="167491" y="83"/>
                  </a:lnTo>
                  <a:lnTo>
                    <a:pt x="162195" y="0"/>
                  </a:lnTo>
                  <a:lnTo>
                    <a:pt x="16219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4604" y="5018213"/>
              <a:ext cx="4116" cy="167167"/>
            </a:xfrm>
            <a:custGeom>
              <a:avLst/>
              <a:pathLst>
                <a:path w="4116" h="167167">
                  <a:moveTo>
                    <a:pt x="4116" y="0"/>
                  </a:moveTo>
                  <a:lnTo>
                    <a:pt x="0" y="50"/>
                  </a:lnTo>
                  <a:lnTo>
                    <a:pt x="411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321554" y="5018264"/>
              <a:ext cx="334326" cy="334271"/>
            </a:xfrm>
            <a:custGeom>
              <a:avLst/>
              <a:pathLst>
                <a:path w="334326" h="334271">
                  <a:moveTo>
                    <a:pt x="163050" y="0"/>
                  </a:moveTo>
                  <a:lnTo>
                    <a:pt x="157771" y="213"/>
                  </a:lnTo>
                  <a:lnTo>
                    <a:pt x="152501" y="593"/>
                  </a:lnTo>
                  <a:lnTo>
                    <a:pt x="147245" y="1140"/>
                  </a:lnTo>
                  <a:lnTo>
                    <a:pt x="142010" y="1853"/>
                  </a:lnTo>
                  <a:lnTo>
                    <a:pt x="136800" y="2730"/>
                  </a:lnTo>
                  <a:lnTo>
                    <a:pt x="131620" y="3772"/>
                  </a:lnTo>
                  <a:lnTo>
                    <a:pt x="126475" y="4977"/>
                  </a:lnTo>
                  <a:lnTo>
                    <a:pt x="121371" y="6344"/>
                  </a:lnTo>
                  <a:lnTo>
                    <a:pt x="116313" y="7871"/>
                  </a:lnTo>
                  <a:lnTo>
                    <a:pt x="111306" y="9558"/>
                  </a:lnTo>
                  <a:lnTo>
                    <a:pt x="106354" y="11402"/>
                  </a:lnTo>
                  <a:lnTo>
                    <a:pt x="101464" y="13402"/>
                  </a:lnTo>
                  <a:lnTo>
                    <a:pt x="96639" y="15555"/>
                  </a:lnTo>
                  <a:lnTo>
                    <a:pt x="91884" y="17860"/>
                  </a:lnTo>
                  <a:lnTo>
                    <a:pt x="87205" y="20313"/>
                  </a:lnTo>
                  <a:lnTo>
                    <a:pt x="82605" y="22914"/>
                  </a:lnTo>
                  <a:lnTo>
                    <a:pt x="78090" y="25658"/>
                  </a:lnTo>
                  <a:lnTo>
                    <a:pt x="73664" y="28544"/>
                  </a:lnTo>
                  <a:lnTo>
                    <a:pt x="69331" y="31568"/>
                  </a:lnTo>
                  <a:lnTo>
                    <a:pt x="65097" y="34728"/>
                  </a:lnTo>
                  <a:lnTo>
                    <a:pt x="60964" y="38020"/>
                  </a:lnTo>
                  <a:lnTo>
                    <a:pt x="56937" y="41441"/>
                  </a:lnTo>
                  <a:lnTo>
                    <a:pt x="53020" y="44987"/>
                  </a:lnTo>
                  <a:lnTo>
                    <a:pt x="49217" y="48655"/>
                  </a:lnTo>
                  <a:lnTo>
                    <a:pt x="45533" y="52442"/>
                  </a:lnTo>
                  <a:lnTo>
                    <a:pt x="41969" y="56343"/>
                  </a:lnTo>
                  <a:lnTo>
                    <a:pt x="38531" y="60355"/>
                  </a:lnTo>
                  <a:lnTo>
                    <a:pt x="35221" y="64474"/>
                  </a:lnTo>
                  <a:lnTo>
                    <a:pt x="32043" y="68695"/>
                  </a:lnTo>
                  <a:lnTo>
                    <a:pt x="29000" y="73015"/>
                  </a:lnTo>
                  <a:lnTo>
                    <a:pt x="26095" y="77428"/>
                  </a:lnTo>
                  <a:lnTo>
                    <a:pt x="23331" y="81931"/>
                  </a:lnTo>
                  <a:lnTo>
                    <a:pt x="20711" y="86520"/>
                  </a:lnTo>
                  <a:lnTo>
                    <a:pt x="18237" y="91188"/>
                  </a:lnTo>
                  <a:lnTo>
                    <a:pt x="15912" y="95933"/>
                  </a:lnTo>
                  <a:lnTo>
                    <a:pt x="13738" y="100749"/>
                  </a:lnTo>
                  <a:lnTo>
                    <a:pt x="11717" y="105631"/>
                  </a:lnTo>
                  <a:lnTo>
                    <a:pt x="9852" y="110574"/>
                  </a:lnTo>
                  <a:lnTo>
                    <a:pt x="8143" y="115574"/>
                  </a:lnTo>
                  <a:lnTo>
                    <a:pt x="6594" y="120625"/>
                  </a:lnTo>
                  <a:lnTo>
                    <a:pt x="5205" y="125723"/>
                  </a:lnTo>
                  <a:lnTo>
                    <a:pt x="3977" y="130862"/>
                  </a:lnTo>
                  <a:lnTo>
                    <a:pt x="2913" y="136038"/>
                  </a:lnTo>
                  <a:lnTo>
                    <a:pt x="2013" y="141244"/>
                  </a:lnTo>
                  <a:lnTo>
                    <a:pt x="1278" y="146477"/>
                  </a:lnTo>
                  <a:lnTo>
                    <a:pt x="709" y="151730"/>
                  </a:lnTo>
                  <a:lnTo>
                    <a:pt x="305" y="156998"/>
                  </a:lnTo>
                  <a:lnTo>
                    <a:pt x="69" y="162276"/>
                  </a:lnTo>
                  <a:lnTo>
                    <a:pt x="0" y="167560"/>
                  </a:lnTo>
                  <a:lnTo>
                    <a:pt x="97" y="172842"/>
                  </a:lnTo>
                  <a:lnTo>
                    <a:pt x="361" y="178119"/>
                  </a:lnTo>
                  <a:lnTo>
                    <a:pt x="792" y="183386"/>
                  </a:lnTo>
                  <a:lnTo>
                    <a:pt x="1390" y="188635"/>
                  </a:lnTo>
                  <a:lnTo>
                    <a:pt x="2153" y="193864"/>
                  </a:lnTo>
                  <a:lnTo>
                    <a:pt x="3080" y="199065"/>
                  </a:lnTo>
                  <a:lnTo>
                    <a:pt x="4172" y="204235"/>
                  </a:lnTo>
                  <a:lnTo>
                    <a:pt x="5427" y="209368"/>
                  </a:lnTo>
                  <a:lnTo>
                    <a:pt x="6843" y="214458"/>
                  </a:lnTo>
                  <a:lnTo>
                    <a:pt x="8419" y="219501"/>
                  </a:lnTo>
                  <a:lnTo>
                    <a:pt x="10154" y="224492"/>
                  </a:lnTo>
                  <a:lnTo>
                    <a:pt x="12045" y="229426"/>
                  </a:lnTo>
                  <a:lnTo>
                    <a:pt x="14092" y="234297"/>
                  </a:lnTo>
                  <a:lnTo>
                    <a:pt x="16292" y="239101"/>
                  </a:lnTo>
                  <a:lnTo>
                    <a:pt x="18642" y="243833"/>
                  </a:lnTo>
                  <a:lnTo>
                    <a:pt x="21141" y="248489"/>
                  </a:lnTo>
                  <a:lnTo>
                    <a:pt x="23785" y="253063"/>
                  </a:lnTo>
                  <a:lnTo>
                    <a:pt x="26573" y="257551"/>
                  </a:lnTo>
                  <a:lnTo>
                    <a:pt x="29501" y="261949"/>
                  </a:lnTo>
                  <a:lnTo>
                    <a:pt x="32567" y="266253"/>
                  </a:lnTo>
                  <a:lnTo>
                    <a:pt x="35767" y="270457"/>
                  </a:lnTo>
                  <a:lnTo>
                    <a:pt x="39099" y="274558"/>
                  </a:lnTo>
                  <a:lnTo>
                    <a:pt x="42558" y="278552"/>
                  </a:lnTo>
                  <a:lnTo>
                    <a:pt x="46142" y="282434"/>
                  </a:lnTo>
                  <a:lnTo>
                    <a:pt x="49847" y="286201"/>
                  </a:lnTo>
                  <a:lnTo>
                    <a:pt x="53669" y="289849"/>
                  </a:lnTo>
                  <a:lnTo>
                    <a:pt x="57605" y="293375"/>
                  </a:lnTo>
                  <a:lnTo>
                    <a:pt x="61650" y="296774"/>
                  </a:lnTo>
                  <a:lnTo>
                    <a:pt x="65800" y="300044"/>
                  </a:lnTo>
                  <a:lnTo>
                    <a:pt x="70052" y="303181"/>
                  </a:lnTo>
                  <a:lnTo>
                    <a:pt x="74400" y="306182"/>
                  </a:lnTo>
                  <a:lnTo>
                    <a:pt x="78842" y="309045"/>
                  </a:lnTo>
                  <a:lnTo>
                    <a:pt x="83371" y="311765"/>
                  </a:lnTo>
                  <a:lnTo>
                    <a:pt x="87984" y="314341"/>
                  </a:lnTo>
                  <a:lnTo>
                    <a:pt x="92677" y="316770"/>
                  </a:lnTo>
                  <a:lnTo>
                    <a:pt x="97444" y="319049"/>
                  </a:lnTo>
                  <a:lnTo>
                    <a:pt x="102280" y="321177"/>
                  </a:lnTo>
                  <a:lnTo>
                    <a:pt x="107181" y="323151"/>
                  </a:lnTo>
                  <a:lnTo>
                    <a:pt x="112142" y="324968"/>
                  </a:lnTo>
                  <a:lnTo>
                    <a:pt x="117159" y="326629"/>
                  </a:lnTo>
                  <a:lnTo>
                    <a:pt x="122225" y="328129"/>
                  </a:lnTo>
                  <a:lnTo>
                    <a:pt x="127336" y="329469"/>
                  </a:lnTo>
                  <a:lnTo>
                    <a:pt x="132486" y="330647"/>
                  </a:lnTo>
                  <a:lnTo>
                    <a:pt x="137672" y="331661"/>
                  </a:lnTo>
                  <a:lnTo>
                    <a:pt x="142887" y="332511"/>
                  </a:lnTo>
                  <a:lnTo>
                    <a:pt x="148126" y="333196"/>
                  </a:lnTo>
                  <a:lnTo>
                    <a:pt x="153384" y="333715"/>
                  </a:lnTo>
                  <a:lnTo>
                    <a:pt x="158656" y="334067"/>
                  </a:lnTo>
                  <a:lnTo>
                    <a:pt x="163936" y="334252"/>
                  </a:lnTo>
                  <a:lnTo>
                    <a:pt x="169220" y="334271"/>
                  </a:lnTo>
                  <a:lnTo>
                    <a:pt x="174502" y="334123"/>
                  </a:lnTo>
                  <a:lnTo>
                    <a:pt x="179776" y="333807"/>
                  </a:lnTo>
                  <a:lnTo>
                    <a:pt x="185038" y="333326"/>
                  </a:lnTo>
                  <a:lnTo>
                    <a:pt x="190282" y="332678"/>
                  </a:lnTo>
                  <a:lnTo>
                    <a:pt x="195502" y="331865"/>
                  </a:lnTo>
                  <a:lnTo>
                    <a:pt x="200695" y="330887"/>
                  </a:lnTo>
                  <a:lnTo>
                    <a:pt x="205854" y="329745"/>
                  </a:lnTo>
                  <a:lnTo>
                    <a:pt x="210974" y="328442"/>
                  </a:lnTo>
                  <a:lnTo>
                    <a:pt x="216051" y="326976"/>
                  </a:lnTo>
                  <a:lnTo>
                    <a:pt x="221078" y="325352"/>
                  </a:lnTo>
                  <a:lnTo>
                    <a:pt x="226052" y="323569"/>
                  </a:lnTo>
                  <a:lnTo>
                    <a:pt x="230967" y="321630"/>
                  </a:lnTo>
                  <a:lnTo>
                    <a:pt x="235818" y="319536"/>
                  </a:lnTo>
                  <a:lnTo>
                    <a:pt x="240601" y="317290"/>
                  </a:lnTo>
                  <a:lnTo>
                    <a:pt x="245310" y="314895"/>
                  </a:lnTo>
                  <a:lnTo>
                    <a:pt x="249942" y="312351"/>
                  </a:lnTo>
                  <a:lnTo>
                    <a:pt x="254490" y="309663"/>
                  </a:lnTo>
                  <a:lnTo>
                    <a:pt x="258952" y="306832"/>
                  </a:lnTo>
                  <a:lnTo>
                    <a:pt x="263321" y="303861"/>
                  </a:lnTo>
                  <a:lnTo>
                    <a:pt x="267595" y="300754"/>
                  </a:lnTo>
                  <a:lnTo>
                    <a:pt x="271768" y="297513"/>
                  </a:lnTo>
                  <a:lnTo>
                    <a:pt x="275837" y="294143"/>
                  </a:lnTo>
                  <a:lnTo>
                    <a:pt x="279797" y="290645"/>
                  </a:lnTo>
                  <a:lnTo>
                    <a:pt x="283645" y="287024"/>
                  </a:lnTo>
                  <a:lnTo>
                    <a:pt x="287376" y="283283"/>
                  </a:lnTo>
                  <a:lnTo>
                    <a:pt x="290987" y="279426"/>
                  </a:lnTo>
                  <a:lnTo>
                    <a:pt x="294475" y="275456"/>
                  </a:lnTo>
                  <a:lnTo>
                    <a:pt x="297835" y="271379"/>
                  </a:lnTo>
                  <a:lnTo>
                    <a:pt x="301065" y="267197"/>
                  </a:lnTo>
                  <a:lnTo>
                    <a:pt x="304161" y="262916"/>
                  </a:lnTo>
                  <a:lnTo>
                    <a:pt x="307120" y="258538"/>
                  </a:lnTo>
                  <a:lnTo>
                    <a:pt x="309939" y="254070"/>
                  </a:lnTo>
                  <a:lnTo>
                    <a:pt x="312616" y="249514"/>
                  </a:lnTo>
                  <a:lnTo>
                    <a:pt x="315147" y="244876"/>
                  </a:lnTo>
                  <a:lnTo>
                    <a:pt x="317531" y="240161"/>
                  </a:lnTo>
                  <a:lnTo>
                    <a:pt x="319764" y="235372"/>
                  </a:lnTo>
                  <a:lnTo>
                    <a:pt x="321845" y="230515"/>
                  </a:lnTo>
                  <a:lnTo>
                    <a:pt x="323771" y="225595"/>
                  </a:lnTo>
                  <a:lnTo>
                    <a:pt x="325541" y="220617"/>
                  </a:lnTo>
                  <a:lnTo>
                    <a:pt x="327153" y="215585"/>
                  </a:lnTo>
                  <a:lnTo>
                    <a:pt x="328605" y="210505"/>
                  </a:lnTo>
                  <a:lnTo>
                    <a:pt x="329895" y="205381"/>
                  </a:lnTo>
                  <a:lnTo>
                    <a:pt x="331023" y="200219"/>
                  </a:lnTo>
                  <a:lnTo>
                    <a:pt x="331988" y="195024"/>
                  </a:lnTo>
                  <a:lnTo>
                    <a:pt x="332787" y="189801"/>
                  </a:lnTo>
                  <a:lnTo>
                    <a:pt x="333422" y="184556"/>
                  </a:lnTo>
                  <a:lnTo>
                    <a:pt x="333890" y="179293"/>
                  </a:lnTo>
                  <a:lnTo>
                    <a:pt x="334191" y="174018"/>
                  </a:lnTo>
                  <a:lnTo>
                    <a:pt x="334326" y="168736"/>
                  </a:lnTo>
                  <a:lnTo>
                    <a:pt x="334294" y="163452"/>
                  </a:lnTo>
                  <a:lnTo>
                    <a:pt x="334094" y="158172"/>
                  </a:lnTo>
                  <a:lnTo>
                    <a:pt x="333728" y="152901"/>
                  </a:lnTo>
                  <a:lnTo>
                    <a:pt x="333196" y="147644"/>
                  </a:lnTo>
                  <a:lnTo>
                    <a:pt x="332498" y="142407"/>
                  </a:lnTo>
                  <a:lnTo>
                    <a:pt x="331634" y="137194"/>
                  </a:lnTo>
                  <a:lnTo>
                    <a:pt x="330606" y="132012"/>
                  </a:lnTo>
                  <a:lnTo>
                    <a:pt x="329415" y="126864"/>
                  </a:lnTo>
                  <a:lnTo>
                    <a:pt x="328062" y="121756"/>
                  </a:lnTo>
                  <a:lnTo>
                    <a:pt x="326548" y="116694"/>
                  </a:lnTo>
                  <a:lnTo>
                    <a:pt x="324875" y="111682"/>
                  </a:lnTo>
                  <a:lnTo>
                    <a:pt x="323044" y="106726"/>
                  </a:lnTo>
                  <a:lnTo>
                    <a:pt x="321058" y="101830"/>
                  </a:lnTo>
                  <a:lnTo>
                    <a:pt x="318918" y="96999"/>
                  </a:lnTo>
                  <a:lnTo>
                    <a:pt x="316626" y="92238"/>
                  </a:lnTo>
                  <a:lnTo>
                    <a:pt x="314185" y="87552"/>
                  </a:lnTo>
                  <a:lnTo>
                    <a:pt x="311597" y="82945"/>
                  </a:lnTo>
                  <a:lnTo>
                    <a:pt x="308865" y="78423"/>
                  </a:lnTo>
                  <a:lnTo>
                    <a:pt x="305991" y="73989"/>
                  </a:lnTo>
                  <a:lnTo>
                    <a:pt x="302979" y="69648"/>
                  </a:lnTo>
                  <a:lnTo>
                    <a:pt x="299830" y="65405"/>
                  </a:lnTo>
                  <a:lnTo>
                    <a:pt x="296550" y="61263"/>
                  </a:lnTo>
                  <a:lnTo>
                    <a:pt x="293140" y="57227"/>
                  </a:lnTo>
                  <a:lnTo>
                    <a:pt x="289604" y="53301"/>
                  </a:lnTo>
                  <a:lnTo>
                    <a:pt x="285946" y="49488"/>
                  </a:lnTo>
                  <a:lnTo>
                    <a:pt x="282169" y="45793"/>
                  </a:lnTo>
                  <a:lnTo>
                    <a:pt x="278277" y="42219"/>
                  </a:lnTo>
                  <a:lnTo>
                    <a:pt x="274275" y="38770"/>
                  </a:lnTo>
                  <a:lnTo>
                    <a:pt x="270165" y="35449"/>
                  </a:lnTo>
                  <a:lnTo>
                    <a:pt x="265953" y="32260"/>
                  </a:lnTo>
                  <a:lnTo>
                    <a:pt x="261641" y="29205"/>
                  </a:lnTo>
                  <a:lnTo>
                    <a:pt x="257236" y="26288"/>
                  </a:lnTo>
                  <a:lnTo>
                    <a:pt x="252740" y="23512"/>
                  </a:lnTo>
                  <a:lnTo>
                    <a:pt x="248159" y="20880"/>
                  </a:lnTo>
                  <a:lnTo>
                    <a:pt x="243497" y="18393"/>
                  </a:lnTo>
                  <a:lnTo>
                    <a:pt x="238759" y="16055"/>
                  </a:lnTo>
                  <a:lnTo>
                    <a:pt x="233949" y="13868"/>
                  </a:lnTo>
                  <a:lnTo>
                    <a:pt x="229072" y="11834"/>
                  </a:lnTo>
                  <a:lnTo>
                    <a:pt x="224134" y="9955"/>
                  </a:lnTo>
                  <a:lnTo>
                    <a:pt x="219139" y="8233"/>
                  </a:lnTo>
                  <a:lnTo>
                    <a:pt x="214091" y="6670"/>
                  </a:lnTo>
                  <a:lnTo>
                    <a:pt x="208997" y="5267"/>
                  </a:lnTo>
                  <a:lnTo>
                    <a:pt x="203862" y="4026"/>
                  </a:lnTo>
                  <a:lnTo>
                    <a:pt x="198689" y="2948"/>
                  </a:lnTo>
                  <a:lnTo>
                    <a:pt x="193485" y="2034"/>
                  </a:lnTo>
                  <a:lnTo>
                    <a:pt x="188255" y="1284"/>
                  </a:lnTo>
                  <a:lnTo>
                    <a:pt x="183003" y="701"/>
                  </a:lnTo>
                  <a:lnTo>
                    <a:pt x="177736" y="283"/>
                  </a:lnTo>
                  <a:lnTo>
                    <a:pt x="172458" y="33"/>
                  </a:lnTo>
                  <a:lnTo>
                    <a:pt x="167166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797348" y="5269756"/>
              <a:ext cx="167152" cy="218377"/>
            </a:xfrm>
            <a:custGeom>
              <a:avLst/>
              <a:pathLst>
                <a:path w="167152" h="218377">
                  <a:moveTo>
                    <a:pt x="167152" y="0"/>
                  </a:moveTo>
                  <a:lnTo>
                    <a:pt x="161729" y="88"/>
                  </a:lnTo>
                  <a:lnTo>
                    <a:pt x="156311" y="351"/>
                  </a:lnTo>
                  <a:lnTo>
                    <a:pt x="150904" y="791"/>
                  </a:lnTo>
                  <a:lnTo>
                    <a:pt x="145515" y="1406"/>
                  </a:lnTo>
                  <a:lnTo>
                    <a:pt x="140148" y="2195"/>
                  </a:lnTo>
                  <a:lnTo>
                    <a:pt x="134810" y="3158"/>
                  </a:lnTo>
                  <a:lnTo>
                    <a:pt x="129505" y="4294"/>
                  </a:lnTo>
                  <a:lnTo>
                    <a:pt x="124241" y="5601"/>
                  </a:lnTo>
                  <a:lnTo>
                    <a:pt x="119021" y="7078"/>
                  </a:lnTo>
                  <a:lnTo>
                    <a:pt x="113853" y="8724"/>
                  </a:lnTo>
                  <a:lnTo>
                    <a:pt x="108740" y="10537"/>
                  </a:lnTo>
                  <a:lnTo>
                    <a:pt x="103689" y="12515"/>
                  </a:lnTo>
                  <a:lnTo>
                    <a:pt x="98705" y="14655"/>
                  </a:lnTo>
                  <a:lnTo>
                    <a:pt x="93792" y="16956"/>
                  </a:lnTo>
                  <a:lnTo>
                    <a:pt x="88957" y="19416"/>
                  </a:lnTo>
                  <a:lnTo>
                    <a:pt x="84205" y="22030"/>
                  </a:lnTo>
                  <a:lnTo>
                    <a:pt x="79539" y="24798"/>
                  </a:lnTo>
                  <a:lnTo>
                    <a:pt x="74966" y="27716"/>
                  </a:lnTo>
                  <a:lnTo>
                    <a:pt x="70490" y="30780"/>
                  </a:lnTo>
                  <a:lnTo>
                    <a:pt x="66116" y="33988"/>
                  </a:lnTo>
                  <a:lnTo>
                    <a:pt x="61848" y="37336"/>
                  </a:lnTo>
                  <a:lnTo>
                    <a:pt x="57692" y="40821"/>
                  </a:lnTo>
                  <a:lnTo>
                    <a:pt x="53650" y="44439"/>
                  </a:lnTo>
                  <a:lnTo>
                    <a:pt x="49728" y="48186"/>
                  </a:lnTo>
                  <a:lnTo>
                    <a:pt x="45929" y="52059"/>
                  </a:lnTo>
                  <a:lnTo>
                    <a:pt x="42258" y="56053"/>
                  </a:lnTo>
                  <a:lnTo>
                    <a:pt x="38719" y="60163"/>
                  </a:lnTo>
                  <a:lnTo>
                    <a:pt x="35315" y="64387"/>
                  </a:lnTo>
                  <a:lnTo>
                    <a:pt x="32050" y="68718"/>
                  </a:lnTo>
                  <a:lnTo>
                    <a:pt x="28927" y="73153"/>
                  </a:lnTo>
                  <a:lnTo>
                    <a:pt x="25949" y="77688"/>
                  </a:lnTo>
                  <a:lnTo>
                    <a:pt x="23120" y="82316"/>
                  </a:lnTo>
                  <a:lnTo>
                    <a:pt x="20443" y="87034"/>
                  </a:lnTo>
                  <a:lnTo>
                    <a:pt x="17920" y="91836"/>
                  </a:lnTo>
                  <a:lnTo>
                    <a:pt x="15555" y="96718"/>
                  </a:lnTo>
                  <a:lnTo>
                    <a:pt x="13349" y="101673"/>
                  </a:lnTo>
                  <a:lnTo>
                    <a:pt x="11305" y="106698"/>
                  </a:lnTo>
                  <a:lnTo>
                    <a:pt x="9425" y="111786"/>
                  </a:lnTo>
                  <a:lnTo>
                    <a:pt x="7711" y="116933"/>
                  </a:lnTo>
                  <a:lnTo>
                    <a:pt x="6165" y="122132"/>
                  </a:lnTo>
                  <a:lnTo>
                    <a:pt x="4789" y="127379"/>
                  </a:lnTo>
                  <a:lnTo>
                    <a:pt x="3584" y="132668"/>
                  </a:lnTo>
                  <a:lnTo>
                    <a:pt x="2550" y="137993"/>
                  </a:lnTo>
                  <a:lnTo>
                    <a:pt x="1690" y="143349"/>
                  </a:lnTo>
                  <a:lnTo>
                    <a:pt x="1005" y="148730"/>
                  </a:lnTo>
                  <a:lnTo>
                    <a:pt x="494" y="154130"/>
                  </a:lnTo>
                  <a:lnTo>
                    <a:pt x="159" y="159545"/>
                  </a:lnTo>
                  <a:lnTo>
                    <a:pt x="0" y="164967"/>
                  </a:lnTo>
                  <a:lnTo>
                    <a:pt x="16" y="170391"/>
                  </a:lnTo>
                  <a:lnTo>
                    <a:pt x="209" y="175812"/>
                  </a:lnTo>
                  <a:lnTo>
                    <a:pt x="577" y="181224"/>
                  </a:lnTo>
                  <a:lnTo>
                    <a:pt x="1121" y="186621"/>
                  </a:lnTo>
                  <a:lnTo>
                    <a:pt x="1839" y="191998"/>
                  </a:lnTo>
                  <a:lnTo>
                    <a:pt x="2732" y="197348"/>
                  </a:lnTo>
                  <a:lnTo>
                    <a:pt x="3798" y="202667"/>
                  </a:lnTo>
                  <a:lnTo>
                    <a:pt x="5036" y="207949"/>
                  </a:lnTo>
                  <a:lnTo>
                    <a:pt x="6444" y="213187"/>
                  </a:lnTo>
                  <a:lnTo>
                    <a:pt x="8022" y="21837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805371" y="5269756"/>
              <a:ext cx="326285" cy="334330"/>
            </a:xfrm>
            <a:custGeom>
              <a:avLst/>
              <a:pathLst>
                <a:path w="326285" h="334330">
                  <a:moveTo>
                    <a:pt x="0" y="218377"/>
                  </a:moveTo>
                  <a:lnTo>
                    <a:pt x="1700" y="223389"/>
                  </a:lnTo>
                  <a:lnTo>
                    <a:pt x="3559" y="228344"/>
                  </a:lnTo>
                  <a:lnTo>
                    <a:pt x="5574" y="233239"/>
                  </a:lnTo>
                  <a:lnTo>
                    <a:pt x="7742" y="238067"/>
                  </a:lnTo>
                  <a:lnTo>
                    <a:pt x="10063" y="242823"/>
                  </a:lnTo>
                  <a:lnTo>
                    <a:pt x="12532" y="247505"/>
                  </a:lnTo>
                  <a:lnTo>
                    <a:pt x="15149" y="252105"/>
                  </a:lnTo>
                  <a:lnTo>
                    <a:pt x="17910" y="256621"/>
                  </a:lnTo>
                  <a:lnTo>
                    <a:pt x="20813" y="261046"/>
                  </a:lnTo>
                  <a:lnTo>
                    <a:pt x="23854" y="265378"/>
                  </a:lnTo>
                  <a:lnTo>
                    <a:pt x="27031" y="269611"/>
                  </a:lnTo>
                  <a:lnTo>
                    <a:pt x="30340" y="273742"/>
                  </a:lnTo>
                  <a:lnTo>
                    <a:pt x="33779" y="277765"/>
                  </a:lnTo>
                  <a:lnTo>
                    <a:pt x="37343" y="281678"/>
                  </a:lnTo>
                  <a:lnTo>
                    <a:pt x="41029" y="285476"/>
                  </a:lnTo>
                  <a:lnTo>
                    <a:pt x="44833" y="289156"/>
                  </a:lnTo>
                  <a:lnTo>
                    <a:pt x="48752" y="292713"/>
                  </a:lnTo>
                  <a:lnTo>
                    <a:pt x="52782" y="296144"/>
                  </a:lnTo>
                  <a:lnTo>
                    <a:pt x="56918" y="299446"/>
                  </a:lnTo>
                  <a:lnTo>
                    <a:pt x="61157" y="302615"/>
                  </a:lnTo>
                  <a:lnTo>
                    <a:pt x="65494" y="305649"/>
                  </a:lnTo>
                  <a:lnTo>
                    <a:pt x="69925" y="308544"/>
                  </a:lnTo>
                  <a:lnTo>
                    <a:pt x="74445" y="311297"/>
                  </a:lnTo>
                  <a:lnTo>
                    <a:pt x="79050" y="313906"/>
                  </a:lnTo>
                  <a:lnTo>
                    <a:pt x="83736" y="316367"/>
                  </a:lnTo>
                  <a:lnTo>
                    <a:pt x="88497" y="318679"/>
                  </a:lnTo>
                  <a:lnTo>
                    <a:pt x="93329" y="320839"/>
                  </a:lnTo>
                  <a:lnTo>
                    <a:pt x="98226" y="322845"/>
                  </a:lnTo>
                  <a:lnTo>
                    <a:pt x="103185" y="324695"/>
                  </a:lnTo>
                  <a:lnTo>
                    <a:pt x="108200" y="326387"/>
                  </a:lnTo>
                  <a:lnTo>
                    <a:pt x="113266" y="327920"/>
                  </a:lnTo>
                  <a:lnTo>
                    <a:pt x="118378" y="329291"/>
                  </a:lnTo>
                  <a:lnTo>
                    <a:pt x="123531" y="330500"/>
                  </a:lnTo>
                  <a:lnTo>
                    <a:pt x="128719" y="331545"/>
                  </a:lnTo>
                  <a:lnTo>
                    <a:pt x="133938" y="332425"/>
                  </a:lnTo>
                  <a:lnTo>
                    <a:pt x="139182" y="333140"/>
                  </a:lnTo>
                  <a:lnTo>
                    <a:pt x="144446" y="333688"/>
                  </a:lnTo>
                  <a:lnTo>
                    <a:pt x="149725" y="334070"/>
                  </a:lnTo>
                  <a:lnTo>
                    <a:pt x="155014" y="334284"/>
                  </a:lnTo>
                  <a:lnTo>
                    <a:pt x="160306" y="334330"/>
                  </a:lnTo>
                  <a:lnTo>
                    <a:pt x="165597" y="334209"/>
                  </a:lnTo>
                  <a:lnTo>
                    <a:pt x="170882" y="333921"/>
                  </a:lnTo>
                  <a:lnTo>
                    <a:pt x="176155" y="333465"/>
                  </a:lnTo>
                  <a:lnTo>
                    <a:pt x="181411" y="332843"/>
                  </a:lnTo>
                  <a:lnTo>
                    <a:pt x="186645" y="332054"/>
                  </a:lnTo>
                  <a:lnTo>
                    <a:pt x="191851" y="331101"/>
                  </a:lnTo>
                  <a:lnTo>
                    <a:pt x="197024" y="329983"/>
                  </a:lnTo>
                  <a:lnTo>
                    <a:pt x="202159" y="328702"/>
                  </a:lnTo>
                  <a:lnTo>
                    <a:pt x="207251" y="327258"/>
                  </a:lnTo>
                  <a:lnTo>
                    <a:pt x="212295" y="325655"/>
                  </a:lnTo>
                  <a:lnTo>
                    <a:pt x="217286" y="323892"/>
                  </a:lnTo>
                  <a:lnTo>
                    <a:pt x="222218" y="321973"/>
                  </a:lnTo>
                  <a:lnTo>
                    <a:pt x="227087" y="319898"/>
                  </a:lnTo>
                  <a:lnTo>
                    <a:pt x="231888" y="317670"/>
                  </a:lnTo>
                  <a:lnTo>
                    <a:pt x="236616" y="315291"/>
                  </a:lnTo>
                  <a:lnTo>
                    <a:pt x="241266" y="312764"/>
                  </a:lnTo>
                  <a:lnTo>
                    <a:pt x="245834" y="310091"/>
                  </a:lnTo>
                  <a:lnTo>
                    <a:pt x="250316" y="307275"/>
                  </a:lnTo>
                  <a:lnTo>
                    <a:pt x="254705" y="304318"/>
                  </a:lnTo>
                  <a:lnTo>
                    <a:pt x="258999" y="301223"/>
                  </a:lnTo>
                  <a:lnTo>
                    <a:pt x="263193" y="297995"/>
                  </a:lnTo>
                  <a:lnTo>
                    <a:pt x="267282" y="294635"/>
                  </a:lnTo>
                  <a:lnTo>
                    <a:pt x="271263" y="291147"/>
                  </a:lnTo>
                  <a:lnTo>
                    <a:pt x="275132" y="287535"/>
                  </a:lnTo>
                  <a:lnTo>
                    <a:pt x="278884" y="283803"/>
                  </a:lnTo>
                  <a:lnTo>
                    <a:pt x="282517" y="279953"/>
                  </a:lnTo>
                  <a:lnTo>
                    <a:pt x="286025" y="275990"/>
                  </a:lnTo>
                  <a:lnTo>
                    <a:pt x="289407" y="271919"/>
                  </a:lnTo>
                  <a:lnTo>
                    <a:pt x="292657" y="267742"/>
                  </a:lnTo>
                  <a:lnTo>
                    <a:pt x="295774" y="263465"/>
                  </a:lnTo>
                  <a:lnTo>
                    <a:pt x="298754" y="259091"/>
                  </a:lnTo>
                  <a:lnTo>
                    <a:pt x="301594" y="254624"/>
                  </a:lnTo>
                  <a:lnTo>
                    <a:pt x="304292" y="250071"/>
                  </a:lnTo>
                  <a:lnTo>
                    <a:pt x="306843" y="245434"/>
                  </a:lnTo>
                  <a:lnTo>
                    <a:pt x="309247" y="240718"/>
                  </a:lnTo>
                  <a:lnTo>
                    <a:pt x="311500" y="235929"/>
                  </a:lnTo>
                  <a:lnTo>
                    <a:pt x="313601" y="231071"/>
                  </a:lnTo>
                  <a:lnTo>
                    <a:pt x="315546" y="226149"/>
                  </a:lnTo>
                  <a:lnTo>
                    <a:pt x="317335" y="221168"/>
                  </a:lnTo>
                  <a:lnTo>
                    <a:pt x="318965" y="216133"/>
                  </a:lnTo>
                  <a:lnTo>
                    <a:pt x="320435" y="211048"/>
                  </a:lnTo>
                  <a:lnTo>
                    <a:pt x="321744" y="205920"/>
                  </a:lnTo>
                  <a:lnTo>
                    <a:pt x="322889" y="200752"/>
                  </a:lnTo>
                  <a:lnTo>
                    <a:pt x="323870" y="195552"/>
                  </a:lnTo>
                  <a:lnTo>
                    <a:pt x="324686" y="190322"/>
                  </a:lnTo>
                  <a:lnTo>
                    <a:pt x="325336" y="185070"/>
                  </a:lnTo>
                  <a:lnTo>
                    <a:pt x="325819" y="179799"/>
                  </a:lnTo>
                  <a:lnTo>
                    <a:pt x="326136" y="174516"/>
                  </a:lnTo>
                  <a:lnTo>
                    <a:pt x="326285" y="169225"/>
                  </a:lnTo>
                  <a:lnTo>
                    <a:pt x="326266" y="163933"/>
                  </a:lnTo>
                  <a:lnTo>
                    <a:pt x="326080" y="158643"/>
                  </a:lnTo>
                  <a:lnTo>
                    <a:pt x="325726" y="153362"/>
                  </a:lnTo>
                  <a:lnTo>
                    <a:pt x="325206" y="148095"/>
                  </a:lnTo>
                  <a:lnTo>
                    <a:pt x="324519" y="142847"/>
                  </a:lnTo>
                  <a:lnTo>
                    <a:pt x="323666" y="137624"/>
                  </a:lnTo>
                  <a:lnTo>
                    <a:pt x="322648" y="132430"/>
                  </a:lnTo>
                  <a:lnTo>
                    <a:pt x="321467" y="127271"/>
                  </a:lnTo>
                  <a:lnTo>
                    <a:pt x="320122" y="122152"/>
                  </a:lnTo>
                  <a:lnTo>
                    <a:pt x="318617" y="117078"/>
                  </a:lnTo>
                  <a:lnTo>
                    <a:pt x="316951" y="112054"/>
                  </a:lnTo>
                  <a:lnTo>
                    <a:pt x="315127" y="107086"/>
                  </a:lnTo>
                  <a:lnTo>
                    <a:pt x="313147" y="102177"/>
                  </a:lnTo>
                  <a:lnTo>
                    <a:pt x="311013" y="97334"/>
                  </a:lnTo>
                  <a:lnTo>
                    <a:pt x="308726" y="92561"/>
                  </a:lnTo>
                  <a:lnTo>
                    <a:pt x="306289" y="87863"/>
                  </a:lnTo>
                  <a:lnTo>
                    <a:pt x="303705" y="83244"/>
                  </a:lnTo>
                  <a:lnTo>
                    <a:pt x="300976" y="78709"/>
                  </a:lnTo>
                  <a:lnTo>
                    <a:pt x="298104" y="74263"/>
                  </a:lnTo>
                  <a:lnTo>
                    <a:pt x="295093" y="69910"/>
                  </a:lnTo>
                  <a:lnTo>
                    <a:pt x="291946" y="65655"/>
                  </a:lnTo>
                  <a:lnTo>
                    <a:pt x="288666" y="61501"/>
                  </a:lnTo>
                  <a:lnTo>
                    <a:pt x="285256" y="57453"/>
                  </a:lnTo>
                  <a:lnTo>
                    <a:pt x="281720" y="53516"/>
                  </a:lnTo>
                  <a:lnTo>
                    <a:pt x="278061" y="49692"/>
                  </a:lnTo>
                  <a:lnTo>
                    <a:pt x="274282" y="45986"/>
                  </a:lnTo>
                  <a:lnTo>
                    <a:pt x="270388" y="42401"/>
                  </a:lnTo>
                  <a:lnTo>
                    <a:pt x="266383" y="38941"/>
                  </a:lnTo>
                  <a:lnTo>
                    <a:pt x="262270" y="35610"/>
                  </a:lnTo>
                  <a:lnTo>
                    <a:pt x="258053" y="32411"/>
                  </a:lnTo>
                  <a:lnTo>
                    <a:pt x="253738" y="29347"/>
                  </a:lnTo>
                  <a:lnTo>
                    <a:pt x="249328" y="26421"/>
                  </a:lnTo>
                  <a:lnTo>
                    <a:pt x="244827" y="23636"/>
                  </a:lnTo>
                  <a:lnTo>
                    <a:pt x="240240" y="20995"/>
                  </a:lnTo>
                  <a:lnTo>
                    <a:pt x="235572" y="18501"/>
                  </a:lnTo>
                  <a:lnTo>
                    <a:pt x="230827" y="16156"/>
                  </a:lnTo>
                  <a:lnTo>
                    <a:pt x="226011" y="13962"/>
                  </a:lnTo>
                  <a:lnTo>
                    <a:pt x="221127" y="11921"/>
                  </a:lnTo>
                  <a:lnTo>
                    <a:pt x="216182" y="10036"/>
                  </a:lnTo>
                  <a:lnTo>
                    <a:pt x="211179" y="8309"/>
                  </a:lnTo>
                  <a:lnTo>
                    <a:pt x="206124" y="6741"/>
                  </a:lnTo>
                  <a:lnTo>
                    <a:pt x="201022" y="5334"/>
                  </a:lnTo>
                  <a:lnTo>
                    <a:pt x="195878" y="4089"/>
                  </a:lnTo>
                  <a:lnTo>
                    <a:pt x="190697" y="3007"/>
                  </a:lnTo>
                  <a:lnTo>
                    <a:pt x="185484" y="2090"/>
                  </a:lnTo>
                  <a:lnTo>
                    <a:pt x="180245" y="1338"/>
                  </a:lnTo>
                  <a:lnTo>
                    <a:pt x="174985" y="753"/>
                  </a:lnTo>
                  <a:lnTo>
                    <a:pt x="169709" y="335"/>
                  </a:lnTo>
                  <a:lnTo>
                    <a:pt x="164422" y="83"/>
                  </a:lnTo>
                  <a:lnTo>
                    <a:pt x="159130" y="0"/>
                  </a:lnTo>
                  <a:lnTo>
                    <a:pt x="15913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72704" y="5399291"/>
              <a:ext cx="13511" cy="167167"/>
            </a:xfrm>
            <a:custGeom>
              <a:avLst/>
              <a:pathLst>
                <a:path w="13511" h="167167">
                  <a:moveTo>
                    <a:pt x="13511" y="0"/>
                  </a:moveTo>
                  <a:lnTo>
                    <a:pt x="0" y="546"/>
                  </a:lnTo>
                  <a:lnTo>
                    <a:pt x="1351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72704" y="5399838"/>
              <a:ext cx="13511" cy="166620"/>
            </a:xfrm>
            <a:custGeom>
              <a:avLst/>
              <a:pathLst>
                <a:path w="13511" h="166620">
                  <a:moveTo>
                    <a:pt x="0" y="0"/>
                  </a:moveTo>
                  <a:lnTo>
                    <a:pt x="13511" y="1666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72704" y="5399838"/>
              <a:ext cx="13511" cy="166620"/>
            </a:xfrm>
            <a:custGeom>
              <a:avLst/>
              <a:pathLst>
                <a:path w="13511" h="166620">
                  <a:moveTo>
                    <a:pt x="0" y="0"/>
                  </a:moveTo>
                  <a:lnTo>
                    <a:pt x="13511" y="1666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72704" y="5399838"/>
              <a:ext cx="13511" cy="166620"/>
            </a:xfrm>
            <a:custGeom>
              <a:avLst/>
              <a:pathLst>
                <a:path w="13511" h="166620">
                  <a:moveTo>
                    <a:pt x="0" y="0"/>
                  </a:moveTo>
                  <a:lnTo>
                    <a:pt x="13511" y="1666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72704" y="5399838"/>
              <a:ext cx="13511" cy="166620"/>
            </a:xfrm>
            <a:custGeom>
              <a:avLst/>
              <a:pathLst>
                <a:path w="13511" h="166620">
                  <a:moveTo>
                    <a:pt x="0" y="0"/>
                  </a:moveTo>
                  <a:lnTo>
                    <a:pt x="13511" y="1666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72704" y="5399838"/>
              <a:ext cx="13511" cy="166620"/>
            </a:xfrm>
            <a:custGeom>
              <a:avLst/>
              <a:pathLst>
                <a:path w="13511" h="166620">
                  <a:moveTo>
                    <a:pt x="0" y="0"/>
                  </a:moveTo>
                  <a:lnTo>
                    <a:pt x="13511" y="1666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72704" y="5399838"/>
              <a:ext cx="13511" cy="166620"/>
            </a:xfrm>
            <a:custGeom>
              <a:avLst/>
              <a:pathLst>
                <a:path w="13511" h="166620">
                  <a:moveTo>
                    <a:pt x="0" y="0"/>
                  </a:moveTo>
                  <a:lnTo>
                    <a:pt x="13511" y="1666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319048" y="5399838"/>
              <a:ext cx="334334" cy="333771"/>
            </a:xfrm>
            <a:custGeom>
              <a:avLst/>
              <a:pathLst>
                <a:path w="334334" h="333771">
                  <a:moveTo>
                    <a:pt x="153655" y="0"/>
                  </a:moveTo>
                  <a:lnTo>
                    <a:pt x="148375" y="512"/>
                  </a:lnTo>
                  <a:lnTo>
                    <a:pt x="143114" y="1192"/>
                  </a:lnTo>
                  <a:lnTo>
                    <a:pt x="137877" y="2039"/>
                  </a:lnTo>
                  <a:lnTo>
                    <a:pt x="132669" y="3051"/>
                  </a:lnTo>
                  <a:lnTo>
                    <a:pt x="127496" y="4228"/>
                  </a:lnTo>
                  <a:lnTo>
                    <a:pt x="122363" y="5568"/>
                  </a:lnTo>
                  <a:lnTo>
                    <a:pt x="117276" y="7071"/>
                  </a:lnTo>
                  <a:lnTo>
                    <a:pt x="112238" y="8735"/>
                  </a:lnTo>
                  <a:lnTo>
                    <a:pt x="107256" y="10557"/>
                  </a:lnTo>
                  <a:lnTo>
                    <a:pt x="102334" y="12537"/>
                  </a:lnTo>
                  <a:lnTo>
                    <a:pt x="97477" y="14671"/>
                  </a:lnTo>
                  <a:lnTo>
                    <a:pt x="92691" y="16959"/>
                  </a:lnTo>
                  <a:lnTo>
                    <a:pt x="87980" y="19398"/>
                  </a:lnTo>
                  <a:lnTo>
                    <a:pt x="83348" y="21985"/>
                  </a:lnTo>
                  <a:lnTo>
                    <a:pt x="78801" y="24717"/>
                  </a:lnTo>
                  <a:lnTo>
                    <a:pt x="74343" y="27592"/>
                  </a:lnTo>
                  <a:lnTo>
                    <a:pt x="69978" y="30608"/>
                  </a:lnTo>
                  <a:lnTo>
                    <a:pt x="65711" y="33760"/>
                  </a:lnTo>
                  <a:lnTo>
                    <a:pt x="61546" y="37046"/>
                  </a:lnTo>
                  <a:lnTo>
                    <a:pt x="57488" y="40463"/>
                  </a:lnTo>
                  <a:lnTo>
                    <a:pt x="53540" y="44007"/>
                  </a:lnTo>
                  <a:lnTo>
                    <a:pt x="49707" y="47674"/>
                  </a:lnTo>
                  <a:lnTo>
                    <a:pt x="45992" y="51461"/>
                  </a:lnTo>
                  <a:lnTo>
                    <a:pt x="42399" y="55364"/>
                  </a:lnTo>
                  <a:lnTo>
                    <a:pt x="38931" y="59379"/>
                  </a:lnTo>
                  <a:lnTo>
                    <a:pt x="35593" y="63502"/>
                  </a:lnTo>
                  <a:lnTo>
                    <a:pt x="32387" y="67729"/>
                  </a:lnTo>
                  <a:lnTo>
                    <a:pt x="29317" y="72055"/>
                  </a:lnTo>
                  <a:lnTo>
                    <a:pt x="26386" y="76477"/>
                  </a:lnTo>
                  <a:lnTo>
                    <a:pt x="23597" y="80990"/>
                  </a:lnTo>
                  <a:lnTo>
                    <a:pt x="20952" y="85588"/>
                  </a:lnTo>
                  <a:lnTo>
                    <a:pt x="18454" y="90269"/>
                  </a:lnTo>
                  <a:lnTo>
                    <a:pt x="16106" y="95026"/>
                  </a:lnTo>
                  <a:lnTo>
                    <a:pt x="13911" y="99855"/>
                  </a:lnTo>
                  <a:lnTo>
                    <a:pt x="11869" y="104752"/>
                  </a:lnTo>
                  <a:lnTo>
                    <a:pt x="9984" y="109711"/>
                  </a:lnTo>
                  <a:lnTo>
                    <a:pt x="8258" y="114727"/>
                  </a:lnTo>
                  <a:lnTo>
                    <a:pt x="6691" y="119795"/>
                  </a:lnTo>
                  <a:lnTo>
                    <a:pt x="5286" y="124911"/>
                  </a:lnTo>
                  <a:lnTo>
                    <a:pt x="4044" y="130069"/>
                  </a:lnTo>
                  <a:lnTo>
                    <a:pt x="2967" y="135263"/>
                  </a:lnTo>
                  <a:lnTo>
                    <a:pt x="2054" y="140489"/>
                  </a:lnTo>
                  <a:lnTo>
                    <a:pt x="1308" y="145741"/>
                  </a:lnTo>
                  <a:lnTo>
                    <a:pt x="729" y="151015"/>
                  </a:lnTo>
                  <a:lnTo>
                    <a:pt x="318" y="156304"/>
                  </a:lnTo>
                  <a:lnTo>
                    <a:pt x="75" y="161603"/>
                  </a:lnTo>
                  <a:lnTo>
                    <a:pt x="0" y="166908"/>
                  </a:lnTo>
                  <a:lnTo>
                    <a:pt x="93" y="172212"/>
                  </a:lnTo>
                  <a:lnTo>
                    <a:pt x="354" y="177511"/>
                  </a:lnTo>
                  <a:lnTo>
                    <a:pt x="784" y="182798"/>
                  </a:lnTo>
                  <a:lnTo>
                    <a:pt x="1381" y="188070"/>
                  </a:lnTo>
                  <a:lnTo>
                    <a:pt x="2145" y="193319"/>
                  </a:lnTo>
                  <a:lnTo>
                    <a:pt x="3075" y="198542"/>
                  </a:lnTo>
                  <a:lnTo>
                    <a:pt x="4171" y="203733"/>
                  </a:lnTo>
                  <a:lnTo>
                    <a:pt x="5431" y="208886"/>
                  </a:lnTo>
                  <a:lnTo>
                    <a:pt x="6853" y="213997"/>
                  </a:lnTo>
                  <a:lnTo>
                    <a:pt x="8437" y="219060"/>
                  </a:lnTo>
                  <a:lnTo>
                    <a:pt x="10181" y="224070"/>
                  </a:lnTo>
                  <a:lnTo>
                    <a:pt x="12083" y="229023"/>
                  </a:lnTo>
                  <a:lnTo>
                    <a:pt x="14141" y="233912"/>
                  </a:lnTo>
                  <a:lnTo>
                    <a:pt x="16354" y="238734"/>
                  </a:lnTo>
                  <a:lnTo>
                    <a:pt x="18718" y="243483"/>
                  </a:lnTo>
                  <a:lnTo>
                    <a:pt x="21232" y="248155"/>
                  </a:lnTo>
                  <a:lnTo>
                    <a:pt x="23892" y="252744"/>
                  </a:lnTo>
                  <a:lnTo>
                    <a:pt x="26697" y="257247"/>
                  </a:lnTo>
                  <a:lnTo>
                    <a:pt x="29644" y="261659"/>
                  </a:lnTo>
                  <a:lnTo>
                    <a:pt x="32729" y="265975"/>
                  </a:lnTo>
                  <a:lnTo>
                    <a:pt x="35949" y="270190"/>
                  </a:lnTo>
                  <a:lnTo>
                    <a:pt x="39301" y="274302"/>
                  </a:lnTo>
                  <a:lnTo>
                    <a:pt x="42783" y="278305"/>
                  </a:lnTo>
                  <a:lnTo>
                    <a:pt x="46389" y="282196"/>
                  </a:lnTo>
                  <a:lnTo>
                    <a:pt x="50117" y="285970"/>
                  </a:lnTo>
                  <a:lnTo>
                    <a:pt x="53963" y="289624"/>
                  </a:lnTo>
                  <a:lnTo>
                    <a:pt x="57923" y="293154"/>
                  </a:lnTo>
                  <a:lnTo>
                    <a:pt x="61993" y="296557"/>
                  </a:lnTo>
                  <a:lnTo>
                    <a:pt x="66169" y="299828"/>
                  </a:lnTo>
                  <a:lnTo>
                    <a:pt x="70447" y="302966"/>
                  </a:lnTo>
                  <a:lnTo>
                    <a:pt x="74822" y="305966"/>
                  </a:lnTo>
                  <a:lnTo>
                    <a:pt x="79290" y="308826"/>
                  </a:lnTo>
                  <a:lnTo>
                    <a:pt x="83847" y="311543"/>
                  </a:lnTo>
                  <a:lnTo>
                    <a:pt x="88487" y="314114"/>
                  </a:lnTo>
                  <a:lnTo>
                    <a:pt x="93207" y="316536"/>
                  </a:lnTo>
                  <a:lnTo>
                    <a:pt x="98001" y="318808"/>
                  </a:lnTo>
                  <a:lnTo>
                    <a:pt x="102865" y="320926"/>
                  </a:lnTo>
                  <a:lnTo>
                    <a:pt x="107794" y="322888"/>
                  </a:lnTo>
                  <a:lnTo>
                    <a:pt x="112782" y="324694"/>
                  </a:lnTo>
                  <a:lnTo>
                    <a:pt x="117825" y="326340"/>
                  </a:lnTo>
                  <a:lnTo>
                    <a:pt x="122918" y="327825"/>
                  </a:lnTo>
                  <a:lnTo>
                    <a:pt x="128056" y="329148"/>
                  </a:lnTo>
                  <a:lnTo>
                    <a:pt x="133233" y="330307"/>
                  </a:lnTo>
                  <a:lnTo>
                    <a:pt x="138444" y="331301"/>
                  </a:lnTo>
                  <a:lnTo>
                    <a:pt x="143684" y="332130"/>
                  </a:lnTo>
                  <a:lnTo>
                    <a:pt x="148947" y="332792"/>
                  </a:lnTo>
                  <a:lnTo>
                    <a:pt x="154229" y="333286"/>
                  </a:lnTo>
                  <a:lnTo>
                    <a:pt x="159524" y="333613"/>
                  </a:lnTo>
                  <a:lnTo>
                    <a:pt x="164827" y="333771"/>
                  </a:lnTo>
                  <a:lnTo>
                    <a:pt x="170132" y="333761"/>
                  </a:lnTo>
                  <a:lnTo>
                    <a:pt x="175434" y="333583"/>
                  </a:lnTo>
                  <a:lnTo>
                    <a:pt x="180728" y="333236"/>
                  </a:lnTo>
                  <a:lnTo>
                    <a:pt x="186008" y="332722"/>
                  </a:lnTo>
                  <a:lnTo>
                    <a:pt x="191269" y="332041"/>
                  </a:lnTo>
                  <a:lnTo>
                    <a:pt x="196506" y="331193"/>
                  </a:lnTo>
                  <a:lnTo>
                    <a:pt x="201713" y="330179"/>
                  </a:lnTo>
                  <a:lnTo>
                    <a:pt x="206885" y="329000"/>
                  </a:lnTo>
                  <a:lnTo>
                    <a:pt x="212018" y="327658"/>
                  </a:lnTo>
                  <a:lnTo>
                    <a:pt x="217105" y="326154"/>
                  </a:lnTo>
                  <a:lnTo>
                    <a:pt x="222142" y="324489"/>
                  </a:lnTo>
                  <a:lnTo>
                    <a:pt x="227124" y="322665"/>
                  </a:lnTo>
                  <a:lnTo>
                    <a:pt x="232045" y="320684"/>
                  </a:lnTo>
                  <a:lnTo>
                    <a:pt x="236901" y="318548"/>
                  </a:lnTo>
                  <a:lnTo>
                    <a:pt x="241687" y="316259"/>
                  </a:lnTo>
                  <a:lnTo>
                    <a:pt x="246397" y="313819"/>
                  </a:lnTo>
                  <a:lnTo>
                    <a:pt x="251028" y="311231"/>
                  </a:lnTo>
                  <a:lnTo>
                    <a:pt x="255575" y="308497"/>
                  </a:lnTo>
                  <a:lnTo>
                    <a:pt x="260032" y="305620"/>
                  </a:lnTo>
                  <a:lnTo>
                    <a:pt x="264396" y="302603"/>
                  </a:lnTo>
                  <a:lnTo>
                    <a:pt x="268662" y="299450"/>
                  </a:lnTo>
                  <a:lnTo>
                    <a:pt x="272825" y="296162"/>
                  </a:lnTo>
                  <a:lnTo>
                    <a:pt x="276883" y="292744"/>
                  </a:lnTo>
                  <a:lnTo>
                    <a:pt x="280829" y="289199"/>
                  </a:lnTo>
                  <a:lnTo>
                    <a:pt x="284662" y="285531"/>
                  </a:lnTo>
                  <a:lnTo>
                    <a:pt x="288376" y="281743"/>
                  </a:lnTo>
                  <a:lnTo>
                    <a:pt x="291968" y="277839"/>
                  </a:lnTo>
                  <a:lnTo>
                    <a:pt x="295434" y="273823"/>
                  </a:lnTo>
                  <a:lnTo>
                    <a:pt x="298771" y="269699"/>
                  </a:lnTo>
                  <a:lnTo>
                    <a:pt x="301976" y="265471"/>
                  </a:lnTo>
                  <a:lnTo>
                    <a:pt x="305044" y="261144"/>
                  </a:lnTo>
                  <a:lnTo>
                    <a:pt x="307974" y="256721"/>
                  </a:lnTo>
                  <a:lnTo>
                    <a:pt x="310762" y="252208"/>
                  </a:lnTo>
                  <a:lnTo>
                    <a:pt x="313406" y="247608"/>
                  </a:lnTo>
                  <a:lnTo>
                    <a:pt x="315902" y="242927"/>
                  </a:lnTo>
                  <a:lnTo>
                    <a:pt x="318248" y="238169"/>
                  </a:lnTo>
                  <a:lnTo>
                    <a:pt x="320443" y="233339"/>
                  </a:lnTo>
                  <a:lnTo>
                    <a:pt x="322482" y="228442"/>
                  </a:lnTo>
                  <a:lnTo>
                    <a:pt x="324366" y="223483"/>
                  </a:lnTo>
                  <a:lnTo>
                    <a:pt x="326091" y="218466"/>
                  </a:lnTo>
                  <a:lnTo>
                    <a:pt x="327656" y="213397"/>
                  </a:lnTo>
                  <a:lnTo>
                    <a:pt x="329060" y="208281"/>
                  </a:lnTo>
                  <a:lnTo>
                    <a:pt x="330300" y="203123"/>
                  </a:lnTo>
                  <a:lnTo>
                    <a:pt x="331376" y="197928"/>
                  </a:lnTo>
                  <a:lnTo>
                    <a:pt x="332287" y="192702"/>
                  </a:lnTo>
                  <a:lnTo>
                    <a:pt x="333031" y="187449"/>
                  </a:lnTo>
                  <a:lnTo>
                    <a:pt x="333609" y="182176"/>
                  </a:lnTo>
                  <a:lnTo>
                    <a:pt x="334019" y="176887"/>
                  </a:lnTo>
                  <a:lnTo>
                    <a:pt x="334260" y="171587"/>
                  </a:lnTo>
                  <a:lnTo>
                    <a:pt x="334334" y="166283"/>
                  </a:lnTo>
                  <a:lnTo>
                    <a:pt x="334239" y="160978"/>
                  </a:lnTo>
                  <a:lnTo>
                    <a:pt x="333976" y="155680"/>
                  </a:lnTo>
                  <a:lnTo>
                    <a:pt x="333545" y="150392"/>
                  </a:lnTo>
                  <a:lnTo>
                    <a:pt x="332946" y="145121"/>
                  </a:lnTo>
                  <a:lnTo>
                    <a:pt x="332180" y="139872"/>
                  </a:lnTo>
                  <a:lnTo>
                    <a:pt x="331248" y="134649"/>
                  </a:lnTo>
                  <a:lnTo>
                    <a:pt x="330151" y="129459"/>
                  </a:lnTo>
                  <a:lnTo>
                    <a:pt x="328890" y="124306"/>
                  </a:lnTo>
                  <a:lnTo>
                    <a:pt x="327466" y="119196"/>
                  </a:lnTo>
                  <a:lnTo>
                    <a:pt x="325880" y="114133"/>
                  </a:lnTo>
                  <a:lnTo>
                    <a:pt x="324135" y="109123"/>
                  </a:lnTo>
                  <a:lnTo>
                    <a:pt x="322232" y="104171"/>
                  </a:lnTo>
                  <a:lnTo>
                    <a:pt x="320172" y="99283"/>
                  </a:lnTo>
                  <a:lnTo>
                    <a:pt x="317958" y="94461"/>
                  </a:lnTo>
                  <a:lnTo>
                    <a:pt x="315593" y="89713"/>
                  </a:lnTo>
                  <a:lnTo>
                    <a:pt x="313078" y="85042"/>
                  </a:lnTo>
                  <a:lnTo>
                    <a:pt x="310416" y="80453"/>
                  </a:lnTo>
                  <a:lnTo>
                    <a:pt x="307609" y="75951"/>
                  </a:lnTo>
                  <a:lnTo>
                    <a:pt x="304662" y="71541"/>
                  </a:lnTo>
                  <a:lnTo>
                    <a:pt x="301575" y="67226"/>
                  </a:lnTo>
                  <a:lnTo>
                    <a:pt x="298354" y="63011"/>
                  </a:lnTo>
                  <a:lnTo>
                    <a:pt x="295000" y="58900"/>
                  </a:lnTo>
                  <a:lnTo>
                    <a:pt x="291518" y="54898"/>
                  </a:lnTo>
                  <a:lnTo>
                    <a:pt x="287910" y="51009"/>
                  </a:lnTo>
                  <a:lnTo>
                    <a:pt x="284181" y="47236"/>
                  </a:lnTo>
                  <a:lnTo>
                    <a:pt x="280334" y="43583"/>
                  </a:lnTo>
                  <a:lnTo>
                    <a:pt x="276373" y="40054"/>
                  </a:lnTo>
                  <a:lnTo>
                    <a:pt x="272302" y="36652"/>
                  </a:lnTo>
                  <a:lnTo>
                    <a:pt x="268125" y="33382"/>
                  </a:lnTo>
                  <a:lnTo>
                    <a:pt x="263846" y="30245"/>
                  </a:lnTo>
                  <a:lnTo>
                    <a:pt x="259470" y="27246"/>
                  </a:lnTo>
                  <a:lnTo>
                    <a:pt x="255001" y="24388"/>
                  </a:lnTo>
                  <a:lnTo>
                    <a:pt x="250444" y="21672"/>
                  </a:lnTo>
                  <a:lnTo>
                    <a:pt x="245802" y="19103"/>
                  </a:lnTo>
                  <a:lnTo>
                    <a:pt x="241082" y="16682"/>
                  </a:lnTo>
                  <a:lnTo>
                    <a:pt x="236287" y="14412"/>
                  </a:lnTo>
                  <a:lnTo>
                    <a:pt x="231423" y="12295"/>
                  </a:lnTo>
                  <a:lnTo>
                    <a:pt x="226493" y="10334"/>
                  </a:lnTo>
                  <a:lnTo>
                    <a:pt x="221504" y="8530"/>
                  </a:lnTo>
                  <a:lnTo>
                    <a:pt x="216461" y="6886"/>
                  </a:lnTo>
                  <a:lnTo>
                    <a:pt x="211367" y="5402"/>
                  </a:lnTo>
                  <a:lnTo>
                    <a:pt x="206230" y="4081"/>
                  </a:lnTo>
                  <a:lnTo>
                    <a:pt x="201052" y="2923"/>
                  </a:lnTo>
                  <a:lnTo>
                    <a:pt x="195841" y="1930"/>
                  </a:lnTo>
                  <a:lnTo>
                    <a:pt x="167167" y="1666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28674" cy="167167"/>
            </a:xfrm>
            <a:custGeom>
              <a:avLst/>
              <a:pathLst>
                <a:path w="28674" h="167167">
                  <a:moveTo>
                    <a:pt x="28674" y="2477"/>
                  </a:moveTo>
                  <a:lnTo>
                    <a:pt x="21552" y="1395"/>
                  </a:lnTo>
                  <a:lnTo>
                    <a:pt x="14390" y="620"/>
                  </a:lnTo>
                  <a:lnTo>
                    <a:pt x="7201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856395" y="5399291"/>
              <a:ext cx="167148" cy="252105"/>
            </a:xfrm>
            <a:custGeom>
              <a:avLst/>
              <a:pathLst>
                <a:path w="167148" h="252105">
                  <a:moveTo>
                    <a:pt x="167148" y="0"/>
                  </a:moveTo>
                  <a:lnTo>
                    <a:pt x="161738" y="87"/>
                  </a:lnTo>
                  <a:lnTo>
                    <a:pt x="156334" y="350"/>
                  </a:lnTo>
                  <a:lnTo>
                    <a:pt x="150942" y="787"/>
                  </a:lnTo>
                  <a:lnTo>
                    <a:pt x="145566" y="1398"/>
                  </a:lnTo>
                  <a:lnTo>
                    <a:pt x="140213" y="2184"/>
                  </a:lnTo>
                  <a:lnTo>
                    <a:pt x="134888" y="3142"/>
                  </a:lnTo>
                  <a:lnTo>
                    <a:pt x="129597" y="4272"/>
                  </a:lnTo>
                  <a:lnTo>
                    <a:pt x="124346" y="5572"/>
                  </a:lnTo>
                  <a:lnTo>
                    <a:pt x="119139" y="7042"/>
                  </a:lnTo>
                  <a:lnTo>
                    <a:pt x="113982" y="8679"/>
                  </a:lnTo>
                  <a:lnTo>
                    <a:pt x="108882" y="10483"/>
                  </a:lnTo>
                  <a:lnTo>
                    <a:pt x="103842" y="12450"/>
                  </a:lnTo>
                  <a:lnTo>
                    <a:pt x="98868" y="14580"/>
                  </a:lnTo>
                  <a:lnTo>
                    <a:pt x="93966" y="16869"/>
                  </a:lnTo>
                  <a:lnTo>
                    <a:pt x="89141" y="19316"/>
                  </a:lnTo>
                  <a:lnTo>
                    <a:pt x="84397" y="21918"/>
                  </a:lnTo>
                  <a:lnTo>
                    <a:pt x="79740" y="24672"/>
                  </a:lnTo>
                  <a:lnTo>
                    <a:pt x="75175" y="27575"/>
                  </a:lnTo>
                  <a:lnTo>
                    <a:pt x="70706" y="30624"/>
                  </a:lnTo>
                  <a:lnTo>
                    <a:pt x="66338" y="33817"/>
                  </a:lnTo>
                  <a:lnTo>
                    <a:pt x="62075" y="37149"/>
                  </a:lnTo>
                  <a:lnTo>
                    <a:pt x="57923" y="40617"/>
                  </a:lnTo>
                  <a:lnTo>
                    <a:pt x="53885" y="44218"/>
                  </a:lnTo>
                  <a:lnTo>
                    <a:pt x="49966" y="47947"/>
                  </a:lnTo>
                  <a:lnTo>
                    <a:pt x="46169" y="51802"/>
                  </a:lnTo>
                  <a:lnTo>
                    <a:pt x="42499" y="55777"/>
                  </a:lnTo>
                  <a:lnTo>
                    <a:pt x="38960" y="59869"/>
                  </a:lnTo>
                  <a:lnTo>
                    <a:pt x="35555" y="64073"/>
                  </a:lnTo>
                  <a:lnTo>
                    <a:pt x="32288" y="68386"/>
                  </a:lnTo>
                  <a:lnTo>
                    <a:pt x="29162" y="72802"/>
                  </a:lnTo>
                  <a:lnTo>
                    <a:pt x="26180" y="77316"/>
                  </a:lnTo>
                  <a:lnTo>
                    <a:pt x="23347" y="81925"/>
                  </a:lnTo>
                  <a:lnTo>
                    <a:pt x="20664" y="86623"/>
                  </a:lnTo>
                  <a:lnTo>
                    <a:pt x="18134" y="91406"/>
                  </a:lnTo>
                  <a:lnTo>
                    <a:pt x="15760" y="96267"/>
                  </a:lnTo>
                  <a:lnTo>
                    <a:pt x="13545" y="101203"/>
                  </a:lnTo>
                  <a:lnTo>
                    <a:pt x="11491" y="106209"/>
                  </a:lnTo>
                  <a:lnTo>
                    <a:pt x="9600" y="111278"/>
                  </a:lnTo>
                  <a:lnTo>
                    <a:pt x="7874" y="116405"/>
                  </a:lnTo>
                  <a:lnTo>
                    <a:pt x="6315" y="121586"/>
                  </a:lnTo>
                  <a:lnTo>
                    <a:pt x="4924" y="126814"/>
                  </a:lnTo>
                  <a:lnTo>
                    <a:pt x="3703" y="132085"/>
                  </a:lnTo>
                  <a:lnTo>
                    <a:pt x="2653" y="137392"/>
                  </a:lnTo>
                  <a:lnTo>
                    <a:pt x="1776" y="142731"/>
                  </a:lnTo>
                  <a:lnTo>
                    <a:pt x="1072" y="148095"/>
                  </a:lnTo>
                  <a:lnTo>
                    <a:pt x="542" y="153480"/>
                  </a:lnTo>
                  <a:lnTo>
                    <a:pt x="186" y="158878"/>
                  </a:lnTo>
                  <a:lnTo>
                    <a:pt x="5" y="164285"/>
                  </a:lnTo>
                  <a:lnTo>
                    <a:pt x="0" y="169696"/>
                  </a:lnTo>
                  <a:lnTo>
                    <a:pt x="169" y="175103"/>
                  </a:lnTo>
                  <a:lnTo>
                    <a:pt x="513" y="180503"/>
                  </a:lnTo>
                  <a:lnTo>
                    <a:pt x="1032" y="185888"/>
                  </a:lnTo>
                  <a:lnTo>
                    <a:pt x="1725" y="191254"/>
                  </a:lnTo>
                  <a:lnTo>
                    <a:pt x="2591" y="196594"/>
                  </a:lnTo>
                  <a:lnTo>
                    <a:pt x="3629" y="201904"/>
                  </a:lnTo>
                  <a:lnTo>
                    <a:pt x="4839" y="207177"/>
                  </a:lnTo>
                  <a:lnTo>
                    <a:pt x="6219" y="212409"/>
                  </a:lnTo>
                  <a:lnTo>
                    <a:pt x="7767" y="217592"/>
                  </a:lnTo>
                  <a:lnTo>
                    <a:pt x="9482" y="222724"/>
                  </a:lnTo>
                  <a:lnTo>
                    <a:pt x="11363" y="227797"/>
                  </a:lnTo>
                  <a:lnTo>
                    <a:pt x="13406" y="232806"/>
                  </a:lnTo>
                  <a:lnTo>
                    <a:pt x="15611" y="237747"/>
                  </a:lnTo>
                  <a:lnTo>
                    <a:pt x="17974" y="242614"/>
                  </a:lnTo>
                  <a:lnTo>
                    <a:pt x="20494" y="247401"/>
                  </a:lnTo>
                  <a:lnTo>
                    <a:pt x="23167" y="252105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879563" y="5566459"/>
              <a:ext cx="143980" cy="84938"/>
            </a:xfrm>
            <a:custGeom>
              <a:avLst/>
              <a:pathLst>
                <a:path w="143980" h="84938">
                  <a:moveTo>
                    <a:pt x="0" y="84938"/>
                  </a:moveTo>
                  <a:lnTo>
                    <a:pt x="1439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879563" y="5566459"/>
              <a:ext cx="143980" cy="84938"/>
            </a:xfrm>
            <a:custGeom>
              <a:avLst/>
              <a:pathLst>
                <a:path w="143980" h="84938">
                  <a:moveTo>
                    <a:pt x="0" y="84938"/>
                  </a:moveTo>
                  <a:lnTo>
                    <a:pt x="1439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879563" y="5566459"/>
              <a:ext cx="143980" cy="84938"/>
            </a:xfrm>
            <a:custGeom>
              <a:avLst/>
              <a:pathLst>
                <a:path w="143980" h="84938">
                  <a:moveTo>
                    <a:pt x="0" y="84938"/>
                  </a:moveTo>
                  <a:lnTo>
                    <a:pt x="1439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879563" y="5566459"/>
              <a:ext cx="143980" cy="84938"/>
            </a:xfrm>
            <a:custGeom>
              <a:avLst/>
              <a:pathLst>
                <a:path w="143980" h="84938">
                  <a:moveTo>
                    <a:pt x="0" y="84938"/>
                  </a:moveTo>
                  <a:lnTo>
                    <a:pt x="14398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79563" y="5566459"/>
              <a:ext cx="143980" cy="84938"/>
            </a:xfrm>
            <a:custGeom>
              <a:avLst/>
              <a:pathLst>
                <a:path w="143980" h="84938">
                  <a:moveTo>
                    <a:pt x="0" y="84938"/>
                  </a:moveTo>
                  <a:lnTo>
                    <a:pt x="14398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79563" y="5566459"/>
              <a:ext cx="143980" cy="144722"/>
            </a:xfrm>
            <a:custGeom>
              <a:avLst/>
              <a:pathLst>
                <a:path w="143980" h="144722">
                  <a:moveTo>
                    <a:pt x="0" y="84938"/>
                  </a:moveTo>
                  <a:lnTo>
                    <a:pt x="2992" y="89817"/>
                  </a:lnTo>
                  <a:lnTo>
                    <a:pt x="6149" y="94591"/>
                  </a:lnTo>
                  <a:lnTo>
                    <a:pt x="9469" y="99255"/>
                  </a:lnTo>
                  <a:lnTo>
                    <a:pt x="12945" y="103801"/>
                  </a:lnTo>
                  <a:lnTo>
                    <a:pt x="16576" y="108227"/>
                  </a:lnTo>
                  <a:lnTo>
                    <a:pt x="20356" y="112525"/>
                  </a:lnTo>
                  <a:lnTo>
                    <a:pt x="24281" y="116691"/>
                  </a:lnTo>
                  <a:lnTo>
                    <a:pt x="28346" y="120721"/>
                  </a:lnTo>
                  <a:lnTo>
                    <a:pt x="32547" y="124609"/>
                  </a:lnTo>
                  <a:lnTo>
                    <a:pt x="36878" y="128351"/>
                  </a:lnTo>
                  <a:lnTo>
                    <a:pt x="41335" y="131942"/>
                  </a:lnTo>
                  <a:lnTo>
                    <a:pt x="45912" y="135379"/>
                  </a:lnTo>
                  <a:lnTo>
                    <a:pt x="50604" y="138657"/>
                  </a:lnTo>
                  <a:lnTo>
                    <a:pt x="55406" y="141772"/>
                  </a:lnTo>
                  <a:lnTo>
                    <a:pt x="60312" y="144722"/>
                  </a:lnTo>
                  <a:lnTo>
                    <a:pt x="14398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39875" y="5399291"/>
              <a:ext cx="250829" cy="334318"/>
            </a:xfrm>
            <a:custGeom>
              <a:avLst/>
              <a:pathLst>
                <a:path w="250829" h="334318">
                  <a:moveTo>
                    <a:pt x="0" y="311889"/>
                  </a:moveTo>
                  <a:lnTo>
                    <a:pt x="4654" y="314482"/>
                  </a:lnTo>
                  <a:lnTo>
                    <a:pt x="9390" y="316926"/>
                  </a:lnTo>
                  <a:lnTo>
                    <a:pt x="14200" y="319217"/>
                  </a:lnTo>
                  <a:lnTo>
                    <a:pt x="19082" y="321354"/>
                  </a:lnTo>
                  <a:lnTo>
                    <a:pt x="24028" y="323334"/>
                  </a:lnTo>
                  <a:lnTo>
                    <a:pt x="29036" y="325155"/>
                  </a:lnTo>
                  <a:lnTo>
                    <a:pt x="34099" y="326816"/>
                  </a:lnTo>
                  <a:lnTo>
                    <a:pt x="39212" y="328315"/>
                  </a:lnTo>
                  <a:lnTo>
                    <a:pt x="44371" y="329650"/>
                  </a:lnTo>
                  <a:lnTo>
                    <a:pt x="49569" y="330820"/>
                  </a:lnTo>
                  <a:lnTo>
                    <a:pt x="54802" y="331823"/>
                  </a:lnTo>
                  <a:lnTo>
                    <a:pt x="60065" y="332660"/>
                  </a:lnTo>
                  <a:lnTo>
                    <a:pt x="65351" y="333328"/>
                  </a:lnTo>
                  <a:lnTo>
                    <a:pt x="70656" y="333827"/>
                  </a:lnTo>
                  <a:lnTo>
                    <a:pt x="75974" y="334157"/>
                  </a:lnTo>
                  <a:lnTo>
                    <a:pt x="81300" y="334318"/>
                  </a:lnTo>
                  <a:lnTo>
                    <a:pt x="86629" y="334308"/>
                  </a:lnTo>
                  <a:lnTo>
                    <a:pt x="91954" y="334129"/>
                  </a:lnTo>
                  <a:lnTo>
                    <a:pt x="97271" y="333780"/>
                  </a:lnTo>
                  <a:lnTo>
                    <a:pt x="102575" y="333262"/>
                  </a:lnTo>
                  <a:lnTo>
                    <a:pt x="107859" y="332575"/>
                  </a:lnTo>
                  <a:lnTo>
                    <a:pt x="113118" y="331720"/>
                  </a:lnTo>
                  <a:lnTo>
                    <a:pt x="118347" y="330698"/>
                  </a:lnTo>
                  <a:lnTo>
                    <a:pt x="123542" y="329509"/>
                  </a:lnTo>
                  <a:lnTo>
                    <a:pt x="128695" y="328156"/>
                  </a:lnTo>
                  <a:lnTo>
                    <a:pt x="133803" y="326639"/>
                  </a:lnTo>
                  <a:lnTo>
                    <a:pt x="138861" y="324960"/>
                  </a:lnTo>
                  <a:lnTo>
                    <a:pt x="143862" y="323121"/>
                  </a:lnTo>
                  <a:lnTo>
                    <a:pt x="148801" y="321123"/>
                  </a:lnTo>
                  <a:lnTo>
                    <a:pt x="153675" y="318969"/>
                  </a:lnTo>
                  <a:lnTo>
                    <a:pt x="158477" y="316661"/>
                  </a:lnTo>
                  <a:lnTo>
                    <a:pt x="163204" y="314201"/>
                  </a:lnTo>
                  <a:lnTo>
                    <a:pt x="167850" y="311591"/>
                  </a:lnTo>
                  <a:lnTo>
                    <a:pt x="172410" y="308835"/>
                  </a:lnTo>
                  <a:lnTo>
                    <a:pt x="176880" y="305935"/>
                  </a:lnTo>
                  <a:lnTo>
                    <a:pt x="181255" y="302894"/>
                  </a:lnTo>
                  <a:lnTo>
                    <a:pt x="185531" y="299714"/>
                  </a:lnTo>
                  <a:lnTo>
                    <a:pt x="189704" y="296401"/>
                  </a:lnTo>
                  <a:lnTo>
                    <a:pt x="193769" y="292955"/>
                  </a:lnTo>
                  <a:lnTo>
                    <a:pt x="197722" y="289383"/>
                  </a:lnTo>
                  <a:lnTo>
                    <a:pt x="201559" y="285685"/>
                  </a:lnTo>
                  <a:lnTo>
                    <a:pt x="205277" y="281868"/>
                  </a:lnTo>
                  <a:lnTo>
                    <a:pt x="208870" y="277934"/>
                  </a:lnTo>
                  <a:lnTo>
                    <a:pt x="212337" y="273887"/>
                  </a:lnTo>
                  <a:lnTo>
                    <a:pt x="215673" y="269732"/>
                  </a:lnTo>
                  <a:lnTo>
                    <a:pt x="218875" y="265473"/>
                  </a:lnTo>
                  <a:lnTo>
                    <a:pt x="221939" y="261114"/>
                  </a:lnTo>
                  <a:lnTo>
                    <a:pt x="224863" y="256659"/>
                  </a:lnTo>
                  <a:lnTo>
                    <a:pt x="227644" y="252114"/>
                  </a:lnTo>
                  <a:lnTo>
                    <a:pt x="230278" y="247482"/>
                  </a:lnTo>
                  <a:lnTo>
                    <a:pt x="232763" y="242769"/>
                  </a:lnTo>
                  <a:lnTo>
                    <a:pt x="235097" y="237979"/>
                  </a:lnTo>
                  <a:lnTo>
                    <a:pt x="237277" y="233116"/>
                  </a:lnTo>
                  <a:lnTo>
                    <a:pt x="239301" y="228187"/>
                  </a:lnTo>
                  <a:lnTo>
                    <a:pt x="241166" y="223196"/>
                  </a:lnTo>
                  <a:lnTo>
                    <a:pt x="242872" y="218148"/>
                  </a:lnTo>
                  <a:lnTo>
                    <a:pt x="244416" y="213048"/>
                  </a:lnTo>
                  <a:lnTo>
                    <a:pt x="245797" y="207902"/>
                  </a:lnTo>
                  <a:lnTo>
                    <a:pt x="247012" y="202714"/>
                  </a:lnTo>
                  <a:lnTo>
                    <a:pt x="248062" y="197490"/>
                  </a:lnTo>
                  <a:lnTo>
                    <a:pt x="248945" y="192235"/>
                  </a:lnTo>
                  <a:lnTo>
                    <a:pt x="249660" y="186955"/>
                  </a:lnTo>
                  <a:lnTo>
                    <a:pt x="250207" y="181654"/>
                  </a:lnTo>
                  <a:lnTo>
                    <a:pt x="250584" y="176339"/>
                  </a:lnTo>
                  <a:lnTo>
                    <a:pt x="250791" y="171015"/>
                  </a:lnTo>
                  <a:lnTo>
                    <a:pt x="250829" y="165686"/>
                  </a:lnTo>
                  <a:lnTo>
                    <a:pt x="250697" y="160360"/>
                  </a:lnTo>
                  <a:lnTo>
                    <a:pt x="250395" y="155040"/>
                  </a:lnTo>
                  <a:lnTo>
                    <a:pt x="249924" y="149732"/>
                  </a:lnTo>
                  <a:lnTo>
                    <a:pt x="249284" y="144442"/>
                  </a:lnTo>
                  <a:lnTo>
                    <a:pt x="248475" y="139176"/>
                  </a:lnTo>
                  <a:lnTo>
                    <a:pt x="247500" y="133937"/>
                  </a:lnTo>
                  <a:lnTo>
                    <a:pt x="246357" y="128733"/>
                  </a:lnTo>
                  <a:lnTo>
                    <a:pt x="245050" y="123567"/>
                  </a:lnTo>
                  <a:lnTo>
                    <a:pt x="243578" y="118446"/>
                  </a:lnTo>
                  <a:lnTo>
                    <a:pt x="241944" y="113374"/>
                  </a:lnTo>
                  <a:lnTo>
                    <a:pt x="240149" y="108357"/>
                  </a:lnTo>
                  <a:lnTo>
                    <a:pt x="238195" y="103400"/>
                  </a:lnTo>
                  <a:lnTo>
                    <a:pt x="236085" y="98507"/>
                  </a:lnTo>
                  <a:lnTo>
                    <a:pt x="233819" y="93684"/>
                  </a:lnTo>
                  <a:lnTo>
                    <a:pt x="231401" y="88936"/>
                  </a:lnTo>
                  <a:lnTo>
                    <a:pt x="228832" y="84268"/>
                  </a:lnTo>
                  <a:lnTo>
                    <a:pt x="226117" y="79683"/>
                  </a:lnTo>
                  <a:lnTo>
                    <a:pt x="223256" y="75188"/>
                  </a:lnTo>
                  <a:lnTo>
                    <a:pt x="220254" y="70786"/>
                  </a:lnTo>
                  <a:lnTo>
                    <a:pt x="217112" y="66482"/>
                  </a:lnTo>
                  <a:lnTo>
                    <a:pt x="213836" y="62280"/>
                  </a:lnTo>
                  <a:lnTo>
                    <a:pt x="210427" y="58184"/>
                  </a:lnTo>
                  <a:lnTo>
                    <a:pt x="206889" y="54200"/>
                  </a:lnTo>
                  <a:lnTo>
                    <a:pt x="203226" y="50330"/>
                  </a:lnTo>
                  <a:lnTo>
                    <a:pt x="199442" y="46579"/>
                  </a:lnTo>
                  <a:lnTo>
                    <a:pt x="195540" y="42950"/>
                  </a:lnTo>
                  <a:lnTo>
                    <a:pt x="191524" y="39448"/>
                  </a:lnTo>
                  <a:lnTo>
                    <a:pt x="187398" y="36076"/>
                  </a:lnTo>
                  <a:lnTo>
                    <a:pt x="183168" y="32836"/>
                  </a:lnTo>
                  <a:lnTo>
                    <a:pt x="178836" y="29733"/>
                  </a:lnTo>
                  <a:lnTo>
                    <a:pt x="174407" y="26770"/>
                  </a:lnTo>
                  <a:lnTo>
                    <a:pt x="169887" y="23949"/>
                  </a:lnTo>
                  <a:lnTo>
                    <a:pt x="165279" y="21274"/>
                  </a:lnTo>
                  <a:lnTo>
                    <a:pt x="160587" y="18747"/>
                  </a:lnTo>
                  <a:lnTo>
                    <a:pt x="155818" y="16371"/>
                  </a:lnTo>
                  <a:lnTo>
                    <a:pt x="150975" y="14148"/>
                  </a:lnTo>
                  <a:lnTo>
                    <a:pt x="146064" y="12081"/>
                  </a:lnTo>
                  <a:lnTo>
                    <a:pt x="141090" y="10171"/>
                  </a:lnTo>
                  <a:lnTo>
                    <a:pt x="136057" y="8421"/>
                  </a:lnTo>
                  <a:lnTo>
                    <a:pt x="130971" y="6832"/>
                  </a:lnTo>
                  <a:lnTo>
                    <a:pt x="125837" y="5406"/>
                  </a:lnTo>
                  <a:lnTo>
                    <a:pt x="120660" y="4144"/>
                  </a:lnTo>
                  <a:lnTo>
                    <a:pt x="115446" y="3048"/>
                  </a:lnTo>
                  <a:lnTo>
                    <a:pt x="110199" y="2118"/>
                  </a:lnTo>
                  <a:lnTo>
                    <a:pt x="104925" y="1357"/>
                  </a:lnTo>
                  <a:lnTo>
                    <a:pt x="99630" y="763"/>
                  </a:lnTo>
                  <a:lnTo>
                    <a:pt x="94318" y="339"/>
                  </a:lnTo>
                  <a:lnTo>
                    <a:pt x="88996" y="84"/>
                  </a:lnTo>
                  <a:lnTo>
                    <a:pt x="83668" y="0"/>
                  </a:lnTo>
                  <a:lnTo>
                    <a:pt x="836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383953" y="5269756"/>
              <a:ext cx="161305" cy="167167"/>
            </a:xfrm>
            <a:custGeom>
              <a:avLst/>
              <a:pathLst>
                <a:path w="161305" h="167167">
                  <a:moveTo>
                    <a:pt x="161305" y="0"/>
                  </a:moveTo>
                  <a:lnTo>
                    <a:pt x="155851" y="88"/>
                  </a:lnTo>
                  <a:lnTo>
                    <a:pt x="150403" y="355"/>
                  </a:lnTo>
                  <a:lnTo>
                    <a:pt x="144967" y="800"/>
                  </a:lnTo>
                  <a:lnTo>
                    <a:pt x="139548" y="1421"/>
                  </a:lnTo>
                  <a:lnTo>
                    <a:pt x="134153" y="2219"/>
                  </a:lnTo>
                  <a:lnTo>
                    <a:pt x="128786" y="3193"/>
                  </a:lnTo>
                  <a:lnTo>
                    <a:pt x="123454" y="4341"/>
                  </a:lnTo>
                  <a:lnTo>
                    <a:pt x="118162" y="5663"/>
                  </a:lnTo>
                  <a:lnTo>
                    <a:pt x="112916" y="7156"/>
                  </a:lnTo>
                  <a:lnTo>
                    <a:pt x="107721" y="8820"/>
                  </a:lnTo>
                  <a:lnTo>
                    <a:pt x="102584" y="10652"/>
                  </a:lnTo>
                  <a:lnTo>
                    <a:pt x="97509" y="12651"/>
                  </a:lnTo>
                  <a:lnTo>
                    <a:pt x="92502" y="14815"/>
                  </a:lnTo>
                  <a:lnTo>
                    <a:pt x="87569" y="17141"/>
                  </a:lnTo>
                  <a:lnTo>
                    <a:pt x="82713" y="19626"/>
                  </a:lnTo>
                  <a:lnTo>
                    <a:pt x="77942" y="22268"/>
                  </a:lnTo>
                  <a:lnTo>
                    <a:pt x="73259" y="25065"/>
                  </a:lnTo>
                  <a:lnTo>
                    <a:pt x="68670" y="28013"/>
                  </a:lnTo>
                  <a:lnTo>
                    <a:pt x="64180" y="31109"/>
                  </a:lnTo>
                  <a:lnTo>
                    <a:pt x="59793" y="34350"/>
                  </a:lnTo>
                  <a:lnTo>
                    <a:pt x="55514" y="37733"/>
                  </a:lnTo>
                  <a:lnTo>
                    <a:pt x="51347" y="41253"/>
                  </a:lnTo>
                  <a:lnTo>
                    <a:pt x="47298" y="44907"/>
                  </a:lnTo>
                  <a:lnTo>
                    <a:pt x="43370" y="48692"/>
                  </a:lnTo>
                  <a:lnTo>
                    <a:pt x="39568" y="52602"/>
                  </a:lnTo>
                  <a:lnTo>
                    <a:pt x="35895" y="56635"/>
                  </a:lnTo>
                  <a:lnTo>
                    <a:pt x="32356" y="60785"/>
                  </a:lnTo>
                  <a:lnTo>
                    <a:pt x="28954" y="65048"/>
                  </a:lnTo>
                  <a:lnTo>
                    <a:pt x="25693" y="69421"/>
                  </a:lnTo>
                  <a:lnTo>
                    <a:pt x="22576" y="73897"/>
                  </a:lnTo>
                  <a:lnTo>
                    <a:pt x="19607" y="78472"/>
                  </a:lnTo>
                  <a:lnTo>
                    <a:pt x="16789" y="83142"/>
                  </a:lnTo>
                  <a:lnTo>
                    <a:pt x="14125" y="87902"/>
                  </a:lnTo>
                  <a:lnTo>
                    <a:pt x="11617" y="92745"/>
                  </a:lnTo>
                  <a:lnTo>
                    <a:pt x="9269" y="97668"/>
                  </a:lnTo>
                  <a:lnTo>
                    <a:pt x="7083" y="102665"/>
                  </a:lnTo>
                  <a:lnTo>
                    <a:pt x="5060" y="107731"/>
                  </a:lnTo>
                  <a:lnTo>
                    <a:pt x="3204" y="112860"/>
                  </a:lnTo>
                  <a:lnTo>
                    <a:pt x="1517" y="118047"/>
                  </a:lnTo>
                  <a:lnTo>
                    <a:pt x="0" y="123286"/>
                  </a:lnTo>
                  <a:lnTo>
                    <a:pt x="16130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83953" y="5393042"/>
              <a:ext cx="161305" cy="43881"/>
            </a:xfrm>
            <a:custGeom>
              <a:avLst/>
              <a:pathLst>
                <a:path w="161305" h="43881">
                  <a:moveTo>
                    <a:pt x="0" y="0"/>
                  </a:moveTo>
                  <a:lnTo>
                    <a:pt x="161305" y="43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83953" y="5393042"/>
              <a:ext cx="161305" cy="43881"/>
            </a:xfrm>
            <a:custGeom>
              <a:avLst/>
              <a:pathLst>
                <a:path w="161305" h="43881">
                  <a:moveTo>
                    <a:pt x="0" y="0"/>
                  </a:moveTo>
                  <a:lnTo>
                    <a:pt x="161305" y="43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83953" y="5393042"/>
              <a:ext cx="161305" cy="43881"/>
            </a:xfrm>
            <a:custGeom>
              <a:avLst/>
              <a:pathLst>
                <a:path w="161305" h="43881">
                  <a:moveTo>
                    <a:pt x="0" y="0"/>
                  </a:moveTo>
                  <a:lnTo>
                    <a:pt x="161305" y="438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83953" y="5393042"/>
              <a:ext cx="161305" cy="43881"/>
            </a:xfrm>
            <a:custGeom>
              <a:avLst/>
              <a:pathLst>
                <a:path w="161305" h="43881">
                  <a:moveTo>
                    <a:pt x="0" y="0"/>
                  </a:moveTo>
                  <a:lnTo>
                    <a:pt x="161305" y="438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8112" y="5393042"/>
              <a:ext cx="167146" cy="64120"/>
            </a:xfrm>
            <a:custGeom>
              <a:avLst/>
              <a:pathLst>
                <a:path w="167146" h="64120">
                  <a:moveTo>
                    <a:pt x="5841" y="0"/>
                  </a:moveTo>
                  <a:lnTo>
                    <a:pt x="4397" y="5700"/>
                  </a:lnTo>
                  <a:lnTo>
                    <a:pt x="3155" y="11448"/>
                  </a:lnTo>
                  <a:lnTo>
                    <a:pt x="2116" y="17236"/>
                  </a:lnTo>
                  <a:lnTo>
                    <a:pt x="1281" y="23057"/>
                  </a:lnTo>
                  <a:lnTo>
                    <a:pt x="651" y="28904"/>
                  </a:lnTo>
                  <a:lnTo>
                    <a:pt x="227" y="34770"/>
                  </a:lnTo>
                  <a:lnTo>
                    <a:pt x="10" y="40646"/>
                  </a:lnTo>
                  <a:lnTo>
                    <a:pt x="0" y="46527"/>
                  </a:lnTo>
                  <a:lnTo>
                    <a:pt x="196" y="52404"/>
                  </a:lnTo>
                  <a:lnTo>
                    <a:pt x="599" y="58271"/>
                  </a:lnTo>
                  <a:lnTo>
                    <a:pt x="1208" y="64120"/>
                  </a:lnTo>
                  <a:lnTo>
                    <a:pt x="167146" y="438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79320" y="5269756"/>
              <a:ext cx="333092" cy="334330"/>
            </a:xfrm>
            <a:custGeom>
              <a:avLst/>
              <a:pathLst>
                <a:path w="333092" h="334330">
                  <a:moveTo>
                    <a:pt x="0" y="187407"/>
                  </a:moveTo>
                  <a:lnTo>
                    <a:pt x="723" y="192649"/>
                  </a:lnTo>
                  <a:lnTo>
                    <a:pt x="1613" y="197867"/>
                  </a:lnTo>
                  <a:lnTo>
                    <a:pt x="2667" y="203053"/>
                  </a:lnTo>
                  <a:lnTo>
                    <a:pt x="3885" y="208204"/>
                  </a:lnTo>
                  <a:lnTo>
                    <a:pt x="5265" y="213314"/>
                  </a:lnTo>
                  <a:lnTo>
                    <a:pt x="6807" y="218377"/>
                  </a:lnTo>
                  <a:lnTo>
                    <a:pt x="8508" y="223389"/>
                  </a:lnTo>
                  <a:lnTo>
                    <a:pt x="10366" y="228344"/>
                  </a:lnTo>
                  <a:lnTo>
                    <a:pt x="12381" y="233239"/>
                  </a:lnTo>
                  <a:lnTo>
                    <a:pt x="14550" y="238067"/>
                  </a:lnTo>
                  <a:lnTo>
                    <a:pt x="16870" y="242823"/>
                  </a:lnTo>
                  <a:lnTo>
                    <a:pt x="19340" y="247505"/>
                  </a:lnTo>
                  <a:lnTo>
                    <a:pt x="21956" y="252105"/>
                  </a:lnTo>
                  <a:lnTo>
                    <a:pt x="24717" y="256621"/>
                  </a:lnTo>
                  <a:lnTo>
                    <a:pt x="27620" y="261046"/>
                  </a:lnTo>
                  <a:lnTo>
                    <a:pt x="30661" y="265378"/>
                  </a:lnTo>
                  <a:lnTo>
                    <a:pt x="33838" y="269611"/>
                  </a:lnTo>
                  <a:lnTo>
                    <a:pt x="37147" y="273742"/>
                  </a:lnTo>
                  <a:lnTo>
                    <a:pt x="40586" y="277765"/>
                  </a:lnTo>
                  <a:lnTo>
                    <a:pt x="44150" y="281678"/>
                  </a:lnTo>
                  <a:lnTo>
                    <a:pt x="47836" y="285476"/>
                  </a:lnTo>
                  <a:lnTo>
                    <a:pt x="51640" y="289156"/>
                  </a:lnTo>
                  <a:lnTo>
                    <a:pt x="55560" y="292713"/>
                  </a:lnTo>
                  <a:lnTo>
                    <a:pt x="59589" y="296144"/>
                  </a:lnTo>
                  <a:lnTo>
                    <a:pt x="63726" y="299446"/>
                  </a:lnTo>
                  <a:lnTo>
                    <a:pt x="67964" y="302615"/>
                  </a:lnTo>
                  <a:lnTo>
                    <a:pt x="72301" y="305649"/>
                  </a:lnTo>
                  <a:lnTo>
                    <a:pt x="76732" y="308544"/>
                  </a:lnTo>
                  <a:lnTo>
                    <a:pt x="81252" y="311297"/>
                  </a:lnTo>
                  <a:lnTo>
                    <a:pt x="85858" y="313906"/>
                  </a:lnTo>
                  <a:lnTo>
                    <a:pt x="90543" y="316367"/>
                  </a:lnTo>
                  <a:lnTo>
                    <a:pt x="95304" y="318679"/>
                  </a:lnTo>
                  <a:lnTo>
                    <a:pt x="100136" y="320839"/>
                  </a:lnTo>
                  <a:lnTo>
                    <a:pt x="105034" y="322845"/>
                  </a:lnTo>
                  <a:lnTo>
                    <a:pt x="109992" y="324695"/>
                  </a:lnTo>
                  <a:lnTo>
                    <a:pt x="115007" y="326387"/>
                  </a:lnTo>
                  <a:lnTo>
                    <a:pt x="120073" y="327920"/>
                  </a:lnTo>
                  <a:lnTo>
                    <a:pt x="125185" y="329291"/>
                  </a:lnTo>
                  <a:lnTo>
                    <a:pt x="130338" y="330500"/>
                  </a:lnTo>
                  <a:lnTo>
                    <a:pt x="135526" y="331545"/>
                  </a:lnTo>
                  <a:lnTo>
                    <a:pt x="140745" y="332425"/>
                  </a:lnTo>
                  <a:lnTo>
                    <a:pt x="145989" y="333140"/>
                  </a:lnTo>
                  <a:lnTo>
                    <a:pt x="151254" y="333688"/>
                  </a:lnTo>
                  <a:lnTo>
                    <a:pt x="156533" y="334070"/>
                  </a:lnTo>
                  <a:lnTo>
                    <a:pt x="161821" y="334284"/>
                  </a:lnTo>
                  <a:lnTo>
                    <a:pt x="167113" y="334330"/>
                  </a:lnTo>
                  <a:lnTo>
                    <a:pt x="172405" y="334209"/>
                  </a:lnTo>
                  <a:lnTo>
                    <a:pt x="177689" y="333921"/>
                  </a:lnTo>
                  <a:lnTo>
                    <a:pt x="182962" y="333465"/>
                  </a:lnTo>
                  <a:lnTo>
                    <a:pt x="188218" y="332843"/>
                  </a:lnTo>
                  <a:lnTo>
                    <a:pt x="193452" y="332054"/>
                  </a:lnTo>
                  <a:lnTo>
                    <a:pt x="198658" y="331101"/>
                  </a:lnTo>
                  <a:lnTo>
                    <a:pt x="203831" y="329983"/>
                  </a:lnTo>
                  <a:lnTo>
                    <a:pt x="208967" y="328702"/>
                  </a:lnTo>
                  <a:lnTo>
                    <a:pt x="214059" y="327258"/>
                  </a:lnTo>
                  <a:lnTo>
                    <a:pt x="219103" y="325655"/>
                  </a:lnTo>
                  <a:lnTo>
                    <a:pt x="224093" y="323892"/>
                  </a:lnTo>
                  <a:lnTo>
                    <a:pt x="229025" y="321973"/>
                  </a:lnTo>
                  <a:lnTo>
                    <a:pt x="233894" y="319898"/>
                  </a:lnTo>
                  <a:lnTo>
                    <a:pt x="238695" y="317670"/>
                  </a:lnTo>
                  <a:lnTo>
                    <a:pt x="243423" y="315291"/>
                  </a:lnTo>
                  <a:lnTo>
                    <a:pt x="248074" y="312764"/>
                  </a:lnTo>
                  <a:lnTo>
                    <a:pt x="252642" y="310091"/>
                  </a:lnTo>
                  <a:lnTo>
                    <a:pt x="257123" y="307275"/>
                  </a:lnTo>
                  <a:lnTo>
                    <a:pt x="261512" y="304318"/>
                  </a:lnTo>
                  <a:lnTo>
                    <a:pt x="265806" y="301223"/>
                  </a:lnTo>
                  <a:lnTo>
                    <a:pt x="270000" y="297995"/>
                  </a:lnTo>
                  <a:lnTo>
                    <a:pt x="274090" y="294635"/>
                  </a:lnTo>
                  <a:lnTo>
                    <a:pt x="278071" y="291147"/>
                  </a:lnTo>
                  <a:lnTo>
                    <a:pt x="281939" y="287535"/>
                  </a:lnTo>
                  <a:lnTo>
                    <a:pt x="285692" y="283803"/>
                  </a:lnTo>
                  <a:lnTo>
                    <a:pt x="289324" y="279953"/>
                  </a:lnTo>
                  <a:lnTo>
                    <a:pt x="292832" y="275990"/>
                  </a:lnTo>
                  <a:lnTo>
                    <a:pt x="296214" y="271919"/>
                  </a:lnTo>
                  <a:lnTo>
                    <a:pt x="299465" y="267742"/>
                  </a:lnTo>
                  <a:lnTo>
                    <a:pt x="302582" y="263465"/>
                  </a:lnTo>
                  <a:lnTo>
                    <a:pt x="305562" y="259091"/>
                  </a:lnTo>
                  <a:lnTo>
                    <a:pt x="308402" y="254624"/>
                  </a:lnTo>
                  <a:lnTo>
                    <a:pt x="311099" y="250071"/>
                  </a:lnTo>
                  <a:lnTo>
                    <a:pt x="313651" y="245434"/>
                  </a:lnTo>
                  <a:lnTo>
                    <a:pt x="316054" y="240718"/>
                  </a:lnTo>
                  <a:lnTo>
                    <a:pt x="318307" y="235929"/>
                  </a:lnTo>
                  <a:lnTo>
                    <a:pt x="320408" y="231071"/>
                  </a:lnTo>
                  <a:lnTo>
                    <a:pt x="322353" y="226149"/>
                  </a:lnTo>
                  <a:lnTo>
                    <a:pt x="324142" y="221168"/>
                  </a:lnTo>
                  <a:lnTo>
                    <a:pt x="325772" y="216133"/>
                  </a:lnTo>
                  <a:lnTo>
                    <a:pt x="327242" y="211048"/>
                  </a:lnTo>
                  <a:lnTo>
                    <a:pt x="328551" y="205920"/>
                  </a:lnTo>
                  <a:lnTo>
                    <a:pt x="329696" y="200752"/>
                  </a:lnTo>
                  <a:lnTo>
                    <a:pt x="330677" y="195552"/>
                  </a:lnTo>
                  <a:lnTo>
                    <a:pt x="331493" y="190322"/>
                  </a:lnTo>
                  <a:lnTo>
                    <a:pt x="332143" y="185070"/>
                  </a:lnTo>
                  <a:lnTo>
                    <a:pt x="332627" y="179799"/>
                  </a:lnTo>
                  <a:lnTo>
                    <a:pt x="332943" y="174516"/>
                  </a:lnTo>
                  <a:lnTo>
                    <a:pt x="333092" y="169225"/>
                  </a:lnTo>
                  <a:lnTo>
                    <a:pt x="333073" y="163933"/>
                  </a:lnTo>
                  <a:lnTo>
                    <a:pt x="332887" y="158643"/>
                  </a:lnTo>
                  <a:lnTo>
                    <a:pt x="332534" y="153362"/>
                  </a:lnTo>
                  <a:lnTo>
                    <a:pt x="332013" y="148095"/>
                  </a:lnTo>
                  <a:lnTo>
                    <a:pt x="331326" y="142847"/>
                  </a:lnTo>
                  <a:lnTo>
                    <a:pt x="330473" y="137624"/>
                  </a:lnTo>
                  <a:lnTo>
                    <a:pt x="329456" y="132430"/>
                  </a:lnTo>
                  <a:lnTo>
                    <a:pt x="328274" y="127271"/>
                  </a:lnTo>
                  <a:lnTo>
                    <a:pt x="326930" y="122152"/>
                  </a:lnTo>
                  <a:lnTo>
                    <a:pt x="325424" y="117078"/>
                  </a:lnTo>
                  <a:lnTo>
                    <a:pt x="323758" y="112054"/>
                  </a:lnTo>
                  <a:lnTo>
                    <a:pt x="321935" y="107086"/>
                  </a:lnTo>
                  <a:lnTo>
                    <a:pt x="319954" y="102177"/>
                  </a:lnTo>
                  <a:lnTo>
                    <a:pt x="317820" y="97334"/>
                  </a:lnTo>
                  <a:lnTo>
                    <a:pt x="315533" y="92561"/>
                  </a:lnTo>
                  <a:lnTo>
                    <a:pt x="313096" y="87863"/>
                  </a:lnTo>
                  <a:lnTo>
                    <a:pt x="310512" y="83244"/>
                  </a:lnTo>
                  <a:lnTo>
                    <a:pt x="307783" y="78709"/>
                  </a:lnTo>
                  <a:lnTo>
                    <a:pt x="304911" y="74263"/>
                  </a:lnTo>
                  <a:lnTo>
                    <a:pt x="301901" y="69910"/>
                  </a:lnTo>
                  <a:lnTo>
                    <a:pt x="298754" y="65655"/>
                  </a:lnTo>
                  <a:lnTo>
                    <a:pt x="295474" y="61501"/>
                  </a:lnTo>
                  <a:lnTo>
                    <a:pt x="292064" y="57453"/>
                  </a:lnTo>
                  <a:lnTo>
                    <a:pt x="288527" y="53516"/>
                  </a:lnTo>
                  <a:lnTo>
                    <a:pt x="284868" y="49692"/>
                  </a:lnTo>
                  <a:lnTo>
                    <a:pt x="281089" y="45986"/>
                  </a:lnTo>
                  <a:lnTo>
                    <a:pt x="277195" y="42401"/>
                  </a:lnTo>
                  <a:lnTo>
                    <a:pt x="273190" y="38941"/>
                  </a:lnTo>
                  <a:lnTo>
                    <a:pt x="269077" y="35610"/>
                  </a:lnTo>
                  <a:lnTo>
                    <a:pt x="264861" y="32411"/>
                  </a:lnTo>
                  <a:lnTo>
                    <a:pt x="260545" y="29347"/>
                  </a:lnTo>
                  <a:lnTo>
                    <a:pt x="256135" y="26421"/>
                  </a:lnTo>
                  <a:lnTo>
                    <a:pt x="251634" y="23636"/>
                  </a:lnTo>
                  <a:lnTo>
                    <a:pt x="247047" y="20995"/>
                  </a:lnTo>
                  <a:lnTo>
                    <a:pt x="242379" y="18501"/>
                  </a:lnTo>
                  <a:lnTo>
                    <a:pt x="237635" y="16156"/>
                  </a:lnTo>
                  <a:lnTo>
                    <a:pt x="232818" y="13962"/>
                  </a:lnTo>
                  <a:lnTo>
                    <a:pt x="227935" y="11921"/>
                  </a:lnTo>
                  <a:lnTo>
                    <a:pt x="222989" y="10036"/>
                  </a:lnTo>
                  <a:lnTo>
                    <a:pt x="217986" y="8309"/>
                  </a:lnTo>
                  <a:lnTo>
                    <a:pt x="212931" y="6741"/>
                  </a:lnTo>
                  <a:lnTo>
                    <a:pt x="207829" y="5334"/>
                  </a:lnTo>
                  <a:lnTo>
                    <a:pt x="202685" y="4089"/>
                  </a:lnTo>
                  <a:lnTo>
                    <a:pt x="197504" y="3007"/>
                  </a:lnTo>
                  <a:lnTo>
                    <a:pt x="192291" y="2090"/>
                  </a:lnTo>
                  <a:lnTo>
                    <a:pt x="187052" y="1338"/>
                  </a:lnTo>
                  <a:lnTo>
                    <a:pt x="181792" y="753"/>
                  </a:lnTo>
                  <a:lnTo>
                    <a:pt x="176516" y="335"/>
                  </a:lnTo>
                  <a:lnTo>
                    <a:pt x="171229" y="83"/>
                  </a:lnTo>
                  <a:lnTo>
                    <a:pt x="165937" y="0"/>
                  </a:lnTo>
                  <a:lnTo>
                    <a:pt x="16593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87511" y="5018213"/>
              <a:ext cx="133527" cy="167167"/>
            </a:xfrm>
            <a:custGeom>
              <a:avLst/>
              <a:pathLst>
                <a:path w="133527" h="167167">
                  <a:moveTo>
                    <a:pt x="133527" y="0"/>
                  </a:moveTo>
                  <a:lnTo>
                    <a:pt x="128004" y="91"/>
                  </a:lnTo>
                  <a:lnTo>
                    <a:pt x="122487" y="364"/>
                  </a:lnTo>
                  <a:lnTo>
                    <a:pt x="116982" y="820"/>
                  </a:lnTo>
                  <a:lnTo>
                    <a:pt x="111496" y="1458"/>
                  </a:lnTo>
                  <a:lnTo>
                    <a:pt x="106033" y="2276"/>
                  </a:lnTo>
                  <a:lnTo>
                    <a:pt x="100600" y="3274"/>
                  </a:lnTo>
                  <a:lnTo>
                    <a:pt x="95203" y="4452"/>
                  </a:lnTo>
                  <a:lnTo>
                    <a:pt x="89848" y="5807"/>
                  </a:lnTo>
                  <a:lnTo>
                    <a:pt x="84541" y="7338"/>
                  </a:lnTo>
                  <a:lnTo>
                    <a:pt x="79288" y="9043"/>
                  </a:lnTo>
                  <a:lnTo>
                    <a:pt x="74093" y="10922"/>
                  </a:lnTo>
                  <a:lnTo>
                    <a:pt x="68963" y="12971"/>
                  </a:lnTo>
                  <a:lnTo>
                    <a:pt x="63904" y="15188"/>
                  </a:lnTo>
                  <a:lnTo>
                    <a:pt x="58921" y="17571"/>
                  </a:lnTo>
                  <a:lnTo>
                    <a:pt x="54019" y="20118"/>
                  </a:lnTo>
                  <a:lnTo>
                    <a:pt x="49205" y="22825"/>
                  </a:lnTo>
                  <a:lnTo>
                    <a:pt x="44482" y="25689"/>
                  </a:lnTo>
                  <a:lnTo>
                    <a:pt x="39856" y="28708"/>
                  </a:lnTo>
                  <a:lnTo>
                    <a:pt x="35333" y="31879"/>
                  </a:lnTo>
                  <a:lnTo>
                    <a:pt x="30917" y="35197"/>
                  </a:lnTo>
                  <a:lnTo>
                    <a:pt x="26613" y="38659"/>
                  </a:lnTo>
                  <a:lnTo>
                    <a:pt x="22426" y="42261"/>
                  </a:lnTo>
                  <a:lnTo>
                    <a:pt x="18360" y="46000"/>
                  </a:lnTo>
                  <a:lnTo>
                    <a:pt x="14419" y="49871"/>
                  </a:lnTo>
                  <a:lnTo>
                    <a:pt x="10609" y="53870"/>
                  </a:lnTo>
                  <a:lnTo>
                    <a:pt x="6933" y="57993"/>
                  </a:lnTo>
                  <a:lnTo>
                    <a:pt x="3395" y="62235"/>
                  </a:lnTo>
                  <a:lnTo>
                    <a:pt x="0" y="66592"/>
                  </a:lnTo>
                  <a:lnTo>
                    <a:pt x="13352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87511" y="5084805"/>
              <a:ext cx="133527" cy="100575"/>
            </a:xfrm>
            <a:custGeom>
              <a:avLst/>
              <a:pathLst>
                <a:path w="133527" h="100575">
                  <a:moveTo>
                    <a:pt x="0" y="0"/>
                  </a:moveTo>
                  <a:lnTo>
                    <a:pt x="133527" y="100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87511" y="5084805"/>
              <a:ext cx="133527" cy="100575"/>
            </a:xfrm>
            <a:custGeom>
              <a:avLst/>
              <a:pathLst>
                <a:path w="133527" h="100575">
                  <a:moveTo>
                    <a:pt x="0" y="0"/>
                  </a:moveTo>
                  <a:lnTo>
                    <a:pt x="133527" y="1005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87511" y="5084805"/>
              <a:ext cx="133527" cy="100575"/>
            </a:xfrm>
            <a:custGeom>
              <a:avLst/>
              <a:pathLst>
                <a:path w="133527" h="100575">
                  <a:moveTo>
                    <a:pt x="0" y="0"/>
                  </a:moveTo>
                  <a:lnTo>
                    <a:pt x="133527" y="1005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75586" y="5084805"/>
              <a:ext cx="145452" cy="100575"/>
            </a:xfrm>
            <a:custGeom>
              <a:avLst/>
              <a:pathLst>
                <a:path w="145452" h="100575">
                  <a:moveTo>
                    <a:pt x="11925" y="0"/>
                  </a:moveTo>
                  <a:lnTo>
                    <a:pt x="7688" y="5886"/>
                  </a:lnTo>
                  <a:lnTo>
                    <a:pt x="3710" y="11951"/>
                  </a:lnTo>
                  <a:lnTo>
                    <a:pt x="0" y="18182"/>
                  </a:lnTo>
                  <a:lnTo>
                    <a:pt x="145452" y="1005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53877" y="5018213"/>
              <a:ext cx="334313" cy="334332"/>
            </a:xfrm>
            <a:custGeom>
              <a:avLst/>
              <a:pathLst>
                <a:path w="334313" h="334332">
                  <a:moveTo>
                    <a:pt x="21708" y="84774"/>
                  </a:moveTo>
                  <a:lnTo>
                    <a:pt x="19171" y="89423"/>
                  </a:lnTo>
                  <a:lnTo>
                    <a:pt x="16783" y="94150"/>
                  </a:lnTo>
                  <a:lnTo>
                    <a:pt x="14545" y="98951"/>
                  </a:lnTo>
                  <a:lnTo>
                    <a:pt x="12461" y="103820"/>
                  </a:lnTo>
                  <a:lnTo>
                    <a:pt x="10532" y="108752"/>
                  </a:lnTo>
                  <a:lnTo>
                    <a:pt x="8760" y="113743"/>
                  </a:lnTo>
                  <a:lnTo>
                    <a:pt x="7147" y="118788"/>
                  </a:lnTo>
                  <a:lnTo>
                    <a:pt x="5695" y="123881"/>
                  </a:lnTo>
                  <a:lnTo>
                    <a:pt x="4405" y="129018"/>
                  </a:lnTo>
                  <a:lnTo>
                    <a:pt x="3278" y="134193"/>
                  </a:lnTo>
                  <a:lnTo>
                    <a:pt x="2316" y="139401"/>
                  </a:lnTo>
                  <a:lnTo>
                    <a:pt x="1519" y="144637"/>
                  </a:lnTo>
                  <a:lnTo>
                    <a:pt x="888" y="149895"/>
                  </a:lnTo>
                  <a:lnTo>
                    <a:pt x="424" y="155171"/>
                  </a:lnTo>
                  <a:lnTo>
                    <a:pt x="128" y="160459"/>
                  </a:lnTo>
                  <a:lnTo>
                    <a:pt x="0" y="165754"/>
                  </a:lnTo>
                  <a:lnTo>
                    <a:pt x="39" y="171050"/>
                  </a:lnTo>
                  <a:lnTo>
                    <a:pt x="246" y="176342"/>
                  </a:lnTo>
                  <a:lnTo>
                    <a:pt x="620" y="181625"/>
                  </a:lnTo>
                  <a:lnTo>
                    <a:pt x="1162" y="186893"/>
                  </a:lnTo>
                  <a:lnTo>
                    <a:pt x="1870" y="192142"/>
                  </a:lnTo>
                  <a:lnTo>
                    <a:pt x="2744" y="197366"/>
                  </a:lnTo>
                  <a:lnTo>
                    <a:pt x="3783" y="202559"/>
                  </a:lnTo>
                  <a:lnTo>
                    <a:pt x="4986" y="207717"/>
                  </a:lnTo>
                  <a:lnTo>
                    <a:pt x="6352" y="212834"/>
                  </a:lnTo>
                  <a:lnTo>
                    <a:pt x="7879" y="217905"/>
                  </a:lnTo>
                  <a:lnTo>
                    <a:pt x="9567" y="222925"/>
                  </a:lnTo>
                  <a:lnTo>
                    <a:pt x="11412" y="227890"/>
                  </a:lnTo>
                  <a:lnTo>
                    <a:pt x="13414" y="232793"/>
                  </a:lnTo>
                  <a:lnTo>
                    <a:pt x="15570" y="237631"/>
                  </a:lnTo>
                  <a:lnTo>
                    <a:pt x="17878" y="242397"/>
                  </a:lnTo>
                  <a:lnTo>
                    <a:pt x="20336" y="247089"/>
                  </a:lnTo>
                  <a:lnTo>
                    <a:pt x="22942" y="251700"/>
                  </a:lnTo>
                  <a:lnTo>
                    <a:pt x="25692" y="256226"/>
                  </a:lnTo>
                  <a:lnTo>
                    <a:pt x="28584" y="260663"/>
                  </a:lnTo>
                  <a:lnTo>
                    <a:pt x="31615" y="265005"/>
                  </a:lnTo>
                  <a:lnTo>
                    <a:pt x="34783" y="269250"/>
                  </a:lnTo>
                  <a:lnTo>
                    <a:pt x="38083" y="273392"/>
                  </a:lnTo>
                  <a:lnTo>
                    <a:pt x="41513" y="277428"/>
                  </a:lnTo>
                  <a:lnTo>
                    <a:pt x="45069" y="281353"/>
                  </a:lnTo>
                  <a:lnTo>
                    <a:pt x="48747" y="285163"/>
                  </a:lnTo>
                  <a:lnTo>
                    <a:pt x="52545" y="288855"/>
                  </a:lnTo>
                  <a:lnTo>
                    <a:pt x="56457" y="292425"/>
                  </a:lnTo>
                  <a:lnTo>
                    <a:pt x="60481" y="295869"/>
                  </a:lnTo>
                  <a:lnTo>
                    <a:pt x="64611" y="299184"/>
                  </a:lnTo>
                  <a:lnTo>
                    <a:pt x="68845" y="302366"/>
                  </a:lnTo>
                  <a:lnTo>
                    <a:pt x="73177" y="305413"/>
                  </a:lnTo>
                  <a:lnTo>
                    <a:pt x="77604" y="308321"/>
                  </a:lnTo>
                  <a:lnTo>
                    <a:pt x="82120" y="311087"/>
                  </a:lnTo>
                  <a:lnTo>
                    <a:pt x="86722" y="313709"/>
                  </a:lnTo>
                  <a:lnTo>
                    <a:pt x="91404" y="316183"/>
                  </a:lnTo>
                  <a:lnTo>
                    <a:pt x="96163" y="318508"/>
                  </a:lnTo>
                  <a:lnTo>
                    <a:pt x="100993" y="320682"/>
                  </a:lnTo>
                  <a:lnTo>
                    <a:pt x="105889" y="322701"/>
                  </a:lnTo>
                  <a:lnTo>
                    <a:pt x="110847" y="324563"/>
                  </a:lnTo>
                  <a:lnTo>
                    <a:pt x="115861" y="326268"/>
                  </a:lnTo>
                  <a:lnTo>
                    <a:pt x="120927" y="327814"/>
                  </a:lnTo>
                  <a:lnTo>
                    <a:pt x="126039" y="329198"/>
                  </a:lnTo>
                  <a:lnTo>
                    <a:pt x="131193" y="330419"/>
                  </a:lnTo>
                  <a:lnTo>
                    <a:pt x="136382" y="331476"/>
                  </a:lnTo>
                  <a:lnTo>
                    <a:pt x="141603" y="332369"/>
                  </a:lnTo>
                  <a:lnTo>
                    <a:pt x="146849" y="333096"/>
                  </a:lnTo>
                  <a:lnTo>
                    <a:pt x="152115" y="333656"/>
                  </a:lnTo>
                  <a:lnTo>
                    <a:pt x="157397" y="334049"/>
                  </a:lnTo>
                  <a:lnTo>
                    <a:pt x="162688" y="334275"/>
                  </a:lnTo>
                  <a:lnTo>
                    <a:pt x="167984" y="334332"/>
                  </a:lnTo>
                  <a:lnTo>
                    <a:pt x="173279" y="334222"/>
                  </a:lnTo>
                  <a:lnTo>
                    <a:pt x="178568" y="333945"/>
                  </a:lnTo>
                  <a:lnTo>
                    <a:pt x="183846" y="333500"/>
                  </a:lnTo>
                  <a:lnTo>
                    <a:pt x="189107" y="332888"/>
                  </a:lnTo>
                  <a:lnTo>
                    <a:pt x="194345" y="332109"/>
                  </a:lnTo>
                  <a:lnTo>
                    <a:pt x="199557" y="331165"/>
                  </a:lnTo>
                  <a:lnTo>
                    <a:pt x="204736" y="330057"/>
                  </a:lnTo>
                  <a:lnTo>
                    <a:pt x="209877" y="328785"/>
                  </a:lnTo>
                  <a:lnTo>
                    <a:pt x="214975" y="327350"/>
                  </a:lnTo>
                  <a:lnTo>
                    <a:pt x="220026" y="325755"/>
                  </a:lnTo>
                  <a:lnTo>
                    <a:pt x="225023" y="324001"/>
                  </a:lnTo>
                  <a:lnTo>
                    <a:pt x="229962" y="322089"/>
                  </a:lnTo>
                  <a:lnTo>
                    <a:pt x="234838" y="320022"/>
                  </a:lnTo>
                  <a:lnTo>
                    <a:pt x="239646" y="317802"/>
                  </a:lnTo>
                  <a:lnTo>
                    <a:pt x="244382" y="315430"/>
                  </a:lnTo>
                  <a:lnTo>
                    <a:pt x="249040" y="312909"/>
                  </a:lnTo>
                  <a:lnTo>
                    <a:pt x="253615" y="310242"/>
                  </a:lnTo>
                  <a:lnTo>
                    <a:pt x="258104" y="307432"/>
                  </a:lnTo>
                  <a:lnTo>
                    <a:pt x="262502" y="304480"/>
                  </a:lnTo>
                  <a:lnTo>
                    <a:pt x="266804" y="301391"/>
                  </a:lnTo>
                  <a:lnTo>
                    <a:pt x="271006" y="298167"/>
                  </a:lnTo>
                  <a:lnTo>
                    <a:pt x="275104" y="294812"/>
                  </a:lnTo>
                  <a:lnTo>
                    <a:pt x="279093" y="291329"/>
                  </a:lnTo>
                  <a:lnTo>
                    <a:pt x="282970" y="287720"/>
                  </a:lnTo>
                  <a:lnTo>
                    <a:pt x="286731" y="283991"/>
                  </a:lnTo>
                  <a:lnTo>
                    <a:pt x="290372" y="280145"/>
                  </a:lnTo>
                  <a:lnTo>
                    <a:pt x="293889" y="276185"/>
                  </a:lnTo>
                  <a:lnTo>
                    <a:pt x="297279" y="272116"/>
                  </a:lnTo>
                  <a:lnTo>
                    <a:pt x="300538" y="267941"/>
                  </a:lnTo>
                  <a:lnTo>
                    <a:pt x="303664" y="263666"/>
                  </a:lnTo>
                  <a:lnTo>
                    <a:pt x="306652" y="259293"/>
                  </a:lnTo>
                  <a:lnTo>
                    <a:pt x="309500" y="254828"/>
                  </a:lnTo>
                  <a:lnTo>
                    <a:pt x="312206" y="250275"/>
                  </a:lnTo>
                  <a:lnTo>
                    <a:pt x="314766" y="245638"/>
                  </a:lnTo>
                  <a:lnTo>
                    <a:pt x="317178" y="240923"/>
                  </a:lnTo>
                  <a:lnTo>
                    <a:pt x="319439" y="236134"/>
                  </a:lnTo>
                  <a:lnTo>
                    <a:pt x="321547" y="231275"/>
                  </a:lnTo>
                  <a:lnTo>
                    <a:pt x="323500" y="226353"/>
                  </a:lnTo>
                  <a:lnTo>
                    <a:pt x="325297" y="221370"/>
                  </a:lnTo>
                  <a:lnTo>
                    <a:pt x="326935" y="216334"/>
                  </a:lnTo>
                  <a:lnTo>
                    <a:pt x="328412" y="211248"/>
                  </a:lnTo>
                  <a:lnTo>
                    <a:pt x="329727" y="206117"/>
                  </a:lnTo>
                  <a:lnTo>
                    <a:pt x="330880" y="200948"/>
                  </a:lnTo>
                  <a:lnTo>
                    <a:pt x="331868" y="195745"/>
                  </a:lnTo>
                  <a:lnTo>
                    <a:pt x="332690" y="190513"/>
                  </a:lnTo>
                  <a:lnTo>
                    <a:pt x="333347" y="185257"/>
                  </a:lnTo>
                  <a:lnTo>
                    <a:pt x="333836" y="179984"/>
                  </a:lnTo>
                  <a:lnTo>
                    <a:pt x="334159" y="174697"/>
                  </a:lnTo>
                  <a:lnTo>
                    <a:pt x="334313" y="169403"/>
                  </a:lnTo>
                  <a:lnTo>
                    <a:pt x="334300" y="164107"/>
                  </a:lnTo>
                  <a:lnTo>
                    <a:pt x="334120" y="158814"/>
                  </a:lnTo>
                  <a:lnTo>
                    <a:pt x="333771" y="153529"/>
                  </a:lnTo>
                  <a:lnTo>
                    <a:pt x="333256" y="148258"/>
                  </a:lnTo>
                  <a:lnTo>
                    <a:pt x="332573" y="143006"/>
                  </a:lnTo>
                  <a:lnTo>
                    <a:pt x="331725" y="137778"/>
                  </a:lnTo>
                  <a:lnTo>
                    <a:pt x="330711" y="132580"/>
                  </a:lnTo>
                  <a:lnTo>
                    <a:pt x="329534" y="127416"/>
                  </a:lnTo>
                  <a:lnTo>
                    <a:pt x="328193" y="122293"/>
                  </a:lnTo>
                  <a:lnTo>
                    <a:pt x="326690" y="117214"/>
                  </a:lnTo>
                  <a:lnTo>
                    <a:pt x="325028" y="112185"/>
                  </a:lnTo>
                  <a:lnTo>
                    <a:pt x="323207" y="107212"/>
                  </a:lnTo>
                  <a:lnTo>
                    <a:pt x="321229" y="102299"/>
                  </a:lnTo>
                  <a:lnTo>
                    <a:pt x="319097" y="97451"/>
                  </a:lnTo>
                  <a:lnTo>
                    <a:pt x="316812" y="92673"/>
                  </a:lnTo>
                  <a:lnTo>
                    <a:pt x="314378" y="87969"/>
                  </a:lnTo>
                  <a:lnTo>
                    <a:pt x="311795" y="83346"/>
                  </a:lnTo>
                  <a:lnTo>
                    <a:pt x="309067" y="78806"/>
                  </a:lnTo>
                  <a:lnTo>
                    <a:pt x="306197" y="74355"/>
                  </a:lnTo>
                  <a:lnTo>
                    <a:pt x="303187" y="69997"/>
                  </a:lnTo>
                  <a:lnTo>
                    <a:pt x="300040" y="65737"/>
                  </a:lnTo>
                  <a:lnTo>
                    <a:pt x="296760" y="61578"/>
                  </a:lnTo>
                  <a:lnTo>
                    <a:pt x="293351" y="57526"/>
                  </a:lnTo>
                  <a:lnTo>
                    <a:pt x="289814" y="53584"/>
                  </a:lnTo>
                  <a:lnTo>
                    <a:pt x="286154" y="49755"/>
                  </a:lnTo>
                  <a:lnTo>
                    <a:pt x="282375" y="46045"/>
                  </a:lnTo>
                  <a:lnTo>
                    <a:pt x="278480" y="42456"/>
                  </a:lnTo>
                  <a:lnTo>
                    <a:pt x="274474" y="38992"/>
                  </a:lnTo>
                  <a:lnTo>
                    <a:pt x="270360" y="35657"/>
                  </a:lnTo>
                  <a:lnTo>
                    <a:pt x="266142" y="32453"/>
                  </a:lnTo>
                  <a:lnTo>
                    <a:pt x="261825" y="29385"/>
                  </a:lnTo>
                  <a:lnTo>
                    <a:pt x="257413" y="26456"/>
                  </a:lnTo>
                  <a:lnTo>
                    <a:pt x="252910" y="23667"/>
                  </a:lnTo>
                  <a:lnTo>
                    <a:pt x="248321" y="21023"/>
                  </a:lnTo>
                  <a:lnTo>
                    <a:pt x="243651" y="18525"/>
                  </a:lnTo>
                  <a:lnTo>
                    <a:pt x="238904" y="16177"/>
                  </a:lnTo>
                  <a:lnTo>
                    <a:pt x="234084" y="13980"/>
                  </a:lnTo>
                  <a:lnTo>
                    <a:pt x="229198" y="11937"/>
                  </a:lnTo>
                  <a:lnTo>
                    <a:pt x="224250" y="10050"/>
                  </a:lnTo>
                  <a:lnTo>
                    <a:pt x="219244" y="8320"/>
                  </a:lnTo>
                  <a:lnTo>
                    <a:pt x="214186" y="6750"/>
                  </a:lnTo>
                  <a:lnTo>
                    <a:pt x="209080" y="5341"/>
                  </a:lnTo>
                  <a:lnTo>
                    <a:pt x="203933" y="4094"/>
                  </a:lnTo>
                  <a:lnTo>
                    <a:pt x="198749" y="3011"/>
                  </a:lnTo>
                  <a:lnTo>
                    <a:pt x="193533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256080" y="4659281"/>
              <a:ext cx="334208" cy="334330"/>
            </a:xfrm>
            <a:custGeom>
              <a:avLst/>
              <a:pathLst>
                <a:path w="334208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8" y="760"/>
                  </a:lnTo>
                  <a:lnTo>
                    <a:pt x="145944" y="1351"/>
                  </a:lnTo>
                  <a:lnTo>
                    <a:pt x="140682" y="2109"/>
                  </a:lnTo>
                  <a:lnTo>
                    <a:pt x="135446" y="3034"/>
                  </a:lnTo>
                  <a:lnTo>
                    <a:pt x="130243" y="4126"/>
                  </a:lnTo>
                  <a:lnTo>
                    <a:pt x="125077" y="5382"/>
                  </a:lnTo>
                  <a:lnTo>
                    <a:pt x="119953" y="6802"/>
                  </a:lnTo>
                  <a:lnTo>
                    <a:pt x="114877" y="8384"/>
                  </a:lnTo>
                  <a:lnTo>
                    <a:pt x="109854" y="10127"/>
                  </a:lnTo>
                  <a:lnTo>
                    <a:pt x="104889" y="12028"/>
                  </a:lnTo>
                  <a:lnTo>
                    <a:pt x="99987" y="14087"/>
                  </a:lnTo>
                  <a:lnTo>
                    <a:pt x="95153" y="16300"/>
                  </a:lnTo>
                  <a:lnTo>
                    <a:pt x="90392" y="18666"/>
                  </a:lnTo>
                  <a:lnTo>
                    <a:pt x="85709" y="21182"/>
                  </a:lnTo>
                  <a:lnTo>
                    <a:pt x="81107" y="23846"/>
                  </a:lnTo>
                  <a:lnTo>
                    <a:pt x="76593" y="26655"/>
                  </a:lnTo>
                  <a:lnTo>
                    <a:pt x="72171" y="29606"/>
                  </a:lnTo>
                  <a:lnTo>
                    <a:pt x="67844" y="32696"/>
                  </a:lnTo>
                  <a:lnTo>
                    <a:pt x="63618" y="35922"/>
                  </a:lnTo>
                  <a:lnTo>
                    <a:pt x="59497" y="39281"/>
                  </a:lnTo>
                  <a:lnTo>
                    <a:pt x="55485" y="42769"/>
                  </a:lnTo>
                  <a:lnTo>
                    <a:pt x="51585" y="46383"/>
                  </a:lnTo>
                  <a:lnTo>
                    <a:pt x="47803" y="50119"/>
                  </a:lnTo>
                  <a:lnTo>
                    <a:pt x="44141" y="53974"/>
                  </a:lnTo>
                  <a:lnTo>
                    <a:pt x="40603" y="57943"/>
                  </a:lnTo>
                  <a:lnTo>
                    <a:pt x="37194" y="62023"/>
                  </a:lnTo>
                  <a:lnTo>
                    <a:pt x="33916" y="66209"/>
                  </a:lnTo>
                  <a:lnTo>
                    <a:pt x="30773" y="70497"/>
                  </a:lnTo>
                  <a:lnTo>
                    <a:pt x="27768" y="74883"/>
                  </a:lnTo>
                  <a:lnTo>
                    <a:pt x="24904" y="79362"/>
                  </a:lnTo>
                  <a:lnTo>
                    <a:pt x="22183" y="83930"/>
                  </a:lnTo>
                  <a:lnTo>
                    <a:pt x="19610" y="88582"/>
                  </a:lnTo>
                  <a:lnTo>
                    <a:pt x="17185" y="93314"/>
                  </a:lnTo>
                  <a:lnTo>
                    <a:pt x="14913" y="98120"/>
                  </a:lnTo>
                  <a:lnTo>
                    <a:pt x="12794" y="102997"/>
                  </a:lnTo>
                  <a:lnTo>
                    <a:pt x="10831" y="107938"/>
                  </a:lnTo>
                  <a:lnTo>
                    <a:pt x="9027" y="112939"/>
                  </a:lnTo>
                  <a:lnTo>
                    <a:pt x="7382" y="117995"/>
                  </a:lnTo>
                  <a:lnTo>
                    <a:pt x="5900" y="123100"/>
                  </a:lnTo>
                  <a:lnTo>
                    <a:pt x="4580" y="128251"/>
                  </a:lnTo>
                  <a:lnTo>
                    <a:pt x="3424" y="133440"/>
                  </a:lnTo>
                  <a:lnTo>
                    <a:pt x="2435" y="138664"/>
                  </a:lnTo>
                  <a:lnTo>
                    <a:pt x="1612" y="143917"/>
                  </a:lnTo>
                  <a:lnTo>
                    <a:pt x="956" y="149193"/>
                  </a:lnTo>
                  <a:lnTo>
                    <a:pt x="468" y="154487"/>
                  </a:lnTo>
                  <a:lnTo>
                    <a:pt x="149" y="159794"/>
                  </a:lnTo>
                  <a:lnTo>
                    <a:pt x="0" y="165109"/>
                  </a:lnTo>
                  <a:lnTo>
                    <a:pt x="19" y="170425"/>
                  </a:lnTo>
                  <a:lnTo>
                    <a:pt x="207" y="175739"/>
                  </a:lnTo>
                  <a:lnTo>
                    <a:pt x="564" y="181043"/>
                  </a:lnTo>
                  <a:lnTo>
                    <a:pt x="1089" y="186334"/>
                  </a:lnTo>
                  <a:lnTo>
                    <a:pt x="1783" y="191605"/>
                  </a:lnTo>
                  <a:lnTo>
                    <a:pt x="2644" y="196852"/>
                  </a:lnTo>
                  <a:lnTo>
                    <a:pt x="3671" y="202068"/>
                  </a:lnTo>
                  <a:lnTo>
                    <a:pt x="4863" y="207249"/>
                  </a:lnTo>
                  <a:lnTo>
                    <a:pt x="6220" y="212390"/>
                  </a:lnTo>
                  <a:lnTo>
                    <a:pt x="7740" y="217485"/>
                  </a:lnTo>
                  <a:lnTo>
                    <a:pt x="9420" y="222529"/>
                  </a:lnTo>
                  <a:lnTo>
                    <a:pt x="11261" y="227517"/>
                  </a:lnTo>
                  <a:lnTo>
                    <a:pt x="13259" y="232444"/>
                  </a:lnTo>
                  <a:lnTo>
                    <a:pt x="15412" y="237305"/>
                  </a:lnTo>
                  <a:lnTo>
                    <a:pt x="17719" y="242095"/>
                  </a:lnTo>
                  <a:lnTo>
                    <a:pt x="20178" y="246809"/>
                  </a:lnTo>
                  <a:lnTo>
                    <a:pt x="22785" y="251443"/>
                  </a:lnTo>
                  <a:lnTo>
                    <a:pt x="25538" y="255991"/>
                  </a:lnTo>
                  <a:lnTo>
                    <a:pt x="28434" y="260450"/>
                  </a:lnTo>
                  <a:lnTo>
                    <a:pt x="31471" y="264814"/>
                  </a:lnTo>
                  <a:lnTo>
                    <a:pt x="34644" y="269079"/>
                  </a:lnTo>
                  <a:lnTo>
                    <a:pt x="37952" y="273241"/>
                  </a:lnTo>
                  <a:lnTo>
                    <a:pt x="41391" y="277297"/>
                  </a:lnTo>
                  <a:lnTo>
                    <a:pt x="44957" y="281240"/>
                  </a:lnTo>
                  <a:lnTo>
                    <a:pt x="48646" y="285068"/>
                  </a:lnTo>
                  <a:lnTo>
                    <a:pt x="52455" y="288777"/>
                  </a:lnTo>
                  <a:lnTo>
                    <a:pt x="56381" y="292363"/>
                  </a:lnTo>
                  <a:lnTo>
                    <a:pt x="60418" y="295823"/>
                  </a:lnTo>
                  <a:lnTo>
                    <a:pt x="64563" y="299152"/>
                  </a:lnTo>
                  <a:lnTo>
                    <a:pt x="68812" y="302348"/>
                  </a:lnTo>
                  <a:lnTo>
                    <a:pt x="73161" y="305406"/>
                  </a:lnTo>
                  <a:lnTo>
                    <a:pt x="77604" y="308326"/>
                  </a:lnTo>
                  <a:lnTo>
                    <a:pt x="82139" y="311102"/>
                  </a:lnTo>
                  <a:lnTo>
                    <a:pt x="86759" y="313733"/>
                  </a:lnTo>
                  <a:lnTo>
                    <a:pt x="91460" y="316215"/>
                  </a:lnTo>
                  <a:lnTo>
                    <a:pt x="96238" y="318547"/>
                  </a:lnTo>
                  <a:lnTo>
                    <a:pt x="101088" y="320725"/>
                  </a:lnTo>
                  <a:lnTo>
                    <a:pt x="106005" y="322749"/>
                  </a:lnTo>
                  <a:lnTo>
                    <a:pt x="110983" y="324615"/>
                  </a:lnTo>
                  <a:lnTo>
                    <a:pt x="116019" y="326321"/>
                  </a:lnTo>
                  <a:lnTo>
                    <a:pt x="121106" y="327867"/>
                  </a:lnTo>
                  <a:lnTo>
                    <a:pt x="126239" y="329250"/>
                  </a:lnTo>
                  <a:lnTo>
                    <a:pt x="131414" y="330469"/>
                  </a:lnTo>
                  <a:lnTo>
                    <a:pt x="136625" y="331523"/>
                  </a:lnTo>
                  <a:lnTo>
                    <a:pt x="141867" y="332411"/>
                  </a:lnTo>
                  <a:lnTo>
                    <a:pt x="147135" y="333131"/>
                  </a:lnTo>
                  <a:lnTo>
                    <a:pt x="152423" y="333684"/>
                  </a:lnTo>
                  <a:lnTo>
                    <a:pt x="157726" y="334068"/>
                  </a:lnTo>
                  <a:lnTo>
                    <a:pt x="163038" y="334284"/>
                  </a:lnTo>
                  <a:lnTo>
                    <a:pt x="168354" y="334330"/>
                  </a:lnTo>
                  <a:lnTo>
                    <a:pt x="173670" y="334207"/>
                  </a:lnTo>
                  <a:lnTo>
                    <a:pt x="178978" y="333916"/>
                  </a:lnTo>
                  <a:lnTo>
                    <a:pt x="184275" y="333455"/>
                  </a:lnTo>
                  <a:lnTo>
                    <a:pt x="189554" y="332827"/>
                  </a:lnTo>
                  <a:lnTo>
                    <a:pt x="194811" y="332031"/>
                  </a:lnTo>
                  <a:lnTo>
                    <a:pt x="200040" y="331068"/>
                  </a:lnTo>
                  <a:lnTo>
                    <a:pt x="205235" y="329939"/>
                  </a:lnTo>
                  <a:lnTo>
                    <a:pt x="210392" y="328646"/>
                  </a:lnTo>
                  <a:lnTo>
                    <a:pt x="215506" y="327189"/>
                  </a:lnTo>
                  <a:lnTo>
                    <a:pt x="220570" y="325571"/>
                  </a:lnTo>
                  <a:lnTo>
                    <a:pt x="225580" y="323792"/>
                  </a:lnTo>
                  <a:lnTo>
                    <a:pt x="230531" y="321855"/>
                  </a:lnTo>
                  <a:lnTo>
                    <a:pt x="235418" y="319761"/>
                  </a:lnTo>
                  <a:lnTo>
                    <a:pt x="240237" y="317513"/>
                  </a:lnTo>
                  <a:lnTo>
                    <a:pt x="244981" y="315113"/>
                  </a:lnTo>
                  <a:lnTo>
                    <a:pt x="249646" y="312563"/>
                  </a:lnTo>
                  <a:lnTo>
                    <a:pt x="254228" y="309866"/>
                  </a:lnTo>
                  <a:lnTo>
                    <a:pt x="258722" y="307025"/>
                  </a:lnTo>
                  <a:lnTo>
                    <a:pt x="263123" y="304043"/>
                  </a:lnTo>
                  <a:lnTo>
                    <a:pt x="267427" y="300922"/>
                  </a:lnTo>
                  <a:lnTo>
                    <a:pt x="271630" y="297665"/>
                  </a:lnTo>
                  <a:lnTo>
                    <a:pt x="275727" y="294277"/>
                  </a:lnTo>
                  <a:lnTo>
                    <a:pt x="279714" y="290760"/>
                  </a:lnTo>
                  <a:lnTo>
                    <a:pt x="283588" y="287118"/>
                  </a:lnTo>
                  <a:lnTo>
                    <a:pt x="287343" y="283355"/>
                  </a:lnTo>
                  <a:lnTo>
                    <a:pt x="290977" y="279474"/>
                  </a:lnTo>
                  <a:lnTo>
                    <a:pt x="294486" y="275479"/>
                  </a:lnTo>
                  <a:lnTo>
                    <a:pt x="297866" y="271375"/>
                  </a:lnTo>
                  <a:lnTo>
                    <a:pt x="301114" y="267166"/>
                  </a:lnTo>
                  <a:lnTo>
                    <a:pt x="304226" y="262855"/>
                  </a:lnTo>
                  <a:lnTo>
                    <a:pt x="307200" y="258448"/>
                  </a:lnTo>
                  <a:lnTo>
                    <a:pt x="310032" y="253948"/>
                  </a:lnTo>
                  <a:lnTo>
                    <a:pt x="312719" y="249361"/>
                  </a:lnTo>
                  <a:lnTo>
                    <a:pt x="315259" y="244690"/>
                  </a:lnTo>
                  <a:lnTo>
                    <a:pt x="317650" y="239941"/>
                  </a:lnTo>
                  <a:lnTo>
                    <a:pt x="319888" y="235119"/>
                  </a:lnTo>
                  <a:lnTo>
                    <a:pt x="321971" y="230227"/>
                  </a:lnTo>
                  <a:lnTo>
                    <a:pt x="323898" y="225272"/>
                  </a:lnTo>
                  <a:lnTo>
                    <a:pt x="325667" y="220258"/>
                  </a:lnTo>
                  <a:lnTo>
                    <a:pt x="327275" y="215191"/>
                  </a:lnTo>
                  <a:lnTo>
                    <a:pt x="328721" y="210075"/>
                  </a:lnTo>
                  <a:lnTo>
                    <a:pt x="330004" y="204915"/>
                  </a:lnTo>
                  <a:lnTo>
                    <a:pt x="331122" y="199717"/>
                  </a:lnTo>
                  <a:lnTo>
                    <a:pt x="332074" y="194486"/>
                  </a:lnTo>
                  <a:lnTo>
                    <a:pt x="332860" y="189228"/>
                  </a:lnTo>
                  <a:lnTo>
                    <a:pt x="333477" y="183947"/>
                  </a:lnTo>
                  <a:lnTo>
                    <a:pt x="333927" y="178650"/>
                  </a:lnTo>
                  <a:lnTo>
                    <a:pt x="334208" y="173341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826449"/>
              <a:ext cx="167053" cy="6173"/>
            </a:xfrm>
            <a:custGeom>
              <a:avLst/>
              <a:pathLst>
                <a:path w="167053" h="6173">
                  <a:moveTo>
                    <a:pt x="167053" y="61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826449"/>
              <a:ext cx="167053" cy="6173"/>
            </a:xfrm>
            <a:custGeom>
              <a:avLst/>
              <a:pathLst>
                <a:path w="167053" h="6173">
                  <a:moveTo>
                    <a:pt x="167053" y="617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746627"/>
              <a:ext cx="167166" cy="85995"/>
            </a:xfrm>
            <a:custGeom>
              <a:avLst/>
              <a:pathLst>
                <a:path w="167166" h="85995">
                  <a:moveTo>
                    <a:pt x="167053" y="85995"/>
                  </a:moveTo>
                  <a:lnTo>
                    <a:pt x="167166" y="80409"/>
                  </a:lnTo>
                  <a:lnTo>
                    <a:pt x="167092" y="74823"/>
                  </a:lnTo>
                  <a:lnTo>
                    <a:pt x="166832" y="69242"/>
                  </a:lnTo>
                  <a:lnTo>
                    <a:pt x="166385" y="63673"/>
                  </a:lnTo>
                  <a:lnTo>
                    <a:pt x="165753" y="58123"/>
                  </a:lnTo>
                  <a:lnTo>
                    <a:pt x="164935" y="52596"/>
                  </a:lnTo>
                  <a:lnTo>
                    <a:pt x="163933" y="47100"/>
                  </a:lnTo>
                  <a:lnTo>
                    <a:pt x="162748" y="41640"/>
                  </a:lnTo>
                  <a:lnTo>
                    <a:pt x="161382" y="36223"/>
                  </a:lnTo>
                  <a:lnTo>
                    <a:pt x="159835" y="30855"/>
                  </a:lnTo>
                  <a:lnTo>
                    <a:pt x="158109" y="25542"/>
                  </a:lnTo>
                  <a:lnTo>
                    <a:pt x="156207" y="20289"/>
                  </a:lnTo>
                  <a:lnTo>
                    <a:pt x="154131" y="15102"/>
                  </a:lnTo>
                  <a:lnTo>
                    <a:pt x="151882" y="9988"/>
                  </a:lnTo>
                  <a:lnTo>
                    <a:pt x="149464" y="4952"/>
                  </a:lnTo>
                  <a:lnTo>
                    <a:pt x="146879" y="0"/>
                  </a:lnTo>
                  <a:lnTo>
                    <a:pt x="0" y="798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146879" cy="167167"/>
            </a:xfrm>
            <a:custGeom>
              <a:avLst/>
              <a:pathLst>
                <a:path w="146879" h="167167">
                  <a:moveTo>
                    <a:pt x="146879" y="87346"/>
                  </a:moveTo>
                  <a:lnTo>
                    <a:pt x="144206" y="82613"/>
                  </a:lnTo>
                  <a:lnTo>
                    <a:pt x="141381" y="77969"/>
                  </a:lnTo>
                  <a:lnTo>
                    <a:pt x="138407" y="73420"/>
                  </a:lnTo>
                  <a:lnTo>
                    <a:pt x="135286" y="68970"/>
                  </a:lnTo>
                  <a:lnTo>
                    <a:pt x="132022" y="64624"/>
                  </a:lnTo>
                  <a:lnTo>
                    <a:pt x="128619" y="60386"/>
                  </a:lnTo>
                  <a:lnTo>
                    <a:pt x="125079" y="56262"/>
                  </a:lnTo>
                  <a:lnTo>
                    <a:pt x="121408" y="52254"/>
                  </a:lnTo>
                  <a:lnTo>
                    <a:pt x="117608" y="48368"/>
                  </a:lnTo>
                  <a:lnTo>
                    <a:pt x="113684" y="44607"/>
                  </a:lnTo>
                  <a:lnTo>
                    <a:pt x="109639" y="40976"/>
                  </a:lnTo>
                  <a:lnTo>
                    <a:pt x="105479" y="37479"/>
                  </a:lnTo>
                  <a:lnTo>
                    <a:pt x="101207" y="34118"/>
                  </a:lnTo>
                  <a:lnTo>
                    <a:pt x="96828" y="30898"/>
                  </a:lnTo>
                  <a:lnTo>
                    <a:pt x="92347" y="27822"/>
                  </a:lnTo>
                  <a:lnTo>
                    <a:pt x="87768" y="24894"/>
                  </a:lnTo>
                  <a:lnTo>
                    <a:pt x="83097" y="22116"/>
                  </a:lnTo>
                  <a:lnTo>
                    <a:pt x="78337" y="19491"/>
                  </a:lnTo>
                  <a:lnTo>
                    <a:pt x="73495" y="17022"/>
                  </a:lnTo>
                  <a:lnTo>
                    <a:pt x="68575" y="14712"/>
                  </a:lnTo>
                  <a:lnTo>
                    <a:pt x="63583" y="12564"/>
                  </a:lnTo>
                  <a:lnTo>
                    <a:pt x="58523" y="10578"/>
                  </a:lnTo>
                  <a:lnTo>
                    <a:pt x="53401" y="8759"/>
                  </a:lnTo>
                  <a:lnTo>
                    <a:pt x="48223" y="7106"/>
                  </a:lnTo>
                  <a:lnTo>
                    <a:pt x="42994" y="5623"/>
                  </a:lnTo>
                  <a:lnTo>
                    <a:pt x="37720" y="4311"/>
                  </a:lnTo>
                  <a:lnTo>
                    <a:pt x="32406" y="3171"/>
                  </a:lnTo>
                  <a:lnTo>
                    <a:pt x="27057" y="2204"/>
                  </a:lnTo>
                  <a:lnTo>
                    <a:pt x="21680" y="1411"/>
                  </a:lnTo>
                  <a:lnTo>
                    <a:pt x="16280" y="794"/>
                  </a:lnTo>
                  <a:lnTo>
                    <a:pt x="10863" y="353"/>
                  </a:lnTo>
                  <a:lnTo>
                    <a:pt x="543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561307" y="4213821"/>
              <a:ext cx="167164" cy="313623"/>
            </a:xfrm>
            <a:custGeom>
              <a:avLst/>
              <a:pathLst>
                <a:path w="167164" h="313623">
                  <a:moveTo>
                    <a:pt x="167164" y="0"/>
                  </a:moveTo>
                  <a:lnTo>
                    <a:pt x="161786" y="86"/>
                  </a:lnTo>
                  <a:lnTo>
                    <a:pt x="156414" y="346"/>
                  </a:lnTo>
                  <a:lnTo>
                    <a:pt x="151052" y="778"/>
                  </a:lnTo>
                  <a:lnTo>
                    <a:pt x="145708" y="1382"/>
                  </a:lnTo>
                  <a:lnTo>
                    <a:pt x="140385" y="2158"/>
                  </a:lnTo>
                  <a:lnTo>
                    <a:pt x="135090" y="3105"/>
                  </a:lnTo>
                  <a:lnTo>
                    <a:pt x="129829" y="4222"/>
                  </a:lnTo>
                  <a:lnTo>
                    <a:pt x="124606" y="5507"/>
                  </a:lnTo>
                  <a:lnTo>
                    <a:pt x="119427" y="6960"/>
                  </a:lnTo>
                  <a:lnTo>
                    <a:pt x="114298" y="8579"/>
                  </a:lnTo>
                  <a:lnTo>
                    <a:pt x="109223" y="10362"/>
                  </a:lnTo>
                  <a:lnTo>
                    <a:pt x="104209" y="12307"/>
                  </a:lnTo>
                  <a:lnTo>
                    <a:pt x="99259" y="14413"/>
                  </a:lnTo>
                  <a:lnTo>
                    <a:pt x="94380" y="16676"/>
                  </a:lnTo>
                  <a:lnTo>
                    <a:pt x="89576" y="19096"/>
                  </a:lnTo>
                  <a:lnTo>
                    <a:pt x="84853" y="21669"/>
                  </a:lnTo>
                  <a:lnTo>
                    <a:pt x="80214" y="24392"/>
                  </a:lnTo>
                  <a:lnTo>
                    <a:pt x="75666" y="27263"/>
                  </a:lnTo>
                  <a:lnTo>
                    <a:pt x="71213" y="30279"/>
                  </a:lnTo>
                  <a:lnTo>
                    <a:pt x="66858" y="33437"/>
                  </a:lnTo>
                  <a:lnTo>
                    <a:pt x="62608" y="36733"/>
                  </a:lnTo>
                  <a:lnTo>
                    <a:pt x="58466" y="40164"/>
                  </a:lnTo>
                  <a:lnTo>
                    <a:pt x="54436" y="43727"/>
                  </a:lnTo>
                  <a:lnTo>
                    <a:pt x="50523" y="47418"/>
                  </a:lnTo>
                  <a:lnTo>
                    <a:pt x="46731" y="51232"/>
                  </a:lnTo>
                  <a:lnTo>
                    <a:pt x="43064" y="55167"/>
                  </a:lnTo>
                  <a:lnTo>
                    <a:pt x="39525" y="59217"/>
                  </a:lnTo>
                  <a:lnTo>
                    <a:pt x="36118" y="63379"/>
                  </a:lnTo>
                  <a:lnTo>
                    <a:pt x="32847" y="67649"/>
                  </a:lnTo>
                  <a:lnTo>
                    <a:pt x="29715" y="72022"/>
                  </a:lnTo>
                  <a:lnTo>
                    <a:pt x="26725" y="76493"/>
                  </a:lnTo>
                  <a:lnTo>
                    <a:pt x="23880" y="81058"/>
                  </a:lnTo>
                  <a:lnTo>
                    <a:pt x="21184" y="85712"/>
                  </a:lnTo>
                  <a:lnTo>
                    <a:pt x="18639" y="90451"/>
                  </a:lnTo>
                  <a:lnTo>
                    <a:pt x="16248" y="95269"/>
                  </a:lnTo>
                  <a:lnTo>
                    <a:pt x="14013" y="100161"/>
                  </a:lnTo>
                  <a:lnTo>
                    <a:pt x="11937" y="105123"/>
                  </a:lnTo>
                  <a:lnTo>
                    <a:pt x="10021" y="110149"/>
                  </a:lnTo>
                  <a:lnTo>
                    <a:pt x="8268" y="115234"/>
                  </a:lnTo>
                  <a:lnTo>
                    <a:pt x="6680" y="120373"/>
                  </a:lnTo>
                  <a:lnTo>
                    <a:pt x="5257" y="125560"/>
                  </a:lnTo>
                  <a:lnTo>
                    <a:pt x="4003" y="130790"/>
                  </a:lnTo>
                  <a:lnTo>
                    <a:pt x="2917" y="136058"/>
                  </a:lnTo>
                  <a:lnTo>
                    <a:pt x="2001" y="141358"/>
                  </a:lnTo>
                  <a:lnTo>
                    <a:pt x="1256" y="146685"/>
                  </a:lnTo>
                  <a:lnTo>
                    <a:pt x="683" y="152033"/>
                  </a:lnTo>
                  <a:lnTo>
                    <a:pt x="282" y="157397"/>
                  </a:lnTo>
                  <a:lnTo>
                    <a:pt x="54" y="162771"/>
                  </a:lnTo>
                  <a:lnTo>
                    <a:pt x="0" y="168149"/>
                  </a:lnTo>
                  <a:lnTo>
                    <a:pt x="118" y="173527"/>
                  </a:lnTo>
                  <a:lnTo>
                    <a:pt x="409" y="178898"/>
                  </a:lnTo>
                  <a:lnTo>
                    <a:pt x="872" y="184256"/>
                  </a:lnTo>
                  <a:lnTo>
                    <a:pt x="1508" y="189597"/>
                  </a:lnTo>
                  <a:lnTo>
                    <a:pt x="2316" y="194915"/>
                  </a:lnTo>
                  <a:lnTo>
                    <a:pt x="3294" y="200204"/>
                  </a:lnTo>
                  <a:lnTo>
                    <a:pt x="4441" y="205459"/>
                  </a:lnTo>
                  <a:lnTo>
                    <a:pt x="5758" y="210674"/>
                  </a:lnTo>
                  <a:lnTo>
                    <a:pt x="7241" y="215844"/>
                  </a:lnTo>
                  <a:lnTo>
                    <a:pt x="8890" y="220964"/>
                  </a:lnTo>
                  <a:lnTo>
                    <a:pt x="10702" y="226028"/>
                  </a:lnTo>
                  <a:lnTo>
                    <a:pt x="12677" y="231031"/>
                  </a:lnTo>
                  <a:lnTo>
                    <a:pt x="14811" y="235968"/>
                  </a:lnTo>
                  <a:lnTo>
                    <a:pt x="17104" y="240834"/>
                  </a:lnTo>
                  <a:lnTo>
                    <a:pt x="19551" y="245624"/>
                  </a:lnTo>
                  <a:lnTo>
                    <a:pt x="22152" y="250332"/>
                  </a:lnTo>
                  <a:lnTo>
                    <a:pt x="24903" y="254954"/>
                  </a:lnTo>
                  <a:lnTo>
                    <a:pt x="27800" y="259486"/>
                  </a:lnTo>
                  <a:lnTo>
                    <a:pt x="30843" y="263921"/>
                  </a:lnTo>
                  <a:lnTo>
                    <a:pt x="34026" y="268257"/>
                  </a:lnTo>
                  <a:lnTo>
                    <a:pt x="37347" y="272488"/>
                  </a:lnTo>
                  <a:lnTo>
                    <a:pt x="40803" y="276610"/>
                  </a:lnTo>
                  <a:lnTo>
                    <a:pt x="44389" y="280618"/>
                  </a:lnTo>
                  <a:lnTo>
                    <a:pt x="48102" y="284509"/>
                  </a:lnTo>
                  <a:lnTo>
                    <a:pt x="51939" y="288279"/>
                  </a:lnTo>
                  <a:lnTo>
                    <a:pt x="55895" y="291923"/>
                  </a:lnTo>
                  <a:lnTo>
                    <a:pt x="59966" y="295438"/>
                  </a:lnTo>
                  <a:lnTo>
                    <a:pt x="64148" y="298821"/>
                  </a:lnTo>
                  <a:lnTo>
                    <a:pt x="68437" y="302067"/>
                  </a:lnTo>
                  <a:lnTo>
                    <a:pt x="72828" y="305173"/>
                  </a:lnTo>
                  <a:lnTo>
                    <a:pt x="77317" y="308137"/>
                  </a:lnTo>
                  <a:lnTo>
                    <a:pt x="81899" y="310954"/>
                  </a:lnTo>
                  <a:lnTo>
                    <a:pt x="86569" y="3136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647876" y="4380988"/>
              <a:ext cx="80595" cy="146455"/>
            </a:xfrm>
            <a:custGeom>
              <a:avLst/>
              <a:pathLst>
                <a:path w="80595" h="146455">
                  <a:moveTo>
                    <a:pt x="0" y="146455"/>
                  </a:moveTo>
                  <a:lnTo>
                    <a:pt x="805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647876" y="4380988"/>
              <a:ext cx="80595" cy="161382"/>
            </a:xfrm>
            <a:custGeom>
              <a:avLst/>
              <a:pathLst>
                <a:path w="80595" h="161382">
                  <a:moveTo>
                    <a:pt x="0" y="146455"/>
                  </a:moveTo>
                  <a:lnTo>
                    <a:pt x="5901" y="149552"/>
                  </a:lnTo>
                  <a:lnTo>
                    <a:pt x="11922" y="152410"/>
                  </a:lnTo>
                  <a:lnTo>
                    <a:pt x="18052" y="155026"/>
                  </a:lnTo>
                  <a:lnTo>
                    <a:pt x="24281" y="157396"/>
                  </a:lnTo>
                  <a:lnTo>
                    <a:pt x="30599" y="159516"/>
                  </a:lnTo>
                  <a:lnTo>
                    <a:pt x="36997" y="161382"/>
                  </a:lnTo>
                  <a:lnTo>
                    <a:pt x="805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684874" y="4213821"/>
              <a:ext cx="210754" cy="334327"/>
            </a:xfrm>
            <a:custGeom>
              <a:avLst/>
              <a:pathLst>
                <a:path w="210754" h="334327">
                  <a:moveTo>
                    <a:pt x="0" y="328549"/>
                  </a:moveTo>
                  <a:lnTo>
                    <a:pt x="5157" y="329855"/>
                  </a:lnTo>
                  <a:lnTo>
                    <a:pt x="10353" y="330996"/>
                  </a:lnTo>
                  <a:lnTo>
                    <a:pt x="15583" y="331970"/>
                  </a:lnTo>
                  <a:lnTo>
                    <a:pt x="20842" y="332778"/>
                  </a:lnTo>
                  <a:lnTo>
                    <a:pt x="26123" y="333419"/>
                  </a:lnTo>
                  <a:lnTo>
                    <a:pt x="31422" y="333890"/>
                  </a:lnTo>
                  <a:lnTo>
                    <a:pt x="36734" y="334193"/>
                  </a:lnTo>
                  <a:lnTo>
                    <a:pt x="42052" y="334327"/>
                  </a:lnTo>
                  <a:lnTo>
                    <a:pt x="47372" y="334292"/>
                  </a:lnTo>
                  <a:lnTo>
                    <a:pt x="52689" y="334087"/>
                  </a:lnTo>
                  <a:lnTo>
                    <a:pt x="57996" y="333713"/>
                  </a:lnTo>
                  <a:lnTo>
                    <a:pt x="63288" y="333171"/>
                  </a:lnTo>
                  <a:lnTo>
                    <a:pt x="68561" y="332460"/>
                  </a:lnTo>
                  <a:lnTo>
                    <a:pt x="73808" y="331582"/>
                  </a:lnTo>
                  <a:lnTo>
                    <a:pt x="79024" y="330537"/>
                  </a:lnTo>
                  <a:lnTo>
                    <a:pt x="84205" y="329327"/>
                  </a:lnTo>
                  <a:lnTo>
                    <a:pt x="89345" y="327953"/>
                  </a:lnTo>
                  <a:lnTo>
                    <a:pt x="94438" y="326416"/>
                  </a:lnTo>
                  <a:lnTo>
                    <a:pt x="99480" y="324717"/>
                  </a:lnTo>
                  <a:lnTo>
                    <a:pt x="104465" y="322859"/>
                  </a:lnTo>
                  <a:lnTo>
                    <a:pt x="109388" y="320843"/>
                  </a:lnTo>
                  <a:lnTo>
                    <a:pt x="114245" y="318672"/>
                  </a:lnTo>
                  <a:lnTo>
                    <a:pt x="119030" y="316347"/>
                  </a:lnTo>
                  <a:lnTo>
                    <a:pt x="123739" y="313871"/>
                  </a:lnTo>
                  <a:lnTo>
                    <a:pt x="128367" y="311247"/>
                  </a:lnTo>
                  <a:lnTo>
                    <a:pt x="132909" y="308476"/>
                  </a:lnTo>
                  <a:lnTo>
                    <a:pt x="137360" y="305563"/>
                  </a:lnTo>
                  <a:lnTo>
                    <a:pt x="141717" y="302509"/>
                  </a:lnTo>
                  <a:lnTo>
                    <a:pt x="145974" y="299318"/>
                  </a:lnTo>
                  <a:lnTo>
                    <a:pt x="150127" y="295993"/>
                  </a:lnTo>
                  <a:lnTo>
                    <a:pt x="154173" y="292538"/>
                  </a:lnTo>
                  <a:lnTo>
                    <a:pt x="158106" y="288956"/>
                  </a:lnTo>
                  <a:lnTo>
                    <a:pt x="161924" y="285251"/>
                  </a:lnTo>
                  <a:lnTo>
                    <a:pt x="165621" y="281426"/>
                  </a:lnTo>
                  <a:lnTo>
                    <a:pt x="169195" y="277485"/>
                  </a:lnTo>
                  <a:lnTo>
                    <a:pt x="172642" y="273432"/>
                  </a:lnTo>
                  <a:lnTo>
                    <a:pt x="175958" y="269272"/>
                  </a:lnTo>
                  <a:lnTo>
                    <a:pt x="179140" y="265008"/>
                  </a:lnTo>
                  <a:lnTo>
                    <a:pt x="182185" y="260646"/>
                  </a:lnTo>
                  <a:lnTo>
                    <a:pt x="185089" y="256188"/>
                  </a:lnTo>
                  <a:lnTo>
                    <a:pt x="187851" y="251641"/>
                  </a:lnTo>
                  <a:lnTo>
                    <a:pt x="190466" y="247008"/>
                  </a:lnTo>
                  <a:lnTo>
                    <a:pt x="192932" y="242294"/>
                  </a:lnTo>
                  <a:lnTo>
                    <a:pt x="195247" y="237504"/>
                  </a:lnTo>
                  <a:lnTo>
                    <a:pt x="197408" y="232642"/>
                  </a:lnTo>
                  <a:lnTo>
                    <a:pt x="199414" y="227715"/>
                  </a:lnTo>
                  <a:lnTo>
                    <a:pt x="201262" y="222726"/>
                  </a:lnTo>
                  <a:lnTo>
                    <a:pt x="202950" y="217681"/>
                  </a:lnTo>
                  <a:lnTo>
                    <a:pt x="204476" y="212584"/>
                  </a:lnTo>
                  <a:lnTo>
                    <a:pt x="205840" y="207442"/>
                  </a:lnTo>
                  <a:lnTo>
                    <a:pt x="207040" y="202259"/>
                  </a:lnTo>
                  <a:lnTo>
                    <a:pt x="208074" y="197040"/>
                  </a:lnTo>
                  <a:lnTo>
                    <a:pt x="208941" y="191791"/>
                  </a:lnTo>
                  <a:lnTo>
                    <a:pt x="209641" y="186517"/>
                  </a:lnTo>
                  <a:lnTo>
                    <a:pt x="210172" y="181223"/>
                  </a:lnTo>
                  <a:lnTo>
                    <a:pt x="210535" y="175916"/>
                  </a:lnTo>
                  <a:lnTo>
                    <a:pt x="210729" y="170599"/>
                  </a:lnTo>
                  <a:lnTo>
                    <a:pt x="210754" y="165279"/>
                  </a:lnTo>
                  <a:lnTo>
                    <a:pt x="210609" y="159961"/>
                  </a:lnTo>
                  <a:lnTo>
                    <a:pt x="210295" y="154650"/>
                  </a:lnTo>
                  <a:lnTo>
                    <a:pt x="209812" y="149352"/>
                  </a:lnTo>
                  <a:lnTo>
                    <a:pt x="209161" y="144072"/>
                  </a:lnTo>
                  <a:lnTo>
                    <a:pt x="208342" y="138815"/>
                  </a:lnTo>
                  <a:lnTo>
                    <a:pt x="207357" y="133587"/>
                  </a:lnTo>
                  <a:lnTo>
                    <a:pt x="206205" y="128393"/>
                  </a:lnTo>
                  <a:lnTo>
                    <a:pt x="204889" y="123238"/>
                  </a:lnTo>
                  <a:lnTo>
                    <a:pt x="203410" y="118128"/>
                  </a:lnTo>
                  <a:lnTo>
                    <a:pt x="201768" y="113067"/>
                  </a:lnTo>
                  <a:lnTo>
                    <a:pt x="199967" y="108061"/>
                  </a:lnTo>
                  <a:lnTo>
                    <a:pt x="198007" y="103115"/>
                  </a:lnTo>
                  <a:lnTo>
                    <a:pt x="195890" y="98234"/>
                  </a:lnTo>
                  <a:lnTo>
                    <a:pt x="193620" y="93423"/>
                  </a:lnTo>
                  <a:lnTo>
                    <a:pt x="191197" y="88687"/>
                  </a:lnTo>
                  <a:lnTo>
                    <a:pt x="188625" y="84029"/>
                  </a:lnTo>
                  <a:lnTo>
                    <a:pt x="185906" y="79457"/>
                  </a:lnTo>
                  <a:lnTo>
                    <a:pt x="183043" y="74973"/>
                  </a:lnTo>
                  <a:lnTo>
                    <a:pt x="180038" y="70582"/>
                  </a:lnTo>
                  <a:lnTo>
                    <a:pt x="176896" y="66289"/>
                  </a:lnTo>
                  <a:lnTo>
                    <a:pt x="173618" y="62098"/>
                  </a:lnTo>
                  <a:lnTo>
                    <a:pt x="170209" y="58014"/>
                  </a:lnTo>
                  <a:lnTo>
                    <a:pt x="166672" y="54041"/>
                  </a:lnTo>
                  <a:lnTo>
                    <a:pt x="163009" y="50181"/>
                  </a:lnTo>
                  <a:lnTo>
                    <a:pt x="159226" y="46441"/>
                  </a:lnTo>
                  <a:lnTo>
                    <a:pt x="155326" y="42823"/>
                  </a:lnTo>
                  <a:lnTo>
                    <a:pt x="151313" y="39330"/>
                  </a:lnTo>
                  <a:lnTo>
                    <a:pt x="147190" y="35967"/>
                  </a:lnTo>
                  <a:lnTo>
                    <a:pt x="142963" y="32737"/>
                  </a:lnTo>
                  <a:lnTo>
                    <a:pt x="138635" y="29643"/>
                  </a:lnTo>
                  <a:lnTo>
                    <a:pt x="134211" y="26689"/>
                  </a:lnTo>
                  <a:lnTo>
                    <a:pt x="129694" y="23876"/>
                  </a:lnTo>
                  <a:lnTo>
                    <a:pt x="125091" y="21209"/>
                  </a:lnTo>
                  <a:lnTo>
                    <a:pt x="120405" y="18690"/>
                  </a:lnTo>
                  <a:lnTo>
                    <a:pt x="115642" y="16321"/>
                  </a:lnTo>
                  <a:lnTo>
                    <a:pt x="110805" y="14105"/>
                  </a:lnTo>
                  <a:lnTo>
                    <a:pt x="105901" y="12044"/>
                  </a:lnTo>
                  <a:lnTo>
                    <a:pt x="100933" y="10140"/>
                  </a:lnTo>
                  <a:lnTo>
                    <a:pt x="95907" y="8395"/>
                  </a:lnTo>
                  <a:lnTo>
                    <a:pt x="90828" y="6811"/>
                  </a:lnTo>
                  <a:lnTo>
                    <a:pt x="85701" y="5389"/>
                  </a:lnTo>
                  <a:lnTo>
                    <a:pt x="80532" y="4131"/>
                  </a:lnTo>
                  <a:lnTo>
                    <a:pt x="75325" y="3038"/>
                  </a:lnTo>
                  <a:lnTo>
                    <a:pt x="70087" y="2112"/>
                  </a:lnTo>
                  <a:lnTo>
                    <a:pt x="64821" y="1352"/>
                  </a:lnTo>
                  <a:lnTo>
                    <a:pt x="59534" y="761"/>
                  </a:lnTo>
                  <a:lnTo>
                    <a:pt x="54230" y="338"/>
                  </a:lnTo>
                  <a:lnTo>
                    <a:pt x="48916" y="84"/>
                  </a:lnTo>
                  <a:lnTo>
                    <a:pt x="43597" y="0"/>
                  </a:lnTo>
                  <a:lnTo>
                    <a:pt x="435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751863" y="3707720"/>
              <a:ext cx="274851" cy="334334"/>
            </a:xfrm>
            <a:custGeom>
              <a:avLst/>
              <a:pathLst>
                <a:path w="274851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5" y="3024"/>
                  </a:lnTo>
                  <a:lnTo>
                    <a:pt x="130301" y="4111"/>
                  </a:lnTo>
                  <a:lnTo>
                    <a:pt x="125143" y="5363"/>
                  </a:lnTo>
                  <a:lnTo>
                    <a:pt x="120028" y="6778"/>
                  </a:lnTo>
                  <a:lnTo>
                    <a:pt x="114960" y="8354"/>
                  </a:lnTo>
                  <a:lnTo>
                    <a:pt x="109945" y="10091"/>
                  </a:lnTo>
                  <a:lnTo>
                    <a:pt x="104988" y="11986"/>
                  </a:lnTo>
                  <a:lnTo>
                    <a:pt x="100093" y="14038"/>
                  </a:lnTo>
                  <a:lnTo>
                    <a:pt x="95266" y="16243"/>
                  </a:lnTo>
                  <a:lnTo>
                    <a:pt x="90511" y="18601"/>
                  </a:lnTo>
                  <a:lnTo>
                    <a:pt x="85834" y="21109"/>
                  </a:lnTo>
                  <a:lnTo>
                    <a:pt x="81238" y="23764"/>
                  </a:lnTo>
                  <a:lnTo>
                    <a:pt x="76730" y="26563"/>
                  </a:lnTo>
                  <a:lnTo>
                    <a:pt x="72312" y="29504"/>
                  </a:lnTo>
                  <a:lnTo>
                    <a:pt x="67990" y="32584"/>
                  </a:lnTo>
                  <a:lnTo>
                    <a:pt x="63767" y="35800"/>
                  </a:lnTo>
                  <a:lnTo>
                    <a:pt x="59649" y="39147"/>
                  </a:lnTo>
                  <a:lnTo>
                    <a:pt x="55640" y="42624"/>
                  </a:lnTo>
                  <a:lnTo>
                    <a:pt x="51742" y="46227"/>
                  </a:lnTo>
                  <a:lnTo>
                    <a:pt x="47961" y="49951"/>
                  </a:lnTo>
                  <a:lnTo>
                    <a:pt x="44301" y="53794"/>
                  </a:lnTo>
                  <a:lnTo>
                    <a:pt x="40763" y="57751"/>
                  </a:lnTo>
                  <a:lnTo>
                    <a:pt x="37354" y="61818"/>
                  </a:lnTo>
                  <a:lnTo>
                    <a:pt x="34075" y="65991"/>
                  </a:lnTo>
                  <a:lnTo>
                    <a:pt x="30930" y="70266"/>
                  </a:lnTo>
                  <a:lnTo>
                    <a:pt x="27923" y="74639"/>
                  </a:lnTo>
                  <a:lnTo>
                    <a:pt x="25056" y="79105"/>
                  </a:lnTo>
                  <a:lnTo>
                    <a:pt x="22332" y="83660"/>
                  </a:lnTo>
                  <a:lnTo>
                    <a:pt x="19754" y="88300"/>
                  </a:lnTo>
                  <a:lnTo>
                    <a:pt x="17325" y="93018"/>
                  </a:lnTo>
                  <a:lnTo>
                    <a:pt x="15047" y="97812"/>
                  </a:lnTo>
                  <a:lnTo>
                    <a:pt x="12922" y="102675"/>
                  </a:lnTo>
                  <a:lnTo>
                    <a:pt x="10952" y="107603"/>
                  </a:lnTo>
                  <a:lnTo>
                    <a:pt x="9140" y="112591"/>
                  </a:lnTo>
                  <a:lnTo>
                    <a:pt x="7487" y="117635"/>
                  </a:lnTo>
                  <a:lnTo>
                    <a:pt x="5995" y="122728"/>
                  </a:lnTo>
                  <a:lnTo>
                    <a:pt x="4666" y="127866"/>
                  </a:lnTo>
                  <a:lnTo>
                    <a:pt x="3500" y="133044"/>
                  </a:lnTo>
                  <a:lnTo>
                    <a:pt x="2500" y="138256"/>
                  </a:lnTo>
                  <a:lnTo>
                    <a:pt x="1665" y="143497"/>
                  </a:lnTo>
                  <a:lnTo>
                    <a:pt x="997" y="148762"/>
                  </a:lnTo>
                  <a:lnTo>
                    <a:pt x="496" y="154045"/>
                  </a:lnTo>
                  <a:lnTo>
                    <a:pt x="164" y="159342"/>
                  </a:lnTo>
                  <a:lnTo>
                    <a:pt x="0" y="164647"/>
                  </a:lnTo>
                  <a:lnTo>
                    <a:pt x="4" y="169954"/>
                  </a:lnTo>
                  <a:lnTo>
                    <a:pt x="176" y="175259"/>
                  </a:lnTo>
                  <a:lnTo>
                    <a:pt x="517" y="180555"/>
                  </a:lnTo>
                  <a:lnTo>
                    <a:pt x="1026" y="185838"/>
                  </a:lnTo>
                  <a:lnTo>
                    <a:pt x="1703" y="191102"/>
                  </a:lnTo>
                  <a:lnTo>
                    <a:pt x="2546" y="196342"/>
                  </a:lnTo>
                  <a:lnTo>
                    <a:pt x="3555" y="201552"/>
                  </a:lnTo>
                  <a:lnTo>
                    <a:pt x="4729" y="206728"/>
                  </a:lnTo>
                  <a:lnTo>
                    <a:pt x="6067" y="211864"/>
                  </a:lnTo>
                  <a:lnTo>
                    <a:pt x="7567" y="216954"/>
                  </a:lnTo>
                  <a:lnTo>
                    <a:pt x="9228" y="221995"/>
                  </a:lnTo>
                  <a:lnTo>
                    <a:pt x="11048" y="226981"/>
                  </a:lnTo>
                  <a:lnTo>
                    <a:pt x="13025" y="231906"/>
                  </a:lnTo>
                  <a:lnTo>
                    <a:pt x="15158" y="236766"/>
                  </a:lnTo>
                  <a:lnTo>
                    <a:pt x="17444" y="241555"/>
                  </a:lnTo>
                  <a:lnTo>
                    <a:pt x="19881" y="246270"/>
                  </a:lnTo>
                  <a:lnTo>
                    <a:pt x="22466" y="250905"/>
                  </a:lnTo>
                  <a:lnTo>
                    <a:pt x="25197" y="255456"/>
                  </a:lnTo>
                  <a:lnTo>
                    <a:pt x="28071" y="259917"/>
                  </a:lnTo>
                  <a:lnTo>
                    <a:pt x="31086" y="264285"/>
                  </a:lnTo>
                  <a:lnTo>
                    <a:pt x="34237" y="268556"/>
                  </a:lnTo>
                  <a:lnTo>
                    <a:pt x="37522" y="272724"/>
                  </a:lnTo>
                  <a:lnTo>
                    <a:pt x="40939" y="276785"/>
                  </a:lnTo>
                  <a:lnTo>
                    <a:pt x="44482" y="280736"/>
                  </a:lnTo>
                  <a:lnTo>
                    <a:pt x="48149" y="284573"/>
                  </a:lnTo>
                  <a:lnTo>
                    <a:pt x="51936" y="288291"/>
                  </a:lnTo>
                  <a:lnTo>
                    <a:pt x="55839" y="291888"/>
                  </a:lnTo>
                  <a:lnTo>
                    <a:pt x="59854" y="295358"/>
                  </a:lnTo>
                  <a:lnTo>
                    <a:pt x="63978" y="298700"/>
                  </a:lnTo>
                  <a:lnTo>
                    <a:pt x="68205" y="301908"/>
                  </a:lnTo>
                  <a:lnTo>
                    <a:pt x="72532" y="304981"/>
                  </a:lnTo>
                  <a:lnTo>
                    <a:pt x="76954" y="307915"/>
                  </a:lnTo>
                  <a:lnTo>
                    <a:pt x="81468" y="310707"/>
                  </a:lnTo>
                  <a:lnTo>
                    <a:pt x="86068" y="313355"/>
                  </a:lnTo>
                  <a:lnTo>
                    <a:pt x="90749" y="315855"/>
                  </a:lnTo>
                  <a:lnTo>
                    <a:pt x="95508" y="318205"/>
                  </a:lnTo>
                  <a:lnTo>
                    <a:pt x="100338" y="320403"/>
                  </a:lnTo>
                  <a:lnTo>
                    <a:pt x="105236" y="322447"/>
                  </a:lnTo>
                  <a:lnTo>
                    <a:pt x="110197" y="324334"/>
                  </a:lnTo>
                  <a:lnTo>
                    <a:pt x="115214" y="326063"/>
                  </a:lnTo>
                  <a:lnTo>
                    <a:pt x="120285" y="327631"/>
                  </a:lnTo>
                  <a:lnTo>
                    <a:pt x="125402" y="329038"/>
                  </a:lnTo>
                  <a:lnTo>
                    <a:pt x="130562" y="330282"/>
                  </a:lnTo>
                  <a:lnTo>
                    <a:pt x="135758" y="331361"/>
                  </a:lnTo>
                  <a:lnTo>
                    <a:pt x="140986" y="332274"/>
                  </a:lnTo>
                  <a:lnTo>
                    <a:pt x="146240" y="333022"/>
                  </a:lnTo>
                  <a:lnTo>
                    <a:pt x="151516" y="333602"/>
                  </a:lnTo>
                  <a:lnTo>
                    <a:pt x="156807" y="334014"/>
                  </a:lnTo>
                  <a:lnTo>
                    <a:pt x="162109" y="334258"/>
                  </a:lnTo>
                  <a:lnTo>
                    <a:pt x="167415" y="334334"/>
                  </a:lnTo>
                  <a:lnTo>
                    <a:pt x="172722" y="334241"/>
                  </a:lnTo>
                  <a:lnTo>
                    <a:pt x="178023" y="333980"/>
                  </a:lnTo>
                  <a:lnTo>
                    <a:pt x="183312" y="333551"/>
                  </a:lnTo>
                  <a:lnTo>
                    <a:pt x="188586" y="332954"/>
                  </a:lnTo>
                  <a:lnTo>
                    <a:pt x="193838" y="332190"/>
                  </a:lnTo>
                  <a:lnTo>
                    <a:pt x="199063" y="331260"/>
                  </a:lnTo>
                  <a:lnTo>
                    <a:pt x="204256" y="330164"/>
                  </a:lnTo>
                  <a:lnTo>
                    <a:pt x="209411" y="328904"/>
                  </a:lnTo>
                  <a:lnTo>
                    <a:pt x="214524" y="327481"/>
                  </a:lnTo>
                  <a:lnTo>
                    <a:pt x="219589" y="325896"/>
                  </a:lnTo>
                  <a:lnTo>
                    <a:pt x="224602" y="324151"/>
                  </a:lnTo>
                  <a:lnTo>
                    <a:pt x="229556" y="322248"/>
                  </a:lnTo>
                  <a:lnTo>
                    <a:pt x="234447" y="320189"/>
                  </a:lnTo>
                  <a:lnTo>
                    <a:pt x="239271" y="317975"/>
                  </a:lnTo>
                  <a:lnTo>
                    <a:pt x="244022" y="315610"/>
                  </a:lnTo>
                  <a:lnTo>
                    <a:pt x="248695" y="313095"/>
                  </a:lnTo>
                  <a:lnTo>
                    <a:pt x="253287" y="310433"/>
                  </a:lnTo>
                  <a:lnTo>
                    <a:pt x="257791" y="307626"/>
                  </a:lnTo>
                  <a:lnTo>
                    <a:pt x="262204" y="304678"/>
                  </a:lnTo>
                  <a:lnTo>
                    <a:pt x="266521" y="301591"/>
                  </a:lnTo>
                  <a:lnTo>
                    <a:pt x="270739" y="298369"/>
                  </a:lnTo>
                  <a:lnTo>
                    <a:pt x="274851" y="29501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923"/>
              <a:ext cx="167159" cy="294812"/>
            </a:xfrm>
            <a:custGeom>
              <a:avLst/>
              <a:pathLst>
                <a:path w="167159" h="294812">
                  <a:moveTo>
                    <a:pt x="107703" y="294812"/>
                  </a:moveTo>
                  <a:lnTo>
                    <a:pt x="111725" y="291312"/>
                  </a:lnTo>
                  <a:lnTo>
                    <a:pt x="115634" y="287686"/>
                  </a:lnTo>
                  <a:lnTo>
                    <a:pt x="119425" y="283936"/>
                  </a:lnTo>
                  <a:lnTo>
                    <a:pt x="123095" y="280068"/>
                  </a:lnTo>
                  <a:lnTo>
                    <a:pt x="126639" y="276085"/>
                  </a:lnTo>
                  <a:lnTo>
                    <a:pt x="130055" y="271991"/>
                  </a:lnTo>
                  <a:lnTo>
                    <a:pt x="133338" y="267790"/>
                  </a:lnTo>
                  <a:lnTo>
                    <a:pt x="136486" y="263486"/>
                  </a:lnTo>
                  <a:lnTo>
                    <a:pt x="139494" y="259084"/>
                  </a:lnTo>
                  <a:lnTo>
                    <a:pt x="142361" y="254589"/>
                  </a:lnTo>
                  <a:lnTo>
                    <a:pt x="145083" y="250004"/>
                  </a:lnTo>
                  <a:lnTo>
                    <a:pt x="147658" y="245335"/>
                  </a:lnTo>
                  <a:lnTo>
                    <a:pt x="150082" y="240586"/>
                  </a:lnTo>
                  <a:lnTo>
                    <a:pt x="152354" y="235762"/>
                  </a:lnTo>
                  <a:lnTo>
                    <a:pt x="154470" y="230869"/>
                  </a:lnTo>
                  <a:lnTo>
                    <a:pt x="156430" y="225910"/>
                  </a:lnTo>
                  <a:lnTo>
                    <a:pt x="158230" y="220891"/>
                  </a:lnTo>
                  <a:lnTo>
                    <a:pt x="159869" y="215817"/>
                  </a:lnTo>
                  <a:lnTo>
                    <a:pt x="161346" y="210694"/>
                  </a:lnTo>
                  <a:lnTo>
                    <a:pt x="162658" y="205526"/>
                  </a:lnTo>
                  <a:lnTo>
                    <a:pt x="163805" y="200319"/>
                  </a:lnTo>
                  <a:lnTo>
                    <a:pt x="164786" y="195078"/>
                  </a:lnTo>
                  <a:lnTo>
                    <a:pt x="165599" y="189809"/>
                  </a:lnTo>
                  <a:lnTo>
                    <a:pt x="166243" y="184516"/>
                  </a:lnTo>
                  <a:lnTo>
                    <a:pt x="166718" y="179205"/>
                  </a:lnTo>
                  <a:lnTo>
                    <a:pt x="167024" y="173882"/>
                  </a:lnTo>
                  <a:lnTo>
                    <a:pt x="167159" y="168552"/>
                  </a:lnTo>
                  <a:lnTo>
                    <a:pt x="167125" y="163220"/>
                  </a:lnTo>
                  <a:lnTo>
                    <a:pt x="166921" y="157892"/>
                  </a:lnTo>
                  <a:lnTo>
                    <a:pt x="166546" y="152574"/>
                  </a:lnTo>
                  <a:lnTo>
                    <a:pt x="166003" y="147270"/>
                  </a:lnTo>
                  <a:lnTo>
                    <a:pt x="165290" y="141986"/>
                  </a:lnTo>
                  <a:lnTo>
                    <a:pt x="164410" y="136727"/>
                  </a:lnTo>
                  <a:lnTo>
                    <a:pt x="163362" y="131499"/>
                  </a:lnTo>
                  <a:lnTo>
                    <a:pt x="162147" y="126307"/>
                  </a:lnTo>
                  <a:lnTo>
                    <a:pt x="160768" y="121157"/>
                  </a:lnTo>
                  <a:lnTo>
                    <a:pt x="159226" y="116053"/>
                  </a:lnTo>
                  <a:lnTo>
                    <a:pt x="157521" y="111001"/>
                  </a:lnTo>
                  <a:lnTo>
                    <a:pt x="155656" y="106006"/>
                  </a:lnTo>
                  <a:lnTo>
                    <a:pt x="153633" y="101073"/>
                  </a:lnTo>
                  <a:lnTo>
                    <a:pt x="151454" y="96207"/>
                  </a:lnTo>
                  <a:lnTo>
                    <a:pt x="149120" y="91413"/>
                  </a:lnTo>
                  <a:lnTo>
                    <a:pt x="146635" y="86695"/>
                  </a:lnTo>
                  <a:lnTo>
                    <a:pt x="144000" y="82060"/>
                  </a:lnTo>
                  <a:lnTo>
                    <a:pt x="141219" y="77511"/>
                  </a:lnTo>
                  <a:lnTo>
                    <a:pt x="138295" y="73052"/>
                  </a:lnTo>
                  <a:lnTo>
                    <a:pt x="135229" y="68690"/>
                  </a:lnTo>
                  <a:lnTo>
                    <a:pt x="132026" y="64427"/>
                  </a:lnTo>
                  <a:lnTo>
                    <a:pt x="128689" y="60269"/>
                  </a:lnTo>
                  <a:lnTo>
                    <a:pt x="125221" y="56219"/>
                  </a:lnTo>
                  <a:lnTo>
                    <a:pt x="121626" y="52282"/>
                  </a:lnTo>
                  <a:lnTo>
                    <a:pt x="117906" y="48461"/>
                  </a:lnTo>
                  <a:lnTo>
                    <a:pt x="114067" y="44761"/>
                  </a:lnTo>
                  <a:lnTo>
                    <a:pt x="110112" y="41186"/>
                  </a:lnTo>
                  <a:lnTo>
                    <a:pt x="106045" y="37738"/>
                  </a:lnTo>
                  <a:lnTo>
                    <a:pt x="101870" y="34422"/>
                  </a:lnTo>
                  <a:lnTo>
                    <a:pt x="97591" y="31241"/>
                  </a:lnTo>
                  <a:lnTo>
                    <a:pt x="93213" y="28197"/>
                  </a:lnTo>
                  <a:lnTo>
                    <a:pt x="88740" y="25295"/>
                  </a:lnTo>
                  <a:lnTo>
                    <a:pt x="84177" y="22537"/>
                  </a:lnTo>
                  <a:lnTo>
                    <a:pt x="79528" y="19926"/>
                  </a:lnTo>
                  <a:lnTo>
                    <a:pt x="74798" y="17465"/>
                  </a:lnTo>
                  <a:lnTo>
                    <a:pt x="69992" y="15155"/>
                  </a:lnTo>
                  <a:lnTo>
                    <a:pt x="65115" y="13000"/>
                  </a:lnTo>
                  <a:lnTo>
                    <a:pt x="60172" y="11002"/>
                  </a:lnTo>
                  <a:lnTo>
                    <a:pt x="55168" y="9162"/>
                  </a:lnTo>
                  <a:lnTo>
                    <a:pt x="50107" y="7483"/>
                  </a:lnTo>
                  <a:lnTo>
                    <a:pt x="44996" y="5966"/>
                  </a:lnTo>
                  <a:lnTo>
                    <a:pt x="39838" y="4613"/>
                  </a:lnTo>
                  <a:lnTo>
                    <a:pt x="34641" y="3425"/>
                  </a:lnTo>
                  <a:lnTo>
                    <a:pt x="29407" y="2404"/>
                  </a:lnTo>
                  <a:lnTo>
                    <a:pt x="24144" y="1550"/>
                  </a:lnTo>
                  <a:lnTo>
                    <a:pt x="18857" y="864"/>
                  </a:lnTo>
                  <a:lnTo>
                    <a:pt x="13550" y="347"/>
                  </a:lnTo>
                  <a:lnTo>
                    <a:pt x="8230" y="0"/>
                  </a:lnTo>
                  <a:lnTo>
                    <a:pt x="0" y="166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8230" cy="167167"/>
            </a:xfrm>
            <a:custGeom>
              <a:avLst/>
              <a:pathLst>
                <a:path w="8230" h="167167">
                  <a:moveTo>
                    <a:pt x="8230" y="20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tx80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2025-06-06T08:22:58Z</dcterms:modified>
  <cp:category/>
</cp:coreProperties>
</file>