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257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233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26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47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034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9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9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472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2056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23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90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219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476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844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898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99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083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630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591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1603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1292" y="3170392"/>
              <a:ext cx="2486" cy="167167"/>
            </a:xfrm>
            <a:custGeom>
              <a:avLst/>
              <a:pathLst>
                <a:path w="2486" h="167167">
                  <a:moveTo>
                    <a:pt x="2486" y="0"/>
                  </a:moveTo>
                  <a:lnTo>
                    <a:pt x="0" y="18"/>
                  </a:lnTo>
                  <a:lnTo>
                    <a:pt x="248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292" y="3170411"/>
              <a:ext cx="2486" cy="167148"/>
            </a:xfrm>
            <a:custGeom>
              <a:avLst/>
              <a:pathLst>
                <a:path w="2486" h="167148">
                  <a:moveTo>
                    <a:pt x="0" y="0"/>
                  </a:moveTo>
                  <a:lnTo>
                    <a:pt x="2486" y="1671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16618" y="3170411"/>
              <a:ext cx="334324" cy="334316"/>
            </a:xfrm>
            <a:custGeom>
              <a:avLst/>
              <a:pathLst>
                <a:path w="334324" h="334316">
                  <a:moveTo>
                    <a:pt x="164674" y="0"/>
                  </a:moveTo>
                  <a:lnTo>
                    <a:pt x="159398" y="161"/>
                  </a:lnTo>
                  <a:lnTo>
                    <a:pt x="154130" y="490"/>
                  </a:lnTo>
                  <a:lnTo>
                    <a:pt x="148875" y="984"/>
                  </a:lnTo>
                  <a:lnTo>
                    <a:pt x="143638" y="1644"/>
                  </a:lnTo>
                  <a:lnTo>
                    <a:pt x="138424" y="2469"/>
                  </a:lnTo>
                  <a:lnTo>
                    <a:pt x="133240" y="3459"/>
                  </a:lnTo>
                  <a:lnTo>
                    <a:pt x="128089" y="4611"/>
                  </a:lnTo>
                  <a:lnTo>
                    <a:pt x="122976" y="5926"/>
                  </a:lnTo>
                  <a:lnTo>
                    <a:pt x="117908" y="7401"/>
                  </a:lnTo>
                  <a:lnTo>
                    <a:pt x="112890" y="9036"/>
                  </a:lnTo>
                  <a:lnTo>
                    <a:pt x="107925" y="10828"/>
                  </a:lnTo>
                  <a:lnTo>
                    <a:pt x="103019" y="12776"/>
                  </a:lnTo>
                  <a:lnTo>
                    <a:pt x="98177" y="14878"/>
                  </a:lnTo>
                  <a:lnTo>
                    <a:pt x="93404" y="17132"/>
                  </a:lnTo>
                  <a:lnTo>
                    <a:pt x="88705" y="19535"/>
                  </a:lnTo>
                  <a:lnTo>
                    <a:pt x="84084" y="22086"/>
                  </a:lnTo>
                  <a:lnTo>
                    <a:pt x="79545" y="24781"/>
                  </a:lnTo>
                  <a:lnTo>
                    <a:pt x="75094" y="27618"/>
                  </a:lnTo>
                  <a:lnTo>
                    <a:pt x="70735" y="30594"/>
                  </a:lnTo>
                  <a:lnTo>
                    <a:pt x="66472" y="33707"/>
                  </a:lnTo>
                  <a:lnTo>
                    <a:pt x="62309" y="36952"/>
                  </a:lnTo>
                  <a:lnTo>
                    <a:pt x="58251" y="40327"/>
                  </a:lnTo>
                  <a:lnTo>
                    <a:pt x="54301" y="43829"/>
                  </a:lnTo>
                  <a:lnTo>
                    <a:pt x="50464" y="47454"/>
                  </a:lnTo>
                  <a:lnTo>
                    <a:pt x="46743" y="51198"/>
                  </a:lnTo>
                  <a:lnTo>
                    <a:pt x="43143" y="55057"/>
                  </a:lnTo>
                  <a:lnTo>
                    <a:pt x="39665" y="59028"/>
                  </a:lnTo>
                  <a:lnTo>
                    <a:pt x="36316" y="63108"/>
                  </a:lnTo>
                  <a:lnTo>
                    <a:pt x="33096" y="67290"/>
                  </a:lnTo>
                  <a:lnTo>
                    <a:pt x="30010" y="71573"/>
                  </a:lnTo>
                  <a:lnTo>
                    <a:pt x="27061" y="75950"/>
                  </a:lnTo>
                  <a:lnTo>
                    <a:pt x="24252" y="80419"/>
                  </a:lnTo>
                  <a:lnTo>
                    <a:pt x="21585" y="84974"/>
                  </a:lnTo>
                  <a:lnTo>
                    <a:pt x="19063" y="89611"/>
                  </a:lnTo>
                  <a:lnTo>
                    <a:pt x="16689" y="94325"/>
                  </a:lnTo>
                  <a:lnTo>
                    <a:pt x="14465" y="99112"/>
                  </a:lnTo>
                  <a:lnTo>
                    <a:pt x="12393" y="103967"/>
                  </a:lnTo>
                  <a:lnTo>
                    <a:pt x="10475" y="108885"/>
                  </a:lnTo>
                  <a:lnTo>
                    <a:pt x="8714" y="113861"/>
                  </a:lnTo>
                  <a:lnTo>
                    <a:pt x="7111" y="118890"/>
                  </a:lnTo>
                  <a:lnTo>
                    <a:pt x="5667" y="123967"/>
                  </a:lnTo>
                  <a:lnTo>
                    <a:pt x="4384" y="129087"/>
                  </a:lnTo>
                  <a:lnTo>
                    <a:pt x="3263" y="134245"/>
                  </a:lnTo>
                  <a:lnTo>
                    <a:pt x="2306" y="139436"/>
                  </a:lnTo>
                  <a:lnTo>
                    <a:pt x="1514" y="144654"/>
                  </a:lnTo>
                  <a:lnTo>
                    <a:pt x="886" y="149895"/>
                  </a:lnTo>
                  <a:lnTo>
                    <a:pt x="424" y="155153"/>
                  </a:lnTo>
                  <a:lnTo>
                    <a:pt x="129" y="160423"/>
                  </a:lnTo>
                  <a:lnTo>
                    <a:pt x="0" y="165700"/>
                  </a:lnTo>
                  <a:lnTo>
                    <a:pt x="37" y="170978"/>
                  </a:lnTo>
                  <a:lnTo>
                    <a:pt x="241" y="176253"/>
                  </a:lnTo>
                  <a:lnTo>
                    <a:pt x="612" y="181518"/>
                  </a:lnTo>
                  <a:lnTo>
                    <a:pt x="1149" y="186769"/>
                  </a:lnTo>
                  <a:lnTo>
                    <a:pt x="1851" y="192001"/>
                  </a:lnTo>
                  <a:lnTo>
                    <a:pt x="2718" y="197207"/>
                  </a:lnTo>
                  <a:lnTo>
                    <a:pt x="3749" y="202384"/>
                  </a:lnTo>
                  <a:lnTo>
                    <a:pt x="4943" y="207526"/>
                  </a:lnTo>
                  <a:lnTo>
                    <a:pt x="6298" y="212627"/>
                  </a:lnTo>
                  <a:lnTo>
                    <a:pt x="7814" y="217683"/>
                  </a:lnTo>
                  <a:lnTo>
                    <a:pt x="9489" y="222688"/>
                  </a:lnTo>
                  <a:lnTo>
                    <a:pt x="11321" y="227639"/>
                  </a:lnTo>
                  <a:lnTo>
                    <a:pt x="13309" y="232529"/>
                  </a:lnTo>
                  <a:lnTo>
                    <a:pt x="15450" y="237353"/>
                  </a:lnTo>
                  <a:lnTo>
                    <a:pt x="17742" y="242108"/>
                  </a:lnTo>
                  <a:lnTo>
                    <a:pt x="20183" y="246788"/>
                  </a:lnTo>
                  <a:lnTo>
                    <a:pt x="22770" y="251389"/>
                  </a:lnTo>
                  <a:lnTo>
                    <a:pt x="25502" y="255905"/>
                  </a:lnTo>
                  <a:lnTo>
                    <a:pt x="28375" y="260333"/>
                  </a:lnTo>
                  <a:lnTo>
                    <a:pt x="31386" y="264669"/>
                  </a:lnTo>
                  <a:lnTo>
                    <a:pt x="34532" y="268907"/>
                  </a:lnTo>
                  <a:lnTo>
                    <a:pt x="37811" y="273043"/>
                  </a:lnTo>
                  <a:lnTo>
                    <a:pt x="41219" y="277074"/>
                  </a:lnTo>
                  <a:lnTo>
                    <a:pt x="44752" y="280995"/>
                  </a:lnTo>
                  <a:lnTo>
                    <a:pt x="48408" y="284803"/>
                  </a:lnTo>
                  <a:lnTo>
                    <a:pt x="52181" y="288494"/>
                  </a:lnTo>
                  <a:lnTo>
                    <a:pt x="56070" y="292063"/>
                  </a:lnTo>
                  <a:lnTo>
                    <a:pt x="60069" y="295508"/>
                  </a:lnTo>
                  <a:lnTo>
                    <a:pt x="64175" y="298825"/>
                  </a:lnTo>
                  <a:lnTo>
                    <a:pt x="68383" y="302011"/>
                  </a:lnTo>
                  <a:lnTo>
                    <a:pt x="72690" y="305063"/>
                  </a:lnTo>
                  <a:lnTo>
                    <a:pt x="77092" y="307976"/>
                  </a:lnTo>
                  <a:lnTo>
                    <a:pt x="81583" y="310750"/>
                  </a:lnTo>
                  <a:lnTo>
                    <a:pt x="86159" y="313380"/>
                  </a:lnTo>
                  <a:lnTo>
                    <a:pt x="90816" y="315864"/>
                  </a:lnTo>
                  <a:lnTo>
                    <a:pt x="95549" y="318201"/>
                  </a:lnTo>
                  <a:lnTo>
                    <a:pt x="100354" y="320386"/>
                  </a:lnTo>
                  <a:lnTo>
                    <a:pt x="105225" y="322419"/>
                  </a:lnTo>
                  <a:lnTo>
                    <a:pt x="110158" y="324297"/>
                  </a:lnTo>
                  <a:lnTo>
                    <a:pt x="115148" y="326018"/>
                  </a:lnTo>
                  <a:lnTo>
                    <a:pt x="120190" y="327581"/>
                  </a:lnTo>
                  <a:lnTo>
                    <a:pt x="125278" y="328984"/>
                  </a:lnTo>
                  <a:lnTo>
                    <a:pt x="130408" y="330226"/>
                  </a:lnTo>
                  <a:lnTo>
                    <a:pt x="135575" y="331305"/>
                  </a:lnTo>
                  <a:lnTo>
                    <a:pt x="140774" y="332220"/>
                  </a:lnTo>
                  <a:lnTo>
                    <a:pt x="145998" y="332971"/>
                  </a:lnTo>
                  <a:lnTo>
                    <a:pt x="151244" y="333556"/>
                  </a:lnTo>
                  <a:lnTo>
                    <a:pt x="156506" y="333976"/>
                  </a:lnTo>
                  <a:lnTo>
                    <a:pt x="161778" y="334229"/>
                  </a:lnTo>
                  <a:lnTo>
                    <a:pt x="167056" y="334316"/>
                  </a:lnTo>
                  <a:lnTo>
                    <a:pt x="172334" y="334236"/>
                  </a:lnTo>
                  <a:lnTo>
                    <a:pt x="177606" y="333989"/>
                  </a:lnTo>
                  <a:lnTo>
                    <a:pt x="182868" y="333576"/>
                  </a:lnTo>
                  <a:lnTo>
                    <a:pt x="188115" y="332997"/>
                  </a:lnTo>
                  <a:lnTo>
                    <a:pt x="193341" y="332253"/>
                  </a:lnTo>
                  <a:lnTo>
                    <a:pt x="198540" y="331344"/>
                  </a:lnTo>
                  <a:lnTo>
                    <a:pt x="203708" y="330272"/>
                  </a:lnTo>
                  <a:lnTo>
                    <a:pt x="208840" y="329037"/>
                  </a:lnTo>
                  <a:lnTo>
                    <a:pt x="213930" y="327640"/>
                  </a:lnTo>
                  <a:lnTo>
                    <a:pt x="218974" y="326083"/>
                  </a:lnTo>
                  <a:lnTo>
                    <a:pt x="223966" y="324368"/>
                  </a:lnTo>
                  <a:lnTo>
                    <a:pt x="228901" y="322497"/>
                  </a:lnTo>
                  <a:lnTo>
                    <a:pt x="233775" y="320470"/>
                  </a:lnTo>
                  <a:lnTo>
                    <a:pt x="238582" y="318290"/>
                  </a:lnTo>
                  <a:lnTo>
                    <a:pt x="243319" y="315960"/>
                  </a:lnTo>
                  <a:lnTo>
                    <a:pt x="247979" y="313482"/>
                  </a:lnTo>
                  <a:lnTo>
                    <a:pt x="252559" y="310857"/>
                  </a:lnTo>
                  <a:lnTo>
                    <a:pt x="257053" y="308089"/>
                  </a:lnTo>
                  <a:lnTo>
                    <a:pt x="261458" y="305181"/>
                  </a:lnTo>
                  <a:lnTo>
                    <a:pt x="265769" y="302135"/>
                  </a:lnTo>
                  <a:lnTo>
                    <a:pt x="269981" y="298955"/>
                  </a:lnTo>
                  <a:lnTo>
                    <a:pt x="274091" y="295643"/>
                  </a:lnTo>
                  <a:lnTo>
                    <a:pt x="278095" y="292203"/>
                  </a:lnTo>
                  <a:lnTo>
                    <a:pt x="281988" y="288638"/>
                  </a:lnTo>
                  <a:lnTo>
                    <a:pt x="285766" y="284952"/>
                  </a:lnTo>
                  <a:lnTo>
                    <a:pt x="289426" y="281149"/>
                  </a:lnTo>
                  <a:lnTo>
                    <a:pt x="292964" y="277232"/>
                  </a:lnTo>
                  <a:lnTo>
                    <a:pt x="296377" y="273205"/>
                  </a:lnTo>
                  <a:lnTo>
                    <a:pt x="299661" y="269073"/>
                  </a:lnTo>
                  <a:lnTo>
                    <a:pt x="302813" y="264839"/>
                  </a:lnTo>
                  <a:lnTo>
                    <a:pt x="305830" y="260507"/>
                  </a:lnTo>
                  <a:lnTo>
                    <a:pt x="308708" y="256083"/>
                  </a:lnTo>
                  <a:lnTo>
                    <a:pt x="311445" y="251570"/>
                  </a:lnTo>
                  <a:lnTo>
                    <a:pt x="314038" y="246972"/>
                  </a:lnTo>
                  <a:lnTo>
                    <a:pt x="316485" y="242295"/>
                  </a:lnTo>
                  <a:lnTo>
                    <a:pt x="318783" y="237544"/>
                  </a:lnTo>
                  <a:lnTo>
                    <a:pt x="320930" y="232722"/>
                  </a:lnTo>
                  <a:lnTo>
                    <a:pt x="322924" y="227834"/>
                  </a:lnTo>
                  <a:lnTo>
                    <a:pt x="324762" y="222886"/>
                  </a:lnTo>
                  <a:lnTo>
                    <a:pt x="326443" y="217883"/>
                  </a:lnTo>
                  <a:lnTo>
                    <a:pt x="327966" y="212829"/>
                  </a:lnTo>
                  <a:lnTo>
                    <a:pt x="329328" y="207729"/>
                  </a:lnTo>
                  <a:lnTo>
                    <a:pt x="330528" y="202589"/>
                  </a:lnTo>
                  <a:lnTo>
                    <a:pt x="331566" y="197414"/>
                  </a:lnTo>
                  <a:lnTo>
                    <a:pt x="332439" y="192208"/>
                  </a:lnTo>
                  <a:lnTo>
                    <a:pt x="333148" y="186977"/>
                  </a:lnTo>
                  <a:lnTo>
                    <a:pt x="333691" y="181727"/>
                  </a:lnTo>
                  <a:lnTo>
                    <a:pt x="334068" y="176462"/>
                  </a:lnTo>
                  <a:lnTo>
                    <a:pt x="334279" y="171188"/>
                  </a:lnTo>
                  <a:lnTo>
                    <a:pt x="334324" y="165910"/>
                  </a:lnTo>
                  <a:lnTo>
                    <a:pt x="334201" y="160633"/>
                  </a:lnTo>
                  <a:lnTo>
                    <a:pt x="333912" y="155362"/>
                  </a:lnTo>
                  <a:lnTo>
                    <a:pt x="333457" y="150104"/>
                  </a:lnTo>
                  <a:lnTo>
                    <a:pt x="332836" y="144862"/>
                  </a:lnTo>
                  <a:lnTo>
                    <a:pt x="332050" y="139643"/>
                  </a:lnTo>
                  <a:lnTo>
                    <a:pt x="331099" y="134451"/>
                  </a:lnTo>
                  <a:lnTo>
                    <a:pt x="329985" y="129291"/>
                  </a:lnTo>
                  <a:lnTo>
                    <a:pt x="328709" y="124169"/>
                  </a:lnTo>
                  <a:lnTo>
                    <a:pt x="327271" y="119090"/>
                  </a:lnTo>
                  <a:lnTo>
                    <a:pt x="325674" y="114059"/>
                  </a:lnTo>
                  <a:lnTo>
                    <a:pt x="323919" y="109081"/>
                  </a:lnTo>
                  <a:lnTo>
                    <a:pt x="322008" y="104161"/>
                  </a:lnTo>
                  <a:lnTo>
                    <a:pt x="319942" y="99304"/>
                  </a:lnTo>
                  <a:lnTo>
                    <a:pt x="317724" y="94514"/>
                  </a:lnTo>
                  <a:lnTo>
                    <a:pt x="315356" y="89797"/>
                  </a:lnTo>
                  <a:lnTo>
                    <a:pt x="312840" y="85157"/>
                  </a:lnTo>
                  <a:lnTo>
                    <a:pt x="310178" y="80598"/>
                  </a:lnTo>
                  <a:lnTo>
                    <a:pt x="307375" y="76126"/>
                  </a:lnTo>
                  <a:lnTo>
                    <a:pt x="304431" y="71745"/>
                  </a:lnTo>
                  <a:lnTo>
                    <a:pt x="301350" y="67459"/>
                  </a:lnTo>
                  <a:lnTo>
                    <a:pt x="298136" y="63272"/>
                  </a:lnTo>
                  <a:lnTo>
                    <a:pt x="294791" y="59189"/>
                  </a:lnTo>
                  <a:lnTo>
                    <a:pt x="291319" y="55213"/>
                  </a:lnTo>
                  <a:lnTo>
                    <a:pt x="287723" y="51349"/>
                  </a:lnTo>
                  <a:lnTo>
                    <a:pt x="284007" y="47600"/>
                  </a:lnTo>
                  <a:lnTo>
                    <a:pt x="280175" y="43971"/>
                  </a:lnTo>
                  <a:lnTo>
                    <a:pt x="276230" y="40464"/>
                  </a:lnTo>
                  <a:lnTo>
                    <a:pt x="272176" y="37084"/>
                  </a:lnTo>
                  <a:lnTo>
                    <a:pt x="268017" y="33833"/>
                  </a:lnTo>
                  <a:lnTo>
                    <a:pt x="263758" y="30715"/>
                  </a:lnTo>
                  <a:lnTo>
                    <a:pt x="259402" y="27734"/>
                  </a:lnTo>
                  <a:lnTo>
                    <a:pt x="254955" y="24891"/>
                  </a:lnTo>
                  <a:lnTo>
                    <a:pt x="250420" y="22190"/>
                  </a:lnTo>
                  <a:lnTo>
                    <a:pt x="245802" y="19634"/>
                  </a:lnTo>
                  <a:lnTo>
                    <a:pt x="241105" y="17225"/>
                  </a:lnTo>
                  <a:lnTo>
                    <a:pt x="236335" y="14965"/>
                  </a:lnTo>
                  <a:lnTo>
                    <a:pt x="231496" y="12857"/>
                  </a:lnTo>
                  <a:lnTo>
                    <a:pt x="226593" y="10903"/>
                  </a:lnTo>
                  <a:lnTo>
                    <a:pt x="221630" y="9104"/>
                  </a:lnTo>
                  <a:lnTo>
                    <a:pt x="216613" y="7463"/>
                  </a:lnTo>
                  <a:lnTo>
                    <a:pt x="211547" y="5981"/>
                  </a:lnTo>
                  <a:lnTo>
                    <a:pt x="206437" y="4660"/>
                  </a:lnTo>
                  <a:lnTo>
                    <a:pt x="201287" y="3501"/>
                  </a:lnTo>
                  <a:lnTo>
                    <a:pt x="196104" y="2506"/>
                  </a:lnTo>
                  <a:lnTo>
                    <a:pt x="190891" y="1674"/>
                  </a:lnTo>
                  <a:lnTo>
                    <a:pt x="185655" y="1007"/>
                  </a:lnTo>
                  <a:lnTo>
                    <a:pt x="180401" y="506"/>
                  </a:lnTo>
                  <a:lnTo>
                    <a:pt x="175133" y="171"/>
                  </a:lnTo>
                  <a:lnTo>
                    <a:pt x="169857" y="3"/>
                  </a:lnTo>
                  <a:lnTo>
                    <a:pt x="167161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3779" y="3170392"/>
              <a:ext cx="2696" cy="167167"/>
            </a:xfrm>
            <a:custGeom>
              <a:avLst/>
              <a:pathLst>
                <a:path w="2696" h="167167">
                  <a:moveTo>
                    <a:pt x="2696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86354" y="2633064"/>
              <a:ext cx="32656" cy="167167"/>
            </a:xfrm>
            <a:custGeom>
              <a:avLst/>
              <a:pathLst>
                <a:path w="32656" h="167167">
                  <a:moveTo>
                    <a:pt x="32656" y="0"/>
                  </a:moveTo>
                  <a:lnTo>
                    <a:pt x="26084" y="129"/>
                  </a:lnTo>
                  <a:lnTo>
                    <a:pt x="19523" y="516"/>
                  </a:lnTo>
                  <a:lnTo>
                    <a:pt x="12981" y="1161"/>
                  </a:lnTo>
                  <a:lnTo>
                    <a:pt x="6470" y="2063"/>
                  </a:lnTo>
                  <a:lnTo>
                    <a:pt x="0" y="3220"/>
                  </a:lnTo>
                  <a:lnTo>
                    <a:pt x="3265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6354" y="2636285"/>
              <a:ext cx="32656" cy="163946"/>
            </a:xfrm>
            <a:custGeom>
              <a:avLst/>
              <a:pathLst>
                <a:path w="32656" h="163946">
                  <a:moveTo>
                    <a:pt x="0" y="0"/>
                  </a:moveTo>
                  <a:lnTo>
                    <a:pt x="32656" y="1639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51851" y="2636285"/>
              <a:ext cx="334321" cy="331109"/>
            </a:xfrm>
            <a:custGeom>
              <a:avLst/>
              <a:pathLst>
                <a:path w="334321" h="331109">
                  <a:moveTo>
                    <a:pt x="134503" y="0"/>
                  </a:moveTo>
                  <a:lnTo>
                    <a:pt x="129316" y="1118"/>
                  </a:lnTo>
                  <a:lnTo>
                    <a:pt x="124168" y="2402"/>
                  </a:lnTo>
                  <a:lnTo>
                    <a:pt x="119063" y="3847"/>
                  </a:lnTo>
                  <a:lnTo>
                    <a:pt x="114006" y="5454"/>
                  </a:lnTo>
                  <a:lnTo>
                    <a:pt x="109003" y="7221"/>
                  </a:lnTo>
                  <a:lnTo>
                    <a:pt x="104058" y="9146"/>
                  </a:lnTo>
                  <a:lnTo>
                    <a:pt x="99177" y="11226"/>
                  </a:lnTo>
                  <a:lnTo>
                    <a:pt x="94365" y="13461"/>
                  </a:lnTo>
                  <a:lnTo>
                    <a:pt x="89625" y="15847"/>
                  </a:lnTo>
                  <a:lnTo>
                    <a:pt x="84964" y="18382"/>
                  </a:lnTo>
                  <a:lnTo>
                    <a:pt x="80386" y="21064"/>
                  </a:lnTo>
                  <a:lnTo>
                    <a:pt x="75895" y="23890"/>
                  </a:lnTo>
                  <a:lnTo>
                    <a:pt x="71496" y="26857"/>
                  </a:lnTo>
                  <a:lnTo>
                    <a:pt x="67194" y="29962"/>
                  </a:lnTo>
                  <a:lnTo>
                    <a:pt x="62992" y="33202"/>
                  </a:lnTo>
                  <a:lnTo>
                    <a:pt x="58895" y="36574"/>
                  </a:lnTo>
                  <a:lnTo>
                    <a:pt x="54907" y="40074"/>
                  </a:lnTo>
                  <a:lnTo>
                    <a:pt x="51033" y="43699"/>
                  </a:lnTo>
                  <a:lnTo>
                    <a:pt x="47275" y="47445"/>
                  </a:lnTo>
                  <a:lnTo>
                    <a:pt x="43638" y="51308"/>
                  </a:lnTo>
                  <a:lnTo>
                    <a:pt x="40126" y="55285"/>
                  </a:lnTo>
                  <a:lnTo>
                    <a:pt x="36741" y="59371"/>
                  </a:lnTo>
                  <a:lnTo>
                    <a:pt x="33488" y="63563"/>
                  </a:lnTo>
                  <a:lnTo>
                    <a:pt x="30369" y="67856"/>
                  </a:lnTo>
                  <a:lnTo>
                    <a:pt x="27389" y="72245"/>
                  </a:lnTo>
                  <a:lnTo>
                    <a:pt x="24549" y="76727"/>
                  </a:lnTo>
                  <a:lnTo>
                    <a:pt x="21853" y="81297"/>
                  </a:lnTo>
                  <a:lnTo>
                    <a:pt x="19303" y="85950"/>
                  </a:lnTo>
                  <a:lnTo>
                    <a:pt x="16902" y="90682"/>
                  </a:lnTo>
                  <a:lnTo>
                    <a:pt x="14653" y="95488"/>
                  </a:lnTo>
                  <a:lnTo>
                    <a:pt x="12557" y="100362"/>
                  </a:lnTo>
                  <a:lnTo>
                    <a:pt x="10617" y="105301"/>
                  </a:lnTo>
                  <a:lnTo>
                    <a:pt x="8835" y="110298"/>
                  </a:lnTo>
                  <a:lnTo>
                    <a:pt x="7212" y="115350"/>
                  </a:lnTo>
                  <a:lnTo>
                    <a:pt x="5750" y="120451"/>
                  </a:lnTo>
                  <a:lnTo>
                    <a:pt x="4451" y="125595"/>
                  </a:lnTo>
                  <a:lnTo>
                    <a:pt x="3316" y="130778"/>
                  </a:lnTo>
                  <a:lnTo>
                    <a:pt x="2346" y="135995"/>
                  </a:lnTo>
                  <a:lnTo>
                    <a:pt x="1542" y="141239"/>
                  </a:lnTo>
                  <a:lnTo>
                    <a:pt x="904" y="146507"/>
                  </a:lnTo>
                  <a:lnTo>
                    <a:pt x="435" y="151792"/>
                  </a:lnTo>
                  <a:lnTo>
                    <a:pt x="133" y="157089"/>
                  </a:lnTo>
                  <a:lnTo>
                    <a:pt x="0" y="162394"/>
                  </a:lnTo>
                  <a:lnTo>
                    <a:pt x="34" y="167699"/>
                  </a:lnTo>
                  <a:lnTo>
                    <a:pt x="238" y="173001"/>
                  </a:lnTo>
                  <a:lnTo>
                    <a:pt x="609" y="178294"/>
                  </a:lnTo>
                  <a:lnTo>
                    <a:pt x="1148" y="183573"/>
                  </a:lnTo>
                  <a:lnTo>
                    <a:pt x="1855" y="188832"/>
                  </a:lnTo>
                  <a:lnTo>
                    <a:pt x="2728" y="194065"/>
                  </a:lnTo>
                  <a:lnTo>
                    <a:pt x="3767" y="199269"/>
                  </a:lnTo>
                  <a:lnTo>
                    <a:pt x="4970" y="204436"/>
                  </a:lnTo>
                  <a:lnTo>
                    <a:pt x="6337" y="209563"/>
                  </a:lnTo>
                  <a:lnTo>
                    <a:pt x="7865" y="214644"/>
                  </a:lnTo>
                  <a:lnTo>
                    <a:pt x="9555" y="219674"/>
                  </a:lnTo>
                  <a:lnTo>
                    <a:pt x="11403" y="224648"/>
                  </a:lnTo>
                  <a:lnTo>
                    <a:pt x="13408" y="229560"/>
                  </a:lnTo>
                  <a:lnTo>
                    <a:pt x="15567" y="234407"/>
                  </a:lnTo>
                  <a:lnTo>
                    <a:pt x="17880" y="239182"/>
                  </a:lnTo>
                  <a:lnTo>
                    <a:pt x="20343" y="243882"/>
                  </a:lnTo>
                  <a:lnTo>
                    <a:pt x="22954" y="248501"/>
                  </a:lnTo>
                  <a:lnTo>
                    <a:pt x="25710" y="253035"/>
                  </a:lnTo>
                  <a:lnTo>
                    <a:pt x="28608" y="257479"/>
                  </a:lnTo>
                  <a:lnTo>
                    <a:pt x="31647" y="261829"/>
                  </a:lnTo>
                  <a:lnTo>
                    <a:pt x="34821" y="266081"/>
                  </a:lnTo>
                  <a:lnTo>
                    <a:pt x="38129" y="270229"/>
                  </a:lnTo>
                  <a:lnTo>
                    <a:pt x="41567" y="274271"/>
                  </a:lnTo>
                  <a:lnTo>
                    <a:pt x="45132" y="278201"/>
                  </a:lnTo>
                  <a:lnTo>
                    <a:pt x="48819" y="282016"/>
                  </a:lnTo>
                  <a:lnTo>
                    <a:pt x="52626" y="285712"/>
                  </a:lnTo>
                  <a:lnTo>
                    <a:pt x="56548" y="289286"/>
                  </a:lnTo>
                  <a:lnTo>
                    <a:pt x="60582" y="292733"/>
                  </a:lnTo>
                  <a:lnTo>
                    <a:pt x="64723" y="296051"/>
                  </a:lnTo>
                  <a:lnTo>
                    <a:pt x="68967" y="299235"/>
                  </a:lnTo>
                  <a:lnTo>
                    <a:pt x="73310" y="302283"/>
                  </a:lnTo>
                  <a:lnTo>
                    <a:pt x="77747" y="305192"/>
                  </a:lnTo>
                  <a:lnTo>
                    <a:pt x="82275" y="307958"/>
                  </a:lnTo>
                  <a:lnTo>
                    <a:pt x="86888" y="310580"/>
                  </a:lnTo>
                  <a:lnTo>
                    <a:pt x="91582" y="313053"/>
                  </a:lnTo>
                  <a:lnTo>
                    <a:pt x="96352" y="315377"/>
                  </a:lnTo>
                  <a:lnTo>
                    <a:pt x="101194" y="317548"/>
                  </a:lnTo>
                  <a:lnTo>
                    <a:pt x="106102" y="319564"/>
                  </a:lnTo>
                  <a:lnTo>
                    <a:pt x="111071" y="321423"/>
                  </a:lnTo>
                  <a:lnTo>
                    <a:pt x="116097" y="323124"/>
                  </a:lnTo>
                  <a:lnTo>
                    <a:pt x="121175" y="324664"/>
                  </a:lnTo>
                  <a:lnTo>
                    <a:pt x="126299" y="326043"/>
                  </a:lnTo>
                  <a:lnTo>
                    <a:pt x="131464" y="327258"/>
                  </a:lnTo>
                  <a:lnTo>
                    <a:pt x="136664" y="328308"/>
                  </a:lnTo>
                  <a:lnTo>
                    <a:pt x="141896" y="329193"/>
                  </a:lnTo>
                  <a:lnTo>
                    <a:pt x="147153" y="329912"/>
                  </a:lnTo>
                  <a:lnTo>
                    <a:pt x="152430" y="330463"/>
                  </a:lnTo>
                  <a:lnTo>
                    <a:pt x="157722" y="330847"/>
                  </a:lnTo>
                  <a:lnTo>
                    <a:pt x="163024" y="331062"/>
                  </a:lnTo>
                  <a:lnTo>
                    <a:pt x="168330" y="331109"/>
                  </a:lnTo>
                  <a:lnTo>
                    <a:pt x="173634" y="330988"/>
                  </a:lnTo>
                  <a:lnTo>
                    <a:pt x="178932" y="330698"/>
                  </a:lnTo>
                  <a:lnTo>
                    <a:pt x="184218" y="330241"/>
                  </a:lnTo>
                  <a:lnTo>
                    <a:pt x="189487" y="329616"/>
                  </a:lnTo>
                  <a:lnTo>
                    <a:pt x="194734" y="328824"/>
                  </a:lnTo>
                  <a:lnTo>
                    <a:pt x="199953" y="327866"/>
                  </a:lnTo>
                  <a:lnTo>
                    <a:pt x="205138" y="326742"/>
                  </a:lnTo>
                  <a:lnTo>
                    <a:pt x="210286" y="325455"/>
                  </a:lnTo>
                  <a:lnTo>
                    <a:pt x="215390" y="324005"/>
                  </a:lnTo>
                  <a:lnTo>
                    <a:pt x="220445" y="322394"/>
                  </a:lnTo>
                  <a:lnTo>
                    <a:pt x="225447" y="320623"/>
                  </a:lnTo>
                  <a:lnTo>
                    <a:pt x="230390" y="318694"/>
                  </a:lnTo>
                  <a:lnTo>
                    <a:pt x="235269" y="316609"/>
                  </a:lnTo>
                  <a:lnTo>
                    <a:pt x="240080" y="314371"/>
                  </a:lnTo>
                  <a:lnTo>
                    <a:pt x="244817" y="311981"/>
                  </a:lnTo>
                  <a:lnTo>
                    <a:pt x="249476" y="309442"/>
                  </a:lnTo>
                  <a:lnTo>
                    <a:pt x="254052" y="306756"/>
                  </a:lnTo>
                  <a:lnTo>
                    <a:pt x="258540" y="303927"/>
                  </a:lnTo>
                  <a:lnTo>
                    <a:pt x="262937" y="300956"/>
                  </a:lnTo>
                  <a:lnTo>
                    <a:pt x="267237" y="297847"/>
                  </a:lnTo>
                  <a:lnTo>
                    <a:pt x="271436" y="294604"/>
                  </a:lnTo>
                  <a:lnTo>
                    <a:pt x="275530" y="291229"/>
                  </a:lnTo>
                  <a:lnTo>
                    <a:pt x="279515" y="287725"/>
                  </a:lnTo>
                  <a:lnTo>
                    <a:pt x="283387" y="284097"/>
                  </a:lnTo>
                  <a:lnTo>
                    <a:pt x="287141" y="280348"/>
                  </a:lnTo>
                  <a:lnTo>
                    <a:pt x="290775" y="276482"/>
                  </a:lnTo>
                  <a:lnTo>
                    <a:pt x="294284" y="272502"/>
                  </a:lnTo>
                  <a:lnTo>
                    <a:pt x="297665" y="268413"/>
                  </a:lnTo>
                  <a:lnTo>
                    <a:pt x="300915" y="264218"/>
                  </a:lnTo>
                  <a:lnTo>
                    <a:pt x="304030" y="259923"/>
                  </a:lnTo>
                  <a:lnTo>
                    <a:pt x="307007" y="255531"/>
                  </a:lnTo>
                  <a:lnTo>
                    <a:pt x="309843" y="251046"/>
                  </a:lnTo>
                  <a:lnTo>
                    <a:pt x="312535" y="246474"/>
                  </a:lnTo>
                  <a:lnTo>
                    <a:pt x="315081" y="241819"/>
                  </a:lnTo>
                  <a:lnTo>
                    <a:pt x="317478" y="237085"/>
                  </a:lnTo>
                  <a:lnTo>
                    <a:pt x="319724" y="232278"/>
                  </a:lnTo>
                  <a:lnTo>
                    <a:pt x="321815" y="227402"/>
                  </a:lnTo>
                  <a:lnTo>
                    <a:pt x="323751" y="222462"/>
                  </a:lnTo>
                  <a:lnTo>
                    <a:pt x="325529" y="217462"/>
                  </a:lnTo>
                  <a:lnTo>
                    <a:pt x="327148" y="212409"/>
                  </a:lnTo>
                  <a:lnTo>
                    <a:pt x="328605" y="207308"/>
                  </a:lnTo>
                  <a:lnTo>
                    <a:pt x="329900" y="202162"/>
                  </a:lnTo>
                  <a:lnTo>
                    <a:pt x="331031" y="196978"/>
                  </a:lnTo>
                  <a:lnTo>
                    <a:pt x="331997" y="191761"/>
                  </a:lnTo>
                  <a:lnTo>
                    <a:pt x="332797" y="186515"/>
                  </a:lnTo>
                  <a:lnTo>
                    <a:pt x="333429" y="181247"/>
                  </a:lnTo>
                  <a:lnTo>
                    <a:pt x="333895" y="175962"/>
                  </a:lnTo>
                  <a:lnTo>
                    <a:pt x="334192" y="170664"/>
                  </a:lnTo>
                  <a:lnTo>
                    <a:pt x="334321" y="165360"/>
                  </a:lnTo>
                  <a:lnTo>
                    <a:pt x="334282" y="160054"/>
                  </a:lnTo>
                  <a:lnTo>
                    <a:pt x="334074" y="154752"/>
                  </a:lnTo>
                  <a:lnTo>
                    <a:pt x="333698" y="149459"/>
                  </a:lnTo>
                  <a:lnTo>
                    <a:pt x="333155" y="144181"/>
                  </a:lnTo>
                  <a:lnTo>
                    <a:pt x="332444" y="138923"/>
                  </a:lnTo>
                  <a:lnTo>
                    <a:pt x="331566" y="133690"/>
                  </a:lnTo>
                  <a:lnTo>
                    <a:pt x="330523" y="128488"/>
                  </a:lnTo>
                  <a:lnTo>
                    <a:pt x="329316" y="123321"/>
                  </a:lnTo>
                  <a:lnTo>
                    <a:pt x="327945" y="118196"/>
                  </a:lnTo>
                  <a:lnTo>
                    <a:pt x="326412" y="113116"/>
                  </a:lnTo>
                  <a:lnTo>
                    <a:pt x="324718" y="108087"/>
                  </a:lnTo>
                  <a:lnTo>
                    <a:pt x="322866" y="103115"/>
                  </a:lnTo>
                  <a:lnTo>
                    <a:pt x="320857" y="98204"/>
                  </a:lnTo>
                  <a:lnTo>
                    <a:pt x="318694" y="93360"/>
                  </a:lnTo>
                  <a:lnTo>
                    <a:pt x="316377" y="88586"/>
                  </a:lnTo>
                  <a:lnTo>
                    <a:pt x="313910" y="83888"/>
                  </a:lnTo>
                  <a:lnTo>
                    <a:pt x="311296" y="79271"/>
                  </a:lnTo>
                  <a:lnTo>
                    <a:pt x="308536" y="74740"/>
                  </a:lnTo>
                  <a:lnTo>
                    <a:pt x="305633" y="70298"/>
                  </a:lnTo>
                  <a:lnTo>
                    <a:pt x="302592" y="65950"/>
                  </a:lnTo>
                  <a:lnTo>
                    <a:pt x="299413" y="61702"/>
                  </a:lnTo>
                  <a:lnTo>
                    <a:pt x="296102" y="57556"/>
                  </a:lnTo>
                  <a:lnTo>
                    <a:pt x="292661" y="53517"/>
                  </a:lnTo>
                  <a:lnTo>
                    <a:pt x="289093" y="49590"/>
                  </a:lnTo>
                  <a:lnTo>
                    <a:pt x="285402" y="45778"/>
                  </a:lnTo>
                  <a:lnTo>
                    <a:pt x="281592" y="42085"/>
                  </a:lnTo>
                  <a:lnTo>
                    <a:pt x="277667" y="38515"/>
                  </a:lnTo>
                  <a:lnTo>
                    <a:pt x="273631" y="35071"/>
                  </a:lnTo>
                  <a:lnTo>
                    <a:pt x="269487" y="31757"/>
                  </a:lnTo>
                  <a:lnTo>
                    <a:pt x="265240" y="28576"/>
                  </a:lnTo>
                  <a:lnTo>
                    <a:pt x="260895" y="25531"/>
                  </a:lnTo>
                  <a:lnTo>
                    <a:pt x="256455" y="22626"/>
                  </a:lnTo>
                  <a:lnTo>
                    <a:pt x="251925" y="19863"/>
                  </a:lnTo>
                  <a:lnTo>
                    <a:pt x="247310" y="17246"/>
                  </a:lnTo>
                  <a:lnTo>
                    <a:pt x="242613" y="14776"/>
                  </a:lnTo>
                  <a:lnTo>
                    <a:pt x="237841" y="12457"/>
                  </a:lnTo>
                  <a:lnTo>
                    <a:pt x="232998" y="10290"/>
                  </a:lnTo>
                  <a:lnTo>
                    <a:pt x="228088" y="8278"/>
                  </a:lnTo>
                  <a:lnTo>
                    <a:pt x="223117" y="6422"/>
                  </a:lnTo>
                  <a:lnTo>
                    <a:pt x="218090" y="4726"/>
                  </a:lnTo>
                  <a:lnTo>
                    <a:pt x="213011" y="3190"/>
                  </a:lnTo>
                  <a:lnTo>
                    <a:pt x="207886" y="1816"/>
                  </a:lnTo>
                  <a:lnTo>
                    <a:pt x="202720" y="605"/>
                  </a:lnTo>
                  <a:lnTo>
                    <a:pt x="167160" y="1639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9011" y="2633064"/>
              <a:ext cx="35560" cy="167167"/>
            </a:xfrm>
            <a:custGeom>
              <a:avLst/>
              <a:pathLst>
                <a:path w="35560" h="167167">
                  <a:moveTo>
                    <a:pt x="35560" y="3826"/>
                  </a:moveTo>
                  <a:lnTo>
                    <a:pt x="28527" y="2452"/>
                  </a:lnTo>
                  <a:lnTo>
                    <a:pt x="21441" y="1380"/>
                  </a:lnTo>
                  <a:lnTo>
                    <a:pt x="14316" y="614"/>
                  </a:lnTo>
                  <a:lnTo>
                    <a:pt x="7164" y="15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2391" y="2126963"/>
              <a:ext cx="6080" cy="167167"/>
            </a:xfrm>
            <a:custGeom>
              <a:avLst/>
              <a:pathLst>
                <a:path w="6080" h="167167">
                  <a:moveTo>
                    <a:pt x="6080" y="0"/>
                  </a:moveTo>
                  <a:lnTo>
                    <a:pt x="0" y="110"/>
                  </a:lnTo>
                  <a:lnTo>
                    <a:pt x="608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2391" y="2127074"/>
              <a:ext cx="6080" cy="167056"/>
            </a:xfrm>
            <a:custGeom>
              <a:avLst/>
              <a:pathLst>
                <a:path w="6080" h="167056">
                  <a:moveTo>
                    <a:pt x="0" y="0"/>
                  </a:moveTo>
                  <a:lnTo>
                    <a:pt x="6080" y="1670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561305" y="2127074"/>
              <a:ext cx="167166" cy="334068"/>
            </a:xfrm>
            <a:custGeom>
              <a:avLst/>
              <a:pathLst>
                <a:path w="167166" h="334068">
                  <a:moveTo>
                    <a:pt x="161085" y="0"/>
                  </a:moveTo>
                  <a:lnTo>
                    <a:pt x="155761" y="278"/>
                  </a:lnTo>
                  <a:lnTo>
                    <a:pt x="150448" y="727"/>
                  </a:lnTo>
                  <a:lnTo>
                    <a:pt x="145152" y="1345"/>
                  </a:lnTo>
                  <a:lnTo>
                    <a:pt x="139878" y="2131"/>
                  </a:lnTo>
                  <a:lnTo>
                    <a:pt x="134633" y="3085"/>
                  </a:lnTo>
                  <a:lnTo>
                    <a:pt x="129420" y="4206"/>
                  </a:lnTo>
                  <a:lnTo>
                    <a:pt x="124246" y="5493"/>
                  </a:lnTo>
                  <a:lnTo>
                    <a:pt x="119116" y="6944"/>
                  </a:lnTo>
                  <a:lnTo>
                    <a:pt x="114034" y="8557"/>
                  </a:lnTo>
                  <a:lnTo>
                    <a:pt x="109006" y="10332"/>
                  </a:lnTo>
                  <a:lnTo>
                    <a:pt x="104038" y="12267"/>
                  </a:lnTo>
                  <a:lnTo>
                    <a:pt x="99134" y="14359"/>
                  </a:lnTo>
                  <a:lnTo>
                    <a:pt x="94299" y="16606"/>
                  </a:lnTo>
                  <a:lnTo>
                    <a:pt x="89538" y="19006"/>
                  </a:lnTo>
                  <a:lnTo>
                    <a:pt x="84856" y="21557"/>
                  </a:lnTo>
                  <a:lnTo>
                    <a:pt x="80258" y="24256"/>
                  </a:lnTo>
                  <a:lnTo>
                    <a:pt x="75748" y="27100"/>
                  </a:lnTo>
                  <a:lnTo>
                    <a:pt x="71331" y="30087"/>
                  </a:lnTo>
                  <a:lnTo>
                    <a:pt x="67012" y="33213"/>
                  </a:lnTo>
                  <a:lnTo>
                    <a:pt x="62794" y="36475"/>
                  </a:lnTo>
                  <a:lnTo>
                    <a:pt x="58683" y="39870"/>
                  </a:lnTo>
                  <a:lnTo>
                    <a:pt x="54682" y="43394"/>
                  </a:lnTo>
                  <a:lnTo>
                    <a:pt x="50796" y="47044"/>
                  </a:lnTo>
                  <a:lnTo>
                    <a:pt x="47028" y="50816"/>
                  </a:lnTo>
                  <a:lnTo>
                    <a:pt x="43382" y="54707"/>
                  </a:lnTo>
                  <a:lnTo>
                    <a:pt x="39862" y="58711"/>
                  </a:lnTo>
                  <a:lnTo>
                    <a:pt x="36472" y="62826"/>
                  </a:lnTo>
                  <a:lnTo>
                    <a:pt x="33214" y="67047"/>
                  </a:lnTo>
                  <a:lnTo>
                    <a:pt x="30093" y="71370"/>
                  </a:lnTo>
                  <a:lnTo>
                    <a:pt x="27111" y="75790"/>
                  </a:lnTo>
                  <a:lnTo>
                    <a:pt x="24272" y="80303"/>
                  </a:lnTo>
                  <a:lnTo>
                    <a:pt x="21578" y="84904"/>
                  </a:lnTo>
                  <a:lnTo>
                    <a:pt x="19032" y="89588"/>
                  </a:lnTo>
                  <a:lnTo>
                    <a:pt x="16637" y="94352"/>
                  </a:lnTo>
                  <a:lnTo>
                    <a:pt x="14395" y="99189"/>
                  </a:lnTo>
                  <a:lnTo>
                    <a:pt x="12308" y="104096"/>
                  </a:lnTo>
                  <a:lnTo>
                    <a:pt x="10379" y="109066"/>
                  </a:lnTo>
                  <a:lnTo>
                    <a:pt x="8610" y="114096"/>
                  </a:lnTo>
                  <a:lnTo>
                    <a:pt x="7001" y="119179"/>
                  </a:lnTo>
                  <a:lnTo>
                    <a:pt x="5556" y="124311"/>
                  </a:lnTo>
                  <a:lnTo>
                    <a:pt x="4275" y="129487"/>
                  </a:lnTo>
                  <a:lnTo>
                    <a:pt x="3160" y="134701"/>
                  </a:lnTo>
                  <a:lnTo>
                    <a:pt x="2211" y="139947"/>
                  </a:lnTo>
                  <a:lnTo>
                    <a:pt x="1431" y="145222"/>
                  </a:lnTo>
                  <a:lnTo>
                    <a:pt x="819" y="150518"/>
                  </a:lnTo>
                  <a:lnTo>
                    <a:pt x="376" y="155832"/>
                  </a:lnTo>
                  <a:lnTo>
                    <a:pt x="103" y="161156"/>
                  </a:lnTo>
                  <a:lnTo>
                    <a:pt x="0" y="166487"/>
                  </a:lnTo>
                  <a:lnTo>
                    <a:pt x="66" y="171818"/>
                  </a:lnTo>
                  <a:lnTo>
                    <a:pt x="303" y="177145"/>
                  </a:lnTo>
                  <a:lnTo>
                    <a:pt x="710" y="182461"/>
                  </a:lnTo>
                  <a:lnTo>
                    <a:pt x="1286" y="187762"/>
                  </a:lnTo>
                  <a:lnTo>
                    <a:pt x="2030" y="193041"/>
                  </a:lnTo>
                  <a:lnTo>
                    <a:pt x="2943" y="198294"/>
                  </a:lnTo>
                  <a:lnTo>
                    <a:pt x="4023" y="203515"/>
                  </a:lnTo>
                  <a:lnTo>
                    <a:pt x="5269" y="208700"/>
                  </a:lnTo>
                  <a:lnTo>
                    <a:pt x="6679" y="213841"/>
                  </a:lnTo>
                  <a:lnTo>
                    <a:pt x="8253" y="218936"/>
                  </a:lnTo>
                  <a:lnTo>
                    <a:pt x="9988" y="223977"/>
                  </a:lnTo>
                  <a:lnTo>
                    <a:pt x="11883" y="228961"/>
                  </a:lnTo>
                  <a:lnTo>
                    <a:pt x="13936" y="233881"/>
                  </a:lnTo>
                  <a:lnTo>
                    <a:pt x="16145" y="238734"/>
                  </a:lnTo>
                  <a:lnTo>
                    <a:pt x="18508" y="243513"/>
                  </a:lnTo>
                  <a:lnTo>
                    <a:pt x="21022" y="248215"/>
                  </a:lnTo>
                  <a:lnTo>
                    <a:pt x="23684" y="252835"/>
                  </a:lnTo>
                  <a:lnTo>
                    <a:pt x="26493" y="257367"/>
                  </a:lnTo>
                  <a:lnTo>
                    <a:pt x="29444" y="261807"/>
                  </a:lnTo>
                  <a:lnTo>
                    <a:pt x="32536" y="266151"/>
                  </a:lnTo>
                  <a:lnTo>
                    <a:pt x="35765" y="270394"/>
                  </a:lnTo>
                  <a:lnTo>
                    <a:pt x="39127" y="274532"/>
                  </a:lnTo>
                  <a:lnTo>
                    <a:pt x="42620" y="278560"/>
                  </a:lnTo>
                  <a:lnTo>
                    <a:pt x="46239" y="282475"/>
                  </a:lnTo>
                  <a:lnTo>
                    <a:pt x="49981" y="286273"/>
                  </a:lnTo>
                  <a:lnTo>
                    <a:pt x="53843" y="289950"/>
                  </a:lnTo>
                  <a:lnTo>
                    <a:pt x="57819" y="293501"/>
                  </a:lnTo>
                  <a:lnTo>
                    <a:pt x="61907" y="296924"/>
                  </a:lnTo>
                  <a:lnTo>
                    <a:pt x="66103" y="300215"/>
                  </a:lnTo>
                  <a:lnTo>
                    <a:pt x="70400" y="303370"/>
                  </a:lnTo>
                  <a:lnTo>
                    <a:pt x="74797" y="306386"/>
                  </a:lnTo>
                  <a:lnTo>
                    <a:pt x="79287" y="309261"/>
                  </a:lnTo>
                  <a:lnTo>
                    <a:pt x="83867" y="311991"/>
                  </a:lnTo>
                  <a:lnTo>
                    <a:pt x="88531" y="314574"/>
                  </a:lnTo>
                  <a:lnTo>
                    <a:pt x="93276" y="317007"/>
                  </a:lnTo>
                  <a:lnTo>
                    <a:pt x="98095" y="319287"/>
                  </a:lnTo>
                  <a:lnTo>
                    <a:pt x="102985" y="321412"/>
                  </a:lnTo>
                  <a:lnTo>
                    <a:pt x="107940" y="323381"/>
                  </a:lnTo>
                  <a:lnTo>
                    <a:pt x="112956" y="325190"/>
                  </a:lnTo>
                  <a:lnTo>
                    <a:pt x="118026" y="326838"/>
                  </a:lnTo>
                  <a:lnTo>
                    <a:pt x="123147" y="328324"/>
                  </a:lnTo>
                  <a:lnTo>
                    <a:pt x="128312" y="329646"/>
                  </a:lnTo>
                  <a:lnTo>
                    <a:pt x="133517" y="330802"/>
                  </a:lnTo>
                  <a:lnTo>
                    <a:pt x="138756" y="331792"/>
                  </a:lnTo>
                  <a:lnTo>
                    <a:pt x="144024" y="332614"/>
                  </a:lnTo>
                  <a:lnTo>
                    <a:pt x="149315" y="333268"/>
                  </a:lnTo>
                  <a:lnTo>
                    <a:pt x="154625" y="333753"/>
                  </a:lnTo>
                  <a:lnTo>
                    <a:pt x="159947" y="334068"/>
                  </a:lnTo>
                  <a:lnTo>
                    <a:pt x="167166" y="1670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253" y="2126963"/>
              <a:ext cx="174377" cy="334324"/>
            </a:xfrm>
            <a:custGeom>
              <a:avLst/>
              <a:pathLst>
                <a:path w="174377" h="334324">
                  <a:moveTo>
                    <a:pt x="0" y="334178"/>
                  </a:moveTo>
                  <a:lnTo>
                    <a:pt x="5321" y="334324"/>
                  </a:lnTo>
                  <a:lnTo>
                    <a:pt x="10645" y="334299"/>
                  </a:lnTo>
                  <a:lnTo>
                    <a:pt x="15965" y="334105"/>
                  </a:lnTo>
                  <a:lnTo>
                    <a:pt x="21276" y="333742"/>
                  </a:lnTo>
                  <a:lnTo>
                    <a:pt x="26573" y="333210"/>
                  </a:lnTo>
                  <a:lnTo>
                    <a:pt x="31851" y="332510"/>
                  </a:lnTo>
                  <a:lnTo>
                    <a:pt x="37103" y="331641"/>
                  </a:lnTo>
                  <a:lnTo>
                    <a:pt x="42325" y="330606"/>
                  </a:lnTo>
                  <a:lnTo>
                    <a:pt x="47512" y="329406"/>
                  </a:lnTo>
                  <a:lnTo>
                    <a:pt x="52658" y="328040"/>
                  </a:lnTo>
                  <a:lnTo>
                    <a:pt x="57757" y="326512"/>
                  </a:lnTo>
                  <a:lnTo>
                    <a:pt x="62805" y="324822"/>
                  </a:lnTo>
                  <a:lnTo>
                    <a:pt x="67797" y="322972"/>
                  </a:lnTo>
                  <a:lnTo>
                    <a:pt x="72728" y="320964"/>
                  </a:lnTo>
                  <a:lnTo>
                    <a:pt x="77592" y="318800"/>
                  </a:lnTo>
                  <a:lnTo>
                    <a:pt x="82385" y="316482"/>
                  </a:lnTo>
                  <a:lnTo>
                    <a:pt x="87101" y="314013"/>
                  </a:lnTo>
                  <a:lnTo>
                    <a:pt x="91736" y="311395"/>
                  </a:lnTo>
                  <a:lnTo>
                    <a:pt x="96286" y="308630"/>
                  </a:lnTo>
                  <a:lnTo>
                    <a:pt x="100745" y="305722"/>
                  </a:lnTo>
                  <a:lnTo>
                    <a:pt x="105110" y="302674"/>
                  </a:lnTo>
                  <a:lnTo>
                    <a:pt x="109375" y="299488"/>
                  </a:lnTo>
                  <a:lnTo>
                    <a:pt x="113537" y="296168"/>
                  </a:lnTo>
                  <a:lnTo>
                    <a:pt x="117591" y="292717"/>
                  </a:lnTo>
                  <a:lnTo>
                    <a:pt x="121533" y="289139"/>
                  </a:lnTo>
                  <a:lnTo>
                    <a:pt x="125358" y="285437"/>
                  </a:lnTo>
                  <a:lnTo>
                    <a:pt x="129065" y="281615"/>
                  </a:lnTo>
                  <a:lnTo>
                    <a:pt x="132647" y="277677"/>
                  </a:lnTo>
                  <a:lnTo>
                    <a:pt x="136102" y="273627"/>
                  </a:lnTo>
                  <a:lnTo>
                    <a:pt x="139427" y="269469"/>
                  </a:lnTo>
                  <a:lnTo>
                    <a:pt x="142618" y="265207"/>
                  </a:lnTo>
                  <a:lnTo>
                    <a:pt x="145671" y="260846"/>
                  </a:lnTo>
                  <a:lnTo>
                    <a:pt x="148583" y="256390"/>
                  </a:lnTo>
                  <a:lnTo>
                    <a:pt x="151353" y="251843"/>
                  </a:lnTo>
                  <a:lnTo>
                    <a:pt x="153976" y="247211"/>
                  </a:lnTo>
                  <a:lnTo>
                    <a:pt x="156450" y="242497"/>
                  </a:lnTo>
                  <a:lnTo>
                    <a:pt x="158774" y="237707"/>
                  </a:lnTo>
                  <a:lnTo>
                    <a:pt x="160943" y="232845"/>
                  </a:lnTo>
                  <a:lnTo>
                    <a:pt x="162956" y="227917"/>
                  </a:lnTo>
                  <a:lnTo>
                    <a:pt x="164812" y="222927"/>
                  </a:lnTo>
                  <a:lnTo>
                    <a:pt x="166507" y="217881"/>
                  </a:lnTo>
                  <a:lnTo>
                    <a:pt x="168041" y="212783"/>
                  </a:lnTo>
                  <a:lnTo>
                    <a:pt x="169412" y="207639"/>
                  </a:lnTo>
                  <a:lnTo>
                    <a:pt x="170619" y="202453"/>
                  </a:lnTo>
                  <a:lnTo>
                    <a:pt x="171660" y="197232"/>
                  </a:lnTo>
                  <a:lnTo>
                    <a:pt x="172534" y="191981"/>
                  </a:lnTo>
                  <a:lnTo>
                    <a:pt x="173240" y="186704"/>
                  </a:lnTo>
                  <a:lnTo>
                    <a:pt x="173778" y="181408"/>
                  </a:lnTo>
                  <a:lnTo>
                    <a:pt x="174147" y="176097"/>
                  </a:lnTo>
                  <a:lnTo>
                    <a:pt x="174347" y="170777"/>
                  </a:lnTo>
                  <a:lnTo>
                    <a:pt x="174377" y="165453"/>
                  </a:lnTo>
                  <a:lnTo>
                    <a:pt x="174237" y="160132"/>
                  </a:lnTo>
                  <a:lnTo>
                    <a:pt x="173929" y="154817"/>
                  </a:lnTo>
                  <a:lnTo>
                    <a:pt x="173451" y="149515"/>
                  </a:lnTo>
                  <a:lnTo>
                    <a:pt x="172804" y="144230"/>
                  </a:lnTo>
                  <a:lnTo>
                    <a:pt x="171990" y="138969"/>
                  </a:lnTo>
                  <a:lnTo>
                    <a:pt x="171009" y="133737"/>
                  </a:lnTo>
                  <a:lnTo>
                    <a:pt x="169861" y="128538"/>
                  </a:lnTo>
                  <a:lnTo>
                    <a:pt x="168549" y="123379"/>
                  </a:lnTo>
                  <a:lnTo>
                    <a:pt x="167073" y="118264"/>
                  </a:lnTo>
                  <a:lnTo>
                    <a:pt x="165434" y="113199"/>
                  </a:lnTo>
                  <a:lnTo>
                    <a:pt x="163636" y="108188"/>
                  </a:lnTo>
                  <a:lnTo>
                    <a:pt x="161678" y="103237"/>
                  </a:lnTo>
                  <a:lnTo>
                    <a:pt x="159564" y="98351"/>
                  </a:lnTo>
                  <a:lnTo>
                    <a:pt x="157296" y="93535"/>
                  </a:lnTo>
                  <a:lnTo>
                    <a:pt x="154875" y="88793"/>
                  </a:lnTo>
                  <a:lnTo>
                    <a:pt x="152304" y="84131"/>
                  </a:lnTo>
                  <a:lnTo>
                    <a:pt x="149587" y="79554"/>
                  </a:lnTo>
                  <a:lnTo>
                    <a:pt x="146725" y="75065"/>
                  </a:lnTo>
                  <a:lnTo>
                    <a:pt x="143721" y="70669"/>
                  </a:lnTo>
                  <a:lnTo>
                    <a:pt x="140579" y="66371"/>
                  </a:lnTo>
                  <a:lnTo>
                    <a:pt x="137302" y="62176"/>
                  </a:lnTo>
                  <a:lnTo>
                    <a:pt x="133893" y="58087"/>
                  </a:lnTo>
                  <a:lnTo>
                    <a:pt x="130355" y="54109"/>
                  </a:lnTo>
                  <a:lnTo>
                    <a:pt x="126693" y="50245"/>
                  </a:lnTo>
                  <a:lnTo>
                    <a:pt x="122909" y="46500"/>
                  </a:lnTo>
                  <a:lnTo>
                    <a:pt x="119008" y="42877"/>
                  </a:lnTo>
                  <a:lnTo>
                    <a:pt x="114994" y="39381"/>
                  </a:lnTo>
                  <a:lnTo>
                    <a:pt x="110870" y="36014"/>
                  </a:lnTo>
                  <a:lnTo>
                    <a:pt x="106641" y="32780"/>
                  </a:lnTo>
                  <a:lnTo>
                    <a:pt x="102312" y="29682"/>
                  </a:lnTo>
                  <a:lnTo>
                    <a:pt x="97886" y="26724"/>
                  </a:lnTo>
                  <a:lnTo>
                    <a:pt x="93368" y="23908"/>
                  </a:lnTo>
                  <a:lnTo>
                    <a:pt x="88762" y="21237"/>
                  </a:lnTo>
                  <a:lnTo>
                    <a:pt x="84074" y="18715"/>
                  </a:lnTo>
                  <a:lnTo>
                    <a:pt x="79308" y="16343"/>
                  </a:lnTo>
                  <a:lnTo>
                    <a:pt x="74469" y="14123"/>
                  </a:lnTo>
                  <a:lnTo>
                    <a:pt x="69561" y="12060"/>
                  </a:lnTo>
                  <a:lnTo>
                    <a:pt x="64591" y="10153"/>
                  </a:lnTo>
                  <a:lnTo>
                    <a:pt x="59562" y="8406"/>
                  </a:lnTo>
                  <a:lnTo>
                    <a:pt x="54480" y="6820"/>
                  </a:lnTo>
                  <a:lnTo>
                    <a:pt x="49350" y="5396"/>
                  </a:lnTo>
                  <a:lnTo>
                    <a:pt x="44178" y="4136"/>
                  </a:lnTo>
                  <a:lnTo>
                    <a:pt x="38968" y="3042"/>
                  </a:lnTo>
                  <a:lnTo>
                    <a:pt x="33725" y="2114"/>
                  </a:lnTo>
                  <a:lnTo>
                    <a:pt x="28456" y="1354"/>
                  </a:lnTo>
                  <a:lnTo>
                    <a:pt x="23166" y="762"/>
                  </a:lnTo>
                  <a:lnTo>
                    <a:pt x="17859" y="338"/>
                  </a:lnTo>
                  <a:lnTo>
                    <a:pt x="12541" y="84"/>
                  </a:lnTo>
                  <a:lnTo>
                    <a:pt x="7218" y="0"/>
                  </a:lnTo>
                  <a:lnTo>
                    <a:pt x="721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09886" y="1681503"/>
              <a:ext cx="13348" cy="167167"/>
            </a:xfrm>
            <a:custGeom>
              <a:avLst/>
              <a:pathLst>
                <a:path w="13348" h="167167">
                  <a:moveTo>
                    <a:pt x="13348" y="0"/>
                  </a:moveTo>
                  <a:lnTo>
                    <a:pt x="0" y="533"/>
                  </a:lnTo>
                  <a:lnTo>
                    <a:pt x="1334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9886" y="1682037"/>
              <a:ext cx="13348" cy="166633"/>
            </a:xfrm>
            <a:custGeom>
              <a:avLst/>
              <a:pathLst>
                <a:path w="13348" h="166633">
                  <a:moveTo>
                    <a:pt x="0" y="0"/>
                  </a:moveTo>
                  <a:lnTo>
                    <a:pt x="13348" y="166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256067" y="1682037"/>
              <a:ext cx="334334" cy="333783"/>
            </a:xfrm>
            <a:custGeom>
              <a:avLst/>
              <a:pathLst>
                <a:path w="334334" h="333783">
                  <a:moveTo>
                    <a:pt x="153818" y="0"/>
                  </a:moveTo>
                  <a:lnTo>
                    <a:pt x="148542" y="507"/>
                  </a:lnTo>
                  <a:lnTo>
                    <a:pt x="143284" y="1181"/>
                  </a:lnTo>
                  <a:lnTo>
                    <a:pt x="138050" y="2021"/>
                  </a:lnTo>
                  <a:lnTo>
                    <a:pt x="132846" y="3027"/>
                  </a:lnTo>
                  <a:lnTo>
                    <a:pt x="127676" y="4197"/>
                  </a:lnTo>
                  <a:lnTo>
                    <a:pt x="122545" y="5531"/>
                  </a:lnTo>
                  <a:lnTo>
                    <a:pt x="117460" y="7027"/>
                  </a:lnTo>
                  <a:lnTo>
                    <a:pt x="112425" y="8683"/>
                  </a:lnTo>
                  <a:lnTo>
                    <a:pt x="107444" y="10498"/>
                  </a:lnTo>
                  <a:lnTo>
                    <a:pt x="102524" y="12470"/>
                  </a:lnTo>
                  <a:lnTo>
                    <a:pt x="97668" y="14597"/>
                  </a:lnTo>
                  <a:lnTo>
                    <a:pt x="92883" y="16877"/>
                  </a:lnTo>
                  <a:lnTo>
                    <a:pt x="88172" y="19308"/>
                  </a:lnTo>
                  <a:lnTo>
                    <a:pt x="83541" y="21886"/>
                  </a:lnTo>
                  <a:lnTo>
                    <a:pt x="78994" y="24610"/>
                  </a:lnTo>
                  <a:lnTo>
                    <a:pt x="74535" y="27477"/>
                  </a:lnTo>
                  <a:lnTo>
                    <a:pt x="70170" y="30484"/>
                  </a:lnTo>
                  <a:lnTo>
                    <a:pt x="65902" y="33628"/>
                  </a:lnTo>
                  <a:lnTo>
                    <a:pt x="61736" y="36906"/>
                  </a:lnTo>
                  <a:lnTo>
                    <a:pt x="57676" y="40314"/>
                  </a:lnTo>
                  <a:lnTo>
                    <a:pt x="53726" y="43849"/>
                  </a:lnTo>
                  <a:lnTo>
                    <a:pt x="49890" y="47507"/>
                  </a:lnTo>
                  <a:lnTo>
                    <a:pt x="46172" y="51285"/>
                  </a:lnTo>
                  <a:lnTo>
                    <a:pt x="42575" y="55180"/>
                  </a:lnTo>
                  <a:lnTo>
                    <a:pt x="39104" y="59186"/>
                  </a:lnTo>
                  <a:lnTo>
                    <a:pt x="35762" y="63300"/>
                  </a:lnTo>
                  <a:lnTo>
                    <a:pt x="32552" y="67518"/>
                  </a:lnTo>
                  <a:lnTo>
                    <a:pt x="29477" y="71836"/>
                  </a:lnTo>
                  <a:lnTo>
                    <a:pt x="26541" y="76250"/>
                  </a:lnTo>
                  <a:lnTo>
                    <a:pt x="23746" y="80754"/>
                  </a:lnTo>
                  <a:lnTo>
                    <a:pt x="21095" y="85344"/>
                  </a:lnTo>
                  <a:lnTo>
                    <a:pt x="18591" y="90016"/>
                  </a:lnTo>
                  <a:lnTo>
                    <a:pt x="16237" y="94765"/>
                  </a:lnTo>
                  <a:lnTo>
                    <a:pt x="14034" y="99587"/>
                  </a:lnTo>
                  <a:lnTo>
                    <a:pt x="11985" y="104476"/>
                  </a:lnTo>
                  <a:lnTo>
                    <a:pt x="10092" y="109427"/>
                  </a:lnTo>
                  <a:lnTo>
                    <a:pt x="8358" y="114436"/>
                  </a:lnTo>
                  <a:lnTo>
                    <a:pt x="6782" y="119498"/>
                  </a:lnTo>
                  <a:lnTo>
                    <a:pt x="5369" y="124606"/>
                  </a:lnTo>
                  <a:lnTo>
                    <a:pt x="4117" y="129757"/>
                  </a:lnTo>
                  <a:lnTo>
                    <a:pt x="3030" y="134945"/>
                  </a:lnTo>
                  <a:lnTo>
                    <a:pt x="2108" y="140165"/>
                  </a:lnTo>
                  <a:lnTo>
                    <a:pt x="1352" y="145412"/>
                  </a:lnTo>
                  <a:lnTo>
                    <a:pt x="762" y="150680"/>
                  </a:lnTo>
                  <a:lnTo>
                    <a:pt x="340" y="155964"/>
                  </a:lnTo>
                  <a:lnTo>
                    <a:pt x="86" y="161259"/>
                  </a:lnTo>
                  <a:lnTo>
                    <a:pt x="0" y="166559"/>
                  </a:lnTo>
                  <a:lnTo>
                    <a:pt x="81" y="171859"/>
                  </a:lnTo>
                  <a:lnTo>
                    <a:pt x="331" y="177154"/>
                  </a:lnTo>
                  <a:lnTo>
                    <a:pt x="748" y="182438"/>
                  </a:lnTo>
                  <a:lnTo>
                    <a:pt x="1333" y="187707"/>
                  </a:lnTo>
                  <a:lnTo>
                    <a:pt x="2085" y="192954"/>
                  </a:lnTo>
                  <a:lnTo>
                    <a:pt x="3002" y="198175"/>
                  </a:lnTo>
                  <a:lnTo>
                    <a:pt x="4085" y="203364"/>
                  </a:lnTo>
                  <a:lnTo>
                    <a:pt x="5331" y="208516"/>
                  </a:lnTo>
                  <a:lnTo>
                    <a:pt x="6741" y="213626"/>
                  </a:lnTo>
                  <a:lnTo>
                    <a:pt x="8311" y="218689"/>
                  </a:lnTo>
                  <a:lnTo>
                    <a:pt x="10041" y="223699"/>
                  </a:lnTo>
                  <a:lnTo>
                    <a:pt x="11930" y="228652"/>
                  </a:lnTo>
                  <a:lnTo>
                    <a:pt x="13974" y="233543"/>
                  </a:lnTo>
                  <a:lnTo>
                    <a:pt x="16173" y="238367"/>
                  </a:lnTo>
                  <a:lnTo>
                    <a:pt x="18523" y="243118"/>
                  </a:lnTo>
                  <a:lnTo>
                    <a:pt x="21023" y="247792"/>
                  </a:lnTo>
                  <a:lnTo>
                    <a:pt x="23669" y="252385"/>
                  </a:lnTo>
                  <a:lnTo>
                    <a:pt x="26460" y="256892"/>
                  </a:lnTo>
                  <a:lnTo>
                    <a:pt x="29393" y="261307"/>
                  </a:lnTo>
                  <a:lnTo>
                    <a:pt x="32464" y="265628"/>
                  </a:lnTo>
                  <a:lnTo>
                    <a:pt x="35670" y="269849"/>
                  </a:lnTo>
                  <a:lnTo>
                    <a:pt x="39009" y="273966"/>
                  </a:lnTo>
                  <a:lnTo>
                    <a:pt x="42476" y="277976"/>
                  </a:lnTo>
                  <a:lnTo>
                    <a:pt x="46069" y="281873"/>
                  </a:lnTo>
                  <a:lnTo>
                    <a:pt x="49784" y="285655"/>
                  </a:lnTo>
                  <a:lnTo>
                    <a:pt x="53616" y="289317"/>
                  </a:lnTo>
                  <a:lnTo>
                    <a:pt x="57563" y="292855"/>
                  </a:lnTo>
                  <a:lnTo>
                    <a:pt x="61620" y="296267"/>
                  </a:lnTo>
                  <a:lnTo>
                    <a:pt x="65783" y="299548"/>
                  </a:lnTo>
                  <a:lnTo>
                    <a:pt x="70049" y="302696"/>
                  </a:lnTo>
                  <a:lnTo>
                    <a:pt x="74411" y="305706"/>
                  </a:lnTo>
                  <a:lnTo>
                    <a:pt x="78867" y="308577"/>
                  </a:lnTo>
                  <a:lnTo>
                    <a:pt x="83412" y="311306"/>
                  </a:lnTo>
                  <a:lnTo>
                    <a:pt x="88041" y="313888"/>
                  </a:lnTo>
                  <a:lnTo>
                    <a:pt x="92750" y="316323"/>
                  </a:lnTo>
                  <a:lnTo>
                    <a:pt x="97533" y="318607"/>
                  </a:lnTo>
                  <a:lnTo>
                    <a:pt x="102387" y="320739"/>
                  </a:lnTo>
                  <a:lnTo>
                    <a:pt x="107305" y="322715"/>
                  </a:lnTo>
                  <a:lnTo>
                    <a:pt x="112284" y="324534"/>
                  </a:lnTo>
                  <a:lnTo>
                    <a:pt x="117318" y="326195"/>
                  </a:lnTo>
                  <a:lnTo>
                    <a:pt x="122402" y="327695"/>
                  </a:lnTo>
                  <a:lnTo>
                    <a:pt x="127531" y="329034"/>
                  </a:lnTo>
                  <a:lnTo>
                    <a:pt x="132700" y="330209"/>
                  </a:lnTo>
                  <a:lnTo>
                    <a:pt x="137904" y="331219"/>
                  </a:lnTo>
                  <a:lnTo>
                    <a:pt x="143137" y="332064"/>
                  </a:lnTo>
                  <a:lnTo>
                    <a:pt x="148394" y="332743"/>
                  </a:lnTo>
                  <a:lnTo>
                    <a:pt x="153670" y="333255"/>
                  </a:lnTo>
                  <a:lnTo>
                    <a:pt x="158960" y="333599"/>
                  </a:lnTo>
                  <a:lnTo>
                    <a:pt x="164257" y="333775"/>
                  </a:lnTo>
                  <a:lnTo>
                    <a:pt x="169558" y="333783"/>
                  </a:lnTo>
                  <a:lnTo>
                    <a:pt x="174857" y="333624"/>
                  </a:lnTo>
                  <a:lnTo>
                    <a:pt x="180147" y="333296"/>
                  </a:lnTo>
                  <a:lnTo>
                    <a:pt x="185425" y="332801"/>
                  </a:lnTo>
                  <a:lnTo>
                    <a:pt x="190684" y="332138"/>
                  </a:lnTo>
                  <a:lnTo>
                    <a:pt x="195920" y="331309"/>
                  </a:lnTo>
                  <a:lnTo>
                    <a:pt x="201127" y="330315"/>
                  </a:lnTo>
                  <a:lnTo>
                    <a:pt x="206299" y="329156"/>
                  </a:lnTo>
                  <a:lnTo>
                    <a:pt x="211432" y="327833"/>
                  </a:lnTo>
                  <a:lnTo>
                    <a:pt x="216521" y="326349"/>
                  </a:lnTo>
                  <a:lnTo>
                    <a:pt x="221560" y="324704"/>
                  </a:lnTo>
                  <a:lnTo>
                    <a:pt x="226544" y="322900"/>
                  </a:lnTo>
                  <a:lnTo>
                    <a:pt x="231469" y="320939"/>
                  </a:lnTo>
                  <a:lnTo>
                    <a:pt x="236329" y="318822"/>
                  </a:lnTo>
                  <a:lnTo>
                    <a:pt x="241120" y="316553"/>
                  </a:lnTo>
                  <a:lnTo>
                    <a:pt x="245836" y="314133"/>
                  </a:lnTo>
                  <a:lnTo>
                    <a:pt x="250473" y="311564"/>
                  </a:lnTo>
                  <a:lnTo>
                    <a:pt x="255026" y="308850"/>
                  </a:lnTo>
                  <a:lnTo>
                    <a:pt x="259491" y="305993"/>
                  </a:lnTo>
                  <a:lnTo>
                    <a:pt x="263863" y="302996"/>
                  </a:lnTo>
                  <a:lnTo>
                    <a:pt x="268138" y="299862"/>
                  </a:lnTo>
                  <a:lnTo>
                    <a:pt x="272311" y="296593"/>
                  </a:lnTo>
                  <a:lnTo>
                    <a:pt x="276379" y="293194"/>
                  </a:lnTo>
                  <a:lnTo>
                    <a:pt x="280337" y="289668"/>
                  </a:lnTo>
                  <a:lnTo>
                    <a:pt x="284181" y="286018"/>
                  </a:lnTo>
                  <a:lnTo>
                    <a:pt x="287907" y="282248"/>
                  </a:lnTo>
                  <a:lnTo>
                    <a:pt x="291512" y="278362"/>
                  </a:lnTo>
                  <a:lnTo>
                    <a:pt x="294992" y="274363"/>
                  </a:lnTo>
                  <a:lnTo>
                    <a:pt x="298343" y="270256"/>
                  </a:lnTo>
                  <a:lnTo>
                    <a:pt x="301563" y="266045"/>
                  </a:lnTo>
                  <a:lnTo>
                    <a:pt x="304647" y="261734"/>
                  </a:lnTo>
                  <a:lnTo>
                    <a:pt x="307593" y="257327"/>
                  </a:lnTo>
                  <a:lnTo>
                    <a:pt x="310398" y="252829"/>
                  </a:lnTo>
                  <a:lnTo>
                    <a:pt x="313059" y="248245"/>
                  </a:lnTo>
                  <a:lnTo>
                    <a:pt x="315573" y="243578"/>
                  </a:lnTo>
                  <a:lnTo>
                    <a:pt x="317938" y="238834"/>
                  </a:lnTo>
                  <a:lnTo>
                    <a:pt x="320151" y="234018"/>
                  </a:lnTo>
                  <a:lnTo>
                    <a:pt x="322211" y="229133"/>
                  </a:lnTo>
                  <a:lnTo>
                    <a:pt x="324115" y="224186"/>
                  </a:lnTo>
                  <a:lnTo>
                    <a:pt x="325861" y="219181"/>
                  </a:lnTo>
                  <a:lnTo>
                    <a:pt x="327447" y="214123"/>
                  </a:lnTo>
                  <a:lnTo>
                    <a:pt x="328872" y="209018"/>
                  </a:lnTo>
                  <a:lnTo>
                    <a:pt x="330134" y="203869"/>
                  </a:lnTo>
                  <a:lnTo>
                    <a:pt x="331233" y="198684"/>
                  </a:lnTo>
                  <a:lnTo>
                    <a:pt x="332167" y="193466"/>
                  </a:lnTo>
                  <a:lnTo>
                    <a:pt x="332935" y="188221"/>
                  </a:lnTo>
                  <a:lnTo>
                    <a:pt x="333536" y="182954"/>
                  </a:lnTo>
                  <a:lnTo>
                    <a:pt x="333970" y="177671"/>
                  </a:lnTo>
                  <a:lnTo>
                    <a:pt x="334236" y="172377"/>
                  </a:lnTo>
                  <a:lnTo>
                    <a:pt x="334334" y="167077"/>
                  </a:lnTo>
                  <a:lnTo>
                    <a:pt x="334264" y="161777"/>
                  </a:lnTo>
                  <a:lnTo>
                    <a:pt x="334026" y="156481"/>
                  </a:lnTo>
                  <a:lnTo>
                    <a:pt x="333620" y="151196"/>
                  </a:lnTo>
                  <a:lnTo>
                    <a:pt x="333047" y="145926"/>
                  </a:lnTo>
                  <a:lnTo>
                    <a:pt x="332307" y="140677"/>
                  </a:lnTo>
                  <a:lnTo>
                    <a:pt x="331401" y="135454"/>
                  </a:lnTo>
                  <a:lnTo>
                    <a:pt x="330330" y="130263"/>
                  </a:lnTo>
                  <a:lnTo>
                    <a:pt x="329095" y="125108"/>
                  </a:lnTo>
                  <a:lnTo>
                    <a:pt x="327697" y="119995"/>
                  </a:lnTo>
                  <a:lnTo>
                    <a:pt x="326137" y="114929"/>
                  </a:lnTo>
                  <a:lnTo>
                    <a:pt x="324418" y="109914"/>
                  </a:lnTo>
                  <a:lnTo>
                    <a:pt x="322541" y="104957"/>
                  </a:lnTo>
                  <a:lnTo>
                    <a:pt x="320507" y="100062"/>
                  </a:lnTo>
                  <a:lnTo>
                    <a:pt x="318319" y="95234"/>
                  </a:lnTo>
                  <a:lnTo>
                    <a:pt x="315980" y="90477"/>
                  </a:lnTo>
                  <a:lnTo>
                    <a:pt x="313490" y="85797"/>
                  </a:lnTo>
                  <a:lnTo>
                    <a:pt x="310854" y="81199"/>
                  </a:lnTo>
                  <a:lnTo>
                    <a:pt x="308073" y="76686"/>
                  </a:lnTo>
                  <a:lnTo>
                    <a:pt x="305150" y="72264"/>
                  </a:lnTo>
                  <a:lnTo>
                    <a:pt x="302089" y="67936"/>
                  </a:lnTo>
                  <a:lnTo>
                    <a:pt x="298892" y="63708"/>
                  </a:lnTo>
                  <a:lnTo>
                    <a:pt x="295562" y="59583"/>
                  </a:lnTo>
                  <a:lnTo>
                    <a:pt x="292103" y="55566"/>
                  </a:lnTo>
                  <a:lnTo>
                    <a:pt x="288519" y="51661"/>
                  </a:lnTo>
                  <a:lnTo>
                    <a:pt x="284813" y="47871"/>
                  </a:lnTo>
                  <a:lnTo>
                    <a:pt x="280988" y="44201"/>
                  </a:lnTo>
                  <a:lnTo>
                    <a:pt x="277049" y="40654"/>
                  </a:lnTo>
                  <a:lnTo>
                    <a:pt x="273000" y="37233"/>
                  </a:lnTo>
                  <a:lnTo>
                    <a:pt x="268844" y="33943"/>
                  </a:lnTo>
                  <a:lnTo>
                    <a:pt x="264586" y="30786"/>
                  </a:lnTo>
                  <a:lnTo>
                    <a:pt x="260230" y="27765"/>
                  </a:lnTo>
                  <a:lnTo>
                    <a:pt x="255780" y="24884"/>
                  </a:lnTo>
                  <a:lnTo>
                    <a:pt x="251241" y="22146"/>
                  </a:lnTo>
                  <a:lnTo>
                    <a:pt x="246618" y="19553"/>
                  </a:lnTo>
                  <a:lnTo>
                    <a:pt x="241915" y="17108"/>
                  </a:lnTo>
                  <a:lnTo>
                    <a:pt x="237136" y="14813"/>
                  </a:lnTo>
                  <a:lnTo>
                    <a:pt x="232288" y="12671"/>
                  </a:lnTo>
                  <a:lnTo>
                    <a:pt x="227373" y="10684"/>
                  </a:lnTo>
                  <a:lnTo>
                    <a:pt x="222399" y="8854"/>
                  </a:lnTo>
                  <a:lnTo>
                    <a:pt x="217368" y="7182"/>
                  </a:lnTo>
                  <a:lnTo>
                    <a:pt x="212288" y="5670"/>
                  </a:lnTo>
                  <a:lnTo>
                    <a:pt x="207162" y="4321"/>
                  </a:lnTo>
                  <a:lnTo>
                    <a:pt x="201995" y="3134"/>
                  </a:lnTo>
                  <a:lnTo>
                    <a:pt x="167167" y="166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23235" y="1681503"/>
              <a:ext cx="34828" cy="167167"/>
            </a:xfrm>
            <a:custGeom>
              <a:avLst/>
              <a:pathLst>
                <a:path w="34828" h="167167">
                  <a:moveTo>
                    <a:pt x="34828" y="3668"/>
                  </a:moveTo>
                  <a:lnTo>
                    <a:pt x="27936" y="2350"/>
                  </a:lnTo>
                  <a:lnTo>
                    <a:pt x="20995" y="1323"/>
                  </a:lnTo>
                  <a:lnTo>
                    <a:pt x="14017" y="588"/>
                  </a:lnTo>
                  <a:lnTo>
                    <a:pt x="7015" y="1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853884" y="1322571"/>
              <a:ext cx="167154" cy="326326"/>
            </a:xfrm>
            <a:custGeom>
              <a:avLst/>
              <a:pathLst>
                <a:path w="167154" h="326326">
                  <a:moveTo>
                    <a:pt x="167154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7" y="760"/>
                  </a:lnTo>
                  <a:lnTo>
                    <a:pt x="145943" y="1351"/>
                  </a:lnTo>
                  <a:lnTo>
                    <a:pt x="140681" y="2109"/>
                  </a:lnTo>
                  <a:lnTo>
                    <a:pt x="135445" y="3034"/>
                  </a:lnTo>
                  <a:lnTo>
                    <a:pt x="130242" y="4126"/>
                  </a:lnTo>
                  <a:lnTo>
                    <a:pt x="125075" y="5382"/>
                  </a:lnTo>
                  <a:lnTo>
                    <a:pt x="119952" y="6802"/>
                  </a:lnTo>
                  <a:lnTo>
                    <a:pt x="114876" y="8384"/>
                  </a:lnTo>
                  <a:lnTo>
                    <a:pt x="109853" y="10127"/>
                  </a:lnTo>
                  <a:lnTo>
                    <a:pt x="104888" y="12029"/>
                  </a:lnTo>
                  <a:lnTo>
                    <a:pt x="99986" y="14088"/>
                  </a:lnTo>
                  <a:lnTo>
                    <a:pt x="95151" y="16301"/>
                  </a:lnTo>
                  <a:lnTo>
                    <a:pt x="90390" y="18667"/>
                  </a:lnTo>
                  <a:lnTo>
                    <a:pt x="85706" y="21183"/>
                  </a:lnTo>
                  <a:lnTo>
                    <a:pt x="81105" y="23847"/>
                  </a:lnTo>
                  <a:lnTo>
                    <a:pt x="76591" y="26656"/>
                  </a:lnTo>
                  <a:lnTo>
                    <a:pt x="72168" y="29608"/>
                  </a:lnTo>
                  <a:lnTo>
                    <a:pt x="67842" y="32698"/>
                  </a:lnTo>
                  <a:lnTo>
                    <a:pt x="63616" y="35924"/>
                  </a:lnTo>
                  <a:lnTo>
                    <a:pt x="59494" y="39283"/>
                  </a:lnTo>
                  <a:lnTo>
                    <a:pt x="55482" y="42772"/>
                  </a:lnTo>
                  <a:lnTo>
                    <a:pt x="51582" y="46386"/>
                  </a:lnTo>
                  <a:lnTo>
                    <a:pt x="47800" y="50122"/>
                  </a:lnTo>
                  <a:lnTo>
                    <a:pt x="44138" y="53977"/>
                  </a:lnTo>
                  <a:lnTo>
                    <a:pt x="40601" y="57947"/>
                  </a:lnTo>
                  <a:lnTo>
                    <a:pt x="37191" y="62026"/>
                  </a:lnTo>
                  <a:lnTo>
                    <a:pt x="33913" y="66213"/>
                  </a:lnTo>
                  <a:lnTo>
                    <a:pt x="30770" y="70501"/>
                  </a:lnTo>
                  <a:lnTo>
                    <a:pt x="27765" y="74887"/>
                  </a:lnTo>
                  <a:lnTo>
                    <a:pt x="24901" y="79366"/>
                  </a:lnTo>
                  <a:lnTo>
                    <a:pt x="22181" y="83935"/>
                  </a:lnTo>
                  <a:lnTo>
                    <a:pt x="19607" y="88587"/>
                  </a:lnTo>
                  <a:lnTo>
                    <a:pt x="17183" y="93319"/>
                  </a:lnTo>
                  <a:lnTo>
                    <a:pt x="14910" y="98126"/>
                  </a:lnTo>
                  <a:lnTo>
                    <a:pt x="12792" y="103002"/>
                  </a:lnTo>
                  <a:lnTo>
                    <a:pt x="10829" y="107944"/>
                  </a:lnTo>
                  <a:lnTo>
                    <a:pt x="9025" y="112945"/>
                  </a:lnTo>
                  <a:lnTo>
                    <a:pt x="7381" y="118001"/>
                  </a:lnTo>
                  <a:lnTo>
                    <a:pt x="5898" y="123107"/>
                  </a:lnTo>
                  <a:lnTo>
                    <a:pt x="4578" y="128258"/>
                  </a:lnTo>
                  <a:lnTo>
                    <a:pt x="3423" y="133447"/>
                  </a:lnTo>
                  <a:lnTo>
                    <a:pt x="2434" y="138671"/>
                  </a:lnTo>
                  <a:lnTo>
                    <a:pt x="1611" y="143924"/>
                  </a:lnTo>
                  <a:lnTo>
                    <a:pt x="955" y="149200"/>
                  </a:lnTo>
                  <a:lnTo>
                    <a:pt x="468" y="154495"/>
                  </a:lnTo>
                  <a:lnTo>
                    <a:pt x="149" y="159802"/>
                  </a:lnTo>
                  <a:lnTo>
                    <a:pt x="0" y="165117"/>
                  </a:lnTo>
                  <a:lnTo>
                    <a:pt x="19" y="170434"/>
                  </a:lnTo>
                  <a:lnTo>
                    <a:pt x="207" y="175747"/>
                  </a:lnTo>
                  <a:lnTo>
                    <a:pt x="565" y="181052"/>
                  </a:lnTo>
                  <a:lnTo>
                    <a:pt x="1090" y="186343"/>
                  </a:lnTo>
                  <a:lnTo>
                    <a:pt x="1784" y="191614"/>
                  </a:lnTo>
                  <a:lnTo>
                    <a:pt x="2645" y="196861"/>
                  </a:lnTo>
                  <a:lnTo>
                    <a:pt x="3673" y="202077"/>
                  </a:lnTo>
                  <a:lnTo>
                    <a:pt x="4866" y="207259"/>
                  </a:lnTo>
                  <a:lnTo>
                    <a:pt x="6223" y="212399"/>
                  </a:lnTo>
                  <a:lnTo>
                    <a:pt x="7743" y="217494"/>
                  </a:lnTo>
                  <a:lnTo>
                    <a:pt x="9424" y="222538"/>
                  </a:lnTo>
                  <a:lnTo>
                    <a:pt x="11264" y="227526"/>
                  </a:lnTo>
                  <a:lnTo>
                    <a:pt x="13263" y="232453"/>
                  </a:lnTo>
                  <a:lnTo>
                    <a:pt x="15417" y="237314"/>
                  </a:lnTo>
                  <a:lnTo>
                    <a:pt x="17724" y="242104"/>
                  </a:lnTo>
                  <a:lnTo>
                    <a:pt x="20183" y="246819"/>
                  </a:lnTo>
                  <a:lnTo>
                    <a:pt x="22790" y="251452"/>
                  </a:lnTo>
                  <a:lnTo>
                    <a:pt x="25544" y="256000"/>
                  </a:lnTo>
                  <a:lnTo>
                    <a:pt x="28440" y="260459"/>
                  </a:lnTo>
                  <a:lnTo>
                    <a:pt x="31477" y="264823"/>
                  </a:lnTo>
                  <a:lnTo>
                    <a:pt x="34652" y="269088"/>
                  </a:lnTo>
                  <a:lnTo>
                    <a:pt x="37960" y="273251"/>
                  </a:lnTo>
                  <a:lnTo>
                    <a:pt x="41399" y="277306"/>
                  </a:lnTo>
                  <a:lnTo>
                    <a:pt x="44965" y="281249"/>
                  </a:lnTo>
                  <a:lnTo>
                    <a:pt x="48655" y="285077"/>
                  </a:lnTo>
                  <a:lnTo>
                    <a:pt x="52464" y="288786"/>
                  </a:lnTo>
                  <a:lnTo>
                    <a:pt x="56390" y="292372"/>
                  </a:lnTo>
                  <a:lnTo>
                    <a:pt x="60428" y="295831"/>
                  </a:lnTo>
                  <a:lnTo>
                    <a:pt x="64574" y="299160"/>
                  </a:lnTo>
                  <a:lnTo>
                    <a:pt x="68823" y="302355"/>
                  </a:lnTo>
                  <a:lnTo>
                    <a:pt x="73172" y="305414"/>
                  </a:lnTo>
                  <a:lnTo>
                    <a:pt x="77616" y="308333"/>
                  </a:lnTo>
                  <a:lnTo>
                    <a:pt x="82150" y="311109"/>
                  </a:lnTo>
                  <a:lnTo>
                    <a:pt x="86771" y="313739"/>
                  </a:lnTo>
                  <a:lnTo>
                    <a:pt x="91473" y="316221"/>
                  </a:lnTo>
                  <a:lnTo>
                    <a:pt x="96251" y="318553"/>
                  </a:lnTo>
                  <a:lnTo>
                    <a:pt x="101101" y="320731"/>
                  </a:lnTo>
                  <a:lnTo>
                    <a:pt x="106018" y="322754"/>
                  </a:lnTo>
                  <a:lnTo>
                    <a:pt x="110997" y="324620"/>
                  </a:lnTo>
                  <a:lnTo>
                    <a:pt x="116033" y="326326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69917" y="1489739"/>
              <a:ext cx="51121" cy="159158"/>
            </a:xfrm>
            <a:custGeom>
              <a:avLst/>
              <a:pathLst>
                <a:path w="51121" h="159158">
                  <a:moveTo>
                    <a:pt x="0" y="159158"/>
                  </a:moveTo>
                  <a:lnTo>
                    <a:pt x="5112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69917" y="1324913"/>
              <a:ext cx="218289" cy="331987"/>
            </a:xfrm>
            <a:custGeom>
              <a:avLst/>
              <a:pathLst>
                <a:path w="218289" h="331987">
                  <a:moveTo>
                    <a:pt x="0" y="323984"/>
                  </a:moveTo>
                  <a:lnTo>
                    <a:pt x="5100" y="325533"/>
                  </a:lnTo>
                  <a:lnTo>
                    <a:pt x="10248" y="326919"/>
                  </a:lnTo>
                  <a:lnTo>
                    <a:pt x="15437" y="328140"/>
                  </a:lnTo>
                  <a:lnTo>
                    <a:pt x="20663" y="329194"/>
                  </a:lnTo>
                  <a:lnTo>
                    <a:pt x="25920" y="330082"/>
                  </a:lnTo>
                  <a:lnTo>
                    <a:pt x="31202" y="330801"/>
                  </a:lnTo>
                  <a:lnTo>
                    <a:pt x="36504" y="331352"/>
                  </a:lnTo>
                  <a:lnTo>
                    <a:pt x="41821" y="331734"/>
                  </a:lnTo>
                  <a:lnTo>
                    <a:pt x="47148" y="331945"/>
                  </a:lnTo>
                  <a:lnTo>
                    <a:pt x="52479" y="331987"/>
                  </a:lnTo>
                  <a:lnTo>
                    <a:pt x="57808" y="331859"/>
                  </a:lnTo>
                  <a:lnTo>
                    <a:pt x="63131" y="331561"/>
                  </a:lnTo>
                  <a:lnTo>
                    <a:pt x="68441" y="331093"/>
                  </a:lnTo>
                  <a:lnTo>
                    <a:pt x="73734" y="330456"/>
                  </a:lnTo>
                  <a:lnTo>
                    <a:pt x="79004" y="329651"/>
                  </a:lnTo>
                  <a:lnTo>
                    <a:pt x="84245" y="328678"/>
                  </a:lnTo>
                  <a:lnTo>
                    <a:pt x="89453" y="327538"/>
                  </a:lnTo>
                  <a:lnTo>
                    <a:pt x="94622" y="326233"/>
                  </a:lnTo>
                  <a:lnTo>
                    <a:pt x="99746" y="324764"/>
                  </a:lnTo>
                  <a:lnTo>
                    <a:pt x="104821" y="323132"/>
                  </a:lnTo>
                  <a:lnTo>
                    <a:pt x="109842" y="321340"/>
                  </a:lnTo>
                  <a:lnTo>
                    <a:pt x="114803" y="319388"/>
                  </a:lnTo>
                  <a:lnTo>
                    <a:pt x="119699" y="317279"/>
                  </a:lnTo>
                  <a:lnTo>
                    <a:pt x="124525" y="315014"/>
                  </a:lnTo>
                  <a:lnTo>
                    <a:pt x="129276" y="312597"/>
                  </a:lnTo>
                  <a:lnTo>
                    <a:pt x="133949" y="310030"/>
                  </a:lnTo>
                  <a:lnTo>
                    <a:pt x="138536" y="307315"/>
                  </a:lnTo>
                  <a:lnTo>
                    <a:pt x="143035" y="304456"/>
                  </a:lnTo>
                  <a:lnTo>
                    <a:pt x="147441" y="301454"/>
                  </a:lnTo>
                  <a:lnTo>
                    <a:pt x="151748" y="298313"/>
                  </a:lnTo>
                  <a:lnTo>
                    <a:pt x="155954" y="295037"/>
                  </a:lnTo>
                  <a:lnTo>
                    <a:pt x="160052" y="291628"/>
                  </a:lnTo>
                  <a:lnTo>
                    <a:pt x="164040" y="288090"/>
                  </a:lnTo>
                  <a:lnTo>
                    <a:pt x="167913" y="284427"/>
                  </a:lnTo>
                  <a:lnTo>
                    <a:pt x="171667" y="280642"/>
                  </a:lnTo>
                  <a:lnTo>
                    <a:pt x="175299" y="276739"/>
                  </a:lnTo>
                  <a:lnTo>
                    <a:pt x="178804" y="272723"/>
                  </a:lnTo>
                  <a:lnTo>
                    <a:pt x="182180" y="268597"/>
                  </a:lnTo>
                  <a:lnTo>
                    <a:pt x="185422" y="264365"/>
                  </a:lnTo>
                  <a:lnTo>
                    <a:pt x="188528" y="260032"/>
                  </a:lnTo>
                  <a:lnTo>
                    <a:pt x="191494" y="255602"/>
                  </a:lnTo>
                  <a:lnTo>
                    <a:pt x="194317" y="251080"/>
                  </a:lnTo>
                  <a:lnTo>
                    <a:pt x="196994" y="246471"/>
                  </a:lnTo>
                  <a:lnTo>
                    <a:pt x="199523" y="241778"/>
                  </a:lnTo>
                  <a:lnTo>
                    <a:pt x="201902" y="237007"/>
                  </a:lnTo>
                  <a:lnTo>
                    <a:pt x="204126" y="232162"/>
                  </a:lnTo>
                  <a:lnTo>
                    <a:pt x="206196" y="227249"/>
                  </a:lnTo>
                  <a:lnTo>
                    <a:pt x="208107" y="222273"/>
                  </a:lnTo>
                  <a:lnTo>
                    <a:pt x="209859" y="217238"/>
                  </a:lnTo>
                  <a:lnTo>
                    <a:pt x="211450" y="212150"/>
                  </a:lnTo>
                  <a:lnTo>
                    <a:pt x="212877" y="207014"/>
                  </a:lnTo>
                  <a:lnTo>
                    <a:pt x="214140" y="201834"/>
                  </a:lnTo>
                  <a:lnTo>
                    <a:pt x="215237" y="196618"/>
                  </a:lnTo>
                  <a:lnTo>
                    <a:pt x="216168" y="191368"/>
                  </a:lnTo>
                  <a:lnTo>
                    <a:pt x="216930" y="186092"/>
                  </a:lnTo>
                  <a:lnTo>
                    <a:pt x="217524" y="180795"/>
                  </a:lnTo>
                  <a:lnTo>
                    <a:pt x="217949" y="175480"/>
                  </a:lnTo>
                  <a:lnTo>
                    <a:pt x="218204" y="170156"/>
                  </a:lnTo>
                  <a:lnTo>
                    <a:pt x="218289" y="164825"/>
                  </a:lnTo>
                  <a:lnTo>
                    <a:pt x="218204" y="159495"/>
                  </a:lnTo>
                  <a:lnTo>
                    <a:pt x="217949" y="154170"/>
                  </a:lnTo>
                  <a:lnTo>
                    <a:pt x="217524" y="148856"/>
                  </a:lnTo>
                  <a:lnTo>
                    <a:pt x="216930" y="143558"/>
                  </a:lnTo>
                  <a:lnTo>
                    <a:pt x="216168" y="138282"/>
                  </a:lnTo>
                  <a:lnTo>
                    <a:pt x="215238" y="133033"/>
                  </a:lnTo>
                  <a:lnTo>
                    <a:pt x="214140" y="127816"/>
                  </a:lnTo>
                  <a:lnTo>
                    <a:pt x="212877" y="122637"/>
                  </a:lnTo>
                  <a:lnTo>
                    <a:pt x="211450" y="117501"/>
                  </a:lnTo>
                  <a:lnTo>
                    <a:pt x="209860" y="112413"/>
                  </a:lnTo>
                  <a:lnTo>
                    <a:pt x="208108" y="107378"/>
                  </a:lnTo>
                  <a:lnTo>
                    <a:pt x="206196" y="102401"/>
                  </a:lnTo>
                  <a:lnTo>
                    <a:pt x="204127" y="97488"/>
                  </a:lnTo>
                  <a:lnTo>
                    <a:pt x="201902" y="92644"/>
                  </a:lnTo>
                  <a:lnTo>
                    <a:pt x="199524" y="87873"/>
                  </a:lnTo>
                  <a:lnTo>
                    <a:pt x="196994" y="83180"/>
                  </a:lnTo>
                  <a:lnTo>
                    <a:pt x="194317" y="78570"/>
                  </a:lnTo>
                  <a:lnTo>
                    <a:pt x="191494" y="74048"/>
                  </a:lnTo>
                  <a:lnTo>
                    <a:pt x="188528" y="69618"/>
                  </a:lnTo>
                  <a:lnTo>
                    <a:pt x="185422" y="65286"/>
                  </a:lnTo>
                  <a:lnTo>
                    <a:pt x="182180" y="61054"/>
                  </a:lnTo>
                  <a:lnTo>
                    <a:pt x="178805" y="56928"/>
                  </a:lnTo>
                  <a:lnTo>
                    <a:pt x="175299" y="52911"/>
                  </a:lnTo>
                  <a:lnTo>
                    <a:pt x="171668" y="49009"/>
                  </a:lnTo>
                  <a:lnTo>
                    <a:pt x="167914" y="45224"/>
                  </a:lnTo>
                  <a:lnTo>
                    <a:pt x="164041" y="41561"/>
                  </a:lnTo>
                  <a:lnTo>
                    <a:pt x="160053" y="38023"/>
                  </a:lnTo>
                  <a:lnTo>
                    <a:pt x="155954" y="34614"/>
                  </a:lnTo>
                  <a:lnTo>
                    <a:pt x="151749" y="31337"/>
                  </a:lnTo>
                  <a:lnTo>
                    <a:pt x="147441" y="28197"/>
                  </a:lnTo>
                  <a:lnTo>
                    <a:pt x="143036" y="25195"/>
                  </a:lnTo>
                  <a:lnTo>
                    <a:pt x="138537" y="22335"/>
                  </a:lnTo>
                  <a:lnTo>
                    <a:pt x="133949" y="19620"/>
                  </a:lnTo>
                  <a:lnTo>
                    <a:pt x="129277" y="17053"/>
                  </a:lnTo>
                  <a:lnTo>
                    <a:pt x="124525" y="14636"/>
                  </a:lnTo>
                  <a:lnTo>
                    <a:pt x="119699" y="12372"/>
                  </a:lnTo>
                  <a:lnTo>
                    <a:pt x="114803" y="10263"/>
                  </a:lnTo>
                  <a:lnTo>
                    <a:pt x="109842" y="8311"/>
                  </a:lnTo>
                  <a:lnTo>
                    <a:pt x="104822" y="6518"/>
                  </a:lnTo>
                  <a:lnTo>
                    <a:pt x="99747" y="4886"/>
                  </a:lnTo>
                  <a:lnTo>
                    <a:pt x="94622" y="3417"/>
                  </a:lnTo>
                  <a:lnTo>
                    <a:pt x="89454" y="2112"/>
                  </a:lnTo>
                  <a:lnTo>
                    <a:pt x="84246" y="972"/>
                  </a:lnTo>
                  <a:lnTo>
                    <a:pt x="79004" y="0"/>
                  </a:lnTo>
                  <a:lnTo>
                    <a:pt x="51121" y="1648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21039" y="1322571"/>
              <a:ext cx="27883" cy="167167"/>
            </a:xfrm>
            <a:custGeom>
              <a:avLst/>
              <a:pathLst>
                <a:path w="27883" h="167167">
                  <a:moveTo>
                    <a:pt x="27883" y="2341"/>
                  </a:moveTo>
                  <a:lnTo>
                    <a:pt x="20955" y="1318"/>
                  </a:lnTo>
                  <a:lnTo>
                    <a:pt x="13990" y="586"/>
                  </a:lnTo>
                  <a:lnTo>
                    <a:pt x="7001" y="14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378091" y="1071028"/>
              <a:ext cx="167167" cy="301086"/>
            </a:xfrm>
            <a:custGeom>
              <a:avLst/>
              <a:pathLst>
                <a:path w="167167" h="301086">
                  <a:moveTo>
                    <a:pt x="167167" y="0"/>
                  </a:moveTo>
                  <a:lnTo>
                    <a:pt x="161810" y="85"/>
                  </a:lnTo>
                  <a:lnTo>
                    <a:pt x="156459" y="343"/>
                  </a:lnTo>
                  <a:lnTo>
                    <a:pt x="151118" y="772"/>
                  </a:lnTo>
                  <a:lnTo>
                    <a:pt x="145794" y="1371"/>
                  </a:lnTo>
                  <a:lnTo>
                    <a:pt x="140492" y="2141"/>
                  </a:lnTo>
                  <a:lnTo>
                    <a:pt x="135218" y="3081"/>
                  </a:lnTo>
                  <a:lnTo>
                    <a:pt x="129976" y="4189"/>
                  </a:lnTo>
                  <a:lnTo>
                    <a:pt x="124773" y="5465"/>
                  </a:lnTo>
                  <a:lnTo>
                    <a:pt x="119613" y="6906"/>
                  </a:lnTo>
                  <a:lnTo>
                    <a:pt x="114502" y="8512"/>
                  </a:lnTo>
                  <a:lnTo>
                    <a:pt x="109444" y="10281"/>
                  </a:lnTo>
                  <a:lnTo>
                    <a:pt x="104447" y="12212"/>
                  </a:lnTo>
                  <a:lnTo>
                    <a:pt x="99513" y="14301"/>
                  </a:lnTo>
                  <a:lnTo>
                    <a:pt x="94650" y="16548"/>
                  </a:lnTo>
                  <a:lnTo>
                    <a:pt x="89860" y="18949"/>
                  </a:lnTo>
                  <a:lnTo>
                    <a:pt x="85150" y="21502"/>
                  </a:lnTo>
                  <a:lnTo>
                    <a:pt x="80525" y="24205"/>
                  </a:lnTo>
                  <a:lnTo>
                    <a:pt x="75988" y="27055"/>
                  </a:lnTo>
                  <a:lnTo>
                    <a:pt x="71545" y="30049"/>
                  </a:lnTo>
                  <a:lnTo>
                    <a:pt x="67200" y="33184"/>
                  </a:lnTo>
                  <a:lnTo>
                    <a:pt x="62958" y="36456"/>
                  </a:lnTo>
                  <a:lnTo>
                    <a:pt x="58823" y="39862"/>
                  </a:lnTo>
                  <a:lnTo>
                    <a:pt x="54799" y="43400"/>
                  </a:lnTo>
                  <a:lnTo>
                    <a:pt x="50890" y="47064"/>
                  </a:lnTo>
                  <a:lnTo>
                    <a:pt x="47101" y="50852"/>
                  </a:lnTo>
                  <a:lnTo>
                    <a:pt x="43436" y="54759"/>
                  </a:lnTo>
                  <a:lnTo>
                    <a:pt x="39897" y="58782"/>
                  </a:lnTo>
                  <a:lnTo>
                    <a:pt x="36489" y="62916"/>
                  </a:lnTo>
                  <a:lnTo>
                    <a:pt x="33216" y="67157"/>
                  </a:lnTo>
                  <a:lnTo>
                    <a:pt x="30080" y="71501"/>
                  </a:lnTo>
                  <a:lnTo>
                    <a:pt x="27084" y="75943"/>
                  </a:lnTo>
                  <a:lnTo>
                    <a:pt x="24233" y="80479"/>
                  </a:lnTo>
                  <a:lnTo>
                    <a:pt x="21529" y="85103"/>
                  </a:lnTo>
                  <a:lnTo>
                    <a:pt x="18974" y="89813"/>
                  </a:lnTo>
                  <a:lnTo>
                    <a:pt x="16571" y="94601"/>
                  </a:lnTo>
                  <a:lnTo>
                    <a:pt x="14323" y="99464"/>
                  </a:lnTo>
                  <a:lnTo>
                    <a:pt x="12232" y="104397"/>
                  </a:lnTo>
                  <a:lnTo>
                    <a:pt x="10300" y="109394"/>
                  </a:lnTo>
                  <a:lnTo>
                    <a:pt x="8529" y="114450"/>
                  </a:lnTo>
                  <a:lnTo>
                    <a:pt x="6921" y="119561"/>
                  </a:lnTo>
                  <a:lnTo>
                    <a:pt x="5478" y="124721"/>
                  </a:lnTo>
                  <a:lnTo>
                    <a:pt x="4201" y="129924"/>
                  </a:lnTo>
                  <a:lnTo>
                    <a:pt x="3091" y="135165"/>
                  </a:lnTo>
                  <a:lnTo>
                    <a:pt x="2150" y="140439"/>
                  </a:lnTo>
                  <a:lnTo>
                    <a:pt x="1378" y="145741"/>
                  </a:lnTo>
                  <a:lnTo>
                    <a:pt x="777" y="151065"/>
                  </a:lnTo>
                  <a:lnTo>
                    <a:pt x="346" y="156405"/>
                  </a:lnTo>
                  <a:lnTo>
                    <a:pt x="87" y="161756"/>
                  </a:lnTo>
                  <a:lnTo>
                    <a:pt x="0" y="167113"/>
                  </a:lnTo>
                  <a:lnTo>
                    <a:pt x="84" y="172470"/>
                  </a:lnTo>
                  <a:lnTo>
                    <a:pt x="339" y="177822"/>
                  </a:lnTo>
                  <a:lnTo>
                    <a:pt x="766" y="183162"/>
                  </a:lnTo>
                  <a:lnTo>
                    <a:pt x="1365" y="188486"/>
                  </a:lnTo>
                  <a:lnTo>
                    <a:pt x="2133" y="193788"/>
                  </a:lnTo>
                  <a:lnTo>
                    <a:pt x="3071" y="199063"/>
                  </a:lnTo>
                  <a:lnTo>
                    <a:pt x="4177" y="204305"/>
                  </a:lnTo>
                  <a:lnTo>
                    <a:pt x="5451" y="209509"/>
                  </a:lnTo>
                  <a:lnTo>
                    <a:pt x="6891" y="214670"/>
                  </a:lnTo>
                  <a:lnTo>
                    <a:pt x="8495" y="219781"/>
                  </a:lnTo>
                  <a:lnTo>
                    <a:pt x="10263" y="224839"/>
                  </a:lnTo>
                  <a:lnTo>
                    <a:pt x="12192" y="229837"/>
                  </a:lnTo>
                  <a:lnTo>
                    <a:pt x="14279" y="234771"/>
                  </a:lnTo>
                  <a:lnTo>
                    <a:pt x="16524" y="239636"/>
                  </a:lnTo>
                  <a:lnTo>
                    <a:pt x="18924" y="244426"/>
                  </a:lnTo>
                  <a:lnTo>
                    <a:pt x="21476" y="249137"/>
                  </a:lnTo>
                  <a:lnTo>
                    <a:pt x="24177" y="253763"/>
                  </a:lnTo>
                  <a:lnTo>
                    <a:pt x="27026" y="258301"/>
                  </a:lnTo>
                  <a:lnTo>
                    <a:pt x="30018" y="262745"/>
                  </a:lnTo>
                  <a:lnTo>
                    <a:pt x="33151" y="267091"/>
                  </a:lnTo>
                  <a:lnTo>
                    <a:pt x="36422" y="271334"/>
                  </a:lnTo>
                  <a:lnTo>
                    <a:pt x="39827" y="275470"/>
                  </a:lnTo>
                  <a:lnTo>
                    <a:pt x="43363" y="279495"/>
                  </a:lnTo>
                  <a:lnTo>
                    <a:pt x="47027" y="283405"/>
                  </a:lnTo>
                  <a:lnTo>
                    <a:pt x="50813" y="287195"/>
                  </a:lnTo>
                  <a:lnTo>
                    <a:pt x="54719" y="290862"/>
                  </a:lnTo>
                  <a:lnTo>
                    <a:pt x="58741" y="294402"/>
                  </a:lnTo>
                  <a:lnTo>
                    <a:pt x="62874" y="297811"/>
                  </a:lnTo>
                  <a:lnTo>
                    <a:pt x="67114" y="301086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45205" y="1238196"/>
              <a:ext cx="100053" cy="133919"/>
            </a:xfrm>
            <a:custGeom>
              <a:avLst/>
              <a:pathLst>
                <a:path w="100053" h="133919">
                  <a:moveTo>
                    <a:pt x="0" y="133919"/>
                  </a:moveTo>
                  <a:lnTo>
                    <a:pt x="10005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45205" y="1109848"/>
              <a:ext cx="267199" cy="295513"/>
            </a:xfrm>
            <a:custGeom>
              <a:avLst/>
              <a:pathLst>
                <a:path w="267199" h="295513">
                  <a:moveTo>
                    <a:pt x="0" y="262267"/>
                  </a:moveTo>
                  <a:lnTo>
                    <a:pt x="4313" y="265383"/>
                  </a:lnTo>
                  <a:lnTo>
                    <a:pt x="8723" y="268361"/>
                  </a:lnTo>
                  <a:lnTo>
                    <a:pt x="13225" y="271197"/>
                  </a:lnTo>
                  <a:lnTo>
                    <a:pt x="17816" y="273888"/>
                  </a:lnTo>
                  <a:lnTo>
                    <a:pt x="22490" y="276432"/>
                  </a:lnTo>
                  <a:lnTo>
                    <a:pt x="27242" y="278826"/>
                  </a:lnTo>
                  <a:lnTo>
                    <a:pt x="32068" y="281067"/>
                  </a:lnTo>
                  <a:lnTo>
                    <a:pt x="36964" y="283153"/>
                  </a:lnTo>
                  <a:lnTo>
                    <a:pt x="41923" y="285083"/>
                  </a:lnTo>
                  <a:lnTo>
                    <a:pt x="46941" y="286853"/>
                  </a:lnTo>
                  <a:lnTo>
                    <a:pt x="52012" y="288464"/>
                  </a:lnTo>
                  <a:lnTo>
                    <a:pt x="57133" y="289912"/>
                  </a:lnTo>
                  <a:lnTo>
                    <a:pt x="62297" y="291196"/>
                  </a:lnTo>
                  <a:lnTo>
                    <a:pt x="67499" y="292315"/>
                  </a:lnTo>
                  <a:lnTo>
                    <a:pt x="72734" y="293268"/>
                  </a:lnTo>
                  <a:lnTo>
                    <a:pt x="77997" y="294054"/>
                  </a:lnTo>
                  <a:lnTo>
                    <a:pt x="83283" y="294672"/>
                  </a:lnTo>
                  <a:lnTo>
                    <a:pt x="88585" y="295121"/>
                  </a:lnTo>
                  <a:lnTo>
                    <a:pt x="93899" y="295402"/>
                  </a:lnTo>
                  <a:lnTo>
                    <a:pt x="99219" y="295513"/>
                  </a:lnTo>
                  <a:lnTo>
                    <a:pt x="104540" y="295455"/>
                  </a:lnTo>
                  <a:lnTo>
                    <a:pt x="109856" y="295227"/>
                  </a:lnTo>
                  <a:lnTo>
                    <a:pt x="115162" y="294831"/>
                  </a:lnTo>
                  <a:lnTo>
                    <a:pt x="120454" y="294266"/>
                  </a:lnTo>
                  <a:lnTo>
                    <a:pt x="125724" y="293532"/>
                  </a:lnTo>
                  <a:lnTo>
                    <a:pt x="130969" y="292632"/>
                  </a:lnTo>
                  <a:lnTo>
                    <a:pt x="136182" y="291564"/>
                  </a:lnTo>
                  <a:lnTo>
                    <a:pt x="141358" y="290332"/>
                  </a:lnTo>
                  <a:lnTo>
                    <a:pt x="146493" y="288935"/>
                  </a:lnTo>
                  <a:lnTo>
                    <a:pt x="151581" y="287376"/>
                  </a:lnTo>
                  <a:lnTo>
                    <a:pt x="156616" y="285655"/>
                  </a:lnTo>
                  <a:lnTo>
                    <a:pt x="161594" y="283775"/>
                  </a:lnTo>
                  <a:lnTo>
                    <a:pt x="166510" y="281737"/>
                  </a:lnTo>
                  <a:lnTo>
                    <a:pt x="171358" y="279545"/>
                  </a:lnTo>
                  <a:lnTo>
                    <a:pt x="176134" y="277198"/>
                  </a:lnTo>
                  <a:lnTo>
                    <a:pt x="180833" y="274702"/>
                  </a:lnTo>
                  <a:lnTo>
                    <a:pt x="185451" y="272056"/>
                  </a:lnTo>
                  <a:lnTo>
                    <a:pt x="189981" y="269265"/>
                  </a:lnTo>
                  <a:lnTo>
                    <a:pt x="194421" y="266332"/>
                  </a:lnTo>
                  <a:lnTo>
                    <a:pt x="198765" y="263258"/>
                  </a:lnTo>
                  <a:lnTo>
                    <a:pt x="203009" y="260048"/>
                  </a:lnTo>
                  <a:lnTo>
                    <a:pt x="207148" y="256705"/>
                  </a:lnTo>
                  <a:lnTo>
                    <a:pt x="211179" y="253231"/>
                  </a:lnTo>
                  <a:lnTo>
                    <a:pt x="215098" y="249631"/>
                  </a:lnTo>
                  <a:lnTo>
                    <a:pt x="218900" y="245908"/>
                  </a:lnTo>
                  <a:lnTo>
                    <a:pt x="222581" y="242066"/>
                  </a:lnTo>
                  <a:lnTo>
                    <a:pt x="226138" y="238108"/>
                  </a:lnTo>
                  <a:lnTo>
                    <a:pt x="229568" y="234040"/>
                  </a:lnTo>
                  <a:lnTo>
                    <a:pt x="232866" y="229864"/>
                  </a:lnTo>
                  <a:lnTo>
                    <a:pt x="236030" y="225585"/>
                  </a:lnTo>
                  <a:lnTo>
                    <a:pt x="239056" y="221208"/>
                  </a:lnTo>
                  <a:lnTo>
                    <a:pt x="241941" y="216737"/>
                  </a:lnTo>
                  <a:lnTo>
                    <a:pt x="244682" y="212176"/>
                  </a:lnTo>
                  <a:lnTo>
                    <a:pt x="247277" y="207530"/>
                  </a:lnTo>
                  <a:lnTo>
                    <a:pt x="249723" y="202804"/>
                  </a:lnTo>
                  <a:lnTo>
                    <a:pt x="252017" y="198003"/>
                  </a:lnTo>
                  <a:lnTo>
                    <a:pt x="254157" y="193131"/>
                  </a:lnTo>
                  <a:lnTo>
                    <a:pt x="256141" y="188193"/>
                  </a:lnTo>
                  <a:lnTo>
                    <a:pt x="257966" y="183195"/>
                  </a:lnTo>
                  <a:lnTo>
                    <a:pt x="259632" y="178141"/>
                  </a:lnTo>
                  <a:lnTo>
                    <a:pt x="261136" y="173037"/>
                  </a:lnTo>
                  <a:lnTo>
                    <a:pt x="262477" y="167887"/>
                  </a:lnTo>
                  <a:lnTo>
                    <a:pt x="263653" y="162698"/>
                  </a:lnTo>
                  <a:lnTo>
                    <a:pt x="264663" y="157473"/>
                  </a:lnTo>
                  <a:lnTo>
                    <a:pt x="265507" y="152219"/>
                  </a:lnTo>
                  <a:lnTo>
                    <a:pt x="266183" y="146941"/>
                  </a:lnTo>
                  <a:lnTo>
                    <a:pt x="266691" y="141644"/>
                  </a:lnTo>
                  <a:lnTo>
                    <a:pt x="267029" y="136334"/>
                  </a:lnTo>
                  <a:lnTo>
                    <a:pt x="267199" y="131015"/>
                  </a:lnTo>
                  <a:lnTo>
                    <a:pt x="267199" y="125694"/>
                  </a:lnTo>
                  <a:lnTo>
                    <a:pt x="267030" y="120375"/>
                  </a:lnTo>
                  <a:lnTo>
                    <a:pt x="266692" y="115065"/>
                  </a:lnTo>
                  <a:lnTo>
                    <a:pt x="266184" y="109768"/>
                  </a:lnTo>
                  <a:lnTo>
                    <a:pt x="265509" y="104490"/>
                  </a:lnTo>
                  <a:lnTo>
                    <a:pt x="264666" y="99236"/>
                  </a:lnTo>
                  <a:lnTo>
                    <a:pt x="263656" y="94011"/>
                  </a:lnTo>
                  <a:lnTo>
                    <a:pt x="262480" y="88821"/>
                  </a:lnTo>
                  <a:lnTo>
                    <a:pt x="261140" y="83672"/>
                  </a:lnTo>
                  <a:lnTo>
                    <a:pt x="259636" y="78567"/>
                  </a:lnTo>
                  <a:lnTo>
                    <a:pt x="257971" y="73513"/>
                  </a:lnTo>
                  <a:lnTo>
                    <a:pt x="256146" y="68515"/>
                  </a:lnTo>
                  <a:lnTo>
                    <a:pt x="254162" y="63577"/>
                  </a:lnTo>
                  <a:lnTo>
                    <a:pt x="252023" y="58705"/>
                  </a:lnTo>
                  <a:lnTo>
                    <a:pt x="249729" y="53903"/>
                  </a:lnTo>
                  <a:lnTo>
                    <a:pt x="247284" y="49177"/>
                  </a:lnTo>
                  <a:lnTo>
                    <a:pt x="244689" y="44531"/>
                  </a:lnTo>
                  <a:lnTo>
                    <a:pt x="241948" y="39970"/>
                  </a:lnTo>
                  <a:lnTo>
                    <a:pt x="239064" y="35499"/>
                  </a:lnTo>
                  <a:lnTo>
                    <a:pt x="236038" y="31121"/>
                  </a:lnTo>
                  <a:lnTo>
                    <a:pt x="232875" y="26843"/>
                  </a:lnTo>
                  <a:lnTo>
                    <a:pt x="229577" y="22667"/>
                  </a:lnTo>
                  <a:lnTo>
                    <a:pt x="226147" y="18598"/>
                  </a:lnTo>
                  <a:lnTo>
                    <a:pt x="222590" y="14640"/>
                  </a:lnTo>
                  <a:lnTo>
                    <a:pt x="218909" y="10797"/>
                  </a:lnTo>
                  <a:lnTo>
                    <a:pt x="215108" y="7074"/>
                  </a:lnTo>
                  <a:lnTo>
                    <a:pt x="211189" y="3473"/>
                  </a:lnTo>
                  <a:lnTo>
                    <a:pt x="207159" y="0"/>
                  </a:lnTo>
                  <a:lnTo>
                    <a:pt x="100053" y="1283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5258" y="1071028"/>
              <a:ext cx="107105" cy="167167"/>
            </a:xfrm>
            <a:custGeom>
              <a:avLst/>
              <a:pathLst>
                <a:path w="107105" h="167167">
                  <a:moveTo>
                    <a:pt x="107105" y="38819"/>
                  </a:moveTo>
                  <a:lnTo>
                    <a:pt x="102797" y="35343"/>
                  </a:lnTo>
                  <a:lnTo>
                    <a:pt x="98376" y="32012"/>
                  </a:lnTo>
                  <a:lnTo>
                    <a:pt x="93847" y="28828"/>
                  </a:lnTo>
                  <a:lnTo>
                    <a:pt x="89216" y="25797"/>
                  </a:lnTo>
                  <a:lnTo>
                    <a:pt x="84486" y="22921"/>
                  </a:lnTo>
                  <a:lnTo>
                    <a:pt x="79664" y="20202"/>
                  </a:lnTo>
                  <a:lnTo>
                    <a:pt x="74754" y="17645"/>
                  </a:lnTo>
                  <a:lnTo>
                    <a:pt x="69763" y="15252"/>
                  </a:lnTo>
                  <a:lnTo>
                    <a:pt x="64695" y="13026"/>
                  </a:lnTo>
                  <a:lnTo>
                    <a:pt x="59556" y="10968"/>
                  </a:lnTo>
                  <a:lnTo>
                    <a:pt x="54351" y="9082"/>
                  </a:lnTo>
                  <a:lnTo>
                    <a:pt x="49088" y="7369"/>
                  </a:lnTo>
                  <a:lnTo>
                    <a:pt x="43770" y="5832"/>
                  </a:lnTo>
                  <a:lnTo>
                    <a:pt x="38404" y="4471"/>
                  </a:lnTo>
                  <a:lnTo>
                    <a:pt x="32996" y="3288"/>
                  </a:lnTo>
                  <a:lnTo>
                    <a:pt x="27552" y="2286"/>
                  </a:lnTo>
                  <a:lnTo>
                    <a:pt x="22078" y="1464"/>
                  </a:lnTo>
                  <a:lnTo>
                    <a:pt x="16580" y="824"/>
                  </a:lnTo>
                  <a:lnTo>
                    <a:pt x="11063" y="366"/>
                  </a:lnTo>
                  <a:lnTo>
                    <a:pt x="553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1582" y="941493"/>
              <a:ext cx="81961" cy="167167"/>
            </a:xfrm>
            <a:custGeom>
              <a:avLst/>
              <a:pathLst>
                <a:path w="81961" h="167167">
                  <a:moveTo>
                    <a:pt x="81961" y="0"/>
                  </a:moveTo>
                  <a:lnTo>
                    <a:pt x="76251" y="97"/>
                  </a:lnTo>
                  <a:lnTo>
                    <a:pt x="70548" y="390"/>
                  </a:lnTo>
                  <a:lnTo>
                    <a:pt x="64858" y="877"/>
                  </a:lnTo>
                  <a:lnTo>
                    <a:pt x="59189" y="1558"/>
                  </a:lnTo>
                  <a:lnTo>
                    <a:pt x="53546" y="2432"/>
                  </a:lnTo>
                  <a:lnTo>
                    <a:pt x="47936" y="3499"/>
                  </a:lnTo>
                  <a:lnTo>
                    <a:pt x="42365" y="4756"/>
                  </a:lnTo>
                  <a:lnTo>
                    <a:pt x="36841" y="6204"/>
                  </a:lnTo>
                  <a:lnTo>
                    <a:pt x="31370" y="7839"/>
                  </a:lnTo>
                  <a:lnTo>
                    <a:pt x="25958" y="9659"/>
                  </a:lnTo>
                  <a:lnTo>
                    <a:pt x="20611" y="11664"/>
                  </a:lnTo>
                  <a:lnTo>
                    <a:pt x="15335" y="13850"/>
                  </a:lnTo>
                  <a:lnTo>
                    <a:pt x="10137" y="16215"/>
                  </a:lnTo>
                  <a:lnTo>
                    <a:pt x="5024" y="18757"/>
                  </a:lnTo>
                  <a:lnTo>
                    <a:pt x="0" y="21471"/>
                  </a:lnTo>
                  <a:lnTo>
                    <a:pt x="819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1582" y="962964"/>
              <a:ext cx="81961" cy="145696"/>
            </a:xfrm>
            <a:custGeom>
              <a:avLst/>
              <a:pathLst>
                <a:path w="81961" h="145696">
                  <a:moveTo>
                    <a:pt x="0" y="0"/>
                  </a:moveTo>
                  <a:lnTo>
                    <a:pt x="81961" y="1456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856389" y="951712"/>
              <a:ext cx="334302" cy="324115"/>
            </a:xfrm>
            <a:custGeom>
              <a:avLst/>
              <a:pathLst>
                <a:path w="334302" h="324115">
                  <a:moveTo>
                    <a:pt x="85193" y="11251"/>
                  </a:moveTo>
                  <a:lnTo>
                    <a:pt x="80617" y="13921"/>
                  </a:lnTo>
                  <a:lnTo>
                    <a:pt x="76129" y="16735"/>
                  </a:lnTo>
                  <a:lnTo>
                    <a:pt x="71732" y="19690"/>
                  </a:lnTo>
                  <a:lnTo>
                    <a:pt x="67430" y="22783"/>
                  </a:lnTo>
                  <a:lnTo>
                    <a:pt x="63229" y="26010"/>
                  </a:lnTo>
                  <a:lnTo>
                    <a:pt x="59132" y="29369"/>
                  </a:lnTo>
                  <a:lnTo>
                    <a:pt x="55144" y="32855"/>
                  </a:lnTo>
                  <a:lnTo>
                    <a:pt x="51268" y="36467"/>
                  </a:lnTo>
                  <a:lnTo>
                    <a:pt x="47509" y="40199"/>
                  </a:lnTo>
                  <a:lnTo>
                    <a:pt x="43870" y="44049"/>
                  </a:lnTo>
                  <a:lnTo>
                    <a:pt x="40354" y="48012"/>
                  </a:lnTo>
                  <a:lnTo>
                    <a:pt x="36966" y="52085"/>
                  </a:lnTo>
                  <a:lnTo>
                    <a:pt x="33709" y="56263"/>
                  </a:lnTo>
                  <a:lnTo>
                    <a:pt x="30586" y="60542"/>
                  </a:lnTo>
                  <a:lnTo>
                    <a:pt x="27599" y="64917"/>
                  </a:lnTo>
                  <a:lnTo>
                    <a:pt x="24753" y="69385"/>
                  </a:lnTo>
                  <a:lnTo>
                    <a:pt x="22050" y="73942"/>
                  </a:lnTo>
                  <a:lnTo>
                    <a:pt x="19493" y="78581"/>
                  </a:lnTo>
                  <a:lnTo>
                    <a:pt x="17084" y="83299"/>
                  </a:lnTo>
                  <a:lnTo>
                    <a:pt x="14826" y="88091"/>
                  </a:lnTo>
                  <a:lnTo>
                    <a:pt x="12720" y="92953"/>
                  </a:lnTo>
                  <a:lnTo>
                    <a:pt x="10770" y="97878"/>
                  </a:lnTo>
                  <a:lnTo>
                    <a:pt x="8977" y="102863"/>
                  </a:lnTo>
                  <a:lnTo>
                    <a:pt x="7343" y="107902"/>
                  </a:lnTo>
                  <a:lnTo>
                    <a:pt x="5869" y="112991"/>
                  </a:lnTo>
                  <a:lnTo>
                    <a:pt x="4557" y="118123"/>
                  </a:lnTo>
                  <a:lnTo>
                    <a:pt x="3409" y="123295"/>
                  </a:lnTo>
                  <a:lnTo>
                    <a:pt x="2425" y="128500"/>
                  </a:lnTo>
                  <a:lnTo>
                    <a:pt x="1606" y="133734"/>
                  </a:lnTo>
                  <a:lnTo>
                    <a:pt x="953" y="138992"/>
                  </a:lnTo>
                  <a:lnTo>
                    <a:pt x="468" y="144267"/>
                  </a:lnTo>
                  <a:lnTo>
                    <a:pt x="150" y="149555"/>
                  </a:lnTo>
                  <a:lnTo>
                    <a:pt x="0" y="154851"/>
                  </a:lnTo>
                  <a:lnTo>
                    <a:pt x="17" y="160148"/>
                  </a:lnTo>
                  <a:lnTo>
                    <a:pt x="202" y="165442"/>
                  </a:lnTo>
                  <a:lnTo>
                    <a:pt x="555" y="170728"/>
                  </a:lnTo>
                  <a:lnTo>
                    <a:pt x="1076" y="176000"/>
                  </a:lnTo>
                  <a:lnTo>
                    <a:pt x="1763" y="181253"/>
                  </a:lnTo>
                  <a:lnTo>
                    <a:pt x="2616" y="186482"/>
                  </a:lnTo>
                  <a:lnTo>
                    <a:pt x="3634" y="191680"/>
                  </a:lnTo>
                  <a:lnTo>
                    <a:pt x="4817" y="196844"/>
                  </a:lnTo>
                  <a:lnTo>
                    <a:pt x="6163" y="201968"/>
                  </a:lnTo>
                  <a:lnTo>
                    <a:pt x="7670" y="207047"/>
                  </a:lnTo>
                  <a:lnTo>
                    <a:pt x="9338" y="212075"/>
                  </a:lnTo>
                  <a:lnTo>
                    <a:pt x="11164" y="217048"/>
                  </a:lnTo>
                  <a:lnTo>
                    <a:pt x="13147" y="221961"/>
                  </a:lnTo>
                  <a:lnTo>
                    <a:pt x="15284" y="226808"/>
                  </a:lnTo>
                  <a:lnTo>
                    <a:pt x="17574" y="231585"/>
                  </a:lnTo>
                  <a:lnTo>
                    <a:pt x="20014" y="236287"/>
                  </a:lnTo>
                  <a:lnTo>
                    <a:pt x="22602" y="240910"/>
                  </a:lnTo>
                  <a:lnTo>
                    <a:pt x="25335" y="245448"/>
                  </a:lnTo>
                  <a:lnTo>
                    <a:pt x="28210" y="249897"/>
                  </a:lnTo>
                  <a:lnTo>
                    <a:pt x="31225" y="254253"/>
                  </a:lnTo>
                  <a:lnTo>
                    <a:pt x="34377" y="258511"/>
                  </a:lnTo>
                  <a:lnTo>
                    <a:pt x="37662" y="262667"/>
                  </a:lnTo>
                  <a:lnTo>
                    <a:pt x="41077" y="266718"/>
                  </a:lnTo>
                  <a:lnTo>
                    <a:pt x="44618" y="270657"/>
                  </a:lnTo>
                  <a:lnTo>
                    <a:pt x="48283" y="274483"/>
                  </a:lnTo>
                  <a:lnTo>
                    <a:pt x="52067" y="278191"/>
                  </a:lnTo>
                  <a:lnTo>
                    <a:pt x="55966" y="281776"/>
                  </a:lnTo>
                  <a:lnTo>
                    <a:pt x="59978" y="285237"/>
                  </a:lnTo>
                  <a:lnTo>
                    <a:pt x="64096" y="288568"/>
                  </a:lnTo>
                  <a:lnTo>
                    <a:pt x="68319" y="291768"/>
                  </a:lnTo>
                  <a:lnTo>
                    <a:pt x="72640" y="294832"/>
                  </a:lnTo>
                  <a:lnTo>
                    <a:pt x="77057" y="297757"/>
                  </a:lnTo>
                  <a:lnTo>
                    <a:pt x="81564" y="300542"/>
                  </a:lnTo>
                  <a:lnTo>
                    <a:pt x="86157" y="303181"/>
                  </a:lnTo>
                  <a:lnTo>
                    <a:pt x="90831" y="305675"/>
                  </a:lnTo>
                  <a:lnTo>
                    <a:pt x="95582" y="308018"/>
                  </a:lnTo>
                  <a:lnTo>
                    <a:pt x="100405" y="310210"/>
                  </a:lnTo>
                  <a:lnTo>
                    <a:pt x="105295" y="312248"/>
                  </a:lnTo>
                  <a:lnTo>
                    <a:pt x="110247" y="314130"/>
                  </a:lnTo>
                  <a:lnTo>
                    <a:pt x="115256" y="315855"/>
                  </a:lnTo>
                  <a:lnTo>
                    <a:pt x="120317" y="317419"/>
                  </a:lnTo>
                  <a:lnTo>
                    <a:pt x="125426" y="318823"/>
                  </a:lnTo>
                  <a:lnTo>
                    <a:pt x="130576" y="320064"/>
                  </a:lnTo>
                  <a:lnTo>
                    <a:pt x="135763" y="321141"/>
                  </a:lnTo>
                  <a:lnTo>
                    <a:pt x="140981" y="322053"/>
                  </a:lnTo>
                  <a:lnTo>
                    <a:pt x="146226" y="322800"/>
                  </a:lnTo>
                  <a:lnTo>
                    <a:pt x="151492" y="323379"/>
                  </a:lnTo>
                  <a:lnTo>
                    <a:pt x="156773" y="323792"/>
                  </a:lnTo>
                  <a:lnTo>
                    <a:pt x="162065" y="324037"/>
                  </a:lnTo>
                  <a:lnTo>
                    <a:pt x="167362" y="324115"/>
                  </a:lnTo>
                  <a:lnTo>
                    <a:pt x="172659" y="324024"/>
                  </a:lnTo>
                  <a:lnTo>
                    <a:pt x="177950" y="323766"/>
                  </a:lnTo>
                  <a:lnTo>
                    <a:pt x="183231" y="323340"/>
                  </a:lnTo>
                  <a:lnTo>
                    <a:pt x="188495" y="322747"/>
                  </a:lnTo>
                  <a:lnTo>
                    <a:pt x="193738" y="321987"/>
                  </a:lnTo>
                  <a:lnTo>
                    <a:pt x="198954" y="321062"/>
                  </a:lnTo>
                  <a:lnTo>
                    <a:pt x="204138" y="319972"/>
                  </a:lnTo>
                  <a:lnTo>
                    <a:pt x="209285" y="318718"/>
                  </a:lnTo>
                  <a:lnTo>
                    <a:pt x="214390" y="317302"/>
                  </a:lnTo>
                  <a:lnTo>
                    <a:pt x="219448" y="315725"/>
                  </a:lnTo>
                  <a:lnTo>
                    <a:pt x="224452" y="313988"/>
                  </a:lnTo>
                  <a:lnTo>
                    <a:pt x="229400" y="312094"/>
                  </a:lnTo>
                  <a:lnTo>
                    <a:pt x="234284" y="310043"/>
                  </a:lnTo>
                  <a:lnTo>
                    <a:pt x="239102" y="307839"/>
                  </a:lnTo>
                  <a:lnTo>
                    <a:pt x="243847" y="305484"/>
                  </a:lnTo>
                  <a:lnTo>
                    <a:pt x="248515" y="302979"/>
                  </a:lnTo>
                  <a:lnTo>
                    <a:pt x="253101" y="300328"/>
                  </a:lnTo>
                  <a:lnTo>
                    <a:pt x="257601" y="297532"/>
                  </a:lnTo>
                  <a:lnTo>
                    <a:pt x="262011" y="294596"/>
                  </a:lnTo>
                  <a:lnTo>
                    <a:pt x="266325" y="291521"/>
                  </a:lnTo>
                  <a:lnTo>
                    <a:pt x="270539" y="288311"/>
                  </a:lnTo>
                  <a:lnTo>
                    <a:pt x="274649" y="284969"/>
                  </a:lnTo>
                  <a:lnTo>
                    <a:pt x="278652" y="281499"/>
                  </a:lnTo>
                  <a:lnTo>
                    <a:pt x="282543" y="277903"/>
                  </a:lnTo>
                  <a:lnTo>
                    <a:pt x="286317" y="274186"/>
                  </a:lnTo>
                  <a:lnTo>
                    <a:pt x="289972" y="270352"/>
                  </a:lnTo>
                  <a:lnTo>
                    <a:pt x="293504" y="266403"/>
                  </a:lnTo>
                  <a:lnTo>
                    <a:pt x="296909" y="262344"/>
                  </a:lnTo>
                  <a:lnTo>
                    <a:pt x="300183" y="258180"/>
                  </a:lnTo>
                  <a:lnTo>
                    <a:pt x="303324" y="253914"/>
                  </a:lnTo>
                  <a:lnTo>
                    <a:pt x="306329" y="249550"/>
                  </a:lnTo>
                  <a:lnTo>
                    <a:pt x="309193" y="245094"/>
                  </a:lnTo>
                  <a:lnTo>
                    <a:pt x="311915" y="240549"/>
                  </a:lnTo>
                  <a:lnTo>
                    <a:pt x="314491" y="235920"/>
                  </a:lnTo>
                  <a:lnTo>
                    <a:pt x="316919" y="231212"/>
                  </a:lnTo>
                  <a:lnTo>
                    <a:pt x="319197" y="226429"/>
                  </a:lnTo>
                  <a:lnTo>
                    <a:pt x="321323" y="221576"/>
                  </a:lnTo>
                  <a:lnTo>
                    <a:pt x="323293" y="216659"/>
                  </a:lnTo>
                  <a:lnTo>
                    <a:pt x="325107" y="211681"/>
                  </a:lnTo>
                  <a:lnTo>
                    <a:pt x="326762" y="206649"/>
                  </a:lnTo>
                  <a:lnTo>
                    <a:pt x="328256" y="201567"/>
                  </a:lnTo>
                  <a:lnTo>
                    <a:pt x="329589" y="196440"/>
                  </a:lnTo>
                  <a:lnTo>
                    <a:pt x="330759" y="191273"/>
                  </a:lnTo>
                  <a:lnTo>
                    <a:pt x="331765" y="186071"/>
                  </a:lnTo>
                  <a:lnTo>
                    <a:pt x="332605" y="180841"/>
                  </a:lnTo>
                  <a:lnTo>
                    <a:pt x="333279" y="175586"/>
                  </a:lnTo>
                  <a:lnTo>
                    <a:pt x="333786" y="170313"/>
                  </a:lnTo>
                  <a:lnTo>
                    <a:pt x="334126" y="165026"/>
                  </a:lnTo>
                  <a:lnTo>
                    <a:pt x="334298" y="159732"/>
                  </a:lnTo>
                  <a:lnTo>
                    <a:pt x="334302" y="154434"/>
                  </a:lnTo>
                  <a:lnTo>
                    <a:pt x="334139" y="149139"/>
                  </a:lnTo>
                  <a:lnTo>
                    <a:pt x="333807" y="143852"/>
                  </a:lnTo>
                  <a:lnTo>
                    <a:pt x="333309" y="138578"/>
                  </a:lnTo>
                  <a:lnTo>
                    <a:pt x="332643" y="133322"/>
                  </a:lnTo>
                  <a:lnTo>
                    <a:pt x="331812" y="128090"/>
                  </a:lnTo>
                  <a:lnTo>
                    <a:pt x="330815" y="122887"/>
                  </a:lnTo>
                  <a:lnTo>
                    <a:pt x="329653" y="117718"/>
                  </a:lnTo>
                  <a:lnTo>
                    <a:pt x="328329" y="112589"/>
                  </a:lnTo>
                  <a:lnTo>
                    <a:pt x="326842" y="107504"/>
                  </a:lnTo>
                  <a:lnTo>
                    <a:pt x="325195" y="102469"/>
                  </a:lnTo>
                  <a:lnTo>
                    <a:pt x="323390" y="97489"/>
                  </a:lnTo>
                  <a:lnTo>
                    <a:pt x="321427" y="92568"/>
                  </a:lnTo>
                  <a:lnTo>
                    <a:pt x="319310" y="87712"/>
                  </a:lnTo>
                  <a:lnTo>
                    <a:pt x="317039" y="82925"/>
                  </a:lnTo>
                  <a:lnTo>
                    <a:pt x="314619" y="78213"/>
                  </a:lnTo>
                  <a:lnTo>
                    <a:pt x="312050" y="73580"/>
                  </a:lnTo>
                  <a:lnTo>
                    <a:pt x="309336" y="69031"/>
                  </a:lnTo>
                  <a:lnTo>
                    <a:pt x="306478" y="64570"/>
                  </a:lnTo>
                  <a:lnTo>
                    <a:pt x="303481" y="60201"/>
                  </a:lnTo>
                  <a:lnTo>
                    <a:pt x="300347" y="55930"/>
                  </a:lnTo>
                  <a:lnTo>
                    <a:pt x="297080" y="51761"/>
                  </a:lnTo>
                  <a:lnTo>
                    <a:pt x="293681" y="47697"/>
                  </a:lnTo>
                  <a:lnTo>
                    <a:pt x="290156" y="43742"/>
                  </a:lnTo>
                  <a:lnTo>
                    <a:pt x="286507" y="39902"/>
                  </a:lnTo>
                  <a:lnTo>
                    <a:pt x="282739" y="36178"/>
                  </a:lnTo>
                  <a:lnTo>
                    <a:pt x="278854" y="32577"/>
                  </a:lnTo>
                  <a:lnTo>
                    <a:pt x="274857" y="29100"/>
                  </a:lnTo>
                  <a:lnTo>
                    <a:pt x="270752" y="25751"/>
                  </a:lnTo>
                  <a:lnTo>
                    <a:pt x="266543" y="22534"/>
                  </a:lnTo>
                  <a:lnTo>
                    <a:pt x="262234" y="19453"/>
                  </a:lnTo>
                  <a:lnTo>
                    <a:pt x="257829" y="16509"/>
                  </a:lnTo>
                  <a:lnTo>
                    <a:pt x="253334" y="13706"/>
                  </a:lnTo>
                  <a:lnTo>
                    <a:pt x="248752" y="11047"/>
                  </a:lnTo>
                  <a:lnTo>
                    <a:pt x="244088" y="8535"/>
                  </a:lnTo>
                  <a:lnTo>
                    <a:pt x="239346" y="6172"/>
                  </a:lnTo>
                  <a:lnTo>
                    <a:pt x="234532" y="3960"/>
                  </a:lnTo>
                  <a:lnTo>
                    <a:pt x="229651" y="1902"/>
                  </a:lnTo>
                  <a:lnTo>
                    <a:pt x="224707" y="0"/>
                  </a:lnTo>
                  <a:lnTo>
                    <a:pt x="167154" y="1569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023544" y="941493"/>
              <a:ext cx="57552" cy="167167"/>
            </a:xfrm>
            <a:custGeom>
              <a:avLst/>
              <a:pathLst>
                <a:path w="57552" h="167167">
                  <a:moveTo>
                    <a:pt x="57552" y="10219"/>
                  </a:moveTo>
                  <a:lnTo>
                    <a:pt x="52002" y="8294"/>
                  </a:lnTo>
                  <a:lnTo>
                    <a:pt x="46387" y="6564"/>
                  </a:lnTo>
                  <a:lnTo>
                    <a:pt x="40715" y="5034"/>
                  </a:lnTo>
                  <a:lnTo>
                    <a:pt x="34992" y="3703"/>
                  </a:lnTo>
                  <a:lnTo>
                    <a:pt x="29226" y="2574"/>
                  </a:lnTo>
                  <a:lnTo>
                    <a:pt x="23424" y="1649"/>
                  </a:lnTo>
                  <a:lnTo>
                    <a:pt x="17593" y="928"/>
                  </a:lnTo>
                  <a:lnTo>
                    <a:pt x="11741" y="412"/>
                  </a:lnTo>
                  <a:lnTo>
                    <a:pt x="5874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319495" y="941493"/>
              <a:ext cx="166720" cy="167167"/>
            </a:xfrm>
            <a:custGeom>
              <a:avLst/>
              <a:pathLst>
                <a:path w="166720" h="167167">
                  <a:moveTo>
                    <a:pt x="166720" y="0"/>
                  </a:moveTo>
                  <a:lnTo>
                    <a:pt x="161278" y="88"/>
                  </a:lnTo>
                  <a:lnTo>
                    <a:pt x="155843" y="354"/>
                  </a:lnTo>
                  <a:lnTo>
                    <a:pt x="150418" y="796"/>
                  </a:lnTo>
                  <a:lnTo>
                    <a:pt x="145011" y="1415"/>
                  </a:lnTo>
                  <a:lnTo>
                    <a:pt x="139627" y="2210"/>
                  </a:lnTo>
                  <a:lnTo>
                    <a:pt x="134272" y="3179"/>
                  </a:lnTo>
                  <a:lnTo>
                    <a:pt x="128951" y="4322"/>
                  </a:lnTo>
                  <a:lnTo>
                    <a:pt x="123670" y="5638"/>
                  </a:lnTo>
                  <a:lnTo>
                    <a:pt x="118434" y="7125"/>
                  </a:lnTo>
                  <a:lnTo>
                    <a:pt x="113250" y="8782"/>
                  </a:lnTo>
                  <a:lnTo>
                    <a:pt x="108123" y="10606"/>
                  </a:lnTo>
                  <a:lnTo>
                    <a:pt x="103057" y="12597"/>
                  </a:lnTo>
                  <a:lnTo>
                    <a:pt x="98060" y="14751"/>
                  </a:lnTo>
                  <a:lnTo>
                    <a:pt x="93134" y="17067"/>
                  </a:lnTo>
                  <a:lnTo>
                    <a:pt x="88287" y="19542"/>
                  </a:lnTo>
                  <a:lnTo>
                    <a:pt x="83523" y="22173"/>
                  </a:lnTo>
                  <a:lnTo>
                    <a:pt x="78848" y="24958"/>
                  </a:lnTo>
                  <a:lnTo>
                    <a:pt x="74265" y="27894"/>
                  </a:lnTo>
                  <a:lnTo>
                    <a:pt x="69780" y="30977"/>
                  </a:lnTo>
                  <a:lnTo>
                    <a:pt x="65398" y="34205"/>
                  </a:lnTo>
                  <a:lnTo>
                    <a:pt x="61124" y="37574"/>
                  </a:lnTo>
                  <a:lnTo>
                    <a:pt x="56961" y="41080"/>
                  </a:lnTo>
                  <a:lnTo>
                    <a:pt x="52915" y="44720"/>
                  </a:lnTo>
                  <a:lnTo>
                    <a:pt x="48989" y="48489"/>
                  </a:lnTo>
                  <a:lnTo>
                    <a:pt x="45189" y="52384"/>
                  </a:lnTo>
                  <a:lnTo>
                    <a:pt x="41516" y="56401"/>
                  </a:lnTo>
                  <a:lnTo>
                    <a:pt x="37977" y="60536"/>
                  </a:lnTo>
                  <a:lnTo>
                    <a:pt x="34574" y="64783"/>
                  </a:lnTo>
                  <a:lnTo>
                    <a:pt x="31312" y="69139"/>
                  </a:lnTo>
                  <a:lnTo>
                    <a:pt x="28192" y="73599"/>
                  </a:lnTo>
                  <a:lnTo>
                    <a:pt x="25220" y="78158"/>
                  </a:lnTo>
                  <a:lnTo>
                    <a:pt x="22397" y="82811"/>
                  </a:lnTo>
                  <a:lnTo>
                    <a:pt x="19728" y="87554"/>
                  </a:lnTo>
                  <a:lnTo>
                    <a:pt x="17214" y="92381"/>
                  </a:lnTo>
                  <a:lnTo>
                    <a:pt x="14859" y="97288"/>
                  </a:lnTo>
                  <a:lnTo>
                    <a:pt x="12665" y="102268"/>
                  </a:lnTo>
                  <a:lnTo>
                    <a:pt x="10634" y="107317"/>
                  </a:lnTo>
                  <a:lnTo>
                    <a:pt x="8768" y="112430"/>
                  </a:lnTo>
                  <a:lnTo>
                    <a:pt x="7070" y="117601"/>
                  </a:lnTo>
                  <a:lnTo>
                    <a:pt x="5541" y="122824"/>
                  </a:lnTo>
                  <a:lnTo>
                    <a:pt x="4183" y="128094"/>
                  </a:lnTo>
                  <a:lnTo>
                    <a:pt x="2997" y="133406"/>
                  </a:lnTo>
                  <a:lnTo>
                    <a:pt x="1985" y="138753"/>
                  </a:lnTo>
                  <a:lnTo>
                    <a:pt x="1148" y="144131"/>
                  </a:lnTo>
                  <a:lnTo>
                    <a:pt x="485" y="149533"/>
                  </a:lnTo>
                  <a:lnTo>
                    <a:pt x="0" y="154953"/>
                  </a:lnTo>
                  <a:lnTo>
                    <a:pt x="16672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495" y="1096447"/>
              <a:ext cx="166720" cy="12213"/>
            </a:xfrm>
            <a:custGeom>
              <a:avLst/>
              <a:pathLst>
                <a:path w="166720" h="12213">
                  <a:moveTo>
                    <a:pt x="0" y="0"/>
                  </a:moveTo>
                  <a:lnTo>
                    <a:pt x="166720" y="122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053" y="1096447"/>
              <a:ext cx="169708" cy="179361"/>
            </a:xfrm>
            <a:custGeom>
              <a:avLst/>
              <a:pathLst>
                <a:path w="169708" h="179361">
                  <a:moveTo>
                    <a:pt x="441" y="0"/>
                  </a:moveTo>
                  <a:lnTo>
                    <a:pt x="132" y="5429"/>
                  </a:lnTo>
                  <a:lnTo>
                    <a:pt x="0" y="10865"/>
                  </a:lnTo>
                  <a:lnTo>
                    <a:pt x="44" y="16303"/>
                  </a:lnTo>
                  <a:lnTo>
                    <a:pt x="266" y="21737"/>
                  </a:lnTo>
                  <a:lnTo>
                    <a:pt x="664" y="27161"/>
                  </a:lnTo>
                  <a:lnTo>
                    <a:pt x="1238" y="32568"/>
                  </a:lnTo>
                  <a:lnTo>
                    <a:pt x="1988" y="37954"/>
                  </a:lnTo>
                  <a:lnTo>
                    <a:pt x="2913" y="43313"/>
                  </a:lnTo>
                  <a:lnTo>
                    <a:pt x="4011" y="48639"/>
                  </a:lnTo>
                  <a:lnTo>
                    <a:pt x="5282" y="53927"/>
                  </a:lnTo>
                  <a:lnTo>
                    <a:pt x="6725" y="59170"/>
                  </a:lnTo>
                  <a:lnTo>
                    <a:pt x="8337" y="64364"/>
                  </a:lnTo>
                  <a:lnTo>
                    <a:pt x="10117" y="69502"/>
                  </a:lnTo>
                  <a:lnTo>
                    <a:pt x="12064" y="74580"/>
                  </a:lnTo>
                  <a:lnTo>
                    <a:pt x="14174" y="79592"/>
                  </a:lnTo>
                  <a:lnTo>
                    <a:pt x="16447" y="84532"/>
                  </a:lnTo>
                  <a:lnTo>
                    <a:pt x="18879" y="89396"/>
                  </a:lnTo>
                  <a:lnTo>
                    <a:pt x="21468" y="94179"/>
                  </a:lnTo>
                  <a:lnTo>
                    <a:pt x="24211" y="98874"/>
                  </a:lnTo>
                  <a:lnTo>
                    <a:pt x="27106" y="103478"/>
                  </a:lnTo>
                  <a:lnTo>
                    <a:pt x="30148" y="107985"/>
                  </a:lnTo>
                  <a:lnTo>
                    <a:pt x="33336" y="112391"/>
                  </a:lnTo>
                  <a:lnTo>
                    <a:pt x="36665" y="116691"/>
                  </a:lnTo>
                  <a:lnTo>
                    <a:pt x="40133" y="120881"/>
                  </a:lnTo>
                  <a:lnTo>
                    <a:pt x="43735" y="124955"/>
                  </a:lnTo>
                  <a:lnTo>
                    <a:pt x="47467" y="128910"/>
                  </a:lnTo>
                  <a:lnTo>
                    <a:pt x="51326" y="132742"/>
                  </a:lnTo>
                  <a:lnTo>
                    <a:pt x="55308" y="136446"/>
                  </a:lnTo>
                  <a:lnTo>
                    <a:pt x="59408" y="140018"/>
                  </a:lnTo>
                  <a:lnTo>
                    <a:pt x="63622" y="143455"/>
                  </a:lnTo>
                  <a:lnTo>
                    <a:pt x="67946" y="146754"/>
                  </a:lnTo>
                  <a:lnTo>
                    <a:pt x="72374" y="149910"/>
                  </a:lnTo>
                  <a:lnTo>
                    <a:pt x="76903" y="152920"/>
                  </a:lnTo>
                  <a:lnTo>
                    <a:pt x="81528" y="155781"/>
                  </a:lnTo>
                  <a:lnTo>
                    <a:pt x="86243" y="158491"/>
                  </a:lnTo>
                  <a:lnTo>
                    <a:pt x="91044" y="161045"/>
                  </a:lnTo>
                  <a:lnTo>
                    <a:pt x="95925" y="163442"/>
                  </a:lnTo>
                  <a:lnTo>
                    <a:pt x="100882" y="165679"/>
                  </a:lnTo>
                  <a:lnTo>
                    <a:pt x="105909" y="167754"/>
                  </a:lnTo>
                  <a:lnTo>
                    <a:pt x="111000" y="169664"/>
                  </a:lnTo>
                  <a:lnTo>
                    <a:pt x="116151" y="171408"/>
                  </a:lnTo>
                  <a:lnTo>
                    <a:pt x="121356" y="172983"/>
                  </a:lnTo>
                  <a:lnTo>
                    <a:pt x="126610" y="174387"/>
                  </a:lnTo>
                  <a:lnTo>
                    <a:pt x="131906" y="175621"/>
                  </a:lnTo>
                  <a:lnTo>
                    <a:pt x="137240" y="176681"/>
                  </a:lnTo>
                  <a:lnTo>
                    <a:pt x="142606" y="177567"/>
                  </a:lnTo>
                  <a:lnTo>
                    <a:pt x="147997" y="178278"/>
                  </a:lnTo>
                  <a:lnTo>
                    <a:pt x="153409" y="178814"/>
                  </a:lnTo>
                  <a:lnTo>
                    <a:pt x="158835" y="179173"/>
                  </a:lnTo>
                  <a:lnTo>
                    <a:pt x="164270" y="179355"/>
                  </a:lnTo>
                  <a:lnTo>
                    <a:pt x="169708" y="179361"/>
                  </a:lnTo>
                  <a:lnTo>
                    <a:pt x="167162" y="122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86215" y="941493"/>
              <a:ext cx="167162" cy="334315"/>
            </a:xfrm>
            <a:custGeom>
              <a:avLst/>
              <a:pathLst>
                <a:path w="167162" h="334315">
                  <a:moveTo>
                    <a:pt x="2546" y="334315"/>
                  </a:moveTo>
                  <a:lnTo>
                    <a:pt x="7876" y="334149"/>
                  </a:lnTo>
                  <a:lnTo>
                    <a:pt x="13198" y="333813"/>
                  </a:lnTo>
                  <a:lnTo>
                    <a:pt x="18507" y="333307"/>
                  </a:lnTo>
                  <a:lnTo>
                    <a:pt x="23797" y="332632"/>
                  </a:lnTo>
                  <a:lnTo>
                    <a:pt x="29062" y="331789"/>
                  </a:lnTo>
                  <a:lnTo>
                    <a:pt x="34298" y="330778"/>
                  </a:lnTo>
                  <a:lnTo>
                    <a:pt x="39500" y="329601"/>
                  </a:lnTo>
                  <a:lnTo>
                    <a:pt x="44660" y="328258"/>
                  </a:lnTo>
                  <a:lnTo>
                    <a:pt x="49776" y="326752"/>
                  </a:lnTo>
                  <a:lnTo>
                    <a:pt x="54841" y="325083"/>
                  </a:lnTo>
                  <a:lnTo>
                    <a:pt x="59850" y="323253"/>
                  </a:lnTo>
                  <a:lnTo>
                    <a:pt x="64798" y="321265"/>
                  </a:lnTo>
                  <a:lnTo>
                    <a:pt x="69680" y="319120"/>
                  </a:lnTo>
                  <a:lnTo>
                    <a:pt x="74491" y="316820"/>
                  </a:lnTo>
                  <a:lnTo>
                    <a:pt x="79227" y="314367"/>
                  </a:lnTo>
                  <a:lnTo>
                    <a:pt x="83882" y="311766"/>
                  </a:lnTo>
                  <a:lnTo>
                    <a:pt x="88451" y="309016"/>
                  </a:lnTo>
                  <a:lnTo>
                    <a:pt x="92930" y="306123"/>
                  </a:lnTo>
                  <a:lnTo>
                    <a:pt x="97315" y="303088"/>
                  </a:lnTo>
                  <a:lnTo>
                    <a:pt x="101601" y="299915"/>
                  </a:lnTo>
                  <a:lnTo>
                    <a:pt x="105784" y="296607"/>
                  </a:lnTo>
                  <a:lnTo>
                    <a:pt x="109858" y="293167"/>
                  </a:lnTo>
                  <a:lnTo>
                    <a:pt x="113821" y="289599"/>
                  </a:lnTo>
                  <a:lnTo>
                    <a:pt x="117669" y="285906"/>
                  </a:lnTo>
                  <a:lnTo>
                    <a:pt x="121396" y="282092"/>
                  </a:lnTo>
                  <a:lnTo>
                    <a:pt x="125000" y="278162"/>
                  </a:lnTo>
                  <a:lnTo>
                    <a:pt x="128477" y="274118"/>
                  </a:lnTo>
                  <a:lnTo>
                    <a:pt x="131823" y="269966"/>
                  </a:lnTo>
                  <a:lnTo>
                    <a:pt x="135035" y="265709"/>
                  </a:lnTo>
                  <a:lnTo>
                    <a:pt x="138109" y="261352"/>
                  </a:lnTo>
                  <a:lnTo>
                    <a:pt x="141043" y="256898"/>
                  </a:lnTo>
                  <a:lnTo>
                    <a:pt x="143833" y="252354"/>
                  </a:lnTo>
                  <a:lnTo>
                    <a:pt x="146477" y="247723"/>
                  </a:lnTo>
                  <a:lnTo>
                    <a:pt x="148972" y="243010"/>
                  </a:lnTo>
                  <a:lnTo>
                    <a:pt x="151315" y="238220"/>
                  </a:lnTo>
                  <a:lnTo>
                    <a:pt x="153505" y="233357"/>
                  </a:lnTo>
                  <a:lnTo>
                    <a:pt x="155538" y="228427"/>
                  </a:lnTo>
                  <a:lnTo>
                    <a:pt x="157413" y="223435"/>
                  </a:lnTo>
                  <a:lnTo>
                    <a:pt x="159127" y="218385"/>
                  </a:lnTo>
                  <a:lnTo>
                    <a:pt x="160680" y="213284"/>
                  </a:lnTo>
                  <a:lnTo>
                    <a:pt x="162069" y="208135"/>
                  </a:lnTo>
                  <a:lnTo>
                    <a:pt x="163293" y="202945"/>
                  </a:lnTo>
                  <a:lnTo>
                    <a:pt x="164351" y="197718"/>
                  </a:lnTo>
                  <a:lnTo>
                    <a:pt x="165242" y="192461"/>
                  </a:lnTo>
                  <a:lnTo>
                    <a:pt x="165965" y="187177"/>
                  </a:lnTo>
                  <a:lnTo>
                    <a:pt x="166519" y="181873"/>
                  </a:lnTo>
                  <a:lnTo>
                    <a:pt x="166903" y="176554"/>
                  </a:lnTo>
                  <a:lnTo>
                    <a:pt x="167118" y="171226"/>
                  </a:lnTo>
                  <a:lnTo>
                    <a:pt x="167162" y="165894"/>
                  </a:lnTo>
                  <a:lnTo>
                    <a:pt x="167036" y="160562"/>
                  </a:lnTo>
                  <a:lnTo>
                    <a:pt x="166741" y="155238"/>
                  </a:lnTo>
                  <a:lnTo>
                    <a:pt x="166275" y="149926"/>
                  </a:lnTo>
                  <a:lnTo>
                    <a:pt x="165641" y="144631"/>
                  </a:lnTo>
                  <a:lnTo>
                    <a:pt x="164838" y="139359"/>
                  </a:lnTo>
                  <a:lnTo>
                    <a:pt x="163867" y="134115"/>
                  </a:lnTo>
                  <a:lnTo>
                    <a:pt x="162729" y="128905"/>
                  </a:lnTo>
                  <a:lnTo>
                    <a:pt x="161426" y="123734"/>
                  </a:lnTo>
                  <a:lnTo>
                    <a:pt x="159959" y="118608"/>
                  </a:lnTo>
                  <a:lnTo>
                    <a:pt x="158328" y="113530"/>
                  </a:lnTo>
                  <a:lnTo>
                    <a:pt x="156537" y="108507"/>
                  </a:lnTo>
                  <a:lnTo>
                    <a:pt x="154586" y="103544"/>
                  </a:lnTo>
                  <a:lnTo>
                    <a:pt x="152478" y="98646"/>
                  </a:lnTo>
                  <a:lnTo>
                    <a:pt x="150215" y="93817"/>
                  </a:lnTo>
                  <a:lnTo>
                    <a:pt x="147799" y="89063"/>
                  </a:lnTo>
                  <a:lnTo>
                    <a:pt x="145233" y="84389"/>
                  </a:lnTo>
                  <a:lnTo>
                    <a:pt x="142519" y="79799"/>
                  </a:lnTo>
                  <a:lnTo>
                    <a:pt x="139659" y="75297"/>
                  </a:lnTo>
                  <a:lnTo>
                    <a:pt x="136658" y="70889"/>
                  </a:lnTo>
                  <a:lnTo>
                    <a:pt x="133518" y="66579"/>
                  </a:lnTo>
                  <a:lnTo>
                    <a:pt x="130241" y="62372"/>
                  </a:lnTo>
                  <a:lnTo>
                    <a:pt x="126833" y="58271"/>
                  </a:lnTo>
                  <a:lnTo>
                    <a:pt x="123295" y="54281"/>
                  </a:lnTo>
                  <a:lnTo>
                    <a:pt x="119631" y="50406"/>
                  </a:lnTo>
                  <a:lnTo>
                    <a:pt x="115846" y="46649"/>
                  </a:lnTo>
                  <a:lnTo>
                    <a:pt x="111943" y="43016"/>
                  </a:lnTo>
                  <a:lnTo>
                    <a:pt x="107926" y="39508"/>
                  </a:lnTo>
                  <a:lnTo>
                    <a:pt x="103799" y="36131"/>
                  </a:lnTo>
                  <a:lnTo>
                    <a:pt x="99567" y="32886"/>
                  </a:lnTo>
                  <a:lnTo>
                    <a:pt x="95233" y="29779"/>
                  </a:lnTo>
                  <a:lnTo>
                    <a:pt x="90803" y="26811"/>
                  </a:lnTo>
                  <a:lnTo>
                    <a:pt x="86280" y="23986"/>
                  </a:lnTo>
                  <a:lnTo>
                    <a:pt x="81669" y="21307"/>
                  </a:lnTo>
                  <a:lnTo>
                    <a:pt x="76975" y="18777"/>
                  </a:lnTo>
                  <a:lnTo>
                    <a:pt x="72203" y="16397"/>
                  </a:lnTo>
                  <a:lnTo>
                    <a:pt x="67357" y="14170"/>
                  </a:lnTo>
                  <a:lnTo>
                    <a:pt x="62443" y="12100"/>
                  </a:lnTo>
                  <a:lnTo>
                    <a:pt x="57465" y="10187"/>
                  </a:lnTo>
                  <a:lnTo>
                    <a:pt x="52429" y="8434"/>
                  </a:lnTo>
                  <a:lnTo>
                    <a:pt x="47339" y="6842"/>
                  </a:lnTo>
                  <a:lnTo>
                    <a:pt x="42201" y="5414"/>
                  </a:lnTo>
                  <a:lnTo>
                    <a:pt x="37020" y="4150"/>
                  </a:lnTo>
                  <a:lnTo>
                    <a:pt x="31802" y="3052"/>
                  </a:lnTo>
                  <a:lnTo>
                    <a:pt x="26551" y="2122"/>
                  </a:lnTo>
                  <a:lnTo>
                    <a:pt x="21273" y="1359"/>
                  </a:lnTo>
                  <a:lnTo>
                    <a:pt x="15974" y="764"/>
                  </a:lnTo>
                  <a:lnTo>
                    <a:pt x="10658" y="340"/>
                  </a:lnTo>
                  <a:lnTo>
                    <a:pt x="533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7350" y="1071028"/>
              <a:ext cx="167151" cy="186479"/>
            </a:xfrm>
            <a:custGeom>
              <a:avLst/>
              <a:pathLst>
                <a:path w="167151" h="186479">
                  <a:moveTo>
                    <a:pt x="167151" y="0"/>
                  </a:moveTo>
                  <a:lnTo>
                    <a:pt x="161730" y="87"/>
                  </a:lnTo>
                  <a:lnTo>
                    <a:pt x="156314" y="351"/>
                  </a:lnTo>
                  <a:lnTo>
                    <a:pt x="150910" y="790"/>
                  </a:lnTo>
                  <a:lnTo>
                    <a:pt x="145524" y="1404"/>
                  </a:lnTo>
                  <a:lnTo>
                    <a:pt x="140160" y="2193"/>
                  </a:lnTo>
                  <a:lnTo>
                    <a:pt x="134824" y="3155"/>
                  </a:lnTo>
                  <a:lnTo>
                    <a:pt x="129522" y="4290"/>
                  </a:lnTo>
                  <a:lnTo>
                    <a:pt x="124260" y="5595"/>
                  </a:lnTo>
                  <a:lnTo>
                    <a:pt x="119043" y="7071"/>
                  </a:lnTo>
                  <a:lnTo>
                    <a:pt x="113877" y="8716"/>
                  </a:lnTo>
                  <a:lnTo>
                    <a:pt x="108766" y="10526"/>
                  </a:lnTo>
                  <a:lnTo>
                    <a:pt x="103718" y="12502"/>
                  </a:lnTo>
                  <a:lnTo>
                    <a:pt x="98735" y="14641"/>
                  </a:lnTo>
                  <a:lnTo>
                    <a:pt x="93825" y="16939"/>
                  </a:lnTo>
                  <a:lnTo>
                    <a:pt x="88992" y="19396"/>
                  </a:lnTo>
                  <a:lnTo>
                    <a:pt x="84241" y="22009"/>
                  </a:lnTo>
                  <a:lnTo>
                    <a:pt x="79577" y="24774"/>
                  </a:lnTo>
                  <a:lnTo>
                    <a:pt x="75006" y="27688"/>
                  </a:lnTo>
                  <a:lnTo>
                    <a:pt x="70531" y="30750"/>
                  </a:lnTo>
                  <a:lnTo>
                    <a:pt x="66158" y="33955"/>
                  </a:lnTo>
                  <a:lnTo>
                    <a:pt x="61892" y="37300"/>
                  </a:lnTo>
                  <a:lnTo>
                    <a:pt x="57736" y="40782"/>
                  </a:lnTo>
                  <a:lnTo>
                    <a:pt x="53695" y="44396"/>
                  </a:lnTo>
                  <a:lnTo>
                    <a:pt x="49773" y="48140"/>
                  </a:lnTo>
                  <a:lnTo>
                    <a:pt x="45975" y="52009"/>
                  </a:lnTo>
                  <a:lnTo>
                    <a:pt x="42304" y="55999"/>
                  </a:lnTo>
                  <a:lnTo>
                    <a:pt x="38765" y="60106"/>
                  </a:lnTo>
                  <a:lnTo>
                    <a:pt x="35360" y="64326"/>
                  </a:lnTo>
                  <a:lnTo>
                    <a:pt x="32095" y="68654"/>
                  </a:lnTo>
                  <a:lnTo>
                    <a:pt x="28971" y="73085"/>
                  </a:lnTo>
                  <a:lnTo>
                    <a:pt x="25993" y="77616"/>
                  </a:lnTo>
                  <a:lnTo>
                    <a:pt x="23163" y="82240"/>
                  </a:lnTo>
                  <a:lnTo>
                    <a:pt x="20485" y="86954"/>
                  </a:lnTo>
                  <a:lnTo>
                    <a:pt x="17961" y="91753"/>
                  </a:lnTo>
                  <a:lnTo>
                    <a:pt x="15594" y="96630"/>
                  </a:lnTo>
                  <a:lnTo>
                    <a:pt x="13386" y="101582"/>
                  </a:lnTo>
                  <a:lnTo>
                    <a:pt x="11340" y="106603"/>
                  </a:lnTo>
                  <a:lnTo>
                    <a:pt x="9458" y="111688"/>
                  </a:lnTo>
                  <a:lnTo>
                    <a:pt x="7742" y="116830"/>
                  </a:lnTo>
                  <a:lnTo>
                    <a:pt x="6193" y="122026"/>
                  </a:lnTo>
                  <a:lnTo>
                    <a:pt x="4814" y="127270"/>
                  </a:lnTo>
                  <a:lnTo>
                    <a:pt x="3606" y="132555"/>
                  </a:lnTo>
                  <a:lnTo>
                    <a:pt x="2569" y="137877"/>
                  </a:lnTo>
                  <a:lnTo>
                    <a:pt x="1706" y="143229"/>
                  </a:lnTo>
                  <a:lnTo>
                    <a:pt x="1017" y="148607"/>
                  </a:lnTo>
                  <a:lnTo>
                    <a:pt x="502" y="154004"/>
                  </a:lnTo>
                  <a:lnTo>
                    <a:pt x="163" y="159415"/>
                  </a:lnTo>
                  <a:lnTo>
                    <a:pt x="0" y="164835"/>
                  </a:lnTo>
                  <a:lnTo>
                    <a:pt x="12" y="170256"/>
                  </a:lnTo>
                  <a:lnTo>
                    <a:pt x="200" y="175675"/>
                  </a:lnTo>
                  <a:lnTo>
                    <a:pt x="564" y="181084"/>
                  </a:lnTo>
                  <a:lnTo>
                    <a:pt x="1103" y="186479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453" y="1238196"/>
              <a:ext cx="166048" cy="19312"/>
            </a:xfrm>
            <a:custGeom>
              <a:avLst/>
              <a:pathLst>
                <a:path w="166048" h="19312">
                  <a:moveTo>
                    <a:pt x="0" y="19312"/>
                  </a:moveTo>
                  <a:lnTo>
                    <a:pt x="16604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8453" y="1071272"/>
              <a:ext cx="333210" cy="334088"/>
            </a:xfrm>
            <a:custGeom>
              <a:avLst/>
              <a:pathLst>
                <a:path w="333210" h="334088">
                  <a:moveTo>
                    <a:pt x="0" y="186236"/>
                  </a:moveTo>
                  <a:lnTo>
                    <a:pt x="697" y="191500"/>
                  </a:lnTo>
                  <a:lnTo>
                    <a:pt x="1561" y="196739"/>
                  </a:lnTo>
                  <a:lnTo>
                    <a:pt x="2591" y="201949"/>
                  </a:lnTo>
                  <a:lnTo>
                    <a:pt x="3786" y="207123"/>
                  </a:lnTo>
                  <a:lnTo>
                    <a:pt x="5144" y="212256"/>
                  </a:lnTo>
                  <a:lnTo>
                    <a:pt x="6665" y="217344"/>
                  </a:lnTo>
                  <a:lnTo>
                    <a:pt x="8347" y="222381"/>
                  </a:lnTo>
                  <a:lnTo>
                    <a:pt x="10188" y="227361"/>
                  </a:lnTo>
                  <a:lnTo>
                    <a:pt x="12186" y="232281"/>
                  </a:lnTo>
                  <a:lnTo>
                    <a:pt x="14340" y="237135"/>
                  </a:lnTo>
                  <a:lnTo>
                    <a:pt x="16646" y="241918"/>
                  </a:lnTo>
                  <a:lnTo>
                    <a:pt x="19104" y="246626"/>
                  </a:lnTo>
                  <a:lnTo>
                    <a:pt x="21709" y="251253"/>
                  </a:lnTo>
                  <a:lnTo>
                    <a:pt x="24460" y="255794"/>
                  </a:lnTo>
                  <a:lnTo>
                    <a:pt x="27354" y="260247"/>
                  </a:lnTo>
                  <a:lnTo>
                    <a:pt x="30389" y="264605"/>
                  </a:lnTo>
                  <a:lnTo>
                    <a:pt x="33559" y="268864"/>
                  </a:lnTo>
                  <a:lnTo>
                    <a:pt x="36864" y="273021"/>
                  </a:lnTo>
                  <a:lnTo>
                    <a:pt x="40299" y="277070"/>
                  </a:lnTo>
                  <a:lnTo>
                    <a:pt x="43861" y="281009"/>
                  </a:lnTo>
                  <a:lnTo>
                    <a:pt x="47546" y="284832"/>
                  </a:lnTo>
                  <a:lnTo>
                    <a:pt x="51351" y="288536"/>
                  </a:lnTo>
                  <a:lnTo>
                    <a:pt x="55271" y="292118"/>
                  </a:lnTo>
                  <a:lnTo>
                    <a:pt x="59303" y="295573"/>
                  </a:lnTo>
                  <a:lnTo>
                    <a:pt x="63443" y="298898"/>
                  </a:lnTo>
                  <a:lnTo>
                    <a:pt x="67687" y="302091"/>
                  </a:lnTo>
                  <a:lnTo>
                    <a:pt x="72030" y="305147"/>
                  </a:lnTo>
                  <a:lnTo>
                    <a:pt x="76467" y="308063"/>
                  </a:lnTo>
                  <a:lnTo>
                    <a:pt x="80995" y="310837"/>
                  </a:lnTo>
                  <a:lnTo>
                    <a:pt x="85609" y="313466"/>
                  </a:lnTo>
                  <a:lnTo>
                    <a:pt x="90304" y="315947"/>
                  </a:lnTo>
                  <a:lnTo>
                    <a:pt x="95075" y="318277"/>
                  </a:lnTo>
                  <a:lnTo>
                    <a:pt x="99918" y="320455"/>
                  </a:lnTo>
                  <a:lnTo>
                    <a:pt x="104828" y="322478"/>
                  </a:lnTo>
                  <a:lnTo>
                    <a:pt x="109800" y="324344"/>
                  </a:lnTo>
                  <a:lnTo>
                    <a:pt x="114828" y="326051"/>
                  </a:lnTo>
                  <a:lnTo>
                    <a:pt x="119908" y="327598"/>
                  </a:lnTo>
                  <a:lnTo>
                    <a:pt x="125034" y="328982"/>
                  </a:lnTo>
                  <a:lnTo>
                    <a:pt x="130202" y="330203"/>
                  </a:lnTo>
                  <a:lnTo>
                    <a:pt x="135406" y="331259"/>
                  </a:lnTo>
                  <a:lnTo>
                    <a:pt x="140641" y="332149"/>
                  </a:lnTo>
                  <a:lnTo>
                    <a:pt x="145902" y="332873"/>
                  </a:lnTo>
                  <a:lnTo>
                    <a:pt x="151183" y="333429"/>
                  </a:lnTo>
                  <a:lnTo>
                    <a:pt x="156479" y="333817"/>
                  </a:lnTo>
                  <a:lnTo>
                    <a:pt x="161785" y="334037"/>
                  </a:lnTo>
                  <a:lnTo>
                    <a:pt x="167094" y="334088"/>
                  </a:lnTo>
                  <a:lnTo>
                    <a:pt x="172403" y="333970"/>
                  </a:lnTo>
                  <a:lnTo>
                    <a:pt x="177706" y="333684"/>
                  </a:lnTo>
                  <a:lnTo>
                    <a:pt x="182996" y="333230"/>
                  </a:lnTo>
                  <a:lnTo>
                    <a:pt x="188270" y="332608"/>
                  </a:lnTo>
                  <a:lnTo>
                    <a:pt x="193521" y="331818"/>
                  </a:lnTo>
                  <a:lnTo>
                    <a:pt x="198745" y="330862"/>
                  </a:lnTo>
                  <a:lnTo>
                    <a:pt x="203935" y="329741"/>
                  </a:lnTo>
                  <a:lnTo>
                    <a:pt x="209087" y="328456"/>
                  </a:lnTo>
                  <a:lnTo>
                    <a:pt x="214196" y="327007"/>
                  </a:lnTo>
                  <a:lnTo>
                    <a:pt x="219256" y="325397"/>
                  </a:lnTo>
                  <a:lnTo>
                    <a:pt x="224263" y="323627"/>
                  </a:lnTo>
                  <a:lnTo>
                    <a:pt x="229210" y="321699"/>
                  </a:lnTo>
                  <a:lnTo>
                    <a:pt x="234094" y="319615"/>
                  </a:lnTo>
                  <a:lnTo>
                    <a:pt x="238910" y="317377"/>
                  </a:lnTo>
                  <a:lnTo>
                    <a:pt x="243652" y="314986"/>
                  </a:lnTo>
                  <a:lnTo>
                    <a:pt x="248315" y="312447"/>
                  </a:lnTo>
                  <a:lnTo>
                    <a:pt x="252896" y="309761"/>
                  </a:lnTo>
                  <a:lnTo>
                    <a:pt x="257389" y="306930"/>
                  </a:lnTo>
                  <a:lnTo>
                    <a:pt x="261789" y="303958"/>
                  </a:lnTo>
                  <a:lnTo>
                    <a:pt x="266093" y="300848"/>
                  </a:lnTo>
                  <a:lnTo>
                    <a:pt x="270297" y="297603"/>
                  </a:lnTo>
                  <a:lnTo>
                    <a:pt x="274395" y="294226"/>
                  </a:lnTo>
                  <a:lnTo>
                    <a:pt x="278383" y="290721"/>
                  </a:lnTo>
                  <a:lnTo>
                    <a:pt x="282259" y="287090"/>
                  </a:lnTo>
                  <a:lnTo>
                    <a:pt x="286017" y="283339"/>
                  </a:lnTo>
                  <a:lnTo>
                    <a:pt x="289654" y="279469"/>
                  </a:lnTo>
                  <a:lnTo>
                    <a:pt x="293166" y="275487"/>
                  </a:lnTo>
                  <a:lnTo>
                    <a:pt x="296550" y="271394"/>
                  </a:lnTo>
                  <a:lnTo>
                    <a:pt x="299802" y="267197"/>
                  </a:lnTo>
                  <a:lnTo>
                    <a:pt x="302919" y="262898"/>
                  </a:lnTo>
                  <a:lnTo>
                    <a:pt x="305899" y="258502"/>
                  </a:lnTo>
                  <a:lnTo>
                    <a:pt x="308737" y="254014"/>
                  </a:lnTo>
                  <a:lnTo>
                    <a:pt x="311431" y="249438"/>
                  </a:lnTo>
                  <a:lnTo>
                    <a:pt x="313978" y="244779"/>
                  </a:lnTo>
                  <a:lnTo>
                    <a:pt x="316377" y="240041"/>
                  </a:lnTo>
                  <a:lnTo>
                    <a:pt x="318623" y="235230"/>
                  </a:lnTo>
                  <a:lnTo>
                    <a:pt x="320716" y="230349"/>
                  </a:lnTo>
                  <a:lnTo>
                    <a:pt x="322652" y="225405"/>
                  </a:lnTo>
                  <a:lnTo>
                    <a:pt x="324430" y="220401"/>
                  </a:lnTo>
                  <a:lnTo>
                    <a:pt x="326049" y="215344"/>
                  </a:lnTo>
                  <a:lnTo>
                    <a:pt x="327506" y="210238"/>
                  </a:lnTo>
                  <a:lnTo>
                    <a:pt x="328800" y="205088"/>
                  </a:lnTo>
                  <a:lnTo>
                    <a:pt x="329931" y="199899"/>
                  </a:lnTo>
                  <a:lnTo>
                    <a:pt x="330895" y="194677"/>
                  </a:lnTo>
                  <a:lnTo>
                    <a:pt x="331693" y="189427"/>
                  </a:lnTo>
                  <a:lnTo>
                    <a:pt x="332325" y="184155"/>
                  </a:lnTo>
                  <a:lnTo>
                    <a:pt x="332788" y="178865"/>
                  </a:lnTo>
                  <a:lnTo>
                    <a:pt x="333083" y="173563"/>
                  </a:lnTo>
                  <a:lnTo>
                    <a:pt x="333210" y="168254"/>
                  </a:lnTo>
                  <a:lnTo>
                    <a:pt x="333168" y="162944"/>
                  </a:lnTo>
                  <a:lnTo>
                    <a:pt x="332957" y="157638"/>
                  </a:lnTo>
                  <a:lnTo>
                    <a:pt x="332578" y="152342"/>
                  </a:lnTo>
                  <a:lnTo>
                    <a:pt x="332031" y="147060"/>
                  </a:lnTo>
                  <a:lnTo>
                    <a:pt x="331316" y="141798"/>
                  </a:lnTo>
                  <a:lnTo>
                    <a:pt x="330435" y="136562"/>
                  </a:lnTo>
                  <a:lnTo>
                    <a:pt x="329387" y="131356"/>
                  </a:lnTo>
                  <a:lnTo>
                    <a:pt x="328175" y="126186"/>
                  </a:lnTo>
                  <a:lnTo>
                    <a:pt x="326800" y="121057"/>
                  </a:lnTo>
                  <a:lnTo>
                    <a:pt x="325262" y="115974"/>
                  </a:lnTo>
                  <a:lnTo>
                    <a:pt x="323563" y="110943"/>
                  </a:lnTo>
                  <a:lnTo>
                    <a:pt x="321706" y="105968"/>
                  </a:lnTo>
                  <a:lnTo>
                    <a:pt x="319691" y="101055"/>
                  </a:lnTo>
                  <a:lnTo>
                    <a:pt x="317522" y="96209"/>
                  </a:lnTo>
                  <a:lnTo>
                    <a:pt x="315199" y="91433"/>
                  </a:lnTo>
                  <a:lnTo>
                    <a:pt x="312726" y="86734"/>
                  </a:lnTo>
                  <a:lnTo>
                    <a:pt x="310105" y="82116"/>
                  </a:lnTo>
                  <a:lnTo>
                    <a:pt x="307339" y="77583"/>
                  </a:lnTo>
                  <a:lnTo>
                    <a:pt x="304430" y="73141"/>
                  </a:lnTo>
                  <a:lnTo>
                    <a:pt x="301381" y="68793"/>
                  </a:lnTo>
                  <a:lnTo>
                    <a:pt x="298196" y="64544"/>
                  </a:lnTo>
                  <a:lnTo>
                    <a:pt x="294878" y="60398"/>
                  </a:lnTo>
                  <a:lnTo>
                    <a:pt x="291430" y="56360"/>
                  </a:lnTo>
                  <a:lnTo>
                    <a:pt x="287855" y="52434"/>
                  </a:lnTo>
                  <a:lnTo>
                    <a:pt x="284157" y="48623"/>
                  </a:lnTo>
                  <a:lnTo>
                    <a:pt x="280340" y="44931"/>
                  </a:lnTo>
                  <a:lnTo>
                    <a:pt x="276408" y="41362"/>
                  </a:lnTo>
                  <a:lnTo>
                    <a:pt x="272364" y="37921"/>
                  </a:lnTo>
                  <a:lnTo>
                    <a:pt x="268213" y="34609"/>
                  </a:lnTo>
                  <a:lnTo>
                    <a:pt x="263959" y="31431"/>
                  </a:lnTo>
                  <a:lnTo>
                    <a:pt x="259606" y="28389"/>
                  </a:lnTo>
                  <a:lnTo>
                    <a:pt x="255159" y="25488"/>
                  </a:lnTo>
                  <a:lnTo>
                    <a:pt x="250621" y="22729"/>
                  </a:lnTo>
                  <a:lnTo>
                    <a:pt x="245999" y="20115"/>
                  </a:lnTo>
                  <a:lnTo>
                    <a:pt x="241296" y="17650"/>
                  </a:lnTo>
                  <a:lnTo>
                    <a:pt x="236517" y="15335"/>
                  </a:lnTo>
                  <a:lnTo>
                    <a:pt x="231666" y="13174"/>
                  </a:lnTo>
                  <a:lnTo>
                    <a:pt x="226750" y="11167"/>
                  </a:lnTo>
                  <a:lnTo>
                    <a:pt x="221772" y="9318"/>
                  </a:lnTo>
                  <a:lnTo>
                    <a:pt x="216738" y="7627"/>
                  </a:lnTo>
                  <a:lnTo>
                    <a:pt x="211653" y="6097"/>
                  </a:lnTo>
                  <a:lnTo>
                    <a:pt x="206522" y="4730"/>
                  </a:lnTo>
                  <a:lnTo>
                    <a:pt x="201350" y="3526"/>
                  </a:lnTo>
                  <a:lnTo>
                    <a:pt x="196143" y="2488"/>
                  </a:lnTo>
                  <a:lnTo>
                    <a:pt x="190905" y="1615"/>
                  </a:lnTo>
                  <a:lnTo>
                    <a:pt x="185642" y="909"/>
                  </a:lnTo>
                  <a:lnTo>
                    <a:pt x="180359" y="370"/>
                  </a:lnTo>
                  <a:lnTo>
                    <a:pt x="175062" y="0"/>
                  </a:lnTo>
                  <a:lnTo>
                    <a:pt x="166048" y="1669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64501" y="1071028"/>
              <a:ext cx="9014" cy="167167"/>
            </a:xfrm>
            <a:custGeom>
              <a:avLst/>
              <a:pathLst>
                <a:path w="9014" h="167167">
                  <a:moveTo>
                    <a:pt x="9014" y="24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6801" y="1322571"/>
              <a:ext cx="51919" cy="167167"/>
            </a:xfrm>
            <a:custGeom>
              <a:avLst/>
              <a:pathLst>
                <a:path w="51919" h="167167">
                  <a:moveTo>
                    <a:pt x="51919" y="0"/>
                  </a:moveTo>
                  <a:lnTo>
                    <a:pt x="46054" y="102"/>
                  </a:lnTo>
                  <a:lnTo>
                    <a:pt x="40197" y="411"/>
                  </a:lnTo>
                  <a:lnTo>
                    <a:pt x="34354" y="925"/>
                  </a:lnTo>
                  <a:lnTo>
                    <a:pt x="28533" y="1643"/>
                  </a:lnTo>
                  <a:lnTo>
                    <a:pt x="22740" y="2566"/>
                  </a:lnTo>
                  <a:lnTo>
                    <a:pt x="16983" y="3691"/>
                  </a:lnTo>
                  <a:lnTo>
                    <a:pt x="11270" y="5017"/>
                  </a:lnTo>
                  <a:lnTo>
                    <a:pt x="5606" y="6543"/>
                  </a:lnTo>
                  <a:lnTo>
                    <a:pt x="0" y="8267"/>
                  </a:lnTo>
                  <a:lnTo>
                    <a:pt x="5191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6801" y="1330838"/>
              <a:ext cx="51919" cy="158900"/>
            </a:xfrm>
            <a:custGeom>
              <a:avLst/>
              <a:pathLst>
                <a:path w="51919" h="158900">
                  <a:moveTo>
                    <a:pt x="0" y="0"/>
                  </a:moveTo>
                  <a:lnTo>
                    <a:pt x="51919" y="1589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6801" y="1330838"/>
              <a:ext cx="51919" cy="158900"/>
            </a:xfrm>
            <a:custGeom>
              <a:avLst/>
              <a:pathLst>
                <a:path w="51919" h="158900">
                  <a:moveTo>
                    <a:pt x="0" y="0"/>
                  </a:moveTo>
                  <a:lnTo>
                    <a:pt x="51919" y="1589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6801" y="1330838"/>
              <a:ext cx="51919" cy="158900"/>
            </a:xfrm>
            <a:custGeom>
              <a:avLst/>
              <a:pathLst>
                <a:path w="51919" h="158900">
                  <a:moveTo>
                    <a:pt x="0" y="0"/>
                  </a:moveTo>
                  <a:lnTo>
                    <a:pt x="51919" y="1589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6801" y="1330838"/>
              <a:ext cx="51919" cy="158900"/>
            </a:xfrm>
            <a:custGeom>
              <a:avLst/>
              <a:pathLst>
                <a:path w="51919" h="158900">
                  <a:moveTo>
                    <a:pt x="0" y="0"/>
                  </a:moveTo>
                  <a:lnTo>
                    <a:pt x="51919" y="1589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6801" y="1330838"/>
              <a:ext cx="51919" cy="158900"/>
            </a:xfrm>
            <a:custGeom>
              <a:avLst/>
              <a:pathLst>
                <a:path w="51919" h="158900">
                  <a:moveTo>
                    <a:pt x="0" y="0"/>
                  </a:moveTo>
                  <a:lnTo>
                    <a:pt x="51919" y="1589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6801" y="1330838"/>
              <a:ext cx="51919" cy="158900"/>
            </a:xfrm>
            <a:custGeom>
              <a:avLst/>
              <a:pathLst>
                <a:path w="51919" h="158900">
                  <a:moveTo>
                    <a:pt x="0" y="0"/>
                  </a:moveTo>
                  <a:lnTo>
                    <a:pt x="51919" y="1589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6801" y="1330838"/>
              <a:ext cx="51919" cy="158900"/>
            </a:xfrm>
            <a:custGeom>
              <a:avLst/>
              <a:pathLst>
                <a:path w="51919" h="158900">
                  <a:moveTo>
                    <a:pt x="0" y="0"/>
                  </a:moveTo>
                  <a:lnTo>
                    <a:pt x="51919" y="1589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6801" y="1330838"/>
              <a:ext cx="51919" cy="158900"/>
            </a:xfrm>
            <a:custGeom>
              <a:avLst/>
              <a:pathLst>
                <a:path w="51919" h="158900">
                  <a:moveTo>
                    <a:pt x="0" y="0"/>
                  </a:moveTo>
                  <a:lnTo>
                    <a:pt x="51919" y="1589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6801" y="1330838"/>
              <a:ext cx="51919" cy="158900"/>
            </a:xfrm>
            <a:custGeom>
              <a:avLst/>
              <a:pathLst>
                <a:path w="51919" h="158900">
                  <a:moveTo>
                    <a:pt x="0" y="0"/>
                  </a:moveTo>
                  <a:lnTo>
                    <a:pt x="51919" y="1589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6801" y="1330838"/>
              <a:ext cx="51919" cy="158900"/>
            </a:xfrm>
            <a:custGeom>
              <a:avLst/>
              <a:pathLst>
                <a:path w="51919" h="158900">
                  <a:moveTo>
                    <a:pt x="0" y="0"/>
                  </a:moveTo>
                  <a:lnTo>
                    <a:pt x="51919" y="1589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6801" y="1330838"/>
              <a:ext cx="51919" cy="158900"/>
            </a:xfrm>
            <a:custGeom>
              <a:avLst/>
              <a:pathLst>
                <a:path w="51919" h="158900">
                  <a:moveTo>
                    <a:pt x="0" y="0"/>
                  </a:moveTo>
                  <a:lnTo>
                    <a:pt x="51919" y="158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6801" y="1330838"/>
              <a:ext cx="51919" cy="158900"/>
            </a:xfrm>
            <a:custGeom>
              <a:avLst/>
              <a:pathLst>
                <a:path w="51919" h="158900">
                  <a:moveTo>
                    <a:pt x="0" y="0"/>
                  </a:moveTo>
                  <a:lnTo>
                    <a:pt x="51919" y="158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6801" y="1330838"/>
              <a:ext cx="51919" cy="158900"/>
            </a:xfrm>
            <a:custGeom>
              <a:avLst/>
              <a:pathLst>
                <a:path w="51919" h="158900">
                  <a:moveTo>
                    <a:pt x="0" y="0"/>
                  </a:moveTo>
                  <a:lnTo>
                    <a:pt x="51919" y="158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6801" y="1330838"/>
              <a:ext cx="51919" cy="158900"/>
            </a:xfrm>
            <a:custGeom>
              <a:avLst/>
              <a:pathLst>
                <a:path w="51919" h="158900">
                  <a:moveTo>
                    <a:pt x="0" y="0"/>
                  </a:moveTo>
                  <a:lnTo>
                    <a:pt x="51919" y="158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6801" y="1330838"/>
              <a:ext cx="51919" cy="158900"/>
            </a:xfrm>
            <a:custGeom>
              <a:avLst/>
              <a:pathLst>
                <a:path w="51919" h="158900">
                  <a:moveTo>
                    <a:pt x="0" y="0"/>
                  </a:moveTo>
                  <a:lnTo>
                    <a:pt x="51919" y="1589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6801" y="1330838"/>
              <a:ext cx="51919" cy="158900"/>
            </a:xfrm>
            <a:custGeom>
              <a:avLst/>
              <a:pathLst>
                <a:path w="51919" h="158900">
                  <a:moveTo>
                    <a:pt x="0" y="0"/>
                  </a:moveTo>
                  <a:lnTo>
                    <a:pt x="51919" y="1589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321568" y="1330838"/>
              <a:ext cx="334309" cy="326066"/>
            </a:xfrm>
            <a:custGeom>
              <a:avLst/>
              <a:pathLst>
                <a:path w="334309" h="326066">
                  <a:moveTo>
                    <a:pt x="115232" y="0"/>
                  </a:moveTo>
                  <a:lnTo>
                    <a:pt x="110221" y="1725"/>
                  </a:lnTo>
                  <a:lnTo>
                    <a:pt x="105266" y="3609"/>
                  </a:lnTo>
                  <a:lnTo>
                    <a:pt x="100374" y="5649"/>
                  </a:lnTo>
                  <a:lnTo>
                    <a:pt x="95549" y="7844"/>
                  </a:lnTo>
                  <a:lnTo>
                    <a:pt x="90796" y="10190"/>
                  </a:lnTo>
                  <a:lnTo>
                    <a:pt x="86120" y="12685"/>
                  </a:lnTo>
                  <a:lnTo>
                    <a:pt x="81525" y="15328"/>
                  </a:lnTo>
                  <a:lnTo>
                    <a:pt x="77016" y="18115"/>
                  </a:lnTo>
                  <a:lnTo>
                    <a:pt x="72598" y="21043"/>
                  </a:lnTo>
                  <a:lnTo>
                    <a:pt x="68275" y="24110"/>
                  </a:lnTo>
                  <a:lnTo>
                    <a:pt x="64051" y="27313"/>
                  </a:lnTo>
                  <a:lnTo>
                    <a:pt x="59931" y="30647"/>
                  </a:lnTo>
                  <a:lnTo>
                    <a:pt x="55919" y="34111"/>
                  </a:lnTo>
                  <a:lnTo>
                    <a:pt x="52019" y="37700"/>
                  </a:lnTo>
                  <a:lnTo>
                    <a:pt x="48234" y="41411"/>
                  </a:lnTo>
                  <a:lnTo>
                    <a:pt x="44569" y="45241"/>
                  </a:lnTo>
                  <a:lnTo>
                    <a:pt x="41027" y="49184"/>
                  </a:lnTo>
                  <a:lnTo>
                    <a:pt x="37612" y="53238"/>
                  </a:lnTo>
                  <a:lnTo>
                    <a:pt x="34328" y="57398"/>
                  </a:lnTo>
                  <a:lnTo>
                    <a:pt x="31176" y="61660"/>
                  </a:lnTo>
                  <a:lnTo>
                    <a:pt x="28162" y="66020"/>
                  </a:lnTo>
                  <a:lnTo>
                    <a:pt x="25287" y="70473"/>
                  </a:lnTo>
                  <a:lnTo>
                    <a:pt x="22555" y="75015"/>
                  </a:lnTo>
                  <a:lnTo>
                    <a:pt x="19968" y="79642"/>
                  </a:lnTo>
                  <a:lnTo>
                    <a:pt x="17529" y="84348"/>
                  </a:lnTo>
                  <a:lnTo>
                    <a:pt x="15241" y="89129"/>
                  </a:lnTo>
                  <a:lnTo>
                    <a:pt x="13105" y="93980"/>
                  </a:lnTo>
                  <a:lnTo>
                    <a:pt x="11125" y="98897"/>
                  </a:lnTo>
                  <a:lnTo>
                    <a:pt x="9301" y="103873"/>
                  </a:lnTo>
                  <a:lnTo>
                    <a:pt x="7635" y="108905"/>
                  </a:lnTo>
                  <a:lnTo>
                    <a:pt x="6131" y="113988"/>
                  </a:lnTo>
                  <a:lnTo>
                    <a:pt x="4788" y="119115"/>
                  </a:lnTo>
                  <a:lnTo>
                    <a:pt x="3608" y="124283"/>
                  </a:lnTo>
                  <a:lnTo>
                    <a:pt x="2593" y="129485"/>
                  </a:lnTo>
                  <a:lnTo>
                    <a:pt x="1743" y="134717"/>
                  </a:lnTo>
                  <a:lnTo>
                    <a:pt x="1059" y="139974"/>
                  </a:lnTo>
                  <a:lnTo>
                    <a:pt x="543" y="145249"/>
                  </a:lnTo>
                  <a:lnTo>
                    <a:pt x="194" y="150538"/>
                  </a:lnTo>
                  <a:lnTo>
                    <a:pt x="13" y="155835"/>
                  </a:lnTo>
                  <a:lnTo>
                    <a:pt x="0" y="161136"/>
                  </a:lnTo>
                  <a:lnTo>
                    <a:pt x="154" y="166434"/>
                  </a:lnTo>
                  <a:lnTo>
                    <a:pt x="477" y="171725"/>
                  </a:lnTo>
                  <a:lnTo>
                    <a:pt x="968" y="177002"/>
                  </a:lnTo>
                  <a:lnTo>
                    <a:pt x="1625" y="182262"/>
                  </a:lnTo>
                  <a:lnTo>
                    <a:pt x="2449" y="187498"/>
                  </a:lnTo>
                  <a:lnTo>
                    <a:pt x="3438" y="192705"/>
                  </a:lnTo>
                  <a:lnTo>
                    <a:pt x="4592" y="197879"/>
                  </a:lnTo>
                  <a:lnTo>
                    <a:pt x="5910" y="203013"/>
                  </a:lnTo>
                  <a:lnTo>
                    <a:pt x="7390" y="208103"/>
                  </a:lnTo>
                  <a:lnTo>
                    <a:pt x="9030" y="213143"/>
                  </a:lnTo>
                  <a:lnTo>
                    <a:pt x="10829" y="218129"/>
                  </a:lnTo>
                  <a:lnTo>
                    <a:pt x="12785" y="223055"/>
                  </a:lnTo>
                  <a:lnTo>
                    <a:pt x="14897" y="227917"/>
                  </a:lnTo>
                  <a:lnTo>
                    <a:pt x="17162" y="232709"/>
                  </a:lnTo>
                  <a:lnTo>
                    <a:pt x="19577" y="237427"/>
                  </a:lnTo>
                  <a:lnTo>
                    <a:pt x="22141" y="242067"/>
                  </a:lnTo>
                  <a:lnTo>
                    <a:pt x="24850" y="246622"/>
                  </a:lnTo>
                  <a:lnTo>
                    <a:pt x="27703" y="251090"/>
                  </a:lnTo>
                  <a:lnTo>
                    <a:pt x="30696" y="255464"/>
                  </a:lnTo>
                  <a:lnTo>
                    <a:pt x="33826" y="259742"/>
                  </a:lnTo>
                  <a:lnTo>
                    <a:pt x="37090" y="263918"/>
                  </a:lnTo>
                  <a:lnTo>
                    <a:pt x="40485" y="267989"/>
                  </a:lnTo>
                  <a:lnTo>
                    <a:pt x="44007" y="271950"/>
                  </a:lnTo>
                  <a:lnTo>
                    <a:pt x="47653" y="275797"/>
                  </a:lnTo>
                  <a:lnTo>
                    <a:pt x="51419" y="279527"/>
                  </a:lnTo>
                  <a:lnTo>
                    <a:pt x="55302" y="283136"/>
                  </a:lnTo>
                  <a:lnTo>
                    <a:pt x="59297" y="286619"/>
                  </a:lnTo>
                  <a:lnTo>
                    <a:pt x="63400" y="289974"/>
                  </a:lnTo>
                  <a:lnTo>
                    <a:pt x="67608" y="293198"/>
                  </a:lnTo>
                  <a:lnTo>
                    <a:pt x="71916" y="296286"/>
                  </a:lnTo>
                  <a:lnTo>
                    <a:pt x="76319" y="299236"/>
                  </a:lnTo>
                  <a:lnTo>
                    <a:pt x="80814" y="302046"/>
                  </a:lnTo>
                  <a:lnTo>
                    <a:pt x="85396" y="304711"/>
                  </a:lnTo>
                  <a:lnTo>
                    <a:pt x="90060" y="307230"/>
                  </a:lnTo>
                  <a:lnTo>
                    <a:pt x="94801" y="309599"/>
                  </a:lnTo>
                  <a:lnTo>
                    <a:pt x="99615" y="311817"/>
                  </a:lnTo>
                  <a:lnTo>
                    <a:pt x="104497" y="313882"/>
                  </a:lnTo>
                  <a:lnTo>
                    <a:pt x="109442" y="315790"/>
                  </a:lnTo>
                  <a:lnTo>
                    <a:pt x="114445" y="317541"/>
                  </a:lnTo>
                  <a:lnTo>
                    <a:pt x="119501" y="319132"/>
                  </a:lnTo>
                  <a:lnTo>
                    <a:pt x="124605" y="320562"/>
                  </a:lnTo>
                  <a:lnTo>
                    <a:pt x="129752" y="321830"/>
                  </a:lnTo>
                  <a:lnTo>
                    <a:pt x="134936" y="322934"/>
                  </a:lnTo>
                  <a:lnTo>
                    <a:pt x="140153" y="323873"/>
                  </a:lnTo>
                  <a:lnTo>
                    <a:pt x="145397" y="324646"/>
                  </a:lnTo>
                  <a:lnTo>
                    <a:pt x="150662" y="325252"/>
                  </a:lnTo>
                  <a:lnTo>
                    <a:pt x="155945" y="325691"/>
                  </a:lnTo>
                  <a:lnTo>
                    <a:pt x="161238" y="325963"/>
                  </a:lnTo>
                  <a:lnTo>
                    <a:pt x="166538" y="326066"/>
                  </a:lnTo>
                  <a:lnTo>
                    <a:pt x="171838" y="326002"/>
                  </a:lnTo>
                  <a:lnTo>
                    <a:pt x="177133" y="325769"/>
                  </a:lnTo>
                  <a:lnTo>
                    <a:pt x="182419" y="325369"/>
                  </a:lnTo>
                  <a:lnTo>
                    <a:pt x="187689" y="324801"/>
                  </a:lnTo>
                  <a:lnTo>
                    <a:pt x="192938" y="324066"/>
                  </a:lnTo>
                  <a:lnTo>
                    <a:pt x="198161" y="323166"/>
                  </a:lnTo>
                  <a:lnTo>
                    <a:pt x="203354" y="322100"/>
                  </a:lnTo>
                  <a:lnTo>
                    <a:pt x="208510" y="320870"/>
                  </a:lnTo>
                  <a:lnTo>
                    <a:pt x="213624" y="319478"/>
                  </a:lnTo>
                  <a:lnTo>
                    <a:pt x="218692" y="317924"/>
                  </a:lnTo>
                  <a:lnTo>
                    <a:pt x="223707" y="316210"/>
                  </a:lnTo>
                  <a:lnTo>
                    <a:pt x="228666" y="314338"/>
                  </a:lnTo>
                  <a:lnTo>
                    <a:pt x="233563" y="312309"/>
                  </a:lnTo>
                  <a:lnTo>
                    <a:pt x="238393" y="310127"/>
                  </a:lnTo>
                  <a:lnTo>
                    <a:pt x="243152" y="307792"/>
                  </a:lnTo>
                  <a:lnTo>
                    <a:pt x="247834" y="305308"/>
                  </a:lnTo>
                  <a:lnTo>
                    <a:pt x="252436" y="302676"/>
                  </a:lnTo>
                  <a:lnTo>
                    <a:pt x="256951" y="299900"/>
                  </a:lnTo>
                  <a:lnTo>
                    <a:pt x="261376" y="296982"/>
                  </a:lnTo>
                  <a:lnTo>
                    <a:pt x="265706" y="293926"/>
                  </a:lnTo>
                  <a:lnTo>
                    <a:pt x="269938" y="290733"/>
                  </a:lnTo>
                  <a:lnTo>
                    <a:pt x="274066" y="287408"/>
                  </a:lnTo>
                  <a:lnTo>
                    <a:pt x="278086" y="283954"/>
                  </a:lnTo>
                  <a:lnTo>
                    <a:pt x="281995" y="280374"/>
                  </a:lnTo>
                  <a:lnTo>
                    <a:pt x="285788" y="276672"/>
                  </a:lnTo>
                  <a:lnTo>
                    <a:pt x="289463" y="272852"/>
                  </a:lnTo>
                  <a:lnTo>
                    <a:pt x="293014" y="268917"/>
                  </a:lnTo>
                  <a:lnTo>
                    <a:pt x="296439" y="264871"/>
                  </a:lnTo>
                  <a:lnTo>
                    <a:pt x="299733" y="260719"/>
                  </a:lnTo>
                  <a:lnTo>
                    <a:pt x="302895" y="256464"/>
                  </a:lnTo>
                  <a:lnTo>
                    <a:pt x="305920" y="252112"/>
                  </a:lnTo>
                  <a:lnTo>
                    <a:pt x="308805" y="247666"/>
                  </a:lnTo>
                  <a:lnTo>
                    <a:pt x="311548" y="243130"/>
                  </a:lnTo>
                  <a:lnTo>
                    <a:pt x="314146" y="238510"/>
                  </a:lnTo>
                  <a:lnTo>
                    <a:pt x="316596" y="233809"/>
                  </a:lnTo>
                  <a:lnTo>
                    <a:pt x="318896" y="229034"/>
                  </a:lnTo>
                  <a:lnTo>
                    <a:pt x="321043" y="224188"/>
                  </a:lnTo>
                  <a:lnTo>
                    <a:pt x="323035" y="219276"/>
                  </a:lnTo>
                  <a:lnTo>
                    <a:pt x="324871" y="214304"/>
                  </a:lnTo>
                  <a:lnTo>
                    <a:pt x="326549" y="209275"/>
                  </a:lnTo>
                  <a:lnTo>
                    <a:pt x="328065" y="204197"/>
                  </a:lnTo>
                  <a:lnTo>
                    <a:pt x="329421" y="199072"/>
                  </a:lnTo>
                  <a:lnTo>
                    <a:pt x="330613" y="193908"/>
                  </a:lnTo>
                  <a:lnTo>
                    <a:pt x="331640" y="188708"/>
                  </a:lnTo>
                  <a:lnTo>
                    <a:pt x="332503" y="183478"/>
                  </a:lnTo>
                  <a:lnTo>
                    <a:pt x="333199" y="178223"/>
                  </a:lnTo>
                  <a:lnTo>
                    <a:pt x="333728" y="172949"/>
                  </a:lnTo>
                  <a:lnTo>
                    <a:pt x="334090" y="167661"/>
                  </a:lnTo>
                  <a:lnTo>
                    <a:pt x="334284" y="162364"/>
                  </a:lnTo>
                  <a:lnTo>
                    <a:pt x="334309" y="157064"/>
                  </a:lnTo>
                  <a:lnTo>
                    <a:pt x="334167" y="151765"/>
                  </a:lnTo>
                  <a:lnTo>
                    <a:pt x="333857" y="146474"/>
                  </a:lnTo>
                  <a:lnTo>
                    <a:pt x="333379" y="141195"/>
                  </a:lnTo>
                  <a:lnTo>
                    <a:pt x="332734" y="135933"/>
                  </a:lnTo>
                  <a:lnTo>
                    <a:pt x="331923" y="130695"/>
                  </a:lnTo>
                  <a:lnTo>
                    <a:pt x="330946" y="125486"/>
                  </a:lnTo>
                  <a:lnTo>
                    <a:pt x="329804" y="120310"/>
                  </a:lnTo>
                  <a:lnTo>
                    <a:pt x="328499" y="115172"/>
                  </a:lnTo>
                  <a:lnTo>
                    <a:pt x="327032" y="110079"/>
                  </a:lnTo>
                  <a:lnTo>
                    <a:pt x="325403" y="105035"/>
                  </a:lnTo>
                  <a:lnTo>
                    <a:pt x="323616" y="100045"/>
                  </a:lnTo>
                  <a:lnTo>
                    <a:pt x="321672" y="95114"/>
                  </a:lnTo>
                  <a:lnTo>
                    <a:pt x="319572" y="90247"/>
                  </a:lnTo>
                  <a:lnTo>
                    <a:pt x="317318" y="85449"/>
                  </a:lnTo>
                  <a:lnTo>
                    <a:pt x="314914" y="80725"/>
                  </a:lnTo>
                  <a:lnTo>
                    <a:pt x="312362" y="76080"/>
                  </a:lnTo>
                  <a:lnTo>
                    <a:pt x="309663" y="71518"/>
                  </a:lnTo>
                  <a:lnTo>
                    <a:pt x="306821" y="67044"/>
                  </a:lnTo>
                  <a:lnTo>
                    <a:pt x="303839" y="62662"/>
                  </a:lnTo>
                  <a:lnTo>
                    <a:pt x="300719" y="58377"/>
                  </a:lnTo>
                  <a:lnTo>
                    <a:pt x="297465" y="54193"/>
                  </a:lnTo>
                  <a:lnTo>
                    <a:pt x="294079" y="50114"/>
                  </a:lnTo>
                  <a:lnTo>
                    <a:pt x="290567" y="46145"/>
                  </a:lnTo>
                  <a:lnTo>
                    <a:pt x="286930" y="42288"/>
                  </a:lnTo>
                  <a:lnTo>
                    <a:pt x="283173" y="38550"/>
                  </a:lnTo>
                  <a:lnTo>
                    <a:pt x="279299" y="34932"/>
                  </a:lnTo>
                  <a:lnTo>
                    <a:pt x="275312" y="31439"/>
                  </a:lnTo>
                  <a:lnTo>
                    <a:pt x="271217" y="28074"/>
                  </a:lnTo>
                  <a:lnTo>
                    <a:pt x="267017" y="24840"/>
                  </a:lnTo>
                  <a:lnTo>
                    <a:pt x="262716" y="21742"/>
                  </a:lnTo>
                  <a:lnTo>
                    <a:pt x="258320" y="18781"/>
                  </a:lnTo>
                  <a:lnTo>
                    <a:pt x="253832" y="15961"/>
                  </a:lnTo>
                  <a:lnTo>
                    <a:pt x="249257" y="13285"/>
                  </a:lnTo>
                  <a:lnTo>
                    <a:pt x="244599" y="10755"/>
                  </a:lnTo>
                  <a:lnTo>
                    <a:pt x="239863" y="8374"/>
                  </a:lnTo>
                  <a:lnTo>
                    <a:pt x="235054" y="6144"/>
                  </a:lnTo>
                  <a:lnTo>
                    <a:pt x="230177" y="4068"/>
                  </a:lnTo>
                  <a:lnTo>
                    <a:pt x="225237" y="2148"/>
                  </a:lnTo>
                  <a:lnTo>
                    <a:pt x="220238" y="385"/>
                  </a:lnTo>
                  <a:lnTo>
                    <a:pt x="167152" y="1589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88720" y="1322571"/>
              <a:ext cx="53085" cy="167167"/>
            </a:xfrm>
            <a:custGeom>
              <a:avLst/>
              <a:pathLst>
                <a:path w="53085" h="167167">
                  <a:moveTo>
                    <a:pt x="53085" y="8652"/>
                  </a:moveTo>
                  <a:lnTo>
                    <a:pt x="47361" y="6849"/>
                  </a:lnTo>
                  <a:lnTo>
                    <a:pt x="41575" y="5252"/>
                  </a:lnTo>
                  <a:lnTo>
                    <a:pt x="35736" y="3864"/>
                  </a:lnTo>
                  <a:lnTo>
                    <a:pt x="29850" y="2686"/>
                  </a:lnTo>
                  <a:lnTo>
                    <a:pt x="23927" y="1721"/>
                  </a:lnTo>
                  <a:lnTo>
                    <a:pt x="17972" y="968"/>
                  </a:lnTo>
                  <a:lnTo>
                    <a:pt x="11994" y="430"/>
                  </a:lnTo>
                  <a:lnTo>
                    <a:pt x="6001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50788" y="1681503"/>
              <a:ext cx="35736" cy="167167"/>
            </a:xfrm>
            <a:custGeom>
              <a:avLst/>
              <a:pathLst>
                <a:path w="35736" h="167167">
                  <a:moveTo>
                    <a:pt x="35736" y="0"/>
                  </a:moveTo>
                  <a:lnTo>
                    <a:pt x="28535" y="155"/>
                  </a:lnTo>
                  <a:lnTo>
                    <a:pt x="21348" y="620"/>
                  </a:lnTo>
                  <a:lnTo>
                    <a:pt x="14187" y="1394"/>
                  </a:lnTo>
                  <a:lnTo>
                    <a:pt x="7067" y="2476"/>
                  </a:lnTo>
                  <a:lnTo>
                    <a:pt x="0" y="3864"/>
                  </a:lnTo>
                  <a:lnTo>
                    <a:pt x="3573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50788" y="1685367"/>
              <a:ext cx="35736" cy="163303"/>
            </a:xfrm>
            <a:custGeom>
              <a:avLst/>
              <a:pathLst>
                <a:path w="35736" h="163303">
                  <a:moveTo>
                    <a:pt x="0" y="0"/>
                  </a:moveTo>
                  <a:lnTo>
                    <a:pt x="35736" y="1633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50788" y="1685367"/>
              <a:ext cx="35736" cy="163303"/>
            </a:xfrm>
            <a:custGeom>
              <a:avLst/>
              <a:pathLst>
                <a:path w="35736" h="163303">
                  <a:moveTo>
                    <a:pt x="0" y="0"/>
                  </a:moveTo>
                  <a:lnTo>
                    <a:pt x="35736" y="163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50788" y="1685367"/>
              <a:ext cx="35736" cy="163303"/>
            </a:xfrm>
            <a:custGeom>
              <a:avLst/>
              <a:pathLst>
                <a:path w="35736" h="163303">
                  <a:moveTo>
                    <a:pt x="0" y="0"/>
                  </a:moveTo>
                  <a:lnTo>
                    <a:pt x="35736" y="163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50788" y="1685367"/>
              <a:ext cx="35736" cy="163303"/>
            </a:xfrm>
            <a:custGeom>
              <a:avLst/>
              <a:pathLst>
                <a:path w="35736" h="163303">
                  <a:moveTo>
                    <a:pt x="0" y="0"/>
                  </a:moveTo>
                  <a:lnTo>
                    <a:pt x="35736" y="163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50788" y="1685367"/>
              <a:ext cx="35736" cy="163303"/>
            </a:xfrm>
            <a:custGeom>
              <a:avLst/>
              <a:pathLst>
                <a:path w="35736" h="163303">
                  <a:moveTo>
                    <a:pt x="0" y="0"/>
                  </a:moveTo>
                  <a:lnTo>
                    <a:pt x="35736" y="163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50788" y="1685367"/>
              <a:ext cx="35736" cy="163303"/>
            </a:xfrm>
            <a:custGeom>
              <a:avLst/>
              <a:pathLst>
                <a:path w="35736" h="163303">
                  <a:moveTo>
                    <a:pt x="0" y="0"/>
                  </a:moveTo>
                  <a:lnTo>
                    <a:pt x="35736" y="1633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50788" y="1685367"/>
              <a:ext cx="35736" cy="163303"/>
            </a:xfrm>
            <a:custGeom>
              <a:avLst/>
              <a:pathLst>
                <a:path w="35736" h="163303">
                  <a:moveTo>
                    <a:pt x="0" y="0"/>
                  </a:moveTo>
                  <a:lnTo>
                    <a:pt x="35736" y="163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50788" y="1685367"/>
              <a:ext cx="35736" cy="163303"/>
            </a:xfrm>
            <a:custGeom>
              <a:avLst/>
              <a:pathLst>
                <a:path w="35736" h="163303">
                  <a:moveTo>
                    <a:pt x="0" y="0"/>
                  </a:moveTo>
                  <a:lnTo>
                    <a:pt x="35736" y="163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50788" y="1685367"/>
              <a:ext cx="35736" cy="163303"/>
            </a:xfrm>
            <a:custGeom>
              <a:avLst/>
              <a:pathLst>
                <a:path w="35736" h="163303">
                  <a:moveTo>
                    <a:pt x="0" y="0"/>
                  </a:moveTo>
                  <a:lnTo>
                    <a:pt x="35736" y="1633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50788" y="1685367"/>
              <a:ext cx="35736" cy="163303"/>
            </a:xfrm>
            <a:custGeom>
              <a:avLst/>
              <a:pathLst>
                <a:path w="35736" h="163303">
                  <a:moveTo>
                    <a:pt x="0" y="0"/>
                  </a:moveTo>
                  <a:lnTo>
                    <a:pt x="35736" y="163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50788" y="1685367"/>
              <a:ext cx="35736" cy="163303"/>
            </a:xfrm>
            <a:custGeom>
              <a:avLst/>
              <a:pathLst>
                <a:path w="35736" h="163303">
                  <a:moveTo>
                    <a:pt x="0" y="0"/>
                  </a:moveTo>
                  <a:lnTo>
                    <a:pt x="35736" y="163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50788" y="1685367"/>
              <a:ext cx="35736" cy="163303"/>
            </a:xfrm>
            <a:custGeom>
              <a:avLst/>
              <a:pathLst>
                <a:path w="35736" h="163303">
                  <a:moveTo>
                    <a:pt x="0" y="0"/>
                  </a:moveTo>
                  <a:lnTo>
                    <a:pt x="35736" y="163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50788" y="1685367"/>
              <a:ext cx="35736" cy="163303"/>
            </a:xfrm>
            <a:custGeom>
              <a:avLst/>
              <a:pathLst>
                <a:path w="35736" h="163303">
                  <a:moveTo>
                    <a:pt x="0" y="0"/>
                  </a:moveTo>
                  <a:lnTo>
                    <a:pt x="35736" y="163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50788" y="1685367"/>
              <a:ext cx="35736" cy="163303"/>
            </a:xfrm>
            <a:custGeom>
              <a:avLst/>
              <a:pathLst>
                <a:path w="35736" h="163303">
                  <a:moveTo>
                    <a:pt x="0" y="0"/>
                  </a:moveTo>
                  <a:lnTo>
                    <a:pt x="35736" y="1633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50788" y="1685367"/>
              <a:ext cx="35736" cy="163303"/>
            </a:xfrm>
            <a:custGeom>
              <a:avLst/>
              <a:pathLst>
                <a:path w="35736" h="163303">
                  <a:moveTo>
                    <a:pt x="0" y="0"/>
                  </a:moveTo>
                  <a:lnTo>
                    <a:pt x="35736" y="1633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93838" y="1685367"/>
              <a:ext cx="92686" cy="163303"/>
            </a:xfrm>
            <a:custGeom>
              <a:avLst/>
              <a:pathLst>
                <a:path w="92686" h="163303">
                  <a:moveTo>
                    <a:pt x="56950" y="0"/>
                  </a:moveTo>
                  <a:lnTo>
                    <a:pt x="50897" y="1443"/>
                  </a:lnTo>
                  <a:lnTo>
                    <a:pt x="44901" y="3110"/>
                  </a:lnTo>
                  <a:lnTo>
                    <a:pt x="38972" y="5000"/>
                  </a:lnTo>
                  <a:lnTo>
                    <a:pt x="33118" y="7108"/>
                  </a:lnTo>
                  <a:lnTo>
                    <a:pt x="27346" y="9434"/>
                  </a:lnTo>
                  <a:lnTo>
                    <a:pt x="21665" y="11972"/>
                  </a:lnTo>
                  <a:lnTo>
                    <a:pt x="16081" y="14720"/>
                  </a:lnTo>
                  <a:lnTo>
                    <a:pt x="10605" y="17674"/>
                  </a:lnTo>
                  <a:lnTo>
                    <a:pt x="5241" y="20830"/>
                  </a:lnTo>
                  <a:lnTo>
                    <a:pt x="0" y="24183"/>
                  </a:lnTo>
                  <a:lnTo>
                    <a:pt x="92686" y="1633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19357" y="1681503"/>
              <a:ext cx="334323" cy="334327"/>
            </a:xfrm>
            <a:custGeom>
              <a:avLst/>
              <a:pathLst>
                <a:path w="334323" h="334327">
                  <a:moveTo>
                    <a:pt x="74480" y="28048"/>
                  </a:moveTo>
                  <a:lnTo>
                    <a:pt x="70125" y="31049"/>
                  </a:lnTo>
                  <a:lnTo>
                    <a:pt x="65868" y="34188"/>
                  </a:lnTo>
                  <a:lnTo>
                    <a:pt x="61711" y="37459"/>
                  </a:lnTo>
                  <a:lnTo>
                    <a:pt x="57661" y="40860"/>
                  </a:lnTo>
                  <a:lnTo>
                    <a:pt x="53720" y="44388"/>
                  </a:lnTo>
                  <a:lnTo>
                    <a:pt x="49892" y="48038"/>
                  </a:lnTo>
                  <a:lnTo>
                    <a:pt x="46182" y="51808"/>
                  </a:lnTo>
                  <a:lnTo>
                    <a:pt x="42593" y="55693"/>
                  </a:lnTo>
                  <a:lnTo>
                    <a:pt x="39129" y="59690"/>
                  </a:lnTo>
                  <a:lnTo>
                    <a:pt x="35793" y="63794"/>
                  </a:lnTo>
                  <a:lnTo>
                    <a:pt x="32588" y="68002"/>
                  </a:lnTo>
                  <a:lnTo>
                    <a:pt x="29518" y="72309"/>
                  </a:lnTo>
                  <a:lnTo>
                    <a:pt x="26586" y="76712"/>
                  </a:lnTo>
                  <a:lnTo>
                    <a:pt x="23795" y="81204"/>
                  </a:lnTo>
                  <a:lnTo>
                    <a:pt x="21147" y="85783"/>
                  </a:lnTo>
                  <a:lnTo>
                    <a:pt x="18646" y="90443"/>
                  </a:lnTo>
                  <a:lnTo>
                    <a:pt x="16293" y="95180"/>
                  </a:lnTo>
                  <a:lnTo>
                    <a:pt x="14091" y="99990"/>
                  </a:lnTo>
                  <a:lnTo>
                    <a:pt x="12042" y="104866"/>
                  </a:lnTo>
                  <a:lnTo>
                    <a:pt x="10149" y="109805"/>
                  </a:lnTo>
                  <a:lnTo>
                    <a:pt x="8413" y="114801"/>
                  </a:lnTo>
                  <a:lnTo>
                    <a:pt x="6836" y="119849"/>
                  </a:lnTo>
                  <a:lnTo>
                    <a:pt x="5419" y="124945"/>
                  </a:lnTo>
                  <a:lnTo>
                    <a:pt x="4164" y="130084"/>
                  </a:lnTo>
                  <a:lnTo>
                    <a:pt x="3073" y="135259"/>
                  </a:lnTo>
                  <a:lnTo>
                    <a:pt x="2145" y="140466"/>
                  </a:lnTo>
                  <a:lnTo>
                    <a:pt x="1383" y="145700"/>
                  </a:lnTo>
                  <a:lnTo>
                    <a:pt x="787" y="150956"/>
                  </a:lnTo>
                  <a:lnTo>
                    <a:pt x="357" y="156228"/>
                  </a:lnTo>
                  <a:lnTo>
                    <a:pt x="95" y="161510"/>
                  </a:lnTo>
                  <a:lnTo>
                    <a:pt x="0" y="166799"/>
                  </a:lnTo>
                  <a:lnTo>
                    <a:pt x="72" y="172087"/>
                  </a:lnTo>
                  <a:lnTo>
                    <a:pt x="311" y="177371"/>
                  </a:lnTo>
                  <a:lnTo>
                    <a:pt x="717" y="182645"/>
                  </a:lnTo>
                  <a:lnTo>
                    <a:pt x="1290" y="187903"/>
                  </a:lnTo>
                  <a:lnTo>
                    <a:pt x="2029" y="193140"/>
                  </a:lnTo>
                  <a:lnTo>
                    <a:pt x="2934" y="198351"/>
                  </a:lnTo>
                  <a:lnTo>
                    <a:pt x="4002" y="203532"/>
                  </a:lnTo>
                  <a:lnTo>
                    <a:pt x="5234" y="208675"/>
                  </a:lnTo>
                  <a:lnTo>
                    <a:pt x="6629" y="213777"/>
                  </a:lnTo>
                  <a:lnTo>
                    <a:pt x="8184" y="218833"/>
                  </a:lnTo>
                  <a:lnTo>
                    <a:pt x="9898" y="223837"/>
                  </a:lnTo>
                  <a:lnTo>
                    <a:pt x="11769" y="228784"/>
                  </a:lnTo>
                  <a:lnTo>
                    <a:pt x="13796" y="233669"/>
                  </a:lnTo>
                  <a:lnTo>
                    <a:pt x="15977" y="238488"/>
                  </a:lnTo>
                  <a:lnTo>
                    <a:pt x="18309" y="243235"/>
                  </a:lnTo>
                  <a:lnTo>
                    <a:pt x="20790" y="247906"/>
                  </a:lnTo>
                  <a:lnTo>
                    <a:pt x="23418" y="252497"/>
                  </a:lnTo>
                  <a:lnTo>
                    <a:pt x="26189" y="257002"/>
                  </a:lnTo>
                  <a:lnTo>
                    <a:pt x="29102" y="261417"/>
                  </a:lnTo>
                  <a:lnTo>
                    <a:pt x="32152" y="265738"/>
                  </a:lnTo>
                  <a:lnTo>
                    <a:pt x="35338" y="269960"/>
                  </a:lnTo>
                  <a:lnTo>
                    <a:pt x="38656" y="274079"/>
                  </a:lnTo>
                  <a:lnTo>
                    <a:pt x="42103" y="278091"/>
                  </a:lnTo>
                  <a:lnTo>
                    <a:pt x="45675" y="281992"/>
                  </a:lnTo>
                  <a:lnTo>
                    <a:pt x="49368" y="285778"/>
                  </a:lnTo>
                  <a:lnTo>
                    <a:pt x="53180" y="289445"/>
                  </a:lnTo>
                  <a:lnTo>
                    <a:pt x="57105" y="292990"/>
                  </a:lnTo>
                  <a:lnTo>
                    <a:pt x="61141" y="296409"/>
                  </a:lnTo>
                  <a:lnTo>
                    <a:pt x="65283" y="299699"/>
                  </a:lnTo>
                  <a:lnTo>
                    <a:pt x="69526" y="302855"/>
                  </a:lnTo>
                  <a:lnTo>
                    <a:pt x="73868" y="305876"/>
                  </a:lnTo>
                  <a:lnTo>
                    <a:pt x="78303" y="308759"/>
                  </a:lnTo>
                  <a:lnTo>
                    <a:pt x="82827" y="311499"/>
                  </a:lnTo>
                  <a:lnTo>
                    <a:pt x="87435" y="314095"/>
                  </a:lnTo>
                  <a:lnTo>
                    <a:pt x="92123" y="316544"/>
                  </a:lnTo>
                  <a:lnTo>
                    <a:pt x="96887" y="318843"/>
                  </a:lnTo>
                  <a:lnTo>
                    <a:pt x="101720" y="320991"/>
                  </a:lnTo>
                  <a:lnTo>
                    <a:pt x="106619" y="322984"/>
                  </a:lnTo>
                  <a:lnTo>
                    <a:pt x="111579" y="324822"/>
                  </a:lnTo>
                  <a:lnTo>
                    <a:pt x="116595" y="326501"/>
                  </a:lnTo>
                  <a:lnTo>
                    <a:pt x="121661" y="328021"/>
                  </a:lnTo>
                  <a:lnTo>
                    <a:pt x="126772" y="329381"/>
                  </a:lnTo>
                  <a:lnTo>
                    <a:pt x="131924" y="330577"/>
                  </a:lnTo>
                  <a:lnTo>
                    <a:pt x="137112" y="331610"/>
                  </a:lnTo>
                  <a:lnTo>
                    <a:pt x="142329" y="332479"/>
                  </a:lnTo>
                  <a:lnTo>
                    <a:pt x="147572" y="333182"/>
                  </a:lnTo>
                  <a:lnTo>
                    <a:pt x="152833" y="333719"/>
                  </a:lnTo>
                  <a:lnTo>
                    <a:pt x="158110" y="334089"/>
                  </a:lnTo>
                  <a:lnTo>
                    <a:pt x="163395" y="334292"/>
                  </a:lnTo>
                  <a:lnTo>
                    <a:pt x="168684" y="334327"/>
                  </a:lnTo>
                  <a:lnTo>
                    <a:pt x="173972" y="334196"/>
                  </a:lnTo>
                  <a:lnTo>
                    <a:pt x="179252" y="333897"/>
                  </a:lnTo>
                  <a:lnTo>
                    <a:pt x="184521" y="333431"/>
                  </a:lnTo>
                  <a:lnTo>
                    <a:pt x="189772" y="332799"/>
                  </a:lnTo>
                  <a:lnTo>
                    <a:pt x="195001" y="332001"/>
                  </a:lnTo>
                  <a:lnTo>
                    <a:pt x="200202" y="331038"/>
                  </a:lnTo>
                  <a:lnTo>
                    <a:pt x="205370" y="329911"/>
                  </a:lnTo>
                  <a:lnTo>
                    <a:pt x="210499" y="328620"/>
                  </a:lnTo>
                  <a:lnTo>
                    <a:pt x="215585" y="327169"/>
                  </a:lnTo>
                  <a:lnTo>
                    <a:pt x="220623" y="325557"/>
                  </a:lnTo>
                  <a:lnTo>
                    <a:pt x="225607" y="323786"/>
                  </a:lnTo>
                  <a:lnTo>
                    <a:pt x="230532" y="321859"/>
                  </a:lnTo>
                  <a:lnTo>
                    <a:pt x="235395" y="319777"/>
                  </a:lnTo>
                  <a:lnTo>
                    <a:pt x="240189" y="317542"/>
                  </a:lnTo>
                  <a:lnTo>
                    <a:pt x="244909" y="315157"/>
                  </a:lnTo>
                  <a:lnTo>
                    <a:pt x="249552" y="312623"/>
                  </a:lnTo>
                  <a:lnTo>
                    <a:pt x="254113" y="309944"/>
                  </a:lnTo>
                  <a:lnTo>
                    <a:pt x="258586" y="307122"/>
                  </a:lnTo>
                  <a:lnTo>
                    <a:pt x="262968" y="304160"/>
                  </a:lnTo>
                  <a:lnTo>
                    <a:pt x="267254" y="301060"/>
                  </a:lnTo>
                  <a:lnTo>
                    <a:pt x="271440" y="297827"/>
                  </a:lnTo>
                  <a:lnTo>
                    <a:pt x="275521" y="294463"/>
                  </a:lnTo>
                  <a:lnTo>
                    <a:pt x="279494" y="290971"/>
                  </a:lnTo>
                  <a:lnTo>
                    <a:pt x="283355" y="287355"/>
                  </a:lnTo>
                  <a:lnTo>
                    <a:pt x="287099" y="283620"/>
                  </a:lnTo>
                  <a:lnTo>
                    <a:pt x="290723" y="279767"/>
                  </a:lnTo>
                  <a:lnTo>
                    <a:pt x="294223" y="275802"/>
                  </a:lnTo>
                  <a:lnTo>
                    <a:pt x="297596" y="271728"/>
                  </a:lnTo>
                  <a:lnTo>
                    <a:pt x="300839" y="267549"/>
                  </a:lnTo>
                  <a:lnTo>
                    <a:pt x="303948" y="263270"/>
                  </a:lnTo>
                  <a:lnTo>
                    <a:pt x="306920" y="258895"/>
                  </a:lnTo>
                  <a:lnTo>
                    <a:pt x="309752" y="254428"/>
                  </a:lnTo>
                  <a:lnTo>
                    <a:pt x="312441" y="249873"/>
                  </a:lnTo>
                  <a:lnTo>
                    <a:pt x="314985" y="245236"/>
                  </a:lnTo>
                  <a:lnTo>
                    <a:pt x="317381" y="240520"/>
                  </a:lnTo>
                  <a:lnTo>
                    <a:pt x="319626" y="235731"/>
                  </a:lnTo>
                  <a:lnTo>
                    <a:pt x="321719" y="230874"/>
                  </a:lnTo>
                  <a:lnTo>
                    <a:pt x="323657" y="225952"/>
                  </a:lnTo>
                  <a:lnTo>
                    <a:pt x="325438" y="220972"/>
                  </a:lnTo>
                  <a:lnTo>
                    <a:pt x="327061" y="215938"/>
                  </a:lnTo>
                  <a:lnTo>
                    <a:pt x="328524" y="210855"/>
                  </a:lnTo>
                  <a:lnTo>
                    <a:pt x="329826" y="205729"/>
                  </a:lnTo>
                  <a:lnTo>
                    <a:pt x="330964" y="200563"/>
                  </a:lnTo>
                  <a:lnTo>
                    <a:pt x="331939" y="195365"/>
                  </a:lnTo>
                  <a:lnTo>
                    <a:pt x="332748" y="190138"/>
                  </a:lnTo>
                  <a:lnTo>
                    <a:pt x="333392" y="184888"/>
                  </a:lnTo>
                  <a:lnTo>
                    <a:pt x="333869" y="179620"/>
                  </a:lnTo>
                  <a:lnTo>
                    <a:pt x="334180" y="174340"/>
                  </a:lnTo>
                  <a:lnTo>
                    <a:pt x="334323" y="169053"/>
                  </a:lnTo>
                  <a:lnTo>
                    <a:pt x="334299" y="163764"/>
                  </a:lnTo>
                  <a:lnTo>
                    <a:pt x="334108" y="158478"/>
                  </a:lnTo>
                  <a:lnTo>
                    <a:pt x="333750" y="153201"/>
                  </a:lnTo>
                  <a:lnTo>
                    <a:pt x="333224" y="147938"/>
                  </a:lnTo>
                  <a:lnTo>
                    <a:pt x="332533" y="142694"/>
                  </a:lnTo>
                  <a:lnTo>
                    <a:pt x="331676" y="137475"/>
                  </a:lnTo>
                  <a:lnTo>
                    <a:pt x="330654" y="132285"/>
                  </a:lnTo>
                  <a:lnTo>
                    <a:pt x="329469" y="127130"/>
                  </a:lnTo>
                  <a:lnTo>
                    <a:pt x="328121" y="122016"/>
                  </a:lnTo>
                  <a:lnTo>
                    <a:pt x="326612" y="116946"/>
                  </a:lnTo>
                  <a:lnTo>
                    <a:pt x="324943" y="111927"/>
                  </a:lnTo>
                  <a:lnTo>
                    <a:pt x="323117" y="106963"/>
                  </a:lnTo>
                  <a:lnTo>
                    <a:pt x="321134" y="102060"/>
                  </a:lnTo>
                  <a:lnTo>
                    <a:pt x="318997" y="97221"/>
                  </a:lnTo>
                  <a:lnTo>
                    <a:pt x="316709" y="92453"/>
                  </a:lnTo>
                  <a:lnTo>
                    <a:pt x="314270" y="87760"/>
                  </a:lnTo>
                  <a:lnTo>
                    <a:pt x="311684" y="83146"/>
                  </a:lnTo>
                  <a:lnTo>
                    <a:pt x="308954" y="78616"/>
                  </a:lnTo>
                  <a:lnTo>
                    <a:pt x="306081" y="74174"/>
                  </a:lnTo>
                  <a:lnTo>
                    <a:pt x="303070" y="69826"/>
                  </a:lnTo>
                  <a:lnTo>
                    <a:pt x="299922" y="65575"/>
                  </a:lnTo>
                  <a:lnTo>
                    <a:pt x="296642" y="61426"/>
                  </a:lnTo>
                  <a:lnTo>
                    <a:pt x="293232" y="57383"/>
                  </a:lnTo>
                  <a:lnTo>
                    <a:pt x="289696" y="53450"/>
                  </a:lnTo>
                  <a:lnTo>
                    <a:pt x="286037" y="49630"/>
                  </a:lnTo>
                  <a:lnTo>
                    <a:pt x="282259" y="45929"/>
                  </a:lnTo>
                  <a:lnTo>
                    <a:pt x="278366" y="42348"/>
                  </a:lnTo>
                  <a:lnTo>
                    <a:pt x="274361" y="38893"/>
                  </a:lnTo>
                  <a:lnTo>
                    <a:pt x="270249" y="35566"/>
                  </a:lnTo>
                  <a:lnTo>
                    <a:pt x="266034" y="32370"/>
                  </a:lnTo>
                  <a:lnTo>
                    <a:pt x="261720" y="29310"/>
                  </a:lnTo>
                  <a:lnTo>
                    <a:pt x="257312" y="26388"/>
                  </a:lnTo>
                  <a:lnTo>
                    <a:pt x="252813" y="23606"/>
                  </a:lnTo>
                  <a:lnTo>
                    <a:pt x="248228" y="20969"/>
                  </a:lnTo>
                  <a:lnTo>
                    <a:pt x="243563" y="18477"/>
                  </a:lnTo>
                  <a:lnTo>
                    <a:pt x="238820" y="16135"/>
                  </a:lnTo>
                  <a:lnTo>
                    <a:pt x="234006" y="13944"/>
                  </a:lnTo>
                  <a:lnTo>
                    <a:pt x="229126" y="11906"/>
                  </a:lnTo>
                  <a:lnTo>
                    <a:pt x="224183" y="10023"/>
                  </a:lnTo>
                  <a:lnTo>
                    <a:pt x="219183" y="8298"/>
                  </a:lnTo>
                  <a:lnTo>
                    <a:pt x="214131" y="6732"/>
                  </a:lnTo>
                  <a:lnTo>
                    <a:pt x="209032" y="5327"/>
                  </a:lnTo>
                  <a:lnTo>
                    <a:pt x="203891" y="4083"/>
                  </a:lnTo>
                  <a:lnTo>
                    <a:pt x="198713" y="3003"/>
                  </a:lnTo>
                  <a:lnTo>
                    <a:pt x="193504" y="2087"/>
                  </a:lnTo>
                  <a:lnTo>
                    <a:pt x="188268" y="1337"/>
                  </a:lnTo>
                  <a:lnTo>
                    <a:pt x="183011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60309" y="2126963"/>
              <a:ext cx="20977" cy="167167"/>
            </a:xfrm>
            <a:custGeom>
              <a:avLst/>
              <a:pathLst>
                <a:path w="20977" h="167167">
                  <a:moveTo>
                    <a:pt x="20977" y="0"/>
                  </a:moveTo>
                  <a:lnTo>
                    <a:pt x="13968" y="147"/>
                  </a:lnTo>
                  <a:lnTo>
                    <a:pt x="6972" y="587"/>
                  </a:lnTo>
                  <a:lnTo>
                    <a:pt x="0" y="1321"/>
                  </a:lnTo>
                  <a:lnTo>
                    <a:pt x="2097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0309" y="2128285"/>
              <a:ext cx="20977" cy="165845"/>
            </a:xfrm>
            <a:custGeom>
              <a:avLst/>
              <a:pathLst>
                <a:path w="20977" h="165845">
                  <a:moveTo>
                    <a:pt x="0" y="0"/>
                  </a:moveTo>
                  <a:lnTo>
                    <a:pt x="20977" y="1658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0309" y="2128285"/>
              <a:ext cx="20977" cy="165845"/>
            </a:xfrm>
            <a:custGeom>
              <a:avLst/>
              <a:pathLst>
                <a:path w="20977" h="165845">
                  <a:moveTo>
                    <a:pt x="0" y="0"/>
                  </a:moveTo>
                  <a:lnTo>
                    <a:pt x="20977" y="1658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0309" y="2128285"/>
              <a:ext cx="20977" cy="165845"/>
            </a:xfrm>
            <a:custGeom>
              <a:avLst/>
              <a:pathLst>
                <a:path w="20977" h="165845">
                  <a:moveTo>
                    <a:pt x="0" y="0"/>
                  </a:moveTo>
                  <a:lnTo>
                    <a:pt x="20977" y="1658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0309" y="2128285"/>
              <a:ext cx="20977" cy="165845"/>
            </a:xfrm>
            <a:custGeom>
              <a:avLst/>
              <a:pathLst>
                <a:path w="20977" h="165845">
                  <a:moveTo>
                    <a:pt x="0" y="0"/>
                  </a:moveTo>
                  <a:lnTo>
                    <a:pt x="20977" y="1658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0309" y="2128285"/>
              <a:ext cx="20977" cy="165845"/>
            </a:xfrm>
            <a:custGeom>
              <a:avLst/>
              <a:pathLst>
                <a:path w="20977" h="165845">
                  <a:moveTo>
                    <a:pt x="0" y="0"/>
                  </a:moveTo>
                  <a:lnTo>
                    <a:pt x="20977" y="1658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0309" y="2128285"/>
              <a:ext cx="20977" cy="165845"/>
            </a:xfrm>
            <a:custGeom>
              <a:avLst/>
              <a:pathLst>
                <a:path w="20977" h="165845">
                  <a:moveTo>
                    <a:pt x="0" y="0"/>
                  </a:moveTo>
                  <a:lnTo>
                    <a:pt x="20977" y="1658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0309" y="2128285"/>
              <a:ext cx="20977" cy="165845"/>
            </a:xfrm>
            <a:custGeom>
              <a:avLst/>
              <a:pathLst>
                <a:path w="20977" h="165845">
                  <a:moveTo>
                    <a:pt x="0" y="0"/>
                  </a:moveTo>
                  <a:lnTo>
                    <a:pt x="20977" y="1658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0309" y="2128285"/>
              <a:ext cx="20977" cy="165845"/>
            </a:xfrm>
            <a:custGeom>
              <a:avLst/>
              <a:pathLst>
                <a:path w="20977" h="165845">
                  <a:moveTo>
                    <a:pt x="0" y="0"/>
                  </a:moveTo>
                  <a:lnTo>
                    <a:pt x="20977" y="1658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0309" y="2128285"/>
              <a:ext cx="20977" cy="165845"/>
            </a:xfrm>
            <a:custGeom>
              <a:avLst/>
              <a:pathLst>
                <a:path w="20977" h="165845">
                  <a:moveTo>
                    <a:pt x="0" y="0"/>
                  </a:moveTo>
                  <a:lnTo>
                    <a:pt x="20977" y="165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0309" y="2128285"/>
              <a:ext cx="20977" cy="165845"/>
            </a:xfrm>
            <a:custGeom>
              <a:avLst/>
              <a:pathLst>
                <a:path w="20977" h="165845">
                  <a:moveTo>
                    <a:pt x="0" y="0"/>
                  </a:moveTo>
                  <a:lnTo>
                    <a:pt x="20977" y="165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0309" y="2128285"/>
              <a:ext cx="20977" cy="165845"/>
            </a:xfrm>
            <a:custGeom>
              <a:avLst/>
              <a:pathLst>
                <a:path w="20977" h="165845">
                  <a:moveTo>
                    <a:pt x="0" y="0"/>
                  </a:moveTo>
                  <a:lnTo>
                    <a:pt x="20977" y="165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0309" y="2128285"/>
              <a:ext cx="20977" cy="165845"/>
            </a:xfrm>
            <a:custGeom>
              <a:avLst/>
              <a:pathLst>
                <a:path w="20977" h="165845">
                  <a:moveTo>
                    <a:pt x="0" y="0"/>
                  </a:moveTo>
                  <a:lnTo>
                    <a:pt x="20977" y="1658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0309" y="2128285"/>
              <a:ext cx="20977" cy="165845"/>
            </a:xfrm>
            <a:custGeom>
              <a:avLst/>
              <a:pathLst>
                <a:path w="20977" h="165845">
                  <a:moveTo>
                    <a:pt x="0" y="0"/>
                  </a:moveTo>
                  <a:lnTo>
                    <a:pt x="20977" y="1658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0309" y="2128285"/>
              <a:ext cx="20977" cy="165845"/>
            </a:xfrm>
            <a:custGeom>
              <a:avLst/>
              <a:pathLst>
                <a:path w="20977" h="165845">
                  <a:moveTo>
                    <a:pt x="0" y="0"/>
                  </a:moveTo>
                  <a:lnTo>
                    <a:pt x="20977" y="1658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614132" y="2128285"/>
              <a:ext cx="334319" cy="333009"/>
            </a:xfrm>
            <a:custGeom>
              <a:avLst/>
              <a:pathLst>
                <a:path w="334319" h="333009">
                  <a:moveTo>
                    <a:pt x="146177" y="0"/>
                  </a:moveTo>
                  <a:lnTo>
                    <a:pt x="140935" y="747"/>
                  </a:lnTo>
                  <a:lnTo>
                    <a:pt x="135720" y="1660"/>
                  </a:lnTo>
                  <a:lnTo>
                    <a:pt x="130536" y="2738"/>
                  </a:lnTo>
                  <a:lnTo>
                    <a:pt x="125389" y="3980"/>
                  </a:lnTo>
                  <a:lnTo>
                    <a:pt x="120284" y="5383"/>
                  </a:lnTo>
                  <a:lnTo>
                    <a:pt x="115226" y="6948"/>
                  </a:lnTo>
                  <a:lnTo>
                    <a:pt x="110220" y="8672"/>
                  </a:lnTo>
                  <a:lnTo>
                    <a:pt x="105271" y="10554"/>
                  </a:lnTo>
                  <a:lnTo>
                    <a:pt x="100384" y="12592"/>
                  </a:lnTo>
                  <a:lnTo>
                    <a:pt x="95564" y="14783"/>
                  </a:lnTo>
                  <a:lnTo>
                    <a:pt x="90816" y="17126"/>
                  </a:lnTo>
                  <a:lnTo>
                    <a:pt x="86145" y="19619"/>
                  </a:lnTo>
                  <a:lnTo>
                    <a:pt x="81554" y="22257"/>
                  </a:lnTo>
                  <a:lnTo>
                    <a:pt x="77050" y="25040"/>
                  </a:lnTo>
                  <a:lnTo>
                    <a:pt x="72636" y="27965"/>
                  </a:lnTo>
                  <a:lnTo>
                    <a:pt x="68317" y="31027"/>
                  </a:lnTo>
                  <a:lnTo>
                    <a:pt x="64097" y="34225"/>
                  </a:lnTo>
                  <a:lnTo>
                    <a:pt x="59980" y="37554"/>
                  </a:lnTo>
                  <a:lnTo>
                    <a:pt x="55971" y="41013"/>
                  </a:lnTo>
                  <a:lnTo>
                    <a:pt x="52074" y="44597"/>
                  </a:lnTo>
                  <a:lnTo>
                    <a:pt x="48292" y="48302"/>
                  </a:lnTo>
                  <a:lnTo>
                    <a:pt x="44629" y="52125"/>
                  </a:lnTo>
                  <a:lnTo>
                    <a:pt x="41089" y="56062"/>
                  </a:lnTo>
                  <a:lnTo>
                    <a:pt x="37675" y="60110"/>
                  </a:lnTo>
                  <a:lnTo>
                    <a:pt x="34392" y="64263"/>
                  </a:lnTo>
                  <a:lnTo>
                    <a:pt x="31241" y="68519"/>
                  </a:lnTo>
                  <a:lnTo>
                    <a:pt x="28227" y="72872"/>
                  </a:lnTo>
                  <a:lnTo>
                    <a:pt x="25353" y="77318"/>
                  </a:lnTo>
                  <a:lnTo>
                    <a:pt x="22620" y="81853"/>
                  </a:lnTo>
                  <a:lnTo>
                    <a:pt x="20033" y="86473"/>
                  </a:lnTo>
                  <a:lnTo>
                    <a:pt x="17593" y="91172"/>
                  </a:lnTo>
                  <a:lnTo>
                    <a:pt x="15303" y="95946"/>
                  </a:lnTo>
                  <a:lnTo>
                    <a:pt x="13166" y="100790"/>
                  </a:lnTo>
                  <a:lnTo>
                    <a:pt x="11183" y="105699"/>
                  </a:lnTo>
                  <a:lnTo>
                    <a:pt x="9356" y="110669"/>
                  </a:lnTo>
                  <a:lnTo>
                    <a:pt x="7688" y="115694"/>
                  </a:lnTo>
                  <a:lnTo>
                    <a:pt x="6180" y="120769"/>
                  </a:lnTo>
                  <a:lnTo>
                    <a:pt x="4833" y="125889"/>
                  </a:lnTo>
                  <a:lnTo>
                    <a:pt x="3649" y="131050"/>
                  </a:lnTo>
                  <a:lnTo>
                    <a:pt x="2629" y="136245"/>
                  </a:lnTo>
                  <a:lnTo>
                    <a:pt x="1774" y="141471"/>
                  </a:lnTo>
                  <a:lnTo>
                    <a:pt x="1085" y="146720"/>
                  </a:lnTo>
                  <a:lnTo>
                    <a:pt x="563" y="151989"/>
                  </a:lnTo>
                  <a:lnTo>
                    <a:pt x="207" y="157272"/>
                  </a:lnTo>
                  <a:lnTo>
                    <a:pt x="20" y="162563"/>
                  </a:lnTo>
                  <a:lnTo>
                    <a:pt x="0" y="167858"/>
                  </a:lnTo>
                  <a:lnTo>
                    <a:pt x="147" y="173151"/>
                  </a:lnTo>
                  <a:lnTo>
                    <a:pt x="462" y="178436"/>
                  </a:lnTo>
                  <a:lnTo>
                    <a:pt x="945" y="183708"/>
                  </a:lnTo>
                  <a:lnTo>
                    <a:pt x="1594" y="188963"/>
                  </a:lnTo>
                  <a:lnTo>
                    <a:pt x="2409" y="194195"/>
                  </a:lnTo>
                  <a:lnTo>
                    <a:pt x="3389" y="199398"/>
                  </a:lnTo>
                  <a:lnTo>
                    <a:pt x="4534" y="204567"/>
                  </a:lnTo>
                  <a:lnTo>
                    <a:pt x="5842" y="209698"/>
                  </a:lnTo>
                  <a:lnTo>
                    <a:pt x="7311" y="214785"/>
                  </a:lnTo>
                  <a:lnTo>
                    <a:pt x="8941" y="219822"/>
                  </a:lnTo>
                  <a:lnTo>
                    <a:pt x="10730" y="224805"/>
                  </a:lnTo>
                  <a:lnTo>
                    <a:pt x="12676" y="229730"/>
                  </a:lnTo>
                  <a:lnTo>
                    <a:pt x="14776" y="234590"/>
                  </a:lnTo>
                  <a:lnTo>
                    <a:pt x="17030" y="239381"/>
                  </a:lnTo>
                  <a:lnTo>
                    <a:pt x="19434" y="244098"/>
                  </a:lnTo>
                  <a:lnTo>
                    <a:pt x="21986" y="248737"/>
                  </a:lnTo>
                  <a:lnTo>
                    <a:pt x="24684" y="253293"/>
                  </a:lnTo>
                  <a:lnTo>
                    <a:pt x="27525" y="257761"/>
                  </a:lnTo>
                  <a:lnTo>
                    <a:pt x="30506" y="262137"/>
                  </a:lnTo>
                  <a:lnTo>
                    <a:pt x="33624" y="266416"/>
                  </a:lnTo>
                  <a:lnTo>
                    <a:pt x="36876" y="270594"/>
                  </a:lnTo>
                  <a:lnTo>
                    <a:pt x="40259" y="274668"/>
                  </a:lnTo>
                  <a:lnTo>
                    <a:pt x="43768" y="278632"/>
                  </a:lnTo>
                  <a:lnTo>
                    <a:pt x="47402" y="282483"/>
                  </a:lnTo>
                  <a:lnTo>
                    <a:pt x="51156" y="286217"/>
                  </a:lnTo>
                  <a:lnTo>
                    <a:pt x="55026" y="289830"/>
                  </a:lnTo>
                  <a:lnTo>
                    <a:pt x="59009" y="293319"/>
                  </a:lnTo>
                  <a:lnTo>
                    <a:pt x="63100" y="296680"/>
                  </a:lnTo>
                  <a:lnTo>
                    <a:pt x="67296" y="299909"/>
                  </a:lnTo>
                  <a:lnTo>
                    <a:pt x="71591" y="303004"/>
                  </a:lnTo>
                  <a:lnTo>
                    <a:pt x="75983" y="305962"/>
                  </a:lnTo>
                  <a:lnTo>
                    <a:pt x="80466" y="308779"/>
                  </a:lnTo>
                  <a:lnTo>
                    <a:pt x="85036" y="311453"/>
                  </a:lnTo>
                  <a:lnTo>
                    <a:pt x="89689" y="313980"/>
                  </a:lnTo>
                  <a:lnTo>
                    <a:pt x="94419" y="316359"/>
                  </a:lnTo>
                  <a:lnTo>
                    <a:pt x="99222" y="318587"/>
                  </a:lnTo>
                  <a:lnTo>
                    <a:pt x="104093" y="320662"/>
                  </a:lnTo>
                  <a:lnTo>
                    <a:pt x="109027" y="322581"/>
                  </a:lnTo>
                  <a:lnTo>
                    <a:pt x="114020" y="324344"/>
                  </a:lnTo>
                  <a:lnTo>
                    <a:pt x="119066" y="325947"/>
                  </a:lnTo>
                  <a:lnTo>
                    <a:pt x="124161" y="327389"/>
                  </a:lnTo>
                  <a:lnTo>
                    <a:pt x="129298" y="328670"/>
                  </a:lnTo>
                  <a:lnTo>
                    <a:pt x="134474" y="329787"/>
                  </a:lnTo>
                  <a:lnTo>
                    <a:pt x="139682" y="330740"/>
                  </a:lnTo>
                  <a:lnTo>
                    <a:pt x="144918" y="331527"/>
                  </a:lnTo>
                  <a:lnTo>
                    <a:pt x="150176" y="332148"/>
                  </a:lnTo>
                  <a:lnTo>
                    <a:pt x="155451" y="332603"/>
                  </a:lnTo>
                  <a:lnTo>
                    <a:pt x="160738" y="332890"/>
                  </a:lnTo>
                  <a:lnTo>
                    <a:pt x="166031" y="333009"/>
                  </a:lnTo>
                  <a:lnTo>
                    <a:pt x="171326" y="332961"/>
                  </a:lnTo>
                  <a:lnTo>
                    <a:pt x="176616" y="332745"/>
                  </a:lnTo>
                  <a:lnTo>
                    <a:pt x="181897" y="332362"/>
                  </a:lnTo>
                  <a:lnTo>
                    <a:pt x="187163" y="331811"/>
                  </a:lnTo>
                  <a:lnTo>
                    <a:pt x="192409" y="331094"/>
                  </a:lnTo>
                  <a:lnTo>
                    <a:pt x="197629" y="330212"/>
                  </a:lnTo>
                  <a:lnTo>
                    <a:pt x="202819" y="329164"/>
                  </a:lnTo>
                  <a:lnTo>
                    <a:pt x="207974" y="327953"/>
                  </a:lnTo>
                  <a:lnTo>
                    <a:pt x="213087" y="326579"/>
                  </a:lnTo>
                  <a:lnTo>
                    <a:pt x="218154" y="325044"/>
                  </a:lnTo>
                  <a:lnTo>
                    <a:pt x="223170" y="323349"/>
                  </a:lnTo>
                  <a:lnTo>
                    <a:pt x="228130" y="321496"/>
                  </a:lnTo>
                  <a:lnTo>
                    <a:pt x="233029" y="319487"/>
                  </a:lnTo>
                  <a:lnTo>
                    <a:pt x="237861" y="317323"/>
                  </a:lnTo>
                  <a:lnTo>
                    <a:pt x="242623" y="315008"/>
                  </a:lnTo>
                  <a:lnTo>
                    <a:pt x="247309" y="312543"/>
                  </a:lnTo>
                  <a:lnTo>
                    <a:pt x="251914" y="309931"/>
                  </a:lnTo>
                  <a:lnTo>
                    <a:pt x="256435" y="307175"/>
                  </a:lnTo>
                  <a:lnTo>
                    <a:pt x="260866" y="304277"/>
                  </a:lnTo>
                  <a:lnTo>
                    <a:pt x="265203" y="301239"/>
                  </a:lnTo>
                  <a:lnTo>
                    <a:pt x="269441" y="298066"/>
                  </a:lnTo>
                  <a:lnTo>
                    <a:pt x="273577" y="294761"/>
                  </a:lnTo>
                  <a:lnTo>
                    <a:pt x="277607" y="291326"/>
                  </a:lnTo>
                  <a:lnTo>
                    <a:pt x="281525" y="287765"/>
                  </a:lnTo>
                  <a:lnTo>
                    <a:pt x="285329" y="284082"/>
                  </a:lnTo>
                  <a:lnTo>
                    <a:pt x="289014" y="280280"/>
                  </a:lnTo>
                  <a:lnTo>
                    <a:pt x="292577" y="276364"/>
                  </a:lnTo>
                  <a:lnTo>
                    <a:pt x="296014" y="272336"/>
                  </a:lnTo>
                  <a:lnTo>
                    <a:pt x="299322" y="268202"/>
                  </a:lnTo>
                  <a:lnTo>
                    <a:pt x="302497" y="263965"/>
                  </a:lnTo>
                  <a:lnTo>
                    <a:pt x="305536" y="259630"/>
                  </a:lnTo>
                  <a:lnTo>
                    <a:pt x="308437" y="255200"/>
                  </a:lnTo>
                  <a:lnTo>
                    <a:pt x="311196" y="250681"/>
                  </a:lnTo>
                  <a:lnTo>
                    <a:pt x="313810" y="246077"/>
                  </a:lnTo>
                  <a:lnTo>
                    <a:pt x="316278" y="241392"/>
                  </a:lnTo>
                  <a:lnTo>
                    <a:pt x="318595" y="236632"/>
                  </a:lnTo>
                  <a:lnTo>
                    <a:pt x="320761" y="231800"/>
                  </a:lnTo>
                  <a:lnTo>
                    <a:pt x="322773" y="226903"/>
                  </a:lnTo>
                  <a:lnTo>
                    <a:pt x="324628" y="221944"/>
                  </a:lnTo>
                  <a:lnTo>
                    <a:pt x="326326" y="216929"/>
                  </a:lnTo>
                  <a:lnTo>
                    <a:pt x="327864" y="211862"/>
                  </a:lnTo>
                  <a:lnTo>
                    <a:pt x="329241" y="206750"/>
                  </a:lnTo>
                  <a:lnTo>
                    <a:pt x="330455" y="201596"/>
                  </a:lnTo>
                  <a:lnTo>
                    <a:pt x="331505" y="196407"/>
                  </a:lnTo>
                  <a:lnTo>
                    <a:pt x="332390" y="191187"/>
                  </a:lnTo>
                  <a:lnTo>
                    <a:pt x="333110" y="185941"/>
                  </a:lnTo>
                  <a:lnTo>
                    <a:pt x="333663" y="180675"/>
                  </a:lnTo>
                  <a:lnTo>
                    <a:pt x="334049" y="175395"/>
                  </a:lnTo>
                  <a:lnTo>
                    <a:pt x="334268" y="170105"/>
                  </a:lnTo>
                  <a:lnTo>
                    <a:pt x="334319" y="164810"/>
                  </a:lnTo>
                  <a:lnTo>
                    <a:pt x="334202" y="159517"/>
                  </a:lnTo>
                  <a:lnTo>
                    <a:pt x="333918" y="154230"/>
                  </a:lnTo>
                  <a:lnTo>
                    <a:pt x="333467" y="148954"/>
                  </a:lnTo>
                  <a:lnTo>
                    <a:pt x="332848" y="143696"/>
                  </a:lnTo>
                  <a:lnTo>
                    <a:pt x="332064" y="138460"/>
                  </a:lnTo>
                  <a:lnTo>
                    <a:pt x="331114" y="133251"/>
                  </a:lnTo>
                  <a:lnTo>
                    <a:pt x="329999" y="128075"/>
                  </a:lnTo>
                  <a:lnTo>
                    <a:pt x="328722" y="122937"/>
                  </a:lnTo>
                  <a:lnTo>
                    <a:pt x="327282" y="117842"/>
                  </a:lnTo>
                  <a:lnTo>
                    <a:pt x="325681" y="112795"/>
                  </a:lnTo>
                  <a:lnTo>
                    <a:pt x="323921" y="107801"/>
                  </a:lnTo>
                  <a:lnTo>
                    <a:pt x="322005" y="102865"/>
                  </a:lnTo>
                  <a:lnTo>
                    <a:pt x="319932" y="97993"/>
                  </a:lnTo>
                  <a:lnTo>
                    <a:pt x="317707" y="93189"/>
                  </a:lnTo>
                  <a:lnTo>
                    <a:pt x="315331" y="88457"/>
                  </a:lnTo>
                  <a:lnTo>
                    <a:pt x="312805" y="83804"/>
                  </a:lnTo>
                  <a:lnTo>
                    <a:pt x="310134" y="79232"/>
                  </a:lnTo>
                  <a:lnTo>
                    <a:pt x="307320" y="74748"/>
                  </a:lnTo>
                  <a:lnTo>
                    <a:pt x="304364" y="70355"/>
                  </a:lnTo>
                  <a:lnTo>
                    <a:pt x="301271" y="66057"/>
                  </a:lnTo>
                  <a:lnTo>
                    <a:pt x="298044" y="61860"/>
                  </a:lnTo>
                  <a:lnTo>
                    <a:pt x="294685" y="57767"/>
                  </a:lnTo>
                  <a:lnTo>
                    <a:pt x="291198" y="53782"/>
                  </a:lnTo>
                  <a:lnTo>
                    <a:pt x="287587" y="49910"/>
                  </a:lnTo>
                  <a:lnTo>
                    <a:pt x="283855" y="46154"/>
                  </a:lnTo>
                  <a:lnTo>
                    <a:pt x="280006" y="42519"/>
                  </a:lnTo>
                  <a:lnTo>
                    <a:pt x="276044" y="39007"/>
                  </a:lnTo>
                  <a:lnTo>
                    <a:pt x="271973" y="35622"/>
                  </a:lnTo>
                  <a:lnTo>
                    <a:pt x="267796" y="32368"/>
                  </a:lnTo>
                  <a:lnTo>
                    <a:pt x="263518" y="29247"/>
                  </a:lnTo>
                  <a:lnTo>
                    <a:pt x="259144" y="26264"/>
                  </a:lnTo>
                  <a:lnTo>
                    <a:pt x="254678" y="23421"/>
                  </a:lnTo>
                  <a:lnTo>
                    <a:pt x="250123" y="20721"/>
                  </a:lnTo>
                  <a:lnTo>
                    <a:pt x="245486" y="18166"/>
                  </a:lnTo>
                  <a:lnTo>
                    <a:pt x="240770" y="15759"/>
                  </a:lnTo>
                  <a:lnTo>
                    <a:pt x="235980" y="13503"/>
                  </a:lnTo>
                  <a:lnTo>
                    <a:pt x="231121" y="11400"/>
                  </a:lnTo>
                  <a:lnTo>
                    <a:pt x="226197" y="9452"/>
                  </a:lnTo>
                  <a:lnTo>
                    <a:pt x="221215" y="7661"/>
                  </a:lnTo>
                  <a:lnTo>
                    <a:pt x="216178" y="6028"/>
                  </a:lnTo>
                  <a:lnTo>
                    <a:pt x="211093" y="4556"/>
                  </a:lnTo>
                  <a:lnTo>
                    <a:pt x="205963" y="3245"/>
                  </a:lnTo>
                  <a:lnTo>
                    <a:pt x="200794" y="2098"/>
                  </a:lnTo>
                  <a:lnTo>
                    <a:pt x="195591" y="1114"/>
                  </a:lnTo>
                  <a:lnTo>
                    <a:pt x="190360" y="296"/>
                  </a:lnTo>
                  <a:lnTo>
                    <a:pt x="167155" y="1658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81287" y="2126963"/>
              <a:ext cx="23205" cy="167167"/>
            </a:xfrm>
            <a:custGeom>
              <a:avLst/>
              <a:pathLst>
                <a:path w="23205" h="167167">
                  <a:moveTo>
                    <a:pt x="23205" y="1618"/>
                  </a:moveTo>
                  <a:lnTo>
                    <a:pt x="15497" y="719"/>
                  </a:lnTo>
                  <a:lnTo>
                    <a:pt x="7757" y="1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6973" y="2633064"/>
              <a:ext cx="3774" cy="167167"/>
            </a:xfrm>
            <a:custGeom>
              <a:avLst/>
              <a:pathLst>
                <a:path w="3774" h="167167">
                  <a:moveTo>
                    <a:pt x="3774" y="0"/>
                  </a:moveTo>
                  <a:lnTo>
                    <a:pt x="0" y="42"/>
                  </a:lnTo>
                  <a:lnTo>
                    <a:pt x="377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973" y="2633106"/>
              <a:ext cx="3774" cy="167124"/>
            </a:xfrm>
            <a:custGeom>
              <a:avLst/>
              <a:pathLst>
                <a:path w="3774" h="167124">
                  <a:moveTo>
                    <a:pt x="0" y="0"/>
                  </a:moveTo>
                  <a:lnTo>
                    <a:pt x="3774" y="167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973" y="2633106"/>
              <a:ext cx="3774" cy="167124"/>
            </a:xfrm>
            <a:custGeom>
              <a:avLst/>
              <a:pathLst>
                <a:path w="3774" h="167124">
                  <a:moveTo>
                    <a:pt x="0" y="0"/>
                  </a:moveTo>
                  <a:lnTo>
                    <a:pt x="3774" y="167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973" y="2633106"/>
              <a:ext cx="3774" cy="167124"/>
            </a:xfrm>
            <a:custGeom>
              <a:avLst/>
              <a:pathLst>
                <a:path w="3774" h="167124">
                  <a:moveTo>
                    <a:pt x="0" y="0"/>
                  </a:moveTo>
                  <a:lnTo>
                    <a:pt x="3774" y="167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973" y="2633106"/>
              <a:ext cx="3774" cy="167124"/>
            </a:xfrm>
            <a:custGeom>
              <a:avLst/>
              <a:pathLst>
                <a:path w="3774" h="167124">
                  <a:moveTo>
                    <a:pt x="0" y="0"/>
                  </a:moveTo>
                  <a:lnTo>
                    <a:pt x="3774" y="1671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973" y="2633106"/>
              <a:ext cx="3774" cy="167124"/>
            </a:xfrm>
            <a:custGeom>
              <a:avLst/>
              <a:pathLst>
                <a:path w="3774" h="167124">
                  <a:moveTo>
                    <a:pt x="0" y="0"/>
                  </a:moveTo>
                  <a:lnTo>
                    <a:pt x="3774" y="167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973" y="2633106"/>
              <a:ext cx="3774" cy="167124"/>
            </a:xfrm>
            <a:custGeom>
              <a:avLst/>
              <a:pathLst>
                <a:path w="3774" h="167124">
                  <a:moveTo>
                    <a:pt x="0" y="0"/>
                  </a:moveTo>
                  <a:lnTo>
                    <a:pt x="3774" y="167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973" y="2633106"/>
              <a:ext cx="3774" cy="167124"/>
            </a:xfrm>
            <a:custGeom>
              <a:avLst/>
              <a:pathLst>
                <a:path w="3774" h="167124">
                  <a:moveTo>
                    <a:pt x="0" y="0"/>
                  </a:moveTo>
                  <a:lnTo>
                    <a:pt x="3774" y="1671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973" y="2633106"/>
              <a:ext cx="3774" cy="167124"/>
            </a:xfrm>
            <a:custGeom>
              <a:avLst/>
              <a:pathLst>
                <a:path w="3774" h="167124">
                  <a:moveTo>
                    <a:pt x="0" y="0"/>
                  </a:moveTo>
                  <a:lnTo>
                    <a:pt x="377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973" y="2633106"/>
              <a:ext cx="3774" cy="167124"/>
            </a:xfrm>
            <a:custGeom>
              <a:avLst/>
              <a:pathLst>
                <a:path w="3774" h="167124">
                  <a:moveTo>
                    <a:pt x="0" y="0"/>
                  </a:moveTo>
                  <a:lnTo>
                    <a:pt x="377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973" y="2633106"/>
              <a:ext cx="3774" cy="167124"/>
            </a:xfrm>
            <a:custGeom>
              <a:avLst/>
              <a:pathLst>
                <a:path w="3774" h="167124">
                  <a:moveTo>
                    <a:pt x="0" y="0"/>
                  </a:moveTo>
                  <a:lnTo>
                    <a:pt x="377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973" y="2633106"/>
              <a:ext cx="3774" cy="167124"/>
            </a:xfrm>
            <a:custGeom>
              <a:avLst/>
              <a:pathLst>
                <a:path w="3774" h="167124">
                  <a:moveTo>
                    <a:pt x="0" y="0"/>
                  </a:moveTo>
                  <a:lnTo>
                    <a:pt x="377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973" y="2633106"/>
              <a:ext cx="3774" cy="167124"/>
            </a:xfrm>
            <a:custGeom>
              <a:avLst/>
              <a:pathLst>
                <a:path w="3774" h="167124">
                  <a:moveTo>
                    <a:pt x="0" y="0"/>
                  </a:moveTo>
                  <a:lnTo>
                    <a:pt x="3774" y="1671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973" y="2633106"/>
              <a:ext cx="3774" cy="167124"/>
            </a:xfrm>
            <a:custGeom>
              <a:avLst/>
              <a:pathLst>
                <a:path w="3774" h="167124">
                  <a:moveTo>
                    <a:pt x="0" y="0"/>
                  </a:moveTo>
                  <a:lnTo>
                    <a:pt x="3774" y="1671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423581" y="2633106"/>
              <a:ext cx="334332" cy="334272"/>
            </a:xfrm>
            <a:custGeom>
              <a:avLst/>
              <a:pathLst>
                <a:path w="334332" h="334272">
                  <a:moveTo>
                    <a:pt x="163391" y="0"/>
                  </a:moveTo>
                  <a:lnTo>
                    <a:pt x="158103" y="203"/>
                  </a:lnTo>
                  <a:lnTo>
                    <a:pt x="152823" y="573"/>
                  </a:lnTo>
                  <a:lnTo>
                    <a:pt x="147558" y="1111"/>
                  </a:lnTo>
                  <a:lnTo>
                    <a:pt x="142312" y="1815"/>
                  </a:lnTo>
                  <a:lnTo>
                    <a:pt x="137092" y="2684"/>
                  </a:lnTo>
                  <a:lnTo>
                    <a:pt x="131901" y="3719"/>
                  </a:lnTo>
                  <a:lnTo>
                    <a:pt x="126746" y="4917"/>
                  </a:lnTo>
                  <a:lnTo>
                    <a:pt x="121631" y="6278"/>
                  </a:lnTo>
                  <a:lnTo>
                    <a:pt x="116562" y="7800"/>
                  </a:lnTo>
                  <a:lnTo>
                    <a:pt x="111544" y="9482"/>
                  </a:lnTo>
                  <a:lnTo>
                    <a:pt x="106582" y="11322"/>
                  </a:lnTo>
                  <a:lnTo>
                    <a:pt x="101680" y="13318"/>
                  </a:lnTo>
                  <a:lnTo>
                    <a:pt x="96844" y="15468"/>
                  </a:lnTo>
                  <a:lnTo>
                    <a:pt x="92078" y="17770"/>
                  </a:lnTo>
                  <a:lnTo>
                    <a:pt x="87388" y="20222"/>
                  </a:lnTo>
                  <a:lnTo>
                    <a:pt x="82777" y="22821"/>
                  </a:lnTo>
                  <a:lnTo>
                    <a:pt x="78251" y="25565"/>
                  </a:lnTo>
                  <a:lnTo>
                    <a:pt x="73815" y="28450"/>
                  </a:lnTo>
                  <a:lnTo>
                    <a:pt x="69472" y="31475"/>
                  </a:lnTo>
                  <a:lnTo>
                    <a:pt x="65226" y="34636"/>
                  </a:lnTo>
                  <a:lnTo>
                    <a:pt x="61083" y="37929"/>
                  </a:lnTo>
                  <a:lnTo>
                    <a:pt x="57047" y="41352"/>
                  </a:lnTo>
                  <a:lnTo>
                    <a:pt x="53120" y="44901"/>
                  </a:lnTo>
                  <a:lnTo>
                    <a:pt x="49308" y="48573"/>
                  </a:lnTo>
                  <a:lnTo>
                    <a:pt x="45615" y="52363"/>
                  </a:lnTo>
                  <a:lnTo>
                    <a:pt x="42043" y="56268"/>
                  </a:lnTo>
                  <a:lnTo>
                    <a:pt x="38596" y="60285"/>
                  </a:lnTo>
                  <a:lnTo>
                    <a:pt x="35278" y="64408"/>
                  </a:lnTo>
                  <a:lnTo>
                    <a:pt x="32093" y="68635"/>
                  </a:lnTo>
                  <a:lnTo>
                    <a:pt x="29043" y="72960"/>
                  </a:lnTo>
                  <a:lnTo>
                    <a:pt x="26131" y="77380"/>
                  </a:lnTo>
                  <a:lnTo>
                    <a:pt x="23361" y="81890"/>
                  </a:lnTo>
                  <a:lnTo>
                    <a:pt x="20735" y="86485"/>
                  </a:lnTo>
                  <a:lnTo>
                    <a:pt x="18255" y="91161"/>
                  </a:lnTo>
                  <a:lnTo>
                    <a:pt x="15925" y="95913"/>
                  </a:lnTo>
                  <a:lnTo>
                    <a:pt x="13747" y="100736"/>
                  </a:lnTo>
                  <a:lnTo>
                    <a:pt x="11722" y="105626"/>
                  </a:lnTo>
                  <a:lnTo>
                    <a:pt x="9853" y="110578"/>
                  </a:lnTo>
                  <a:lnTo>
                    <a:pt x="8142" y="115586"/>
                  </a:lnTo>
                  <a:lnTo>
                    <a:pt x="6590" y="120646"/>
                  </a:lnTo>
                  <a:lnTo>
                    <a:pt x="5199" y="125752"/>
                  </a:lnTo>
                  <a:lnTo>
                    <a:pt x="3971" y="130900"/>
                  </a:lnTo>
                  <a:lnTo>
                    <a:pt x="2906" y="136085"/>
                  </a:lnTo>
                  <a:lnTo>
                    <a:pt x="2005" y="141300"/>
                  </a:lnTo>
                  <a:lnTo>
                    <a:pt x="1271" y="146541"/>
                  </a:lnTo>
                  <a:lnTo>
                    <a:pt x="702" y="151803"/>
                  </a:lnTo>
                  <a:lnTo>
                    <a:pt x="301" y="157081"/>
                  </a:lnTo>
                  <a:lnTo>
                    <a:pt x="66" y="162368"/>
                  </a:lnTo>
                  <a:lnTo>
                    <a:pt x="0" y="167660"/>
                  </a:lnTo>
                  <a:lnTo>
                    <a:pt x="100" y="172952"/>
                  </a:lnTo>
                  <a:lnTo>
                    <a:pt x="368" y="178238"/>
                  </a:lnTo>
                  <a:lnTo>
                    <a:pt x="804" y="183512"/>
                  </a:lnTo>
                  <a:lnTo>
                    <a:pt x="1406" y="188771"/>
                  </a:lnTo>
                  <a:lnTo>
                    <a:pt x="2174" y="194007"/>
                  </a:lnTo>
                  <a:lnTo>
                    <a:pt x="3108" y="199217"/>
                  </a:lnTo>
                  <a:lnTo>
                    <a:pt x="4206" y="204394"/>
                  </a:lnTo>
                  <a:lnTo>
                    <a:pt x="5468" y="209534"/>
                  </a:lnTo>
                  <a:lnTo>
                    <a:pt x="6891" y="214632"/>
                  </a:lnTo>
                  <a:lnTo>
                    <a:pt x="8475" y="219681"/>
                  </a:lnTo>
                  <a:lnTo>
                    <a:pt x="10219" y="224679"/>
                  </a:lnTo>
                  <a:lnTo>
                    <a:pt x="12119" y="229618"/>
                  </a:lnTo>
                  <a:lnTo>
                    <a:pt x="14175" y="234495"/>
                  </a:lnTo>
                  <a:lnTo>
                    <a:pt x="16385" y="239304"/>
                  </a:lnTo>
                  <a:lnTo>
                    <a:pt x="18745" y="244041"/>
                  </a:lnTo>
                  <a:lnTo>
                    <a:pt x="21255" y="248701"/>
                  </a:lnTo>
                  <a:lnTo>
                    <a:pt x="23910" y="253279"/>
                  </a:lnTo>
                  <a:lnTo>
                    <a:pt x="26709" y="257771"/>
                  </a:lnTo>
                  <a:lnTo>
                    <a:pt x="29649" y="262172"/>
                  </a:lnTo>
                  <a:lnTo>
                    <a:pt x="32727" y="266478"/>
                  </a:lnTo>
                  <a:lnTo>
                    <a:pt x="35940" y="270684"/>
                  </a:lnTo>
                  <a:lnTo>
                    <a:pt x="39284" y="274786"/>
                  </a:lnTo>
                  <a:lnTo>
                    <a:pt x="42756" y="278780"/>
                  </a:lnTo>
                  <a:lnTo>
                    <a:pt x="46353" y="282663"/>
                  </a:lnTo>
                  <a:lnTo>
                    <a:pt x="50071" y="286429"/>
                  </a:lnTo>
                  <a:lnTo>
                    <a:pt x="53906" y="290076"/>
                  </a:lnTo>
                  <a:lnTo>
                    <a:pt x="57855" y="293600"/>
                  </a:lnTo>
                  <a:lnTo>
                    <a:pt x="61914" y="296997"/>
                  </a:lnTo>
                  <a:lnTo>
                    <a:pt x="66078" y="300264"/>
                  </a:lnTo>
                  <a:lnTo>
                    <a:pt x="70343" y="303397"/>
                  </a:lnTo>
                  <a:lnTo>
                    <a:pt x="74706" y="306394"/>
                  </a:lnTo>
                  <a:lnTo>
                    <a:pt x="79161" y="309251"/>
                  </a:lnTo>
                  <a:lnTo>
                    <a:pt x="83704" y="311966"/>
                  </a:lnTo>
                  <a:lnTo>
                    <a:pt x="88331" y="314535"/>
                  </a:lnTo>
                  <a:lnTo>
                    <a:pt x="93037" y="316957"/>
                  </a:lnTo>
                  <a:lnTo>
                    <a:pt x="97818" y="319229"/>
                  </a:lnTo>
                  <a:lnTo>
                    <a:pt x="102667" y="321348"/>
                  </a:lnTo>
                  <a:lnTo>
                    <a:pt x="107582" y="323312"/>
                  </a:lnTo>
                  <a:lnTo>
                    <a:pt x="112556" y="325120"/>
                  </a:lnTo>
                  <a:lnTo>
                    <a:pt x="117585" y="326770"/>
                  </a:lnTo>
                  <a:lnTo>
                    <a:pt x="122664" y="328259"/>
                  </a:lnTo>
                  <a:lnTo>
                    <a:pt x="127787" y="329587"/>
                  </a:lnTo>
                  <a:lnTo>
                    <a:pt x="132950" y="330753"/>
                  </a:lnTo>
                  <a:lnTo>
                    <a:pt x="138147" y="331754"/>
                  </a:lnTo>
                  <a:lnTo>
                    <a:pt x="143373" y="332590"/>
                  </a:lnTo>
                  <a:lnTo>
                    <a:pt x="148623" y="333260"/>
                  </a:lnTo>
                  <a:lnTo>
                    <a:pt x="153891" y="333764"/>
                  </a:lnTo>
                  <a:lnTo>
                    <a:pt x="159173" y="334101"/>
                  </a:lnTo>
                  <a:lnTo>
                    <a:pt x="164463" y="334270"/>
                  </a:lnTo>
                  <a:lnTo>
                    <a:pt x="169756" y="334272"/>
                  </a:lnTo>
                  <a:lnTo>
                    <a:pt x="175046" y="334106"/>
                  </a:lnTo>
                  <a:lnTo>
                    <a:pt x="180328" y="333773"/>
                  </a:lnTo>
                  <a:lnTo>
                    <a:pt x="185596" y="333273"/>
                  </a:lnTo>
                  <a:lnTo>
                    <a:pt x="190847" y="332606"/>
                  </a:lnTo>
                  <a:lnTo>
                    <a:pt x="196074" y="331773"/>
                  </a:lnTo>
                  <a:lnTo>
                    <a:pt x="201271" y="330776"/>
                  </a:lnTo>
                  <a:lnTo>
                    <a:pt x="206435" y="329614"/>
                  </a:lnTo>
                  <a:lnTo>
                    <a:pt x="211559" y="328290"/>
                  </a:lnTo>
                  <a:lnTo>
                    <a:pt x="216639" y="326803"/>
                  </a:lnTo>
                  <a:lnTo>
                    <a:pt x="221669" y="325157"/>
                  </a:lnTo>
                  <a:lnTo>
                    <a:pt x="226644" y="323353"/>
                  </a:lnTo>
                  <a:lnTo>
                    <a:pt x="231560" y="321392"/>
                  </a:lnTo>
                  <a:lnTo>
                    <a:pt x="236411" y="319276"/>
                  </a:lnTo>
                  <a:lnTo>
                    <a:pt x="241193" y="317008"/>
                  </a:lnTo>
                  <a:lnTo>
                    <a:pt x="245901" y="314589"/>
                  </a:lnTo>
                  <a:lnTo>
                    <a:pt x="250529" y="312023"/>
                  </a:lnTo>
                  <a:lnTo>
                    <a:pt x="255075" y="309311"/>
                  </a:lnTo>
                  <a:lnTo>
                    <a:pt x="259532" y="306457"/>
                  </a:lnTo>
                  <a:lnTo>
                    <a:pt x="263896" y="303463"/>
                  </a:lnTo>
                  <a:lnTo>
                    <a:pt x="268164" y="300333"/>
                  </a:lnTo>
                  <a:lnTo>
                    <a:pt x="272330" y="297069"/>
                  </a:lnTo>
                  <a:lnTo>
                    <a:pt x="276391" y="293674"/>
                  </a:lnTo>
                  <a:lnTo>
                    <a:pt x="280342" y="290153"/>
                  </a:lnTo>
                  <a:lnTo>
                    <a:pt x="284180" y="286509"/>
                  </a:lnTo>
                  <a:lnTo>
                    <a:pt x="287901" y="282745"/>
                  </a:lnTo>
                  <a:lnTo>
                    <a:pt x="291500" y="278865"/>
                  </a:lnTo>
                  <a:lnTo>
                    <a:pt x="294975" y="274873"/>
                  </a:lnTo>
                  <a:lnTo>
                    <a:pt x="298322" y="270773"/>
                  </a:lnTo>
                  <a:lnTo>
                    <a:pt x="301537" y="266569"/>
                  </a:lnTo>
                  <a:lnTo>
                    <a:pt x="304618" y="262266"/>
                  </a:lnTo>
                  <a:lnTo>
                    <a:pt x="307561" y="257867"/>
                  </a:lnTo>
                  <a:lnTo>
                    <a:pt x="310363" y="253377"/>
                  </a:lnTo>
                  <a:lnTo>
                    <a:pt x="313022" y="248801"/>
                  </a:lnTo>
                  <a:lnTo>
                    <a:pt x="315534" y="244142"/>
                  </a:lnTo>
                  <a:lnTo>
                    <a:pt x="317898" y="239407"/>
                  </a:lnTo>
                  <a:lnTo>
                    <a:pt x="320111" y="234599"/>
                  </a:lnTo>
                  <a:lnTo>
                    <a:pt x="322170" y="229724"/>
                  </a:lnTo>
                  <a:lnTo>
                    <a:pt x="324074" y="224785"/>
                  </a:lnTo>
                  <a:lnTo>
                    <a:pt x="325821" y="219789"/>
                  </a:lnTo>
                  <a:lnTo>
                    <a:pt x="327409" y="214740"/>
                  </a:lnTo>
                  <a:lnTo>
                    <a:pt x="328836" y="209644"/>
                  </a:lnTo>
                  <a:lnTo>
                    <a:pt x="330101" y="204505"/>
                  </a:lnTo>
                  <a:lnTo>
                    <a:pt x="331202" y="199328"/>
                  </a:lnTo>
                  <a:lnTo>
                    <a:pt x="332140" y="194119"/>
                  </a:lnTo>
                  <a:lnTo>
                    <a:pt x="332911" y="188883"/>
                  </a:lnTo>
                  <a:lnTo>
                    <a:pt x="333517" y="183625"/>
                  </a:lnTo>
                  <a:lnTo>
                    <a:pt x="333956" y="178351"/>
                  </a:lnTo>
                  <a:lnTo>
                    <a:pt x="334228" y="173066"/>
                  </a:lnTo>
                  <a:lnTo>
                    <a:pt x="334332" y="167774"/>
                  </a:lnTo>
                  <a:lnTo>
                    <a:pt x="334269" y="162482"/>
                  </a:lnTo>
                  <a:lnTo>
                    <a:pt x="334038" y="157194"/>
                  </a:lnTo>
                  <a:lnTo>
                    <a:pt x="333640" y="151917"/>
                  </a:lnTo>
                  <a:lnTo>
                    <a:pt x="333075" y="146654"/>
                  </a:lnTo>
                  <a:lnTo>
                    <a:pt x="332344" y="141412"/>
                  </a:lnTo>
                  <a:lnTo>
                    <a:pt x="331448" y="136196"/>
                  </a:lnTo>
                  <a:lnTo>
                    <a:pt x="330386" y="131011"/>
                  </a:lnTo>
                  <a:lnTo>
                    <a:pt x="329161" y="125863"/>
                  </a:lnTo>
                  <a:lnTo>
                    <a:pt x="327774" y="120755"/>
                  </a:lnTo>
                  <a:lnTo>
                    <a:pt x="326225" y="115694"/>
                  </a:lnTo>
                  <a:lnTo>
                    <a:pt x="324518" y="110685"/>
                  </a:lnTo>
                  <a:lnTo>
                    <a:pt x="322652" y="105732"/>
                  </a:lnTo>
                  <a:lnTo>
                    <a:pt x="320631" y="100840"/>
                  </a:lnTo>
                  <a:lnTo>
                    <a:pt x="318455" y="96015"/>
                  </a:lnTo>
                  <a:lnTo>
                    <a:pt x="316129" y="91262"/>
                  </a:lnTo>
                  <a:lnTo>
                    <a:pt x="313652" y="86584"/>
                  </a:lnTo>
                  <a:lnTo>
                    <a:pt x="311029" y="81987"/>
                  </a:lnTo>
                  <a:lnTo>
                    <a:pt x="308262" y="77476"/>
                  </a:lnTo>
                  <a:lnTo>
                    <a:pt x="305354" y="73054"/>
                  </a:lnTo>
                  <a:lnTo>
                    <a:pt x="302306" y="68727"/>
                  </a:lnTo>
                  <a:lnTo>
                    <a:pt x="299124" y="64498"/>
                  </a:lnTo>
                  <a:lnTo>
                    <a:pt x="295809" y="60372"/>
                  </a:lnTo>
                  <a:lnTo>
                    <a:pt x="292365" y="56353"/>
                  </a:lnTo>
                  <a:lnTo>
                    <a:pt x="288796" y="52446"/>
                  </a:lnTo>
                  <a:lnTo>
                    <a:pt x="285104" y="48653"/>
                  </a:lnTo>
                  <a:lnTo>
                    <a:pt x="281295" y="44979"/>
                  </a:lnTo>
                  <a:lnTo>
                    <a:pt x="277371" y="41427"/>
                  </a:lnTo>
                  <a:lnTo>
                    <a:pt x="273337" y="38001"/>
                  </a:lnTo>
                  <a:lnTo>
                    <a:pt x="269196" y="34705"/>
                  </a:lnTo>
                  <a:lnTo>
                    <a:pt x="264953" y="31541"/>
                  </a:lnTo>
                  <a:lnTo>
                    <a:pt x="260612" y="28514"/>
                  </a:lnTo>
                  <a:lnTo>
                    <a:pt x="256177" y="25625"/>
                  </a:lnTo>
                  <a:lnTo>
                    <a:pt x="251653" y="22878"/>
                  </a:lnTo>
                  <a:lnTo>
                    <a:pt x="247044" y="20276"/>
                  </a:lnTo>
                  <a:lnTo>
                    <a:pt x="242356" y="17821"/>
                  </a:lnTo>
                  <a:lnTo>
                    <a:pt x="237592" y="15516"/>
                  </a:lnTo>
                  <a:lnTo>
                    <a:pt x="232757" y="13362"/>
                  </a:lnTo>
                  <a:lnTo>
                    <a:pt x="227857" y="11363"/>
                  </a:lnTo>
                  <a:lnTo>
                    <a:pt x="222895" y="9520"/>
                  </a:lnTo>
                  <a:lnTo>
                    <a:pt x="217878" y="7835"/>
                  </a:lnTo>
                  <a:lnTo>
                    <a:pt x="212810" y="6309"/>
                  </a:lnTo>
                  <a:lnTo>
                    <a:pt x="167166" y="167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90748" y="2633064"/>
              <a:ext cx="45644" cy="167167"/>
            </a:xfrm>
            <a:custGeom>
              <a:avLst/>
              <a:pathLst>
                <a:path w="45644" h="167167">
                  <a:moveTo>
                    <a:pt x="45644" y="6352"/>
                  </a:moveTo>
                  <a:lnTo>
                    <a:pt x="39256" y="4674"/>
                  </a:lnTo>
                  <a:lnTo>
                    <a:pt x="32807" y="3251"/>
                  </a:lnTo>
                  <a:lnTo>
                    <a:pt x="26308" y="2083"/>
                  </a:lnTo>
                  <a:lnTo>
                    <a:pt x="19767" y="1172"/>
                  </a:lnTo>
                  <a:lnTo>
                    <a:pt x="13195" y="521"/>
                  </a:lnTo>
                  <a:lnTo>
                    <a:pt x="6602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8127" y="3170392"/>
              <a:ext cx="17853" cy="167167"/>
            </a:xfrm>
            <a:custGeom>
              <a:avLst/>
              <a:pathLst>
                <a:path w="17853" h="167167">
                  <a:moveTo>
                    <a:pt x="17853" y="0"/>
                  </a:moveTo>
                  <a:lnTo>
                    <a:pt x="8913" y="239"/>
                  </a:lnTo>
                  <a:lnTo>
                    <a:pt x="0" y="956"/>
                  </a:lnTo>
                  <a:lnTo>
                    <a:pt x="178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8127" y="3171348"/>
              <a:ext cx="17853" cy="166211"/>
            </a:xfrm>
            <a:custGeom>
              <a:avLst/>
              <a:pathLst>
                <a:path w="17853" h="166211">
                  <a:moveTo>
                    <a:pt x="0" y="0"/>
                  </a:moveTo>
                  <a:lnTo>
                    <a:pt x="17853" y="1662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8127" y="3171348"/>
              <a:ext cx="17853" cy="166211"/>
            </a:xfrm>
            <a:custGeom>
              <a:avLst/>
              <a:pathLst>
                <a:path w="17853" h="166211">
                  <a:moveTo>
                    <a:pt x="0" y="0"/>
                  </a:moveTo>
                  <a:lnTo>
                    <a:pt x="17853" y="1662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8127" y="3171348"/>
              <a:ext cx="17853" cy="166211"/>
            </a:xfrm>
            <a:custGeom>
              <a:avLst/>
              <a:pathLst>
                <a:path w="17853" h="166211">
                  <a:moveTo>
                    <a:pt x="0" y="0"/>
                  </a:moveTo>
                  <a:lnTo>
                    <a:pt x="17853" y="1662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8127" y="3171348"/>
              <a:ext cx="17853" cy="166211"/>
            </a:xfrm>
            <a:custGeom>
              <a:avLst/>
              <a:pathLst>
                <a:path w="17853" h="166211">
                  <a:moveTo>
                    <a:pt x="0" y="0"/>
                  </a:moveTo>
                  <a:lnTo>
                    <a:pt x="17853" y="1662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8127" y="3171348"/>
              <a:ext cx="17853" cy="166211"/>
            </a:xfrm>
            <a:custGeom>
              <a:avLst/>
              <a:pathLst>
                <a:path w="17853" h="166211">
                  <a:moveTo>
                    <a:pt x="0" y="0"/>
                  </a:moveTo>
                  <a:lnTo>
                    <a:pt x="17853" y="1662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8127" y="3171348"/>
              <a:ext cx="17853" cy="166211"/>
            </a:xfrm>
            <a:custGeom>
              <a:avLst/>
              <a:pathLst>
                <a:path w="17853" h="166211">
                  <a:moveTo>
                    <a:pt x="0" y="0"/>
                  </a:moveTo>
                  <a:lnTo>
                    <a:pt x="17853" y="1662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8127" y="3171348"/>
              <a:ext cx="17853" cy="166211"/>
            </a:xfrm>
            <a:custGeom>
              <a:avLst/>
              <a:pathLst>
                <a:path w="17853" h="166211">
                  <a:moveTo>
                    <a:pt x="0" y="0"/>
                  </a:moveTo>
                  <a:lnTo>
                    <a:pt x="17853" y="166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8127" y="3171348"/>
              <a:ext cx="17853" cy="166211"/>
            </a:xfrm>
            <a:custGeom>
              <a:avLst/>
              <a:pathLst>
                <a:path w="17853" h="166211">
                  <a:moveTo>
                    <a:pt x="0" y="0"/>
                  </a:moveTo>
                  <a:lnTo>
                    <a:pt x="17853" y="166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8127" y="3171348"/>
              <a:ext cx="17853" cy="166211"/>
            </a:xfrm>
            <a:custGeom>
              <a:avLst/>
              <a:pathLst>
                <a:path w="17853" h="166211">
                  <a:moveTo>
                    <a:pt x="0" y="0"/>
                  </a:moveTo>
                  <a:lnTo>
                    <a:pt x="17853" y="166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8127" y="3171348"/>
              <a:ext cx="17853" cy="166211"/>
            </a:xfrm>
            <a:custGeom>
              <a:avLst/>
              <a:pathLst>
                <a:path w="17853" h="166211">
                  <a:moveTo>
                    <a:pt x="0" y="0"/>
                  </a:moveTo>
                  <a:lnTo>
                    <a:pt x="17853" y="1662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8127" y="3171348"/>
              <a:ext cx="17853" cy="166211"/>
            </a:xfrm>
            <a:custGeom>
              <a:avLst/>
              <a:pathLst>
                <a:path w="17853" h="166211">
                  <a:moveTo>
                    <a:pt x="0" y="0"/>
                  </a:moveTo>
                  <a:lnTo>
                    <a:pt x="17853" y="1662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8127" y="3171348"/>
              <a:ext cx="17853" cy="166211"/>
            </a:xfrm>
            <a:custGeom>
              <a:avLst/>
              <a:pathLst>
                <a:path w="17853" h="166211">
                  <a:moveTo>
                    <a:pt x="0" y="0"/>
                  </a:moveTo>
                  <a:lnTo>
                    <a:pt x="17853" y="1662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358816" y="3171348"/>
              <a:ext cx="334322" cy="333374"/>
            </a:xfrm>
            <a:custGeom>
              <a:avLst/>
              <a:pathLst>
                <a:path w="334322" h="333374">
                  <a:moveTo>
                    <a:pt x="149311" y="0"/>
                  </a:moveTo>
                  <a:lnTo>
                    <a:pt x="144054" y="649"/>
                  </a:lnTo>
                  <a:lnTo>
                    <a:pt x="138820" y="1464"/>
                  </a:lnTo>
                  <a:lnTo>
                    <a:pt x="133615" y="2445"/>
                  </a:lnTo>
                  <a:lnTo>
                    <a:pt x="128443" y="3590"/>
                  </a:lnTo>
                  <a:lnTo>
                    <a:pt x="123310" y="4898"/>
                  </a:lnTo>
                  <a:lnTo>
                    <a:pt x="118222" y="6368"/>
                  </a:lnTo>
                  <a:lnTo>
                    <a:pt x="113182" y="7999"/>
                  </a:lnTo>
                  <a:lnTo>
                    <a:pt x="108197" y="9789"/>
                  </a:lnTo>
                  <a:lnTo>
                    <a:pt x="103271" y="11736"/>
                  </a:lnTo>
                  <a:lnTo>
                    <a:pt x="98409" y="13837"/>
                  </a:lnTo>
                  <a:lnTo>
                    <a:pt x="93616" y="16092"/>
                  </a:lnTo>
                  <a:lnTo>
                    <a:pt x="88897" y="18498"/>
                  </a:lnTo>
                  <a:lnTo>
                    <a:pt x="84256" y="21051"/>
                  </a:lnTo>
                  <a:lnTo>
                    <a:pt x="79699" y="23751"/>
                  </a:lnTo>
                  <a:lnTo>
                    <a:pt x="75229" y="26594"/>
                  </a:lnTo>
                  <a:lnTo>
                    <a:pt x="70852" y="29576"/>
                  </a:lnTo>
                  <a:lnTo>
                    <a:pt x="66572" y="32696"/>
                  </a:lnTo>
                  <a:lnTo>
                    <a:pt x="62392" y="35950"/>
                  </a:lnTo>
                  <a:lnTo>
                    <a:pt x="58318" y="39335"/>
                  </a:lnTo>
                  <a:lnTo>
                    <a:pt x="54353" y="42847"/>
                  </a:lnTo>
                  <a:lnTo>
                    <a:pt x="50501" y="46483"/>
                  </a:lnTo>
                  <a:lnTo>
                    <a:pt x="46766" y="50239"/>
                  </a:lnTo>
                  <a:lnTo>
                    <a:pt x="43153" y="54112"/>
                  </a:lnTo>
                  <a:lnTo>
                    <a:pt x="39663" y="58097"/>
                  </a:lnTo>
                  <a:lnTo>
                    <a:pt x="36302" y="62191"/>
                  </a:lnTo>
                  <a:lnTo>
                    <a:pt x="33072" y="66389"/>
                  </a:lnTo>
                  <a:lnTo>
                    <a:pt x="29977" y="70687"/>
                  </a:lnTo>
                  <a:lnTo>
                    <a:pt x="27019" y="75082"/>
                  </a:lnTo>
                  <a:lnTo>
                    <a:pt x="24203" y="79567"/>
                  </a:lnTo>
                  <a:lnTo>
                    <a:pt x="21529" y="84140"/>
                  </a:lnTo>
                  <a:lnTo>
                    <a:pt x="19002" y="88795"/>
                  </a:lnTo>
                  <a:lnTo>
                    <a:pt x="16624" y="93528"/>
                  </a:lnTo>
                  <a:lnTo>
                    <a:pt x="14397" y="98334"/>
                  </a:lnTo>
                  <a:lnTo>
                    <a:pt x="12323" y="103208"/>
                  </a:lnTo>
                  <a:lnTo>
                    <a:pt x="10405" y="108145"/>
                  </a:lnTo>
                  <a:lnTo>
                    <a:pt x="8644" y="113141"/>
                  </a:lnTo>
                  <a:lnTo>
                    <a:pt x="7042" y="118190"/>
                  </a:lnTo>
                  <a:lnTo>
                    <a:pt x="5601" y="123287"/>
                  </a:lnTo>
                  <a:lnTo>
                    <a:pt x="4322" y="128427"/>
                  </a:lnTo>
                  <a:lnTo>
                    <a:pt x="3207" y="133605"/>
                  </a:lnTo>
                  <a:lnTo>
                    <a:pt x="2256" y="138816"/>
                  </a:lnTo>
                  <a:lnTo>
                    <a:pt x="1471" y="144054"/>
                  </a:lnTo>
                  <a:lnTo>
                    <a:pt x="852" y="149315"/>
                  </a:lnTo>
                  <a:lnTo>
                    <a:pt x="401" y="154592"/>
                  </a:lnTo>
                  <a:lnTo>
                    <a:pt x="116" y="159882"/>
                  </a:lnTo>
                  <a:lnTo>
                    <a:pt x="0" y="165177"/>
                  </a:lnTo>
                  <a:lnTo>
                    <a:pt x="51" y="170474"/>
                  </a:lnTo>
                  <a:lnTo>
                    <a:pt x="270" y="175766"/>
                  </a:lnTo>
                  <a:lnTo>
                    <a:pt x="656" y="181049"/>
                  </a:lnTo>
                  <a:lnTo>
                    <a:pt x="1210" y="186317"/>
                  </a:lnTo>
                  <a:lnTo>
                    <a:pt x="1930" y="191564"/>
                  </a:lnTo>
                  <a:lnTo>
                    <a:pt x="2816" y="196786"/>
                  </a:lnTo>
                  <a:lnTo>
                    <a:pt x="3867" y="201978"/>
                  </a:lnTo>
                  <a:lnTo>
                    <a:pt x="5083" y="207134"/>
                  </a:lnTo>
                  <a:lnTo>
                    <a:pt x="6461" y="212248"/>
                  </a:lnTo>
                  <a:lnTo>
                    <a:pt x="8000" y="217316"/>
                  </a:lnTo>
                  <a:lnTo>
                    <a:pt x="9699" y="222333"/>
                  </a:lnTo>
                  <a:lnTo>
                    <a:pt x="11556" y="227294"/>
                  </a:lnTo>
                  <a:lnTo>
                    <a:pt x="13569" y="232193"/>
                  </a:lnTo>
                  <a:lnTo>
                    <a:pt x="15737" y="237026"/>
                  </a:lnTo>
                  <a:lnTo>
                    <a:pt x="18056" y="241788"/>
                  </a:lnTo>
                  <a:lnTo>
                    <a:pt x="20526" y="246474"/>
                  </a:lnTo>
                  <a:lnTo>
                    <a:pt x="23142" y="251080"/>
                  </a:lnTo>
                  <a:lnTo>
                    <a:pt x="25903" y="255600"/>
                  </a:lnTo>
                  <a:lnTo>
                    <a:pt x="28806" y="260031"/>
                  </a:lnTo>
                  <a:lnTo>
                    <a:pt x="31848" y="264367"/>
                  </a:lnTo>
                  <a:lnTo>
                    <a:pt x="35026" y="268605"/>
                  </a:lnTo>
                  <a:lnTo>
                    <a:pt x="38336" y="272740"/>
                  </a:lnTo>
                  <a:lnTo>
                    <a:pt x="41776" y="276768"/>
                  </a:lnTo>
                  <a:lnTo>
                    <a:pt x="45341" y="280685"/>
                  </a:lnTo>
                  <a:lnTo>
                    <a:pt x="49029" y="284487"/>
                  </a:lnTo>
                  <a:lnTo>
                    <a:pt x="52836" y="288170"/>
                  </a:lnTo>
                  <a:lnTo>
                    <a:pt x="56757" y="291731"/>
                  </a:lnTo>
                  <a:lnTo>
                    <a:pt x="60789" y="295166"/>
                  </a:lnTo>
                  <a:lnTo>
                    <a:pt x="64928" y="298471"/>
                  </a:lnTo>
                  <a:lnTo>
                    <a:pt x="69170" y="301644"/>
                  </a:lnTo>
                  <a:lnTo>
                    <a:pt x="73510" y="304681"/>
                  </a:lnTo>
                  <a:lnTo>
                    <a:pt x="77944" y="307578"/>
                  </a:lnTo>
                  <a:lnTo>
                    <a:pt x="82467" y="310334"/>
                  </a:lnTo>
                  <a:lnTo>
                    <a:pt x="87076" y="312945"/>
                  </a:lnTo>
                  <a:lnTo>
                    <a:pt x="91765" y="315409"/>
                  </a:lnTo>
                  <a:lnTo>
                    <a:pt x="96530" y="317722"/>
                  </a:lnTo>
                  <a:lnTo>
                    <a:pt x="101365" y="319884"/>
                  </a:lnTo>
                  <a:lnTo>
                    <a:pt x="106267" y="321892"/>
                  </a:lnTo>
                  <a:lnTo>
                    <a:pt x="111230" y="323743"/>
                  </a:lnTo>
                  <a:lnTo>
                    <a:pt x="116249" y="325436"/>
                  </a:lnTo>
                  <a:lnTo>
                    <a:pt x="121319" y="326969"/>
                  </a:lnTo>
                  <a:lnTo>
                    <a:pt x="126435" y="328341"/>
                  </a:lnTo>
                  <a:lnTo>
                    <a:pt x="131592" y="329550"/>
                  </a:lnTo>
                  <a:lnTo>
                    <a:pt x="136785" y="330595"/>
                  </a:lnTo>
                  <a:lnTo>
                    <a:pt x="142008" y="331475"/>
                  </a:lnTo>
                  <a:lnTo>
                    <a:pt x="147256" y="332189"/>
                  </a:lnTo>
                  <a:lnTo>
                    <a:pt x="152525" y="332736"/>
                  </a:lnTo>
                  <a:lnTo>
                    <a:pt x="157808" y="333116"/>
                  </a:lnTo>
                  <a:lnTo>
                    <a:pt x="163101" y="333329"/>
                  </a:lnTo>
                  <a:lnTo>
                    <a:pt x="168397" y="333374"/>
                  </a:lnTo>
                  <a:lnTo>
                    <a:pt x="173693" y="333251"/>
                  </a:lnTo>
                  <a:lnTo>
                    <a:pt x="178982" y="332960"/>
                  </a:lnTo>
                  <a:lnTo>
                    <a:pt x="184259" y="332502"/>
                  </a:lnTo>
                  <a:lnTo>
                    <a:pt x="189518" y="331877"/>
                  </a:lnTo>
                  <a:lnTo>
                    <a:pt x="194756" y="331085"/>
                  </a:lnTo>
                  <a:lnTo>
                    <a:pt x="199966" y="330129"/>
                  </a:lnTo>
                  <a:lnTo>
                    <a:pt x="205142" y="329007"/>
                  </a:lnTo>
                  <a:lnTo>
                    <a:pt x="210281" y="327722"/>
                  </a:lnTo>
                  <a:lnTo>
                    <a:pt x="215376" y="326275"/>
                  </a:lnTo>
                  <a:lnTo>
                    <a:pt x="220423" y="324667"/>
                  </a:lnTo>
                  <a:lnTo>
                    <a:pt x="225417" y="322900"/>
                  </a:lnTo>
                  <a:lnTo>
                    <a:pt x="230352" y="320976"/>
                  </a:lnTo>
                  <a:lnTo>
                    <a:pt x="235223" y="318896"/>
                  </a:lnTo>
                  <a:lnTo>
                    <a:pt x="240026" y="316663"/>
                  </a:lnTo>
                  <a:lnTo>
                    <a:pt x="244756" y="314280"/>
                  </a:lnTo>
                  <a:lnTo>
                    <a:pt x="249409" y="311747"/>
                  </a:lnTo>
                  <a:lnTo>
                    <a:pt x="253978" y="309068"/>
                  </a:lnTo>
                  <a:lnTo>
                    <a:pt x="258461" y="306246"/>
                  </a:lnTo>
                  <a:lnTo>
                    <a:pt x="262851" y="303283"/>
                  </a:lnTo>
                  <a:lnTo>
                    <a:pt x="267146" y="300183"/>
                  </a:lnTo>
                  <a:lnTo>
                    <a:pt x="271340" y="296948"/>
                  </a:lnTo>
                  <a:lnTo>
                    <a:pt x="275430" y="293582"/>
                  </a:lnTo>
                  <a:lnTo>
                    <a:pt x="279411" y="290088"/>
                  </a:lnTo>
                  <a:lnTo>
                    <a:pt x="283279" y="286469"/>
                  </a:lnTo>
                  <a:lnTo>
                    <a:pt x="287031" y="282730"/>
                  </a:lnTo>
                  <a:lnTo>
                    <a:pt x="290662" y="278874"/>
                  </a:lnTo>
                  <a:lnTo>
                    <a:pt x="294170" y="274905"/>
                  </a:lnTo>
                  <a:lnTo>
                    <a:pt x="297550" y="270827"/>
                  </a:lnTo>
                  <a:lnTo>
                    <a:pt x="300799" y="266643"/>
                  </a:lnTo>
                  <a:lnTo>
                    <a:pt x="303913" y="262359"/>
                  </a:lnTo>
                  <a:lnTo>
                    <a:pt x="306891" y="257978"/>
                  </a:lnTo>
                  <a:lnTo>
                    <a:pt x="309728" y="253505"/>
                  </a:lnTo>
                  <a:lnTo>
                    <a:pt x="312422" y="248945"/>
                  </a:lnTo>
                  <a:lnTo>
                    <a:pt x="314971" y="244301"/>
                  </a:lnTo>
                  <a:lnTo>
                    <a:pt x="317370" y="239579"/>
                  </a:lnTo>
                  <a:lnTo>
                    <a:pt x="319619" y="234784"/>
                  </a:lnTo>
                  <a:lnTo>
                    <a:pt x="321715" y="229919"/>
                  </a:lnTo>
                  <a:lnTo>
                    <a:pt x="323656" y="224991"/>
                  </a:lnTo>
                  <a:lnTo>
                    <a:pt x="325440" y="220003"/>
                  </a:lnTo>
                  <a:lnTo>
                    <a:pt x="327065" y="214962"/>
                  </a:lnTo>
                  <a:lnTo>
                    <a:pt x="328529" y="209871"/>
                  </a:lnTo>
                  <a:lnTo>
                    <a:pt x="329831" y="204737"/>
                  </a:lnTo>
                  <a:lnTo>
                    <a:pt x="330970" y="199564"/>
                  </a:lnTo>
                  <a:lnTo>
                    <a:pt x="331945" y="194358"/>
                  </a:lnTo>
                  <a:lnTo>
                    <a:pt x="332754" y="189123"/>
                  </a:lnTo>
                  <a:lnTo>
                    <a:pt x="333396" y="183865"/>
                  </a:lnTo>
                  <a:lnTo>
                    <a:pt x="333872" y="178590"/>
                  </a:lnTo>
                  <a:lnTo>
                    <a:pt x="334181" y="173302"/>
                  </a:lnTo>
                  <a:lnTo>
                    <a:pt x="334322" y="168007"/>
                  </a:lnTo>
                  <a:lnTo>
                    <a:pt x="334295" y="162710"/>
                  </a:lnTo>
                  <a:lnTo>
                    <a:pt x="334100" y="157417"/>
                  </a:lnTo>
                  <a:lnTo>
                    <a:pt x="333737" y="152132"/>
                  </a:lnTo>
                  <a:lnTo>
                    <a:pt x="333208" y="146862"/>
                  </a:lnTo>
                  <a:lnTo>
                    <a:pt x="332511" y="141611"/>
                  </a:lnTo>
                  <a:lnTo>
                    <a:pt x="331649" y="136385"/>
                  </a:lnTo>
                  <a:lnTo>
                    <a:pt x="330621" y="131189"/>
                  </a:lnTo>
                  <a:lnTo>
                    <a:pt x="329430" y="126028"/>
                  </a:lnTo>
                  <a:lnTo>
                    <a:pt x="328075" y="120907"/>
                  </a:lnTo>
                  <a:lnTo>
                    <a:pt x="326559" y="115832"/>
                  </a:lnTo>
                  <a:lnTo>
                    <a:pt x="324883" y="110807"/>
                  </a:lnTo>
                  <a:lnTo>
                    <a:pt x="323049" y="105838"/>
                  </a:lnTo>
                  <a:lnTo>
                    <a:pt x="321058" y="100930"/>
                  </a:lnTo>
                  <a:lnTo>
                    <a:pt x="318912" y="96087"/>
                  </a:lnTo>
                  <a:lnTo>
                    <a:pt x="316614" y="91314"/>
                  </a:lnTo>
                  <a:lnTo>
                    <a:pt x="314166" y="86617"/>
                  </a:lnTo>
                  <a:lnTo>
                    <a:pt x="311571" y="82000"/>
                  </a:lnTo>
                  <a:lnTo>
                    <a:pt x="308830" y="77467"/>
                  </a:lnTo>
                  <a:lnTo>
                    <a:pt x="305948" y="73023"/>
                  </a:lnTo>
                  <a:lnTo>
                    <a:pt x="302926" y="68673"/>
                  </a:lnTo>
                  <a:lnTo>
                    <a:pt x="299767" y="64421"/>
                  </a:lnTo>
                  <a:lnTo>
                    <a:pt x="296476" y="60271"/>
                  </a:lnTo>
                  <a:lnTo>
                    <a:pt x="293055" y="56227"/>
                  </a:lnTo>
                  <a:lnTo>
                    <a:pt x="289507" y="52294"/>
                  </a:lnTo>
                  <a:lnTo>
                    <a:pt x="285836" y="48475"/>
                  </a:lnTo>
                  <a:lnTo>
                    <a:pt x="282047" y="44774"/>
                  </a:lnTo>
                  <a:lnTo>
                    <a:pt x="278142" y="41196"/>
                  </a:lnTo>
                  <a:lnTo>
                    <a:pt x="274125" y="37742"/>
                  </a:lnTo>
                  <a:lnTo>
                    <a:pt x="270002" y="34418"/>
                  </a:lnTo>
                  <a:lnTo>
                    <a:pt x="265774" y="31226"/>
                  </a:lnTo>
                  <a:lnTo>
                    <a:pt x="261448" y="28170"/>
                  </a:lnTo>
                  <a:lnTo>
                    <a:pt x="257028" y="25252"/>
                  </a:lnTo>
                  <a:lnTo>
                    <a:pt x="252517" y="22476"/>
                  </a:lnTo>
                  <a:lnTo>
                    <a:pt x="247920" y="19844"/>
                  </a:lnTo>
                  <a:lnTo>
                    <a:pt x="243242" y="17359"/>
                  </a:lnTo>
                  <a:lnTo>
                    <a:pt x="238488" y="15023"/>
                  </a:lnTo>
                  <a:lnTo>
                    <a:pt x="233662" y="12839"/>
                  </a:lnTo>
                  <a:lnTo>
                    <a:pt x="228770" y="10809"/>
                  </a:lnTo>
                  <a:lnTo>
                    <a:pt x="223816" y="8936"/>
                  </a:lnTo>
                  <a:lnTo>
                    <a:pt x="167164" y="1662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3170392"/>
              <a:ext cx="56651" cy="167167"/>
            </a:xfrm>
            <a:custGeom>
              <a:avLst/>
              <a:pathLst>
                <a:path w="56651" h="167167">
                  <a:moveTo>
                    <a:pt x="56651" y="9892"/>
                  </a:moveTo>
                  <a:lnTo>
                    <a:pt x="51181" y="8027"/>
                  </a:lnTo>
                  <a:lnTo>
                    <a:pt x="45649" y="6353"/>
                  </a:lnTo>
                  <a:lnTo>
                    <a:pt x="40063" y="4871"/>
                  </a:lnTo>
                  <a:lnTo>
                    <a:pt x="34429" y="3583"/>
                  </a:lnTo>
                  <a:lnTo>
                    <a:pt x="28754" y="2491"/>
                  </a:lnTo>
                  <a:lnTo>
                    <a:pt x="23044" y="1596"/>
                  </a:lnTo>
                  <a:lnTo>
                    <a:pt x="17307" y="898"/>
                  </a:lnTo>
                  <a:lnTo>
                    <a:pt x="11550" y="399"/>
                  </a:lnTo>
                  <a:lnTo>
                    <a:pt x="5778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614" y="3707720"/>
              <a:ext cx="4134" cy="167167"/>
            </a:xfrm>
            <a:custGeom>
              <a:avLst/>
              <a:pathLst>
                <a:path w="4134" h="167167">
                  <a:moveTo>
                    <a:pt x="4134" y="0"/>
                  </a:moveTo>
                  <a:lnTo>
                    <a:pt x="0" y="51"/>
                  </a:lnTo>
                  <a:lnTo>
                    <a:pt x="413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614" y="3707771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614" y="3707771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614" y="3707771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614" y="3707771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614" y="3707771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614" y="3707771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614" y="3707771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614" y="3707771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614" y="3707771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614" y="3707771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614" y="3707771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423581" y="3707720"/>
              <a:ext cx="334326" cy="334322"/>
            </a:xfrm>
            <a:custGeom>
              <a:avLst/>
              <a:pathLst>
                <a:path w="334326" h="334322">
                  <a:moveTo>
                    <a:pt x="163032" y="51"/>
                  </a:moveTo>
                  <a:lnTo>
                    <a:pt x="157753" y="265"/>
                  </a:lnTo>
                  <a:lnTo>
                    <a:pt x="152483" y="646"/>
                  </a:lnTo>
                  <a:lnTo>
                    <a:pt x="147228" y="1193"/>
                  </a:lnTo>
                  <a:lnTo>
                    <a:pt x="141993" y="1906"/>
                  </a:lnTo>
                  <a:lnTo>
                    <a:pt x="136783" y="2784"/>
                  </a:lnTo>
                  <a:lnTo>
                    <a:pt x="131603" y="3826"/>
                  </a:lnTo>
                  <a:lnTo>
                    <a:pt x="126459" y="5032"/>
                  </a:lnTo>
                  <a:lnTo>
                    <a:pt x="121355" y="6399"/>
                  </a:lnTo>
                  <a:lnTo>
                    <a:pt x="116298" y="7927"/>
                  </a:lnTo>
                  <a:lnTo>
                    <a:pt x="111291" y="9614"/>
                  </a:lnTo>
                  <a:lnTo>
                    <a:pt x="106340" y="11459"/>
                  </a:lnTo>
                  <a:lnTo>
                    <a:pt x="101449" y="13459"/>
                  </a:lnTo>
                  <a:lnTo>
                    <a:pt x="96625" y="15612"/>
                  </a:lnTo>
                  <a:lnTo>
                    <a:pt x="91870" y="17917"/>
                  </a:lnTo>
                  <a:lnTo>
                    <a:pt x="87191" y="20371"/>
                  </a:lnTo>
                  <a:lnTo>
                    <a:pt x="82592" y="22972"/>
                  </a:lnTo>
                  <a:lnTo>
                    <a:pt x="78078" y="25717"/>
                  </a:lnTo>
                  <a:lnTo>
                    <a:pt x="73652" y="28603"/>
                  </a:lnTo>
                  <a:lnTo>
                    <a:pt x="69320" y="31627"/>
                  </a:lnTo>
                  <a:lnTo>
                    <a:pt x="65085" y="34787"/>
                  </a:lnTo>
                  <a:lnTo>
                    <a:pt x="60953" y="38079"/>
                  </a:lnTo>
                  <a:lnTo>
                    <a:pt x="56926" y="41500"/>
                  </a:lnTo>
                  <a:lnTo>
                    <a:pt x="53010" y="45047"/>
                  </a:lnTo>
                  <a:lnTo>
                    <a:pt x="49208" y="48715"/>
                  </a:lnTo>
                  <a:lnTo>
                    <a:pt x="45523" y="52502"/>
                  </a:lnTo>
                  <a:lnTo>
                    <a:pt x="41961" y="56404"/>
                  </a:lnTo>
                  <a:lnTo>
                    <a:pt x="38523" y="60416"/>
                  </a:lnTo>
                  <a:lnTo>
                    <a:pt x="35213" y="64535"/>
                  </a:lnTo>
                  <a:lnTo>
                    <a:pt x="32036" y="68756"/>
                  </a:lnTo>
                  <a:lnTo>
                    <a:pt x="28993" y="73075"/>
                  </a:lnTo>
                  <a:lnTo>
                    <a:pt x="26089" y="77489"/>
                  </a:lnTo>
                  <a:lnTo>
                    <a:pt x="23325" y="81992"/>
                  </a:lnTo>
                  <a:lnTo>
                    <a:pt x="20706" y="86580"/>
                  </a:lnTo>
                  <a:lnTo>
                    <a:pt x="18232" y="91249"/>
                  </a:lnTo>
                  <a:lnTo>
                    <a:pt x="15907" y="95994"/>
                  </a:lnTo>
                  <a:lnTo>
                    <a:pt x="13734" y="100809"/>
                  </a:lnTo>
                  <a:lnTo>
                    <a:pt x="11713" y="105691"/>
                  </a:lnTo>
                  <a:lnTo>
                    <a:pt x="9848" y="110635"/>
                  </a:lnTo>
                  <a:lnTo>
                    <a:pt x="8140" y="115634"/>
                  </a:lnTo>
                  <a:lnTo>
                    <a:pt x="6591" y="120686"/>
                  </a:lnTo>
                  <a:lnTo>
                    <a:pt x="5202" y="125784"/>
                  </a:lnTo>
                  <a:lnTo>
                    <a:pt x="3975" y="130923"/>
                  </a:lnTo>
                  <a:lnTo>
                    <a:pt x="2911" y="136098"/>
                  </a:lnTo>
                  <a:lnTo>
                    <a:pt x="2012" y="141304"/>
                  </a:lnTo>
                  <a:lnTo>
                    <a:pt x="1277" y="146536"/>
                  </a:lnTo>
                  <a:lnTo>
                    <a:pt x="708" y="151789"/>
                  </a:lnTo>
                  <a:lnTo>
                    <a:pt x="305" y="157057"/>
                  </a:lnTo>
                  <a:lnTo>
                    <a:pt x="69" y="162336"/>
                  </a:lnTo>
                  <a:lnTo>
                    <a:pt x="0" y="167619"/>
                  </a:lnTo>
                  <a:lnTo>
                    <a:pt x="97" y="172901"/>
                  </a:lnTo>
                  <a:lnTo>
                    <a:pt x="362" y="178178"/>
                  </a:lnTo>
                  <a:lnTo>
                    <a:pt x="793" y="183444"/>
                  </a:lnTo>
                  <a:lnTo>
                    <a:pt x="1391" y="188694"/>
                  </a:lnTo>
                  <a:lnTo>
                    <a:pt x="2154" y="193922"/>
                  </a:lnTo>
                  <a:lnTo>
                    <a:pt x="3082" y="199123"/>
                  </a:lnTo>
                  <a:lnTo>
                    <a:pt x="4174" y="204293"/>
                  </a:lnTo>
                  <a:lnTo>
                    <a:pt x="5428" y="209425"/>
                  </a:lnTo>
                  <a:lnTo>
                    <a:pt x="6844" y="214515"/>
                  </a:lnTo>
                  <a:lnTo>
                    <a:pt x="8421" y="219558"/>
                  </a:lnTo>
                  <a:lnTo>
                    <a:pt x="10156" y="224549"/>
                  </a:lnTo>
                  <a:lnTo>
                    <a:pt x="12048" y="229482"/>
                  </a:lnTo>
                  <a:lnTo>
                    <a:pt x="14094" y="234353"/>
                  </a:lnTo>
                  <a:lnTo>
                    <a:pt x="16294" y="239157"/>
                  </a:lnTo>
                  <a:lnTo>
                    <a:pt x="18644" y="243889"/>
                  </a:lnTo>
                  <a:lnTo>
                    <a:pt x="21143" y="248544"/>
                  </a:lnTo>
                  <a:lnTo>
                    <a:pt x="23788" y="253118"/>
                  </a:lnTo>
                  <a:lnTo>
                    <a:pt x="26576" y="257606"/>
                  </a:lnTo>
                  <a:lnTo>
                    <a:pt x="29504" y="262004"/>
                  </a:lnTo>
                  <a:lnTo>
                    <a:pt x="32570" y="266307"/>
                  </a:lnTo>
                  <a:lnTo>
                    <a:pt x="35770" y="270511"/>
                  </a:lnTo>
                  <a:lnTo>
                    <a:pt x="39102" y="274612"/>
                  </a:lnTo>
                  <a:lnTo>
                    <a:pt x="42561" y="278605"/>
                  </a:lnTo>
                  <a:lnTo>
                    <a:pt x="46145" y="282487"/>
                  </a:lnTo>
                  <a:lnTo>
                    <a:pt x="49850" y="286254"/>
                  </a:lnTo>
                  <a:lnTo>
                    <a:pt x="53672" y="289902"/>
                  </a:lnTo>
                  <a:lnTo>
                    <a:pt x="57607" y="293428"/>
                  </a:lnTo>
                  <a:lnTo>
                    <a:pt x="61652" y="296827"/>
                  </a:lnTo>
                  <a:lnTo>
                    <a:pt x="65802" y="300096"/>
                  </a:lnTo>
                  <a:lnTo>
                    <a:pt x="70054" y="303233"/>
                  </a:lnTo>
                  <a:lnTo>
                    <a:pt x="74402" y="306234"/>
                  </a:lnTo>
                  <a:lnTo>
                    <a:pt x="78843" y="309097"/>
                  </a:lnTo>
                  <a:lnTo>
                    <a:pt x="83373" y="311817"/>
                  </a:lnTo>
                  <a:lnTo>
                    <a:pt x="87986" y="314393"/>
                  </a:lnTo>
                  <a:lnTo>
                    <a:pt x="92678" y="316821"/>
                  </a:lnTo>
                  <a:lnTo>
                    <a:pt x="97445" y="319101"/>
                  </a:lnTo>
                  <a:lnTo>
                    <a:pt x="102281" y="321228"/>
                  </a:lnTo>
                  <a:lnTo>
                    <a:pt x="107182" y="323202"/>
                  </a:lnTo>
                  <a:lnTo>
                    <a:pt x="112143" y="325019"/>
                  </a:lnTo>
                  <a:lnTo>
                    <a:pt x="117159" y="326679"/>
                  </a:lnTo>
                  <a:lnTo>
                    <a:pt x="122225" y="328180"/>
                  </a:lnTo>
                  <a:lnTo>
                    <a:pt x="127336" y="329520"/>
                  </a:lnTo>
                  <a:lnTo>
                    <a:pt x="132486" y="330698"/>
                  </a:lnTo>
                  <a:lnTo>
                    <a:pt x="137672" y="331712"/>
                  </a:lnTo>
                  <a:lnTo>
                    <a:pt x="142886" y="332562"/>
                  </a:lnTo>
                  <a:lnTo>
                    <a:pt x="148125" y="333246"/>
                  </a:lnTo>
                  <a:lnTo>
                    <a:pt x="153383" y="333765"/>
                  </a:lnTo>
                  <a:lnTo>
                    <a:pt x="158655" y="334118"/>
                  </a:lnTo>
                  <a:lnTo>
                    <a:pt x="163935" y="334303"/>
                  </a:lnTo>
                  <a:lnTo>
                    <a:pt x="169219" y="334322"/>
                  </a:lnTo>
                  <a:lnTo>
                    <a:pt x="174500" y="334173"/>
                  </a:lnTo>
                  <a:lnTo>
                    <a:pt x="179774" y="333858"/>
                  </a:lnTo>
                  <a:lnTo>
                    <a:pt x="185036" y="333377"/>
                  </a:lnTo>
                  <a:lnTo>
                    <a:pt x="190279" y="332729"/>
                  </a:lnTo>
                  <a:lnTo>
                    <a:pt x="195500" y="331916"/>
                  </a:lnTo>
                  <a:lnTo>
                    <a:pt x="200692" y="330938"/>
                  </a:lnTo>
                  <a:lnTo>
                    <a:pt x="205851" y="329797"/>
                  </a:lnTo>
                  <a:lnTo>
                    <a:pt x="210971" y="328493"/>
                  </a:lnTo>
                  <a:lnTo>
                    <a:pt x="216047" y="327028"/>
                  </a:lnTo>
                  <a:lnTo>
                    <a:pt x="221075" y="325403"/>
                  </a:lnTo>
                  <a:lnTo>
                    <a:pt x="226049" y="323621"/>
                  </a:lnTo>
                  <a:lnTo>
                    <a:pt x="230964" y="321682"/>
                  </a:lnTo>
                  <a:lnTo>
                    <a:pt x="235815" y="319589"/>
                  </a:lnTo>
                  <a:lnTo>
                    <a:pt x="240597" y="317343"/>
                  </a:lnTo>
                  <a:lnTo>
                    <a:pt x="245307" y="314947"/>
                  </a:lnTo>
                  <a:lnTo>
                    <a:pt x="249938" y="312404"/>
                  </a:lnTo>
                  <a:lnTo>
                    <a:pt x="254486" y="309716"/>
                  </a:lnTo>
                  <a:lnTo>
                    <a:pt x="258947" y="306885"/>
                  </a:lnTo>
                  <a:lnTo>
                    <a:pt x="263317" y="303915"/>
                  </a:lnTo>
                  <a:lnTo>
                    <a:pt x="267590" y="300808"/>
                  </a:lnTo>
                  <a:lnTo>
                    <a:pt x="271764" y="297568"/>
                  </a:lnTo>
                  <a:lnTo>
                    <a:pt x="275832" y="294197"/>
                  </a:lnTo>
                  <a:lnTo>
                    <a:pt x="279793" y="290700"/>
                  </a:lnTo>
                  <a:lnTo>
                    <a:pt x="283640" y="287079"/>
                  </a:lnTo>
                  <a:lnTo>
                    <a:pt x="287371" y="283338"/>
                  </a:lnTo>
                  <a:lnTo>
                    <a:pt x="290983" y="279481"/>
                  </a:lnTo>
                  <a:lnTo>
                    <a:pt x="294470" y="275512"/>
                  </a:lnTo>
                  <a:lnTo>
                    <a:pt x="297831" y="271435"/>
                  </a:lnTo>
                  <a:lnTo>
                    <a:pt x="301060" y="267254"/>
                  </a:lnTo>
                  <a:lnTo>
                    <a:pt x="304156" y="262972"/>
                  </a:lnTo>
                  <a:lnTo>
                    <a:pt x="307116" y="258595"/>
                  </a:lnTo>
                  <a:lnTo>
                    <a:pt x="309935" y="254127"/>
                  </a:lnTo>
                  <a:lnTo>
                    <a:pt x="312612" y="249572"/>
                  </a:lnTo>
                  <a:lnTo>
                    <a:pt x="315143" y="244934"/>
                  </a:lnTo>
                  <a:lnTo>
                    <a:pt x="317527" y="240219"/>
                  </a:lnTo>
                  <a:lnTo>
                    <a:pt x="319761" y="235431"/>
                  </a:lnTo>
                  <a:lnTo>
                    <a:pt x="321842" y="230574"/>
                  </a:lnTo>
                  <a:lnTo>
                    <a:pt x="323768" y="225654"/>
                  </a:lnTo>
                  <a:lnTo>
                    <a:pt x="325538" y="220676"/>
                  </a:lnTo>
                  <a:lnTo>
                    <a:pt x="327150" y="215645"/>
                  </a:lnTo>
                  <a:lnTo>
                    <a:pt x="328602" y="210565"/>
                  </a:lnTo>
                  <a:lnTo>
                    <a:pt x="329893" y="205441"/>
                  </a:lnTo>
                  <a:lnTo>
                    <a:pt x="331021" y="200280"/>
                  </a:lnTo>
                  <a:lnTo>
                    <a:pt x="331986" y="195085"/>
                  </a:lnTo>
                  <a:lnTo>
                    <a:pt x="332786" y="189862"/>
                  </a:lnTo>
                  <a:lnTo>
                    <a:pt x="333421" y="184617"/>
                  </a:lnTo>
                  <a:lnTo>
                    <a:pt x="333889" y="179354"/>
                  </a:lnTo>
                  <a:lnTo>
                    <a:pt x="334191" y="174079"/>
                  </a:lnTo>
                  <a:lnTo>
                    <a:pt x="334326" y="168798"/>
                  </a:lnTo>
                  <a:lnTo>
                    <a:pt x="334294" y="163514"/>
                  </a:lnTo>
                  <a:lnTo>
                    <a:pt x="334095" y="158234"/>
                  </a:lnTo>
                  <a:lnTo>
                    <a:pt x="333729" y="152964"/>
                  </a:lnTo>
                  <a:lnTo>
                    <a:pt x="333197" y="147707"/>
                  </a:lnTo>
                  <a:lnTo>
                    <a:pt x="332499" y="142470"/>
                  </a:lnTo>
                  <a:lnTo>
                    <a:pt x="331636" y="137257"/>
                  </a:lnTo>
                  <a:lnTo>
                    <a:pt x="330609" y="132074"/>
                  </a:lnTo>
                  <a:lnTo>
                    <a:pt x="329418" y="126927"/>
                  </a:lnTo>
                  <a:lnTo>
                    <a:pt x="328066" y="121819"/>
                  </a:lnTo>
                  <a:lnTo>
                    <a:pt x="326552" y="116757"/>
                  </a:lnTo>
                  <a:lnTo>
                    <a:pt x="324879" y="111746"/>
                  </a:lnTo>
                  <a:lnTo>
                    <a:pt x="323049" y="106789"/>
                  </a:lnTo>
                  <a:lnTo>
                    <a:pt x="321063" y="101893"/>
                  </a:lnTo>
                  <a:lnTo>
                    <a:pt x="318924" y="97062"/>
                  </a:lnTo>
                  <a:lnTo>
                    <a:pt x="316632" y="92301"/>
                  </a:lnTo>
                  <a:lnTo>
                    <a:pt x="314192" y="87615"/>
                  </a:lnTo>
                  <a:lnTo>
                    <a:pt x="311604" y="83009"/>
                  </a:lnTo>
                  <a:lnTo>
                    <a:pt x="308873" y="78486"/>
                  </a:lnTo>
                  <a:lnTo>
                    <a:pt x="305999" y="74052"/>
                  </a:lnTo>
                  <a:lnTo>
                    <a:pt x="302987" y="69711"/>
                  </a:lnTo>
                  <a:lnTo>
                    <a:pt x="299840" y="65468"/>
                  </a:lnTo>
                  <a:lnTo>
                    <a:pt x="296560" y="61326"/>
                  </a:lnTo>
                  <a:lnTo>
                    <a:pt x="293150" y="57290"/>
                  </a:lnTo>
                  <a:lnTo>
                    <a:pt x="289615" y="53363"/>
                  </a:lnTo>
                  <a:lnTo>
                    <a:pt x="285957" y="49550"/>
                  </a:lnTo>
                  <a:lnTo>
                    <a:pt x="282181" y="45855"/>
                  </a:lnTo>
                  <a:lnTo>
                    <a:pt x="278290" y="42281"/>
                  </a:lnTo>
                  <a:lnTo>
                    <a:pt x="274288" y="38831"/>
                  </a:lnTo>
                  <a:lnTo>
                    <a:pt x="270178" y="35510"/>
                  </a:lnTo>
                  <a:lnTo>
                    <a:pt x="265966" y="32321"/>
                  </a:lnTo>
                  <a:lnTo>
                    <a:pt x="261656" y="29266"/>
                  </a:lnTo>
                  <a:lnTo>
                    <a:pt x="257250" y="26349"/>
                  </a:lnTo>
                  <a:lnTo>
                    <a:pt x="252755" y="23572"/>
                  </a:lnTo>
                  <a:lnTo>
                    <a:pt x="248175" y="20939"/>
                  </a:lnTo>
                  <a:lnTo>
                    <a:pt x="243513" y="18452"/>
                  </a:lnTo>
                  <a:lnTo>
                    <a:pt x="238775" y="16114"/>
                  </a:lnTo>
                  <a:lnTo>
                    <a:pt x="233966" y="13926"/>
                  </a:lnTo>
                  <a:lnTo>
                    <a:pt x="229090" y="11892"/>
                  </a:lnTo>
                  <a:lnTo>
                    <a:pt x="224152" y="10012"/>
                  </a:lnTo>
                  <a:lnTo>
                    <a:pt x="219157" y="8290"/>
                  </a:lnTo>
                  <a:lnTo>
                    <a:pt x="214110" y="6726"/>
                  </a:lnTo>
                  <a:lnTo>
                    <a:pt x="209016" y="5323"/>
                  </a:lnTo>
                  <a:lnTo>
                    <a:pt x="203881" y="4081"/>
                  </a:lnTo>
                  <a:lnTo>
                    <a:pt x="198708" y="3002"/>
                  </a:lnTo>
                  <a:lnTo>
                    <a:pt x="193505" y="2087"/>
                  </a:lnTo>
                  <a:lnTo>
                    <a:pt x="188275" y="1338"/>
                  </a:lnTo>
                  <a:lnTo>
                    <a:pt x="183024" y="753"/>
                  </a:lnTo>
                  <a:lnTo>
                    <a:pt x="177757" y="335"/>
                  </a:lnTo>
                  <a:lnTo>
                    <a:pt x="172479" y="84"/>
                  </a:lnTo>
                  <a:lnTo>
                    <a:pt x="16719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153" y="4213821"/>
              <a:ext cx="4134" cy="167167"/>
            </a:xfrm>
            <a:custGeom>
              <a:avLst/>
              <a:pathLst>
                <a:path w="4134" h="167167">
                  <a:moveTo>
                    <a:pt x="4134" y="0"/>
                  </a:moveTo>
                  <a:lnTo>
                    <a:pt x="0" y="51"/>
                  </a:lnTo>
                  <a:lnTo>
                    <a:pt x="413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153" y="4213872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153" y="4213872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153" y="4213872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153" y="4213872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153" y="4213872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153" y="4213872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153" y="4213872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153" y="4213872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153" y="4213872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7153" y="4213872"/>
              <a:ext cx="4134" cy="167116"/>
            </a:xfrm>
            <a:custGeom>
              <a:avLst/>
              <a:pathLst>
                <a:path w="4134" h="167116">
                  <a:moveTo>
                    <a:pt x="0" y="0"/>
                  </a:moveTo>
                  <a:lnTo>
                    <a:pt x="4134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14120" y="4213821"/>
              <a:ext cx="334326" cy="334322"/>
            </a:xfrm>
            <a:custGeom>
              <a:avLst/>
              <a:pathLst>
                <a:path w="334326" h="334322">
                  <a:moveTo>
                    <a:pt x="163032" y="51"/>
                  </a:moveTo>
                  <a:lnTo>
                    <a:pt x="157753" y="265"/>
                  </a:lnTo>
                  <a:lnTo>
                    <a:pt x="152483" y="646"/>
                  </a:lnTo>
                  <a:lnTo>
                    <a:pt x="147228" y="1193"/>
                  </a:lnTo>
                  <a:lnTo>
                    <a:pt x="141993" y="1906"/>
                  </a:lnTo>
                  <a:lnTo>
                    <a:pt x="136783" y="2784"/>
                  </a:lnTo>
                  <a:lnTo>
                    <a:pt x="131603" y="3826"/>
                  </a:lnTo>
                  <a:lnTo>
                    <a:pt x="126459" y="5032"/>
                  </a:lnTo>
                  <a:lnTo>
                    <a:pt x="121355" y="6399"/>
                  </a:lnTo>
                  <a:lnTo>
                    <a:pt x="116298" y="7927"/>
                  </a:lnTo>
                  <a:lnTo>
                    <a:pt x="111291" y="9614"/>
                  </a:lnTo>
                  <a:lnTo>
                    <a:pt x="106340" y="11459"/>
                  </a:lnTo>
                  <a:lnTo>
                    <a:pt x="101449" y="13459"/>
                  </a:lnTo>
                  <a:lnTo>
                    <a:pt x="96625" y="15612"/>
                  </a:lnTo>
                  <a:lnTo>
                    <a:pt x="91870" y="17917"/>
                  </a:lnTo>
                  <a:lnTo>
                    <a:pt x="87191" y="20371"/>
                  </a:lnTo>
                  <a:lnTo>
                    <a:pt x="82592" y="22972"/>
                  </a:lnTo>
                  <a:lnTo>
                    <a:pt x="78078" y="25717"/>
                  </a:lnTo>
                  <a:lnTo>
                    <a:pt x="73652" y="28603"/>
                  </a:lnTo>
                  <a:lnTo>
                    <a:pt x="69320" y="31627"/>
                  </a:lnTo>
                  <a:lnTo>
                    <a:pt x="65085" y="34787"/>
                  </a:lnTo>
                  <a:lnTo>
                    <a:pt x="60953" y="38079"/>
                  </a:lnTo>
                  <a:lnTo>
                    <a:pt x="56926" y="41500"/>
                  </a:lnTo>
                  <a:lnTo>
                    <a:pt x="53010" y="45047"/>
                  </a:lnTo>
                  <a:lnTo>
                    <a:pt x="49208" y="48715"/>
                  </a:lnTo>
                  <a:lnTo>
                    <a:pt x="45523" y="52502"/>
                  </a:lnTo>
                  <a:lnTo>
                    <a:pt x="41961" y="56404"/>
                  </a:lnTo>
                  <a:lnTo>
                    <a:pt x="38523" y="60416"/>
                  </a:lnTo>
                  <a:lnTo>
                    <a:pt x="35213" y="64535"/>
                  </a:lnTo>
                  <a:lnTo>
                    <a:pt x="32036" y="68756"/>
                  </a:lnTo>
                  <a:lnTo>
                    <a:pt x="28993" y="73075"/>
                  </a:lnTo>
                  <a:lnTo>
                    <a:pt x="26089" y="77489"/>
                  </a:lnTo>
                  <a:lnTo>
                    <a:pt x="23325" y="81992"/>
                  </a:lnTo>
                  <a:lnTo>
                    <a:pt x="20706" y="86580"/>
                  </a:lnTo>
                  <a:lnTo>
                    <a:pt x="18232" y="91249"/>
                  </a:lnTo>
                  <a:lnTo>
                    <a:pt x="15907" y="95994"/>
                  </a:lnTo>
                  <a:lnTo>
                    <a:pt x="13734" y="100809"/>
                  </a:lnTo>
                  <a:lnTo>
                    <a:pt x="11713" y="105691"/>
                  </a:lnTo>
                  <a:lnTo>
                    <a:pt x="9848" y="110635"/>
                  </a:lnTo>
                  <a:lnTo>
                    <a:pt x="8140" y="115634"/>
                  </a:lnTo>
                  <a:lnTo>
                    <a:pt x="6591" y="120686"/>
                  </a:lnTo>
                  <a:lnTo>
                    <a:pt x="5202" y="125784"/>
                  </a:lnTo>
                  <a:lnTo>
                    <a:pt x="3975" y="130923"/>
                  </a:lnTo>
                  <a:lnTo>
                    <a:pt x="2911" y="136098"/>
                  </a:lnTo>
                  <a:lnTo>
                    <a:pt x="2012" y="141304"/>
                  </a:lnTo>
                  <a:lnTo>
                    <a:pt x="1277" y="146536"/>
                  </a:lnTo>
                  <a:lnTo>
                    <a:pt x="708" y="151789"/>
                  </a:lnTo>
                  <a:lnTo>
                    <a:pt x="305" y="157057"/>
                  </a:lnTo>
                  <a:lnTo>
                    <a:pt x="69" y="162336"/>
                  </a:lnTo>
                  <a:lnTo>
                    <a:pt x="0" y="167619"/>
                  </a:lnTo>
                  <a:lnTo>
                    <a:pt x="97" y="172901"/>
                  </a:lnTo>
                  <a:lnTo>
                    <a:pt x="362" y="178178"/>
                  </a:lnTo>
                  <a:lnTo>
                    <a:pt x="793" y="183444"/>
                  </a:lnTo>
                  <a:lnTo>
                    <a:pt x="1391" y="188694"/>
                  </a:lnTo>
                  <a:lnTo>
                    <a:pt x="2154" y="193922"/>
                  </a:lnTo>
                  <a:lnTo>
                    <a:pt x="3082" y="199123"/>
                  </a:lnTo>
                  <a:lnTo>
                    <a:pt x="4174" y="204293"/>
                  </a:lnTo>
                  <a:lnTo>
                    <a:pt x="5428" y="209425"/>
                  </a:lnTo>
                  <a:lnTo>
                    <a:pt x="6844" y="214515"/>
                  </a:lnTo>
                  <a:lnTo>
                    <a:pt x="8421" y="219558"/>
                  </a:lnTo>
                  <a:lnTo>
                    <a:pt x="10156" y="224549"/>
                  </a:lnTo>
                  <a:lnTo>
                    <a:pt x="12048" y="229482"/>
                  </a:lnTo>
                  <a:lnTo>
                    <a:pt x="14094" y="234353"/>
                  </a:lnTo>
                  <a:lnTo>
                    <a:pt x="16294" y="239157"/>
                  </a:lnTo>
                  <a:lnTo>
                    <a:pt x="18644" y="243889"/>
                  </a:lnTo>
                  <a:lnTo>
                    <a:pt x="21143" y="248544"/>
                  </a:lnTo>
                  <a:lnTo>
                    <a:pt x="23788" y="253118"/>
                  </a:lnTo>
                  <a:lnTo>
                    <a:pt x="26576" y="257606"/>
                  </a:lnTo>
                  <a:lnTo>
                    <a:pt x="29504" y="262004"/>
                  </a:lnTo>
                  <a:lnTo>
                    <a:pt x="32570" y="266307"/>
                  </a:lnTo>
                  <a:lnTo>
                    <a:pt x="35770" y="270511"/>
                  </a:lnTo>
                  <a:lnTo>
                    <a:pt x="39102" y="274612"/>
                  </a:lnTo>
                  <a:lnTo>
                    <a:pt x="42561" y="278605"/>
                  </a:lnTo>
                  <a:lnTo>
                    <a:pt x="46145" y="282487"/>
                  </a:lnTo>
                  <a:lnTo>
                    <a:pt x="49850" y="286254"/>
                  </a:lnTo>
                  <a:lnTo>
                    <a:pt x="53672" y="289902"/>
                  </a:lnTo>
                  <a:lnTo>
                    <a:pt x="57607" y="293428"/>
                  </a:lnTo>
                  <a:lnTo>
                    <a:pt x="61652" y="296827"/>
                  </a:lnTo>
                  <a:lnTo>
                    <a:pt x="65802" y="300096"/>
                  </a:lnTo>
                  <a:lnTo>
                    <a:pt x="70054" y="303233"/>
                  </a:lnTo>
                  <a:lnTo>
                    <a:pt x="74402" y="306234"/>
                  </a:lnTo>
                  <a:lnTo>
                    <a:pt x="78843" y="309097"/>
                  </a:lnTo>
                  <a:lnTo>
                    <a:pt x="83373" y="311817"/>
                  </a:lnTo>
                  <a:lnTo>
                    <a:pt x="87986" y="314393"/>
                  </a:lnTo>
                  <a:lnTo>
                    <a:pt x="92678" y="316821"/>
                  </a:lnTo>
                  <a:lnTo>
                    <a:pt x="97445" y="319101"/>
                  </a:lnTo>
                  <a:lnTo>
                    <a:pt x="102281" y="321228"/>
                  </a:lnTo>
                  <a:lnTo>
                    <a:pt x="107182" y="323202"/>
                  </a:lnTo>
                  <a:lnTo>
                    <a:pt x="112143" y="325019"/>
                  </a:lnTo>
                  <a:lnTo>
                    <a:pt x="117159" y="326679"/>
                  </a:lnTo>
                  <a:lnTo>
                    <a:pt x="122225" y="328180"/>
                  </a:lnTo>
                  <a:lnTo>
                    <a:pt x="127336" y="329520"/>
                  </a:lnTo>
                  <a:lnTo>
                    <a:pt x="132486" y="330698"/>
                  </a:lnTo>
                  <a:lnTo>
                    <a:pt x="137672" y="331712"/>
                  </a:lnTo>
                  <a:lnTo>
                    <a:pt x="142886" y="332562"/>
                  </a:lnTo>
                  <a:lnTo>
                    <a:pt x="148125" y="333246"/>
                  </a:lnTo>
                  <a:lnTo>
                    <a:pt x="153383" y="333765"/>
                  </a:lnTo>
                  <a:lnTo>
                    <a:pt x="158655" y="334118"/>
                  </a:lnTo>
                  <a:lnTo>
                    <a:pt x="163935" y="334303"/>
                  </a:lnTo>
                  <a:lnTo>
                    <a:pt x="169219" y="334322"/>
                  </a:lnTo>
                  <a:lnTo>
                    <a:pt x="174500" y="334173"/>
                  </a:lnTo>
                  <a:lnTo>
                    <a:pt x="179774" y="333858"/>
                  </a:lnTo>
                  <a:lnTo>
                    <a:pt x="185036" y="333377"/>
                  </a:lnTo>
                  <a:lnTo>
                    <a:pt x="190279" y="332729"/>
                  </a:lnTo>
                  <a:lnTo>
                    <a:pt x="195500" y="331916"/>
                  </a:lnTo>
                  <a:lnTo>
                    <a:pt x="200692" y="330938"/>
                  </a:lnTo>
                  <a:lnTo>
                    <a:pt x="205851" y="329797"/>
                  </a:lnTo>
                  <a:lnTo>
                    <a:pt x="210971" y="328493"/>
                  </a:lnTo>
                  <a:lnTo>
                    <a:pt x="216047" y="327028"/>
                  </a:lnTo>
                  <a:lnTo>
                    <a:pt x="221075" y="325403"/>
                  </a:lnTo>
                  <a:lnTo>
                    <a:pt x="226049" y="323621"/>
                  </a:lnTo>
                  <a:lnTo>
                    <a:pt x="230964" y="321682"/>
                  </a:lnTo>
                  <a:lnTo>
                    <a:pt x="235815" y="319589"/>
                  </a:lnTo>
                  <a:lnTo>
                    <a:pt x="240597" y="317343"/>
                  </a:lnTo>
                  <a:lnTo>
                    <a:pt x="245307" y="314947"/>
                  </a:lnTo>
                  <a:lnTo>
                    <a:pt x="249938" y="312404"/>
                  </a:lnTo>
                  <a:lnTo>
                    <a:pt x="254486" y="309716"/>
                  </a:lnTo>
                  <a:lnTo>
                    <a:pt x="258947" y="306885"/>
                  </a:lnTo>
                  <a:lnTo>
                    <a:pt x="263317" y="303915"/>
                  </a:lnTo>
                  <a:lnTo>
                    <a:pt x="267590" y="300808"/>
                  </a:lnTo>
                  <a:lnTo>
                    <a:pt x="271764" y="297568"/>
                  </a:lnTo>
                  <a:lnTo>
                    <a:pt x="275832" y="294197"/>
                  </a:lnTo>
                  <a:lnTo>
                    <a:pt x="279793" y="290700"/>
                  </a:lnTo>
                  <a:lnTo>
                    <a:pt x="283640" y="287079"/>
                  </a:lnTo>
                  <a:lnTo>
                    <a:pt x="287371" y="283338"/>
                  </a:lnTo>
                  <a:lnTo>
                    <a:pt x="290983" y="279481"/>
                  </a:lnTo>
                  <a:lnTo>
                    <a:pt x="294470" y="275512"/>
                  </a:lnTo>
                  <a:lnTo>
                    <a:pt x="297831" y="271435"/>
                  </a:lnTo>
                  <a:lnTo>
                    <a:pt x="301060" y="267254"/>
                  </a:lnTo>
                  <a:lnTo>
                    <a:pt x="304156" y="262972"/>
                  </a:lnTo>
                  <a:lnTo>
                    <a:pt x="307116" y="258595"/>
                  </a:lnTo>
                  <a:lnTo>
                    <a:pt x="309935" y="254127"/>
                  </a:lnTo>
                  <a:lnTo>
                    <a:pt x="312612" y="249572"/>
                  </a:lnTo>
                  <a:lnTo>
                    <a:pt x="315143" y="244934"/>
                  </a:lnTo>
                  <a:lnTo>
                    <a:pt x="317527" y="240219"/>
                  </a:lnTo>
                  <a:lnTo>
                    <a:pt x="319761" y="235431"/>
                  </a:lnTo>
                  <a:lnTo>
                    <a:pt x="321842" y="230574"/>
                  </a:lnTo>
                  <a:lnTo>
                    <a:pt x="323768" y="225654"/>
                  </a:lnTo>
                  <a:lnTo>
                    <a:pt x="325538" y="220676"/>
                  </a:lnTo>
                  <a:lnTo>
                    <a:pt x="327150" y="215645"/>
                  </a:lnTo>
                  <a:lnTo>
                    <a:pt x="328602" y="210565"/>
                  </a:lnTo>
                  <a:lnTo>
                    <a:pt x="329893" y="205441"/>
                  </a:lnTo>
                  <a:lnTo>
                    <a:pt x="331021" y="200280"/>
                  </a:lnTo>
                  <a:lnTo>
                    <a:pt x="331986" y="195085"/>
                  </a:lnTo>
                  <a:lnTo>
                    <a:pt x="332786" y="189862"/>
                  </a:lnTo>
                  <a:lnTo>
                    <a:pt x="333421" y="184617"/>
                  </a:lnTo>
                  <a:lnTo>
                    <a:pt x="333889" y="179354"/>
                  </a:lnTo>
                  <a:lnTo>
                    <a:pt x="334191" y="174079"/>
                  </a:lnTo>
                  <a:lnTo>
                    <a:pt x="334326" y="168798"/>
                  </a:lnTo>
                  <a:lnTo>
                    <a:pt x="334294" y="163514"/>
                  </a:lnTo>
                  <a:lnTo>
                    <a:pt x="334095" y="158234"/>
                  </a:lnTo>
                  <a:lnTo>
                    <a:pt x="333729" y="152964"/>
                  </a:lnTo>
                  <a:lnTo>
                    <a:pt x="333197" y="147707"/>
                  </a:lnTo>
                  <a:lnTo>
                    <a:pt x="332499" y="142470"/>
                  </a:lnTo>
                  <a:lnTo>
                    <a:pt x="331636" y="137257"/>
                  </a:lnTo>
                  <a:lnTo>
                    <a:pt x="330609" y="132074"/>
                  </a:lnTo>
                  <a:lnTo>
                    <a:pt x="329418" y="126927"/>
                  </a:lnTo>
                  <a:lnTo>
                    <a:pt x="328066" y="121819"/>
                  </a:lnTo>
                  <a:lnTo>
                    <a:pt x="326552" y="116757"/>
                  </a:lnTo>
                  <a:lnTo>
                    <a:pt x="324879" y="111746"/>
                  </a:lnTo>
                  <a:lnTo>
                    <a:pt x="323049" y="106789"/>
                  </a:lnTo>
                  <a:lnTo>
                    <a:pt x="321063" y="101893"/>
                  </a:lnTo>
                  <a:lnTo>
                    <a:pt x="318924" y="97062"/>
                  </a:lnTo>
                  <a:lnTo>
                    <a:pt x="316632" y="92301"/>
                  </a:lnTo>
                  <a:lnTo>
                    <a:pt x="314192" y="87615"/>
                  </a:lnTo>
                  <a:lnTo>
                    <a:pt x="311604" y="83009"/>
                  </a:lnTo>
                  <a:lnTo>
                    <a:pt x="308873" y="78486"/>
                  </a:lnTo>
                  <a:lnTo>
                    <a:pt x="305999" y="74052"/>
                  </a:lnTo>
                  <a:lnTo>
                    <a:pt x="302987" y="69711"/>
                  </a:lnTo>
                  <a:lnTo>
                    <a:pt x="299840" y="65468"/>
                  </a:lnTo>
                  <a:lnTo>
                    <a:pt x="296560" y="61326"/>
                  </a:lnTo>
                  <a:lnTo>
                    <a:pt x="293150" y="57290"/>
                  </a:lnTo>
                  <a:lnTo>
                    <a:pt x="289615" y="53363"/>
                  </a:lnTo>
                  <a:lnTo>
                    <a:pt x="285957" y="49550"/>
                  </a:lnTo>
                  <a:lnTo>
                    <a:pt x="282181" y="45855"/>
                  </a:lnTo>
                  <a:lnTo>
                    <a:pt x="278290" y="42281"/>
                  </a:lnTo>
                  <a:lnTo>
                    <a:pt x="274288" y="38831"/>
                  </a:lnTo>
                  <a:lnTo>
                    <a:pt x="270178" y="35510"/>
                  </a:lnTo>
                  <a:lnTo>
                    <a:pt x="265966" y="32321"/>
                  </a:lnTo>
                  <a:lnTo>
                    <a:pt x="261656" y="29266"/>
                  </a:lnTo>
                  <a:lnTo>
                    <a:pt x="257250" y="26349"/>
                  </a:lnTo>
                  <a:lnTo>
                    <a:pt x="252755" y="23572"/>
                  </a:lnTo>
                  <a:lnTo>
                    <a:pt x="248175" y="20939"/>
                  </a:lnTo>
                  <a:lnTo>
                    <a:pt x="243513" y="18452"/>
                  </a:lnTo>
                  <a:lnTo>
                    <a:pt x="238775" y="16114"/>
                  </a:lnTo>
                  <a:lnTo>
                    <a:pt x="233966" y="13926"/>
                  </a:lnTo>
                  <a:lnTo>
                    <a:pt x="229090" y="11892"/>
                  </a:lnTo>
                  <a:lnTo>
                    <a:pt x="224152" y="10012"/>
                  </a:lnTo>
                  <a:lnTo>
                    <a:pt x="219157" y="8290"/>
                  </a:lnTo>
                  <a:lnTo>
                    <a:pt x="214110" y="6726"/>
                  </a:lnTo>
                  <a:lnTo>
                    <a:pt x="209016" y="5323"/>
                  </a:lnTo>
                  <a:lnTo>
                    <a:pt x="203881" y="4081"/>
                  </a:lnTo>
                  <a:lnTo>
                    <a:pt x="198708" y="3002"/>
                  </a:lnTo>
                  <a:lnTo>
                    <a:pt x="193505" y="2087"/>
                  </a:lnTo>
                  <a:lnTo>
                    <a:pt x="188275" y="1338"/>
                  </a:lnTo>
                  <a:lnTo>
                    <a:pt x="183024" y="753"/>
                  </a:lnTo>
                  <a:lnTo>
                    <a:pt x="177757" y="335"/>
                  </a:lnTo>
                  <a:lnTo>
                    <a:pt x="172479" y="84"/>
                  </a:lnTo>
                  <a:lnTo>
                    <a:pt x="16719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656" y="4659281"/>
              <a:ext cx="868" cy="167167"/>
            </a:xfrm>
            <a:custGeom>
              <a:avLst/>
              <a:pathLst>
                <a:path w="868" h="167167">
                  <a:moveTo>
                    <a:pt x="868" y="0"/>
                  </a:moveTo>
                  <a:lnTo>
                    <a:pt x="0" y="2"/>
                  </a:lnTo>
                  <a:lnTo>
                    <a:pt x="86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656" y="4659284"/>
              <a:ext cx="868" cy="167165"/>
            </a:xfrm>
            <a:custGeom>
              <a:avLst/>
              <a:pathLst>
                <a:path w="868" h="167165">
                  <a:moveTo>
                    <a:pt x="0" y="0"/>
                  </a:moveTo>
                  <a:lnTo>
                    <a:pt x="868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656" y="4659284"/>
              <a:ext cx="868" cy="167165"/>
            </a:xfrm>
            <a:custGeom>
              <a:avLst/>
              <a:pathLst>
                <a:path w="868" h="167165">
                  <a:moveTo>
                    <a:pt x="0" y="0"/>
                  </a:moveTo>
                  <a:lnTo>
                    <a:pt x="868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656" y="4659284"/>
              <a:ext cx="868" cy="167165"/>
            </a:xfrm>
            <a:custGeom>
              <a:avLst/>
              <a:pathLst>
                <a:path w="868" h="167165">
                  <a:moveTo>
                    <a:pt x="0" y="0"/>
                  </a:moveTo>
                  <a:lnTo>
                    <a:pt x="868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656" y="4659284"/>
              <a:ext cx="868" cy="167165"/>
            </a:xfrm>
            <a:custGeom>
              <a:avLst/>
              <a:pathLst>
                <a:path w="868" h="167165">
                  <a:moveTo>
                    <a:pt x="0" y="0"/>
                  </a:moveTo>
                  <a:lnTo>
                    <a:pt x="86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656" y="4659284"/>
              <a:ext cx="868" cy="167165"/>
            </a:xfrm>
            <a:custGeom>
              <a:avLst/>
              <a:pathLst>
                <a:path w="868" h="167165">
                  <a:moveTo>
                    <a:pt x="0" y="0"/>
                  </a:moveTo>
                  <a:lnTo>
                    <a:pt x="86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656" y="4659284"/>
              <a:ext cx="868" cy="167165"/>
            </a:xfrm>
            <a:custGeom>
              <a:avLst/>
              <a:pathLst>
                <a:path w="868" h="167165">
                  <a:moveTo>
                    <a:pt x="0" y="0"/>
                  </a:moveTo>
                  <a:lnTo>
                    <a:pt x="86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656" y="4659284"/>
              <a:ext cx="868" cy="167165"/>
            </a:xfrm>
            <a:custGeom>
              <a:avLst/>
              <a:pathLst>
                <a:path w="868" h="167165">
                  <a:moveTo>
                    <a:pt x="0" y="0"/>
                  </a:moveTo>
                  <a:lnTo>
                    <a:pt x="86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656" y="4659284"/>
              <a:ext cx="868" cy="167165"/>
            </a:xfrm>
            <a:custGeom>
              <a:avLst/>
              <a:pathLst>
                <a:path w="868" h="167165">
                  <a:moveTo>
                    <a:pt x="0" y="0"/>
                  </a:moveTo>
                  <a:lnTo>
                    <a:pt x="868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656" y="4659284"/>
              <a:ext cx="868" cy="167165"/>
            </a:xfrm>
            <a:custGeom>
              <a:avLst/>
              <a:pathLst>
                <a:path w="868" h="167165">
                  <a:moveTo>
                    <a:pt x="0" y="0"/>
                  </a:moveTo>
                  <a:lnTo>
                    <a:pt x="868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39999" y="4659284"/>
              <a:ext cx="146525" cy="167165"/>
            </a:xfrm>
            <a:custGeom>
              <a:avLst/>
              <a:pathLst>
                <a:path w="146525" h="167165">
                  <a:moveTo>
                    <a:pt x="145656" y="0"/>
                  </a:moveTo>
                  <a:lnTo>
                    <a:pt x="140103" y="121"/>
                  </a:lnTo>
                  <a:lnTo>
                    <a:pt x="134556" y="426"/>
                  </a:lnTo>
                  <a:lnTo>
                    <a:pt x="129023" y="916"/>
                  </a:lnTo>
                  <a:lnTo>
                    <a:pt x="123509" y="1589"/>
                  </a:lnTo>
                  <a:lnTo>
                    <a:pt x="118021" y="2445"/>
                  </a:lnTo>
                  <a:lnTo>
                    <a:pt x="112564" y="3483"/>
                  </a:lnTo>
                  <a:lnTo>
                    <a:pt x="107144" y="4702"/>
                  </a:lnTo>
                  <a:lnTo>
                    <a:pt x="101768" y="6100"/>
                  </a:lnTo>
                  <a:lnTo>
                    <a:pt x="96441" y="7676"/>
                  </a:lnTo>
                  <a:lnTo>
                    <a:pt x="91170" y="9428"/>
                  </a:lnTo>
                  <a:lnTo>
                    <a:pt x="85960" y="11355"/>
                  </a:lnTo>
                  <a:lnTo>
                    <a:pt x="80817" y="13453"/>
                  </a:lnTo>
                  <a:lnTo>
                    <a:pt x="75746" y="15721"/>
                  </a:lnTo>
                  <a:lnTo>
                    <a:pt x="70753" y="18156"/>
                  </a:lnTo>
                  <a:lnTo>
                    <a:pt x="65844" y="20756"/>
                  </a:lnTo>
                  <a:lnTo>
                    <a:pt x="61024" y="23517"/>
                  </a:lnTo>
                  <a:lnTo>
                    <a:pt x="56299" y="26437"/>
                  </a:lnTo>
                  <a:lnTo>
                    <a:pt x="51673" y="29513"/>
                  </a:lnTo>
                  <a:lnTo>
                    <a:pt x="47152" y="32740"/>
                  </a:lnTo>
                  <a:lnTo>
                    <a:pt x="42741" y="36116"/>
                  </a:lnTo>
                  <a:lnTo>
                    <a:pt x="38444" y="39637"/>
                  </a:lnTo>
                  <a:lnTo>
                    <a:pt x="34267" y="43298"/>
                  </a:lnTo>
                  <a:lnTo>
                    <a:pt x="30213" y="47096"/>
                  </a:lnTo>
                  <a:lnTo>
                    <a:pt x="26288" y="51027"/>
                  </a:lnTo>
                  <a:lnTo>
                    <a:pt x="22496" y="55086"/>
                  </a:lnTo>
                  <a:lnTo>
                    <a:pt x="18841" y="59269"/>
                  </a:lnTo>
                  <a:lnTo>
                    <a:pt x="15326" y="63570"/>
                  </a:lnTo>
                  <a:lnTo>
                    <a:pt x="11957" y="67987"/>
                  </a:lnTo>
                  <a:lnTo>
                    <a:pt x="8736" y="72512"/>
                  </a:lnTo>
                  <a:lnTo>
                    <a:pt x="5667" y="77143"/>
                  </a:lnTo>
                  <a:lnTo>
                    <a:pt x="2754" y="81872"/>
                  </a:lnTo>
                  <a:lnTo>
                    <a:pt x="0" y="86696"/>
                  </a:lnTo>
                  <a:lnTo>
                    <a:pt x="146525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19361" y="4659281"/>
              <a:ext cx="334317" cy="334331"/>
            </a:xfrm>
            <a:custGeom>
              <a:avLst/>
              <a:pathLst>
                <a:path w="334317" h="334331">
                  <a:moveTo>
                    <a:pt x="20638" y="86699"/>
                  </a:moveTo>
                  <a:lnTo>
                    <a:pt x="18154" y="91397"/>
                  </a:lnTo>
                  <a:lnTo>
                    <a:pt x="15820" y="96173"/>
                  </a:lnTo>
                  <a:lnTo>
                    <a:pt x="13640" y="101020"/>
                  </a:lnTo>
                  <a:lnTo>
                    <a:pt x="11614" y="105934"/>
                  </a:lnTo>
                  <a:lnTo>
                    <a:pt x="9746" y="110910"/>
                  </a:lnTo>
                  <a:lnTo>
                    <a:pt x="8037" y="115943"/>
                  </a:lnTo>
                  <a:lnTo>
                    <a:pt x="6489" y="121028"/>
                  </a:lnTo>
                  <a:lnTo>
                    <a:pt x="5104" y="126159"/>
                  </a:lnTo>
                  <a:lnTo>
                    <a:pt x="3882" y="131332"/>
                  </a:lnTo>
                  <a:lnTo>
                    <a:pt x="2825" y="136541"/>
                  </a:lnTo>
                  <a:lnTo>
                    <a:pt x="1935" y="141781"/>
                  </a:lnTo>
                  <a:lnTo>
                    <a:pt x="1211" y="147046"/>
                  </a:lnTo>
                  <a:lnTo>
                    <a:pt x="655" y="152332"/>
                  </a:lnTo>
                  <a:lnTo>
                    <a:pt x="268" y="157633"/>
                  </a:lnTo>
                  <a:lnTo>
                    <a:pt x="49" y="162944"/>
                  </a:lnTo>
                  <a:lnTo>
                    <a:pt x="0" y="168259"/>
                  </a:lnTo>
                  <a:lnTo>
                    <a:pt x="119" y="173572"/>
                  </a:lnTo>
                  <a:lnTo>
                    <a:pt x="407" y="178880"/>
                  </a:lnTo>
                  <a:lnTo>
                    <a:pt x="863" y="184175"/>
                  </a:lnTo>
                  <a:lnTo>
                    <a:pt x="1488" y="189453"/>
                  </a:lnTo>
                  <a:lnTo>
                    <a:pt x="2280" y="194709"/>
                  </a:lnTo>
                  <a:lnTo>
                    <a:pt x="3239" y="199937"/>
                  </a:lnTo>
                  <a:lnTo>
                    <a:pt x="4364" y="205132"/>
                  </a:lnTo>
                  <a:lnTo>
                    <a:pt x="5653" y="210288"/>
                  </a:lnTo>
                  <a:lnTo>
                    <a:pt x="7106" y="215401"/>
                  </a:lnTo>
                  <a:lnTo>
                    <a:pt x="8720" y="220465"/>
                  </a:lnTo>
                  <a:lnTo>
                    <a:pt x="10495" y="225475"/>
                  </a:lnTo>
                  <a:lnTo>
                    <a:pt x="12427" y="230426"/>
                  </a:lnTo>
                  <a:lnTo>
                    <a:pt x="14517" y="235313"/>
                  </a:lnTo>
                  <a:lnTo>
                    <a:pt x="16760" y="240132"/>
                  </a:lnTo>
                  <a:lnTo>
                    <a:pt x="19156" y="244876"/>
                  </a:lnTo>
                  <a:lnTo>
                    <a:pt x="21701" y="249542"/>
                  </a:lnTo>
                  <a:lnTo>
                    <a:pt x="24394" y="254125"/>
                  </a:lnTo>
                  <a:lnTo>
                    <a:pt x="27230" y="258620"/>
                  </a:lnTo>
                  <a:lnTo>
                    <a:pt x="30208" y="263022"/>
                  </a:lnTo>
                  <a:lnTo>
                    <a:pt x="33325" y="267328"/>
                  </a:lnTo>
                  <a:lnTo>
                    <a:pt x="36577" y="271532"/>
                  </a:lnTo>
                  <a:lnTo>
                    <a:pt x="39961" y="275631"/>
                  </a:lnTo>
                  <a:lnTo>
                    <a:pt x="43473" y="279620"/>
                  </a:lnTo>
                  <a:lnTo>
                    <a:pt x="47111" y="283495"/>
                  </a:lnTo>
                  <a:lnTo>
                    <a:pt x="50869" y="287253"/>
                  </a:lnTo>
                  <a:lnTo>
                    <a:pt x="54746" y="290889"/>
                  </a:lnTo>
                  <a:lnTo>
                    <a:pt x="58736" y="294401"/>
                  </a:lnTo>
                  <a:lnTo>
                    <a:pt x="62836" y="297783"/>
                  </a:lnTo>
                  <a:lnTo>
                    <a:pt x="67041" y="301034"/>
                  </a:lnTo>
                  <a:lnTo>
                    <a:pt x="71347" y="304149"/>
                  </a:lnTo>
                  <a:lnTo>
                    <a:pt x="75750" y="307126"/>
                  </a:lnTo>
                  <a:lnTo>
                    <a:pt x="80246" y="309962"/>
                  </a:lnTo>
                  <a:lnTo>
                    <a:pt x="84830" y="312653"/>
                  </a:lnTo>
                  <a:lnTo>
                    <a:pt x="89496" y="315197"/>
                  </a:lnTo>
                  <a:lnTo>
                    <a:pt x="94242" y="317591"/>
                  </a:lnTo>
                  <a:lnTo>
                    <a:pt x="99061" y="319833"/>
                  </a:lnTo>
                  <a:lnTo>
                    <a:pt x="103948" y="321921"/>
                  </a:lnTo>
                  <a:lnTo>
                    <a:pt x="108900" y="323852"/>
                  </a:lnTo>
                  <a:lnTo>
                    <a:pt x="113911" y="325626"/>
                  </a:lnTo>
                  <a:lnTo>
                    <a:pt x="118975" y="327238"/>
                  </a:lnTo>
                  <a:lnTo>
                    <a:pt x="124088" y="328689"/>
                  </a:lnTo>
                  <a:lnTo>
                    <a:pt x="129245" y="329977"/>
                  </a:lnTo>
                  <a:lnTo>
                    <a:pt x="134440" y="331100"/>
                  </a:lnTo>
                  <a:lnTo>
                    <a:pt x="139668" y="332058"/>
                  </a:lnTo>
                  <a:lnTo>
                    <a:pt x="144924" y="332849"/>
                  </a:lnTo>
                  <a:lnTo>
                    <a:pt x="150203" y="333472"/>
                  </a:lnTo>
                  <a:lnTo>
                    <a:pt x="155498" y="333927"/>
                  </a:lnTo>
                  <a:lnTo>
                    <a:pt x="160806" y="334213"/>
                  </a:lnTo>
                  <a:lnTo>
                    <a:pt x="166119" y="334331"/>
                  </a:lnTo>
                  <a:lnTo>
                    <a:pt x="171434" y="334280"/>
                  </a:lnTo>
                  <a:lnTo>
                    <a:pt x="176745" y="334060"/>
                  </a:lnTo>
                  <a:lnTo>
                    <a:pt x="182046" y="333671"/>
                  </a:lnTo>
                  <a:lnTo>
                    <a:pt x="187331" y="333113"/>
                  </a:lnTo>
                  <a:lnTo>
                    <a:pt x="192597" y="332388"/>
                  </a:lnTo>
                  <a:lnTo>
                    <a:pt x="197837" y="331496"/>
                  </a:lnTo>
                  <a:lnTo>
                    <a:pt x="203045" y="330438"/>
                  </a:lnTo>
                  <a:lnTo>
                    <a:pt x="208218" y="329215"/>
                  </a:lnTo>
                  <a:lnTo>
                    <a:pt x="213349" y="327828"/>
                  </a:lnTo>
                  <a:lnTo>
                    <a:pt x="218433" y="326278"/>
                  </a:lnTo>
                  <a:lnTo>
                    <a:pt x="223465" y="324568"/>
                  </a:lnTo>
                  <a:lnTo>
                    <a:pt x="228441" y="322698"/>
                  </a:lnTo>
                  <a:lnTo>
                    <a:pt x="233354" y="320672"/>
                  </a:lnTo>
                  <a:lnTo>
                    <a:pt x="238201" y="318490"/>
                  </a:lnTo>
                  <a:lnTo>
                    <a:pt x="242976" y="316155"/>
                  </a:lnTo>
                  <a:lnTo>
                    <a:pt x="247674" y="313670"/>
                  </a:lnTo>
                  <a:lnTo>
                    <a:pt x="252291" y="311036"/>
                  </a:lnTo>
                  <a:lnTo>
                    <a:pt x="256821" y="308257"/>
                  </a:lnTo>
                  <a:lnTo>
                    <a:pt x="261261" y="305335"/>
                  </a:lnTo>
                  <a:lnTo>
                    <a:pt x="265606" y="302274"/>
                  </a:lnTo>
                  <a:lnTo>
                    <a:pt x="269852" y="299076"/>
                  </a:lnTo>
                  <a:lnTo>
                    <a:pt x="273993" y="295745"/>
                  </a:lnTo>
                  <a:lnTo>
                    <a:pt x="278027" y="292284"/>
                  </a:lnTo>
                  <a:lnTo>
                    <a:pt x="281948" y="288696"/>
                  </a:lnTo>
                  <a:lnTo>
                    <a:pt x="285754" y="284986"/>
                  </a:lnTo>
                  <a:lnTo>
                    <a:pt x="289440" y="281156"/>
                  </a:lnTo>
                  <a:lnTo>
                    <a:pt x="293002" y="277211"/>
                  </a:lnTo>
                  <a:lnTo>
                    <a:pt x="296436" y="273155"/>
                  </a:lnTo>
                  <a:lnTo>
                    <a:pt x="299741" y="268992"/>
                  </a:lnTo>
                  <a:lnTo>
                    <a:pt x="302911" y="264725"/>
                  </a:lnTo>
                  <a:lnTo>
                    <a:pt x="305943" y="260360"/>
                  </a:lnTo>
                  <a:lnTo>
                    <a:pt x="308836" y="255901"/>
                  </a:lnTo>
                  <a:lnTo>
                    <a:pt x="311585" y="251353"/>
                  </a:lnTo>
                  <a:lnTo>
                    <a:pt x="314189" y="246719"/>
                  </a:lnTo>
                  <a:lnTo>
                    <a:pt x="316643" y="242004"/>
                  </a:lnTo>
                  <a:lnTo>
                    <a:pt x="318947" y="237215"/>
                  </a:lnTo>
                  <a:lnTo>
                    <a:pt x="321097" y="232354"/>
                  </a:lnTo>
                  <a:lnTo>
                    <a:pt x="323092" y="227427"/>
                  </a:lnTo>
                  <a:lnTo>
                    <a:pt x="324929" y="222440"/>
                  </a:lnTo>
                  <a:lnTo>
                    <a:pt x="326606" y="217396"/>
                  </a:lnTo>
                  <a:lnTo>
                    <a:pt x="328122" y="212302"/>
                  </a:lnTo>
                  <a:lnTo>
                    <a:pt x="329476" y="207162"/>
                  </a:lnTo>
                  <a:lnTo>
                    <a:pt x="330665" y="201982"/>
                  </a:lnTo>
                  <a:lnTo>
                    <a:pt x="331689" y="196766"/>
                  </a:lnTo>
                  <a:lnTo>
                    <a:pt x="332547" y="191521"/>
                  </a:lnTo>
                  <a:lnTo>
                    <a:pt x="333238" y="186251"/>
                  </a:lnTo>
                  <a:lnTo>
                    <a:pt x="333761" y="180961"/>
                  </a:lnTo>
                  <a:lnTo>
                    <a:pt x="334115" y="175658"/>
                  </a:lnTo>
                  <a:lnTo>
                    <a:pt x="334301" y="170346"/>
                  </a:lnTo>
                  <a:lnTo>
                    <a:pt x="334317" y="165031"/>
                  </a:lnTo>
                  <a:lnTo>
                    <a:pt x="334165" y="159718"/>
                  </a:lnTo>
                  <a:lnTo>
                    <a:pt x="333844" y="154413"/>
                  </a:lnTo>
                  <a:lnTo>
                    <a:pt x="333354" y="149121"/>
                  </a:lnTo>
                  <a:lnTo>
                    <a:pt x="332696" y="143846"/>
                  </a:lnTo>
                  <a:lnTo>
                    <a:pt x="331871" y="138596"/>
                  </a:lnTo>
                  <a:lnTo>
                    <a:pt x="330880" y="133374"/>
                  </a:lnTo>
                  <a:lnTo>
                    <a:pt x="329722" y="128186"/>
                  </a:lnTo>
                  <a:lnTo>
                    <a:pt x="328401" y="123038"/>
                  </a:lnTo>
                  <a:lnTo>
                    <a:pt x="326917" y="117934"/>
                  </a:lnTo>
                  <a:lnTo>
                    <a:pt x="325271" y="112881"/>
                  </a:lnTo>
                  <a:lnTo>
                    <a:pt x="323465" y="107882"/>
                  </a:lnTo>
                  <a:lnTo>
                    <a:pt x="321501" y="102943"/>
                  </a:lnTo>
                  <a:lnTo>
                    <a:pt x="319382" y="98069"/>
                  </a:lnTo>
                  <a:lnTo>
                    <a:pt x="317108" y="93264"/>
                  </a:lnTo>
                  <a:lnTo>
                    <a:pt x="314683" y="88535"/>
                  </a:lnTo>
                  <a:lnTo>
                    <a:pt x="312108" y="83885"/>
                  </a:lnTo>
                  <a:lnTo>
                    <a:pt x="309387" y="79319"/>
                  </a:lnTo>
                  <a:lnTo>
                    <a:pt x="306523" y="74842"/>
                  </a:lnTo>
                  <a:lnTo>
                    <a:pt x="303517" y="70458"/>
                  </a:lnTo>
                  <a:lnTo>
                    <a:pt x="300374" y="66172"/>
                  </a:lnTo>
                  <a:lnTo>
                    <a:pt x="297096" y="61988"/>
                  </a:lnTo>
                  <a:lnTo>
                    <a:pt x="293686" y="57911"/>
                  </a:lnTo>
                  <a:lnTo>
                    <a:pt x="290149" y="53944"/>
                  </a:lnTo>
                  <a:lnTo>
                    <a:pt x="286487" y="50091"/>
                  </a:lnTo>
                  <a:lnTo>
                    <a:pt x="282705" y="46357"/>
                  </a:lnTo>
                  <a:lnTo>
                    <a:pt x="278806" y="42745"/>
                  </a:lnTo>
                  <a:lnTo>
                    <a:pt x="274794" y="39258"/>
                  </a:lnTo>
                  <a:lnTo>
                    <a:pt x="270673" y="35901"/>
                  </a:lnTo>
                  <a:lnTo>
                    <a:pt x="266448" y="32677"/>
                  </a:lnTo>
                  <a:lnTo>
                    <a:pt x="262122" y="29589"/>
                  </a:lnTo>
                  <a:lnTo>
                    <a:pt x="257701" y="26639"/>
                  </a:lnTo>
                  <a:lnTo>
                    <a:pt x="253187" y="23832"/>
                  </a:lnTo>
                  <a:lnTo>
                    <a:pt x="248587" y="21170"/>
                  </a:lnTo>
                  <a:lnTo>
                    <a:pt x="243904" y="18655"/>
                  </a:lnTo>
                  <a:lnTo>
                    <a:pt x="239144" y="16291"/>
                  </a:lnTo>
                  <a:lnTo>
                    <a:pt x="234311" y="14078"/>
                  </a:lnTo>
                  <a:lnTo>
                    <a:pt x="229411" y="12021"/>
                  </a:lnTo>
                  <a:lnTo>
                    <a:pt x="224447" y="10121"/>
                  </a:lnTo>
                  <a:lnTo>
                    <a:pt x="219425" y="8379"/>
                  </a:lnTo>
                  <a:lnTo>
                    <a:pt x="214351" y="6798"/>
                  </a:lnTo>
                  <a:lnTo>
                    <a:pt x="209229" y="5379"/>
                  </a:lnTo>
                  <a:lnTo>
                    <a:pt x="204064" y="4123"/>
                  </a:lnTo>
                  <a:lnTo>
                    <a:pt x="198862" y="3032"/>
                  </a:lnTo>
                  <a:lnTo>
                    <a:pt x="193628" y="2108"/>
                  </a:lnTo>
                  <a:lnTo>
                    <a:pt x="188367" y="1350"/>
                  </a:lnTo>
                  <a:lnTo>
                    <a:pt x="183085" y="759"/>
                  </a:lnTo>
                  <a:lnTo>
                    <a:pt x="177787" y="337"/>
                  </a:lnTo>
                  <a:lnTo>
                    <a:pt x="172478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631" y="5018213"/>
              <a:ext cx="89" cy="167167"/>
            </a:xfrm>
            <a:custGeom>
              <a:avLst/>
              <a:pathLst>
                <a:path w="89" h="167167">
                  <a:moveTo>
                    <a:pt x="0" y="0"/>
                  </a:moveTo>
                  <a:lnTo>
                    <a:pt x="8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321570" y="5018213"/>
              <a:ext cx="334309" cy="334333"/>
            </a:xfrm>
            <a:custGeom>
              <a:avLst/>
              <a:pathLst>
                <a:path w="334309" h="334333">
                  <a:moveTo>
                    <a:pt x="167060" y="0"/>
                  </a:moveTo>
                  <a:lnTo>
                    <a:pt x="161763" y="86"/>
                  </a:lnTo>
                  <a:lnTo>
                    <a:pt x="156472" y="341"/>
                  </a:lnTo>
                  <a:lnTo>
                    <a:pt x="151191" y="763"/>
                  </a:lnTo>
                  <a:lnTo>
                    <a:pt x="145927" y="1352"/>
                  </a:lnTo>
                  <a:lnTo>
                    <a:pt x="140684" y="2108"/>
                  </a:lnTo>
                  <a:lnTo>
                    <a:pt x="135467" y="3029"/>
                  </a:lnTo>
                  <a:lnTo>
                    <a:pt x="130282" y="4116"/>
                  </a:lnTo>
                  <a:lnTo>
                    <a:pt x="125134" y="5366"/>
                  </a:lnTo>
                  <a:lnTo>
                    <a:pt x="120029" y="6778"/>
                  </a:lnTo>
                  <a:lnTo>
                    <a:pt x="114970" y="8352"/>
                  </a:lnTo>
                  <a:lnTo>
                    <a:pt x="109964" y="10085"/>
                  </a:lnTo>
                  <a:lnTo>
                    <a:pt x="105016" y="11976"/>
                  </a:lnTo>
                  <a:lnTo>
                    <a:pt x="100130" y="14022"/>
                  </a:lnTo>
                  <a:lnTo>
                    <a:pt x="95311" y="16223"/>
                  </a:lnTo>
                  <a:lnTo>
                    <a:pt x="90564" y="18575"/>
                  </a:lnTo>
                  <a:lnTo>
                    <a:pt x="85895" y="21076"/>
                  </a:lnTo>
                  <a:lnTo>
                    <a:pt x="81306" y="23724"/>
                  </a:lnTo>
                  <a:lnTo>
                    <a:pt x="76804" y="26516"/>
                  </a:lnTo>
                  <a:lnTo>
                    <a:pt x="72393" y="29449"/>
                  </a:lnTo>
                  <a:lnTo>
                    <a:pt x="68077" y="32521"/>
                  </a:lnTo>
                  <a:lnTo>
                    <a:pt x="63861" y="35728"/>
                  </a:lnTo>
                  <a:lnTo>
                    <a:pt x="59748" y="39066"/>
                  </a:lnTo>
                  <a:lnTo>
                    <a:pt x="55743" y="42534"/>
                  </a:lnTo>
                  <a:lnTo>
                    <a:pt x="51850" y="46126"/>
                  </a:lnTo>
                  <a:lnTo>
                    <a:pt x="48072" y="49841"/>
                  </a:lnTo>
                  <a:lnTo>
                    <a:pt x="44415" y="53672"/>
                  </a:lnTo>
                  <a:lnTo>
                    <a:pt x="40880" y="57618"/>
                  </a:lnTo>
                  <a:lnTo>
                    <a:pt x="37472" y="61674"/>
                  </a:lnTo>
                  <a:lnTo>
                    <a:pt x="34195" y="65836"/>
                  </a:lnTo>
                  <a:lnTo>
                    <a:pt x="31051" y="70100"/>
                  </a:lnTo>
                  <a:lnTo>
                    <a:pt x="28044" y="74461"/>
                  </a:lnTo>
                  <a:lnTo>
                    <a:pt x="25176" y="78915"/>
                  </a:lnTo>
                  <a:lnTo>
                    <a:pt x="22451" y="83458"/>
                  </a:lnTo>
                  <a:lnTo>
                    <a:pt x="19871" y="88085"/>
                  </a:lnTo>
                  <a:lnTo>
                    <a:pt x="17440" y="92791"/>
                  </a:lnTo>
                  <a:lnTo>
                    <a:pt x="15158" y="97572"/>
                  </a:lnTo>
                  <a:lnTo>
                    <a:pt x="13029" y="102423"/>
                  </a:lnTo>
                  <a:lnTo>
                    <a:pt x="11055" y="107339"/>
                  </a:lnTo>
                  <a:lnTo>
                    <a:pt x="9238" y="112315"/>
                  </a:lnTo>
                  <a:lnTo>
                    <a:pt x="7579" y="117346"/>
                  </a:lnTo>
                  <a:lnTo>
                    <a:pt x="6081" y="122427"/>
                  </a:lnTo>
                  <a:lnTo>
                    <a:pt x="4744" y="127553"/>
                  </a:lnTo>
                  <a:lnTo>
                    <a:pt x="3570" y="132719"/>
                  </a:lnTo>
                  <a:lnTo>
                    <a:pt x="2561" y="137919"/>
                  </a:lnTo>
                  <a:lnTo>
                    <a:pt x="1717" y="143149"/>
                  </a:lnTo>
                  <a:lnTo>
                    <a:pt x="1039" y="148403"/>
                  </a:lnTo>
                  <a:lnTo>
                    <a:pt x="528" y="153675"/>
                  </a:lnTo>
                  <a:lnTo>
                    <a:pt x="184" y="158962"/>
                  </a:lnTo>
                  <a:lnTo>
                    <a:pt x="8" y="164256"/>
                  </a:lnTo>
                  <a:lnTo>
                    <a:pt x="0" y="169553"/>
                  </a:lnTo>
                  <a:lnTo>
                    <a:pt x="159" y="174849"/>
                  </a:lnTo>
                  <a:lnTo>
                    <a:pt x="486" y="180136"/>
                  </a:lnTo>
                  <a:lnTo>
                    <a:pt x="981" y="185410"/>
                  </a:lnTo>
                  <a:lnTo>
                    <a:pt x="1642" y="190666"/>
                  </a:lnTo>
                  <a:lnTo>
                    <a:pt x="2470" y="195898"/>
                  </a:lnTo>
                  <a:lnTo>
                    <a:pt x="3463" y="201102"/>
                  </a:lnTo>
                  <a:lnTo>
                    <a:pt x="4621" y="206271"/>
                  </a:lnTo>
                  <a:lnTo>
                    <a:pt x="5941" y="211402"/>
                  </a:lnTo>
                  <a:lnTo>
                    <a:pt x="7424" y="216487"/>
                  </a:lnTo>
                  <a:lnTo>
                    <a:pt x="9067" y="221524"/>
                  </a:lnTo>
                  <a:lnTo>
                    <a:pt x="10868" y="226505"/>
                  </a:lnTo>
                  <a:lnTo>
                    <a:pt x="12827" y="231427"/>
                  </a:lnTo>
                  <a:lnTo>
                    <a:pt x="14941" y="236285"/>
                  </a:lnTo>
                  <a:lnTo>
                    <a:pt x="17207" y="241073"/>
                  </a:lnTo>
                  <a:lnTo>
                    <a:pt x="19624" y="245787"/>
                  </a:lnTo>
                  <a:lnTo>
                    <a:pt x="22189" y="250422"/>
                  </a:lnTo>
                  <a:lnTo>
                    <a:pt x="24900" y="254973"/>
                  </a:lnTo>
                  <a:lnTo>
                    <a:pt x="27754" y="259436"/>
                  </a:lnTo>
                  <a:lnTo>
                    <a:pt x="30747" y="263807"/>
                  </a:lnTo>
                  <a:lnTo>
                    <a:pt x="33878" y="268080"/>
                  </a:lnTo>
                  <a:lnTo>
                    <a:pt x="37142" y="272252"/>
                  </a:lnTo>
                  <a:lnTo>
                    <a:pt x="40537" y="276319"/>
                  </a:lnTo>
                  <a:lnTo>
                    <a:pt x="44059" y="280276"/>
                  </a:lnTo>
                  <a:lnTo>
                    <a:pt x="47705" y="284119"/>
                  </a:lnTo>
                  <a:lnTo>
                    <a:pt x="51471" y="287845"/>
                  </a:lnTo>
                  <a:lnTo>
                    <a:pt x="55352" y="291450"/>
                  </a:lnTo>
                  <a:lnTo>
                    <a:pt x="59346" y="294930"/>
                  </a:lnTo>
                  <a:lnTo>
                    <a:pt x="63449" y="298282"/>
                  </a:lnTo>
                  <a:lnTo>
                    <a:pt x="67655" y="301502"/>
                  </a:lnTo>
                  <a:lnTo>
                    <a:pt x="71962" y="304587"/>
                  </a:lnTo>
                  <a:lnTo>
                    <a:pt x="76364" y="307534"/>
                  </a:lnTo>
                  <a:lnTo>
                    <a:pt x="80857" y="310340"/>
                  </a:lnTo>
                  <a:lnTo>
                    <a:pt x="85437" y="313002"/>
                  </a:lnTo>
                  <a:lnTo>
                    <a:pt x="90099" y="315518"/>
                  </a:lnTo>
                  <a:lnTo>
                    <a:pt x="94838" y="317885"/>
                  </a:lnTo>
                  <a:lnTo>
                    <a:pt x="99650" y="320100"/>
                  </a:lnTo>
                  <a:lnTo>
                    <a:pt x="104529" y="322162"/>
                  </a:lnTo>
                  <a:lnTo>
                    <a:pt x="109472" y="324069"/>
                  </a:lnTo>
                  <a:lnTo>
                    <a:pt x="114472" y="325818"/>
                  </a:lnTo>
                  <a:lnTo>
                    <a:pt x="119526" y="327407"/>
                  </a:lnTo>
                  <a:lnTo>
                    <a:pt x="124627" y="328836"/>
                  </a:lnTo>
                  <a:lnTo>
                    <a:pt x="129771" y="330102"/>
                  </a:lnTo>
                  <a:lnTo>
                    <a:pt x="134952" y="331204"/>
                  </a:lnTo>
                  <a:lnTo>
                    <a:pt x="140166" y="332142"/>
                  </a:lnTo>
                  <a:lnTo>
                    <a:pt x="145407" y="332914"/>
                  </a:lnTo>
                  <a:lnTo>
                    <a:pt x="150670" y="333520"/>
                  </a:lnTo>
                  <a:lnTo>
                    <a:pt x="155949" y="333959"/>
                  </a:lnTo>
                  <a:lnTo>
                    <a:pt x="161239" y="334230"/>
                  </a:lnTo>
                  <a:lnTo>
                    <a:pt x="166536" y="334333"/>
                  </a:lnTo>
                  <a:lnTo>
                    <a:pt x="171833" y="334269"/>
                  </a:lnTo>
                  <a:lnTo>
                    <a:pt x="177125" y="334036"/>
                  </a:lnTo>
                  <a:lnTo>
                    <a:pt x="182407" y="333637"/>
                  </a:lnTo>
                  <a:lnTo>
                    <a:pt x="187674" y="333070"/>
                  </a:lnTo>
                  <a:lnTo>
                    <a:pt x="192921" y="332336"/>
                  </a:lnTo>
                  <a:lnTo>
                    <a:pt x="198141" y="331436"/>
                  </a:lnTo>
                  <a:lnTo>
                    <a:pt x="203331" y="330372"/>
                  </a:lnTo>
                  <a:lnTo>
                    <a:pt x="208484" y="329144"/>
                  </a:lnTo>
                  <a:lnTo>
                    <a:pt x="213595" y="327753"/>
                  </a:lnTo>
                  <a:lnTo>
                    <a:pt x="218660" y="326200"/>
                  </a:lnTo>
                  <a:lnTo>
                    <a:pt x="223673" y="324488"/>
                  </a:lnTo>
                  <a:lnTo>
                    <a:pt x="228630" y="322618"/>
                  </a:lnTo>
                  <a:lnTo>
                    <a:pt x="233524" y="320592"/>
                  </a:lnTo>
                  <a:lnTo>
                    <a:pt x="238352" y="318412"/>
                  </a:lnTo>
                  <a:lnTo>
                    <a:pt x="243109" y="316080"/>
                  </a:lnTo>
                  <a:lnTo>
                    <a:pt x="247789" y="313599"/>
                  </a:lnTo>
                  <a:lnTo>
                    <a:pt x="252388" y="310970"/>
                  </a:lnTo>
                  <a:lnTo>
                    <a:pt x="256902" y="308197"/>
                  </a:lnTo>
                  <a:lnTo>
                    <a:pt x="261326" y="305282"/>
                  </a:lnTo>
                  <a:lnTo>
                    <a:pt x="265655" y="302229"/>
                  </a:lnTo>
                  <a:lnTo>
                    <a:pt x="269885" y="299040"/>
                  </a:lnTo>
                  <a:lnTo>
                    <a:pt x="274012" y="295719"/>
                  </a:lnTo>
                  <a:lnTo>
                    <a:pt x="278031" y="292268"/>
                  </a:lnTo>
                  <a:lnTo>
                    <a:pt x="281939" y="288692"/>
                  </a:lnTo>
                  <a:lnTo>
                    <a:pt x="285732" y="284994"/>
                  </a:lnTo>
                  <a:lnTo>
                    <a:pt x="289406" y="281177"/>
                  </a:lnTo>
                  <a:lnTo>
                    <a:pt x="292957" y="277246"/>
                  </a:lnTo>
                  <a:lnTo>
                    <a:pt x="296382" y="273205"/>
                  </a:lnTo>
                  <a:lnTo>
                    <a:pt x="299677" y="269057"/>
                  </a:lnTo>
                  <a:lnTo>
                    <a:pt x="302839" y="264806"/>
                  </a:lnTo>
                  <a:lnTo>
                    <a:pt x="305864" y="260458"/>
                  </a:lnTo>
                  <a:lnTo>
                    <a:pt x="308751" y="256016"/>
                  </a:lnTo>
                  <a:lnTo>
                    <a:pt x="311495" y="251485"/>
                  </a:lnTo>
                  <a:lnTo>
                    <a:pt x="314094" y="246869"/>
                  </a:lnTo>
                  <a:lnTo>
                    <a:pt x="316546" y="242173"/>
                  </a:lnTo>
                  <a:lnTo>
                    <a:pt x="318847" y="237401"/>
                  </a:lnTo>
                  <a:lnTo>
                    <a:pt x="320996" y="232560"/>
                  </a:lnTo>
                  <a:lnTo>
                    <a:pt x="322991" y="227652"/>
                  </a:lnTo>
                  <a:lnTo>
                    <a:pt x="324829" y="222684"/>
                  </a:lnTo>
                  <a:lnTo>
                    <a:pt x="326509" y="217660"/>
                  </a:lnTo>
                  <a:lnTo>
                    <a:pt x="328029" y="212585"/>
                  </a:lnTo>
                  <a:lnTo>
                    <a:pt x="329388" y="207465"/>
                  </a:lnTo>
                  <a:lnTo>
                    <a:pt x="330583" y="202304"/>
                  </a:lnTo>
                  <a:lnTo>
                    <a:pt x="331614" y="197108"/>
                  </a:lnTo>
                  <a:lnTo>
                    <a:pt x="332480" y="191882"/>
                  </a:lnTo>
                  <a:lnTo>
                    <a:pt x="333180" y="186631"/>
                  </a:lnTo>
                  <a:lnTo>
                    <a:pt x="333714" y="181360"/>
                  </a:lnTo>
                  <a:lnTo>
                    <a:pt x="334080" y="176075"/>
                  </a:lnTo>
                  <a:lnTo>
                    <a:pt x="334278" y="170782"/>
                  </a:lnTo>
                  <a:lnTo>
                    <a:pt x="334309" y="165484"/>
                  </a:lnTo>
                  <a:lnTo>
                    <a:pt x="334172" y="160189"/>
                  </a:lnTo>
                  <a:lnTo>
                    <a:pt x="333867" y="154900"/>
                  </a:lnTo>
                  <a:lnTo>
                    <a:pt x="333394" y="149624"/>
                  </a:lnTo>
                  <a:lnTo>
                    <a:pt x="332755" y="144365"/>
                  </a:lnTo>
                  <a:lnTo>
                    <a:pt x="331949" y="139129"/>
                  </a:lnTo>
                  <a:lnTo>
                    <a:pt x="330978" y="133922"/>
                  </a:lnTo>
                  <a:lnTo>
                    <a:pt x="329843" y="128747"/>
                  </a:lnTo>
                  <a:lnTo>
                    <a:pt x="328543" y="123612"/>
                  </a:lnTo>
                  <a:lnTo>
                    <a:pt x="327082" y="118520"/>
                  </a:lnTo>
                  <a:lnTo>
                    <a:pt x="325461" y="113477"/>
                  </a:lnTo>
                  <a:lnTo>
                    <a:pt x="323680" y="108487"/>
                  </a:lnTo>
                  <a:lnTo>
                    <a:pt x="321742" y="103557"/>
                  </a:lnTo>
                  <a:lnTo>
                    <a:pt x="319649" y="98691"/>
                  </a:lnTo>
                  <a:lnTo>
                    <a:pt x="317403" y="93893"/>
                  </a:lnTo>
                  <a:lnTo>
                    <a:pt x="315006" y="89169"/>
                  </a:lnTo>
                  <a:lnTo>
                    <a:pt x="312460" y="84523"/>
                  </a:lnTo>
                  <a:lnTo>
                    <a:pt x="309768" y="79961"/>
                  </a:lnTo>
                  <a:lnTo>
                    <a:pt x="306934" y="75486"/>
                  </a:lnTo>
                  <a:lnTo>
                    <a:pt x="303958" y="71102"/>
                  </a:lnTo>
                  <a:lnTo>
                    <a:pt x="300846" y="66816"/>
                  </a:lnTo>
                  <a:lnTo>
                    <a:pt x="297599" y="62630"/>
                  </a:lnTo>
                  <a:lnTo>
                    <a:pt x="294221" y="58549"/>
                  </a:lnTo>
                  <a:lnTo>
                    <a:pt x="290716" y="54577"/>
                  </a:lnTo>
                  <a:lnTo>
                    <a:pt x="287086" y="50719"/>
                  </a:lnTo>
                  <a:lnTo>
                    <a:pt x="283337" y="46977"/>
                  </a:lnTo>
                  <a:lnTo>
                    <a:pt x="279470" y="43356"/>
                  </a:lnTo>
                  <a:lnTo>
                    <a:pt x="275490" y="39859"/>
                  </a:lnTo>
                  <a:lnTo>
                    <a:pt x="271402" y="36490"/>
                  </a:lnTo>
                  <a:lnTo>
                    <a:pt x="267209" y="33253"/>
                  </a:lnTo>
                  <a:lnTo>
                    <a:pt x="262916" y="30149"/>
                  </a:lnTo>
                  <a:lnTo>
                    <a:pt x="258526" y="27184"/>
                  </a:lnTo>
                  <a:lnTo>
                    <a:pt x="254045" y="24359"/>
                  </a:lnTo>
                  <a:lnTo>
                    <a:pt x="249477" y="21677"/>
                  </a:lnTo>
                  <a:lnTo>
                    <a:pt x="244825" y="19142"/>
                  </a:lnTo>
                  <a:lnTo>
                    <a:pt x="240096" y="16755"/>
                  </a:lnTo>
                  <a:lnTo>
                    <a:pt x="235294" y="14519"/>
                  </a:lnTo>
                  <a:lnTo>
                    <a:pt x="230423" y="12436"/>
                  </a:lnTo>
                  <a:lnTo>
                    <a:pt x="225488" y="10509"/>
                  </a:lnTo>
                  <a:lnTo>
                    <a:pt x="220495" y="8740"/>
                  </a:lnTo>
                  <a:lnTo>
                    <a:pt x="215449" y="7129"/>
                  </a:lnTo>
                  <a:lnTo>
                    <a:pt x="210353" y="5679"/>
                  </a:lnTo>
                  <a:lnTo>
                    <a:pt x="205215" y="4391"/>
                  </a:lnTo>
                  <a:lnTo>
                    <a:pt x="200038" y="3267"/>
                  </a:lnTo>
                  <a:lnTo>
                    <a:pt x="194828" y="2307"/>
                  </a:lnTo>
                  <a:lnTo>
                    <a:pt x="189591" y="1513"/>
                  </a:lnTo>
                  <a:lnTo>
                    <a:pt x="184331" y="885"/>
                  </a:lnTo>
                  <a:lnTo>
                    <a:pt x="179053" y="424"/>
                  </a:lnTo>
                  <a:lnTo>
                    <a:pt x="173764" y="130"/>
                  </a:lnTo>
                  <a:lnTo>
                    <a:pt x="168468" y="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720" y="5018213"/>
              <a:ext cx="1318" cy="167167"/>
            </a:xfrm>
            <a:custGeom>
              <a:avLst/>
              <a:pathLst>
                <a:path w="1318" h="167167">
                  <a:moveTo>
                    <a:pt x="1318" y="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814333" y="5269756"/>
              <a:ext cx="150167" cy="167167"/>
            </a:xfrm>
            <a:custGeom>
              <a:avLst/>
              <a:pathLst>
                <a:path w="150167" h="167167">
                  <a:moveTo>
                    <a:pt x="150167" y="0"/>
                  </a:moveTo>
                  <a:lnTo>
                    <a:pt x="144682" y="90"/>
                  </a:lnTo>
                  <a:lnTo>
                    <a:pt x="139202" y="360"/>
                  </a:lnTo>
                  <a:lnTo>
                    <a:pt x="133734" y="809"/>
                  </a:lnTo>
                  <a:lnTo>
                    <a:pt x="128284" y="1438"/>
                  </a:lnTo>
                  <a:lnTo>
                    <a:pt x="122858" y="2245"/>
                  </a:lnTo>
                  <a:lnTo>
                    <a:pt x="117460" y="3230"/>
                  </a:lnTo>
                  <a:lnTo>
                    <a:pt x="112098" y="4392"/>
                  </a:lnTo>
                  <a:lnTo>
                    <a:pt x="106778" y="5729"/>
                  </a:lnTo>
                  <a:lnTo>
                    <a:pt x="101503" y="7240"/>
                  </a:lnTo>
                  <a:lnTo>
                    <a:pt x="96282" y="8923"/>
                  </a:lnTo>
                  <a:lnTo>
                    <a:pt x="91118" y="10776"/>
                  </a:lnTo>
                  <a:lnTo>
                    <a:pt x="86018" y="12798"/>
                  </a:lnTo>
                  <a:lnTo>
                    <a:pt x="80987" y="14986"/>
                  </a:lnTo>
                  <a:lnTo>
                    <a:pt x="76030" y="17338"/>
                  </a:lnTo>
                  <a:lnTo>
                    <a:pt x="71153" y="19852"/>
                  </a:lnTo>
                  <a:lnTo>
                    <a:pt x="66362" y="22524"/>
                  </a:lnTo>
                  <a:lnTo>
                    <a:pt x="61661" y="25352"/>
                  </a:lnTo>
                  <a:lnTo>
                    <a:pt x="57055" y="28333"/>
                  </a:lnTo>
                  <a:lnTo>
                    <a:pt x="52549" y="31463"/>
                  </a:lnTo>
                  <a:lnTo>
                    <a:pt x="48148" y="34739"/>
                  </a:lnTo>
                  <a:lnTo>
                    <a:pt x="43858" y="38158"/>
                  </a:lnTo>
                  <a:lnTo>
                    <a:pt x="39682" y="41716"/>
                  </a:lnTo>
                  <a:lnTo>
                    <a:pt x="35625" y="45409"/>
                  </a:lnTo>
                  <a:lnTo>
                    <a:pt x="31691" y="49234"/>
                  </a:lnTo>
                  <a:lnTo>
                    <a:pt x="27885" y="53185"/>
                  </a:lnTo>
                  <a:lnTo>
                    <a:pt x="24210" y="57259"/>
                  </a:lnTo>
                  <a:lnTo>
                    <a:pt x="20671" y="61452"/>
                  </a:lnTo>
                  <a:lnTo>
                    <a:pt x="17272" y="65758"/>
                  </a:lnTo>
                  <a:lnTo>
                    <a:pt x="14016" y="70173"/>
                  </a:lnTo>
                  <a:lnTo>
                    <a:pt x="10906" y="74693"/>
                  </a:lnTo>
                  <a:lnTo>
                    <a:pt x="7947" y="79313"/>
                  </a:lnTo>
                  <a:lnTo>
                    <a:pt x="5141" y="84027"/>
                  </a:lnTo>
                  <a:lnTo>
                    <a:pt x="2491" y="88831"/>
                  </a:lnTo>
                  <a:lnTo>
                    <a:pt x="0" y="93719"/>
                  </a:lnTo>
                  <a:lnTo>
                    <a:pt x="150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7344" y="5269756"/>
              <a:ext cx="334307" cy="334334"/>
            </a:xfrm>
            <a:custGeom>
              <a:avLst/>
              <a:pathLst>
                <a:path w="334307" h="334334">
                  <a:moveTo>
                    <a:pt x="16989" y="93719"/>
                  </a:moveTo>
                  <a:lnTo>
                    <a:pt x="14736" y="98516"/>
                  </a:lnTo>
                  <a:lnTo>
                    <a:pt x="12637" y="103381"/>
                  </a:lnTo>
                  <a:lnTo>
                    <a:pt x="10693" y="108311"/>
                  </a:lnTo>
                  <a:lnTo>
                    <a:pt x="8906" y="113300"/>
                  </a:lnTo>
                  <a:lnTo>
                    <a:pt x="7278" y="118343"/>
                  </a:lnTo>
                  <a:lnTo>
                    <a:pt x="5811" y="123435"/>
                  </a:lnTo>
                  <a:lnTo>
                    <a:pt x="4506" y="128571"/>
                  </a:lnTo>
                  <a:lnTo>
                    <a:pt x="3364" y="133746"/>
                  </a:lnTo>
                  <a:lnTo>
                    <a:pt x="2387" y="138954"/>
                  </a:lnTo>
                  <a:lnTo>
                    <a:pt x="1576" y="144191"/>
                  </a:lnTo>
                  <a:lnTo>
                    <a:pt x="931" y="149450"/>
                  </a:lnTo>
                  <a:lnTo>
                    <a:pt x="453" y="154728"/>
                  </a:lnTo>
                  <a:lnTo>
                    <a:pt x="142" y="160018"/>
                  </a:lnTo>
                  <a:lnTo>
                    <a:pt x="0" y="165315"/>
                  </a:lnTo>
                  <a:lnTo>
                    <a:pt x="25" y="170614"/>
                  </a:lnTo>
                  <a:lnTo>
                    <a:pt x="218" y="175910"/>
                  </a:lnTo>
                  <a:lnTo>
                    <a:pt x="579" y="181197"/>
                  </a:lnTo>
                  <a:lnTo>
                    <a:pt x="1107" y="186470"/>
                  </a:lnTo>
                  <a:lnTo>
                    <a:pt x="1803" y="191723"/>
                  </a:lnTo>
                  <a:lnTo>
                    <a:pt x="2664" y="196952"/>
                  </a:lnTo>
                  <a:lnTo>
                    <a:pt x="3691" y="202150"/>
                  </a:lnTo>
                  <a:lnTo>
                    <a:pt x="4882" y="207314"/>
                  </a:lnTo>
                  <a:lnTo>
                    <a:pt x="6236" y="212437"/>
                  </a:lnTo>
                  <a:lnTo>
                    <a:pt x="7751" y="217515"/>
                  </a:lnTo>
                  <a:lnTo>
                    <a:pt x="9427" y="222542"/>
                  </a:lnTo>
                  <a:lnTo>
                    <a:pt x="11262" y="227514"/>
                  </a:lnTo>
                  <a:lnTo>
                    <a:pt x="13253" y="232425"/>
                  </a:lnTo>
                  <a:lnTo>
                    <a:pt x="15399" y="237270"/>
                  </a:lnTo>
                  <a:lnTo>
                    <a:pt x="17697" y="242045"/>
                  </a:lnTo>
                  <a:lnTo>
                    <a:pt x="20145" y="246745"/>
                  </a:lnTo>
                  <a:lnTo>
                    <a:pt x="22741" y="251364"/>
                  </a:lnTo>
                  <a:lnTo>
                    <a:pt x="25483" y="255899"/>
                  </a:lnTo>
                  <a:lnTo>
                    <a:pt x="28366" y="260345"/>
                  </a:lnTo>
                  <a:lnTo>
                    <a:pt x="31389" y="264697"/>
                  </a:lnTo>
                  <a:lnTo>
                    <a:pt x="34549" y="268952"/>
                  </a:lnTo>
                  <a:lnTo>
                    <a:pt x="37842" y="273104"/>
                  </a:lnTo>
                  <a:lnTo>
                    <a:pt x="41264" y="277149"/>
                  </a:lnTo>
                  <a:lnTo>
                    <a:pt x="44814" y="281084"/>
                  </a:lnTo>
                  <a:lnTo>
                    <a:pt x="48486" y="284905"/>
                  </a:lnTo>
                  <a:lnTo>
                    <a:pt x="52277" y="288607"/>
                  </a:lnTo>
                  <a:lnTo>
                    <a:pt x="56184" y="292187"/>
                  </a:lnTo>
                  <a:lnTo>
                    <a:pt x="60202" y="295642"/>
                  </a:lnTo>
                  <a:lnTo>
                    <a:pt x="64328" y="298967"/>
                  </a:lnTo>
                  <a:lnTo>
                    <a:pt x="68557" y="302160"/>
                  </a:lnTo>
                  <a:lnTo>
                    <a:pt x="72886" y="305217"/>
                  </a:lnTo>
                  <a:lnTo>
                    <a:pt x="77309" y="308136"/>
                  </a:lnTo>
                  <a:lnTo>
                    <a:pt x="81822" y="310913"/>
                  </a:lnTo>
                  <a:lnTo>
                    <a:pt x="86421" y="313546"/>
                  </a:lnTo>
                  <a:lnTo>
                    <a:pt x="91101" y="316031"/>
                  </a:lnTo>
                  <a:lnTo>
                    <a:pt x="95858" y="318367"/>
                  </a:lnTo>
                  <a:lnTo>
                    <a:pt x="100686" y="320551"/>
                  </a:lnTo>
                  <a:lnTo>
                    <a:pt x="105581" y="322581"/>
                  </a:lnTo>
                  <a:lnTo>
                    <a:pt x="110538" y="324454"/>
                  </a:lnTo>
                  <a:lnTo>
                    <a:pt x="115552" y="326170"/>
                  </a:lnTo>
                  <a:lnTo>
                    <a:pt x="120617" y="327725"/>
                  </a:lnTo>
                  <a:lnTo>
                    <a:pt x="125730" y="329120"/>
                  </a:lnTo>
                  <a:lnTo>
                    <a:pt x="130884" y="330352"/>
                  </a:lnTo>
                  <a:lnTo>
                    <a:pt x="136074" y="331419"/>
                  </a:lnTo>
                  <a:lnTo>
                    <a:pt x="141296" y="332322"/>
                  </a:lnTo>
                  <a:lnTo>
                    <a:pt x="146544" y="333059"/>
                  </a:lnTo>
                  <a:lnTo>
                    <a:pt x="151812" y="333629"/>
                  </a:lnTo>
                  <a:lnTo>
                    <a:pt x="157096" y="334031"/>
                  </a:lnTo>
                  <a:lnTo>
                    <a:pt x="162390" y="334266"/>
                  </a:lnTo>
                  <a:lnTo>
                    <a:pt x="167689" y="334334"/>
                  </a:lnTo>
                  <a:lnTo>
                    <a:pt x="172987" y="334233"/>
                  </a:lnTo>
                  <a:lnTo>
                    <a:pt x="178279" y="333964"/>
                  </a:lnTo>
                  <a:lnTo>
                    <a:pt x="183560" y="333528"/>
                  </a:lnTo>
                  <a:lnTo>
                    <a:pt x="188825" y="332924"/>
                  </a:lnTo>
                  <a:lnTo>
                    <a:pt x="194068" y="332154"/>
                  </a:lnTo>
                  <a:lnTo>
                    <a:pt x="199284" y="331218"/>
                  </a:lnTo>
                  <a:lnTo>
                    <a:pt x="204467" y="330117"/>
                  </a:lnTo>
                  <a:lnTo>
                    <a:pt x="209614" y="328853"/>
                  </a:lnTo>
                  <a:lnTo>
                    <a:pt x="214717" y="327426"/>
                  </a:lnTo>
                  <a:lnTo>
                    <a:pt x="219773" y="325838"/>
                  </a:lnTo>
                  <a:lnTo>
                    <a:pt x="224775" y="324091"/>
                  </a:lnTo>
                  <a:lnTo>
                    <a:pt x="229720" y="322185"/>
                  </a:lnTo>
                  <a:lnTo>
                    <a:pt x="234602" y="320125"/>
                  </a:lnTo>
                  <a:lnTo>
                    <a:pt x="239417" y="317910"/>
                  </a:lnTo>
                  <a:lnTo>
                    <a:pt x="244158" y="315544"/>
                  </a:lnTo>
                  <a:lnTo>
                    <a:pt x="248822" y="313029"/>
                  </a:lnTo>
                  <a:lnTo>
                    <a:pt x="253405" y="310367"/>
                  </a:lnTo>
                  <a:lnTo>
                    <a:pt x="257900" y="307561"/>
                  </a:lnTo>
                  <a:lnTo>
                    <a:pt x="262304" y="304615"/>
                  </a:lnTo>
                  <a:lnTo>
                    <a:pt x="266613" y="301530"/>
                  </a:lnTo>
                  <a:lnTo>
                    <a:pt x="270822" y="298310"/>
                  </a:lnTo>
                  <a:lnTo>
                    <a:pt x="274926" y="294958"/>
                  </a:lnTo>
                  <a:lnTo>
                    <a:pt x="278923" y="291478"/>
                  </a:lnTo>
                  <a:lnTo>
                    <a:pt x="282807" y="287873"/>
                  </a:lnTo>
                  <a:lnTo>
                    <a:pt x="286575" y="284147"/>
                  </a:lnTo>
                  <a:lnTo>
                    <a:pt x="290222" y="280303"/>
                  </a:lnTo>
                  <a:lnTo>
                    <a:pt x="293746" y="276346"/>
                  </a:lnTo>
                  <a:lnTo>
                    <a:pt x="297143" y="272278"/>
                  </a:lnTo>
                  <a:lnTo>
                    <a:pt x="300410" y="268106"/>
                  </a:lnTo>
                  <a:lnTo>
                    <a:pt x="303542" y="263831"/>
                  </a:lnTo>
                  <a:lnTo>
                    <a:pt x="306537" y="259460"/>
                  </a:lnTo>
                  <a:lnTo>
                    <a:pt x="309393" y="254996"/>
                  </a:lnTo>
                  <a:lnTo>
                    <a:pt x="312105" y="250443"/>
                  </a:lnTo>
                  <a:lnTo>
                    <a:pt x="314672" y="245807"/>
                  </a:lnTo>
                  <a:lnTo>
                    <a:pt x="317090" y="241092"/>
                  </a:lnTo>
                  <a:lnTo>
                    <a:pt x="319358" y="236303"/>
                  </a:lnTo>
                  <a:lnTo>
                    <a:pt x="321473" y="231444"/>
                  </a:lnTo>
                  <a:lnTo>
                    <a:pt x="323432" y="226520"/>
                  </a:lnTo>
                  <a:lnTo>
                    <a:pt x="325235" y="221537"/>
                  </a:lnTo>
                  <a:lnTo>
                    <a:pt x="326879" y="216500"/>
                  </a:lnTo>
                  <a:lnTo>
                    <a:pt x="328362" y="211412"/>
                  </a:lnTo>
                  <a:lnTo>
                    <a:pt x="329684" y="206280"/>
                  </a:lnTo>
                  <a:lnTo>
                    <a:pt x="330842" y="201109"/>
                  </a:lnTo>
                  <a:lnTo>
                    <a:pt x="331836" y="195904"/>
                  </a:lnTo>
                  <a:lnTo>
                    <a:pt x="332664" y="190670"/>
                  </a:lnTo>
                  <a:lnTo>
                    <a:pt x="333325" y="185412"/>
                  </a:lnTo>
                  <a:lnTo>
                    <a:pt x="333820" y="180136"/>
                  </a:lnTo>
                  <a:lnTo>
                    <a:pt x="334148" y="174847"/>
                  </a:lnTo>
                  <a:lnTo>
                    <a:pt x="334307" y="169551"/>
                  </a:lnTo>
                  <a:lnTo>
                    <a:pt x="334299" y="164251"/>
                  </a:lnTo>
                  <a:lnTo>
                    <a:pt x="334122" y="158955"/>
                  </a:lnTo>
                  <a:lnTo>
                    <a:pt x="333778" y="153667"/>
                  </a:lnTo>
                  <a:lnTo>
                    <a:pt x="333267" y="148393"/>
                  </a:lnTo>
                  <a:lnTo>
                    <a:pt x="332588" y="143137"/>
                  </a:lnTo>
                  <a:lnTo>
                    <a:pt x="331743" y="137906"/>
                  </a:lnTo>
                  <a:lnTo>
                    <a:pt x="330733" y="132704"/>
                  </a:lnTo>
                  <a:lnTo>
                    <a:pt x="329559" y="127536"/>
                  </a:lnTo>
                  <a:lnTo>
                    <a:pt x="328221" y="122409"/>
                  </a:lnTo>
                  <a:lnTo>
                    <a:pt x="326721" y="117326"/>
                  </a:lnTo>
                  <a:lnTo>
                    <a:pt x="325061" y="112294"/>
                  </a:lnTo>
                  <a:lnTo>
                    <a:pt x="323243" y="107316"/>
                  </a:lnTo>
                  <a:lnTo>
                    <a:pt x="321267" y="102399"/>
                  </a:lnTo>
                  <a:lnTo>
                    <a:pt x="319137" y="97547"/>
                  </a:lnTo>
                  <a:lnTo>
                    <a:pt x="316854" y="92765"/>
                  </a:lnTo>
                  <a:lnTo>
                    <a:pt x="314421" y="88058"/>
                  </a:lnTo>
                  <a:lnTo>
                    <a:pt x="311839" y="83430"/>
                  </a:lnTo>
                  <a:lnTo>
                    <a:pt x="309112" y="78886"/>
                  </a:lnTo>
                  <a:lnTo>
                    <a:pt x="306243" y="74431"/>
                  </a:lnTo>
                  <a:lnTo>
                    <a:pt x="303234" y="70069"/>
                  </a:lnTo>
                  <a:lnTo>
                    <a:pt x="300088" y="65805"/>
                  </a:lnTo>
                  <a:lnTo>
                    <a:pt x="296808" y="61642"/>
                  </a:lnTo>
                  <a:lnTo>
                    <a:pt x="293398" y="57586"/>
                  </a:lnTo>
                  <a:lnTo>
                    <a:pt x="289862" y="53640"/>
                  </a:lnTo>
                  <a:lnTo>
                    <a:pt x="286202" y="49807"/>
                  </a:lnTo>
                  <a:lnTo>
                    <a:pt x="282422" y="46093"/>
                  </a:lnTo>
                  <a:lnTo>
                    <a:pt x="278527" y="42501"/>
                  </a:lnTo>
                  <a:lnTo>
                    <a:pt x="274519" y="39033"/>
                  </a:lnTo>
                  <a:lnTo>
                    <a:pt x="270404" y="35695"/>
                  </a:lnTo>
                  <a:lnTo>
                    <a:pt x="266185" y="32488"/>
                  </a:lnTo>
                  <a:lnTo>
                    <a:pt x="261867" y="29417"/>
                  </a:lnTo>
                  <a:lnTo>
                    <a:pt x="257453" y="26484"/>
                  </a:lnTo>
                  <a:lnTo>
                    <a:pt x="252948" y="23693"/>
                  </a:lnTo>
                  <a:lnTo>
                    <a:pt x="248358" y="21046"/>
                  </a:lnTo>
                  <a:lnTo>
                    <a:pt x="243686" y="18546"/>
                  </a:lnTo>
                  <a:lnTo>
                    <a:pt x="238936" y="16195"/>
                  </a:lnTo>
                  <a:lnTo>
                    <a:pt x="234115" y="13995"/>
                  </a:lnTo>
                  <a:lnTo>
                    <a:pt x="229227" y="11950"/>
                  </a:lnTo>
                  <a:lnTo>
                    <a:pt x="224276" y="10061"/>
                  </a:lnTo>
                  <a:lnTo>
                    <a:pt x="219267" y="8329"/>
                  </a:lnTo>
                  <a:lnTo>
                    <a:pt x="214207" y="6757"/>
                  </a:lnTo>
                  <a:lnTo>
                    <a:pt x="209099" y="5347"/>
                  </a:lnTo>
                  <a:lnTo>
                    <a:pt x="203949" y="4099"/>
                  </a:lnTo>
                  <a:lnTo>
                    <a:pt x="198762" y="3014"/>
                  </a:lnTo>
                  <a:lnTo>
                    <a:pt x="193543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560" y="5399291"/>
              <a:ext cx="3655" cy="167167"/>
            </a:xfrm>
            <a:custGeom>
              <a:avLst/>
              <a:pathLst>
                <a:path w="3655" h="167167">
                  <a:moveTo>
                    <a:pt x="3655" y="0"/>
                  </a:moveTo>
                  <a:lnTo>
                    <a:pt x="0" y="39"/>
                  </a:lnTo>
                  <a:lnTo>
                    <a:pt x="365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560" y="5399331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560" y="5399331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560" y="5399331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560" y="5399331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560" y="5399331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560" y="5399331"/>
              <a:ext cx="3655" cy="167127"/>
            </a:xfrm>
            <a:custGeom>
              <a:avLst/>
              <a:pathLst>
                <a:path w="3655" h="167127">
                  <a:moveTo>
                    <a:pt x="0" y="0"/>
                  </a:moveTo>
                  <a:lnTo>
                    <a:pt x="3655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319048" y="5399331"/>
              <a:ext cx="334319" cy="334288"/>
            </a:xfrm>
            <a:custGeom>
              <a:avLst/>
              <a:pathLst>
                <a:path w="334319" h="334288">
                  <a:moveTo>
                    <a:pt x="163512" y="0"/>
                  </a:moveTo>
                  <a:lnTo>
                    <a:pt x="158233" y="198"/>
                  </a:lnTo>
                  <a:lnTo>
                    <a:pt x="152963" y="564"/>
                  </a:lnTo>
                  <a:lnTo>
                    <a:pt x="147708" y="1096"/>
                  </a:lnTo>
                  <a:lnTo>
                    <a:pt x="142471" y="1794"/>
                  </a:lnTo>
                  <a:lnTo>
                    <a:pt x="137260" y="2657"/>
                  </a:lnTo>
                  <a:lnTo>
                    <a:pt x="132078" y="3684"/>
                  </a:lnTo>
                  <a:lnTo>
                    <a:pt x="126932" y="4874"/>
                  </a:lnTo>
                  <a:lnTo>
                    <a:pt x="121825" y="6226"/>
                  </a:lnTo>
                  <a:lnTo>
                    <a:pt x="116764" y="7739"/>
                  </a:lnTo>
                  <a:lnTo>
                    <a:pt x="111753" y="9411"/>
                  </a:lnTo>
                  <a:lnTo>
                    <a:pt x="106798" y="11241"/>
                  </a:lnTo>
                  <a:lnTo>
                    <a:pt x="101902" y="13226"/>
                  </a:lnTo>
                  <a:lnTo>
                    <a:pt x="97072" y="15365"/>
                  </a:lnTo>
                  <a:lnTo>
                    <a:pt x="92312" y="17656"/>
                  </a:lnTo>
                  <a:lnTo>
                    <a:pt x="87627" y="20095"/>
                  </a:lnTo>
                  <a:lnTo>
                    <a:pt x="83021" y="22682"/>
                  </a:lnTo>
                  <a:lnTo>
                    <a:pt x="78499" y="25413"/>
                  </a:lnTo>
                  <a:lnTo>
                    <a:pt x="74066" y="28285"/>
                  </a:lnTo>
                  <a:lnTo>
                    <a:pt x="69725" y="31296"/>
                  </a:lnTo>
                  <a:lnTo>
                    <a:pt x="65482" y="34442"/>
                  </a:lnTo>
                  <a:lnTo>
                    <a:pt x="61341" y="37722"/>
                  </a:lnTo>
                  <a:lnTo>
                    <a:pt x="57305" y="41130"/>
                  </a:lnTo>
                  <a:lnTo>
                    <a:pt x="53379" y="44664"/>
                  </a:lnTo>
                  <a:lnTo>
                    <a:pt x="49566" y="48320"/>
                  </a:lnTo>
                  <a:lnTo>
                    <a:pt x="45871" y="52095"/>
                  </a:lnTo>
                  <a:lnTo>
                    <a:pt x="42297" y="55985"/>
                  </a:lnTo>
                  <a:lnTo>
                    <a:pt x="38848" y="59986"/>
                  </a:lnTo>
                  <a:lnTo>
                    <a:pt x="35527" y="64094"/>
                  </a:lnTo>
                  <a:lnTo>
                    <a:pt x="32337" y="68305"/>
                  </a:lnTo>
                  <a:lnTo>
                    <a:pt x="29282" y="72614"/>
                  </a:lnTo>
                  <a:lnTo>
                    <a:pt x="26365" y="77018"/>
                  </a:lnTo>
                  <a:lnTo>
                    <a:pt x="23588" y="81512"/>
                  </a:lnTo>
                  <a:lnTo>
                    <a:pt x="20954" y="86091"/>
                  </a:lnTo>
                  <a:lnTo>
                    <a:pt x="18467" y="90751"/>
                  </a:lnTo>
                  <a:lnTo>
                    <a:pt x="16128" y="95488"/>
                  </a:lnTo>
                  <a:lnTo>
                    <a:pt x="13940" y="100296"/>
                  </a:lnTo>
                  <a:lnTo>
                    <a:pt x="11905" y="105170"/>
                  </a:lnTo>
                  <a:lnTo>
                    <a:pt x="10025" y="110107"/>
                  </a:lnTo>
                  <a:lnTo>
                    <a:pt x="8302" y="115101"/>
                  </a:lnTo>
                  <a:lnTo>
                    <a:pt x="6737" y="120146"/>
                  </a:lnTo>
                  <a:lnTo>
                    <a:pt x="5333" y="125238"/>
                  </a:lnTo>
                  <a:lnTo>
                    <a:pt x="4090" y="130373"/>
                  </a:lnTo>
                  <a:lnTo>
                    <a:pt x="3010" y="135544"/>
                  </a:lnTo>
                  <a:lnTo>
                    <a:pt x="2094" y="140746"/>
                  </a:lnTo>
                  <a:lnTo>
                    <a:pt x="1343" y="145975"/>
                  </a:lnTo>
                  <a:lnTo>
                    <a:pt x="758" y="151225"/>
                  </a:lnTo>
                  <a:lnTo>
                    <a:pt x="338" y="156491"/>
                  </a:lnTo>
                  <a:lnTo>
                    <a:pt x="85" y="161767"/>
                  </a:lnTo>
                  <a:lnTo>
                    <a:pt x="0" y="167049"/>
                  </a:lnTo>
                  <a:lnTo>
                    <a:pt x="80" y="172331"/>
                  </a:lnTo>
                  <a:lnTo>
                    <a:pt x="328" y="177607"/>
                  </a:lnTo>
                  <a:lnTo>
                    <a:pt x="743" y="182874"/>
                  </a:lnTo>
                  <a:lnTo>
                    <a:pt x="1323" y="188124"/>
                  </a:lnTo>
                  <a:lnTo>
                    <a:pt x="2070" y="193354"/>
                  </a:lnTo>
                  <a:lnTo>
                    <a:pt x="2981" y="198557"/>
                  </a:lnTo>
                  <a:lnTo>
                    <a:pt x="4056" y="203729"/>
                  </a:lnTo>
                  <a:lnTo>
                    <a:pt x="5294" y="208864"/>
                  </a:lnTo>
                  <a:lnTo>
                    <a:pt x="6693" y="213958"/>
                  </a:lnTo>
                  <a:lnTo>
                    <a:pt x="8253" y="219005"/>
                  </a:lnTo>
                  <a:lnTo>
                    <a:pt x="9971" y="224000"/>
                  </a:lnTo>
                  <a:lnTo>
                    <a:pt x="11847" y="228938"/>
                  </a:lnTo>
                  <a:lnTo>
                    <a:pt x="13877" y="233815"/>
                  </a:lnTo>
                  <a:lnTo>
                    <a:pt x="16061" y="238625"/>
                  </a:lnTo>
                  <a:lnTo>
                    <a:pt x="18396" y="243364"/>
                  </a:lnTo>
                  <a:lnTo>
                    <a:pt x="20879" y="248026"/>
                  </a:lnTo>
                  <a:lnTo>
                    <a:pt x="23508" y="252608"/>
                  </a:lnTo>
                  <a:lnTo>
                    <a:pt x="26280" y="257104"/>
                  </a:lnTo>
                  <a:lnTo>
                    <a:pt x="29194" y="261511"/>
                  </a:lnTo>
                  <a:lnTo>
                    <a:pt x="32245" y="265823"/>
                  </a:lnTo>
                  <a:lnTo>
                    <a:pt x="35430" y="270037"/>
                  </a:lnTo>
                  <a:lnTo>
                    <a:pt x="38748" y="274148"/>
                  </a:lnTo>
                  <a:lnTo>
                    <a:pt x="42193" y="278152"/>
                  </a:lnTo>
                  <a:lnTo>
                    <a:pt x="45764" y="282045"/>
                  </a:lnTo>
                  <a:lnTo>
                    <a:pt x="49455" y="285824"/>
                  </a:lnTo>
                  <a:lnTo>
                    <a:pt x="53264" y="289484"/>
                  </a:lnTo>
                  <a:lnTo>
                    <a:pt x="57187" y="293021"/>
                  </a:lnTo>
                  <a:lnTo>
                    <a:pt x="61220" y="296433"/>
                  </a:lnTo>
                  <a:lnTo>
                    <a:pt x="65358" y="299716"/>
                  </a:lnTo>
                  <a:lnTo>
                    <a:pt x="69598" y="302867"/>
                  </a:lnTo>
                  <a:lnTo>
                    <a:pt x="73936" y="305882"/>
                  </a:lnTo>
                  <a:lnTo>
                    <a:pt x="78367" y="308758"/>
                  </a:lnTo>
                  <a:lnTo>
                    <a:pt x="82886" y="311493"/>
                  </a:lnTo>
                  <a:lnTo>
                    <a:pt x="87489" y="314084"/>
                  </a:lnTo>
                  <a:lnTo>
                    <a:pt x="92173" y="316528"/>
                  </a:lnTo>
                  <a:lnTo>
                    <a:pt x="96930" y="318823"/>
                  </a:lnTo>
                  <a:lnTo>
                    <a:pt x="101759" y="320967"/>
                  </a:lnTo>
                  <a:lnTo>
                    <a:pt x="106652" y="322957"/>
                  </a:lnTo>
                  <a:lnTo>
                    <a:pt x="111606" y="324791"/>
                  </a:lnTo>
                  <a:lnTo>
                    <a:pt x="116615" y="326468"/>
                  </a:lnTo>
                  <a:lnTo>
                    <a:pt x="121675" y="327985"/>
                  </a:lnTo>
                  <a:lnTo>
                    <a:pt x="126780" y="329342"/>
                  </a:lnTo>
                  <a:lnTo>
                    <a:pt x="131926" y="330537"/>
                  </a:lnTo>
                  <a:lnTo>
                    <a:pt x="137106" y="331569"/>
                  </a:lnTo>
                  <a:lnTo>
                    <a:pt x="142317" y="332437"/>
                  </a:lnTo>
                  <a:lnTo>
                    <a:pt x="147553" y="333140"/>
                  </a:lnTo>
                  <a:lnTo>
                    <a:pt x="152808" y="333677"/>
                  </a:lnTo>
                  <a:lnTo>
                    <a:pt x="158077" y="334047"/>
                  </a:lnTo>
                  <a:lnTo>
                    <a:pt x="163356" y="334251"/>
                  </a:lnTo>
                  <a:lnTo>
                    <a:pt x="168638" y="334288"/>
                  </a:lnTo>
                  <a:lnTo>
                    <a:pt x="173919" y="334158"/>
                  </a:lnTo>
                  <a:lnTo>
                    <a:pt x="179193" y="333861"/>
                  </a:lnTo>
                  <a:lnTo>
                    <a:pt x="184455" y="333398"/>
                  </a:lnTo>
                  <a:lnTo>
                    <a:pt x="189700" y="332769"/>
                  </a:lnTo>
                  <a:lnTo>
                    <a:pt x="194922" y="331974"/>
                  </a:lnTo>
                  <a:lnTo>
                    <a:pt x="200117" y="331015"/>
                  </a:lnTo>
                  <a:lnTo>
                    <a:pt x="205279" y="329892"/>
                  </a:lnTo>
                  <a:lnTo>
                    <a:pt x="210403" y="328606"/>
                  </a:lnTo>
                  <a:lnTo>
                    <a:pt x="215483" y="327160"/>
                  </a:lnTo>
                  <a:lnTo>
                    <a:pt x="220515" y="325553"/>
                  </a:lnTo>
                  <a:lnTo>
                    <a:pt x="225494" y="323789"/>
                  </a:lnTo>
                  <a:lnTo>
                    <a:pt x="230415" y="321867"/>
                  </a:lnTo>
                  <a:lnTo>
                    <a:pt x="235273" y="319792"/>
                  </a:lnTo>
                  <a:lnTo>
                    <a:pt x="240062" y="317564"/>
                  </a:lnTo>
                  <a:lnTo>
                    <a:pt x="244779" y="315185"/>
                  </a:lnTo>
                  <a:lnTo>
                    <a:pt x="249418" y="312659"/>
                  </a:lnTo>
                  <a:lnTo>
                    <a:pt x="253976" y="309988"/>
                  </a:lnTo>
                  <a:lnTo>
                    <a:pt x="258446" y="307174"/>
                  </a:lnTo>
                  <a:lnTo>
                    <a:pt x="262825" y="304220"/>
                  </a:lnTo>
                  <a:lnTo>
                    <a:pt x="267109" y="301129"/>
                  </a:lnTo>
                  <a:lnTo>
                    <a:pt x="271293" y="297904"/>
                  </a:lnTo>
                  <a:lnTo>
                    <a:pt x="275373" y="294549"/>
                  </a:lnTo>
                  <a:lnTo>
                    <a:pt x="279345" y="291066"/>
                  </a:lnTo>
                  <a:lnTo>
                    <a:pt x="283205" y="287460"/>
                  </a:lnTo>
                  <a:lnTo>
                    <a:pt x="286949" y="283734"/>
                  </a:lnTo>
                  <a:lnTo>
                    <a:pt x="290574" y="279891"/>
                  </a:lnTo>
                  <a:lnTo>
                    <a:pt x="294075" y="275935"/>
                  </a:lnTo>
                  <a:lnTo>
                    <a:pt x="297450" y="271871"/>
                  </a:lnTo>
                  <a:lnTo>
                    <a:pt x="300694" y="267702"/>
                  </a:lnTo>
                  <a:lnTo>
                    <a:pt x="303805" y="263433"/>
                  </a:lnTo>
                  <a:lnTo>
                    <a:pt x="306780" y="259068"/>
                  </a:lnTo>
                  <a:lnTo>
                    <a:pt x="309615" y="254611"/>
                  </a:lnTo>
                  <a:lnTo>
                    <a:pt x="312308" y="250066"/>
                  </a:lnTo>
                  <a:lnTo>
                    <a:pt x="314856" y="245439"/>
                  </a:lnTo>
                  <a:lnTo>
                    <a:pt x="317257" y="240734"/>
                  </a:lnTo>
                  <a:lnTo>
                    <a:pt x="319508" y="235955"/>
                  </a:lnTo>
                  <a:lnTo>
                    <a:pt x="321606" y="231107"/>
                  </a:lnTo>
                  <a:lnTo>
                    <a:pt x="323551" y="226195"/>
                  </a:lnTo>
                  <a:lnTo>
                    <a:pt x="325339" y="221225"/>
                  </a:lnTo>
                  <a:lnTo>
                    <a:pt x="326969" y="216200"/>
                  </a:lnTo>
                  <a:lnTo>
                    <a:pt x="328440" y="211126"/>
                  </a:lnTo>
                  <a:lnTo>
                    <a:pt x="329750" y="206009"/>
                  </a:lnTo>
                  <a:lnTo>
                    <a:pt x="330897" y="200852"/>
                  </a:lnTo>
                  <a:lnTo>
                    <a:pt x="331881" y="195662"/>
                  </a:lnTo>
                  <a:lnTo>
                    <a:pt x="332700" y="190444"/>
                  </a:lnTo>
                  <a:lnTo>
                    <a:pt x="333354" y="185202"/>
                  </a:lnTo>
                  <a:lnTo>
                    <a:pt x="333842" y="179942"/>
                  </a:lnTo>
                  <a:lnTo>
                    <a:pt x="334164" y="174669"/>
                  </a:lnTo>
                  <a:lnTo>
                    <a:pt x="334319" y="169389"/>
                  </a:lnTo>
                  <a:lnTo>
                    <a:pt x="334307" y="164107"/>
                  </a:lnTo>
                  <a:lnTo>
                    <a:pt x="334128" y="158827"/>
                  </a:lnTo>
                  <a:lnTo>
                    <a:pt x="333783" y="153556"/>
                  </a:lnTo>
                  <a:lnTo>
                    <a:pt x="333271" y="148299"/>
                  </a:lnTo>
                  <a:lnTo>
                    <a:pt x="332593" y="143060"/>
                  </a:lnTo>
                  <a:lnTo>
                    <a:pt x="331750" y="137845"/>
                  </a:lnTo>
                  <a:lnTo>
                    <a:pt x="330742" y="132659"/>
                  </a:lnTo>
                  <a:lnTo>
                    <a:pt x="329572" y="127508"/>
                  </a:lnTo>
                  <a:lnTo>
                    <a:pt x="328239" y="122397"/>
                  </a:lnTo>
                  <a:lnTo>
                    <a:pt x="326745" y="117330"/>
                  </a:lnTo>
                  <a:lnTo>
                    <a:pt x="325092" y="112313"/>
                  </a:lnTo>
                  <a:lnTo>
                    <a:pt x="323281" y="107350"/>
                  </a:lnTo>
                  <a:lnTo>
                    <a:pt x="321315" y="102447"/>
                  </a:lnTo>
                  <a:lnTo>
                    <a:pt x="319194" y="97609"/>
                  </a:lnTo>
                  <a:lnTo>
                    <a:pt x="316922" y="92841"/>
                  </a:lnTo>
                  <a:lnTo>
                    <a:pt x="314500" y="88146"/>
                  </a:lnTo>
                  <a:lnTo>
                    <a:pt x="311931" y="83530"/>
                  </a:lnTo>
                  <a:lnTo>
                    <a:pt x="309217" y="78998"/>
                  </a:lnTo>
                  <a:lnTo>
                    <a:pt x="306362" y="74554"/>
                  </a:lnTo>
                  <a:lnTo>
                    <a:pt x="303367" y="70202"/>
                  </a:lnTo>
                  <a:lnTo>
                    <a:pt x="300237" y="65947"/>
                  </a:lnTo>
                  <a:lnTo>
                    <a:pt x="296973" y="61793"/>
                  </a:lnTo>
                  <a:lnTo>
                    <a:pt x="293581" y="57744"/>
                  </a:lnTo>
                  <a:lnTo>
                    <a:pt x="290061" y="53805"/>
                  </a:lnTo>
                  <a:lnTo>
                    <a:pt x="286419" y="49978"/>
                  </a:lnTo>
                  <a:lnTo>
                    <a:pt x="282658" y="46269"/>
                  </a:lnTo>
                  <a:lnTo>
                    <a:pt x="278782" y="42680"/>
                  </a:lnTo>
                  <a:lnTo>
                    <a:pt x="274794" y="39216"/>
                  </a:lnTo>
                  <a:lnTo>
                    <a:pt x="270699" y="35879"/>
                  </a:lnTo>
                  <a:lnTo>
                    <a:pt x="266501" y="32673"/>
                  </a:lnTo>
                  <a:lnTo>
                    <a:pt x="262203" y="29602"/>
                  </a:lnTo>
                  <a:lnTo>
                    <a:pt x="257810" y="26668"/>
                  </a:lnTo>
                  <a:lnTo>
                    <a:pt x="253327" y="23874"/>
                  </a:lnTo>
                  <a:lnTo>
                    <a:pt x="248758" y="21223"/>
                  </a:lnTo>
                  <a:lnTo>
                    <a:pt x="244107" y="18718"/>
                  </a:lnTo>
                  <a:lnTo>
                    <a:pt x="239379" y="16361"/>
                  </a:lnTo>
                  <a:lnTo>
                    <a:pt x="234580" y="14155"/>
                  </a:lnTo>
                  <a:lnTo>
                    <a:pt x="229713" y="12101"/>
                  </a:lnTo>
                  <a:lnTo>
                    <a:pt x="224783" y="10202"/>
                  </a:lnTo>
                  <a:lnTo>
                    <a:pt x="219796" y="8460"/>
                  </a:lnTo>
                  <a:lnTo>
                    <a:pt x="214757" y="6877"/>
                  </a:lnTo>
                  <a:lnTo>
                    <a:pt x="209670" y="5453"/>
                  </a:lnTo>
                  <a:lnTo>
                    <a:pt x="204540" y="4191"/>
                  </a:lnTo>
                  <a:lnTo>
                    <a:pt x="167167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37373" cy="167167"/>
            </a:xfrm>
            <a:custGeom>
              <a:avLst/>
              <a:pathLst>
                <a:path w="37373" h="167167">
                  <a:moveTo>
                    <a:pt x="37373" y="4231"/>
                  </a:moveTo>
                  <a:lnTo>
                    <a:pt x="31225" y="2942"/>
                  </a:lnTo>
                  <a:lnTo>
                    <a:pt x="25033" y="1885"/>
                  </a:lnTo>
                  <a:lnTo>
                    <a:pt x="18806" y="1061"/>
                  </a:lnTo>
                  <a:lnTo>
                    <a:pt x="12552" y="471"/>
                  </a:lnTo>
                  <a:lnTo>
                    <a:pt x="6280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7525" y="5399291"/>
              <a:ext cx="46018" cy="167167"/>
            </a:xfrm>
            <a:custGeom>
              <a:avLst/>
              <a:pathLst>
                <a:path w="46018" h="167167">
                  <a:moveTo>
                    <a:pt x="46018" y="0"/>
                  </a:moveTo>
                  <a:lnTo>
                    <a:pt x="39360" y="132"/>
                  </a:lnTo>
                  <a:lnTo>
                    <a:pt x="32712" y="530"/>
                  </a:lnTo>
                  <a:lnTo>
                    <a:pt x="26085" y="1192"/>
                  </a:lnTo>
                  <a:lnTo>
                    <a:pt x="19490" y="2118"/>
                  </a:lnTo>
                  <a:lnTo>
                    <a:pt x="12938" y="3305"/>
                  </a:lnTo>
                  <a:lnTo>
                    <a:pt x="6437" y="4753"/>
                  </a:lnTo>
                  <a:lnTo>
                    <a:pt x="0" y="6458"/>
                  </a:lnTo>
                  <a:lnTo>
                    <a:pt x="4601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7525" y="5405750"/>
              <a:ext cx="46018" cy="160708"/>
            </a:xfrm>
            <a:custGeom>
              <a:avLst/>
              <a:pathLst>
                <a:path w="46018" h="160708">
                  <a:moveTo>
                    <a:pt x="0" y="0"/>
                  </a:moveTo>
                  <a:lnTo>
                    <a:pt x="46018" y="1607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7525" y="5405750"/>
              <a:ext cx="46018" cy="160708"/>
            </a:xfrm>
            <a:custGeom>
              <a:avLst/>
              <a:pathLst>
                <a:path w="46018" h="160708">
                  <a:moveTo>
                    <a:pt x="0" y="0"/>
                  </a:moveTo>
                  <a:lnTo>
                    <a:pt x="46018" y="1607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7525" y="5405750"/>
              <a:ext cx="46018" cy="160708"/>
            </a:xfrm>
            <a:custGeom>
              <a:avLst/>
              <a:pathLst>
                <a:path w="46018" h="160708">
                  <a:moveTo>
                    <a:pt x="0" y="0"/>
                  </a:moveTo>
                  <a:lnTo>
                    <a:pt x="46018" y="1607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7525" y="5405750"/>
              <a:ext cx="46018" cy="160708"/>
            </a:xfrm>
            <a:custGeom>
              <a:avLst/>
              <a:pathLst>
                <a:path w="46018" h="160708">
                  <a:moveTo>
                    <a:pt x="0" y="0"/>
                  </a:moveTo>
                  <a:lnTo>
                    <a:pt x="46018" y="1607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7525" y="5405750"/>
              <a:ext cx="46018" cy="160708"/>
            </a:xfrm>
            <a:custGeom>
              <a:avLst/>
              <a:pathLst>
                <a:path w="46018" h="160708">
                  <a:moveTo>
                    <a:pt x="0" y="0"/>
                  </a:moveTo>
                  <a:lnTo>
                    <a:pt x="46018" y="1607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856378" y="5405750"/>
              <a:ext cx="167165" cy="272768"/>
            </a:xfrm>
            <a:custGeom>
              <a:avLst/>
              <a:pathLst>
                <a:path w="167165" h="272768">
                  <a:moveTo>
                    <a:pt x="121146" y="0"/>
                  </a:moveTo>
                  <a:lnTo>
                    <a:pt x="116001" y="1563"/>
                  </a:lnTo>
                  <a:lnTo>
                    <a:pt x="110909" y="3291"/>
                  </a:lnTo>
                  <a:lnTo>
                    <a:pt x="105875" y="5181"/>
                  </a:lnTo>
                  <a:lnTo>
                    <a:pt x="100905" y="7233"/>
                  </a:lnTo>
                  <a:lnTo>
                    <a:pt x="96003" y="9444"/>
                  </a:lnTo>
                  <a:lnTo>
                    <a:pt x="91175" y="11811"/>
                  </a:lnTo>
                  <a:lnTo>
                    <a:pt x="86425" y="14332"/>
                  </a:lnTo>
                  <a:lnTo>
                    <a:pt x="81759" y="17004"/>
                  </a:lnTo>
                  <a:lnTo>
                    <a:pt x="77181" y="19825"/>
                  </a:lnTo>
                  <a:lnTo>
                    <a:pt x="72697" y="22792"/>
                  </a:lnTo>
                  <a:lnTo>
                    <a:pt x="68310" y="25902"/>
                  </a:lnTo>
                  <a:lnTo>
                    <a:pt x="64025" y="29151"/>
                  </a:lnTo>
                  <a:lnTo>
                    <a:pt x="59847" y="32536"/>
                  </a:lnTo>
                  <a:lnTo>
                    <a:pt x="55781" y="36054"/>
                  </a:lnTo>
                  <a:lnTo>
                    <a:pt x="51829" y="39701"/>
                  </a:lnTo>
                  <a:lnTo>
                    <a:pt x="47997" y="43473"/>
                  </a:lnTo>
                  <a:lnTo>
                    <a:pt x="44288" y="47367"/>
                  </a:lnTo>
                  <a:lnTo>
                    <a:pt x="40706" y="51377"/>
                  </a:lnTo>
                  <a:lnTo>
                    <a:pt x="37255" y="55501"/>
                  </a:lnTo>
                  <a:lnTo>
                    <a:pt x="33939" y="59734"/>
                  </a:lnTo>
                  <a:lnTo>
                    <a:pt x="30760" y="64071"/>
                  </a:lnTo>
                  <a:lnTo>
                    <a:pt x="27723" y="68508"/>
                  </a:lnTo>
                  <a:lnTo>
                    <a:pt x="24829" y="73040"/>
                  </a:lnTo>
                  <a:lnTo>
                    <a:pt x="22083" y="77664"/>
                  </a:lnTo>
                  <a:lnTo>
                    <a:pt x="19488" y="82373"/>
                  </a:lnTo>
                  <a:lnTo>
                    <a:pt x="17044" y="87163"/>
                  </a:lnTo>
                  <a:lnTo>
                    <a:pt x="14757" y="92029"/>
                  </a:lnTo>
                  <a:lnTo>
                    <a:pt x="12627" y="96967"/>
                  </a:lnTo>
                  <a:lnTo>
                    <a:pt x="10657" y="101970"/>
                  </a:lnTo>
                  <a:lnTo>
                    <a:pt x="8848" y="107034"/>
                  </a:lnTo>
                  <a:lnTo>
                    <a:pt x="7204" y="112154"/>
                  </a:lnTo>
                  <a:lnTo>
                    <a:pt x="5725" y="117323"/>
                  </a:lnTo>
                  <a:lnTo>
                    <a:pt x="4413" y="122538"/>
                  </a:lnTo>
                  <a:lnTo>
                    <a:pt x="3270" y="127792"/>
                  </a:lnTo>
                  <a:lnTo>
                    <a:pt x="2296" y="133081"/>
                  </a:lnTo>
                  <a:lnTo>
                    <a:pt x="1493" y="138398"/>
                  </a:lnTo>
                  <a:lnTo>
                    <a:pt x="861" y="143738"/>
                  </a:lnTo>
                  <a:lnTo>
                    <a:pt x="401" y="149095"/>
                  </a:lnTo>
                  <a:lnTo>
                    <a:pt x="114" y="154465"/>
                  </a:lnTo>
                  <a:lnTo>
                    <a:pt x="0" y="159841"/>
                  </a:lnTo>
                  <a:lnTo>
                    <a:pt x="58" y="165217"/>
                  </a:lnTo>
                  <a:lnTo>
                    <a:pt x="290" y="170590"/>
                  </a:lnTo>
                  <a:lnTo>
                    <a:pt x="694" y="175952"/>
                  </a:lnTo>
                  <a:lnTo>
                    <a:pt x="1270" y="181298"/>
                  </a:lnTo>
                  <a:lnTo>
                    <a:pt x="2018" y="186623"/>
                  </a:lnTo>
                  <a:lnTo>
                    <a:pt x="2937" y="191921"/>
                  </a:lnTo>
                  <a:lnTo>
                    <a:pt x="4026" y="197187"/>
                  </a:lnTo>
                  <a:lnTo>
                    <a:pt x="5284" y="202415"/>
                  </a:lnTo>
                  <a:lnTo>
                    <a:pt x="6709" y="207600"/>
                  </a:lnTo>
                  <a:lnTo>
                    <a:pt x="8300" y="212736"/>
                  </a:lnTo>
                  <a:lnTo>
                    <a:pt x="10055" y="217819"/>
                  </a:lnTo>
                  <a:lnTo>
                    <a:pt x="11974" y="222842"/>
                  </a:lnTo>
                  <a:lnTo>
                    <a:pt x="14052" y="227801"/>
                  </a:lnTo>
                  <a:lnTo>
                    <a:pt x="16289" y="232691"/>
                  </a:lnTo>
                  <a:lnTo>
                    <a:pt x="18683" y="237506"/>
                  </a:lnTo>
                  <a:lnTo>
                    <a:pt x="21229" y="242242"/>
                  </a:lnTo>
                  <a:lnTo>
                    <a:pt x="23927" y="246894"/>
                  </a:lnTo>
                  <a:lnTo>
                    <a:pt x="26773" y="251456"/>
                  </a:lnTo>
                  <a:lnTo>
                    <a:pt x="29765" y="255924"/>
                  </a:lnTo>
                  <a:lnTo>
                    <a:pt x="32898" y="260294"/>
                  </a:lnTo>
                  <a:lnTo>
                    <a:pt x="36170" y="264561"/>
                  </a:lnTo>
                  <a:lnTo>
                    <a:pt x="39578" y="268720"/>
                  </a:lnTo>
                  <a:lnTo>
                    <a:pt x="43118" y="272768"/>
                  </a:lnTo>
                  <a:lnTo>
                    <a:pt x="167165" y="1607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99497" y="5399291"/>
              <a:ext cx="291202" cy="334328"/>
            </a:xfrm>
            <a:custGeom>
              <a:avLst/>
              <a:pathLst>
                <a:path w="291202" h="334328">
                  <a:moveTo>
                    <a:pt x="0" y="279227"/>
                  </a:moveTo>
                  <a:lnTo>
                    <a:pt x="3628" y="283117"/>
                  </a:lnTo>
                  <a:lnTo>
                    <a:pt x="7378" y="286890"/>
                  </a:lnTo>
                  <a:lnTo>
                    <a:pt x="11246" y="290541"/>
                  </a:lnTo>
                  <a:lnTo>
                    <a:pt x="15228" y="294067"/>
                  </a:lnTo>
                  <a:lnTo>
                    <a:pt x="19321" y="297465"/>
                  </a:lnTo>
                  <a:lnTo>
                    <a:pt x="23520" y="300731"/>
                  </a:lnTo>
                  <a:lnTo>
                    <a:pt x="27820" y="303862"/>
                  </a:lnTo>
                  <a:lnTo>
                    <a:pt x="32218" y="306854"/>
                  </a:lnTo>
                  <a:lnTo>
                    <a:pt x="36709" y="309705"/>
                  </a:lnTo>
                  <a:lnTo>
                    <a:pt x="41288" y="312412"/>
                  </a:lnTo>
                  <a:lnTo>
                    <a:pt x="45951" y="314971"/>
                  </a:lnTo>
                  <a:lnTo>
                    <a:pt x="50693" y="317381"/>
                  </a:lnTo>
                  <a:lnTo>
                    <a:pt x="55510" y="319639"/>
                  </a:lnTo>
                  <a:lnTo>
                    <a:pt x="60395" y="321742"/>
                  </a:lnTo>
                  <a:lnTo>
                    <a:pt x="65346" y="323689"/>
                  </a:lnTo>
                  <a:lnTo>
                    <a:pt x="70355" y="325478"/>
                  </a:lnTo>
                  <a:lnTo>
                    <a:pt x="75419" y="327106"/>
                  </a:lnTo>
                  <a:lnTo>
                    <a:pt x="80533" y="328572"/>
                  </a:lnTo>
                  <a:lnTo>
                    <a:pt x="85690" y="329875"/>
                  </a:lnTo>
                  <a:lnTo>
                    <a:pt x="90886" y="331013"/>
                  </a:lnTo>
                  <a:lnTo>
                    <a:pt x="96116" y="331985"/>
                  </a:lnTo>
                  <a:lnTo>
                    <a:pt x="101374" y="332790"/>
                  </a:lnTo>
                  <a:lnTo>
                    <a:pt x="106655" y="333427"/>
                  </a:lnTo>
                  <a:lnTo>
                    <a:pt x="111953" y="333896"/>
                  </a:lnTo>
                  <a:lnTo>
                    <a:pt x="117264" y="334197"/>
                  </a:lnTo>
                  <a:lnTo>
                    <a:pt x="122582" y="334328"/>
                  </a:lnTo>
                  <a:lnTo>
                    <a:pt x="127901" y="334290"/>
                  </a:lnTo>
                  <a:lnTo>
                    <a:pt x="133217" y="334083"/>
                  </a:lnTo>
                  <a:lnTo>
                    <a:pt x="138523" y="333706"/>
                  </a:lnTo>
                  <a:lnTo>
                    <a:pt x="143814" y="333161"/>
                  </a:lnTo>
                  <a:lnTo>
                    <a:pt x="149085" y="332448"/>
                  </a:lnTo>
                  <a:lnTo>
                    <a:pt x="154331" y="331568"/>
                  </a:lnTo>
                  <a:lnTo>
                    <a:pt x="159546" y="330521"/>
                  </a:lnTo>
                  <a:lnTo>
                    <a:pt x="164726" y="329309"/>
                  </a:lnTo>
                  <a:lnTo>
                    <a:pt x="169864" y="327933"/>
                  </a:lnTo>
                  <a:lnTo>
                    <a:pt x="174956" y="326394"/>
                  </a:lnTo>
                  <a:lnTo>
                    <a:pt x="179996" y="324693"/>
                  </a:lnTo>
                  <a:lnTo>
                    <a:pt x="184980" y="322833"/>
                  </a:lnTo>
                  <a:lnTo>
                    <a:pt x="189902" y="320816"/>
                  </a:lnTo>
                  <a:lnTo>
                    <a:pt x="194757" y="318643"/>
                  </a:lnTo>
                  <a:lnTo>
                    <a:pt x="199540" y="316316"/>
                  </a:lnTo>
                  <a:lnTo>
                    <a:pt x="204248" y="313839"/>
                  </a:lnTo>
                  <a:lnTo>
                    <a:pt x="208873" y="311213"/>
                  </a:lnTo>
                  <a:lnTo>
                    <a:pt x="213414" y="308441"/>
                  </a:lnTo>
                  <a:lnTo>
                    <a:pt x="217863" y="305526"/>
                  </a:lnTo>
                  <a:lnTo>
                    <a:pt x="222218" y="302471"/>
                  </a:lnTo>
                  <a:lnTo>
                    <a:pt x="226473" y="299279"/>
                  </a:lnTo>
                  <a:lnTo>
                    <a:pt x="230624" y="295953"/>
                  </a:lnTo>
                  <a:lnTo>
                    <a:pt x="234668" y="292497"/>
                  </a:lnTo>
                  <a:lnTo>
                    <a:pt x="238599" y="288914"/>
                  </a:lnTo>
                  <a:lnTo>
                    <a:pt x="242415" y="285208"/>
                  </a:lnTo>
                  <a:lnTo>
                    <a:pt x="246111" y="281382"/>
                  </a:lnTo>
                  <a:lnTo>
                    <a:pt x="249683" y="277441"/>
                  </a:lnTo>
                  <a:lnTo>
                    <a:pt x="253128" y="273388"/>
                  </a:lnTo>
                  <a:lnTo>
                    <a:pt x="256442" y="269227"/>
                  </a:lnTo>
                  <a:lnTo>
                    <a:pt x="259622" y="264963"/>
                  </a:lnTo>
                  <a:lnTo>
                    <a:pt x="262665" y="260600"/>
                  </a:lnTo>
                  <a:lnTo>
                    <a:pt x="265567" y="256142"/>
                  </a:lnTo>
                  <a:lnTo>
                    <a:pt x="268327" y="251594"/>
                  </a:lnTo>
                  <a:lnTo>
                    <a:pt x="270940" y="246961"/>
                  </a:lnTo>
                  <a:lnTo>
                    <a:pt x="273404" y="242247"/>
                  </a:lnTo>
                  <a:lnTo>
                    <a:pt x="275717" y="237457"/>
                  </a:lnTo>
                  <a:lnTo>
                    <a:pt x="277877" y="232596"/>
                  </a:lnTo>
                  <a:lnTo>
                    <a:pt x="279881" y="227668"/>
                  </a:lnTo>
                  <a:lnTo>
                    <a:pt x="281727" y="222680"/>
                  </a:lnTo>
                  <a:lnTo>
                    <a:pt x="283413" y="217635"/>
                  </a:lnTo>
                  <a:lnTo>
                    <a:pt x="284938" y="212539"/>
                  </a:lnTo>
                  <a:lnTo>
                    <a:pt x="286300" y="207397"/>
                  </a:lnTo>
                  <a:lnTo>
                    <a:pt x="287498" y="202214"/>
                  </a:lnTo>
                  <a:lnTo>
                    <a:pt x="288530" y="196996"/>
                  </a:lnTo>
                  <a:lnTo>
                    <a:pt x="289396" y="191747"/>
                  </a:lnTo>
                  <a:lnTo>
                    <a:pt x="290095" y="186474"/>
                  </a:lnTo>
                  <a:lnTo>
                    <a:pt x="290625" y="181181"/>
                  </a:lnTo>
                  <a:lnTo>
                    <a:pt x="290986" y="175874"/>
                  </a:lnTo>
                  <a:lnTo>
                    <a:pt x="291179" y="170558"/>
                  </a:lnTo>
                  <a:lnTo>
                    <a:pt x="291202" y="165239"/>
                  </a:lnTo>
                  <a:lnTo>
                    <a:pt x="291056" y="159922"/>
                  </a:lnTo>
                  <a:lnTo>
                    <a:pt x="290741" y="154612"/>
                  </a:lnTo>
                  <a:lnTo>
                    <a:pt x="290257" y="149315"/>
                  </a:lnTo>
                  <a:lnTo>
                    <a:pt x="289605" y="144035"/>
                  </a:lnTo>
                  <a:lnTo>
                    <a:pt x="288785" y="138780"/>
                  </a:lnTo>
                  <a:lnTo>
                    <a:pt x="287799" y="133553"/>
                  </a:lnTo>
                  <a:lnTo>
                    <a:pt x="286646" y="128360"/>
                  </a:lnTo>
                  <a:lnTo>
                    <a:pt x="285329" y="123206"/>
                  </a:lnTo>
                  <a:lnTo>
                    <a:pt x="283849" y="118097"/>
                  </a:lnTo>
                  <a:lnTo>
                    <a:pt x="282207" y="113037"/>
                  </a:lnTo>
                  <a:lnTo>
                    <a:pt x="280405" y="108032"/>
                  </a:lnTo>
                  <a:lnTo>
                    <a:pt x="278444" y="103088"/>
                  </a:lnTo>
                  <a:lnTo>
                    <a:pt x="276327" y="98208"/>
                  </a:lnTo>
                  <a:lnTo>
                    <a:pt x="274056" y="93398"/>
                  </a:lnTo>
                  <a:lnTo>
                    <a:pt x="271633" y="88662"/>
                  </a:lnTo>
                  <a:lnTo>
                    <a:pt x="269060" y="84006"/>
                  </a:lnTo>
                  <a:lnTo>
                    <a:pt x="266341" y="79434"/>
                  </a:lnTo>
                  <a:lnTo>
                    <a:pt x="263478" y="74952"/>
                  </a:lnTo>
                  <a:lnTo>
                    <a:pt x="260473" y="70562"/>
                  </a:lnTo>
                  <a:lnTo>
                    <a:pt x="257331" y="66270"/>
                  </a:lnTo>
                  <a:lnTo>
                    <a:pt x="254053" y="62081"/>
                  </a:lnTo>
                  <a:lnTo>
                    <a:pt x="250644" y="57998"/>
                  </a:lnTo>
                  <a:lnTo>
                    <a:pt x="247106" y="54025"/>
                  </a:lnTo>
                  <a:lnTo>
                    <a:pt x="243444" y="50167"/>
                  </a:lnTo>
                  <a:lnTo>
                    <a:pt x="239661" y="46427"/>
                  </a:lnTo>
                  <a:lnTo>
                    <a:pt x="235761" y="42810"/>
                  </a:lnTo>
                  <a:lnTo>
                    <a:pt x="231748" y="39319"/>
                  </a:lnTo>
                  <a:lnTo>
                    <a:pt x="227626" y="35957"/>
                  </a:lnTo>
                  <a:lnTo>
                    <a:pt x="223399" y="32728"/>
                  </a:lnTo>
                  <a:lnTo>
                    <a:pt x="219071" y="29635"/>
                  </a:lnTo>
                  <a:lnTo>
                    <a:pt x="214647" y="26681"/>
                  </a:lnTo>
                  <a:lnTo>
                    <a:pt x="210132" y="23869"/>
                  </a:lnTo>
                  <a:lnTo>
                    <a:pt x="205529" y="21203"/>
                  </a:lnTo>
                  <a:lnTo>
                    <a:pt x="200843" y="18684"/>
                  </a:lnTo>
                  <a:lnTo>
                    <a:pt x="196080" y="16316"/>
                  </a:lnTo>
                  <a:lnTo>
                    <a:pt x="191244" y="14101"/>
                  </a:lnTo>
                  <a:lnTo>
                    <a:pt x="186340" y="12040"/>
                  </a:lnTo>
                  <a:lnTo>
                    <a:pt x="181373" y="10137"/>
                  </a:lnTo>
                  <a:lnTo>
                    <a:pt x="176348" y="8392"/>
                  </a:lnTo>
                  <a:lnTo>
                    <a:pt x="171270" y="6808"/>
                  </a:lnTo>
                  <a:lnTo>
                    <a:pt x="166144" y="5387"/>
                  </a:lnTo>
                  <a:lnTo>
                    <a:pt x="160976" y="4130"/>
                  </a:lnTo>
                  <a:lnTo>
                    <a:pt x="155770" y="3037"/>
                  </a:lnTo>
                  <a:lnTo>
                    <a:pt x="150532" y="2111"/>
                  </a:lnTo>
                  <a:lnTo>
                    <a:pt x="145267" y="1352"/>
                  </a:lnTo>
                  <a:lnTo>
                    <a:pt x="139980" y="761"/>
                  </a:lnTo>
                  <a:lnTo>
                    <a:pt x="134678" y="338"/>
                  </a:lnTo>
                  <a:lnTo>
                    <a:pt x="129365" y="84"/>
                  </a:lnTo>
                  <a:lnTo>
                    <a:pt x="124046" y="0"/>
                  </a:lnTo>
                  <a:lnTo>
                    <a:pt x="1240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19208" y="5269756"/>
              <a:ext cx="26050" cy="167167"/>
            </a:xfrm>
            <a:custGeom>
              <a:avLst/>
              <a:pathLst>
                <a:path w="26050" h="167167">
                  <a:moveTo>
                    <a:pt x="26050" y="0"/>
                  </a:moveTo>
                  <a:lnTo>
                    <a:pt x="17335" y="227"/>
                  </a:lnTo>
                  <a:lnTo>
                    <a:pt x="8643" y="908"/>
                  </a:lnTo>
                  <a:lnTo>
                    <a:pt x="0" y="2042"/>
                  </a:lnTo>
                  <a:lnTo>
                    <a:pt x="2605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19208" y="5271798"/>
              <a:ext cx="26050" cy="165125"/>
            </a:xfrm>
            <a:custGeom>
              <a:avLst/>
              <a:pathLst>
                <a:path w="26050" h="165125">
                  <a:moveTo>
                    <a:pt x="0" y="0"/>
                  </a:moveTo>
                  <a:lnTo>
                    <a:pt x="26050" y="165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19208" y="5271798"/>
              <a:ext cx="26050" cy="165125"/>
            </a:xfrm>
            <a:custGeom>
              <a:avLst/>
              <a:pathLst>
                <a:path w="26050" h="165125">
                  <a:moveTo>
                    <a:pt x="0" y="0"/>
                  </a:moveTo>
                  <a:lnTo>
                    <a:pt x="26050" y="1651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19208" y="5271798"/>
              <a:ext cx="26050" cy="165125"/>
            </a:xfrm>
            <a:custGeom>
              <a:avLst/>
              <a:pathLst>
                <a:path w="26050" h="165125">
                  <a:moveTo>
                    <a:pt x="0" y="0"/>
                  </a:moveTo>
                  <a:lnTo>
                    <a:pt x="26050" y="1651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19208" y="5271798"/>
              <a:ext cx="26050" cy="165125"/>
            </a:xfrm>
            <a:custGeom>
              <a:avLst/>
              <a:pathLst>
                <a:path w="26050" h="165125">
                  <a:moveTo>
                    <a:pt x="0" y="0"/>
                  </a:moveTo>
                  <a:lnTo>
                    <a:pt x="26050" y="1651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379508" y="5271798"/>
              <a:ext cx="165750" cy="165125"/>
            </a:xfrm>
            <a:custGeom>
              <a:avLst/>
              <a:pathLst>
                <a:path w="165750" h="165125">
                  <a:moveTo>
                    <a:pt x="139700" y="0"/>
                  </a:moveTo>
                  <a:lnTo>
                    <a:pt x="134278" y="946"/>
                  </a:lnTo>
                  <a:lnTo>
                    <a:pt x="128891" y="2071"/>
                  </a:lnTo>
                  <a:lnTo>
                    <a:pt x="123544" y="3373"/>
                  </a:lnTo>
                  <a:lnTo>
                    <a:pt x="118242" y="4850"/>
                  </a:lnTo>
                  <a:lnTo>
                    <a:pt x="112992" y="6501"/>
                  </a:lnTo>
                  <a:lnTo>
                    <a:pt x="107799" y="8323"/>
                  </a:lnTo>
                  <a:lnTo>
                    <a:pt x="102669" y="10316"/>
                  </a:lnTo>
                  <a:lnTo>
                    <a:pt x="97607" y="12476"/>
                  </a:lnTo>
                  <a:lnTo>
                    <a:pt x="92619" y="14802"/>
                  </a:lnTo>
                  <a:lnTo>
                    <a:pt x="87710" y="17291"/>
                  </a:lnTo>
                  <a:lnTo>
                    <a:pt x="82886" y="19940"/>
                  </a:lnTo>
                  <a:lnTo>
                    <a:pt x="78152" y="22746"/>
                  </a:lnTo>
                  <a:lnTo>
                    <a:pt x="73513" y="25707"/>
                  </a:lnTo>
                  <a:lnTo>
                    <a:pt x="68973" y="28819"/>
                  </a:lnTo>
                  <a:lnTo>
                    <a:pt x="64539" y="32078"/>
                  </a:lnTo>
                  <a:lnTo>
                    <a:pt x="60214" y="35482"/>
                  </a:lnTo>
                  <a:lnTo>
                    <a:pt x="56004" y="39026"/>
                  </a:lnTo>
                  <a:lnTo>
                    <a:pt x="51913" y="42707"/>
                  </a:lnTo>
                  <a:lnTo>
                    <a:pt x="47945" y="46521"/>
                  </a:lnTo>
                  <a:lnTo>
                    <a:pt x="44104" y="50463"/>
                  </a:lnTo>
                  <a:lnTo>
                    <a:pt x="40396" y="54529"/>
                  </a:lnTo>
                  <a:lnTo>
                    <a:pt x="36823" y="58716"/>
                  </a:lnTo>
                  <a:lnTo>
                    <a:pt x="33390" y="63017"/>
                  </a:lnTo>
                  <a:lnTo>
                    <a:pt x="30101" y="67430"/>
                  </a:lnTo>
                  <a:lnTo>
                    <a:pt x="26958" y="71948"/>
                  </a:lnTo>
                  <a:lnTo>
                    <a:pt x="23966" y="76567"/>
                  </a:lnTo>
                  <a:lnTo>
                    <a:pt x="21128" y="81282"/>
                  </a:lnTo>
                  <a:lnTo>
                    <a:pt x="18447" y="86088"/>
                  </a:lnTo>
                  <a:lnTo>
                    <a:pt x="15925" y="90980"/>
                  </a:lnTo>
                  <a:lnTo>
                    <a:pt x="13565" y="95952"/>
                  </a:lnTo>
                  <a:lnTo>
                    <a:pt x="11371" y="100999"/>
                  </a:lnTo>
                  <a:lnTo>
                    <a:pt x="9344" y="106116"/>
                  </a:lnTo>
                  <a:lnTo>
                    <a:pt x="7486" y="111296"/>
                  </a:lnTo>
                  <a:lnTo>
                    <a:pt x="5800" y="116535"/>
                  </a:lnTo>
                  <a:lnTo>
                    <a:pt x="4287" y="121827"/>
                  </a:lnTo>
                  <a:lnTo>
                    <a:pt x="2949" y="127165"/>
                  </a:lnTo>
                  <a:lnTo>
                    <a:pt x="1788" y="132545"/>
                  </a:lnTo>
                  <a:lnTo>
                    <a:pt x="804" y="137960"/>
                  </a:lnTo>
                  <a:lnTo>
                    <a:pt x="0" y="143404"/>
                  </a:lnTo>
                  <a:lnTo>
                    <a:pt x="165750" y="1651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78092" y="5269756"/>
              <a:ext cx="334322" cy="334329"/>
            </a:xfrm>
            <a:custGeom>
              <a:avLst/>
              <a:pathLst>
                <a:path w="334322" h="334329">
                  <a:moveTo>
                    <a:pt x="1415" y="145446"/>
                  </a:moveTo>
                  <a:lnTo>
                    <a:pt x="811" y="150702"/>
                  </a:lnTo>
                  <a:lnTo>
                    <a:pt x="373" y="155975"/>
                  </a:lnTo>
                  <a:lnTo>
                    <a:pt x="103" y="161259"/>
                  </a:lnTo>
                  <a:lnTo>
                    <a:pt x="0" y="166549"/>
                  </a:lnTo>
                  <a:lnTo>
                    <a:pt x="64" y="171840"/>
                  </a:lnTo>
                  <a:lnTo>
                    <a:pt x="295" y="177125"/>
                  </a:lnTo>
                  <a:lnTo>
                    <a:pt x="694" y="182401"/>
                  </a:lnTo>
                  <a:lnTo>
                    <a:pt x="1259" y="187662"/>
                  </a:lnTo>
                  <a:lnTo>
                    <a:pt x="1991" y="192902"/>
                  </a:lnTo>
                  <a:lnTo>
                    <a:pt x="2888" y="198116"/>
                  </a:lnTo>
                  <a:lnTo>
                    <a:pt x="3950" y="203299"/>
                  </a:lnTo>
                  <a:lnTo>
                    <a:pt x="5175" y="208447"/>
                  </a:lnTo>
                  <a:lnTo>
                    <a:pt x="6563" y="213552"/>
                  </a:lnTo>
                  <a:lnTo>
                    <a:pt x="8111" y="218612"/>
                  </a:lnTo>
                  <a:lnTo>
                    <a:pt x="9819" y="223619"/>
                  </a:lnTo>
                  <a:lnTo>
                    <a:pt x="11684" y="228570"/>
                  </a:lnTo>
                  <a:lnTo>
                    <a:pt x="13705" y="233460"/>
                  </a:lnTo>
                  <a:lnTo>
                    <a:pt x="15880" y="238283"/>
                  </a:lnTo>
                  <a:lnTo>
                    <a:pt x="18206" y="243035"/>
                  </a:lnTo>
                  <a:lnTo>
                    <a:pt x="20682" y="247711"/>
                  </a:lnTo>
                  <a:lnTo>
                    <a:pt x="23304" y="252307"/>
                  </a:lnTo>
                  <a:lnTo>
                    <a:pt x="26071" y="256817"/>
                  </a:lnTo>
                  <a:lnTo>
                    <a:pt x="28978" y="261237"/>
                  </a:lnTo>
                  <a:lnTo>
                    <a:pt x="32025" y="265563"/>
                  </a:lnTo>
                  <a:lnTo>
                    <a:pt x="35206" y="269790"/>
                  </a:lnTo>
                  <a:lnTo>
                    <a:pt x="38520" y="273915"/>
                  </a:lnTo>
                  <a:lnTo>
                    <a:pt x="41962" y="277933"/>
                  </a:lnTo>
                  <a:lnTo>
                    <a:pt x="45530" y="281840"/>
                  </a:lnTo>
                  <a:lnTo>
                    <a:pt x="49220" y="285631"/>
                  </a:lnTo>
                  <a:lnTo>
                    <a:pt x="53028" y="289305"/>
                  </a:lnTo>
                  <a:lnTo>
                    <a:pt x="56951" y="292855"/>
                  </a:lnTo>
                  <a:lnTo>
                    <a:pt x="60984" y="296280"/>
                  </a:lnTo>
                  <a:lnTo>
                    <a:pt x="65123" y="299576"/>
                  </a:lnTo>
                  <a:lnTo>
                    <a:pt x="69364" y="302739"/>
                  </a:lnTo>
                  <a:lnTo>
                    <a:pt x="73703" y="305766"/>
                  </a:lnTo>
                  <a:lnTo>
                    <a:pt x="78136" y="308654"/>
                  </a:lnTo>
                  <a:lnTo>
                    <a:pt x="82658" y="311401"/>
                  </a:lnTo>
                  <a:lnTo>
                    <a:pt x="87265" y="314003"/>
                  </a:lnTo>
                  <a:lnTo>
                    <a:pt x="91952" y="316458"/>
                  </a:lnTo>
                  <a:lnTo>
                    <a:pt x="96714" y="318764"/>
                  </a:lnTo>
                  <a:lnTo>
                    <a:pt x="101547" y="320917"/>
                  </a:lnTo>
                  <a:lnTo>
                    <a:pt x="106446" y="322917"/>
                  </a:lnTo>
                  <a:lnTo>
                    <a:pt x="111405" y="324760"/>
                  </a:lnTo>
                  <a:lnTo>
                    <a:pt x="116420" y="326446"/>
                  </a:lnTo>
                  <a:lnTo>
                    <a:pt x="121486" y="327972"/>
                  </a:lnTo>
                  <a:lnTo>
                    <a:pt x="126598" y="329337"/>
                  </a:lnTo>
                  <a:lnTo>
                    <a:pt x="131750" y="330540"/>
                  </a:lnTo>
                  <a:lnTo>
                    <a:pt x="136938" y="331579"/>
                  </a:lnTo>
                  <a:lnTo>
                    <a:pt x="142156" y="332453"/>
                  </a:lnTo>
                  <a:lnTo>
                    <a:pt x="147400" y="333162"/>
                  </a:lnTo>
                  <a:lnTo>
                    <a:pt x="152663" y="333704"/>
                  </a:lnTo>
                  <a:lnTo>
                    <a:pt x="157940" y="334080"/>
                  </a:lnTo>
                  <a:lnTo>
                    <a:pt x="163227" y="334288"/>
                  </a:lnTo>
                  <a:lnTo>
                    <a:pt x="168518" y="334329"/>
                  </a:lnTo>
                  <a:lnTo>
                    <a:pt x="173807" y="334202"/>
                  </a:lnTo>
                  <a:lnTo>
                    <a:pt x="179090" y="333909"/>
                  </a:lnTo>
                  <a:lnTo>
                    <a:pt x="184360" y="333448"/>
                  </a:lnTo>
                  <a:lnTo>
                    <a:pt x="189614" y="332820"/>
                  </a:lnTo>
                  <a:lnTo>
                    <a:pt x="194845" y="332027"/>
                  </a:lnTo>
                  <a:lnTo>
                    <a:pt x="200048" y="331068"/>
                  </a:lnTo>
                  <a:lnTo>
                    <a:pt x="205219" y="329946"/>
                  </a:lnTo>
                  <a:lnTo>
                    <a:pt x="210351" y="328660"/>
                  </a:lnTo>
                  <a:lnTo>
                    <a:pt x="215440" y="327212"/>
                  </a:lnTo>
                  <a:lnTo>
                    <a:pt x="220481" y="325605"/>
                  </a:lnTo>
                  <a:lnTo>
                    <a:pt x="225468" y="323838"/>
                  </a:lnTo>
                  <a:lnTo>
                    <a:pt x="230397" y="321914"/>
                  </a:lnTo>
                  <a:lnTo>
                    <a:pt x="235262" y="319836"/>
                  </a:lnTo>
                  <a:lnTo>
                    <a:pt x="240060" y="317604"/>
                  </a:lnTo>
                  <a:lnTo>
                    <a:pt x="244784" y="315222"/>
                  </a:lnTo>
                  <a:lnTo>
                    <a:pt x="249431" y="312692"/>
                  </a:lnTo>
                  <a:lnTo>
                    <a:pt x="253995" y="310015"/>
                  </a:lnTo>
                  <a:lnTo>
                    <a:pt x="258472" y="307196"/>
                  </a:lnTo>
                  <a:lnTo>
                    <a:pt x="262857" y="304236"/>
                  </a:lnTo>
                  <a:lnTo>
                    <a:pt x="267147" y="301140"/>
                  </a:lnTo>
                  <a:lnTo>
                    <a:pt x="271337" y="297908"/>
                  </a:lnTo>
                  <a:lnTo>
                    <a:pt x="275422" y="294546"/>
                  </a:lnTo>
                  <a:lnTo>
                    <a:pt x="279399" y="291057"/>
                  </a:lnTo>
                  <a:lnTo>
                    <a:pt x="283264" y="287443"/>
                  </a:lnTo>
                  <a:lnTo>
                    <a:pt x="287012" y="283708"/>
                  </a:lnTo>
                  <a:lnTo>
                    <a:pt x="290640" y="279857"/>
                  </a:lnTo>
                  <a:lnTo>
                    <a:pt x="294144" y="275893"/>
                  </a:lnTo>
                  <a:lnTo>
                    <a:pt x="297521" y="271821"/>
                  </a:lnTo>
                  <a:lnTo>
                    <a:pt x="300768" y="267643"/>
                  </a:lnTo>
                  <a:lnTo>
                    <a:pt x="303881" y="263365"/>
                  </a:lnTo>
                  <a:lnTo>
                    <a:pt x="306857" y="258990"/>
                  </a:lnTo>
                  <a:lnTo>
                    <a:pt x="309692" y="254523"/>
                  </a:lnTo>
                  <a:lnTo>
                    <a:pt x="312386" y="249969"/>
                  </a:lnTo>
                  <a:lnTo>
                    <a:pt x="314933" y="245332"/>
                  </a:lnTo>
                  <a:lnTo>
                    <a:pt x="317333" y="240616"/>
                  </a:lnTo>
                  <a:lnTo>
                    <a:pt x="319582" y="235827"/>
                  </a:lnTo>
                  <a:lnTo>
                    <a:pt x="321679" y="230970"/>
                  </a:lnTo>
                  <a:lnTo>
                    <a:pt x="323620" y="226048"/>
                  </a:lnTo>
                  <a:lnTo>
                    <a:pt x="325405" y="221067"/>
                  </a:lnTo>
                  <a:lnTo>
                    <a:pt x="327032" y="216032"/>
                  </a:lnTo>
                  <a:lnTo>
                    <a:pt x="328498" y="210949"/>
                  </a:lnTo>
                  <a:lnTo>
                    <a:pt x="329803" y="205821"/>
                  </a:lnTo>
                  <a:lnTo>
                    <a:pt x="330945" y="200655"/>
                  </a:lnTo>
                  <a:lnTo>
                    <a:pt x="331922" y="195455"/>
                  </a:lnTo>
                  <a:lnTo>
                    <a:pt x="332735" y="190227"/>
                  </a:lnTo>
                  <a:lnTo>
                    <a:pt x="333382" y="184976"/>
                  </a:lnTo>
                  <a:lnTo>
                    <a:pt x="333862" y="179707"/>
                  </a:lnTo>
                  <a:lnTo>
                    <a:pt x="334176" y="174425"/>
                  </a:lnTo>
                  <a:lnTo>
                    <a:pt x="334322" y="169137"/>
                  </a:lnTo>
                  <a:lnTo>
                    <a:pt x="334300" y="163846"/>
                  </a:lnTo>
                  <a:lnTo>
                    <a:pt x="334111" y="158558"/>
                  </a:lnTo>
                  <a:lnTo>
                    <a:pt x="333755" y="153279"/>
                  </a:lnTo>
                  <a:lnTo>
                    <a:pt x="333232" y="148014"/>
                  </a:lnTo>
                  <a:lnTo>
                    <a:pt x="332543" y="142768"/>
                  </a:lnTo>
                  <a:lnTo>
                    <a:pt x="331688" y="137547"/>
                  </a:lnTo>
                  <a:lnTo>
                    <a:pt x="330668" y="132355"/>
                  </a:lnTo>
                  <a:lnTo>
                    <a:pt x="329485" y="127199"/>
                  </a:lnTo>
                  <a:lnTo>
                    <a:pt x="328139" y="122082"/>
                  </a:lnTo>
                  <a:lnTo>
                    <a:pt x="326631" y="117010"/>
                  </a:lnTo>
                  <a:lnTo>
                    <a:pt x="324964" y="111989"/>
                  </a:lnTo>
                  <a:lnTo>
                    <a:pt x="323139" y="107023"/>
                  </a:lnTo>
                  <a:lnTo>
                    <a:pt x="321158" y="102117"/>
                  </a:lnTo>
                  <a:lnTo>
                    <a:pt x="319022" y="97276"/>
                  </a:lnTo>
                  <a:lnTo>
                    <a:pt x="316734" y="92506"/>
                  </a:lnTo>
                  <a:lnTo>
                    <a:pt x="314296" y="87810"/>
                  </a:lnTo>
                  <a:lnTo>
                    <a:pt x="311711" y="83193"/>
                  </a:lnTo>
                  <a:lnTo>
                    <a:pt x="308981" y="78661"/>
                  </a:lnTo>
                  <a:lnTo>
                    <a:pt x="306109" y="74217"/>
                  </a:lnTo>
                  <a:lnTo>
                    <a:pt x="303098" y="69867"/>
                  </a:lnTo>
                  <a:lnTo>
                    <a:pt x="299951" y="65614"/>
                  </a:lnTo>
                  <a:lnTo>
                    <a:pt x="296671" y="61463"/>
                  </a:lnTo>
                  <a:lnTo>
                    <a:pt x="293261" y="57417"/>
                  </a:lnTo>
                  <a:lnTo>
                    <a:pt x="289724" y="53482"/>
                  </a:lnTo>
                  <a:lnTo>
                    <a:pt x="286065" y="49660"/>
                  </a:lnTo>
                  <a:lnTo>
                    <a:pt x="282287" y="45956"/>
                  </a:lnTo>
                  <a:lnTo>
                    <a:pt x="278394" y="42374"/>
                  </a:lnTo>
                  <a:lnTo>
                    <a:pt x="274389" y="38916"/>
                  </a:lnTo>
                  <a:lnTo>
                    <a:pt x="270276" y="35587"/>
                  </a:lnTo>
                  <a:lnTo>
                    <a:pt x="266061" y="32390"/>
                  </a:lnTo>
                  <a:lnTo>
                    <a:pt x="261746" y="29328"/>
                  </a:lnTo>
                  <a:lnTo>
                    <a:pt x="257336" y="26404"/>
                  </a:lnTo>
                  <a:lnTo>
                    <a:pt x="252837" y="23621"/>
                  </a:lnTo>
                  <a:lnTo>
                    <a:pt x="248251" y="20982"/>
                  </a:lnTo>
                  <a:lnTo>
                    <a:pt x="243584" y="18489"/>
                  </a:lnTo>
                  <a:lnTo>
                    <a:pt x="238841" y="16145"/>
                  </a:lnTo>
                  <a:lnTo>
                    <a:pt x="234026" y="13952"/>
                  </a:lnTo>
                  <a:lnTo>
                    <a:pt x="229144" y="11913"/>
                  </a:lnTo>
                  <a:lnTo>
                    <a:pt x="224199" y="10030"/>
                  </a:lnTo>
                  <a:lnTo>
                    <a:pt x="219198" y="8303"/>
                  </a:lnTo>
                  <a:lnTo>
                    <a:pt x="214144" y="6736"/>
                  </a:lnTo>
                  <a:lnTo>
                    <a:pt x="209044" y="5330"/>
                  </a:lnTo>
                  <a:lnTo>
                    <a:pt x="203901" y="4086"/>
                  </a:lnTo>
                  <a:lnTo>
                    <a:pt x="198722" y="3005"/>
                  </a:lnTo>
                  <a:lnTo>
                    <a:pt x="193511" y="2089"/>
                  </a:lnTo>
                  <a:lnTo>
                    <a:pt x="188274" y="1337"/>
                  </a:lnTo>
                  <a:lnTo>
                    <a:pt x="183015" y="753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01459" y="5018213"/>
              <a:ext cx="19579" cy="167167"/>
            </a:xfrm>
            <a:custGeom>
              <a:avLst/>
              <a:pathLst>
                <a:path w="19579" h="167167">
                  <a:moveTo>
                    <a:pt x="19579" y="0"/>
                  </a:moveTo>
                  <a:lnTo>
                    <a:pt x="9773" y="287"/>
                  </a:lnTo>
                  <a:lnTo>
                    <a:pt x="0" y="1150"/>
                  </a:lnTo>
                  <a:lnTo>
                    <a:pt x="1957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01459" y="5019363"/>
              <a:ext cx="19579" cy="166016"/>
            </a:xfrm>
            <a:custGeom>
              <a:avLst/>
              <a:pathLst>
                <a:path w="19579" h="166016">
                  <a:moveTo>
                    <a:pt x="0" y="0"/>
                  </a:moveTo>
                  <a:lnTo>
                    <a:pt x="19579" y="166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01459" y="5019363"/>
              <a:ext cx="19579" cy="166016"/>
            </a:xfrm>
            <a:custGeom>
              <a:avLst/>
              <a:pathLst>
                <a:path w="19579" h="166016">
                  <a:moveTo>
                    <a:pt x="0" y="0"/>
                  </a:moveTo>
                  <a:lnTo>
                    <a:pt x="19579" y="1660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01459" y="5019363"/>
              <a:ext cx="19579" cy="166016"/>
            </a:xfrm>
            <a:custGeom>
              <a:avLst/>
              <a:pathLst>
                <a:path w="19579" h="166016">
                  <a:moveTo>
                    <a:pt x="0" y="0"/>
                  </a:moveTo>
                  <a:lnTo>
                    <a:pt x="19579" y="1660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86140" y="5019363"/>
              <a:ext cx="134898" cy="166016"/>
            </a:xfrm>
            <a:custGeom>
              <a:avLst/>
              <a:pathLst>
                <a:path w="134898" h="166016">
                  <a:moveTo>
                    <a:pt x="115318" y="0"/>
                  </a:moveTo>
                  <a:lnTo>
                    <a:pt x="109874" y="733"/>
                  </a:lnTo>
                  <a:lnTo>
                    <a:pt x="104456" y="1644"/>
                  </a:lnTo>
                  <a:lnTo>
                    <a:pt x="99072" y="2733"/>
                  </a:lnTo>
                  <a:lnTo>
                    <a:pt x="93726" y="3998"/>
                  </a:lnTo>
                  <a:lnTo>
                    <a:pt x="88425" y="5439"/>
                  </a:lnTo>
                  <a:lnTo>
                    <a:pt x="83174" y="7052"/>
                  </a:lnTo>
                  <a:lnTo>
                    <a:pt x="77978" y="8838"/>
                  </a:lnTo>
                  <a:lnTo>
                    <a:pt x="72844" y="10793"/>
                  </a:lnTo>
                  <a:lnTo>
                    <a:pt x="67777" y="12916"/>
                  </a:lnTo>
                  <a:lnTo>
                    <a:pt x="62783" y="15204"/>
                  </a:lnTo>
                  <a:lnTo>
                    <a:pt x="57867" y="17655"/>
                  </a:lnTo>
                  <a:lnTo>
                    <a:pt x="53033" y="20266"/>
                  </a:lnTo>
                  <a:lnTo>
                    <a:pt x="48288" y="23035"/>
                  </a:lnTo>
                  <a:lnTo>
                    <a:pt x="43637" y="25958"/>
                  </a:lnTo>
                  <a:lnTo>
                    <a:pt x="39084" y="29032"/>
                  </a:lnTo>
                  <a:lnTo>
                    <a:pt x="34635" y="32255"/>
                  </a:lnTo>
                  <a:lnTo>
                    <a:pt x="30294" y="35621"/>
                  </a:lnTo>
                  <a:lnTo>
                    <a:pt x="26066" y="39129"/>
                  </a:lnTo>
                  <a:lnTo>
                    <a:pt x="21955" y="42773"/>
                  </a:lnTo>
                  <a:lnTo>
                    <a:pt x="17967" y="46551"/>
                  </a:lnTo>
                  <a:lnTo>
                    <a:pt x="14105" y="50458"/>
                  </a:lnTo>
                  <a:lnTo>
                    <a:pt x="10373" y="54489"/>
                  </a:lnTo>
                  <a:lnTo>
                    <a:pt x="6775" y="58641"/>
                  </a:lnTo>
                  <a:lnTo>
                    <a:pt x="3316" y="62909"/>
                  </a:lnTo>
                  <a:lnTo>
                    <a:pt x="0" y="67288"/>
                  </a:lnTo>
                  <a:lnTo>
                    <a:pt x="134898" y="1660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3871" y="5018213"/>
              <a:ext cx="334325" cy="334324"/>
            </a:xfrm>
            <a:custGeom>
              <a:avLst/>
              <a:pathLst>
                <a:path w="334325" h="334324">
                  <a:moveTo>
                    <a:pt x="32268" y="68439"/>
                  </a:moveTo>
                  <a:lnTo>
                    <a:pt x="29214" y="72753"/>
                  </a:lnTo>
                  <a:lnTo>
                    <a:pt x="26298" y="77162"/>
                  </a:lnTo>
                  <a:lnTo>
                    <a:pt x="23523" y="81661"/>
                  </a:lnTo>
                  <a:lnTo>
                    <a:pt x="20891" y="86245"/>
                  </a:lnTo>
                  <a:lnTo>
                    <a:pt x="18406" y="90911"/>
                  </a:lnTo>
                  <a:lnTo>
                    <a:pt x="16069" y="95652"/>
                  </a:lnTo>
                  <a:lnTo>
                    <a:pt x="13883" y="100465"/>
                  </a:lnTo>
                  <a:lnTo>
                    <a:pt x="11851" y="105345"/>
                  </a:lnTo>
                  <a:lnTo>
                    <a:pt x="9974" y="110286"/>
                  </a:lnTo>
                  <a:lnTo>
                    <a:pt x="8254" y="115285"/>
                  </a:lnTo>
                  <a:lnTo>
                    <a:pt x="6693" y="120335"/>
                  </a:lnTo>
                  <a:lnTo>
                    <a:pt x="5293" y="125432"/>
                  </a:lnTo>
                  <a:lnTo>
                    <a:pt x="4054" y="130571"/>
                  </a:lnTo>
                  <a:lnTo>
                    <a:pt x="2979" y="135747"/>
                  </a:lnTo>
                  <a:lnTo>
                    <a:pt x="2068" y="140953"/>
                  </a:lnTo>
                  <a:lnTo>
                    <a:pt x="1321" y="146187"/>
                  </a:lnTo>
                  <a:lnTo>
                    <a:pt x="741" y="151441"/>
                  </a:lnTo>
                  <a:lnTo>
                    <a:pt x="327" y="156710"/>
                  </a:lnTo>
                  <a:lnTo>
                    <a:pt x="80" y="161991"/>
                  </a:lnTo>
                  <a:lnTo>
                    <a:pt x="0" y="167276"/>
                  </a:lnTo>
                  <a:lnTo>
                    <a:pt x="87" y="172561"/>
                  </a:lnTo>
                  <a:lnTo>
                    <a:pt x="341" y="177841"/>
                  </a:lnTo>
                  <a:lnTo>
                    <a:pt x="761" y="183110"/>
                  </a:lnTo>
                  <a:lnTo>
                    <a:pt x="1349" y="188364"/>
                  </a:lnTo>
                  <a:lnTo>
                    <a:pt x="2102" y="193596"/>
                  </a:lnTo>
                  <a:lnTo>
                    <a:pt x="3020" y="198801"/>
                  </a:lnTo>
                  <a:lnTo>
                    <a:pt x="4102" y="203976"/>
                  </a:lnTo>
                  <a:lnTo>
                    <a:pt x="5348" y="209113"/>
                  </a:lnTo>
                  <a:lnTo>
                    <a:pt x="6755" y="214208"/>
                  </a:lnTo>
                  <a:lnTo>
                    <a:pt x="8322" y="219256"/>
                  </a:lnTo>
                  <a:lnTo>
                    <a:pt x="10048" y="224252"/>
                  </a:lnTo>
                  <a:lnTo>
                    <a:pt x="11932" y="229192"/>
                  </a:lnTo>
                  <a:lnTo>
                    <a:pt x="13971" y="234069"/>
                  </a:lnTo>
                  <a:lnTo>
                    <a:pt x="16162" y="238879"/>
                  </a:lnTo>
                  <a:lnTo>
                    <a:pt x="18505" y="243617"/>
                  </a:lnTo>
                  <a:lnTo>
                    <a:pt x="20997" y="248279"/>
                  </a:lnTo>
                  <a:lnTo>
                    <a:pt x="23634" y="252860"/>
                  </a:lnTo>
                  <a:lnTo>
                    <a:pt x="26415" y="257355"/>
                  </a:lnTo>
                  <a:lnTo>
                    <a:pt x="29337" y="261761"/>
                  </a:lnTo>
                  <a:lnTo>
                    <a:pt x="32397" y="266071"/>
                  </a:lnTo>
                  <a:lnTo>
                    <a:pt x="35591" y="270283"/>
                  </a:lnTo>
                  <a:lnTo>
                    <a:pt x="38917" y="274391"/>
                  </a:lnTo>
                  <a:lnTo>
                    <a:pt x="42372" y="278392"/>
                  </a:lnTo>
                  <a:lnTo>
                    <a:pt x="45951" y="282282"/>
                  </a:lnTo>
                  <a:lnTo>
                    <a:pt x="49651" y="286057"/>
                  </a:lnTo>
                  <a:lnTo>
                    <a:pt x="53469" y="289713"/>
                  </a:lnTo>
                  <a:lnTo>
                    <a:pt x="57400" y="293247"/>
                  </a:lnTo>
                  <a:lnTo>
                    <a:pt x="61441" y="296655"/>
                  </a:lnTo>
                  <a:lnTo>
                    <a:pt x="65588" y="299933"/>
                  </a:lnTo>
                  <a:lnTo>
                    <a:pt x="69837" y="303078"/>
                  </a:lnTo>
                  <a:lnTo>
                    <a:pt x="74182" y="306087"/>
                  </a:lnTo>
                  <a:lnTo>
                    <a:pt x="78621" y="308958"/>
                  </a:lnTo>
                  <a:lnTo>
                    <a:pt x="83148" y="311686"/>
                  </a:lnTo>
                  <a:lnTo>
                    <a:pt x="87760" y="314270"/>
                  </a:lnTo>
                  <a:lnTo>
                    <a:pt x="92450" y="316708"/>
                  </a:lnTo>
                  <a:lnTo>
                    <a:pt x="97216" y="318995"/>
                  </a:lnTo>
                  <a:lnTo>
                    <a:pt x="102051" y="321131"/>
                  </a:lnTo>
                  <a:lnTo>
                    <a:pt x="106952" y="323113"/>
                  </a:lnTo>
                  <a:lnTo>
                    <a:pt x="111912" y="324939"/>
                  </a:lnTo>
                  <a:lnTo>
                    <a:pt x="116928" y="326607"/>
                  </a:lnTo>
                  <a:lnTo>
                    <a:pt x="121994" y="328115"/>
                  </a:lnTo>
                  <a:lnTo>
                    <a:pt x="127106" y="329463"/>
                  </a:lnTo>
                  <a:lnTo>
                    <a:pt x="132257" y="330649"/>
                  </a:lnTo>
                  <a:lnTo>
                    <a:pt x="137443" y="331671"/>
                  </a:lnTo>
                  <a:lnTo>
                    <a:pt x="142659" y="332528"/>
                  </a:lnTo>
                  <a:lnTo>
                    <a:pt x="147900" y="333220"/>
                  </a:lnTo>
                  <a:lnTo>
                    <a:pt x="153159" y="333746"/>
                  </a:lnTo>
                  <a:lnTo>
                    <a:pt x="158433" y="334106"/>
                  </a:lnTo>
                  <a:lnTo>
                    <a:pt x="163716" y="334299"/>
                  </a:lnTo>
                  <a:lnTo>
                    <a:pt x="169002" y="334324"/>
                  </a:lnTo>
                  <a:lnTo>
                    <a:pt x="174286" y="334183"/>
                  </a:lnTo>
                  <a:lnTo>
                    <a:pt x="179563" y="333874"/>
                  </a:lnTo>
                  <a:lnTo>
                    <a:pt x="184827" y="333399"/>
                  </a:lnTo>
                  <a:lnTo>
                    <a:pt x="190074" y="332757"/>
                  </a:lnTo>
                  <a:lnTo>
                    <a:pt x="195298" y="331950"/>
                  </a:lnTo>
                  <a:lnTo>
                    <a:pt x="200494" y="330979"/>
                  </a:lnTo>
                  <a:lnTo>
                    <a:pt x="205657" y="329843"/>
                  </a:lnTo>
                  <a:lnTo>
                    <a:pt x="210781" y="328545"/>
                  </a:lnTo>
                  <a:lnTo>
                    <a:pt x="215861" y="327085"/>
                  </a:lnTo>
                  <a:lnTo>
                    <a:pt x="220893" y="325465"/>
                  </a:lnTo>
                  <a:lnTo>
                    <a:pt x="225871" y="323688"/>
                  </a:lnTo>
                  <a:lnTo>
                    <a:pt x="230791" y="321753"/>
                  </a:lnTo>
                  <a:lnTo>
                    <a:pt x="235646" y="319664"/>
                  </a:lnTo>
                  <a:lnTo>
                    <a:pt x="240434" y="317423"/>
                  </a:lnTo>
                  <a:lnTo>
                    <a:pt x="245148" y="315032"/>
                  </a:lnTo>
                  <a:lnTo>
                    <a:pt x="249784" y="312492"/>
                  </a:lnTo>
                  <a:lnTo>
                    <a:pt x="254337" y="309807"/>
                  </a:lnTo>
                  <a:lnTo>
                    <a:pt x="258804" y="306980"/>
                  </a:lnTo>
                  <a:lnTo>
                    <a:pt x="263178" y="304013"/>
                  </a:lnTo>
                  <a:lnTo>
                    <a:pt x="267457" y="300909"/>
                  </a:lnTo>
                  <a:lnTo>
                    <a:pt x="271635" y="297671"/>
                  </a:lnTo>
                  <a:lnTo>
                    <a:pt x="275709" y="294303"/>
                  </a:lnTo>
                  <a:lnTo>
                    <a:pt x="279675" y="290807"/>
                  </a:lnTo>
                  <a:lnTo>
                    <a:pt x="283528" y="287188"/>
                  </a:lnTo>
                  <a:lnTo>
                    <a:pt x="287264" y="283449"/>
                  </a:lnTo>
                  <a:lnTo>
                    <a:pt x="290881" y="279594"/>
                  </a:lnTo>
                  <a:lnTo>
                    <a:pt x="294373" y="275626"/>
                  </a:lnTo>
                  <a:lnTo>
                    <a:pt x="297739" y="271550"/>
                  </a:lnTo>
                  <a:lnTo>
                    <a:pt x="300974" y="267370"/>
                  </a:lnTo>
                  <a:lnTo>
                    <a:pt x="304075" y="263089"/>
                  </a:lnTo>
                  <a:lnTo>
                    <a:pt x="307040" y="258712"/>
                  </a:lnTo>
                  <a:lnTo>
                    <a:pt x="309864" y="254244"/>
                  </a:lnTo>
                  <a:lnTo>
                    <a:pt x="312546" y="249689"/>
                  </a:lnTo>
                  <a:lnTo>
                    <a:pt x="315082" y="245051"/>
                  </a:lnTo>
                  <a:lnTo>
                    <a:pt x="317471" y="240336"/>
                  </a:lnTo>
                  <a:lnTo>
                    <a:pt x="319709" y="235547"/>
                  </a:lnTo>
                  <a:lnTo>
                    <a:pt x="321795" y="230690"/>
                  </a:lnTo>
                  <a:lnTo>
                    <a:pt x="323726" y="225769"/>
                  </a:lnTo>
                  <a:lnTo>
                    <a:pt x="325500" y="220790"/>
                  </a:lnTo>
                  <a:lnTo>
                    <a:pt x="327117" y="215757"/>
                  </a:lnTo>
                  <a:lnTo>
                    <a:pt x="328573" y="210676"/>
                  </a:lnTo>
                  <a:lnTo>
                    <a:pt x="329868" y="205551"/>
                  </a:lnTo>
                  <a:lnTo>
                    <a:pt x="331000" y="200387"/>
                  </a:lnTo>
                  <a:lnTo>
                    <a:pt x="331969" y="195191"/>
                  </a:lnTo>
                  <a:lnTo>
                    <a:pt x="332772" y="189966"/>
                  </a:lnTo>
                  <a:lnTo>
                    <a:pt x="333410" y="184719"/>
                  </a:lnTo>
                  <a:lnTo>
                    <a:pt x="333882" y="179454"/>
                  </a:lnTo>
                  <a:lnTo>
                    <a:pt x="334187" y="174177"/>
                  </a:lnTo>
                  <a:lnTo>
                    <a:pt x="334325" y="168893"/>
                  </a:lnTo>
                  <a:lnTo>
                    <a:pt x="334296" y="163607"/>
                  </a:lnTo>
                  <a:lnTo>
                    <a:pt x="334100" y="158324"/>
                  </a:lnTo>
                  <a:lnTo>
                    <a:pt x="333737" y="153051"/>
                  </a:lnTo>
                  <a:lnTo>
                    <a:pt x="333208" y="147791"/>
                  </a:lnTo>
                  <a:lnTo>
                    <a:pt x="332512" y="142551"/>
                  </a:lnTo>
                  <a:lnTo>
                    <a:pt x="331651" y="137336"/>
                  </a:lnTo>
                  <a:lnTo>
                    <a:pt x="330626" y="132150"/>
                  </a:lnTo>
                  <a:lnTo>
                    <a:pt x="329437" y="127000"/>
                  </a:lnTo>
                  <a:lnTo>
                    <a:pt x="328086" y="121889"/>
                  </a:lnTo>
                  <a:lnTo>
                    <a:pt x="326574" y="116824"/>
                  </a:lnTo>
                  <a:lnTo>
                    <a:pt x="324902" y="111809"/>
                  </a:lnTo>
                  <a:lnTo>
                    <a:pt x="323073" y="106850"/>
                  </a:lnTo>
                  <a:lnTo>
                    <a:pt x="321088" y="101951"/>
                  </a:lnTo>
                  <a:lnTo>
                    <a:pt x="318949" y="97117"/>
                  </a:lnTo>
                  <a:lnTo>
                    <a:pt x="316659" y="92353"/>
                  </a:lnTo>
                  <a:lnTo>
                    <a:pt x="314219" y="87664"/>
                  </a:lnTo>
                  <a:lnTo>
                    <a:pt x="311631" y="83054"/>
                  </a:lnTo>
                  <a:lnTo>
                    <a:pt x="308900" y="78529"/>
                  </a:lnTo>
                  <a:lnTo>
                    <a:pt x="306026" y="74092"/>
                  </a:lnTo>
                  <a:lnTo>
                    <a:pt x="303014" y="69748"/>
                  </a:lnTo>
                  <a:lnTo>
                    <a:pt x="299866" y="65502"/>
                  </a:lnTo>
                  <a:lnTo>
                    <a:pt x="296585" y="61357"/>
                  </a:lnTo>
                  <a:lnTo>
                    <a:pt x="293175" y="57318"/>
                  </a:lnTo>
                  <a:lnTo>
                    <a:pt x="289639" y="53389"/>
                  </a:lnTo>
                  <a:lnTo>
                    <a:pt x="285981" y="49573"/>
                  </a:lnTo>
                  <a:lnTo>
                    <a:pt x="282203" y="45876"/>
                  </a:lnTo>
                  <a:lnTo>
                    <a:pt x="278311" y="42299"/>
                  </a:lnTo>
                  <a:lnTo>
                    <a:pt x="274307" y="38848"/>
                  </a:lnTo>
                  <a:lnTo>
                    <a:pt x="270197" y="35524"/>
                  </a:lnTo>
                  <a:lnTo>
                    <a:pt x="265983" y="32333"/>
                  </a:lnTo>
                  <a:lnTo>
                    <a:pt x="261671" y="29276"/>
                  </a:lnTo>
                  <a:lnTo>
                    <a:pt x="257264" y="26357"/>
                  </a:lnTo>
                  <a:lnTo>
                    <a:pt x="252767" y="23578"/>
                  </a:lnTo>
                  <a:lnTo>
                    <a:pt x="248184" y="20944"/>
                  </a:lnTo>
                  <a:lnTo>
                    <a:pt x="243520" y="18455"/>
                  </a:lnTo>
                  <a:lnTo>
                    <a:pt x="238780" y="16116"/>
                  </a:lnTo>
                  <a:lnTo>
                    <a:pt x="233969" y="13927"/>
                  </a:lnTo>
                  <a:lnTo>
                    <a:pt x="229090" y="11892"/>
                  </a:lnTo>
                  <a:lnTo>
                    <a:pt x="224150" y="10011"/>
                  </a:lnTo>
                  <a:lnTo>
                    <a:pt x="219153" y="8288"/>
                  </a:lnTo>
                  <a:lnTo>
                    <a:pt x="214103" y="6724"/>
                  </a:lnTo>
                  <a:lnTo>
                    <a:pt x="209007" y="5320"/>
                  </a:lnTo>
                  <a:lnTo>
                    <a:pt x="203869" y="4078"/>
                  </a:lnTo>
                  <a:lnTo>
                    <a:pt x="198694" y="2999"/>
                  </a:lnTo>
                  <a:lnTo>
                    <a:pt x="193488" y="2085"/>
                  </a:lnTo>
                  <a:lnTo>
                    <a:pt x="188256" y="1335"/>
                  </a:lnTo>
                  <a:lnTo>
                    <a:pt x="183002" y="751"/>
                  </a:lnTo>
                  <a:lnTo>
                    <a:pt x="177732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09715" y="4659281"/>
              <a:ext cx="113519" cy="167167"/>
            </a:xfrm>
            <a:custGeom>
              <a:avLst/>
              <a:pathLst>
                <a:path w="113519" h="167167">
                  <a:moveTo>
                    <a:pt x="113519" y="0"/>
                  </a:moveTo>
                  <a:lnTo>
                    <a:pt x="107848" y="96"/>
                  </a:lnTo>
                  <a:lnTo>
                    <a:pt x="102183" y="384"/>
                  </a:lnTo>
                  <a:lnTo>
                    <a:pt x="96531" y="865"/>
                  </a:lnTo>
                  <a:lnTo>
                    <a:pt x="90899" y="1537"/>
                  </a:lnTo>
                  <a:lnTo>
                    <a:pt x="85293" y="2400"/>
                  </a:lnTo>
                  <a:lnTo>
                    <a:pt x="79720" y="3452"/>
                  </a:lnTo>
                  <a:lnTo>
                    <a:pt x="74185" y="4693"/>
                  </a:lnTo>
                  <a:lnTo>
                    <a:pt x="68696" y="6121"/>
                  </a:lnTo>
                  <a:lnTo>
                    <a:pt x="63258" y="7734"/>
                  </a:lnTo>
                  <a:lnTo>
                    <a:pt x="57878" y="9531"/>
                  </a:lnTo>
                  <a:lnTo>
                    <a:pt x="52562" y="11510"/>
                  </a:lnTo>
                  <a:lnTo>
                    <a:pt x="47317" y="13667"/>
                  </a:lnTo>
                  <a:lnTo>
                    <a:pt x="42147" y="16002"/>
                  </a:lnTo>
                  <a:lnTo>
                    <a:pt x="37060" y="18510"/>
                  </a:lnTo>
                  <a:lnTo>
                    <a:pt x="32061" y="21189"/>
                  </a:lnTo>
                  <a:lnTo>
                    <a:pt x="27155" y="24037"/>
                  </a:lnTo>
                  <a:lnTo>
                    <a:pt x="22349" y="27049"/>
                  </a:lnTo>
                  <a:lnTo>
                    <a:pt x="17648" y="30223"/>
                  </a:lnTo>
                  <a:lnTo>
                    <a:pt x="13057" y="33554"/>
                  </a:lnTo>
                  <a:lnTo>
                    <a:pt x="8582" y="37039"/>
                  </a:lnTo>
                  <a:lnTo>
                    <a:pt x="4228" y="40674"/>
                  </a:lnTo>
                  <a:lnTo>
                    <a:pt x="0" y="44455"/>
                  </a:lnTo>
                  <a:lnTo>
                    <a:pt x="11351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09715" y="4703737"/>
              <a:ext cx="113519" cy="122712"/>
            </a:xfrm>
            <a:custGeom>
              <a:avLst/>
              <a:pathLst>
                <a:path w="113519" h="122712">
                  <a:moveTo>
                    <a:pt x="0" y="0"/>
                  </a:moveTo>
                  <a:lnTo>
                    <a:pt x="113519" y="1227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09715" y="4703737"/>
              <a:ext cx="113519" cy="122712"/>
            </a:xfrm>
            <a:custGeom>
              <a:avLst/>
              <a:pathLst>
                <a:path w="113519" h="122712">
                  <a:moveTo>
                    <a:pt x="0" y="0"/>
                  </a:moveTo>
                  <a:lnTo>
                    <a:pt x="113519" y="1227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256067" y="4703737"/>
              <a:ext cx="334334" cy="289859"/>
            </a:xfrm>
            <a:custGeom>
              <a:avLst/>
              <a:pathLst>
                <a:path w="334334" h="289859">
                  <a:moveTo>
                    <a:pt x="53647" y="0"/>
                  </a:moveTo>
                  <a:lnTo>
                    <a:pt x="49812" y="3663"/>
                  </a:lnTo>
                  <a:lnTo>
                    <a:pt x="46094" y="7445"/>
                  </a:lnTo>
                  <a:lnTo>
                    <a:pt x="42498" y="11344"/>
                  </a:lnTo>
                  <a:lnTo>
                    <a:pt x="39028" y="15355"/>
                  </a:lnTo>
                  <a:lnTo>
                    <a:pt x="35687" y="19475"/>
                  </a:lnTo>
                  <a:lnTo>
                    <a:pt x="32478" y="23698"/>
                  </a:lnTo>
                  <a:lnTo>
                    <a:pt x="29404" y="28020"/>
                  </a:lnTo>
                  <a:lnTo>
                    <a:pt x="26470" y="32438"/>
                  </a:lnTo>
                  <a:lnTo>
                    <a:pt x="23677" y="36947"/>
                  </a:lnTo>
                  <a:lnTo>
                    <a:pt x="21028" y="41543"/>
                  </a:lnTo>
                  <a:lnTo>
                    <a:pt x="18527" y="46220"/>
                  </a:lnTo>
                  <a:lnTo>
                    <a:pt x="16175" y="50974"/>
                  </a:lnTo>
                  <a:lnTo>
                    <a:pt x="13975" y="55800"/>
                  </a:lnTo>
                  <a:lnTo>
                    <a:pt x="11929" y="60693"/>
                  </a:lnTo>
                  <a:lnTo>
                    <a:pt x="10040" y="65649"/>
                  </a:lnTo>
                  <a:lnTo>
                    <a:pt x="8309" y="70663"/>
                  </a:lnTo>
                  <a:lnTo>
                    <a:pt x="6738" y="75728"/>
                  </a:lnTo>
                  <a:lnTo>
                    <a:pt x="5328" y="80842"/>
                  </a:lnTo>
                  <a:lnTo>
                    <a:pt x="4081" y="85997"/>
                  </a:lnTo>
                  <a:lnTo>
                    <a:pt x="2998" y="91189"/>
                  </a:lnTo>
                  <a:lnTo>
                    <a:pt x="2081" y="96413"/>
                  </a:lnTo>
                  <a:lnTo>
                    <a:pt x="1330" y="101663"/>
                  </a:lnTo>
                  <a:lnTo>
                    <a:pt x="746" y="106935"/>
                  </a:lnTo>
                  <a:lnTo>
                    <a:pt x="329" y="112223"/>
                  </a:lnTo>
                  <a:lnTo>
                    <a:pt x="80" y="117521"/>
                  </a:lnTo>
                  <a:lnTo>
                    <a:pt x="0" y="122824"/>
                  </a:lnTo>
                  <a:lnTo>
                    <a:pt x="87" y="128127"/>
                  </a:lnTo>
                  <a:lnTo>
                    <a:pt x="343" y="133425"/>
                  </a:lnTo>
                  <a:lnTo>
                    <a:pt x="767" y="138712"/>
                  </a:lnTo>
                  <a:lnTo>
                    <a:pt x="1358" y="143983"/>
                  </a:lnTo>
                  <a:lnTo>
                    <a:pt x="2117" y="149232"/>
                  </a:lnTo>
                  <a:lnTo>
                    <a:pt x="3041" y="154455"/>
                  </a:lnTo>
                  <a:lnTo>
                    <a:pt x="4131" y="159645"/>
                  </a:lnTo>
                  <a:lnTo>
                    <a:pt x="5384" y="164799"/>
                  </a:lnTo>
                  <a:lnTo>
                    <a:pt x="6801" y="169910"/>
                  </a:lnTo>
                  <a:lnTo>
                    <a:pt x="8379" y="174974"/>
                  </a:lnTo>
                  <a:lnTo>
                    <a:pt x="10117" y="179985"/>
                  </a:lnTo>
                  <a:lnTo>
                    <a:pt x="12013" y="184938"/>
                  </a:lnTo>
                  <a:lnTo>
                    <a:pt x="14065" y="189829"/>
                  </a:lnTo>
                  <a:lnTo>
                    <a:pt x="16271" y="194652"/>
                  </a:lnTo>
                  <a:lnTo>
                    <a:pt x="18630" y="199403"/>
                  </a:lnTo>
                  <a:lnTo>
                    <a:pt x="21137" y="204077"/>
                  </a:lnTo>
                  <a:lnTo>
                    <a:pt x="23792" y="208669"/>
                  </a:lnTo>
                  <a:lnTo>
                    <a:pt x="26591" y="213174"/>
                  </a:lnTo>
                  <a:lnTo>
                    <a:pt x="29532" y="217588"/>
                  </a:lnTo>
                  <a:lnTo>
                    <a:pt x="32611" y="221906"/>
                  </a:lnTo>
                  <a:lnTo>
                    <a:pt x="35825" y="226125"/>
                  </a:lnTo>
                  <a:lnTo>
                    <a:pt x="39172" y="230240"/>
                  </a:lnTo>
                  <a:lnTo>
                    <a:pt x="42648" y="234246"/>
                  </a:lnTo>
                  <a:lnTo>
                    <a:pt x="46249" y="238140"/>
                  </a:lnTo>
                  <a:lnTo>
                    <a:pt x="49972" y="241918"/>
                  </a:lnTo>
                  <a:lnTo>
                    <a:pt x="53812" y="245576"/>
                  </a:lnTo>
                  <a:lnTo>
                    <a:pt x="57767" y="249110"/>
                  </a:lnTo>
                  <a:lnTo>
                    <a:pt x="61832" y="252517"/>
                  </a:lnTo>
                  <a:lnTo>
                    <a:pt x="66003" y="255794"/>
                  </a:lnTo>
                  <a:lnTo>
                    <a:pt x="70276" y="258936"/>
                  </a:lnTo>
                  <a:lnTo>
                    <a:pt x="74646" y="261941"/>
                  </a:lnTo>
                  <a:lnTo>
                    <a:pt x="79110" y="264806"/>
                  </a:lnTo>
                  <a:lnTo>
                    <a:pt x="83662" y="267528"/>
                  </a:lnTo>
                  <a:lnTo>
                    <a:pt x="88298" y="270104"/>
                  </a:lnTo>
                  <a:lnTo>
                    <a:pt x="93014" y="272532"/>
                  </a:lnTo>
                  <a:lnTo>
                    <a:pt x="97804" y="274809"/>
                  </a:lnTo>
                  <a:lnTo>
                    <a:pt x="102664" y="276933"/>
                  </a:lnTo>
                  <a:lnTo>
                    <a:pt x="107589" y="278902"/>
                  </a:lnTo>
                  <a:lnTo>
                    <a:pt x="112574" y="280713"/>
                  </a:lnTo>
                  <a:lnTo>
                    <a:pt x="117614" y="282366"/>
                  </a:lnTo>
                  <a:lnTo>
                    <a:pt x="122704" y="283857"/>
                  </a:lnTo>
                  <a:lnTo>
                    <a:pt x="127838" y="285187"/>
                  </a:lnTo>
                  <a:lnTo>
                    <a:pt x="133012" y="286353"/>
                  </a:lnTo>
                  <a:lnTo>
                    <a:pt x="138221" y="287354"/>
                  </a:lnTo>
                  <a:lnTo>
                    <a:pt x="143459" y="288189"/>
                  </a:lnTo>
                  <a:lnTo>
                    <a:pt x="148720" y="288858"/>
                  </a:lnTo>
                  <a:lnTo>
                    <a:pt x="154000" y="289360"/>
                  </a:lnTo>
                  <a:lnTo>
                    <a:pt x="159294" y="289694"/>
                  </a:lnTo>
                  <a:lnTo>
                    <a:pt x="164595" y="289859"/>
                  </a:lnTo>
                  <a:lnTo>
                    <a:pt x="169899" y="289857"/>
                  </a:lnTo>
                  <a:lnTo>
                    <a:pt x="175200" y="289686"/>
                  </a:lnTo>
                  <a:lnTo>
                    <a:pt x="180493" y="289347"/>
                  </a:lnTo>
                  <a:lnTo>
                    <a:pt x="185773" y="288840"/>
                  </a:lnTo>
                  <a:lnTo>
                    <a:pt x="191034" y="288167"/>
                  </a:lnTo>
                  <a:lnTo>
                    <a:pt x="196271" y="287326"/>
                  </a:lnTo>
                  <a:lnTo>
                    <a:pt x="201478" y="286320"/>
                  </a:lnTo>
                  <a:lnTo>
                    <a:pt x="206651" y="285149"/>
                  </a:lnTo>
                  <a:lnTo>
                    <a:pt x="211784" y="283815"/>
                  </a:lnTo>
                  <a:lnTo>
                    <a:pt x="216873" y="282318"/>
                  </a:lnTo>
                  <a:lnTo>
                    <a:pt x="221911" y="280661"/>
                  </a:lnTo>
                  <a:lnTo>
                    <a:pt x="226894" y="278845"/>
                  </a:lnTo>
                  <a:lnTo>
                    <a:pt x="231818" y="276871"/>
                  </a:lnTo>
                  <a:lnTo>
                    <a:pt x="236676" y="274743"/>
                  </a:lnTo>
                  <a:lnTo>
                    <a:pt x="241464" y="272461"/>
                  </a:lnTo>
                  <a:lnTo>
                    <a:pt x="246177" y="270029"/>
                  </a:lnTo>
                  <a:lnTo>
                    <a:pt x="250811" y="267448"/>
                  </a:lnTo>
                  <a:lnTo>
                    <a:pt x="255360" y="264722"/>
                  </a:lnTo>
                  <a:lnTo>
                    <a:pt x="259821" y="261852"/>
                  </a:lnTo>
                  <a:lnTo>
                    <a:pt x="264188" y="258843"/>
                  </a:lnTo>
                  <a:lnTo>
                    <a:pt x="268458" y="255697"/>
                  </a:lnTo>
                  <a:lnTo>
                    <a:pt x="272626" y="252416"/>
                  </a:lnTo>
                  <a:lnTo>
                    <a:pt x="276688" y="249005"/>
                  </a:lnTo>
                  <a:lnTo>
                    <a:pt x="280639" y="245467"/>
                  </a:lnTo>
                  <a:lnTo>
                    <a:pt x="284476" y="241806"/>
                  </a:lnTo>
                  <a:lnTo>
                    <a:pt x="288195" y="238024"/>
                  </a:lnTo>
                  <a:lnTo>
                    <a:pt x="291793" y="234127"/>
                  </a:lnTo>
                  <a:lnTo>
                    <a:pt x="295265" y="230117"/>
                  </a:lnTo>
                  <a:lnTo>
                    <a:pt x="298607" y="225999"/>
                  </a:lnTo>
                  <a:lnTo>
                    <a:pt x="301818" y="221777"/>
                  </a:lnTo>
                  <a:lnTo>
                    <a:pt x="304893" y="217456"/>
                  </a:lnTo>
                  <a:lnTo>
                    <a:pt x="307829" y="213039"/>
                  </a:lnTo>
                  <a:lnTo>
                    <a:pt x="310624" y="208531"/>
                  </a:lnTo>
                  <a:lnTo>
                    <a:pt x="313274" y="203937"/>
                  </a:lnTo>
                  <a:lnTo>
                    <a:pt x="315778" y="199261"/>
                  </a:lnTo>
                  <a:lnTo>
                    <a:pt x="318131" y="194508"/>
                  </a:lnTo>
                  <a:lnTo>
                    <a:pt x="320333" y="189683"/>
                  </a:lnTo>
                  <a:lnTo>
                    <a:pt x="322380" y="184790"/>
                  </a:lnTo>
                  <a:lnTo>
                    <a:pt x="324272" y="179835"/>
                  </a:lnTo>
                  <a:lnTo>
                    <a:pt x="326005" y="174822"/>
                  </a:lnTo>
                  <a:lnTo>
                    <a:pt x="327578" y="169757"/>
                  </a:lnTo>
                  <a:lnTo>
                    <a:pt x="328990" y="164644"/>
                  </a:lnTo>
                  <a:lnTo>
                    <a:pt x="330239" y="159489"/>
                  </a:lnTo>
                  <a:lnTo>
                    <a:pt x="331323" y="154297"/>
                  </a:lnTo>
                  <a:lnTo>
                    <a:pt x="332243" y="149074"/>
                  </a:lnTo>
                  <a:lnTo>
                    <a:pt x="332996" y="143824"/>
                  </a:lnTo>
                  <a:lnTo>
                    <a:pt x="333582" y="138552"/>
                  </a:lnTo>
                  <a:lnTo>
                    <a:pt x="334001" y="133265"/>
                  </a:lnTo>
                  <a:lnTo>
                    <a:pt x="334252" y="127967"/>
                  </a:lnTo>
                  <a:lnTo>
                    <a:pt x="334334" y="122664"/>
                  </a:lnTo>
                  <a:lnTo>
                    <a:pt x="334249" y="117361"/>
                  </a:lnTo>
                  <a:lnTo>
                    <a:pt x="333995" y="112063"/>
                  </a:lnTo>
                  <a:lnTo>
                    <a:pt x="333573" y="106776"/>
                  </a:lnTo>
                  <a:lnTo>
                    <a:pt x="332984" y="101505"/>
                  </a:lnTo>
                  <a:lnTo>
                    <a:pt x="332227" y="96255"/>
                  </a:lnTo>
                  <a:lnTo>
                    <a:pt x="331305" y="91032"/>
                  </a:lnTo>
                  <a:lnTo>
                    <a:pt x="330217" y="85841"/>
                  </a:lnTo>
                  <a:lnTo>
                    <a:pt x="328966" y="80687"/>
                  </a:lnTo>
                  <a:lnTo>
                    <a:pt x="327551" y="75575"/>
                  </a:lnTo>
                  <a:lnTo>
                    <a:pt x="325975" y="70510"/>
                  </a:lnTo>
                  <a:lnTo>
                    <a:pt x="324239" y="65499"/>
                  </a:lnTo>
                  <a:lnTo>
                    <a:pt x="322345" y="60545"/>
                  </a:lnTo>
                  <a:lnTo>
                    <a:pt x="320295" y="55653"/>
                  </a:lnTo>
                  <a:lnTo>
                    <a:pt x="318090" y="50829"/>
                  </a:lnTo>
                  <a:lnTo>
                    <a:pt x="167167" y="1227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150923" cy="167167"/>
            </a:xfrm>
            <a:custGeom>
              <a:avLst/>
              <a:pathLst>
                <a:path w="150923" h="167167">
                  <a:moveTo>
                    <a:pt x="150923" y="95284"/>
                  </a:moveTo>
                  <a:lnTo>
                    <a:pt x="148459" y="90325"/>
                  </a:lnTo>
                  <a:lnTo>
                    <a:pt x="145833" y="85450"/>
                  </a:lnTo>
                  <a:lnTo>
                    <a:pt x="143046" y="80665"/>
                  </a:lnTo>
                  <a:lnTo>
                    <a:pt x="140103" y="75975"/>
                  </a:lnTo>
                  <a:lnTo>
                    <a:pt x="137006" y="71384"/>
                  </a:lnTo>
                  <a:lnTo>
                    <a:pt x="133758" y="66899"/>
                  </a:lnTo>
                  <a:lnTo>
                    <a:pt x="130364" y="62524"/>
                  </a:lnTo>
                  <a:lnTo>
                    <a:pt x="126826" y="58264"/>
                  </a:lnTo>
                  <a:lnTo>
                    <a:pt x="123150" y="54123"/>
                  </a:lnTo>
                  <a:lnTo>
                    <a:pt x="119338" y="50106"/>
                  </a:lnTo>
                  <a:lnTo>
                    <a:pt x="115396" y="46218"/>
                  </a:lnTo>
                  <a:lnTo>
                    <a:pt x="111327" y="42462"/>
                  </a:lnTo>
                  <a:lnTo>
                    <a:pt x="107135" y="38844"/>
                  </a:lnTo>
                  <a:lnTo>
                    <a:pt x="102826" y="35366"/>
                  </a:lnTo>
                  <a:lnTo>
                    <a:pt x="98405" y="32032"/>
                  </a:lnTo>
                  <a:lnTo>
                    <a:pt x="93875" y="28847"/>
                  </a:lnTo>
                  <a:lnTo>
                    <a:pt x="89242" y="25814"/>
                  </a:lnTo>
                  <a:lnTo>
                    <a:pt x="84512" y="22936"/>
                  </a:lnTo>
                  <a:lnTo>
                    <a:pt x="79688" y="20216"/>
                  </a:lnTo>
                  <a:lnTo>
                    <a:pt x="74777" y="17657"/>
                  </a:lnTo>
                  <a:lnTo>
                    <a:pt x="69785" y="15262"/>
                  </a:lnTo>
                  <a:lnTo>
                    <a:pt x="64715" y="13034"/>
                  </a:lnTo>
                  <a:lnTo>
                    <a:pt x="59575" y="10976"/>
                  </a:lnTo>
                  <a:lnTo>
                    <a:pt x="54369" y="9088"/>
                  </a:lnTo>
                  <a:lnTo>
                    <a:pt x="49103" y="7374"/>
                  </a:lnTo>
                  <a:lnTo>
                    <a:pt x="43784" y="5835"/>
                  </a:lnTo>
                  <a:lnTo>
                    <a:pt x="38417" y="4474"/>
                  </a:lnTo>
                  <a:lnTo>
                    <a:pt x="33007" y="3291"/>
                  </a:lnTo>
                  <a:lnTo>
                    <a:pt x="27561" y="2287"/>
                  </a:lnTo>
                  <a:lnTo>
                    <a:pt x="22085" y="1465"/>
                  </a:lnTo>
                  <a:lnTo>
                    <a:pt x="16585" y="824"/>
                  </a:lnTo>
                  <a:lnTo>
                    <a:pt x="11067" y="366"/>
                  </a:lnTo>
                  <a:lnTo>
                    <a:pt x="5536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63063" y="4213821"/>
              <a:ext cx="65408" cy="167167"/>
            </a:xfrm>
            <a:custGeom>
              <a:avLst/>
              <a:pathLst>
                <a:path w="65408" h="167167">
                  <a:moveTo>
                    <a:pt x="65408" y="0"/>
                  </a:moveTo>
                  <a:lnTo>
                    <a:pt x="59300" y="111"/>
                  </a:lnTo>
                  <a:lnTo>
                    <a:pt x="53200" y="446"/>
                  </a:lnTo>
                  <a:lnTo>
                    <a:pt x="47117" y="1003"/>
                  </a:lnTo>
                  <a:lnTo>
                    <a:pt x="41057" y="1783"/>
                  </a:lnTo>
                  <a:lnTo>
                    <a:pt x="35031" y="2783"/>
                  </a:lnTo>
                  <a:lnTo>
                    <a:pt x="29044" y="4003"/>
                  </a:lnTo>
                  <a:lnTo>
                    <a:pt x="23107" y="5440"/>
                  </a:lnTo>
                  <a:lnTo>
                    <a:pt x="17226" y="7094"/>
                  </a:lnTo>
                  <a:lnTo>
                    <a:pt x="11409" y="8961"/>
                  </a:lnTo>
                  <a:lnTo>
                    <a:pt x="5664" y="11040"/>
                  </a:lnTo>
                  <a:lnTo>
                    <a:pt x="0" y="13327"/>
                  </a:lnTo>
                  <a:lnTo>
                    <a:pt x="6540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63063" y="4227149"/>
              <a:ext cx="65408" cy="153839"/>
            </a:xfrm>
            <a:custGeom>
              <a:avLst/>
              <a:pathLst>
                <a:path w="65408" h="153839">
                  <a:moveTo>
                    <a:pt x="0" y="0"/>
                  </a:moveTo>
                  <a:lnTo>
                    <a:pt x="65408" y="1538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561319" y="4227149"/>
              <a:ext cx="167152" cy="317123"/>
            </a:xfrm>
            <a:custGeom>
              <a:avLst/>
              <a:pathLst>
                <a:path w="167152" h="317123">
                  <a:moveTo>
                    <a:pt x="101744" y="0"/>
                  </a:moveTo>
                  <a:lnTo>
                    <a:pt x="96864" y="2167"/>
                  </a:lnTo>
                  <a:lnTo>
                    <a:pt x="92055" y="4489"/>
                  </a:lnTo>
                  <a:lnTo>
                    <a:pt x="87323" y="6964"/>
                  </a:lnTo>
                  <a:lnTo>
                    <a:pt x="82673" y="9589"/>
                  </a:lnTo>
                  <a:lnTo>
                    <a:pt x="78109" y="12360"/>
                  </a:lnTo>
                  <a:lnTo>
                    <a:pt x="73636" y="15277"/>
                  </a:lnTo>
                  <a:lnTo>
                    <a:pt x="69258" y="18334"/>
                  </a:lnTo>
                  <a:lnTo>
                    <a:pt x="64980" y="21530"/>
                  </a:lnTo>
                  <a:lnTo>
                    <a:pt x="60806" y="24861"/>
                  </a:lnTo>
                  <a:lnTo>
                    <a:pt x="56741" y="28323"/>
                  </a:lnTo>
                  <a:lnTo>
                    <a:pt x="52789" y="31913"/>
                  </a:lnTo>
                  <a:lnTo>
                    <a:pt x="48953" y="35628"/>
                  </a:lnTo>
                  <a:lnTo>
                    <a:pt x="45238" y="39464"/>
                  </a:lnTo>
                  <a:lnTo>
                    <a:pt x="41647" y="43416"/>
                  </a:lnTo>
                  <a:lnTo>
                    <a:pt x="38184" y="47481"/>
                  </a:lnTo>
                  <a:lnTo>
                    <a:pt x="34853" y="51654"/>
                  </a:lnTo>
                  <a:lnTo>
                    <a:pt x="31657" y="55932"/>
                  </a:lnTo>
                  <a:lnTo>
                    <a:pt x="28599" y="60309"/>
                  </a:lnTo>
                  <a:lnTo>
                    <a:pt x="25682" y="64782"/>
                  </a:lnTo>
                  <a:lnTo>
                    <a:pt x="22910" y="69346"/>
                  </a:lnTo>
                  <a:lnTo>
                    <a:pt x="20285" y="73996"/>
                  </a:lnTo>
                  <a:lnTo>
                    <a:pt x="17810" y="78728"/>
                  </a:lnTo>
                  <a:lnTo>
                    <a:pt x="15487" y="83536"/>
                  </a:lnTo>
                  <a:lnTo>
                    <a:pt x="13319" y="88416"/>
                  </a:lnTo>
                  <a:lnTo>
                    <a:pt x="11308" y="93362"/>
                  </a:lnTo>
                  <a:lnTo>
                    <a:pt x="9456" y="98371"/>
                  </a:lnTo>
                  <a:lnTo>
                    <a:pt x="7765" y="103436"/>
                  </a:lnTo>
                  <a:lnTo>
                    <a:pt x="6236" y="108552"/>
                  </a:lnTo>
                  <a:lnTo>
                    <a:pt x="4872" y="113715"/>
                  </a:lnTo>
                  <a:lnTo>
                    <a:pt x="3673" y="118918"/>
                  </a:lnTo>
                  <a:lnTo>
                    <a:pt x="2641" y="124157"/>
                  </a:lnTo>
                  <a:lnTo>
                    <a:pt x="1777" y="129427"/>
                  </a:lnTo>
                  <a:lnTo>
                    <a:pt x="1082" y="134721"/>
                  </a:lnTo>
                  <a:lnTo>
                    <a:pt x="556" y="140035"/>
                  </a:lnTo>
                  <a:lnTo>
                    <a:pt x="200" y="145363"/>
                  </a:lnTo>
                  <a:lnTo>
                    <a:pt x="15" y="150699"/>
                  </a:lnTo>
                  <a:lnTo>
                    <a:pt x="0" y="156039"/>
                  </a:lnTo>
                  <a:lnTo>
                    <a:pt x="155" y="161377"/>
                  </a:lnTo>
                  <a:lnTo>
                    <a:pt x="481" y="166707"/>
                  </a:lnTo>
                  <a:lnTo>
                    <a:pt x="977" y="172023"/>
                  </a:lnTo>
                  <a:lnTo>
                    <a:pt x="1643" y="177322"/>
                  </a:lnTo>
                  <a:lnTo>
                    <a:pt x="2477" y="182596"/>
                  </a:lnTo>
                  <a:lnTo>
                    <a:pt x="3479" y="187841"/>
                  </a:lnTo>
                  <a:lnTo>
                    <a:pt x="4649" y="193051"/>
                  </a:lnTo>
                  <a:lnTo>
                    <a:pt x="5984" y="198221"/>
                  </a:lnTo>
                  <a:lnTo>
                    <a:pt x="7484" y="203346"/>
                  </a:lnTo>
                  <a:lnTo>
                    <a:pt x="9147" y="208420"/>
                  </a:lnTo>
                  <a:lnTo>
                    <a:pt x="10970" y="213439"/>
                  </a:lnTo>
                  <a:lnTo>
                    <a:pt x="12954" y="218397"/>
                  </a:lnTo>
                  <a:lnTo>
                    <a:pt x="15094" y="223289"/>
                  </a:lnTo>
                  <a:lnTo>
                    <a:pt x="17390" y="228110"/>
                  </a:lnTo>
                  <a:lnTo>
                    <a:pt x="19838" y="232855"/>
                  </a:lnTo>
                  <a:lnTo>
                    <a:pt x="22437" y="237520"/>
                  </a:lnTo>
                  <a:lnTo>
                    <a:pt x="25184" y="242099"/>
                  </a:lnTo>
                  <a:lnTo>
                    <a:pt x="28075" y="246589"/>
                  </a:lnTo>
                  <a:lnTo>
                    <a:pt x="31108" y="250983"/>
                  </a:lnTo>
                  <a:lnTo>
                    <a:pt x="34281" y="255279"/>
                  </a:lnTo>
                  <a:lnTo>
                    <a:pt x="37588" y="259471"/>
                  </a:lnTo>
                  <a:lnTo>
                    <a:pt x="41028" y="263555"/>
                  </a:lnTo>
                  <a:lnTo>
                    <a:pt x="44597" y="267527"/>
                  </a:lnTo>
                  <a:lnTo>
                    <a:pt x="48290" y="271384"/>
                  </a:lnTo>
                  <a:lnTo>
                    <a:pt x="52105" y="275120"/>
                  </a:lnTo>
                  <a:lnTo>
                    <a:pt x="56037" y="278733"/>
                  </a:lnTo>
                  <a:lnTo>
                    <a:pt x="60083" y="282218"/>
                  </a:lnTo>
                  <a:lnTo>
                    <a:pt x="64238" y="285572"/>
                  </a:lnTo>
                  <a:lnTo>
                    <a:pt x="68498" y="288792"/>
                  </a:lnTo>
                  <a:lnTo>
                    <a:pt x="72858" y="291874"/>
                  </a:lnTo>
                  <a:lnTo>
                    <a:pt x="77315" y="294815"/>
                  </a:lnTo>
                  <a:lnTo>
                    <a:pt x="81863" y="297612"/>
                  </a:lnTo>
                  <a:lnTo>
                    <a:pt x="86499" y="300263"/>
                  </a:lnTo>
                  <a:lnTo>
                    <a:pt x="91217" y="302764"/>
                  </a:lnTo>
                  <a:lnTo>
                    <a:pt x="96012" y="305114"/>
                  </a:lnTo>
                  <a:lnTo>
                    <a:pt x="100880" y="307309"/>
                  </a:lnTo>
                  <a:lnTo>
                    <a:pt x="105815" y="309347"/>
                  </a:lnTo>
                  <a:lnTo>
                    <a:pt x="110813" y="311227"/>
                  </a:lnTo>
                  <a:lnTo>
                    <a:pt x="115869" y="312946"/>
                  </a:lnTo>
                  <a:lnTo>
                    <a:pt x="120977" y="314503"/>
                  </a:lnTo>
                  <a:lnTo>
                    <a:pt x="126132" y="315895"/>
                  </a:lnTo>
                  <a:lnTo>
                    <a:pt x="131328" y="317123"/>
                  </a:lnTo>
                  <a:lnTo>
                    <a:pt x="167152" y="1538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692648" y="4213821"/>
              <a:ext cx="202990" cy="334329"/>
            </a:xfrm>
            <a:custGeom>
              <a:avLst/>
              <a:pathLst>
                <a:path w="202990" h="334329">
                  <a:moveTo>
                    <a:pt x="0" y="330451"/>
                  </a:moveTo>
                  <a:lnTo>
                    <a:pt x="5238" y="331513"/>
                  </a:lnTo>
                  <a:lnTo>
                    <a:pt x="10508" y="332406"/>
                  </a:lnTo>
                  <a:lnTo>
                    <a:pt x="15804" y="333131"/>
                  </a:lnTo>
                  <a:lnTo>
                    <a:pt x="21120" y="333687"/>
                  </a:lnTo>
                  <a:lnTo>
                    <a:pt x="26452" y="334071"/>
                  </a:lnTo>
                  <a:lnTo>
                    <a:pt x="31793" y="334286"/>
                  </a:lnTo>
                  <a:lnTo>
                    <a:pt x="37138" y="334329"/>
                  </a:lnTo>
                  <a:lnTo>
                    <a:pt x="42482" y="334202"/>
                  </a:lnTo>
                  <a:lnTo>
                    <a:pt x="47819" y="333903"/>
                  </a:lnTo>
                  <a:lnTo>
                    <a:pt x="53143" y="333435"/>
                  </a:lnTo>
                  <a:lnTo>
                    <a:pt x="58450" y="332796"/>
                  </a:lnTo>
                  <a:lnTo>
                    <a:pt x="63734" y="331988"/>
                  </a:lnTo>
                  <a:lnTo>
                    <a:pt x="68989" y="331011"/>
                  </a:lnTo>
                  <a:lnTo>
                    <a:pt x="74211" y="329867"/>
                  </a:lnTo>
                  <a:lnTo>
                    <a:pt x="79393" y="328557"/>
                  </a:lnTo>
                  <a:lnTo>
                    <a:pt x="84530" y="327081"/>
                  </a:lnTo>
                  <a:lnTo>
                    <a:pt x="89618" y="325442"/>
                  </a:lnTo>
                  <a:lnTo>
                    <a:pt x="94651" y="323642"/>
                  </a:lnTo>
                  <a:lnTo>
                    <a:pt x="99624" y="321681"/>
                  </a:lnTo>
                  <a:lnTo>
                    <a:pt x="104531" y="319562"/>
                  </a:lnTo>
                  <a:lnTo>
                    <a:pt x="109368" y="317287"/>
                  </a:lnTo>
                  <a:lnTo>
                    <a:pt x="114130" y="314859"/>
                  </a:lnTo>
                  <a:lnTo>
                    <a:pt x="118812" y="312280"/>
                  </a:lnTo>
                  <a:lnTo>
                    <a:pt x="123409" y="309553"/>
                  </a:lnTo>
                  <a:lnTo>
                    <a:pt x="127917" y="306680"/>
                  </a:lnTo>
                  <a:lnTo>
                    <a:pt x="132330" y="303664"/>
                  </a:lnTo>
                  <a:lnTo>
                    <a:pt x="136645" y="300509"/>
                  </a:lnTo>
                  <a:lnTo>
                    <a:pt x="140856" y="297217"/>
                  </a:lnTo>
                  <a:lnTo>
                    <a:pt x="144960" y="293793"/>
                  </a:lnTo>
                  <a:lnTo>
                    <a:pt x="148953" y="290239"/>
                  </a:lnTo>
                  <a:lnTo>
                    <a:pt x="152830" y="286559"/>
                  </a:lnTo>
                  <a:lnTo>
                    <a:pt x="156587" y="282757"/>
                  </a:lnTo>
                  <a:lnTo>
                    <a:pt x="160221" y="278837"/>
                  </a:lnTo>
                  <a:lnTo>
                    <a:pt x="163728" y="274803"/>
                  </a:lnTo>
                  <a:lnTo>
                    <a:pt x="167104" y="270659"/>
                  </a:lnTo>
                  <a:lnTo>
                    <a:pt x="170345" y="266408"/>
                  </a:lnTo>
                  <a:lnTo>
                    <a:pt x="173449" y="262057"/>
                  </a:lnTo>
                  <a:lnTo>
                    <a:pt x="176413" y="257608"/>
                  </a:lnTo>
                  <a:lnTo>
                    <a:pt x="179232" y="253067"/>
                  </a:lnTo>
                  <a:lnTo>
                    <a:pt x="181905" y="248438"/>
                  </a:lnTo>
                  <a:lnTo>
                    <a:pt x="184429" y="243726"/>
                  </a:lnTo>
                  <a:lnTo>
                    <a:pt x="186801" y="238936"/>
                  </a:lnTo>
                  <a:lnTo>
                    <a:pt x="189018" y="234072"/>
                  </a:lnTo>
                  <a:lnTo>
                    <a:pt x="191079" y="229140"/>
                  </a:lnTo>
                  <a:lnTo>
                    <a:pt x="192981" y="224145"/>
                  </a:lnTo>
                  <a:lnTo>
                    <a:pt x="194722" y="219091"/>
                  </a:lnTo>
                  <a:lnTo>
                    <a:pt x="196301" y="213984"/>
                  </a:lnTo>
                  <a:lnTo>
                    <a:pt x="197716" y="208830"/>
                  </a:lnTo>
                  <a:lnTo>
                    <a:pt x="198965" y="203633"/>
                  </a:lnTo>
                  <a:lnTo>
                    <a:pt x="200048" y="198398"/>
                  </a:lnTo>
                  <a:lnTo>
                    <a:pt x="200962" y="193132"/>
                  </a:lnTo>
                  <a:lnTo>
                    <a:pt x="201708" y="187839"/>
                  </a:lnTo>
                  <a:lnTo>
                    <a:pt x="202284" y="182525"/>
                  </a:lnTo>
                  <a:lnTo>
                    <a:pt x="202690" y="177195"/>
                  </a:lnTo>
                  <a:lnTo>
                    <a:pt x="202925" y="171855"/>
                  </a:lnTo>
                  <a:lnTo>
                    <a:pt x="202990" y="166510"/>
                  </a:lnTo>
                  <a:lnTo>
                    <a:pt x="202883" y="161166"/>
                  </a:lnTo>
                  <a:lnTo>
                    <a:pt x="202606" y="155828"/>
                  </a:lnTo>
                  <a:lnTo>
                    <a:pt x="202158" y="150501"/>
                  </a:lnTo>
                  <a:lnTo>
                    <a:pt x="201540" y="145192"/>
                  </a:lnTo>
                  <a:lnTo>
                    <a:pt x="200753" y="139905"/>
                  </a:lnTo>
                  <a:lnTo>
                    <a:pt x="199797" y="134646"/>
                  </a:lnTo>
                  <a:lnTo>
                    <a:pt x="198673" y="129420"/>
                  </a:lnTo>
                  <a:lnTo>
                    <a:pt x="197383" y="124232"/>
                  </a:lnTo>
                  <a:lnTo>
                    <a:pt x="195928" y="119089"/>
                  </a:lnTo>
                  <a:lnTo>
                    <a:pt x="194309" y="113995"/>
                  </a:lnTo>
                  <a:lnTo>
                    <a:pt x="192528" y="108955"/>
                  </a:lnTo>
                  <a:lnTo>
                    <a:pt x="190587" y="103975"/>
                  </a:lnTo>
                  <a:lnTo>
                    <a:pt x="188487" y="99059"/>
                  </a:lnTo>
                  <a:lnTo>
                    <a:pt x="186232" y="94213"/>
                  </a:lnTo>
                  <a:lnTo>
                    <a:pt x="183823" y="89442"/>
                  </a:lnTo>
                  <a:lnTo>
                    <a:pt x="181262" y="84750"/>
                  </a:lnTo>
                  <a:lnTo>
                    <a:pt x="178553" y="80142"/>
                  </a:lnTo>
                  <a:lnTo>
                    <a:pt x="175697" y="75623"/>
                  </a:lnTo>
                  <a:lnTo>
                    <a:pt x="172699" y="71198"/>
                  </a:lnTo>
                  <a:lnTo>
                    <a:pt x="169561" y="66871"/>
                  </a:lnTo>
                  <a:lnTo>
                    <a:pt x="166286" y="62646"/>
                  </a:lnTo>
                  <a:lnTo>
                    <a:pt x="162877" y="58529"/>
                  </a:lnTo>
                  <a:lnTo>
                    <a:pt x="159339" y="54522"/>
                  </a:lnTo>
                  <a:lnTo>
                    <a:pt x="155675" y="50631"/>
                  </a:lnTo>
                  <a:lnTo>
                    <a:pt x="151888" y="46859"/>
                  </a:lnTo>
                  <a:lnTo>
                    <a:pt x="147982" y="43209"/>
                  </a:lnTo>
                  <a:lnTo>
                    <a:pt x="143961" y="39687"/>
                  </a:lnTo>
                  <a:lnTo>
                    <a:pt x="139830" y="36295"/>
                  </a:lnTo>
                  <a:lnTo>
                    <a:pt x="135593" y="33036"/>
                  </a:lnTo>
                  <a:lnTo>
                    <a:pt x="131254" y="29915"/>
                  </a:lnTo>
                  <a:lnTo>
                    <a:pt x="126817" y="26934"/>
                  </a:lnTo>
                  <a:lnTo>
                    <a:pt x="122287" y="24097"/>
                  </a:lnTo>
                  <a:lnTo>
                    <a:pt x="117669" y="21406"/>
                  </a:lnTo>
                  <a:lnTo>
                    <a:pt x="112966" y="18863"/>
                  </a:lnTo>
                  <a:lnTo>
                    <a:pt x="108186" y="16473"/>
                  </a:lnTo>
                  <a:lnTo>
                    <a:pt x="103331" y="14236"/>
                  </a:lnTo>
                  <a:lnTo>
                    <a:pt x="98407" y="12156"/>
                  </a:lnTo>
                  <a:lnTo>
                    <a:pt x="93419" y="10235"/>
                  </a:lnTo>
                  <a:lnTo>
                    <a:pt x="88372" y="8474"/>
                  </a:lnTo>
                  <a:lnTo>
                    <a:pt x="83272" y="6875"/>
                  </a:lnTo>
                  <a:lnTo>
                    <a:pt x="78123" y="5440"/>
                  </a:lnTo>
                  <a:lnTo>
                    <a:pt x="72930" y="4170"/>
                  </a:lnTo>
                  <a:lnTo>
                    <a:pt x="67700" y="3067"/>
                  </a:lnTo>
                  <a:lnTo>
                    <a:pt x="62437" y="2132"/>
                  </a:lnTo>
                  <a:lnTo>
                    <a:pt x="57147" y="1365"/>
                  </a:lnTo>
                  <a:lnTo>
                    <a:pt x="51835" y="768"/>
                  </a:lnTo>
                  <a:lnTo>
                    <a:pt x="46507" y="341"/>
                  </a:lnTo>
                  <a:lnTo>
                    <a:pt x="41168" y="85"/>
                  </a:lnTo>
                  <a:lnTo>
                    <a:pt x="35824" y="0"/>
                  </a:lnTo>
                  <a:lnTo>
                    <a:pt x="3582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57643" y="3707720"/>
              <a:ext cx="161367" cy="167167"/>
            </a:xfrm>
            <a:custGeom>
              <a:avLst/>
              <a:pathLst>
                <a:path w="161367" h="167167">
                  <a:moveTo>
                    <a:pt x="161367" y="0"/>
                  </a:moveTo>
                  <a:lnTo>
                    <a:pt x="155907" y="89"/>
                  </a:lnTo>
                  <a:lnTo>
                    <a:pt x="150454" y="356"/>
                  </a:lnTo>
                  <a:lnTo>
                    <a:pt x="145012" y="802"/>
                  </a:lnTo>
                  <a:lnTo>
                    <a:pt x="139587" y="1424"/>
                  </a:lnTo>
                  <a:lnTo>
                    <a:pt x="134185" y="2224"/>
                  </a:lnTo>
                  <a:lnTo>
                    <a:pt x="128813" y="3200"/>
                  </a:lnTo>
                  <a:lnTo>
                    <a:pt x="123475" y="4351"/>
                  </a:lnTo>
                  <a:lnTo>
                    <a:pt x="118178" y="5675"/>
                  </a:lnTo>
                  <a:lnTo>
                    <a:pt x="112927" y="7172"/>
                  </a:lnTo>
                  <a:lnTo>
                    <a:pt x="107727" y="8839"/>
                  </a:lnTo>
                  <a:lnTo>
                    <a:pt x="102585" y="10675"/>
                  </a:lnTo>
                  <a:lnTo>
                    <a:pt x="97506" y="12679"/>
                  </a:lnTo>
                  <a:lnTo>
                    <a:pt x="92494" y="14847"/>
                  </a:lnTo>
                  <a:lnTo>
                    <a:pt x="87556" y="17177"/>
                  </a:lnTo>
                  <a:lnTo>
                    <a:pt x="82697" y="19668"/>
                  </a:lnTo>
                  <a:lnTo>
                    <a:pt x="77922" y="22316"/>
                  </a:lnTo>
                  <a:lnTo>
                    <a:pt x="73235" y="25118"/>
                  </a:lnTo>
                  <a:lnTo>
                    <a:pt x="68643" y="28072"/>
                  </a:lnTo>
                  <a:lnTo>
                    <a:pt x="64150" y="31175"/>
                  </a:lnTo>
                  <a:lnTo>
                    <a:pt x="59760" y="34423"/>
                  </a:lnTo>
                  <a:lnTo>
                    <a:pt x="55479" y="37812"/>
                  </a:lnTo>
                  <a:lnTo>
                    <a:pt x="51311" y="41339"/>
                  </a:lnTo>
                  <a:lnTo>
                    <a:pt x="47260" y="45001"/>
                  </a:lnTo>
                  <a:lnTo>
                    <a:pt x="43331" y="48792"/>
                  </a:lnTo>
                  <a:lnTo>
                    <a:pt x="39528" y="52710"/>
                  </a:lnTo>
                  <a:lnTo>
                    <a:pt x="35855" y="56751"/>
                  </a:lnTo>
                  <a:lnTo>
                    <a:pt x="32316" y="60909"/>
                  </a:lnTo>
                  <a:lnTo>
                    <a:pt x="28915" y="65180"/>
                  </a:lnTo>
                  <a:lnTo>
                    <a:pt x="25654" y="69560"/>
                  </a:lnTo>
                  <a:lnTo>
                    <a:pt x="22539" y="74045"/>
                  </a:lnTo>
                  <a:lnTo>
                    <a:pt x="19572" y="78628"/>
                  </a:lnTo>
                  <a:lnTo>
                    <a:pt x="16756" y="83307"/>
                  </a:lnTo>
                  <a:lnTo>
                    <a:pt x="14094" y="88074"/>
                  </a:lnTo>
                  <a:lnTo>
                    <a:pt x="11590" y="92926"/>
                  </a:lnTo>
                  <a:lnTo>
                    <a:pt x="9245" y="97858"/>
                  </a:lnTo>
                  <a:lnTo>
                    <a:pt x="7062" y="102863"/>
                  </a:lnTo>
                  <a:lnTo>
                    <a:pt x="5045" y="107937"/>
                  </a:lnTo>
                  <a:lnTo>
                    <a:pt x="3194" y="113073"/>
                  </a:lnTo>
                  <a:lnTo>
                    <a:pt x="1511" y="118268"/>
                  </a:lnTo>
                  <a:lnTo>
                    <a:pt x="0" y="123515"/>
                  </a:lnTo>
                  <a:lnTo>
                    <a:pt x="1613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1851" y="3707739"/>
              <a:ext cx="334326" cy="334308"/>
            </a:xfrm>
            <a:custGeom>
              <a:avLst/>
              <a:pathLst>
                <a:path w="334326" h="334308">
                  <a:moveTo>
                    <a:pt x="5792" y="123497"/>
                  </a:moveTo>
                  <a:lnTo>
                    <a:pt x="4485" y="128650"/>
                  </a:lnTo>
                  <a:lnTo>
                    <a:pt x="3343" y="133843"/>
                  </a:lnTo>
                  <a:lnTo>
                    <a:pt x="2367" y="139069"/>
                  </a:lnTo>
                  <a:lnTo>
                    <a:pt x="1557" y="144324"/>
                  </a:lnTo>
                  <a:lnTo>
                    <a:pt x="915" y="149601"/>
                  </a:lnTo>
                  <a:lnTo>
                    <a:pt x="441" y="154897"/>
                  </a:lnTo>
                  <a:lnTo>
                    <a:pt x="136" y="160205"/>
                  </a:lnTo>
                  <a:lnTo>
                    <a:pt x="0" y="165520"/>
                  </a:lnTo>
                  <a:lnTo>
                    <a:pt x="32" y="170836"/>
                  </a:lnTo>
                  <a:lnTo>
                    <a:pt x="234" y="176149"/>
                  </a:lnTo>
                  <a:lnTo>
                    <a:pt x="605" y="181453"/>
                  </a:lnTo>
                  <a:lnTo>
                    <a:pt x="1144" y="186742"/>
                  </a:lnTo>
                  <a:lnTo>
                    <a:pt x="1851" y="192012"/>
                  </a:lnTo>
                  <a:lnTo>
                    <a:pt x="2725" y="197256"/>
                  </a:lnTo>
                  <a:lnTo>
                    <a:pt x="3766" y="202470"/>
                  </a:lnTo>
                  <a:lnTo>
                    <a:pt x="4972" y="207648"/>
                  </a:lnTo>
                  <a:lnTo>
                    <a:pt x="6342" y="212785"/>
                  </a:lnTo>
                  <a:lnTo>
                    <a:pt x="7874" y="217876"/>
                  </a:lnTo>
                  <a:lnTo>
                    <a:pt x="9568" y="222916"/>
                  </a:lnTo>
                  <a:lnTo>
                    <a:pt x="11421" y="227899"/>
                  </a:lnTo>
                  <a:lnTo>
                    <a:pt x="13432" y="232821"/>
                  </a:lnTo>
                  <a:lnTo>
                    <a:pt x="15598" y="237676"/>
                  </a:lnTo>
                  <a:lnTo>
                    <a:pt x="17917" y="242460"/>
                  </a:lnTo>
                  <a:lnTo>
                    <a:pt x="20388" y="247168"/>
                  </a:lnTo>
                  <a:lnTo>
                    <a:pt x="23007" y="251795"/>
                  </a:lnTo>
                  <a:lnTo>
                    <a:pt x="25771" y="256336"/>
                  </a:lnTo>
                  <a:lnTo>
                    <a:pt x="28679" y="260787"/>
                  </a:lnTo>
                  <a:lnTo>
                    <a:pt x="31727" y="265144"/>
                  </a:lnTo>
                  <a:lnTo>
                    <a:pt x="34912" y="269401"/>
                  </a:lnTo>
                  <a:lnTo>
                    <a:pt x="38230" y="273555"/>
                  </a:lnTo>
                  <a:lnTo>
                    <a:pt x="41679" y="277601"/>
                  </a:lnTo>
                  <a:lnTo>
                    <a:pt x="45255" y="281535"/>
                  </a:lnTo>
                  <a:lnTo>
                    <a:pt x="48954" y="285354"/>
                  </a:lnTo>
                  <a:lnTo>
                    <a:pt x="52773" y="289053"/>
                  </a:lnTo>
                  <a:lnTo>
                    <a:pt x="56707" y="292629"/>
                  </a:lnTo>
                  <a:lnTo>
                    <a:pt x="60754" y="296078"/>
                  </a:lnTo>
                  <a:lnTo>
                    <a:pt x="64907" y="299397"/>
                  </a:lnTo>
                  <a:lnTo>
                    <a:pt x="69165" y="302581"/>
                  </a:lnTo>
                  <a:lnTo>
                    <a:pt x="73521" y="305629"/>
                  </a:lnTo>
                  <a:lnTo>
                    <a:pt x="77972" y="308537"/>
                  </a:lnTo>
                  <a:lnTo>
                    <a:pt x="82514" y="311301"/>
                  </a:lnTo>
                  <a:lnTo>
                    <a:pt x="87140" y="313920"/>
                  </a:lnTo>
                  <a:lnTo>
                    <a:pt x="91848" y="316391"/>
                  </a:lnTo>
                  <a:lnTo>
                    <a:pt x="96632" y="318710"/>
                  </a:lnTo>
                  <a:lnTo>
                    <a:pt x="101488" y="320876"/>
                  </a:lnTo>
                  <a:lnTo>
                    <a:pt x="106410" y="322887"/>
                  </a:lnTo>
                  <a:lnTo>
                    <a:pt x="111393" y="324740"/>
                  </a:lnTo>
                  <a:lnTo>
                    <a:pt x="116433" y="326434"/>
                  </a:lnTo>
                  <a:lnTo>
                    <a:pt x="121524" y="327966"/>
                  </a:lnTo>
                  <a:lnTo>
                    <a:pt x="126661" y="329336"/>
                  </a:lnTo>
                  <a:lnTo>
                    <a:pt x="131839" y="330542"/>
                  </a:lnTo>
                  <a:lnTo>
                    <a:pt x="137053" y="331583"/>
                  </a:lnTo>
                  <a:lnTo>
                    <a:pt x="142297" y="332457"/>
                  </a:lnTo>
                  <a:lnTo>
                    <a:pt x="147566" y="333164"/>
                  </a:lnTo>
                  <a:lnTo>
                    <a:pt x="152856" y="333703"/>
                  </a:lnTo>
                  <a:lnTo>
                    <a:pt x="158159" y="334073"/>
                  </a:lnTo>
                  <a:lnTo>
                    <a:pt x="163472" y="334275"/>
                  </a:lnTo>
                  <a:lnTo>
                    <a:pt x="168789" y="334308"/>
                  </a:lnTo>
                  <a:lnTo>
                    <a:pt x="174104" y="334172"/>
                  </a:lnTo>
                  <a:lnTo>
                    <a:pt x="179412" y="333866"/>
                  </a:lnTo>
                  <a:lnTo>
                    <a:pt x="184707" y="333392"/>
                  </a:lnTo>
                  <a:lnTo>
                    <a:pt x="189985" y="332750"/>
                  </a:lnTo>
                  <a:lnTo>
                    <a:pt x="195240" y="331941"/>
                  </a:lnTo>
                  <a:lnTo>
                    <a:pt x="200466" y="330964"/>
                  </a:lnTo>
                  <a:lnTo>
                    <a:pt x="205658" y="329822"/>
                  </a:lnTo>
                  <a:lnTo>
                    <a:pt x="210812" y="328516"/>
                  </a:lnTo>
                  <a:lnTo>
                    <a:pt x="215921" y="327046"/>
                  </a:lnTo>
                  <a:lnTo>
                    <a:pt x="220982" y="325414"/>
                  </a:lnTo>
                  <a:lnTo>
                    <a:pt x="225987" y="323623"/>
                  </a:lnTo>
                  <a:lnTo>
                    <a:pt x="230933" y="321673"/>
                  </a:lnTo>
                  <a:lnTo>
                    <a:pt x="235815" y="319567"/>
                  </a:lnTo>
                  <a:lnTo>
                    <a:pt x="240627" y="317306"/>
                  </a:lnTo>
                  <a:lnTo>
                    <a:pt x="245365" y="314894"/>
                  </a:lnTo>
                  <a:lnTo>
                    <a:pt x="250024" y="312332"/>
                  </a:lnTo>
                  <a:lnTo>
                    <a:pt x="254599" y="309624"/>
                  </a:lnTo>
                  <a:lnTo>
                    <a:pt x="259086" y="306771"/>
                  </a:lnTo>
                  <a:lnTo>
                    <a:pt x="263479" y="303777"/>
                  </a:lnTo>
                  <a:lnTo>
                    <a:pt x="267775" y="300645"/>
                  </a:lnTo>
                  <a:lnTo>
                    <a:pt x="271970" y="297378"/>
                  </a:lnTo>
                  <a:lnTo>
                    <a:pt x="276058" y="293979"/>
                  </a:lnTo>
                  <a:lnTo>
                    <a:pt x="280036" y="290452"/>
                  </a:lnTo>
                  <a:lnTo>
                    <a:pt x="283900" y="286800"/>
                  </a:lnTo>
                  <a:lnTo>
                    <a:pt x="287646" y="283027"/>
                  </a:lnTo>
                  <a:lnTo>
                    <a:pt x="291270" y="279137"/>
                  </a:lnTo>
                  <a:lnTo>
                    <a:pt x="294769" y="275133"/>
                  </a:lnTo>
                  <a:lnTo>
                    <a:pt x="298138" y="271021"/>
                  </a:lnTo>
                  <a:lnTo>
                    <a:pt x="301375" y="266803"/>
                  </a:lnTo>
                  <a:lnTo>
                    <a:pt x="304476" y="262484"/>
                  </a:lnTo>
                  <a:lnTo>
                    <a:pt x="307439" y="258069"/>
                  </a:lnTo>
                  <a:lnTo>
                    <a:pt x="310259" y="253562"/>
                  </a:lnTo>
                  <a:lnTo>
                    <a:pt x="312935" y="248968"/>
                  </a:lnTo>
                  <a:lnTo>
                    <a:pt x="315463" y="244291"/>
                  </a:lnTo>
                  <a:lnTo>
                    <a:pt x="317841" y="239536"/>
                  </a:lnTo>
                  <a:lnTo>
                    <a:pt x="320067" y="234707"/>
                  </a:lnTo>
                  <a:lnTo>
                    <a:pt x="322138" y="229811"/>
                  </a:lnTo>
                  <a:lnTo>
                    <a:pt x="324052" y="224851"/>
                  </a:lnTo>
                  <a:lnTo>
                    <a:pt x="325808" y="219832"/>
                  </a:lnTo>
                  <a:lnTo>
                    <a:pt x="327403" y="214761"/>
                  </a:lnTo>
                  <a:lnTo>
                    <a:pt x="328836" y="209641"/>
                  </a:lnTo>
                  <a:lnTo>
                    <a:pt x="330105" y="204478"/>
                  </a:lnTo>
                  <a:lnTo>
                    <a:pt x="331210" y="199277"/>
                  </a:lnTo>
                  <a:lnTo>
                    <a:pt x="332149" y="194044"/>
                  </a:lnTo>
                  <a:lnTo>
                    <a:pt x="332920" y="188784"/>
                  </a:lnTo>
                  <a:lnTo>
                    <a:pt x="333525" y="183501"/>
                  </a:lnTo>
                  <a:lnTo>
                    <a:pt x="333961" y="178203"/>
                  </a:lnTo>
                  <a:lnTo>
                    <a:pt x="334228" y="172893"/>
                  </a:lnTo>
                  <a:lnTo>
                    <a:pt x="334326" y="167577"/>
                  </a:lnTo>
                  <a:lnTo>
                    <a:pt x="334255" y="162261"/>
                  </a:lnTo>
                  <a:lnTo>
                    <a:pt x="334015" y="156949"/>
                  </a:lnTo>
                  <a:lnTo>
                    <a:pt x="333606" y="151649"/>
                  </a:lnTo>
                  <a:lnTo>
                    <a:pt x="333029" y="146363"/>
                  </a:lnTo>
                  <a:lnTo>
                    <a:pt x="332284" y="141099"/>
                  </a:lnTo>
                  <a:lnTo>
                    <a:pt x="331372" y="135861"/>
                  </a:lnTo>
                  <a:lnTo>
                    <a:pt x="330294" y="130655"/>
                  </a:lnTo>
                  <a:lnTo>
                    <a:pt x="329051" y="125486"/>
                  </a:lnTo>
                  <a:lnTo>
                    <a:pt x="327645" y="120358"/>
                  </a:lnTo>
                  <a:lnTo>
                    <a:pt x="326076" y="115279"/>
                  </a:lnTo>
                  <a:lnTo>
                    <a:pt x="324346" y="110251"/>
                  </a:lnTo>
                  <a:lnTo>
                    <a:pt x="322457" y="105281"/>
                  </a:lnTo>
                  <a:lnTo>
                    <a:pt x="320411" y="100374"/>
                  </a:lnTo>
                  <a:lnTo>
                    <a:pt x="318210" y="95534"/>
                  </a:lnTo>
                  <a:lnTo>
                    <a:pt x="315856" y="90767"/>
                  </a:lnTo>
                  <a:lnTo>
                    <a:pt x="313352" y="86077"/>
                  </a:lnTo>
                  <a:lnTo>
                    <a:pt x="310700" y="81469"/>
                  </a:lnTo>
                  <a:lnTo>
                    <a:pt x="307903" y="76948"/>
                  </a:lnTo>
                  <a:lnTo>
                    <a:pt x="304963" y="72518"/>
                  </a:lnTo>
                  <a:lnTo>
                    <a:pt x="301884" y="68183"/>
                  </a:lnTo>
                  <a:lnTo>
                    <a:pt x="298669" y="63949"/>
                  </a:lnTo>
                  <a:lnTo>
                    <a:pt x="295321" y="59819"/>
                  </a:lnTo>
                  <a:lnTo>
                    <a:pt x="291843" y="55798"/>
                  </a:lnTo>
                  <a:lnTo>
                    <a:pt x="288239" y="51889"/>
                  </a:lnTo>
                  <a:lnTo>
                    <a:pt x="284512" y="48097"/>
                  </a:lnTo>
                  <a:lnTo>
                    <a:pt x="280667" y="44426"/>
                  </a:lnTo>
                  <a:lnTo>
                    <a:pt x="276707" y="40878"/>
                  </a:lnTo>
                  <a:lnTo>
                    <a:pt x="272636" y="37458"/>
                  </a:lnTo>
                  <a:lnTo>
                    <a:pt x="268458" y="34170"/>
                  </a:lnTo>
                  <a:lnTo>
                    <a:pt x="264178" y="31015"/>
                  </a:lnTo>
                  <a:lnTo>
                    <a:pt x="259800" y="27999"/>
                  </a:lnTo>
                  <a:lnTo>
                    <a:pt x="255328" y="25123"/>
                  </a:lnTo>
                  <a:lnTo>
                    <a:pt x="250767" y="22391"/>
                  </a:lnTo>
                  <a:lnTo>
                    <a:pt x="246122" y="19806"/>
                  </a:lnTo>
                  <a:lnTo>
                    <a:pt x="241396" y="17369"/>
                  </a:lnTo>
                  <a:lnTo>
                    <a:pt x="236596" y="15084"/>
                  </a:lnTo>
                  <a:lnTo>
                    <a:pt x="231725" y="12953"/>
                  </a:lnTo>
                  <a:lnTo>
                    <a:pt x="226789" y="10978"/>
                  </a:lnTo>
                  <a:lnTo>
                    <a:pt x="221792" y="9161"/>
                  </a:lnTo>
                  <a:lnTo>
                    <a:pt x="216741" y="7503"/>
                  </a:lnTo>
                  <a:lnTo>
                    <a:pt x="211639" y="6007"/>
                  </a:lnTo>
                  <a:lnTo>
                    <a:pt x="206492" y="4674"/>
                  </a:lnTo>
                  <a:lnTo>
                    <a:pt x="201305" y="3506"/>
                  </a:lnTo>
                  <a:lnTo>
                    <a:pt x="196084" y="2502"/>
                  </a:lnTo>
                  <a:lnTo>
                    <a:pt x="190834" y="1666"/>
                  </a:lnTo>
                  <a:lnTo>
                    <a:pt x="185559" y="997"/>
                  </a:lnTo>
                  <a:lnTo>
                    <a:pt x="180266" y="496"/>
                  </a:lnTo>
                  <a:lnTo>
                    <a:pt x="174960" y="163"/>
                  </a:lnTo>
                  <a:lnTo>
                    <a:pt x="169646" y="0"/>
                  </a:lnTo>
                  <a:lnTo>
                    <a:pt x="167159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2486" cy="167167"/>
            </a:xfrm>
            <a:custGeom>
              <a:avLst/>
              <a:pathLst>
                <a:path w="2486" h="167167">
                  <a:moveTo>
                    <a:pt x="2486" y="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tx76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2025-06-06T07:20:00Z</dcterms:modified>
  <cp:category/>
</cp:coreProperties>
</file>