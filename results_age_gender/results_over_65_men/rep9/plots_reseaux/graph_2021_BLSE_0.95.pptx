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5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32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81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6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6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64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81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5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3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90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32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1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73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15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2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3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81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71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55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14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53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31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1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43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27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3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5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90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78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64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70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7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7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08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77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08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7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5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14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53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88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8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3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09682" y="3170392"/>
              <a:ext cx="74097" cy="167167"/>
            </a:xfrm>
            <a:custGeom>
              <a:avLst/>
              <a:pathLst>
                <a:path w="74097" h="167167">
                  <a:moveTo>
                    <a:pt x="74097" y="0"/>
                  </a:moveTo>
                  <a:lnTo>
                    <a:pt x="68193" y="104"/>
                  </a:lnTo>
                  <a:lnTo>
                    <a:pt x="62296" y="417"/>
                  </a:lnTo>
                  <a:lnTo>
                    <a:pt x="56414" y="937"/>
                  </a:lnTo>
                  <a:lnTo>
                    <a:pt x="50555" y="1666"/>
                  </a:lnTo>
                  <a:lnTo>
                    <a:pt x="44724" y="2600"/>
                  </a:lnTo>
                  <a:lnTo>
                    <a:pt x="38930" y="3740"/>
                  </a:lnTo>
                  <a:lnTo>
                    <a:pt x="33180" y="5084"/>
                  </a:lnTo>
                  <a:lnTo>
                    <a:pt x="27482" y="6630"/>
                  </a:lnTo>
                  <a:lnTo>
                    <a:pt x="21841" y="8377"/>
                  </a:lnTo>
                  <a:lnTo>
                    <a:pt x="16266" y="10321"/>
                  </a:lnTo>
                  <a:lnTo>
                    <a:pt x="10762" y="12462"/>
                  </a:lnTo>
                  <a:lnTo>
                    <a:pt x="5338" y="14795"/>
                  </a:lnTo>
                  <a:lnTo>
                    <a:pt x="0" y="17318"/>
                  </a:lnTo>
                  <a:lnTo>
                    <a:pt x="740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09682" y="3187711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11" y="3170417"/>
              <a:ext cx="334334" cy="334292"/>
            </a:xfrm>
            <a:custGeom>
              <a:avLst/>
              <a:pathLst>
                <a:path w="334334" h="334292">
                  <a:moveTo>
                    <a:pt x="93070" y="17294"/>
                  </a:moveTo>
                  <a:lnTo>
                    <a:pt x="88353" y="19720"/>
                  </a:lnTo>
                  <a:lnTo>
                    <a:pt x="83716" y="22295"/>
                  </a:lnTo>
                  <a:lnTo>
                    <a:pt x="79162" y="25015"/>
                  </a:lnTo>
                  <a:lnTo>
                    <a:pt x="74697" y="27879"/>
                  </a:lnTo>
                  <a:lnTo>
                    <a:pt x="70326" y="30882"/>
                  </a:lnTo>
                  <a:lnTo>
                    <a:pt x="66051" y="34023"/>
                  </a:lnTo>
                  <a:lnTo>
                    <a:pt x="61879" y="37298"/>
                  </a:lnTo>
                  <a:lnTo>
                    <a:pt x="57813" y="40704"/>
                  </a:lnTo>
                  <a:lnTo>
                    <a:pt x="53856" y="44237"/>
                  </a:lnTo>
                  <a:lnTo>
                    <a:pt x="50014" y="47894"/>
                  </a:lnTo>
                  <a:lnTo>
                    <a:pt x="46290" y="51671"/>
                  </a:lnTo>
                  <a:lnTo>
                    <a:pt x="42687" y="55564"/>
                  </a:lnTo>
                  <a:lnTo>
                    <a:pt x="39210" y="59569"/>
                  </a:lnTo>
                  <a:lnTo>
                    <a:pt x="35862" y="63683"/>
                  </a:lnTo>
                  <a:lnTo>
                    <a:pt x="32645" y="67901"/>
                  </a:lnTo>
                  <a:lnTo>
                    <a:pt x="29565" y="72218"/>
                  </a:lnTo>
                  <a:lnTo>
                    <a:pt x="26622" y="76632"/>
                  </a:lnTo>
                  <a:lnTo>
                    <a:pt x="23822" y="81136"/>
                  </a:lnTo>
                  <a:lnTo>
                    <a:pt x="21165" y="85727"/>
                  </a:lnTo>
                  <a:lnTo>
                    <a:pt x="18656" y="90400"/>
                  </a:lnTo>
                  <a:lnTo>
                    <a:pt x="16296" y="95150"/>
                  </a:lnTo>
                  <a:lnTo>
                    <a:pt x="14088" y="99973"/>
                  </a:lnTo>
                  <a:lnTo>
                    <a:pt x="12034" y="104864"/>
                  </a:lnTo>
                  <a:lnTo>
                    <a:pt x="10136" y="109817"/>
                  </a:lnTo>
                  <a:lnTo>
                    <a:pt x="8396" y="114827"/>
                  </a:lnTo>
                  <a:lnTo>
                    <a:pt x="6816" y="119891"/>
                  </a:lnTo>
                  <a:lnTo>
                    <a:pt x="5398" y="125002"/>
                  </a:lnTo>
                  <a:lnTo>
                    <a:pt x="4143" y="130155"/>
                  </a:lnTo>
                  <a:lnTo>
                    <a:pt x="3051" y="135346"/>
                  </a:lnTo>
                  <a:lnTo>
                    <a:pt x="2125" y="140569"/>
                  </a:lnTo>
                  <a:lnTo>
                    <a:pt x="1365" y="145818"/>
                  </a:lnTo>
                  <a:lnTo>
                    <a:pt x="772" y="151089"/>
                  </a:lnTo>
                  <a:lnTo>
                    <a:pt x="346" y="156376"/>
                  </a:lnTo>
                  <a:lnTo>
                    <a:pt x="89" y="161674"/>
                  </a:lnTo>
                  <a:lnTo>
                    <a:pt x="0" y="166978"/>
                  </a:lnTo>
                  <a:lnTo>
                    <a:pt x="78" y="172281"/>
                  </a:lnTo>
                  <a:lnTo>
                    <a:pt x="326" y="177580"/>
                  </a:lnTo>
                  <a:lnTo>
                    <a:pt x="741" y="182868"/>
                  </a:lnTo>
                  <a:lnTo>
                    <a:pt x="1323" y="188140"/>
                  </a:lnTo>
                  <a:lnTo>
                    <a:pt x="2073" y="193391"/>
                  </a:lnTo>
                  <a:lnTo>
                    <a:pt x="2989" y="198615"/>
                  </a:lnTo>
                  <a:lnTo>
                    <a:pt x="4070" y="203808"/>
                  </a:lnTo>
                  <a:lnTo>
                    <a:pt x="5315" y="208964"/>
                  </a:lnTo>
                  <a:lnTo>
                    <a:pt x="6724" y="214078"/>
                  </a:lnTo>
                  <a:lnTo>
                    <a:pt x="8293" y="219144"/>
                  </a:lnTo>
                  <a:lnTo>
                    <a:pt x="10023" y="224158"/>
                  </a:lnTo>
                  <a:lnTo>
                    <a:pt x="11911" y="229115"/>
                  </a:lnTo>
                  <a:lnTo>
                    <a:pt x="13956" y="234010"/>
                  </a:lnTo>
                  <a:lnTo>
                    <a:pt x="16154" y="238837"/>
                  </a:lnTo>
                  <a:lnTo>
                    <a:pt x="18505" y="243592"/>
                  </a:lnTo>
                  <a:lnTo>
                    <a:pt x="21005" y="248270"/>
                  </a:lnTo>
                  <a:lnTo>
                    <a:pt x="23652" y="252866"/>
                  </a:lnTo>
                  <a:lnTo>
                    <a:pt x="26444" y="257376"/>
                  </a:lnTo>
                  <a:lnTo>
                    <a:pt x="29378" y="261795"/>
                  </a:lnTo>
                  <a:lnTo>
                    <a:pt x="32450" y="266119"/>
                  </a:lnTo>
                  <a:lnTo>
                    <a:pt x="35658" y="270343"/>
                  </a:lnTo>
                  <a:lnTo>
                    <a:pt x="38998" y="274463"/>
                  </a:lnTo>
                  <a:lnTo>
                    <a:pt x="42468" y="278475"/>
                  </a:lnTo>
                  <a:lnTo>
                    <a:pt x="46063" y="282376"/>
                  </a:lnTo>
                  <a:lnTo>
                    <a:pt x="49779" y="286160"/>
                  </a:lnTo>
                  <a:lnTo>
                    <a:pt x="53614" y="289824"/>
                  </a:lnTo>
                  <a:lnTo>
                    <a:pt x="57564" y="293365"/>
                  </a:lnTo>
                  <a:lnTo>
                    <a:pt x="61623" y="296779"/>
                  </a:lnTo>
                  <a:lnTo>
                    <a:pt x="65789" y="300062"/>
                  </a:lnTo>
                  <a:lnTo>
                    <a:pt x="70057" y="303211"/>
                  </a:lnTo>
                  <a:lnTo>
                    <a:pt x="74423" y="306223"/>
                  </a:lnTo>
                  <a:lnTo>
                    <a:pt x="78882" y="309096"/>
                  </a:lnTo>
                  <a:lnTo>
                    <a:pt x="83430" y="311825"/>
                  </a:lnTo>
                  <a:lnTo>
                    <a:pt x="88063" y="314409"/>
                  </a:lnTo>
                  <a:lnTo>
                    <a:pt x="92775" y="316845"/>
                  </a:lnTo>
                  <a:lnTo>
                    <a:pt x="97562" y="319129"/>
                  </a:lnTo>
                  <a:lnTo>
                    <a:pt x="102419" y="321261"/>
                  </a:lnTo>
                  <a:lnTo>
                    <a:pt x="107341" y="323238"/>
                  </a:lnTo>
                  <a:lnTo>
                    <a:pt x="112323" y="325057"/>
                  </a:lnTo>
                  <a:lnTo>
                    <a:pt x="117361" y="326718"/>
                  </a:lnTo>
                  <a:lnTo>
                    <a:pt x="122448" y="328217"/>
                  </a:lnTo>
                  <a:lnTo>
                    <a:pt x="127581" y="329555"/>
                  </a:lnTo>
                  <a:lnTo>
                    <a:pt x="132754" y="330729"/>
                  </a:lnTo>
                  <a:lnTo>
                    <a:pt x="137961" y="331739"/>
                  </a:lnTo>
                  <a:lnTo>
                    <a:pt x="143198" y="332582"/>
                  </a:lnTo>
                  <a:lnTo>
                    <a:pt x="148458" y="333260"/>
                  </a:lnTo>
                  <a:lnTo>
                    <a:pt x="153738" y="333769"/>
                  </a:lnTo>
                  <a:lnTo>
                    <a:pt x="159031" y="334112"/>
                  </a:lnTo>
                  <a:lnTo>
                    <a:pt x="164332" y="334286"/>
                  </a:lnTo>
                  <a:lnTo>
                    <a:pt x="169637" y="334292"/>
                  </a:lnTo>
                  <a:lnTo>
                    <a:pt x="174938" y="334129"/>
                  </a:lnTo>
                  <a:lnTo>
                    <a:pt x="180232" y="333798"/>
                  </a:lnTo>
                  <a:lnTo>
                    <a:pt x="185513" y="333300"/>
                  </a:lnTo>
                  <a:lnTo>
                    <a:pt x="190775" y="332634"/>
                  </a:lnTo>
                  <a:lnTo>
                    <a:pt x="196014" y="331802"/>
                  </a:lnTo>
                  <a:lnTo>
                    <a:pt x="201223" y="330804"/>
                  </a:lnTo>
                  <a:lnTo>
                    <a:pt x="206398" y="329641"/>
                  </a:lnTo>
                  <a:lnTo>
                    <a:pt x="211534" y="328315"/>
                  </a:lnTo>
                  <a:lnTo>
                    <a:pt x="216625" y="326826"/>
                  </a:lnTo>
                  <a:lnTo>
                    <a:pt x="221666" y="325176"/>
                  </a:lnTo>
                  <a:lnTo>
                    <a:pt x="226652" y="323368"/>
                  </a:lnTo>
                  <a:lnTo>
                    <a:pt x="231579" y="321402"/>
                  </a:lnTo>
                  <a:lnTo>
                    <a:pt x="236440" y="319281"/>
                  </a:lnTo>
                  <a:lnTo>
                    <a:pt x="241232" y="317006"/>
                  </a:lnTo>
                  <a:lnTo>
                    <a:pt x="245950" y="314581"/>
                  </a:lnTo>
                  <a:lnTo>
                    <a:pt x="250588" y="312008"/>
                  </a:lnTo>
                  <a:lnTo>
                    <a:pt x="255142" y="309288"/>
                  </a:lnTo>
                  <a:lnTo>
                    <a:pt x="259607" y="306425"/>
                  </a:lnTo>
                  <a:lnTo>
                    <a:pt x="263979" y="303423"/>
                  </a:lnTo>
                  <a:lnTo>
                    <a:pt x="268254" y="300283"/>
                  </a:lnTo>
                  <a:lnTo>
                    <a:pt x="272427" y="297008"/>
                  </a:lnTo>
                  <a:lnTo>
                    <a:pt x="276494" y="293604"/>
                  </a:lnTo>
                  <a:lnTo>
                    <a:pt x="280451" y="290071"/>
                  </a:lnTo>
                  <a:lnTo>
                    <a:pt x="284294" y="286415"/>
                  </a:lnTo>
                  <a:lnTo>
                    <a:pt x="288019" y="282639"/>
                  </a:lnTo>
                  <a:lnTo>
                    <a:pt x="291623" y="278747"/>
                  </a:lnTo>
                  <a:lnTo>
                    <a:pt x="295101" y="274743"/>
                  </a:lnTo>
                  <a:lnTo>
                    <a:pt x="298450" y="270630"/>
                  </a:lnTo>
                  <a:lnTo>
                    <a:pt x="301667" y="266412"/>
                  </a:lnTo>
                  <a:lnTo>
                    <a:pt x="304749" y="262095"/>
                  </a:lnTo>
                  <a:lnTo>
                    <a:pt x="307692" y="257683"/>
                  </a:lnTo>
                  <a:lnTo>
                    <a:pt x="310494" y="253179"/>
                  </a:lnTo>
                  <a:lnTo>
                    <a:pt x="313151" y="248588"/>
                  </a:lnTo>
                  <a:lnTo>
                    <a:pt x="315662" y="243916"/>
                  </a:lnTo>
                  <a:lnTo>
                    <a:pt x="318023" y="239166"/>
                  </a:lnTo>
                  <a:lnTo>
                    <a:pt x="320232" y="234344"/>
                  </a:lnTo>
                  <a:lnTo>
                    <a:pt x="322287" y="229454"/>
                  </a:lnTo>
                  <a:lnTo>
                    <a:pt x="324186" y="224501"/>
                  </a:lnTo>
                  <a:lnTo>
                    <a:pt x="325926" y="219491"/>
                  </a:lnTo>
                  <a:lnTo>
                    <a:pt x="327507" y="214428"/>
                  </a:lnTo>
                  <a:lnTo>
                    <a:pt x="328927" y="209317"/>
                  </a:lnTo>
                  <a:lnTo>
                    <a:pt x="330183" y="204164"/>
                  </a:lnTo>
                  <a:lnTo>
                    <a:pt x="331276" y="198973"/>
                  </a:lnTo>
                  <a:lnTo>
                    <a:pt x="332203" y="193751"/>
                  </a:lnTo>
                  <a:lnTo>
                    <a:pt x="332964" y="188501"/>
                  </a:lnTo>
                  <a:lnTo>
                    <a:pt x="333558" y="183231"/>
                  </a:lnTo>
                  <a:lnTo>
                    <a:pt x="333985" y="177944"/>
                  </a:lnTo>
                  <a:lnTo>
                    <a:pt x="334244" y="172646"/>
                  </a:lnTo>
                  <a:lnTo>
                    <a:pt x="334334" y="167342"/>
                  </a:lnTo>
                  <a:lnTo>
                    <a:pt x="334256" y="162039"/>
                  </a:lnTo>
                  <a:lnTo>
                    <a:pt x="334010" y="156740"/>
                  </a:lnTo>
                  <a:lnTo>
                    <a:pt x="333596" y="151452"/>
                  </a:lnTo>
                  <a:lnTo>
                    <a:pt x="333015" y="146180"/>
                  </a:lnTo>
                  <a:lnTo>
                    <a:pt x="332266" y="140929"/>
                  </a:lnTo>
                  <a:lnTo>
                    <a:pt x="331351" y="135704"/>
                  </a:lnTo>
                  <a:lnTo>
                    <a:pt x="330271" y="130511"/>
                  </a:lnTo>
                  <a:lnTo>
                    <a:pt x="329027" y="125355"/>
                  </a:lnTo>
                  <a:lnTo>
                    <a:pt x="327620" y="120241"/>
                  </a:lnTo>
                  <a:lnTo>
                    <a:pt x="326051" y="115174"/>
                  </a:lnTo>
                  <a:lnTo>
                    <a:pt x="324322" y="110159"/>
                  </a:lnTo>
                  <a:lnTo>
                    <a:pt x="322436" y="105202"/>
                  </a:lnTo>
                  <a:lnTo>
                    <a:pt x="320392" y="100307"/>
                  </a:lnTo>
                  <a:lnTo>
                    <a:pt x="318195" y="95480"/>
                  </a:lnTo>
                  <a:lnTo>
                    <a:pt x="315845" y="90724"/>
                  </a:lnTo>
                  <a:lnTo>
                    <a:pt x="313346" y="86046"/>
                  </a:lnTo>
                  <a:lnTo>
                    <a:pt x="310699" y="81449"/>
                  </a:lnTo>
                  <a:lnTo>
                    <a:pt x="307909" y="76938"/>
                  </a:lnTo>
                  <a:lnTo>
                    <a:pt x="304976" y="72519"/>
                  </a:lnTo>
                  <a:lnTo>
                    <a:pt x="301905" y="68194"/>
                  </a:lnTo>
                  <a:lnTo>
                    <a:pt x="298697" y="63969"/>
                  </a:lnTo>
                  <a:lnTo>
                    <a:pt x="295358" y="59848"/>
                  </a:lnTo>
                  <a:lnTo>
                    <a:pt x="291889" y="55835"/>
                  </a:lnTo>
                  <a:lnTo>
                    <a:pt x="288295" y="51935"/>
                  </a:lnTo>
                  <a:lnTo>
                    <a:pt x="284579" y="48150"/>
                  </a:lnTo>
                  <a:lnTo>
                    <a:pt x="280745" y="44485"/>
                  </a:lnTo>
                  <a:lnTo>
                    <a:pt x="276797" y="40943"/>
                  </a:lnTo>
                  <a:lnTo>
                    <a:pt x="272738" y="37528"/>
                  </a:lnTo>
                  <a:lnTo>
                    <a:pt x="268572" y="34244"/>
                  </a:lnTo>
                  <a:lnTo>
                    <a:pt x="264305" y="31094"/>
                  </a:lnTo>
                  <a:lnTo>
                    <a:pt x="259940" y="28081"/>
                  </a:lnTo>
                  <a:lnTo>
                    <a:pt x="255481" y="25207"/>
                  </a:lnTo>
                  <a:lnTo>
                    <a:pt x="250934" y="22477"/>
                  </a:lnTo>
                  <a:lnTo>
                    <a:pt x="246302" y="19892"/>
                  </a:lnTo>
                  <a:lnTo>
                    <a:pt x="241591" y="17456"/>
                  </a:lnTo>
                  <a:lnTo>
                    <a:pt x="236804" y="15170"/>
                  </a:lnTo>
                  <a:lnTo>
                    <a:pt x="231948" y="13037"/>
                  </a:lnTo>
                  <a:lnTo>
                    <a:pt x="227026" y="11060"/>
                  </a:lnTo>
                  <a:lnTo>
                    <a:pt x="222044" y="9239"/>
                  </a:lnTo>
                  <a:lnTo>
                    <a:pt x="217007" y="7577"/>
                  </a:lnTo>
                  <a:lnTo>
                    <a:pt x="211919" y="6077"/>
                  </a:lnTo>
                  <a:lnTo>
                    <a:pt x="206787" y="4738"/>
                  </a:lnTo>
                  <a:lnTo>
                    <a:pt x="201615" y="3563"/>
                  </a:lnTo>
                  <a:lnTo>
                    <a:pt x="196408" y="2552"/>
                  </a:lnTo>
                  <a:lnTo>
                    <a:pt x="191171" y="1707"/>
                  </a:lnTo>
                  <a:lnTo>
                    <a:pt x="185910" y="1029"/>
                  </a:lnTo>
                  <a:lnTo>
                    <a:pt x="180631" y="518"/>
                  </a:lnTo>
                  <a:lnTo>
                    <a:pt x="175338" y="175"/>
                  </a:lnTo>
                  <a:lnTo>
                    <a:pt x="170037" y="0"/>
                  </a:lnTo>
                  <a:lnTo>
                    <a:pt x="167167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4" y="2633064"/>
              <a:ext cx="167167" cy="172905"/>
            </a:xfrm>
            <a:custGeom>
              <a:avLst/>
              <a:pathLst>
                <a:path w="167167" h="172905">
                  <a:moveTo>
                    <a:pt x="167167" y="0"/>
                  </a:moveTo>
                  <a:lnTo>
                    <a:pt x="161801" y="86"/>
                  </a:lnTo>
                  <a:lnTo>
                    <a:pt x="156441" y="344"/>
                  </a:lnTo>
                  <a:lnTo>
                    <a:pt x="151092" y="774"/>
                  </a:lnTo>
                  <a:lnTo>
                    <a:pt x="145759" y="1376"/>
                  </a:lnTo>
                  <a:lnTo>
                    <a:pt x="140449" y="2148"/>
                  </a:lnTo>
                  <a:lnTo>
                    <a:pt x="135166" y="3091"/>
                  </a:lnTo>
                  <a:lnTo>
                    <a:pt x="129916" y="4203"/>
                  </a:lnTo>
                  <a:lnTo>
                    <a:pt x="124705" y="5482"/>
                  </a:lnTo>
                  <a:lnTo>
                    <a:pt x="119537" y="6928"/>
                  </a:lnTo>
                  <a:lnTo>
                    <a:pt x="114418" y="8540"/>
                  </a:lnTo>
                  <a:lnTo>
                    <a:pt x="109354" y="10315"/>
                  </a:lnTo>
                  <a:lnTo>
                    <a:pt x="104349" y="12251"/>
                  </a:lnTo>
                  <a:lnTo>
                    <a:pt x="99409" y="14347"/>
                  </a:lnTo>
                  <a:lnTo>
                    <a:pt x="94539" y="16601"/>
                  </a:lnTo>
                  <a:lnTo>
                    <a:pt x="89744" y="19009"/>
                  </a:lnTo>
                  <a:lnTo>
                    <a:pt x="85028" y="21571"/>
                  </a:lnTo>
                  <a:lnTo>
                    <a:pt x="80398" y="24282"/>
                  </a:lnTo>
                  <a:lnTo>
                    <a:pt x="75856" y="27141"/>
                  </a:lnTo>
                  <a:lnTo>
                    <a:pt x="71409" y="30144"/>
                  </a:lnTo>
                  <a:lnTo>
                    <a:pt x="67060" y="33288"/>
                  </a:lnTo>
                  <a:lnTo>
                    <a:pt x="62814" y="36570"/>
                  </a:lnTo>
                  <a:lnTo>
                    <a:pt x="58676" y="39987"/>
                  </a:lnTo>
                  <a:lnTo>
                    <a:pt x="54650" y="43534"/>
                  </a:lnTo>
                  <a:lnTo>
                    <a:pt x="50740" y="47210"/>
                  </a:lnTo>
                  <a:lnTo>
                    <a:pt x="46950" y="51008"/>
                  </a:lnTo>
                  <a:lnTo>
                    <a:pt x="43283" y="54927"/>
                  </a:lnTo>
                  <a:lnTo>
                    <a:pt x="39744" y="58961"/>
                  </a:lnTo>
                  <a:lnTo>
                    <a:pt x="36337" y="63107"/>
                  </a:lnTo>
                  <a:lnTo>
                    <a:pt x="33064" y="67359"/>
                  </a:lnTo>
                  <a:lnTo>
                    <a:pt x="29930" y="71715"/>
                  </a:lnTo>
                  <a:lnTo>
                    <a:pt x="26937" y="76169"/>
                  </a:lnTo>
                  <a:lnTo>
                    <a:pt x="24088" y="80717"/>
                  </a:lnTo>
                  <a:lnTo>
                    <a:pt x="21387" y="85354"/>
                  </a:lnTo>
                  <a:lnTo>
                    <a:pt x="18836" y="90075"/>
                  </a:lnTo>
                  <a:lnTo>
                    <a:pt x="16438" y="94876"/>
                  </a:lnTo>
                  <a:lnTo>
                    <a:pt x="14196" y="99751"/>
                  </a:lnTo>
                  <a:lnTo>
                    <a:pt x="12111" y="104696"/>
                  </a:lnTo>
                  <a:lnTo>
                    <a:pt x="10185" y="109705"/>
                  </a:lnTo>
                  <a:lnTo>
                    <a:pt x="8422" y="114773"/>
                  </a:lnTo>
                  <a:lnTo>
                    <a:pt x="6822" y="119895"/>
                  </a:lnTo>
                  <a:lnTo>
                    <a:pt x="5387" y="125066"/>
                  </a:lnTo>
                  <a:lnTo>
                    <a:pt x="4119" y="130281"/>
                  </a:lnTo>
                  <a:lnTo>
                    <a:pt x="3020" y="135533"/>
                  </a:lnTo>
                  <a:lnTo>
                    <a:pt x="2089" y="140818"/>
                  </a:lnTo>
                  <a:lnTo>
                    <a:pt x="1328" y="146130"/>
                  </a:lnTo>
                  <a:lnTo>
                    <a:pt x="738" y="151464"/>
                  </a:lnTo>
                  <a:lnTo>
                    <a:pt x="320" y="156814"/>
                  </a:lnTo>
                  <a:lnTo>
                    <a:pt x="74" y="162174"/>
                  </a:lnTo>
                  <a:lnTo>
                    <a:pt x="0" y="167540"/>
                  </a:lnTo>
                  <a:lnTo>
                    <a:pt x="98" y="1729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42" y="2800231"/>
              <a:ext cx="167068" cy="5738"/>
            </a:xfrm>
            <a:custGeom>
              <a:avLst/>
              <a:pathLst>
                <a:path w="167068" h="5738">
                  <a:moveTo>
                    <a:pt x="0" y="5738"/>
                  </a:moveTo>
                  <a:lnTo>
                    <a:pt x="1670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1942" y="2673256"/>
              <a:ext cx="334234" cy="294130"/>
            </a:xfrm>
            <a:custGeom>
              <a:avLst/>
              <a:pathLst>
                <a:path w="334234" h="294130">
                  <a:moveTo>
                    <a:pt x="0" y="132713"/>
                  </a:moveTo>
                  <a:lnTo>
                    <a:pt x="266" y="138015"/>
                  </a:lnTo>
                  <a:lnTo>
                    <a:pt x="701" y="143306"/>
                  </a:lnTo>
                  <a:lnTo>
                    <a:pt x="1303" y="148581"/>
                  </a:lnTo>
                  <a:lnTo>
                    <a:pt x="2073" y="153834"/>
                  </a:lnTo>
                  <a:lnTo>
                    <a:pt x="3009" y="159060"/>
                  </a:lnTo>
                  <a:lnTo>
                    <a:pt x="4110" y="164253"/>
                  </a:lnTo>
                  <a:lnTo>
                    <a:pt x="5376" y="169409"/>
                  </a:lnTo>
                  <a:lnTo>
                    <a:pt x="6805" y="174522"/>
                  </a:lnTo>
                  <a:lnTo>
                    <a:pt x="8396" y="179587"/>
                  </a:lnTo>
                  <a:lnTo>
                    <a:pt x="10147" y="184599"/>
                  </a:lnTo>
                  <a:lnTo>
                    <a:pt x="12056" y="189552"/>
                  </a:lnTo>
                  <a:lnTo>
                    <a:pt x="14121" y="194443"/>
                  </a:lnTo>
                  <a:lnTo>
                    <a:pt x="16340" y="199266"/>
                  </a:lnTo>
                  <a:lnTo>
                    <a:pt x="18712" y="204016"/>
                  </a:lnTo>
                  <a:lnTo>
                    <a:pt x="21233" y="208688"/>
                  </a:lnTo>
                  <a:lnTo>
                    <a:pt x="23901" y="213277"/>
                  </a:lnTo>
                  <a:lnTo>
                    <a:pt x="26714" y="217780"/>
                  </a:lnTo>
                  <a:lnTo>
                    <a:pt x="29668" y="222191"/>
                  </a:lnTo>
                  <a:lnTo>
                    <a:pt x="32761" y="226506"/>
                  </a:lnTo>
                  <a:lnTo>
                    <a:pt x="35989" y="230720"/>
                  </a:lnTo>
                  <a:lnTo>
                    <a:pt x="39350" y="234830"/>
                  </a:lnTo>
                  <a:lnTo>
                    <a:pt x="42839" y="238832"/>
                  </a:lnTo>
                  <a:lnTo>
                    <a:pt x="46453" y="242720"/>
                  </a:lnTo>
                  <a:lnTo>
                    <a:pt x="50190" y="246492"/>
                  </a:lnTo>
                  <a:lnTo>
                    <a:pt x="54044" y="250143"/>
                  </a:lnTo>
                  <a:lnTo>
                    <a:pt x="58012" y="253670"/>
                  </a:lnTo>
                  <a:lnTo>
                    <a:pt x="62090" y="257069"/>
                  </a:lnTo>
                  <a:lnTo>
                    <a:pt x="66274" y="260337"/>
                  </a:lnTo>
                  <a:lnTo>
                    <a:pt x="70559" y="263470"/>
                  </a:lnTo>
                  <a:lnTo>
                    <a:pt x="74942" y="266466"/>
                  </a:lnTo>
                  <a:lnTo>
                    <a:pt x="79418" y="269321"/>
                  </a:lnTo>
                  <a:lnTo>
                    <a:pt x="83982" y="272032"/>
                  </a:lnTo>
                  <a:lnTo>
                    <a:pt x="88630" y="274597"/>
                  </a:lnTo>
                  <a:lnTo>
                    <a:pt x="93357" y="277014"/>
                  </a:lnTo>
                  <a:lnTo>
                    <a:pt x="98159" y="279278"/>
                  </a:lnTo>
                  <a:lnTo>
                    <a:pt x="103030" y="281390"/>
                  </a:lnTo>
                  <a:lnTo>
                    <a:pt x="107966" y="283345"/>
                  </a:lnTo>
                  <a:lnTo>
                    <a:pt x="112961" y="285143"/>
                  </a:lnTo>
                  <a:lnTo>
                    <a:pt x="118010" y="286782"/>
                  </a:lnTo>
                  <a:lnTo>
                    <a:pt x="123110" y="288259"/>
                  </a:lnTo>
                  <a:lnTo>
                    <a:pt x="128253" y="289573"/>
                  </a:lnTo>
                  <a:lnTo>
                    <a:pt x="133436" y="290724"/>
                  </a:lnTo>
                  <a:lnTo>
                    <a:pt x="138653" y="291709"/>
                  </a:lnTo>
                  <a:lnTo>
                    <a:pt x="143898" y="292529"/>
                  </a:lnTo>
                  <a:lnTo>
                    <a:pt x="149167" y="293181"/>
                  </a:lnTo>
                  <a:lnTo>
                    <a:pt x="154453" y="293666"/>
                  </a:lnTo>
                  <a:lnTo>
                    <a:pt x="159753" y="293982"/>
                  </a:lnTo>
                  <a:lnTo>
                    <a:pt x="165060" y="294130"/>
                  </a:lnTo>
                  <a:lnTo>
                    <a:pt x="170368" y="294110"/>
                  </a:lnTo>
                  <a:lnTo>
                    <a:pt x="175674" y="293921"/>
                  </a:lnTo>
                  <a:lnTo>
                    <a:pt x="180971" y="293563"/>
                  </a:lnTo>
                  <a:lnTo>
                    <a:pt x="186254" y="293038"/>
                  </a:lnTo>
                  <a:lnTo>
                    <a:pt x="191517" y="292345"/>
                  </a:lnTo>
                  <a:lnTo>
                    <a:pt x="196756" y="291485"/>
                  </a:lnTo>
                  <a:lnTo>
                    <a:pt x="201965" y="290459"/>
                  </a:lnTo>
                  <a:lnTo>
                    <a:pt x="207139" y="289269"/>
                  </a:lnTo>
                  <a:lnTo>
                    <a:pt x="212272" y="287915"/>
                  </a:lnTo>
                  <a:lnTo>
                    <a:pt x="217359" y="286398"/>
                  </a:lnTo>
                  <a:lnTo>
                    <a:pt x="222396" y="284721"/>
                  </a:lnTo>
                  <a:lnTo>
                    <a:pt x="227378" y="282884"/>
                  </a:lnTo>
                  <a:lnTo>
                    <a:pt x="232298" y="280891"/>
                  </a:lnTo>
                  <a:lnTo>
                    <a:pt x="237152" y="278742"/>
                  </a:lnTo>
                  <a:lnTo>
                    <a:pt x="241936" y="276440"/>
                  </a:lnTo>
                  <a:lnTo>
                    <a:pt x="246645" y="273987"/>
                  </a:lnTo>
                  <a:lnTo>
                    <a:pt x="251273" y="271386"/>
                  </a:lnTo>
                  <a:lnTo>
                    <a:pt x="255816" y="268639"/>
                  </a:lnTo>
                  <a:lnTo>
                    <a:pt x="260270" y="265750"/>
                  </a:lnTo>
                  <a:lnTo>
                    <a:pt x="264629" y="262720"/>
                  </a:lnTo>
                  <a:lnTo>
                    <a:pt x="268890" y="259554"/>
                  </a:lnTo>
                  <a:lnTo>
                    <a:pt x="273049" y="256254"/>
                  </a:lnTo>
                  <a:lnTo>
                    <a:pt x="277101" y="252823"/>
                  </a:lnTo>
                  <a:lnTo>
                    <a:pt x="281041" y="249266"/>
                  </a:lnTo>
                  <a:lnTo>
                    <a:pt x="284867" y="245585"/>
                  </a:lnTo>
                  <a:lnTo>
                    <a:pt x="288574" y="241785"/>
                  </a:lnTo>
                  <a:lnTo>
                    <a:pt x="292158" y="237869"/>
                  </a:lnTo>
                  <a:lnTo>
                    <a:pt x="295617" y="233841"/>
                  </a:lnTo>
                  <a:lnTo>
                    <a:pt x="298945" y="229705"/>
                  </a:lnTo>
                  <a:lnTo>
                    <a:pt x="302141" y="225465"/>
                  </a:lnTo>
                  <a:lnTo>
                    <a:pt x="305200" y="221127"/>
                  </a:lnTo>
                  <a:lnTo>
                    <a:pt x="308120" y="216693"/>
                  </a:lnTo>
                  <a:lnTo>
                    <a:pt x="310898" y="212169"/>
                  </a:lnTo>
                  <a:lnTo>
                    <a:pt x="313531" y="207559"/>
                  </a:lnTo>
                  <a:lnTo>
                    <a:pt x="316016" y="202867"/>
                  </a:lnTo>
                  <a:lnTo>
                    <a:pt x="318350" y="198099"/>
                  </a:lnTo>
                  <a:lnTo>
                    <a:pt x="320533" y="193260"/>
                  </a:lnTo>
                  <a:lnTo>
                    <a:pt x="322560" y="188353"/>
                  </a:lnTo>
                  <a:lnTo>
                    <a:pt x="324431" y="183385"/>
                  </a:lnTo>
                  <a:lnTo>
                    <a:pt x="326143" y="178359"/>
                  </a:lnTo>
                  <a:lnTo>
                    <a:pt x="327694" y="173282"/>
                  </a:lnTo>
                  <a:lnTo>
                    <a:pt x="329083" y="168158"/>
                  </a:lnTo>
                  <a:lnTo>
                    <a:pt x="330309" y="162993"/>
                  </a:lnTo>
                  <a:lnTo>
                    <a:pt x="331371" y="157791"/>
                  </a:lnTo>
                  <a:lnTo>
                    <a:pt x="332267" y="152558"/>
                  </a:lnTo>
                  <a:lnTo>
                    <a:pt x="332996" y="147300"/>
                  </a:lnTo>
                  <a:lnTo>
                    <a:pt x="333557" y="142021"/>
                  </a:lnTo>
                  <a:lnTo>
                    <a:pt x="333951" y="136726"/>
                  </a:lnTo>
                  <a:lnTo>
                    <a:pt x="334177" y="131422"/>
                  </a:lnTo>
                  <a:lnTo>
                    <a:pt x="334234" y="126114"/>
                  </a:lnTo>
                  <a:lnTo>
                    <a:pt x="334122" y="120806"/>
                  </a:lnTo>
                  <a:lnTo>
                    <a:pt x="333842" y="115505"/>
                  </a:lnTo>
                  <a:lnTo>
                    <a:pt x="333394" y="110215"/>
                  </a:lnTo>
                  <a:lnTo>
                    <a:pt x="332777" y="104942"/>
                  </a:lnTo>
                  <a:lnTo>
                    <a:pt x="331994" y="99691"/>
                  </a:lnTo>
                  <a:lnTo>
                    <a:pt x="331045" y="94468"/>
                  </a:lnTo>
                  <a:lnTo>
                    <a:pt x="329930" y="89277"/>
                  </a:lnTo>
                  <a:lnTo>
                    <a:pt x="328651" y="84125"/>
                  </a:lnTo>
                  <a:lnTo>
                    <a:pt x="327209" y="79015"/>
                  </a:lnTo>
                  <a:lnTo>
                    <a:pt x="325605" y="73954"/>
                  </a:lnTo>
                  <a:lnTo>
                    <a:pt x="323841" y="68947"/>
                  </a:lnTo>
                  <a:lnTo>
                    <a:pt x="321920" y="63998"/>
                  </a:lnTo>
                  <a:lnTo>
                    <a:pt x="319842" y="59113"/>
                  </a:lnTo>
                  <a:lnTo>
                    <a:pt x="317610" y="54296"/>
                  </a:lnTo>
                  <a:lnTo>
                    <a:pt x="315226" y="49552"/>
                  </a:lnTo>
                  <a:lnTo>
                    <a:pt x="312693" y="44887"/>
                  </a:lnTo>
                  <a:lnTo>
                    <a:pt x="310013" y="40304"/>
                  </a:lnTo>
                  <a:lnTo>
                    <a:pt x="307189" y="35809"/>
                  </a:lnTo>
                  <a:lnTo>
                    <a:pt x="304223" y="31405"/>
                  </a:lnTo>
                  <a:lnTo>
                    <a:pt x="301119" y="27098"/>
                  </a:lnTo>
                  <a:lnTo>
                    <a:pt x="297880" y="22892"/>
                  </a:lnTo>
                  <a:lnTo>
                    <a:pt x="294509" y="18791"/>
                  </a:lnTo>
                  <a:lnTo>
                    <a:pt x="291010" y="14798"/>
                  </a:lnTo>
                  <a:lnTo>
                    <a:pt x="287385" y="10919"/>
                  </a:lnTo>
                  <a:lnTo>
                    <a:pt x="283639" y="7157"/>
                  </a:lnTo>
                  <a:lnTo>
                    <a:pt x="279776" y="3516"/>
                  </a:lnTo>
                  <a:lnTo>
                    <a:pt x="275799" y="0"/>
                  </a:lnTo>
                  <a:lnTo>
                    <a:pt x="167068" y="12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108730" cy="167167"/>
            </a:xfrm>
            <a:custGeom>
              <a:avLst/>
              <a:pathLst>
                <a:path w="108730" h="167167">
                  <a:moveTo>
                    <a:pt x="108730" y="40192"/>
                  </a:moveTo>
                  <a:lnTo>
                    <a:pt x="104387" y="36598"/>
                  </a:lnTo>
                  <a:lnTo>
                    <a:pt x="99925" y="33153"/>
                  </a:lnTo>
                  <a:lnTo>
                    <a:pt x="95350" y="29860"/>
                  </a:lnTo>
                  <a:lnTo>
                    <a:pt x="90667" y="26723"/>
                  </a:lnTo>
                  <a:lnTo>
                    <a:pt x="85880" y="23746"/>
                  </a:lnTo>
                  <a:lnTo>
                    <a:pt x="80996" y="20933"/>
                  </a:lnTo>
                  <a:lnTo>
                    <a:pt x="76020" y="18285"/>
                  </a:lnTo>
                  <a:lnTo>
                    <a:pt x="70957" y="15806"/>
                  </a:lnTo>
                  <a:lnTo>
                    <a:pt x="65814" y="13500"/>
                  </a:lnTo>
                  <a:lnTo>
                    <a:pt x="60595" y="11369"/>
                  </a:lnTo>
                  <a:lnTo>
                    <a:pt x="55308" y="9414"/>
                  </a:lnTo>
                  <a:lnTo>
                    <a:pt x="49958" y="7639"/>
                  </a:lnTo>
                  <a:lnTo>
                    <a:pt x="44551" y="6046"/>
                  </a:lnTo>
                  <a:lnTo>
                    <a:pt x="39094" y="4635"/>
                  </a:lnTo>
                  <a:lnTo>
                    <a:pt x="33592" y="3409"/>
                  </a:lnTo>
                  <a:lnTo>
                    <a:pt x="28052" y="2370"/>
                  </a:lnTo>
                  <a:lnTo>
                    <a:pt x="22480" y="1518"/>
                  </a:lnTo>
                  <a:lnTo>
                    <a:pt x="16882" y="854"/>
                  </a:lnTo>
                  <a:lnTo>
                    <a:pt x="11265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8318" y="2126963"/>
              <a:ext cx="50154" cy="167167"/>
            </a:xfrm>
            <a:custGeom>
              <a:avLst/>
              <a:pathLst>
                <a:path w="50154" h="167167">
                  <a:moveTo>
                    <a:pt x="50154" y="0"/>
                  </a:moveTo>
                  <a:lnTo>
                    <a:pt x="43788" y="121"/>
                  </a:lnTo>
                  <a:lnTo>
                    <a:pt x="37431" y="484"/>
                  </a:lnTo>
                  <a:lnTo>
                    <a:pt x="31093" y="1090"/>
                  </a:lnTo>
                  <a:lnTo>
                    <a:pt x="24783" y="1936"/>
                  </a:lnTo>
                  <a:lnTo>
                    <a:pt x="18509" y="3022"/>
                  </a:lnTo>
                  <a:lnTo>
                    <a:pt x="12281" y="4346"/>
                  </a:lnTo>
                  <a:lnTo>
                    <a:pt x="6108" y="5906"/>
                  </a:lnTo>
                  <a:lnTo>
                    <a:pt x="0" y="7701"/>
                  </a:lnTo>
                  <a:lnTo>
                    <a:pt x="501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13" y="2134664"/>
              <a:ext cx="209731" cy="326633"/>
            </a:xfrm>
            <a:custGeom>
              <a:avLst/>
              <a:pathLst>
                <a:path w="209731" h="326633">
                  <a:moveTo>
                    <a:pt x="117004" y="0"/>
                  </a:moveTo>
                  <a:lnTo>
                    <a:pt x="111944" y="1680"/>
                  </a:lnTo>
                  <a:lnTo>
                    <a:pt x="106939" y="3522"/>
                  </a:lnTo>
                  <a:lnTo>
                    <a:pt x="101996" y="5522"/>
                  </a:lnTo>
                  <a:lnTo>
                    <a:pt x="97119" y="7678"/>
                  </a:lnTo>
                  <a:lnTo>
                    <a:pt x="92313" y="9990"/>
                  </a:lnTo>
                  <a:lnTo>
                    <a:pt x="87584" y="12453"/>
                  </a:lnTo>
                  <a:lnTo>
                    <a:pt x="82935" y="15066"/>
                  </a:lnTo>
                  <a:lnTo>
                    <a:pt x="78372" y="17826"/>
                  </a:lnTo>
                  <a:lnTo>
                    <a:pt x="73900" y="20730"/>
                  </a:lnTo>
                  <a:lnTo>
                    <a:pt x="69522" y="23775"/>
                  </a:lnTo>
                  <a:lnTo>
                    <a:pt x="65244" y="26958"/>
                  </a:lnTo>
                  <a:lnTo>
                    <a:pt x="61069" y="30276"/>
                  </a:lnTo>
                  <a:lnTo>
                    <a:pt x="57003" y="33725"/>
                  </a:lnTo>
                  <a:lnTo>
                    <a:pt x="53048" y="37303"/>
                  </a:lnTo>
                  <a:lnTo>
                    <a:pt x="49210" y="41005"/>
                  </a:lnTo>
                  <a:lnTo>
                    <a:pt x="45492" y="44827"/>
                  </a:lnTo>
                  <a:lnTo>
                    <a:pt x="41897" y="48766"/>
                  </a:lnTo>
                  <a:lnTo>
                    <a:pt x="38430" y="52817"/>
                  </a:lnTo>
                  <a:lnTo>
                    <a:pt x="35094" y="56978"/>
                  </a:lnTo>
                  <a:lnTo>
                    <a:pt x="31892" y="61242"/>
                  </a:lnTo>
                  <a:lnTo>
                    <a:pt x="28828" y="65606"/>
                  </a:lnTo>
                  <a:lnTo>
                    <a:pt x="25905" y="70066"/>
                  </a:lnTo>
                  <a:lnTo>
                    <a:pt x="23125" y="74617"/>
                  </a:lnTo>
                  <a:lnTo>
                    <a:pt x="20492" y="79254"/>
                  </a:lnTo>
                  <a:lnTo>
                    <a:pt x="18008" y="83973"/>
                  </a:lnTo>
                  <a:lnTo>
                    <a:pt x="15676" y="88769"/>
                  </a:lnTo>
                  <a:lnTo>
                    <a:pt x="13499" y="93636"/>
                  </a:lnTo>
                  <a:lnTo>
                    <a:pt x="11477" y="98571"/>
                  </a:lnTo>
                  <a:lnTo>
                    <a:pt x="9614" y="103567"/>
                  </a:lnTo>
                  <a:lnTo>
                    <a:pt x="7911" y="108621"/>
                  </a:lnTo>
                  <a:lnTo>
                    <a:pt x="6371" y="113726"/>
                  </a:lnTo>
                  <a:lnTo>
                    <a:pt x="4993" y="118878"/>
                  </a:lnTo>
                  <a:lnTo>
                    <a:pt x="3781" y="124070"/>
                  </a:lnTo>
                  <a:lnTo>
                    <a:pt x="2736" y="129299"/>
                  </a:lnTo>
                  <a:lnTo>
                    <a:pt x="1857" y="134559"/>
                  </a:lnTo>
                  <a:lnTo>
                    <a:pt x="1147" y="139844"/>
                  </a:lnTo>
                  <a:lnTo>
                    <a:pt x="605" y="145149"/>
                  </a:lnTo>
                  <a:lnTo>
                    <a:pt x="234" y="150469"/>
                  </a:lnTo>
                  <a:lnTo>
                    <a:pt x="31" y="155798"/>
                  </a:lnTo>
                  <a:lnTo>
                    <a:pt x="0" y="161130"/>
                  </a:lnTo>
                  <a:lnTo>
                    <a:pt x="138" y="166461"/>
                  </a:lnTo>
                  <a:lnTo>
                    <a:pt x="446" y="171784"/>
                  </a:lnTo>
                  <a:lnTo>
                    <a:pt x="923" y="177096"/>
                  </a:lnTo>
                  <a:lnTo>
                    <a:pt x="1570" y="182389"/>
                  </a:lnTo>
                  <a:lnTo>
                    <a:pt x="2386" y="187659"/>
                  </a:lnTo>
                  <a:lnTo>
                    <a:pt x="3369" y="192900"/>
                  </a:lnTo>
                  <a:lnTo>
                    <a:pt x="4518" y="198107"/>
                  </a:lnTo>
                  <a:lnTo>
                    <a:pt x="5834" y="203275"/>
                  </a:lnTo>
                  <a:lnTo>
                    <a:pt x="7313" y="208398"/>
                  </a:lnTo>
                  <a:lnTo>
                    <a:pt x="8955" y="213471"/>
                  </a:lnTo>
                  <a:lnTo>
                    <a:pt x="10758" y="218490"/>
                  </a:lnTo>
                  <a:lnTo>
                    <a:pt x="12720" y="223448"/>
                  </a:lnTo>
                  <a:lnTo>
                    <a:pt x="14840" y="228342"/>
                  </a:lnTo>
                  <a:lnTo>
                    <a:pt x="17114" y="233165"/>
                  </a:lnTo>
                  <a:lnTo>
                    <a:pt x="19541" y="237913"/>
                  </a:lnTo>
                  <a:lnTo>
                    <a:pt x="22118" y="242582"/>
                  </a:lnTo>
                  <a:lnTo>
                    <a:pt x="24843" y="247165"/>
                  </a:lnTo>
                  <a:lnTo>
                    <a:pt x="27713" y="251660"/>
                  </a:lnTo>
                  <a:lnTo>
                    <a:pt x="30724" y="256061"/>
                  </a:lnTo>
                  <a:lnTo>
                    <a:pt x="33875" y="260363"/>
                  </a:lnTo>
                  <a:lnTo>
                    <a:pt x="37160" y="264563"/>
                  </a:lnTo>
                  <a:lnTo>
                    <a:pt x="40579" y="268656"/>
                  </a:lnTo>
                  <a:lnTo>
                    <a:pt x="44126" y="272638"/>
                  </a:lnTo>
                  <a:lnTo>
                    <a:pt x="47798" y="276504"/>
                  </a:lnTo>
                  <a:lnTo>
                    <a:pt x="51592" y="280252"/>
                  </a:lnTo>
                  <a:lnTo>
                    <a:pt x="55503" y="283876"/>
                  </a:lnTo>
                  <a:lnTo>
                    <a:pt x="59528" y="287374"/>
                  </a:lnTo>
                  <a:lnTo>
                    <a:pt x="63663" y="290742"/>
                  </a:lnTo>
                  <a:lnTo>
                    <a:pt x="67902" y="293977"/>
                  </a:lnTo>
                  <a:lnTo>
                    <a:pt x="72243" y="297074"/>
                  </a:lnTo>
                  <a:lnTo>
                    <a:pt x="76680" y="300031"/>
                  </a:lnTo>
                  <a:lnTo>
                    <a:pt x="81210" y="302846"/>
                  </a:lnTo>
                  <a:lnTo>
                    <a:pt x="85827" y="305514"/>
                  </a:lnTo>
                  <a:lnTo>
                    <a:pt x="90526" y="308034"/>
                  </a:lnTo>
                  <a:lnTo>
                    <a:pt x="95304" y="310402"/>
                  </a:lnTo>
                  <a:lnTo>
                    <a:pt x="100155" y="312618"/>
                  </a:lnTo>
                  <a:lnTo>
                    <a:pt x="105074" y="314677"/>
                  </a:lnTo>
                  <a:lnTo>
                    <a:pt x="110056" y="316578"/>
                  </a:lnTo>
                  <a:lnTo>
                    <a:pt x="115096" y="318319"/>
                  </a:lnTo>
                  <a:lnTo>
                    <a:pt x="120189" y="319899"/>
                  </a:lnTo>
                  <a:lnTo>
                    <a:pt x="125330" y="321316"/>
                  </a:lnTo>
                  <a:lnTo>
                    <a:pt x="130514" y="322567"/>
                  </a:lnTo>
                  <a:lnTo>
                    <a:pt x="135735" y="323653"/>
                  </a:lnTo>
                  <a:lnTo>
                    <a:pt x="140987" y="324572"/>
                  </a:lnTo>
                  <a:lnTo>
                    <a:pt x="146267" y="325323"/>
                  </a:lnTo>
                  <a:lnTo>
                    <a:pt x="151568" y="325905"/>
                  </a:lnTo>
                  <a:lnTo>
                    <a:pt x="156884" y="326317"/>
                  </a:lnTo>
                  <a:lnTo>
                    <a:pt x="162211" y="326560"/>
                  </a:lnTo>
                  <a:lnTo>
                    <a:pt x="167543" y="326633"/>
                  </a:lnTo>
                  <a:lnTo>
                    <a:pt x="172875" y="326536"/>
                  </a:lnTo>
                  <a:lnTo>
                    <a:pt x="178201" y="326268"/>
                  </a:lnTo>
                  <a:lnTo>
                    <a:pt x="183515" y="325831"/>
                  </a:lnTo>
                  <a:lnTo>
                    <a:pt x="188813" y="325225"/>
                  </a:lnTo>
                  <a:lnTo>
                    <a:pt x="194089" y="324450"/>
                  </a:lnTo>
                  <a:lnTo>
                    <a:pt x="199338" y="323507"/>
                  </a:lnTo>
                  <a:lnTo>
                    <a:pt x="204554" y="322397"/>
                  </a:lnTo>
                  <a:lnTo>
                    <a:pt x="209731" y="321121"/>
                  </a:lnTo>
                  <a:lnTo>
                    <a:pt x="167159" y="159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7" cy="328822"/>
            </a:xfrm>
            <a:custGeom>
              <a:avLst/>
              <a:pathLst>
                <a:path w="167167" h="328822">
                  <a:moveTo>
                    <a:pt x="42572" y="328822"/>
                  </a:moveTo>
                  <a:lnTo>
                    <a:pt x="47730" y="327375"/>
                  </a:lnTo>
                  <a:lnTo>
                    <a:pt x="52838" y="325764"/>
                  </a:lnTo>
                  <a:lnTo>
                    <a:pt x="57893" y="323990"/>
                  </a:lnTo>
                  <a:lnTo>
                    <a:pt x="62888" y="322054"/>
                  </a:lnTo>
                  <a:lnTo>
                    <a:pt x="67818" y="319960"/>
                  </a:lnTo>
                  <a:lnTo>
                    <a:pt x="72678" y="317708"/>
                  </a:lnTo>
                  <a:lnTo>
                    <a:pt x="77464" y="315302"/>
                  </a:lnTo>
                  <a:lnTo>
                    <a:pt x="82171" y="312744"/>
                  </a:lnTo>
                  <a:lnTo>
                    <a:pt x="86793" y="310037"/>
                  </a:lnTo>
                  <a:lnTo>
                    <a:pt x="91326" y="307183"/>
                  </a:lnTo>
                  <a:lnTo>
                    <a:pt x="95765" y="304185"/>
                  </a:lnTo>
                  <a:lnTo>
                    <a:pt x="100106" y="301046"/>
                  </a:lnTo>
                  <a:lnTo>
                    <a:pt x="104344" y="297770"/>
                  </a:lnTo>
                  <a:lnTo>
                    <a:pt x="108475" y="294360"/>
                  </a:lnTo>
                  <a:lnTo>
                    <a:pt x="112495" y="290819"/>
                  </a:lnTo>
                  <a:lnTo>
                    <a:pt x="116399" y="287151"/>
                  </a:lnTo>
                  <a:lnTo>
                    <a:pt x="120183" y="283360"/>
                  </a:lnTo>
                  <a:lnTo>
                    <a:pt x="123844" y="279450"/>
                  </a:lnTo>
                  <a:lnTo>
                    <a:pt x="127378" y="275424"/>
                  </a:lnTo>
                  <a:lnTo>
                    <a:pt x="130781" y="271287"/>
                  </a:lnTo>
                  <a:lnTo>
                    <a:pt x="134050" y="267044"/>
                  </a:lnTo>
                  <a:lnTo>
                    <a:pt x="137182" y="262697"/>
                  </a:lnTo>
                  <a:lnTo>
                    <a:pt x="140172" y="258253"/>
                  </a:lnTo>
                  <a:lnTo>
                    <a:pt x="143018" y="253715"/>
                  </a:lnTo>
                  <a:lnTo>
                    <a:pt x="145718" y="249088"/>
                  </a:lnTo>
                  <a:lnTo>
                    <a:pt x="148268" y="244377"/>
                  </a:lnTo>
                  <a:lnTo>
                    <a:pt x="150665" y="239587"/>
                  </a:lnTo>
                  <a:lnTo>
                    <a:pt x="152908" y="234723"/>
                  </a:lnTo>
                  <a:lnTo>
                    <a:pt x="154994" y="229789"/>
                  </a:lnTo>
                  <a:lnTo>
                    <a:pt x="156921" y="224791"/>
                  </a:lnTo>
                  <a:lnTo>
                    <a:pt x="158687" y="219733"/>
                  </a:lnTo>
                  <a:lnTo>
                    <a:pt x="160290" y="214622"/>
                  </a:lnTo>
                  <a:lnTo>
                    <a:pt x="161728" y="209462"/>
                  </a:lnTo>
                  <a:lnTo>
                    <a:pt x="163000" y="204259"/>
                  </a:lnTo>
                  <a:lnTo>
                    <a:pt x="164105" y="199017"/>
                  </a:lnTo>
                  <a:lnTo>
                    <a:pt x="165041" y="193743"/>
                  </a:lnTo>
                  <a:lnTo>
                    <a:pt x="165808" y="188441"/>
                  </a:lnTo>
                  <a:lnTo>
                    <a:pt x="166404" y="183118"/>
                  </a:lnTo>
                  <a:lnTo>
                    <a:pt x="166830" y="177778"/>
                  </a:lnTo>
                  <a:lnTo>
                    <a:pt x="167084" y="172427"/>
                  </a:lnTo>
                  <a:lnTo>
                    <a:pt x="167167" y="167071"/>
                  </a:lnTo>
                  <a:lnTo>
                    <a:pt x="167078" y="161715"/>
                  </a:lnTo>
                  <a:lnTo>
                    <a:pt x="166818" y="156365"/>
                  </a:lnTo>
                  <a:lnTo>
                    <a:pt x="166386" y="151026"/>
                  </a:lnTo>
                  <a:lnTo>
                    <a:pt x="165783" y="145703"/>
                  </a:lnTo>
                  <a:lnTo>
                    <a:pt x="165010" y="140402"/>
                  </a:lnTo>
                  <a:lnTo>
                    <a:pt x="164068" y="135129"/>
                  </a:lnTo>
                  <a:lnTo>
                    <a:pt x="162957" y="129889"/>
                  </a:lnTo>
                  <a:lnTo>
                    <a:pt x="161679" y="124687"/>
                  </a:lnTo>
                  <a:lnTo>
                    <a:pt x="160235" y="119528"/>
                  </a:lnTo>
                  <a:lnTo>
                    <a:pt x="158627" y="114419"/>
                  </a:lnTo>
                  <a:lnTo>
                    <a:pt x="156855" y="109364"/>
                  </a:lnTo>
                  <a:lnTo>
                    <a:pt x="154923" y="104368"/>
                  </a:lnTo>
                  <a:lnTo>
                    <a:pt x="152831" y="99436"/>
                  </a:lnTo>
                  <a:lnTo>
                    <a:pt x="150583" y="94574"/>
                  </a:lnTo>
                  <a:lnTo>
                    <a:pt x="148179" y="89787"/>
                  </a:lnTo>
                  <a:lnTo>
                    <a:pt x="145624" y="85079"/>
                  </a:lnTo>
                  <a:lnTo>
                    <a:pt x="142919" y="80455"/>
                  </a:lnTo>
                  <a:lnTo>
                    <a:pt x="140068" y="75921"/>
                  </a:lnTo>
                  <a:lnTo>
                    <a:pt x="137072" y="71480"/>
                  </a:lnTo>
                  <a:lnTo>
                    <a:pt x="133936" y="67137"/>
                  </a:lnTo>
                  <a:lnTo>
                    <a:pt x="130662" y="62897"/>
                  </a:lnTo>
                  <a:lnTo>
                    <a:pt x="127254" y="58764"/>
                  </a:lnTo>
                  <a:lnTo>
                    <a:pt x="123716" y="54743"/>
                  </a:lnTo>
                  <a:lnTo>
                    <a:pt x="120050" y="50836"/>
                  </a:lnTo>
                  <a:lnTo>
                    <a:pt x="116261" y="47050"/>
                  </a:lnTo>
                  <a:lnTo>
                    <a:pt x="112353" y="43386"/>
                  </a:lnTo>
                  <a:lnTo>
                    <a:pt x="108329" y="39850"/>
                  </a:lnTo>
                  <a:lnTo>
                    <a:pt x="104195" y="36445"/>
                  </a:lnTo>
                  <a:lnTo>
                    <a:pt x="99953" y="33173"/>
                  </a:lnTo>
                  <a:lnTo>
                    <a:pt x="95608" y="30040"/>
                  </a:lnTo>
                  <a:lnTo>
                    <a:pt x="91166" y="27047"/>
                  </a:lnTo>
                  <a:lnTo>
                    <a:pt x="86629" y="24198"/>
                  </a:lnTo>
                  <a:lnTo>
                    <a:pt x="82004" y="21495"/>
                  </a:lnTo>
                  <a:lnTo>
                    <a:pt x="77295" y="18943"/>
                  </a:lnTo>
                  <a:lnTo>
                    <a:pt x="72506" y="16542"/>
                  </a:lnTo>
                  <a:lnTo>
                    <a:pt x="67643" y="14297"/>
                  </a:lnTo>
                  <a:lnTo>
                    <a:pt x="62710" y="12208"/>
                  </a:lnTo>
                  <a:lnTo>
                    <a:pt x="57713" y="10278"/>
                  </a:lnTo>
                  <a:lnTo>
                    <a:pt x="52657" y="8510"/>
                  </a:lnTo>
                  <a:lnTo>
                    <a:pt x="47546" y="6904"/>
                  </a:lnTo>
                  <a:lnTo>
                    <a:pt x="42387" y="5463"/>
                  </a:lnTo>
                  <a:lnTo>
                    <a:pt x="37184" y="4188"/>
                  </a:lnTo>
                  <a:lnTo>
                    <a:pt x="31944" y="3080"/>
                  </a:lnTo>
                  <a:lnTo>
                    <a:pt x="26670" y="2141"/>
                  </a:lnTo>
                  <a:lnTo>
                    <a:pt x="21369" y="1371"/>
                  </a:lnTo>
                  <a:lnTo>
                    <a:pt x="16046" y="771"/>
                  </a:lnTo>
                  <a:lnTo>
                    <a:pt x="10706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825" y="1681503"/>
              <a:ext cx="47409" cy="167167"/>
            </a:xfrm>
            <a:custGeom>
              <a:avLst/>
              <a:pathLst>
                <a:path w="47409" h="167167">
                  <a:moveTo>
                    <a:pt x="47409" y="0"/>
                  </a:moveTo>
                  <a:lnTo>
                    <a:pt x="41401" y="107"/>
                  </a:lnTo>
                  <a:lnTo>
                    <a:pt x="35402" y="431"/>
                  </a:lnTo>
                  <a:lnTo>
                    <a:pt x="29418" y="970"/>
                  </a:lnTo>
                  <a:lnTo>
                    <a:pt x="23457" y="1724"/>
                  </a:lnTo>
                  <a:lnTo>
                    <a:pt x="17527" y="2692"/>
                  </a:lnTo>
                  <a:lnTo>
                    <a:pt x="11636" y="3872"/>
                  </a:lnTo>
                  <a:lnTo>
                    <a:pt x="5791" y="5263"/>
                  </a:lnTo>
                  <a:lnTo>
                    <a:pt x="0" y="6863"/>
                  </a:lnTo>
                  <a:lnTo>
                    <a:pt x="474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5825" y="1688366"/>
              <a:ext cx="47409" cy="160303"/>
            </a:xfrm>
            <a:custGeom>
              <a:avLst/>
              <a:pathLst>
                <a:path w="47409" h="160303">
                  <a:moveTo>
                    <a:pt x="0" y="0"/>
                  </a:moveTo>
                  <a:lnTo>
                    <a:pt x="47409" y="160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82" y="1688366"/>
              <a:ext cx="334318" cy="327466"/>
            </a:xfrm>
            <a:custGeom>
              <a:avLst/>
              <a:pathLst>
                <a:path w="334318" h="327466">
                  <a:moveTo>
                    <a:pt x="119742" y="0"/>
                  </a:moveTo>
                  <a:lnTo>
                    <a:pt x="114697" y="1579"/>
                  </a:lnTo>
                  <a:lnTo>
                    <a:pt x="109704" y="3317"/>
                  </a:lnTo>
                  <a:lnTo>
                    <a:pt x="104768" y="5212"/>
                  </a:lnTo>
                  <a:lnTo>
                    <a:pt x="99895" y="7262"/>
                  </a:lnTo>
                  <a:lnTo>
                    <a:pt x="95089" y="9466"/>
                  </a:lnTo>
                  <a:lnTo>
                    <a:pt x="90356" y="11820"/>
                  </a:lnTo>
                  <a:lnTo>
                    <a:pt x="85699" y="14323"/>
                  </a:lnTo>
                  <a:lnTo>
                    <a:pt x="81123" y="16971"/>
                  </a:lnTo>
                  <a:lnTo>
                    <a:pt x="76634" y="19764"/>
                  </a:lnTo>
                  <a:lnTo>
                    <a:pt x="72235" y="22696"/>
                  </a:lnTo>
                  <a:lnTo>
                    <a:pt x="67931" y="25767"/>
                  </a:lnTo>
                  <a:lnTo>
                    <a:pt x="63726" y="28971"/>
                  </a:lnTo>
                  <a:lnTo>
                    <a:pt x="59625" y="32308"/>
                  </a:lnTo>
                  <a:lnTo>
                    <a:pt x="55631" y="35772"/>
                  </a:lnTo>
                  <a:lnTo>
                    <a:pt x="51749" y="39361"/>
                  </a:lnTo>
                  <a:lnTo>
                    <a:pt x="47982" y="43071"/>
                  </a:lnTo>
                  <a:lnTo>
                    <a:pt x="44334" y="46898"/>
                  </a:lnTo>
                  <a:lnTo>
                    <a:pt x="40810" y="50838"/>
                  </a:lnTo>
                  <a:lnTo>
                    <a:pt x="37411" y="54888"/>
                  </a:lnTo>
                  <a:lnTo>
                    <a:pt x="34143" y="59043"/>
                  </a:lnTo>
                  <a:lnTo>
                    <a:pt x="31007" y="63300"/>
                  </a:lnTo>
                  <a:lnTo>
                    <a:pt x="28008" y="67654"/>
                  </a:lnTo>
                  <a:lnTo>
                    <a:pt x="25148" y="72100"/>
                  </a:lnTo>
                  <a:lnTo>
                    <a:pt x="22429" y="76635"/>
                  </a:lnTo>
                  <a:lnTo>
                    <a:pt x="19856" y="81253"/>
                  </a:lnTo>
                  <a:lnTo>
                    <a:pt x="17430" y="85951"/>
                  </a:lnTo>
                  <a:lnTo>
                    <a:pt x="15154" y="90722"/>
                  </a:lnTo>
                  <a:lnTo>
                    <a:pt x="13029" y="95564"/>
                  </a:lnTo>
                  <a:lnTo>
                    <a:pt x="11059" y="100470"/>
                  </a:lnTo>
                  <a:lnTo>
                    <a:pt x="9245" y="105436"/>
                  </a:lnTo>
                  <a:lnTo>
                    <a:pt x="7589" y="110456"/>
                  </a:lnTo>
                  <a:lnTo>
                    <a:pt x="6093" y="115527"/>
                  </a:lnTo>
                  <a:lnTo>
                    <a:pt x="4757" y="120643"/>
                  </a:lnTo>
                  <a:lnTo>
                    <a:pt x="3584" y="125798"/>
                  </a:lnTo>
                  <a:lnTo>
                    <a:pt x="2575" y="130987"/>
                  </a:lnTo>
                  <a:lnTo>
                    <a:pt x="1730" y="136206"/>
                  </a:lnTo>
                  <a:lnTo>
                    <a:pt x="1051" y="141449"/>
                  </a:lnTo>
                  <a:lnTo>
                    <a:pt x="538" y="146711"/>
                  </a:lnTo>
                  <a:lnTo>
                    <a:pt x="191" y="151987"/>
                  </a:lnTo>
                  <a:lnTo>
                    <a:pt x="12" y="157271"/>
                  </a:lnTo>
                  <a:lnTo>
                    <a:pt x="0" y="162557"/>
                  </a:lnTo>
                  <a:lnTo>
                    <a:pt x="154" y="167842"/>
                  </a:lnTo>
                  <a:lnTo>
                    <a:pt x="476" y="173119"/>
                  </a:lnTo>
                  <a:lnTo>
                    <a:pt x="965" y="178383"/>
                  </a:lnTo>
                  <a:lnTo>
                    <a:pt x="1620" y="183630"/>
                  </a:lnTo>
                  <a:lnTo>
                    <a:pt x="2440" y="188852"/>
                  </a:lnTo>
                  <a:lnTo>
                    <a:pt x="3425" y="194047"/>
                  </a:lnTo>
                  <a:lnTo>
                    <a:pt x="4574" y="199207"/>
                  </a:lnTo>
                  <a:lnTo>
                    <a:pt x="5886" y="204329"/>
                  </a:lnTo>
                  <a:lnTo>
                    <a:pt x="7359" y="209406"/>
                  </a:lnTo>
                  <a:lnTo>
                    <a:pt x="8991" y="214435"/>
                  </a:lnTo>
                  <a:lnTo>
                    <a:pt x="10782" y="219409"/>
                  </a:lnTo>
                  <a:lnTo>
                    <a:pt x="12729" y="224324"/>
                  </a:lnTo>
                  <a:lnTo>
                    <a:pt x="14831" y="229176"/>
                  </a:lnTo>
                  <a:lnTo>
                    <a:pt x="17085" y="233958"/>
                  </a:lnTo>
                  <a:lnTo>
                    <a:pt x="19489" y="238667"/>
                  </a:lnTo>
                  <a:lnTo>
                    <a:pt x="22041" y="243297"/>
                  </a:lnTo>
                  <a:lnTo>
                    <a:pt x="24738" y="247844"/>
                  </a:lnTo>
                  <a:lnTo>
                    <a:pt x="27578" y="252304"/>
                  </a:lnTo>
                  <a:lnTo>
                    <a:pt x="30557" y="256671"/>
                  </a:lnTo>
                  <a:lnTo>
                    <a:pt x="33673" y="260943"/>
                  </a:lnTo>
                  <a:lnTo>
                    <a:pt x="36922" y="265113"/>
                  </a:lnTo>
                  <a:lnTo>
                    <a:pt x="40301" y="269179"/>
                  </a:lnTo>
                  <a:lnTo>
                    <a:pt x="43808" y="273136"/>
                  </a:lnTo>
                  <a:lnTo>
                    <a:pt x="47437" y="276980"/>
                  </a:lnTo>
                  <a:lnTo>
                    <a:pt x="51187" y="280707"/>
                  </a:lnTo>
                  <a:lnTo>
                    <a:pt x="55052" y="284314"/>
                  </a:lnTo>
                  <a:lnTo>
                    <a:pt x="59030" y="287797"/>
                  </a:lnTo>
                  <a:lnTo>
                    <a:pt x="63115" y="291152"/>
                  </a:lnTo>
                  <a:lnTo>
                    <a:pt x="67305" y="294376"/>
                  </a:lnTo>
                  <a:lnTo>
                    <a:pt x="71595" y="297467"/>
                  </a:lnTo>
                  <a:lnTo>
                    <a:pt x="75980" y="300420"/>
                  </a:lnTo>
                  <a:lnTo>
                    <a:pt x="80456" y="303233"/>
                  </a:lnTo>
                  <a:lnTo>
                    <a:pt x="85020" y="305903"/>
                  </a:lnTo>
                  <a:lnTo>
                    <a:pt x="89665" y="308427"/>
                  </a:lnTo>
                  <a:lnTo>
                    <a:pt x="94388" y="310804"/>
                  </a:lnTo>
                  <a:lnTo>
                    <a:pt x="99183" y="313029"/>
                  </a:lnTo>
                  <a:lnTo>
                    <a:pt x="104047" y="315102"/>
                  </a:lnTo>
                  <a:lnTo>
                    <a:pt x="108973" y="317020"/>
                  </a:lnTo>
                  <a:lnTo>
                    <a:pt x="113958" y="318782"/>
                  </a:lnTo>
                  <a:lnTo>
                    <a:pt x="118996" y="320385"/>
                  </a:lnTo>
                  <a:lnTo>
                    <a:pt x="124083" y="321827"/>
                  </a:lnTo>
                  <a:lnTo>
                    <a:pt x="129212" y="323108"/>
                  </a:lnTo>
                  <a:lnTo>
                    <a:pt x="134379" y="324227"/>
                  </a:lnTo>
                  <a:lnTo>
                    <a:pt x="139579" y="325181"/>
                  </a:lnTo>
                  <a:lnTo>
                    <a:pt x="144807" y="325971"/>
                  </a:lnTo>
                  <a:lnTo>
                    <a:pt x="150057" y="326594"/>
                  </a:lnTo>
                  <a:lnTo>
                    <a:pt x="155324" y="327052"/>
                  </a:lnTo>
                  <a:lnTo>
                    <a:pt x="160603" y="327342"/>
                  </a:lnTo>
                  <a:lnTo>
                    <a:pt x="165888" y="327466"/>
                  </a:lnTo>
                  <a:lnTo>
                    <a:pt x="171175" y="327422"/>
                  </a:lnTo>
                  <a:lnTo>
                    <a:pt x="176457" y="327212"/>
                  </a:lnTo>
                  <a:lnTo>
                    <a:pt x="181731" y="326834"/>
                  </a:lnTo>
                  <a:lnTo>
                    <a:pt x="186990" y="326289"/>
                  </a:lnTo>
                  <a:lnTo>
                    <a:pt x="192229" y="325579"/>
                  </a:lnTo>
                  <a:lnTo>
                    <a:pt x="197442" y="324704"/>
                  </a:lnTo>
                  <a:lnTo>
                    <a:pt x="202626" y="323663"/>
                  </a:lnTo>
                  <a:lnTo>
                    <a:pt x="207774" y="322460"/>
                  </a:lnTo>
                  <a:lnTo>
                    <a:pt x="212882" y="321094"/>
                  </a:lnTo>
                  <a:lnTo>
                    <a:pt x="217943" y="319568"/>
                  </a:lnTo>
                  <a:lnTo>
                    <a:pt x="222954" y="317882"/>
                  </a:lnTo>
                  <a:lnTo>
                    <a:pt x="227909" y="316039"/>
                  </a:lnTo>
                  <a:lnTo>
                    <a:pt x="232804" y="314039"/>
                  </a:lnTo>
                  <a:lnTo>
                    <a:pt x="237632" y="311886"/>
                  </a:lnTo>
                  <a:lnTo>
                    <a:pt x="242390" y="309582"/>
                  </a:lnTo>
                  <a:lnTo>
                    <a:pt x="247073" y="307128"/>
                  </a:lnTo>
                  <a:lnTo>
                    <a:pt x="251676" y="304527"/>
                  </a:lnTo>
                  <a:lnTo>
                    <a:pt x="256195" y="301782"/>
                  </a:lnTo>
                  <a:lnTo>
                    <a:pt x="260624" y="298896"/>
                  </a:lnTo>
                  <a:lnTo>
                    <a:pt x="264960" y="295871"/>
                  </a:lnTo>
                  <a:lnTo>
                    <a:pt x="269198" y="292710"/>
                  </a:lnTo>
                  <a:lnTo>
                    <a:pt x="273334" y="289417"/>
                  </a:lnTo>
                  <a:lnTo>
                    <a:pt x="277364" y="285995"/>
                  </a:lnTo>
                  <a:lnTo>
                    <a:pt x="281283" y="282446"/>
                  </a:lnTo>
                  <a:lnTo>
                    <a:pt x="285089" y="278776"/>
                  </a:lnTo>
                  <a:lnTo>
                    <a:pt x="288776" y="274988"/>
                  </a:lnTo>
                  <a:lnTo>
                    <a:pt x="292342" y="271084"/>
                  </a:lnTo>
                  <a:lnTo>
                    <a:pt x="295782" y="267070"/>
                  </a:lnTo>
                  <a:lnTo>
                    <a:pt x="299094" y="262949"/>
                  </a:lnTo>
                  <a:lnTo>
                    <a:pt x="302274" y="258725"/>
                  </a:lnTo>
                  <a:lnTo>
                    <a:pt x="305319" y="254403"/>
                  </a:lnTo>
                  <a:lnTo>
                    <a:pt x="308225" y="249987"/>
                  </a:lnTo>
                  <a:lnTo>
                    <a:pt x="310991" y="245481"/>
                  </a:lnTo>
                  <a:lnTo>
                    <a:pt x="313612" y="240890"/>
                  </a:lnTo>
                  <a:lnTo>
                    <a:pt x="316088" y="236218"/>
                  </a:lnTo>
                  <a:lnTo>
                    <a:pt x="318414" y="231471"/>
                  </a:lnTo>
                  <a:lnTo>
                    <a:pt x="320588" y="226652"/>
                  </a:lnTo>
                  <a:lnTo>
                    <a:pt x="322610" y="221767"/>
                  </a:lnTo>
                  <a:lnTo>
                    <a:pt x="324476" y="216820"/>
                  </a:lnTo>
                  <a:lnTo>
                    <a:pt x="326184" y="211817"/>
                  </a:lnTo>
                  <a:lnTo>
                    <a:pt x="327734" y="206762"/>
                  </a:lnTo>
                  <a:lnTo>
                    <a:pt x="329122" y="201661"/>
                  </a:lnTo>
                  <a:lnTo>
                    <a:pt x="330349" y="196518"/>
                  </a:lnTo>
                  <a:lnTo>
                    <a:pt x="331413" y="191339"/>
                  </a:lnTo>
                  <a:lnTo>
                    <a:pt x="332312" y="186129"/>
                  </a:lnTo>
                  <a:lnTo>
                    <a:pt x="333046" y="180894"/>
                  </a:lnTo>
                  <a:lnTo>
                    <a:pt x="333614" y="175638"/>
                  </a:lnTo>
                  <a:lnTo>
                    <a:pt x="334016" y="170366"/>
                  </a:lnTo>
                  <a:lnTo>
                    <a:pt x="334251" y="165084"/>
                  </a:lnTo>
                  <a:lnTo>
                    <a:pt x="334318" y="159798"/>
                  </a:lnTo>
                  <a:lnTo>
                    <a:pt x="334219" y="154512"/>
                  </a:lnTo>
                  <a:lnTo>
                    <a:pt x="333952" y="149232"/>
                  </a:lnTo>
                  <a:lnTo>
                    <a:pt x="333519" y="143963"/>
                  </a:lnTo>
                  <a:lnTo>
                    <a:pt x="332919" y="138710"/>
                  </a:lnTo>
                  <a:lnTo>
                    <a:pt x="332153" y="133479"/>
                  </a:lnTo>
                  <a:lnTo>
                    <a:pt x="331222" y="128274"/>
                  </a:lnTo>
                  <a:lnTo>
                    <a:pt x="330127" y="123102"/>
                  </a:lnTo>
                  <a:lnTo>
                    <a:pt x="328869" y="117967"/>
                  </a:lnTo>
                  <a:lnTo>
                    <a:pt x="327450" y="112874"/>
                  </a:lnTo>
                  <a:lnTo>
                    <a:pt x="325870" y="107829"/>
                  </a:lnTo>
                  <a:lnTo>
                    <a:pt x="324131" y="102836"/>
                  </a:lnTo>
                  <a:lnTo>
                    <a:pt x="322235" y="97901"/>
                  </a:lnTo>
                  <a:lnTo>
                    <a:pt x="320184" y="93028"/>
                  </a:lnTo>
                  <a:lnTo>
                    <a:pt x="317981" y="88223"/>
                  </a:lnTo>
                  <a:lnTo>
                    <a:pt x="315626" y="83489"/>
                  </a:lnTo>
                  <a:lnTo>
                    <a:pt x="313122" y="78832"/>
                  </a:lnTo>
                  <a:lnTo>
                    <a:pt x="310473" y="74257"/>
                  </a:lnTo>
                  <a:lnTo>
                    <a:pt x="307680" y="69768"/>
                  </a:lnTo>
                  <a:lnTo>
                    <a:pt x="304747" y="65370"/>
                  </a:lnTo>
                  <a:lnTo>
                    <a:pt x="301676" y="61066"/>
                  </a:lnTo>
                  <a:lnTo>
                    <a:pt x="298471" y="56862"/>
                  </a:lnTo>
                  <a:lnTo>
                    <a:pt x="295134" y="52761"/>
                  </a:lnTo>
                  <a:lnTo>
                    <a:pt x="291670" y="48767"/>
                  </a:lnTo>
                  <a:lnTo>
                    <a:pt x="288080" y="44886"/>
                  </a:lnTo>
                  <a:lnTo>
                    <a:pt x="284370" y="41119"/>
                  </a:lnTo>
                  <a:lnTo>
                    <a:pt x="280542" y="37472"/>
                  </a:lnTo>
                  <a:lnTo>
                    <a:pt x="276602" y="33948"/>
                  </a:lnTo>
                  <a:lnTo>
                    <a:pt x="272551" y="30550"/>
                  </a:lnTo>
                  <a:lnTo>
                    <a:pt x="268395" y="27282"/>
                  </a:lnTo>
                  <a:lnTo>
                    <a:pt x="264138" y="24147"/>
                  </a:lnTo>
                  <a:lnTo>
                    <a:pt x="259784" y="21148"/>
                  </a:lnTo>
                  <a:lnTo>
                    <a:pt x="255337" y="18288"/>
                  </a:lnTo>
                  <a:lnTo>
                    <a:pt x="250803" y="15571"/>
                  </a:lnTo>
                  <a:lnTo>
                    <a:pt x="246184" y="12998"/>
                  </a:lnTo>
                  <a:lnTo>
                    <a:pt x="241486" y="10572"/>
                  </a:lnTo>
                  <a:lnTo>
                    <a:pt x="236714" y="8297"/>
                  </a:lnTo>
                  <a:lnTo>
                    <a:pt x="167152" y="1603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69562" cy="167167"/>
            </a:xfrm>
            <a:custGeom>
              <a:avLst/>
              <a:pathLst>
                <a:path w="69562" h="167167">
                  <a:moveTo>
                    <a:pt x="69562" y="15160"/>
                  </a:moveTo>
                  <a:lnTo>
                    <a:pt x="64082" y="12770"/>
                  </a:lnTo>
                  <a:lnTo>
                    <a:pt x="58520" y="10577"/>
                  </a:lnTo>
                  <a:lnTo>
                    <a:pt x="52884" y="8585"/>
                  </a:lnTo>
                  <a:lnTo>
                    <a:pt x="47179" y="6795"/>
                  </a:lnTo>
                  <a:lnTo>
                    <a:pt x="41415" y="5211"/>
                  </a:lnTo>
                  <a:lnTo>
                    <a:pt x="35597" y="3834"/>
                  </a:lnTo>
                  <a:lnTo>
                    <a:pt x="29734" y="2665"/>
                  </a:lnTo>
                  <a:lnTo>
                    <a:pt x="23833" y="1707"/>
                  </a:lnTo>
                  <a:lnTo>
                    <a:pt x="17901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8" y="755"/>
                  </a:lnTo>
                  <a:lnTo>
                    <a:pt x="146000" y="1343"/>
                  </a:lnTo>
                  <a:lnTo>
                    <a:pt x="140753" y="2097"/>
                  </a:lnTo>
                  <a:lnTo>
                    <a:pt x="135532" y="3017"/>
                  </a:lnTo>
                  <a:lnTo>
                    <a:pt x="130343" y="4102"/>
                  </a:lnTo>
                  <a:lnTo>
                    <a:pt x="125191" y="5351"/>
                  </a:lnTo>
                  <a:lnTo>
                    <a:pt x="120081" y="6762"/>
                  </a:lnTo>
                  <a:lnTo>
                    <a:pt x="115019" y="8335"/>
                  </a:lnTo>
                  <a:lnTo>
                    <a:pt x="110009" y="10068"/>
                  </a:lnTo>
                  <a:lnTo>
                    <a:pt x="105057" y="11959"/>
                  </a:lnTo>
                  <a:lnTo>
                    <a:pt x="100167" y="14006"/>
                  </a:lnTo>
                  <a:lnTo>
                    <a:pt x="95344" y="16207"/>
                  </a:lnTo>
                  <a:lnTo>
                    <a:pt x="90593" y="18559"/>
                  </a:lnTo>
                  <a:lnTo>
                    <a:pt x="85920" y="21061"/>
                  </a:lnTo>
                  <a:lnTo>
                    <a:pt x="81328" y="23710"/>
                  </a:lnTo>
                  <a:lnTo>
                    <a:pt x="76823" y="26504"/>
                  </a:lnTo>
                  <a:lnTo>
                    <a:pt x="72408" y="29438"/>
                  </a:lnTo>
                  <a:lnTo>
                    <a:pt x="68089" y="32512"/>
                  </a:lnTo>
                  <a:lnTo>
                    <a:pt x="63869" y="35720"/>
                  </a:lnTo>
                  <a:lnTo>
                    <a:pt x="59753" y="39061"/>
                  </a:lnTo>
                  <a:lnTo>
                    <a:pt x="55745" y="42531"/>
                  </a:lnTo>
                  <a:lnTo>
                    <a:pt x="51849" y="46126"/>
                  </a:lnTo>
                  <a:lnTo>
                    <a:pt x="48069" y="49842"/>
                  </a:lnTo>
                  <a:lnTo>
                    <a:pt x="44409" y="53677"/>
                  </a:lnTo>
                  <a:lnTo>
                    <a:pt x="40872" y="57626"/>
                  </a:lnTo>
                  <a:lnTo>
                    <a:pt x="37462" y="61685"/>
                  </a:lnTo>
                  <a:lnTo>
                    <a:pt x="34183" y="65850"/>
                  </a:lnTo>
                  <a:lnTo>
                    <a:pt x="31037" y="70117"/>
                  </a:lnTo>
                  <a:lnTo>
                    <a:pt x="28028" y="74482"/>
                  </a:lnTo>
                  <a:lnTo>
                    <a:pt x="25160" y="78939"/>
                  </a:lnTo>
                  <a:lnTo>
                    <a:pt x="22434" y="83486"/>
                  </a:lnTo>
                  <a:lnTo>
                    <a:pt x="19853" y="88116"/>
                  </a:lnTo>
                  <a:lnTo>
                    <a:pt x="17421" y="92827"/>
                  </a:lnTo>
                  <a:lnTo>
                    <a:pt x="15139" y="97611"/>
                  </a:lnTo>
                  <a:lnTo>
                    <a:pt x="13010" y="102466"/>
                  </a:lnTo>
                  <a:lnTo>
                    <a:pt x="11036" y="107386"/>
                  </a:lnTo>
                  <a:lnTo>
                    <a:pt x="9219" y="112366"/>
                  </a:lnTo>
                  <a:lnTo>
                    <a:pt x="7560" y="117401"/>
                  </a:lnTo>
                  <a:lnTo>
                    <a:pt x="6063" y="122487"/>
                  </a:lnTo>
                  <a:lnTo>
                    <a:pt x="4727" y="127617"/>
                  </a:lnTo>
                  <a:lnTo>
                    <a:pt x="3555" y="132787"/>
                  </a:lnTo>
                  <a:lnTo>
                    <a:pt x="2547" y="137991"/>
                  </a:lnTo>
                  <a:lnTo>
                    <a:pt x="1704" y="143225"/>
                  </a:lnTo>
                  <a:lnTo>
                    <a:pt x="1029" y="148483"/>
                  </a:lnTo>
                  <a:lnTo>
                    <a:pt x="520" y="153759"/>
                  </a:lnTo>
                  <a:lnTo>
                    <a:pt x="178" y="159049"/>
                  </a:lnTo>
                  <a:lnTo>
                    <a:pt x="5" y="164348"/>
                  </a:lnTo>
                  <a:lnTo>
                    <a:pt x="0" y="169649"/>
                  </a:lnTo>
                  <a:lnTo>
                    <a:pt x="162" y="174947"/>
                  </a:lnTo>
                  <a:lnTo>
                    <a:pt x="493" y="180238"/>
                  </a:lnTo>
                  <a:lnTo>
                    <a:pt x="991" y="185516"/>
                  </a:lnTo>
                  <a:lnTo>
                    <a:pt x="1657" y="190775"/>
                  </a:lnTo>
                  <a:lnTo>
                    <a:pt x="2488" y="196011"/>
                  </a:lnTo>
                  <a:lnTo>
                    <a:pt x="3486" y="201217"/>
                  </a:lnTo>
                  <a:lnTo>
                    <a:pt x="4648" y="206389"/>
                  </a:lnTo>
                  <a:lnTo>
                    <a:pt x="5973" y="211522"/>
                  </a:lnTo>
                  <a:lnTo>
                    <a:pt x="7460" y="216610"/>
                  </a:lnTo>
                  <a:lnTo>
                    <a:pt x="9108" y="221649"/>
                  </a:lnTo>
                  <a:lnTo>
                    <a:pt x="10915" y="226632"/>
                  </a:lnTo>
                  <a:lnTo>
                    <a:pt x="12879" y="231556"/>
                  </a:lnTo>
                  <a:lnTo>
                    <a:pt x="14999" y="236415"/>
                  </a:lnTo>
                  <a:lnTo>
                    <a:pt x="17271" y="241205"/>
                  </a:lnTo>
                  <a:lnTo>
                    <a:pt x="19694" y="245920"/>
                  </a:lnTo>
                  <a:lnTo>
                    <a:pt x="22265" y="250556"/>
                  </a:lnTo>
                  <a:lnTo>
                    <a:pt x="24982" y="255108"/>
                  </a:lnTo>
                  <a:lnTo>
                    <a:pt x="27842" y="259571"/>
                  </a:lnTo>
                  <a:lnTo>
                    <a:pt x="30842" y="263942"/>
                  </a:lnTo>
                  <a:lnTo>
                    <a:pt x="33979" y="268215"/>
                  </a:lnTo>
                  <a:lnTo>
                    <a:pt x="37250" y="272387"/>
                  </a:lnTo>
                  <a:lnTo>
                    <a:pt x="40651" y="276453"/>
                  </a:lnTo>
                  <a:lnTo>
                    <a:pt x="44180" y="280409"/>
                  </a:lnTo>
                  <a:lnTo>
                    <a:pt x="47832" y="284251"/>
                  </a:lnTo>
                  <a:lnTo>
                    <a:pt x="51605" y="287975"/>
                  </a:lnTo>
                  <a:lnTo>
                    <a:pt x="55494" y="291578"/>
                  </a:lnTo>
                  <a:lnTo>
                    <a:pt x="59494" y="295056"/>
                  </a:lnTo>
                  <a:lnTo>
                    <a:pt x="63604" y="298405"/>
                  </a:lnTo>
                  <a:lnTo>
                    <a:pt x="67817" y="301622"/>
                  </a:lnTo>
                  <a:lnTo>
                    <a:pt x="72130" y="304704"/>
                  </a:lnTo>
                  <a:lnTo>
                    <a:pt x="76539" y="307648"/>
                  </a:lnTo>
                  <a:lnTo>
                    <a:pt x="81039" y="310450"/>
                  </a:lnTo>
                  <a:lnTo>
                    <a:pt x="85625" y="313108"/>
                  </a:lnTo>
                  <a:lnTo>
                    <a:pt x="90294" y="315620"/>
                  </a:lnTo>
                  <a:lnTo>
                    <a:pt x="95039" y="317982"/>
                  </a:lnTo>
                  <a:lnTo>
                    <a:pt x="99858" y="320193"/>
                  </a:lnTo>
                  <a:lnTo>
                    <a:pt x="104743" y="322249"/>
                  </a:lnTo>
                  <a:lnTo>
                    <a:pt x="109692" y="324150"/>
                  </a:lnTo>
                  <a:lnTo>
                    <a:pt x="114699" y="325893"/>
                  </a:lnTo>
                  <a:lnTo>
                    <a:pt x="119758" y="327476"/>
                  </a:lnTo>
                  <a:lnTo>
                    <a:pt x="124865" y="328898"/>
                  </a:lnTo>
                  <a:lnTo>
                    <a:pt x="130014" y="330158"/>
                  </a:lnTo>
                  <a:lnTo>
                    <a:pt x="135201" y="331253"/>
                  </a:lnTo>
                  <a:lnTo>
                    <a:pt x="140420" y="332184"/>
                  </a:lnTo>
                  <a:lnTo>
                    <a:pt x="145665" y="332948"/>
                  </a:lnTo>
                  <a:lnTo>
                    <a:pt x="150933" y="333546"/>
                  </a:lnTo>
                  <a:lnTo>
                    <a:pt x="156216" y="333977"/>
                  </a:lnTo>
                  <a:lnTo>
                    <a:pt x="161511" y="334239"/>
                  </a:lnTo>
                  <a:lnTo>
                    <a:pt x="166811" y="334334"/>
                  </a:lnTo>
                  <a:lnTo>
                    <a:pt x="172112" y="334261"/>
                  </a:lnTo>
                  <a:lnTo>
                    <a:pt x="177407" y="334019"/>
                  </a:lnTo>
                  <a:lnTo>
                    <a:pt x="182693" y="333610"/>
                  </a:lnTo>
                  <a:lnTo>
                    <a:pt x="187962" y="333034"/>
                  </a:lnTo>
                  <a:lnTo>
                    <a:pt x="193211" y="332290"/>
                  </a:lnTo>
                  <a:lnTo>
                    <a:pt x="198434" y="331381"/>
                  </a:lnTo>
                  <a:lnTo>
                    <a:pt x="203625" y="330306"/>
                  </a:lnTo>
                  <a:lnTo>
                    <a:pt x="208779" y="329068"/>
                  </a:lnTo>
                  <a:lnTo>
                    <a:pt x="213892" y="327666"/>
                  </a:lnTo>
                  <a:lnTo>
                    <a:pt x="218957" y="326103"/>
                  </a:lnTo>
                  <a:lnTo>
                    <a:pt x="223971" y="324381"/>
                  </a:lnTo>
                  <a:lnTo>
                    <a:pt x="228927" y="322500"/>
                  </a:lnTo>
                  <a:lnTo>
                    <a:pt x="233821" y="320463"/>
                  </a:lnTo>
                  <a:lnTo>
                    <a:pt x="238648" y="318272"/>
                  </a:lnTo>
                  <a:lnTo>
                    <a:pt x="243404" y="315929"/>
                  </a:lnTo>
                  <a:lnTo>
                    <a:pt x="248082" y="313436"/>
                  </a:lnTo>
                  <a:lnTo>
                    <a:pt x="252679" y="310797"/>
                  </a:lnTo>
                  <a:lnTo>
                    <a:pt x="257190" y="308012"/>
                  </a:lnTo>
                  <a:lnTo>
                    <a:pt x="261611" y="305086"/>
                  </a:lnTo>
                  <a:lnTo>
                    <a:pt x="265937" y="302022"/>
                  </a:lnTo>
                  <a:lnTo>
                    <a:pt x="270163" y="298822"/>
                  </a:lnTo>
                  <a:lnTo>
                    <a:pt x="274285" y="295489"/>
                  </a:lnTo>
                  <a:lnTo>
                    <a:pt x="278300" y="292028"/>
                  </a:lnTo>
                  <a:lnTo>
                    <a:pt x="282204" y="288441"/>
                  </a:lnTo>
                  <a:lnTo>
                    <a:pt x="285991" y="284732"/>
                  </a:lnTo>
                  <a:lnTo>
                    <a:pt x="289659" y="280904"/>
                  </a:lnTo>
                  <a:lnTo>
                    <a:pt x="293204" y="276963"/>
                  </a:lnTo>
                  <a:lnTo>
                    <a:pt x="296622" y="272910"/>
                  </a:lnTo>
                  <a:lnTo>
                    <a:pt x="299909" y="268752"/>
                  </a:lnTo>
                  <a:lnTo>
                    <a:pt x="303064" y="264491"/>
                  </a:lnTo>
                  <a:lnTo>
                    <a:pt x="306081" y="260133"/>
                  </a:lnTo>
                  <a:lnTo>
                    <a:pt x="308959" y="255681"/>
                  </a:lnTo>
                  <a:lnTo>
                    <a:pt x="311694" y="251140"/>
                  </a:lnTo>
                  <a:lnTo>
                    <a:pt x="314284" y="246515"/>
                  </a:lnTo>
                  <a:lnTo>
                    <a:pt x="316726" y="241809"/>
                  </a:lnTo>
                  <a:lnTo>
                    <a:pt x="319018" y="237029"/>
                  </a:lnTo>
                  <a:lnTo>
                    <a:pt x="321156" y="232179"/>
                  </a:lnTo>
                  <a:lnTo>
                    <a:pt x="323140" y="227263"/>
                  </a:lnTo>
                  <a:lnTo>
                    <a:pt x="324967" y="222286"/>
                  </a:lnTo>
                  <a:lnTo>
                    <a:pt x="326636" y="217255"/>
                  </a:lnTo>
                  <a:lnTo>
                    <a:pt x="328144" y="212172"/>
                  </a:lnTo>
                  <a:lnTo>
                    <a:pt x="329490" y="207045"/>
                  </a:lnTo>
                  <a:lnTo>
                    <a:pt x="330673" y="201877"/>
                  </a:lnTo>
                  <a:lnTo>
                    <a:pt x="331691" y="196675"/>
                  </a:lnTo>
                  <a:lnTo>
                    <a:pt x="332544" y="191443"/>
                  </a:lnTo>
                  <a:lnTo>
                    <a:pt x="333230" y="186187"/>
                  </a:lnTo>
                  <a:lnTo>
                    <a:pt x="333750" y="180911"/>
                  </a:lnTo>
                  <a:lnTo>
                    <a:pt x="334102" y="175621"/>
                  </a:lnTo>
                  <a:lnTo>
                    <a:pt x="334286" y="170324"/>
                  </a:lnTo>
                  <a:lnTo>
                    <a:pt x="334302" y="165022"/>
                  </a:lnTo>
                  <a:lnTo>
                    <a:pt x="334150" y="159723"/>
                  </a:lnTo>
                  <a:lnTo>
                    <a:pt x="333830" y="154432"/>
                  </a:lnTo>
                  <a:lnTo>
                    <a:pt x="333343" y="149153"/>
                  </a:lnTo>
                  <a:lnTo>
                    <a:pt x="332688" y="143893"/>
                  </a:lnTo>
                  <a:lnTo>
                    <a:pt x="331867" y="138656"/>
                  </a:lnTo>
                  <a:lnTo>
                    <a:pt x="330880" y="133447"/>
                  </a:lnTo>
                  <a:lnTo>
                    <a:pt x="329728" y="128273"/>
                  </a:lnTo>
                  <a:lnTo>
                    <a:pt x="328413" y="123137"/>
                  </a:lnTo>
                  <a:lnTo>
                    <a:pt x="326936" y="118046"/>
                  </a:lnTo>
                  <a:lnTo>
                    <a:pt x="325298" y="113004"/>
                  </a:lnTo>
                  <a:lnTo>
                    <a:pt x="323501" y="108017"/>
                  </a:lnTo>
                  <a:lnTo>
                    <a:pt x="321547" y="103089"/>
                  </a:lnTo>
                  <a:lnTo>
                    <a:pt x="319438" y="98226"/>
                  </a:lnTo>
                  <a:lnTo>
                    <a:pt x="317175" y="93432"/>
                  </a:lnTo>
                  <a:lnTo>
                    <a:pt x="314762" y="88712"/>
                  </a:lnTo>
                  <a:lnTo>
                    <a:pt x="312200" y="84071"/>
                  </a:lnTo>
                  <a:lnTo>
                    <a:pt x="309492" y="79513"/>
                  </a:lnTo>
                  <a:lnTo>
                    <a:pt x="306642" y="75044"/>
                  </a:lnTo>
                  <a:lnTo>
                    <a:pt x="303650" y="70667"/>
                  </a:lnTo>
                  <a:lnTo>
                    <a:pt x="300522" y="66388"/>
                  </a:lnTo>
                  <a:lnTo>
                    <a:pt x="297259" y="62209"/>
                  </a:lnTo>
                  <a:lnTo>
                    <a:pt x="293866" y="58137"/>
                  </a:lnTo>
                  <a:lnTo>
                    <a:pt x="290345" y="54174"/>
                  </a:lnTo>
                  <a:lnTo>
                    <a:pt x="286701" y="50324"/>
                  </a:lnTo>
                  <a:lnTo>
                    <a:pt x="282936" y="46592"/>
                  </a:lnTo>
                  <a:lnTo>
                    <a:pt x="279054" y="42981"/>
                  </a:lnTo>
                  <a:lnTo>
                    <a:pt x="275060" y="39496"/>
                  </a:lnTo>
                  <a:lnTo>
                    <a:pt x="270958" y="36138"/>
                  </a:lnTo>
                  <a:lnTo>
                    <a:pt x="266751" y="32913"/>
                  </a:lnTo>
                  <a:lnTo>
                    <a:pt x="262444" y="29822"/>
                  </a:lnTo>
                  <a:lnTo>
                    <a:pt x="258042" y="26869"/>
                  </a:lnTo>
                  <a:lnTo>
                    <a:pt x="253547" y="24058"/>
                  </a:lnTo>
                  <a:lnTo>
                    <a:pt x="248966" y="21390"/>
                  </a:lnTo>
                  <a:lnTo>
                    <a:pt x="244303" y="18869"/>
                  </a:lnTo>
                  <a:lnTo>
                    <a:pt x="239562" y="16498"/>
                  </a:lnTo>
                  <a:lnTo>
                    <a:pt x="234748" y="1427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6849"/>
              <a:ext cx="67599" cy="152889"/>
            </a:xfrm>
            <a:custGeom>
              <a:avLst/>
              <a:pathLst>
                <a:path w="67599" h="152889">
                  <a:moveTo>
                    <a:pt x="67599" y="0"/>
                  </a:moveTo>
                  <a:lnTo>
                    <a:pt x="0" y="152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67599" cy="167167"/>
            </a:xfrm>
            <a:custGeom>
              <a:avLst/>
              <a:pathLst>
                <a:path w="67599" h="167167">
                  <a:moveTo>
                    <a:pt x="67599" y="14277"/>
                  </a:moveTo>
                  <a:lnTo>
                    <a:pt x="62255" y="12025"/>
                  </a:lnTo>
                  <a:lnTo>
                    <a:pt x="56837" y="9959"/>
                  </a:lnTo>
                  <a:lnTo>
                    <a:pt x="51350" y="8082"/>
                  </a:lnTo>
                  <a:lnTo>
                    <a:pt x="45801" y="6396"/>
                  </a:lnTo>
                  <a:lnTo>
                    <a:pt x="40197" y="4905"/>
                  </a:lnTo>
                  <a:lnTo>
                    <a:pt x="34545" y="3608"/>
                  </a:lnTo>
                  <a:lnTo>
                    <a:pt x="28851" y="2508"/>
                  </a:lnTo>
                  <a:lnTo>
                    <a:pt x="23123" y="1606"/>
                  </a:lnTo>
                  <a:lnTo>
                    <a:pt x="17366" y="904"/>
                  </a:lnTo>
                  <a:lnTo>
                    <a:pt x="11589" y="402"/>
                  </a:lnTo>
                  <a:lnTo>
                    <a:pt x="579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9" y="1071028"/>
              <a:ext cx="331859" cy="334334"/>
            </a:xfrm>
            <a:custGeom>
              <a:avLst/>
              <a:pathLst>
                <a:path w="33185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2" y="3024"/>
                  </a:lnTo>
                  <a:lnTo>
                    <a:pt x="130297" y="4112"/>
                  </a:lnTo>
                  <a:lnTo>
                    <a:pt x="125139" y="5364"/>
                  </a:lnTo>
                  <a:lnTo>
                    <a:pt x="120023" y="6779"/>
                  </a:lnTo>
                  <a:lnTo>
                    <a:pt x="114955" y="8356"/>
                  </a:lnTo>
                  <a:lnTo>
                    <a:pt x="109939" y="10094"/>
                  </a:lnTo>
                  <a:lnTo>
                    <a:pt x="104981" y="11989"/>
                  </a:lnTo>
                  <a:lnTo>
                    <a:pt x="100086" y="14041"/>
                  </a:lnTo>
                  <a:lnTo>
                    <a:pt x="95258" y="16247"/>
                  </a:lnTo>
                  <a:lnTo>
                    <a:pt x="90503" y="18606"/>
                  </a:lnTo>
                  <a:lnTo>
                    <a:pt x="85825" y="21114"/>
                  </a:lnTo>
                  <a:lnTo>
                    <a:pt x="81230" y="23769"/>
                  </a:lnTo>
                  <a:lnTo>
                    <a:pt x="76720" y="26569"/>
                  </a:lnTo>
                  <a:lnTo>
                    <a:pt x="72302" y="29511"/>
                  </a:lnTo>
                  <a:lnTo>
                    <a:pt x="67980" y="32592"/>
                  </a:lnTo>
                  <a:lnTo>
                    <a:pt x="63757" y="35808"/>
                  </a:lnTo>
                  <a:lnTo>
                    <a:pt x="59639" y="39157"/>
                  </a:lnTo>
                  <a:lnTo>
                    <a:pt x="55629" y="42634"/>
                  </a:lnTo>
                  <a:lnTo>
                    <a:pt x="51732" y="46238"/>
                  </a:lnTo>
                  <a:lnTo>
                    <a:pt x="47951" y="49963"/>
                  </a:lnTo>
                  <a:lnTo>
                    <a:pt x="44290" y="53806"/>
                  </a:lnTo>
                  <a:lnTo>
                    <a:pt x="40753" y="57764"/>
                  </a:lnTo>
                  <a:lnTo>
                    <a:pt x="37343" y="61832"/>
                  </a:lnTo>
                  <a:lnTo>
                    <a:pt x="34064" y="66006"/>
                  </a:lnTo>
                  <a:lnTo>
                    <a:pt x="30920" y="70282"/>
                  </a:lnTo>
                  <a:lnTo>
                    <a:pt x="27912" y="74656"/>
                  </a:lnTo>
                  <a:lnTo>
                    <a:pt x="25046" y="79123"/>
                  </a:lnTo>
                  <a:lnTo>
                    <a:pt x="22322" y="83679"/>
                  </a:lnTo>
                  <a:lnTo>
                    <a:pt x="19744" y="88319"/>
                  </a:lnTo>
                  <a:lnTo>
                    <a:pt x="17315" y="93038"/>
                  </a:lnTo>
                  <a:lnTo>
                    <a:pt x="15038" y="97833"/>
                  </a:lnTo>
                  <a:lnTo>
                    <a:pt x="12913" y="102697"/>
                  </a:lnTo>
                  <a:lnTo>
                    <a:pt x="10944" y="107626"/>
                  </a:lnTo>
                  <a:lnTo>
                    <a:pt x="9132" y="112615"/>
                  </a:lnTo>
                  <a:lnTo>
                    <a:pt x="7480" y="117659"/>
                  </a:lnTo>
                  <a:lnTo>
                    <a:pt x="5989" y="122753"/>
                  </a:lnTo>
                  <a:lnTo>
                    <a:pt x="4660" y="127892"/>
                  </a:lnTo>
                  <a:lnTo>
                    <a:pt x="3495" y="133071"/>
                  </a:lnTo>
                  <a:lnTo>
                    <a:pt x="2495" y="138284"/>
                  </a:lnTo>
                  <a:lnTo>
                    <a:pt x="1661" y="143526"/>
                  </a:lnTo>
                  <a:lnTo>
                    <a:pt x="994" y="148791"/>
                  </a:lnTo>
                  <a:lnTo>
                    <a:pt x="494" y="154076"/>
                  </a:lnTo>
                  <a:lnTo>
                    <a:pt x="163" y="159373"/>
                  </a:lnTo>
                  <a:lnTo>
                    <a:pt x="0" y="164679"/>
                  </a:lnTo>
                  <a:lnTo>
                    <a:pt x="5" y="169986"/>
                  </a:lnTo>
                  <a:lnTo>
                    <a:pt x="179" y="175291"/>
                  </a:lnTo>
                  <a:lnTo>
                    <a:pt x="521" y="180588"/>
                  </a:lnTo>
                  <a:lnTo>
                    <a:pt x="1031" y="185872"/>
                  </a:lnTo>
                  <a:lnTo>
                    <a:pt x="1708" y="191136"/>
                  </a:lnTo>
                  <a:lnTo>
                    <a:pt x="2553" y="196376"/>
                  </a:lnTo>
                  <a:lnTo>
                    <a:pt x="3563" y="201587"/>
                  </a:lnTo>
                  <a:lnTo>
                    <a:pt x="4738" y="206763"/>
                  </a:lnTo>
                  <a:lnTo>
                    <a:pt x="6077" y="211900"/>
                  </a:lnTo>
                  <a:lnTo>
                    <a:pt x="7579" y="216991"/>
                  </a:lnTo>
                  <a:lnTo>
                    <a:pt x="9241" y="222032"/>
                  </a:lnTo>
                  <a:lnTo>
                    <a:pt x="11062" y="227017"/>
                  </a:lnTo>
                  <a:lnTo>
                    <a:pt x="13041" y="231942"/>
                  </a:lnTo>
                  <a:lnTo>
                    <a:pt x="15175" y="236802"/>
                  </a:lnTo>
                  <a:lnTo>
                    <a:pt x="17463" y="241592"/>
                  </a:lnTo>
                  <a:lnTo>
                    <a:pt x="19901" y="246307"/>
                  </a:lnTo>
                  <a:lnTo>
                    <a:pt x="22488" y="250942"/>
                  </a:lnTo>
                  <a:lnTo>
                    <a:pt x="25220" y="255492"/>
                  </a:lnTo>
                  <a:lnTo>
                    <a:pt x="28096" y="259954"/>
                  </a:lnTo>
                  <a:lnTo>
                    <a:pt x="31112" y="264321"/>
                  </a:lnTo>
                  <a:lnTo>
                    <a:pt x="34265" y="268591"/>
                  </a:lnTo>
                  <a:lnTo>
                    <a:pt x="37552" y="272759"/>
                  </a:lnTo>
                  <a:lnTo>
                    <a:pt x="40970" y="276820"/>
                  </a:lnTo>
                  <a:lnTo>
                    <a:pt x="44514" y="280771"/>
                  </a:lnTo>
                  <a:lnTo>
                    <a:pt x="48183" y="284607"/>
                  </a:lnTo>
                  <a:lnTo>
                    <a:pt x="51971" y="288325"/>
                  </a:lnTo>
                  <a:lnTo>
                    <a:pt x="55876" y="291920"/>
                  </a:lnTo>
                  <a:lnTo>
                    <a:pt x="59893" y="295390"/>
                  </a:lnTo>
                  <a:lnTo>
                    <a:pt x="64018" y="298731"/>
                  </a:lnTo>
                  <a:lnTo>
                    <a:pt x="68246" y="301938"/>
                  </a:lnTo>
                  <a:lnTo>
                    <a:pt x="72575" y="305010"/>
                  </a:lnTo>
                  <a:lnTo>
                    <a:pt x="76999" y="307943"/>
                  </a:lnTo>
                  <a:lnTo>
                    <a:pt x="81514" y="310735"/>
                  </a:lnTo>
                  <a:lnTo>
                    <a:pt x="86115" y="313381"/>
                  </a:lnTo>
                  <a:lnTo>
                    <a:pt x="90798" y="315880"/>
                  </a:lnTo>
                  <a:lnTo>
                    <a:pt x="95558" y="318229"/>
                  </a:lnTo>
                  <a:lnTo>
                    <a:pt x="100390" y="320426"/>
                  </a:lnTo>
                  <a:lnTo>
                    <a:pt x="105289" y="322468"/>
                  </a:lnTo>
                  <a:lnTo>
                    <a:pt x="110250" y="324353"/>
                  </a:lnTo>
                  <a:lnTo>
                    <a:pt x="115269" y="326081"/>
                  </a:lnTo>
                  <a:lnTo>
                    <a:pt x="120341" y="327647"/>
                  </a:lnTo>
                  <a:lnTo>
                    <a:pt x="125459" y="329053"/>
                  </a:lnTo>
                  <a:lnTo>
                    <a:pt x="130620" y="330295"/>
                  </a:lnTo>
                  <a:lnTo>
                    <a:pt x="135817" y="331372"/>
                  </a:lnTo>
                  <a:lnTo>
                    <a:pt x="141046" y="332284"/>
                  </a:lnTo>
                  <a:lnTo>
                    <a:pt x="146302" y="333029"/>
                  </a:lnTo>
                  <a:lnTo>
                    <a:pt x="151578" y="333608"/>
                  </a:lnTo>
                  <a:lnTo>
                    <a:pt x="156870" y="334018"/>
                  </a:lnTo>
                  <a:lnTo>
                    <a:pt x="162172" y="334260"/>
                  </a:lnTo>
                  <a:lnTo>
                    <a:pt x="167480" y="334334"/>
                  </a:lnTo>
                  <a:lnTo>
                    <a:pt x="172787" y="334239"/>
                  </a:lnTo>
                  <a:lnTo>
                    <a:pt x="178088" y="333976"/>
                  </a:lnTo>
                  <a:lnTo>
                    <a:pt x="183378" y="333545"/>
                  </a:lnTo>
                  <a:lnTo>
                    <a:pt x="188652" y="332946"/>
                  </a:lnTo>
                  <a:lnTo>
                    <a:pt x="193905" y="332179"/>
                  </a:lnTo>
                  <a:lnTo>
                    <a:pt x="199130" y="331247"/>
                  </a:lnTo>
                  <a:lnTo>
                    <a:pt x="204323" y="330149"/>
                  </a:lnTo>
                  <a:lnTo>
                    <a:pt x="209479" y="328886"/>
                  </a:lnTo>
                  <a:lnTo>
                    <a:pt x="214591" y="327461"/>
                  </a:lnTo>
                  <a:lnTo>
                    <a:pt x="219657" y="325874"/>
                  </a:lnTo>
                  <a:lnTo>
                    <a:pt x="224669" y="324127"/>
                  </a:lnTo>
                  <a:lnTo>
                    <a:pt x="229623" y="322221"/>
                  </a:lnTo>
                  <a:lnTo>
                    <a:pt x="234514" y="320160"/>
                  </a:lnTo>
                  <a:lnTo>
                    <a:pt x="239337" y="317944"/>
                  </a:lnTo>
                  <a:lnTo>
                    <a:pt x="244088" y="315576"/>
                  </a:lnTo>
                  <a:lnTo>
                    <a:pt x="248761" y="313059"/>
                  </a:lnTo>
                  <a:lnTo>
                    <a:pt x="253351" y="310394"/>
                  </a:lnTo>
                  <a:lnTo>
                    <a:pt x="257855" y="307585"/>
                  </a:lnTo>
                  <a:lnTo>
                    <a:pt x="262267" y="304635"/>
                  </a:lnTo>
                  <a:lnTo>
                    <a:pt x="266584" y="301546"/>
                  </a:lnTo>
                  <a:lnTo>
                    <a:pt x="270800" y="298321"/>
                  </a:lnTo>
                  <a:lnTo>
                    <a:pt x="274911" y="294964"/>
                  </a:lnTo>
                  <a:lnTo>
                    <a:pt x="278914" y="291478"/>
                  </a:lnTo>
                  <a:lnTo>
                    <a:pt x="282805" y="287867"/>
                  </a:lnTo>
                  <a:lnTo>
                    <a:pt x="286578" y="284135"/>
                  </a:lnTo>
                  <a:lnTo>
                    <a:pt x="290232" y="280284"/>
                  </a:lnTo>
                  <a:lnTo>
                    <a:pt x="293761" y="276319"/>
                  </a:lnTo>
                  <a:lnTo>
                    <a:pt x="297162" y="272245"/>
                  </a:lnTo>
                  <a:lnTo>
                    <a:pt x="300433" y="268064"/>
                  </a:lnTo>
                  <a:lnTo>
                    <a:pt x="303569" y="263782"/>
                  </a:lnTo>
                  <a:lnTo>
                    <a:pt x="306567" y="259402"/>
                  </a:lnTo>
                  <a:lnTo>
                    <a:pt x="309425" y="254929"/>
                  </a:lnTo>
                  <a:lnTo>
                    <a:pt x="312140" y="250368"/>
                  </a:lnTo>
                  <a:lnTo>
                    <a:pt x="314708" y="245723"/>
                  </a:lnTo>
                  <a:lnTo>
                    <a:pt x="317128" y="240999"/>
                  </a:lnTo>
                  <a:lnTo>
                    <a:pt x="319396" y="236200"/>
                  </a:lnTo>
                  <a:lnTo>
                    <a:pt x="321511" y="231331"/>
                  </a:lnTo>
                  <a:lnTo>
                    <a:pt x="323470" y="226398"/>
                  </a:lnTo>
                  <a:lnTo>
                    <a:pt x="325272" y="221406"/>
                  </a:lnTo>
                  <a:lnTo>
                    <a:pt x="326914" y="216358"/>
                  </a:lnTo>
                  <a:lnTo>
                    <a:pt x="328396" y="211261"/>
                  </a:lnTo>
                  <a:lnTo>
                    <a:pt x="329714" y="206120"/>
                  </a:lnTo>
                  <a:lnTo>
                    <a:pt x="330869" y="200939"/>
                  </a:lnTo>
                  <a:lnTo>
                    <a:pt x="331859" y="19572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38196"/>
              <a:ext cx="164949" cy="28557"/>
            </a:xfrm>
            <a:custGeom>
              <a:avLst/>
              <a:pathLst>
                <a:path w="164949" h="28557">
                  <a:moveTo>
                    <a:pt x="164710" y="28557"/>
                  </a:moveTo>
                  <a:lnTo>
                    <a:pt x="164949" y="27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67166" cy="194309"/>
            </a:xfrm>
            <a:custGeom>
              <a:avLst/>
              <a:pathLst>
                <a:path w="167166" h="194309">
                  <a:moveTo>
                    <a:pt x="164949" y="194309"/>
                  </a:moveTo>
                  <a:lnTo>
                    <a:pt x="165735" y="189000"/>
                  </a:lnTo>
                  <a:lnTo>
                    <a:pt x="166351" y="183668"/>
                  </a:lnTo>
                  <a:lnTo>
                    <a:pt x="166795" y="178319"/>
                  </a:lnTo>
                  <a:lnTo>
                    <a:pt x="167067" y="172959"/>
                  </a:lnTo>
                  <a:lnTo>
                    <a:pt x="167166" y="167592"/>
                  </a:lnTo>
                  <a:lnTo>
                    <a:pt x="167094" y="162225"/>
                  </a:lnTo>
                  <a:lnTo>
                    <a:pt x="166849" y="156863"/>
                  </a:lnTo>
                  <a:lnTo>
                    <a:pt x="166432" y="151512"/>
                  </a:lnTo>
                  <a:lnTo>
                    <a:pt x="165844" y="146177"/>
                  </a:lnTo>
                  <a:lnTo>
                    <a:pt x="165085" y="140864"/>
                  </a:lnTo>
                  <a:lnTo>
                    <a:pt x="164155" y="135578"/>
                  </a:lnTo>
                  <a:lnTo>
                    <a:pt x="163056" y="130324"/>
                  </a:lnTo>
                  <a:lnTo>
                    <a:pt x="161790" y="125108"/>
                  </a:lnTo>
                  <a:lnTo>
                    <a:pt x="160356" y="119936"/>
                  </a:lnTo>
                  <a:lnTo>
                    <a:pt x="158757" y="114812"/>
                  </a:lnTo>
                  <a:lnTo>
                    <a:pt x="156994" y="109743"/>
                  </a:lnTo>
                  <a:lnTo>
                    <a:pt x="155070" y="104732"/>
                  </a:lnTo>
                  <a:lnTo>
                    <a:pt x="152986" y="99786"/>
                  </a:lnTo>
                  <a:lnTo>
                    <a:pt x="150744" y="94909"/>
                  </a:lnTo>
                  <a:lnTo>
                    <a:pt x="148346" y="90107"/>
                  </a:lnTo>
                  <a:lnTo>
                    <a:pt x="145796" y="85385"/>
                  </a:lnTo>
                  <a:lnTo>
                    <a:pt x="143095" y="80746"/>
                  </a:lnTo>
                  <a:lnTo>
                    <a:pt x="140247" y="76197"/>
                  </a:lnTo>
                  <a:lnTo>
                    <a:pt x="137254" y="71741"/>
                  </a:lnTo>
                  <a:lnTo>
                    <a:pt x="134120" y="67384"/>
                  </a:lnTo>
                  <a:lnTo>
                    <a:pt x="130848" y="63130"/>
                  </a:lnTo>
                  <a:lnTo>
                    <a:pt x="127440" y="58983"/>
                  </a:lnTo>
                  <a:lnTo>
                    <a:pt x="123901" y="54947"/>
                  </a:lnTo>
                  <a:lnTo>
                    <a:pt x="120235" y="51027"/>
                  </a:lnTo>
                  <a:lnTo>
                    <a:pt x="116444" y="47227"/>
                  </a:lnTo>
                  <a:lnTo>
                    <a:pt x="112534" y="43551"/>
                  </a:lnTo>
                  <a:lnTo>
                    <a:pt x="108507" y="40002"/>
                  </a:lnTo>
                  <a:lnTo>
                    <a:pt x="104369" y="36584"/>
                  </a:lnTo>
                  <a:lnTo>
                    <a:pt x="100123" y="33301"/>
                  </a:lnTo>
                  <a:lnTo>
                    <a:pt x="95774" y="30155"/>
                  </a:lnTo>
                  <a:lnTo>
                    <a:pt x="91326" y="27151"/>
                  </a:lnTo>
                  <a:lnTo>
                    <a:pt x="86784" y="24291"/>
                  </a:lnTo>
                  <a:lnTo>
                    <a:pt x="82152" y="21579"/>
                  </a:lnTo>
                  <a:lnTo>
                    <a:pt x="77436" y="19017"/>
                  </a:lnTo>
                  <a:lnTo>
                    <a:pt x="72640" y="16607"/>
                  </a:lnTo>
                  <a:lnTo>
                    <a:pt x="67769" y="14353"/>
                  </a:lnTo>
                  <a:lnTo>
                    <a:pt x="62828" y="12256"/>
                  </a:lnTo>
                  <a:lnTo>
                    <a:pt x="57823" y="10319"/>
                  </a:lnTo>
                  <a:lnTo>
                    <a:pt x="52758" y="8543"/>
                  </a:lnTo>
                  <a:lnTo>
                    <a:pt x="47638" y="6931"/>
                  </a:lnTo>
                  <a:lnTo>
                    <a:pt x="42469" y="5484"/>
                  </a:lnTo>
                  <a:lnTo>
                    <a:pt x="37257" y="4204"/>
                  </a:lnTo>
                  <a:lnTo>
                    <a:pt x="32006" y="3092"/>
                  </a:lnTo>
                  <a:lnTo>
                    <a:pt x="26722" y="2149"/>
                  </a:lnTo>
                  <a:lnTo>
                    <a:pt x="21411" y="1376"/>
                  </a:lnTo>
                  <a:lnTo>
                    <a:pt x="16077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88556" y="941493"/>
              <a:ext cx="134987" cy="167167"/>
            </a:xfrm>
            <a:custGeom>
              <a:avLst/>
              <a:pathLst>
                <a:path w="134987" h="167167">
                  <a:moveTo>
                    <a:pt x="134987" y="0"/>
                  </a:moveTo>
                  <a:lnTo>
                    <a:pt x="129377" y="94"/>
                  </a:lnTo>
                  <a:lnTo>
                    <a:pt x="123773" y="376"/>
                  </a:lnTo>
                  <a:lnTo>
                    <a:pt x="118181" y="846"/>
                  </a:lnTo>
                  <a:lnTo>
                    <a:pt x="112609" y="1504"/>
                  </a:lnTo>
                  <a:lnTo>
                    <a:pt x="107062" y="2349"/>
                  </a:lnTo>
                  <a:lnTo>
                    <a:pt x="101546" y="3379"/>
                  </a:lnTo>
                  <a:lnTo>
                    <a:pt x="96068" y="4593"/>
                  </a:lnTo>
                  <a:lnTo>
                    <a:pt x="90633" y="5991"/>
                  </a:lnTo>
                  <a:lnTo>
                    <a:pt x="85249" y="7570"/>
                  </a:lnTo>
                  <a:lnTo>
                    <a:pt x="79921" y="9330"/>
                  </a:lnTo>
                  <a:lnTo>
                    <a:pt x="74654" y="11267"/>
                  </a:lnTo>
                  <a:lnTo>
                    <a:pt x="69456" y="13379"/>
                  </a:lnTo>
                  <a:lnTo>
                    <a:pt x="64332" y="15665"/>
                  </a:lnTo>
                  <a:lnTo>
                    <a:pt x="59287" y="18122"/>
                  </a:lnTo>
                  <a:lnTo>
                    <a:pt x="54327" y="20747"/>
                  </a:lnTo>
                  <a:lnTo>
                    <a:pt x="49459" y="23536"/>
                  </a:lnTo>
                  <a:lnTo>
                    <a:pt x="44686" y="26488"/>
                  </a:lnTo>
                  <a:lnTo>
                    <a:pt x="40016" y="29598"/>
                  </a:lnTo>
                  <a:lnTo>
                    <a:pt x="35452" y="32862"/>
                  </a:lnTo>
                  <a:lnTo>
                    <a:pt x="31001" y="36279"/>
                  </a:lnTo>
                  <a:lnTo>
                    <a:pt x="26666" y="39842"/>
                  </a:lnTo>
                  <a:lnTo>
                    <a:pt x="22454" y="43550"/>
                  </a:lnTo>
                  <a:lnTo>
                    <a:pt x="18369" y="47396"/>
                  </a:lnTo>
                  <a:lnTo>
                    <a:pt x="14415" y="51377"/>
                  </a:lnTo>
                  <a:lnTo>
                    <a:pt x="10597" y="55489"/>
                  </a:lnTo>
                  <a:lnTo>
                    <a:pt x="6919" y="59727"/>
                  </a:lnTo>
                  <a:lnTo>
                    <a:pt x="3385" y="64086"/>
                  </a:lnTo>
                  <a:lnTo>
                    <a:pt x="0" y="68560"/>
                  </a:lnTo>
                  <a:lnTo>
                    <a:pt x="13498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88556" y="1010054"/>
              <a:ext cx="134987" cy="98606"/>
            </a:xfrm>
            <a:custGeom>
              <a:avLst/>
              <a:pathLst>
                <a:path w="134987" h="98606">
                  <a:moveTo>
                    <a:pt x="0" y="0"/>
                  </a:moveTo>
                  <a:lnTo>
                    <a:pt x="134987" y="986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7" y="961444"/>
              <a:ext cx="334334" cy="314366"/>
            </a:xfrm>
            <a:custGeom>
              <a:avLst/>
              <a:pathLst>
                <a:path w="334334" h="314366">
                  <a:moveTo>
                    <a:pt x="32178" y="48610"/>
                  </a:moveTo>
                  <a:lnTo>
                    <a:pt x="29121" y="52937"/>
                  </a:lnTo>
                  <a:lnTo>
                    <a:pt x="26203" y="57360"/>
                  </a:lnTo>
                  <a:lnTo>
                    <a:pt x="23426" y="61872"/>
                  </a:lnTo>
                  <a:lnTo>
                    <a:pt x="20793" y="66470"/>
                  </a:lnTo>
                  <a:lnTo>
                    <a:pt x="18308" y="71150"/>
                  </a:lnTo>
                  <a:lnTo>
                    <a:pt x="15972" y="75906"/>
                  </a:lnTo>
                  <a:lnTo>
                    <a:pt x="13788" y="80733"/>
                  </a:lnTo>
                  <a:lnTo>
                    <a:pt x="11758" y="85628"/>
                  </a:lnTo>
                  <a:lnTo>
                    <a:pt x="9884" y="90584"/>
                  </a:lnTo>
                  <a:lnTo>
                    <a:pt x="8168" y="95597"/>
                  </a:lnTo>
                  <a:lnTo>
                    <a:pt x="6612" y="100662"/>
                  </a:lnTo>
                  <a:lnTo>
                    <a:pt x="5217" y="105774"/>
                  </a:lnTo>
                  <a:lnTo>
                    <a:pt x="3985" y="110927"/>
                  </a:lnTo>
                  <a:lnTo>
                    <a:pt x="2917" y="116117"/>
                  </a:lnTo>
                  <a:lnTo>
                    <a:pt x="2014" y="121338"/>
                  </a:lnTo>
                  <a:lnTo>
                    <a:pt x="1277" y="126585"/>
                  </a:lnTo>
                  <a:lnTo>
                    <a:pt x="706" y="131853"/>
                  </a:lnTo>
                  <a:lnTo>
                    <a:pt x="303" y="137136"/>
                  </a:lnTo>
                  <a:lnTo>
                    <a:pt x="67" y="142429"/>
                  </a:lnTo>
                  <a:lnTo>
                    <a:pt x="0" y="147727"/>
                  </a:lnTo>
                  <a:lnTo>
                    <a:pt x="100" y="153025"/>
                  </a:lnTo>
                  <a:lnTo>
                    <a:pt x="368" y="158317"/>
                  </a:lnTo>
                  <a:lnTo>
                    <a:pt x="803" y="163597"/>
                  </a:lnTo>
                  <a:lnTo>
                    <a:pt x="1406" y="168861"/>
                  </a:lnTo>
                  <a:lnTo>
                    <a:pt x="2175" y="174104"/>
                  </a:lnTo>
                  <a:lnTo>
                    <a:pt x="3110" y="179319"/>
                  </a:lnTo>
                  <a:lnTo>
                    <a:pt x="4210" y="184503"/>
                  </a:lnTo>
                  <a:lnTo>
                    <a:pt x="5474" y="189648"/>
                  </a:lnTo>
                  <a:lnTo>
                    <a:pt x="6900" y="194751"/>
                  </a:lnTo>
                  <a:lnTo>
                    <a:pt x="8487" y="199807"/>
                  </a:lnTo>
                  <a:lnTo>
                    <a:pt x="10233" y="204809"/>
                  </a:lnTo>
                  <a:lnTo>
                    <a:pt x="12137" y="209754"/>
                  </a:lnTo>
                  <a:lnTo>
                    <a:pt x="14197" y="214636"/>
                  </a:lnTo>
                  <a:lnTo>
                    <a:pt x="16411" y="219450"/>
                  </a:lnTo>
                  <a:lnTo>
                    <a:pt x="18775" y="224191"/>
                  </a:lnTo>
                  <a:lnTo>
                    <a:pt x="21290" y="228855"/>
                  </a:lnTo>
                  <a:lnTo>
                    <a:pt x="23950" y="233437"/>
                  </a:lnTo>
                  <a:lnTo>
                    <a:pt x="26755" y="237933"/>
                  </a:lnTo>
                  <a:lnTo>
                    <a:pt x="29700" y="242337"/>
                  </a:lnTo>
                  <a:lnTo>
                    <a:pt x="32784" y="246646"/>
                  </a:lnTo>
                  <a:lnTo>
                    <a:pt x="36003" y="250855"/>
                  </a:lnTo>
                  <a:lnTo>
                    <a:pt x="39353" y="254960"/>
                  </a:lnTo>
                  <a:lnTo>
                    <a:pt x="42832" y="258957"/>
                  </a:lnTo>
                  <a:lnTo>
                    <a:pt x="46436" y="262841"/>
                  </a:lnTo>
                  <a:lnTo>
                    <a:pt x="50161" y="266609"/>
                  </a:lnTo>
                  <a:lnTo>
                    <a:pt x="54003" y="270257"/>
                  </a:lnTo>
                  <a:lnTo>
                    <a:pt x="57960" y="273782"/>
                  </a:lnTo>
                  <a:lnTo>
                    <a:pt x="62026" y="277179"/>
                  </a:lnTo>
                  <a:lnTo>
                    <a:pt x="66197" y="280446"/>
                  </a:lnTo>
                  <a:lnTo>
                    <a:pt x="70470" y="283579"/>
                  </a:lnTo>
                  <a:lnTo>
                    <a:pt x="74840" y="286575"/>
                  </a:lnTo>
                  <a:lnTo>
                    <a:pt x="79303" y="289431"/>
                  </a:lnTo>
                  <a:lnTo>
                    <a:pt x="83855" y="292144"/>
                  </a:lnTo>
                  <a:lnTo>
                    <a:pt x="88490" y="294712"/>
                  </a:lnTo>
                  <a:lnTo>
                    <a:pt x="93204" y="297131"/>
                  </a:lnTo>
                  <a:lnTo>
                    <a:pt x="97992" y="299400"/>
                  </a:lnTo>
                  <a:lnTo>
                    <a:pt x="102850" y="301516"/>
                  </a:lnTo>
                  <a:lnTo>
                    <a:pt x="107772" y="303476"/>
                  </a:lnTo>
                  <a:lnTo>
                    <a:pt x="112754" y="305280"/>
                  </a:lnTo>
                  <a:lnTo>
                    <a:pt x="117791" y="306925"/>
                  </a:lnTo>
                  <a:lnTo>
                    <a:pt x="122877" y="308410"/>
                  </a:lnTo>
                  <a:lnTo>
                    <a:pt x="128008" y="309733"/>
                  </a:lnTo>
                  <a:lnTo>
                    <a:pt x="133178" y="310892"/>
                  </a:lnTo>
                  <a:lnTo>
                    <a:pt x="138383" y="311887"/>
                  </a:lnTo>
                  <a:lnTo>
                    <a:pt x="143616" y="312716"/>
                  </a:lnTo>
                  <a:lnTo>
                    <a:pt x="148873" y="313380"/>
                  </a:lnTo>
                  <a:lnTo>
                    <a:pt x="154148" y="313876"/>
                  </a:lnTo>
                  <a:lnTo>
                    <a:pt x="159436" y="314205"/>
                  </a:lnTo>
                  <a:lnTo>
                    <a:pt x="164733" y="314366"/>
                  </a:lnTo>
                  <a:lnTo>
                    <a:pt x="170031" y="314359"/>
                  </a:lnTo>
                  <a:lnTo>
                    <a:pt x="175327" y="314184"/>
                  </a:lnTo>
                  <a:lnTo>
                    <a:pt x="180614" y="313842"/>
                  </a:lnTo>
                  <a:lnTo>
                    <a:pt x="185888" y="313332"/>
                  </a:lnTo>
                  <a:lnTo>
                    <a:pt x="191143" y="312655"/>
                  </a:lnTo>
                  <a:lnTo>
                    <a:pt x="196375" y="311812"/>
                  </a:lnTo>
                  <a:lnTo>
                    <a:pt x="201576" y="310804"/>
                  </a:lnTo>
                  <a:lnTo>
                    <a:pt x="206743" y="309631"/>
                  </a:lnTo>
                  <a:lnTo>
                    <a:pt x="211871" y="308295"/>
                  </a:lnTo>
                  <a:lnTo>
                    <a:pt x="216953" y="306797"/>
                  </a:lnTo>
                  <a:lnTo>
                    <a:pt x="221986" y="305139"/>
                  </a:lnTo>
                  <a:lnTo>
                    <a:pt x="226963" y="303323"/>
                  </a:lnTo>
                  <a:lnTo>
                    <a:pt x="231881" y="301349"/>
                  </a:lnTo>
                  <a:lnTo>
                    <a:pt x="236733" y="299221"/>
                  </a:lnTo>
                  <a:lnTo>
                    <a:pt x="241515" y="296940"/>
                  </a:lnTo>
                  <a:lnTo>
                    <a:pt x="246223" y="294508"/>
                  </a:lnTo>
                  <a:lnTo>
                    <a:pt x="250851" y="291929"/>
                  </a:lnTo>
                  <a:lnTo>
                    <a:pt x="255396" y="289204"/>
                  </a:lnTo>
                  <a:lnTo>
                    <a:pt x="259851" y="286336"/>
                  </a:lnTo>
                  <a:lnTo>
                    <a:pt x="264214" y="283329"/>
                  </a:lnTo>
                  <a:lnTo>
                    <a:pt x="268479" y="280185"/>
                  </a:lnTo>
                  <a:lnTo>
                    <a:pt x="272642" y="276907"/>
                  </a:lnTo>
                  <a:lnTo>
                    <a:pt x="276699" y="273500"/>
                  </a:lnTo>
                  <a:lnTo>
                    <a:pt x="280646" y="269965"/>
                  </a:lnTo>
                  <a:lnTo>
                    <a:pt x="284479" y="266307"/>
                  </a:lnTo>
                  <a:lnTo>
                    <a:pt x="288195" y="262529"/>
                  </a:lnTo>
                  <a:lnTo>
                    <a:pt x="291788" y="258635"/>
                  </a:lnTo>
                  <a:lnTo>
                    <a:pt x="295257" y="254630"/>
                  </a:lnTo>
                  <a:lnTo>
                    <a:pt x="298597" y="250516"/>
                  </a:lnTo>
                  <a:lnTo>
                    <a:pt x="301805" y="246299"/>
                  </a:lnTo>
                  <a:lnTo>
                    <a:pt x="304877" y="241982"/>
                  </a:lnTo>
                  <a:lnTo>
                    <a:pt x="307811" y="237570"/>
                  </a:lnTo>
                  <a:lnTo>
                    <a:pt x="310604" y="233068"/>
                  </a:lnTo>
                  <a:lnTo>
                    <a:pt x="313253" y="228479"/>
                  </a:lnTo>
                  <a:lnTo>
                    <a:pt x="315755" y="223808"/>
                  </a:lnTo>
                  <a:lnTo>
                    <a:pt x="318108" y="219060"/>
                  </a:lnTo>
                  <a:lnTo>
                    <a:pt x="320309" y="214241"/>
                  </a:lnTo>
                  <a:lnTo>
                    <a:pt x="322356" y="209353"/>
                  </a:lnTo>
                  <a:lnTo>
                    <a:pt x="324247" y="204404"/>
                  </a:lnTo>
                  <a:lnTo>
                    <a:pt x="325981" y="199397"/>
                  </a:lnTo>
                  <a:lnTo>
                    <a:pt x="327555" y="194338"/>
                  </a:lnTo>
                  <a:lnTo>
                    <a:pt x="328968" y="189231"/>
                  </a:lnTo>
                  <a:lnTo>
                    <a:pt x="330218" y="184082"/>
                  </a:lnTo>
                  <a:lnTo>
                    <a:pt x="331304" y="178896"/>
                  </a:lnTo>
                  <a:lnTo>
                    <a:pt x="332226" y="173678"/>
                  </a:lnTo>
                  <a:lnTo>
                    <a:pt x="332982" y="168434"/>
                  </a:lnTo>
                  <a:lnTo>
                    <a:pt x="333571" y="163168"/>
                  </a:lnTo>
                  <a:lnTo>
                    <a:pt x="333993" y="157886"/>
                  </a:lnTo>
                  <a:lnTo>
                    <a:pt x="334247" y="152594"/>
                  </a:lnTo>
                  <a:lnTo>
                    <a:pt x="334334" y="147296"/>
                  </a:lnTo>
                  <a:lnTo>
                    <a:pt x="334252" y="141998"/>
                  </a:lnTo>
                  <a:lnTo>
                    <a:pt x="334003" y="136705"/>
                  </a:lnTo>
                  <a:lnTo>
                    <a:pt x="333586" y="131423"/>
                  </a:lnTo>
                  <a:lnTo>
                    <a:pt x="333002" y="126157"/>
                  </a:lnTo>
                  <a:lnTo>
                    <a:pt x="332251" y="120912"/>
                  </a:lnTo>
                  <a:lnTo>
                    <a:pt x="331334" y="115693"/>
                  </a:lnTo>
                  <a:lnTo>
                    <a:pt x="330253" y="110506"/>
                  </a:lnTo>
                  <a:lnTo>
                    <a:pt x="329008" y="105356"/>
                  </a:lnTo>
                  <a:lnTo>
                    <a:pt x="327600" y="100248"/>
                  </a:lnTo>
                  <a:lnTo>
                    <a:pt x="326031" y="95187"/>
                  </a:lnTo>
                  <a:lnTo>
                    <a:pt x="324302" y="90178"/>
                  </a:lnTo>
                  <a:lnTo>
                    <a:pt x="322415" y="85227"/>
                  </a:lnTo>
                  <a:lnTo>
                    <a:pt x="320373" y="80338"/>
                  </a:lnTo>
                  <a:lnTo>
                    <a:pt x="318176" y="75516"/>
                  </a:lnTo>
                  <a:lnTo>
                    <a:pt x="315828" y="70766"/>
                  </a:lnTo>
                  <a:lnTo>
                    <a:pt x="313330" y="66093"/>
                  </a:lnTo>
                  <a:lnTo>
                    <a:pt x="310686" y="61501"/>
                  </a:lnTo>
                  <a:lnTo>
                    <a:pt x="307897" y="56996"/>
                  </a:lnTo>
                  <a:lnTo>
                    <a:pt x="304967" y="52581"/>
                  </a:lnTo>
                  <a:lnTo>
                    <a:pt x="301899" y="48262"/>
                  </a:lnTo>
                  <a:lnTo>
                    <a:pt x="298695" y="44041"/>
                  </a:lnTo>
                  <a:lnTo>
                    <a:pt x="295359" y="39925"/>
                  </a:lnTo>
                  <a:lnTo>
                    <a:pt x="291895" y="35916"/>
                  </a:lnTo>
                  <a:lnTo>
                    <a:pt x="288305" y="32019"/>
                  </a:lnTo>
                  <a:lnTo>
                    <a:pt x="284593" y="28238"/>
                  </a:lnTo>
                  <a:lnTo>
                    <a:pt x="280763" y="24576"/>
                  </a:lnTo>
                  <a:lnTo>
                    <a:pt x="276819" y="21037"/>
                  </a:lnTo>
                  <a:lnTo>
                    <a:pt x="272765" y="17625"/>
                  </a:lnTo>
                  <a:lnTo>
                    <a:pt x="268605" y="14344"/>
                  </a:lnTo>
                  <a:lnTo>
                    <a:pt x="264343" y="11196"/>
                  </a:lnTo>
                  <a:lnTo>
                    <a:pt x="259984" y="8184"/>
                  </a:lnTo>
                  <a:lnTo>
                    <a:pt x="255531" y="5313"/>
                  </a:lnTo>
                  <a:lnTo>
                    <a:pt x="250989" y="2583"/>
                  </a:lnTo>
                  <a:lnTo>
                    <a:pt x="246364" y="0"/>
                  </a:lnTo>
                  <a:lnTo>
                    <a:pt x="167166" y="1472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79197" cy="167167"/>
            </a:xfrm>
            <a:custGeom>
              <a:avLst/>
              <a:pathLst>
                <a:path w="79197" h="167167">
                  <a:moveTo>
                    <a:pt x="79197" y="19950"/>
                  </a:moveTo>
                  <a:lnTo>
                    <a:pt x="73959" y="17250"/>
                  </a:lnTo>
                  <a:lnTo>
                    <a:pt x="68629" y="14737"/>
                  </a:lnTo>
                  <a:lnTo>
                    <a:pt x="63213" y="12412"/>
                  </a:lnTo>
                  <a:lnTo>
                    <a:pt x="57720" y="10281"/>
                  </a:lnTo>
                  <a:lnTo>
                    <a:pt x="52154" y="8344"/>
                  </a:lnTo>
                  <a:lnTo>
                    <a:pt x="46524" y="6604"/>
                  </a:lnTo>
                  <a:lnTo>
                    <a:pt x="40835" y="5064"/>
                  </a:lnTo>
                  <a:lnTo>
                    <a:pt x="35096" y="3725"/>
                  </a:lnTo>
                  <a:lnTo>
                    <a:pt x="29314" y="2590"/>
                  </a:lnTo>
                  <a:lnTo>
                    <a:pt x="23495" y="1659"/>
                  </a:lnTo>
                  <a:lnTo>
                    <a:pt x="17647" y="934"/>
                  </a:lnTo>
                  <a:lnTo>
                    <a:pt x="11776" y="415"/>
                  </a:lnTo>
                  <a:lnTo>
                    <a:pt x="5892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4786" y="941493"/>
              <a:ext cx="111429" cy="167167"/>
            </a:xfrm>
            <a:custGeom>
              <a:avLst/>
              <a:pathLst>
                <a:path w="111429" h="167167">
                  <a:moveTo>
                    <a:pt x="111429" y="0"/>
                  </a:moveTo>
                  <a:lnTo>
                    <a:pt x="105886" y="91"/>
                  </a:lnTo>
                  <a:lnTo>
                    <a:pt x="100349" y="367"/>
                  </a:lnTo>
                  <a:lnTo>
                    <a:pt x="94825" y="826"/>
                  </a:lnTo>
                  <a:lnTo>
                    <a:pt x="89318" y="1468"/>
                  </a:lnTo>
                  <a:lnTo>
                    <a:pt x="83836" y="2292"/>
                  </a:lnTo>
                  <a:lnTo>
                    <a:pt x="78385" y="3298"/>
                  </a:lnTo>
                  <a:lnTo>
                    <a:pt x="72969" y="4484"/>
                  </a:lnTo>
                  <a:lnTo>
                    <a:pt x="67596" y="5849"/>
                  </a:lnTo>
                  <a:lnTo>
                    <a:pt x="62271" y="7391"/>
                  </a:lnTo>
                  <a:lnTo>
                    <a:pt x="57001" y="9108"/>
                  </a:lnTo>
                  <a:lnTo>
                    <a:pt x="51790" y="11000"/>
                  </a:lnTo>
                  <a:lnTo>
                    <a:pt x="46644" y="13063"/>
                  </a:lnTo>
                  <a:lnTo>
                    <a:pt x="41570" y="15296"/>
                  </a:lnTo>
                  <a:lnTo>
                    <a:pt x="36573" y="17696"/>
                  </a:lnTo>
                  <a:lnTo>
                    <a:pt x="31658" y="20260"/>
                  </a:lnTo>
                  <a:lnTo>
                    <a:pt x="26831" y="22986"/>
                  </a:lnTo>
                  <a:lnTo>
                    <a:pt x="22097" y="25871"/>
                  </a:lnTo>
                  <a:lnTo>
                    <a:pt x="17461" y="28910"/>
                  </a:lnTo>
                  <a:lnTo>
                    <a:pt x="12928" y="32102"/>
                  </a:lnTo>
                  <a:lnTo>
                    <a:pt x="8504" y="35443"/>
                  </a:lnTo>
                  <a:lnTo>
                    <a:pt x="4193" y="38928"/>
                  </a:lnTo>
                  <a:lnTo>
                    <a:pt x="0" y="42554"/>
                  </a:lnTo>
                  <a:lnTo>
                    <a:pt x="11142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4786" y="984047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49" y="984047"/>
              <a:ext cx="167166" cy="270448"/>
            </a:xfrm>
            <a:custGeom>
              <a:avLst/>
              <a:pathLst>
                <a:path w="167166" h="270448">
                  <a:moveTo>
                    <a:pt x="55736" y="0"/>
                  </a:moveTo>
                  <a:lnTo>
                    <a:pt x="51779" y="3654"/>
                  </a:lnTo>
                  <a:lnTo>
                    <a:pt x="47942" y="7435"/>
                  </a:lnTo>
                  <a:lnTo>
                    <a:pt x="44229" y="11337"/>
                  </a:lnTo>
                  <a:lnTo>
                    <a:pt x="40643" y="15357"/>
                  </a:lnTo>
                  <a:lnTo>
                    <a:pt x="37188" y="19490"/>
                  </a:lnTo>
                  <a:lnTo>
                    <a:pt x="33869" y="23732"/>
                  </a:lnTo>
                  <a:lnTo>
                    <a:pt x="30688" y="28079"/>
                  </a:lnTo>
                  <a:lnTo>
                    <a:pt x="27648" y="32527"/>
                  </a:lnTo>
                  <a:lnTo>
                    <a:pt x="24754" y="37070"/>
                  </a:lnTo>
                  <a:lnTo>
                    <a:pt x="22007" y="41704"/>
                  </a:lnTo>
                  <a:lnTo>
                    <a:pt x="19411" y="46424"/>
                  </a:lnTo>
                  <a:lnTo>
                    <a:pt x="16969" y="51225"/>
                  </a:lnTo>
                  <a:lnTo>
                    <a:pt x="14682" y="56102"/>
                  </a:lnTo>
                  <a:lnTo>
                    <a:pt x="12554" y="61051"/>
                  </a:lnTo>
                  <a:lnTo>
                    <a:pt x="10586" y="66065"/>
                  </a:lnTo>
                  <a:lnTo>
                    <a:pt x="8781" y="71140"/>
                  </a:lnTo>
                  <a:lnTo>
                    <a:pt x="7141" y="76271"/>
                  </a:lnTo>
                  <a:lnTo>
                    <a:pt x="5666" y="81452"/>
                  </a:lnTo>
                  <a:lnTo>
                    <a:pt x="4360" y="86678"/>
                  </a:lnTo>
                  <a:lnTo>
                    <a:pt x="3222" y="91943"/>
                  </a:lnTo>
                  <a:lnTo>
                    <a:pt x="2254" y="97242"/>
                  </a:lnTo>
                  <a:lnTo>
                    <a:pt x="1458" y="102570"/>
                  </a:lnTo>
                  <a:lnTo>
                    <a:pt x="834" y="107920"/>
                  </a:lnTo>
                  <a:lnTo>
                    <a:pt x="383" y="113288"/>
                  </a:lnTo>
                  <a:lnTo>
                    <a:pt x="104" y="118667"/>
                  </a:lnTo>
                  <a:lnTo>
                    <a:pt x="0" y="124053"/>
                  </a:lnTo>
                  <a:lnTo>
                    <a:pt x="68" y="129439"/>
                  </a:lnTo>
                  <a:lnTo>
                    <a:pt x="311" y="134821"/>
                  </a:lnTo>
                  <a:lnTo>
                    <a:pt x="726" y="140191"/>
                  </a:lnTo>
                  <a:lnTo>
                    <a:pt x="1314" y="145546"/>
                  </a:lnTo>
                  <a:lnTo>
                    <a:pt x="2075" y="150878"/>
                  </a:lnTo>
                  <a:lnTo>
                    <a:pt x="3007" y="156184"/>
                  </a:lnTo>
                  <a:lnTo>
                    <a:pt x="4109" y="161457"/>
                  </a:lnTo>
                  <a:lnTo>
                    <a:pt x="5381" y="166691"/>
                  </a:lnTo>
                  <a:lnTo>
                    <a:pt x="6821" y="171882"/>
                  </a:lnTo>
                  <a:lnTo>
                    <a:pt x="8427" y="177023"/>
                  </a:lnTo>
                  <a:lnTo>
                    <a:pt x="10198" y="182111"/>
                  </a:lnTo>
                  <a:lnTo>
                    <a:pt x="12132" y="187138"/>
                  </a:lnTo>
                  <a:lnTo>
                    <a:pt x="14227" y="192101"/>
                  </a:lnTo>
                  <a:lnTo>
                    <a:pt x="16481" y="196993"/>
                  </a:lnTo>
                  <a:lnTo>
                    <a:pt x="18891" y="201811"/>
                  </a:lnTo>
                  <a:lnTo>
                    <a:pt x="21456" y="206548"/>
                  </a:lnTo>
                  <a:lnTo>
                    <a:pt x="24171" y="211200"/>
                  </a:lnTo>
                  <a:lnTo>
                    <a:pt x="27035" y="215762"/>
                  </a:lnTo>
                  <a:lnTo>
                    <a:pt x="30045" y="220230"/>
                  </a:lnTo>
                  <a:lnTo>
                    <a:pt x="33197" y="224598"/>
                  </a:lnTo>
                  <a:lnTo>
                    <a:pt x="36488" y="228863"/>
                  </a:lnTo>
                  <a:lnTo>
                    <a:pt x="39914" y="233019"/>
                  </a:lnTo>
                  <a:lnTo>
                    <a:pt x="43473" y="237063"/>
                  </a:lnTo>
                  <a:lnTo>
                    <a:pt x="47160" y="240990"/>
                  </a:lnTo>
                  <a:lnTo>
                    <a:pt x="50972" y="244796"/>
                  </a:lnTo>
                  <a:lnTo>
                    <a:pt x="54905" y="248477"/>
                  </a:lnTo>
                  <a:lnTo>
                    <a:pt x="58954" y="252030"/>
                  </a:lnTo>
                  <a:lnTo>
                    <a:pt x="63115" y="255450"/>
                  </a:lnTo>
                  <a:lnTo>
                    <a:pt x="67385" y="258734"/>
                  </a:lnTo>
                  <a:lnTo>
                    <a:pt x="71758" y="261880"/>
                  </a:lnTo>
                  <a:lnTo>
                    <a:pt x="76230" y="264882"/>
                  </a:lnTo>
                  <a:lnTo>
                    <a:pt x="80797" y="267739"/>
                  </a:lnTo>
                  <a:lnTo>
                    <a:pt x="85453" y="270448"/>
                  </a:lnTo>
                  <a:lnTo>
                    <a:pt x="167166" y="1246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04503" y="941493"/>
              <a:ext cx="248862" cy="334334"/>
            </a:xfrm>
            <a:custGeom>
              <a:avLst/>
              <a:pathLst>
                <a:path w="248862" h="334334">
                  <a:moveTo>
                    <a:pt x="0" y="313002"/>
                  </a:moveTo>
                  <a:lnTo>
                    <a:pt x="4672" y="315523"/>
                  </a:lnTo>
                  <a:lnTo>
                    <a:pt x="9421" y="317895"/>
                  </a:lnTo>
                  <a:lnTo>
                    <a:pt x="14244" y="320115"/>
                  </a:lnTo>
                  <a:lnTo>
                    <a:pt x="19135" y="322180"/>
                  </a:lnTo>
                  <a:lnTo>
                    <a:pt x="24089" y="324089"/>
                  </a:lnTo>
                  <a:lnTo>
                    <a:pt x="29100" y="325839"/>
                  </a:lnTo>
                  <a:lnTo>
                    <a:pt x="34165" y="327430"/>
                  </a:lnTo>
                  <a:lnTo>
                    <a:pt x="39278" y="328859"/>
                  </a:lnTo>
                  <a:lnTo>
                    <a:pt x="44434" y="330125"/>
                  </a:lnTo>
                  <a:lnTo>
                    <a:pt x="49628" y="331226"/>
                  </a:lnTo>
                  <a:lnTo>
                    <a:pt x="54853" y="332163"/>
                  </a:lnTo>
                  <a:lnTo>
                    <a:pt x="60106" y="332932"/>
                  </a:lnTo>
                  <a:lnTo>
                    <a:pt x="65381" y="333535"/>
                  </a:lnTo>
                  <a:lnTo>
                    <a:pt x="70672" y="333969"/>
                  </a:lnTo>
                  <a:lnTo>
                    <a:pt x="75974" y="334236"/>
                  </a:lnTo>
                  <a:lnTo>
                    <a:pt x="81282" y="334334"/>
                  </a:lnTo>
                  <a:lnTo>
                    <a:pt x="86590" y="334263"/>
                  </a:lnTo>
                  <a:lnTo>
                    <a:pt x="91894" y="334024"/>
                  </a:lnTo>
                  <a:lnTo>
                    <a:pt x="97187" y="333617"/>
                  </a:lnTo>
                  <a:lnTo>
                    <a:pt x="102465" y="333041"/>
                  </a:lnTo>
                  <a:lnTo>
                    <a:pt x="107721" y="332299"/>
                  </a:lnTo>
                  <a:lnTo>
                    <a:pt x="112952" y="331389"/>
                  </a:lnTo>
                  <a:lnTo>
                    <a:pt x="118151" y="330315"/>
                  </a:lnTo>
                  <a:lnTo>
                    <a:pt x="123313" y="329075"/>
                  </a:lnTo>
                  <a:lnTo>
                    <a:pt x="128433" y="327673"/>
                  </a:lnTo>
                  <a:lnTo>
                    <a:pt x="133506" y="326108"/>
                  </a:lnTo>
                  <a:lnTo>
                    <a:pt x="138527" y="324383"/>
                  </a:lnTo>
                  <a:lnTo>
                    <a:pt x="143491" y="322500"/>
                  </a:lnTo>
                  <a:lnTo>
                    <a:pt x="148392" y="320460"/>
                  </a:lnTo>
                  <a:lnTo>
                    <a:pt x="153226" y="318265"/>
                  </a:lnTo>
                  <a:lnTo>
                    <a:pt x="157988" y="315918"/>
                  </a:lnTo>
                  <a:lnTo>
                    <a:pt x="162673" y="313421"/>
                  </a:lnTo>
                  <a:lnTo>
                    <a:pt x="167276" y="310777"/>
                  </a:lnTo>
                  <a:lnTo>
                    <a:pt x="171793" y="307987"/>
                  </a:lnTo>
                  <a:lnTo>
                    <a:pt x="176220" y="305056"/>
                  </a:lnTo>
                  <a:lnTo>
                    <a:pt x="180550" y="301985"/>
                  </a:lnTo>
                  <a:lnTo>
                    <a:pt x="184782" y="298779"/>
                  </a:lnTo>
                  <a:lnTo>
                    <a:pt x="188909" y="295440"/>
                  </a:lnTo>
                  <a:lnTo>
                    <a:pt x="192928" y="291971"/>
                  </a:lnTo>
                  <a:lnTo>
                    <a:pt x="196835" y="288377"/>
                  </a:lnTo>
                  <a:lnTo>
                    <a:pt x="200626" y="284660"/>
                  </a:lnTo>
                  <a:lnTo>
                    <a:pt x="204297" y="280825"/>
                  </a:lnTo>
                  <a:lnTo>
                    <a:pt x="207844" y="276875"/>
                  </a:lnTo>
                  <a:lnTo>
                    <a:pt x="211264" y="272814"/>
                  </a:lnTo>
                  <a:lnTo>
                    <a:pt x="214553" y="268647"/>
                  </a:lnTo>
                  <a:lnTo>
                    <a:pt x="217709" y="264378"/>
                  </a:lnTo>
                  <a:lnTo>
                    <a:pt x="220727" y="260010"/>
                  </a:lnTo>
                  <a:lnTo>
                    <a:pt x="223605" y="255549"/>
                  </a:lnTo>
                  <a:lnTo>
                    <a:pt x="226340" y="250999"/>
                  </a:lnTo>
                  <a:lnTo>
                    <a:pt x="228929" y="246364"/>
                  </a:lnTo>
                  <a:lnTo>
                    <a:pt x="231370" y="241650"/>
                  </a:lnTo>
                  <a:lnTo>
                    <a:pt x="233659" y="236860"/>
                  </a:lnTo>
                  <a:lnTo>
                    <a:pt x="235796" y="232000"/>
                  </a:lnTo>
                  <a:lnTo>
                    <a:pt x="237777" y="227074"/>
                  </a:lnTo>
                  <a:lnTo>
                    <a:pt x="239600" y="222089"/>
                  </a:lnTo>
                  <a:lnTo>
                    <a:pt x="241265" y="217047"/>
                  </a:lnTo>
                  <a:lnTo>
                    <a:pt x="242768" y="211956"/>
                  </a:lnTo>
                  <a:lnTo>
                    <a:pt x="244109" y="206819"/>
                  </a:lnTo>
                  <a:lnTo>
                    <a:pt x="245286" y="201642"/>
                  </a:lnTo>
                  <a:lnTo>
                    <a:pt x="246298" y="196431"/>
                  </a:lnTo>
                  <a:lnTo>
                    <a:pt x="247145" y="191190"/>
                  </a:lnTo>
                  <a:lnTo>
                    <a:pt x="247824" y="185924"/>
                  </a:lnTo>
                  <a:lnTo>
                    <a:pt x="248336" y="180640"/>
                  </a:lnTo>
                  <a:lnTo>
                    <a:pt x="248680" y="175343"/>
                  </a:lnTo>
                  <a:lnTo>
                    <a:pt x="248855" y="170037"/>
                  </a:lnTo>
                  <a:lnTo>
                    <a:pt x="248862" y="164728"/>
                  </a:lnTo>
                  <a:lnTo>
                    <a:pt x="248700" y="159421"/>
                  </a:lnTo>
                  <a:lnTo>
                    <a:pt x="248370" y="154123"/>
                  </a:lnTo>
                  <a:lnTo>
                    <a:pt x="247872" y="148837"/>
                  </a:lnTo>
                  <a:lnTo>
                    <a:pt x="247206" y="143570"/>
                  </a:lnTo>
                  <a:lnTo>
                    <a:pt x="246373" y="138327"/>
                  </a:lnTo>
                  <a:lnTo>
                    <a:pt x="245374" y="133113"/>
                  </a:lnTo>
                  <a:lnTo>
                    <a:pt x="244211" y="127933"/>
                  </a:lnTo>
                  <a:lnTo>
                    <a:pt x="242883" y="122793"/>
                  </a:lnTo>
                  <a:lnTo>
                    <a:pt x="241392" y="117698"/>
                  </a:lnTo>
                  <a:lnTo>
                    <a:pt x="239741" y="112652"/>
                  </a:lnTo>
                  <a:lnTo>
                    <a:pt x="237930" y="107662"/>
                  </a:lnTo>
                  <a:lnTo>
                    <a:pt x="235962" y="102731"/>
                  </a:lnTo>
                  <a:lnTo>
                    <a:pt x="233838" y="97865"/>
                  </a:lnTo>
                  <a:lnTo>
                    <a:pt x="231561" y="93070"/>
                  </a:lnTo>
                  <a:lnTo>
                    <a:pt x="229132" y="88349"/>
                  </a:lnTo>
                  <a:lnTo>
                    <a:pt x="226555" y="83708"/>
                  </a:lnTo>
                  <a:lnTo>
                    <a:pt x="223832" y="79150"/>
                  </a:lnTo>
                  <a:lnTo>
                    <a:pt x="220966" y="74682"/>
                  </a:lnTo>
                  <a:lnTo>
                    <a:pt x="217959" y="70307"/>
                  </a:lnTo>
                  <a:lnTo>
                    <a:pt x="214814" y="66029"/>
                  </a:lnTo>
                  <a:lnTo>
                    <a:pt x="211536" y="61854"/>
                  </a:lnTo>
                  <a:lnTo>
                    <a:pt x="208126" y="57784"/>
                  </a:lnTo>
                  <a:lnTo>
                    <a:pt x="204589" y="53825"/>
                  </a:lnTo>
                  <a:lnTo>
                    <a:pt x="200928" y="49981"/>
                  </a:lnTo>
                  <a:lnTo>
                    <a:pt x="197147" y="46254"/>
                  </a:lnTo>
                  <a:lnTo>
                    <a:pt x="193249" y="42650"/>
                  </a:lnTo>
                  <a:lnTo>
                    <a:pt x="189239" y="39171"/>
                  </a:lnTo>
                  <a:lnTo>
                    <a:pt x="185120" y="35821"/>
                  </a:lnTo>
                  <a:lnTo>
                    <a:pt x="180897" y="32604"/>
                  </a:lnTo>
                  <a:lnTo>
                    <a:pt x="176574" y="29522"/>
                  </a:lnTo>
                  <a:lnTo>
                    <a:pt x="172156" y="26579"/>
                  </a:lnTo>
                  <a:lnTo>
                    <a:pt x="167646" y="23778"/>
                  </a:lnTo>
                  <a:lnTo>
                    <a:pt x="163049" y="21122"/>
                  </a:lnTo>
                  <a:lnTo>
                    <a:pt x="158371" y="18612"/>
                  </a:lnTo>
                  <a:lnTo>
                    <a:pt x="153615" y="16253"/>
                  </a:lnTo>
                  <a:lnTo>
                    <a:pt x="148787" y="14046"/>
                  </a:lnTo>
                  <a:lnTo>
                    <a:pt x="143891" y="11993"/>
                  </a:lnTo>
                  <a:lnTo>
                    <a:pt x="138932" y="10097"/>
                  </a:lnTo>
                  <a:lnTo>
                    <a:pt x="133916" y="8360"/>
                  </a:lnTo>
                  <a:lnTo>
                    <a:pt x="128846" y="6782"/>
                  </a:lnTo>
                  <a:lnTo>
                    <a:pt x="123730" y="5366"/>
                  </a:lnTo>
                  <a:lnTo>
                    <a:pt x="118571" y="4114"/>
                  </a:lnTo>
                  <a:lnTo>
                    <a:pt x="113375" y="3025"/>
                  </a:lnTo>
                  <a:lnTo>
                    <a:pt x="108147" y="2103"/>
                  </a:lnTo>
                  <a:lnTo>
                    <a:pt x="102892" y="1347"/>
                  </a:lnTo>
                  <a:lnTo>
                    <a:pt x="97616" y="758"/>
                  </a:lnTo>
                  <a:lnTo>
                    <a:pt x="92323" y="337"/>
                  </a:lnTo>
                  <a:lnTo>
                    <a:pt x="87021" y="84"/>
                  </a:lnTo>
                  <a:lnTo>
                    <a:pt x="81712" y="0"/>
                  </a:lnTo>
                  <a:lnTo>
                    <a:pt x="817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36" y="1071028"/>
              <a:ext cx="167165" cy="330945"/>
            </a:xfrm>
            <a:custGeom>
              <a:avLst/>
              <a:pathLst>
                <a:path w="167165" h="330945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4" y="767"/>
                  </a:lnTo>
                  <a:lnTo>
                    <a:pt x="145856" y="1363"/>
                  </a:lnTo>
                  <a:lnTo>
                    <a:pt x="140569" y="2129"/>
                  </a:lnTo>
                  <a:lnTo>
                    <a:pt x="135310" y="3063"/>
                  </a:lnTo>
                  <a:lnTo>
                    <a:pt x="130083" y="4164"/>
                  </a:lnTo>
                  <a:lnTo>
                    <a:pt x="124894" y="5432"/>
                  </a:lnTo>
                  <a:lnTo>
                    <a:pt x="119748" y="6865"/>
                  </a:lnTo>
                  <a:lnTo>
                    <a:pt x="114651" y="8462"/>
                  </a:lnTo>
                  <a:lnTo>
                    <a:pt x="109607" y="10221"/>
                  </a:lnTo>
                  <a:lnTo>
                    <a:pt x="104622" y="12140"/>
                  </a:lnTo>
                  <a:lnTo>
                    <a:pt x="99701" y="14217"/>
                  </a:lnTo>
                  <a:lnTo>
                    <a:pt x="94848" y="16451"/>
                  </a:lnTo>
                  <a:lnTo>
                    <a:pt x="90070" y="18838"/>
                  </a:lnTo>
                  <a:lnTo>
                    <a:pt x="85370" y="21377"/>
                  </a:lnTo>
                  <a:lnTo>
                    <a:pt x="80754" y="24065"/>
                  </a:lnTo>
                  <a:lnTo>
                    <a:pt x="76226" y="26899"/>
                  </a:lnTo>
                  <a:lnTo>
                    <a:pt x="71791" y="29876"/>
                  </a:lnTo>
                  <a:lnTo>
                    <a:pt x="67453" y="32993"/>
                  </a:lnTo>
                  <a:lnTo>
                    <a:pt x="63217" y="36248"/>
                  </a:lnTo>
                  <a:lnTo>
                    <a:pt x="59088" y="39635"/>
                  </a:lnTo>
                  <a:lnTo>
                    <a:pt x="55068" y="43154"/>
                  </a:lnTo>
                  <a:lnTo>
                    <a:pt x="51163" y="46798"/>
                  </a:lnTo>
                  <a:lnTo>
                    <a:pt x="47377" y="50566"/>
                  </a:lnTo>
                  <a:lnTo>
                    <a:pt x="43713" y="54453"/>
                  </a:lnTo>
                  <a:lnTo>
                    <a:pt x="40174" y="58455"/>
                  </a:lnTo>
                  <a:lnTo>
                    <a:pt x="36766" y="62567"/>
                  </a:lnTo>
                  <a:lnTo>
                    <a:pt x="33491" y="66787"/>
                  </a:lnTo>
                  <a:lnTo>
                    <a:pt x="30352" y="71109"/>
                  </a:lnTo>
                  <a:lnTo>
                    <a:pt x="27353" y="75529"/>
                  </a:lnTo>
                  <a:lnTo>
                    <a:pt x="24496" y="80043"/>
                  </a:lnTo>
                  <a:lnTo>
                    <a:pt x="21785" y="84646"/>
                  </a:lnTo>
                  <a:lnTo>
                    <a:pt x="19223" y="89333"/>
                  </a:lnTo>
                  <a:lnTo>
                    <a:pt x="16812" y="94099"/>
                  </a:lnTo>
                  <a:lnTo>
                    <a:pt x="14554" y="98940"/>
                  </a:lnTo>
                  <a:lnTo>
                    <a:pt x="12452" y="103851"/>
                  </a:lnTo>
                  <a:lnTo>
                    <a:pt x="10508" y="108826"/>
                  </a:lnTo>
                  <a:lnTo>
                    <a:pt x="8724" y="113861"/>
                  </a:lnTo>
                  <a:lnTo>
                    <a:pt x="7102" y="118951"/>
                  </a:lnTo>
                  <a:lnTo>
                    <a:pt x="5643" y="124089"/>
                  </a:lnTo>
                  <a:lnTo>
                    <a:pt x="4349" y="129272"/>
                  </a:lnTo>
                  <a:lnTo>
                    <a:pt x="3222" y="134493"/>
                  </a:lnTo>
                  <a:lnTo>
                    <a:pt x="2261" y="139748"/>
                  </a:lnTo>
                  <a:lnTo>
                    <a:pt x="1470" y="145030"/>
                  </a:lnTo>
                  <a:lnTo>
                    <a:pt x="847" y="150335"/>
                  </a:lnTo>
                  <a:lnTo>
                    <a:pt x="394" y="155658"/>
                  </a:lnTo>
                  <a:lnTo>
                    <a:pt x="112" y="160992"/>
                  </a:lnTo>
                  <a:lnTo>
                    <a:pt x="0" y="166333"/>
                  </a:lnTo>
                  <a:lnTo>
                    <a:pt x="58" y="171674"/>
                  </a:lnTo>
                  <a:lnTo>
                    <a:pt x="287" y="177011"/>
                  </a:lnTo>
                  <a:lnTo>
                    <a:pt x="687" y="182337"/>
                  </a:lnTo>
                  <a:lnTo>
                    <a:pt x="1257" y="187648"/>
                  </a:lnTo>
                  <a:lnTo>
                    <a:pt x="1996" y="192939"/>
                  </a:lnTo>
                  <a:lnTo>
                    <a:pt x="2904" y="198203"/>
                  </a:lnTo>
                  <a:lnTo>
                    <a:pt x="3979" y="203435"/>
                  </a:lnTo>
                  <a:lnTo>
                    <a:pt x="5221" y="208630"/>
                  </a:lnTo>
                  <a:lnTo>
                    <a:pt x="6629" y="213783"/>
                  </a:lnTo>
                  <a:lnTo>
                    <a:pt x="8200" y="218888"/>
                  </a:lnTo>
                  <a:lnTo>
                    <a:pt x="9934" y="223941"/>
                  </a:lnTo>
                  <a:lnTo>
                    <a:pt x="11828" y="228935"/>
                  </a:lnTo>
                  <a:lnTo>
                    <a:pt x="13881" y="233867"/>
                  </a:lnTo>
                  <a:lnTo>
                    <a:pt x="16090" y="238730"/>
                  </a:lnTo>
                  <a:lnTo>
                    <a:pt x="18453" y="243520"/>
                  </a:lnTo>
                  <a:lnTo>
                    <a:pt x="20969" y="248233"/>
                  </a:lnTo>
                  <a:lnTo>
                    <a:pt x="23633" y="252862"/>
                  </a:lnTo>
                  <a:lnTo>
                    <a:pt x="26445" y="257404"/>
                  </a:lnTo>
                  <a:lnTo>
                    <a:pt x="29400" y="261854"/>
                  </a:lnTo>
                  <a:lnTo>
                    <a:pt x="32495" y="266207"/>
                  </a:lnTo>
                  <a:lnTo>
                    <a:pt x="35728" y="270460"/>
                  </a:lnTo>
                  <a:lnTo>
                    <a:pt x="39095" y="274606"/>
                  </a:lnTo>
                  <a:lnTo>
                    <a:pt x="42594" y="278643"/>
                  </a:lnTo>
                  <a:lnTo>
                    <a:pt x="46219" y="282566"/>
                  </a:lnTo>
                  <a:lnTo>
                    <a:pt x="49967" y="286371"/>
                  </a:lnTo>
                  <a:lnTo>
                    <a:pt x="53836" y="290055"/>
                  </a:lnTo>
                  <a:lnTo>
                    <a:pt x="57820" y="293613"/>
                  </a:lnTo>
                  <a:lnTo>
                    <a:pt x="61916" y="297042"/>
                  </a:lnTo>
                  <a:lnTo>
                    <a:pt x="66119" y="300339"/>
                  </a:lnTo>
                  <a:lnTo>
                    <a:pt x="70425" y="303499"/>
                  </a:lnTo>
                  <a:lnTo>
                    <a:pt x="74830" y="306520"/>
                  </a:lnTo>
                  <a:lnTo>
                    <a:pt x="79330" y="309399"/>
                  </a:lnTo>
                  <a:lnTo>
                    <a:pt x="83919" y="312133"/>
                  </a:lnTo>
                  <a:lnTo>
                    <a:pt x="88593" y="314718"/>
                  </a:lnTo>
                  <a:lnTo>
                    <a:pt x="93348" y="317153"/>
                  </a:lnTo>
                  <a:lnTo>
                    <a:pt x="98177" y="319435"/>
                  </a:lnTo>
                  <a:lnTo>
                    <a:pt x="103077" y="321562"/>
                  </a:lnTo>
                  <a:lnTo>
                    <a:pt x="108043" y="323530"/>
                  </a:lnTo>
                  <a:lnTo>
                    <a:pt x="113069" y="325340"/>
                  </a:lnTo>
                  <a:lnTo>
                    <a:pt x="118150" y="326987"/>
                  </a:lnTo>
                  <a:lnTo>
                    <a:pt x="123281" y="328472"/>
                  </a:lnTo>
                  <a:lnTo>
                    <a:pt x="128457" y="329791"/>
                  </a:lnTo>
                  <a:lnTo>
                    <a:pt x="133673" y="33094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31009" y="1238196"/>
              <a:ext cx="33491" cy="163778"/>
            </a:xfrm>
            <a:custGeom>
              <a:avLst/>
              <a:pathLst>
                <a:path w="33491" h="163778">
                  <a:moveTo>
                    <a:pt x="0" y="163778"/>
                  </a:moveTo>
                  <a:lnTo>
                    <a:pt x="334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31009" y="1087406"/>
              <a:ext cx="200650" cy="317947"/>
            </a:xfrm>
            <a:custGeom>
              <a:avLst/>
              <a:pathLst>
                <a:path w="200650" h="317947">
                  <a:moveTo>
                    <a:pt x="0" y="314568"/>
                  </a:moveTo>
                  <a:lnTo>
                    <a:pt x="5229" y="315551"/>
                  </a:lnTo>
                  <a:lnTo>
                    <a:pt x="10488" y="316367"/>
                  </a:lnTo>
                  <a:lnTo>
                    <a:pt x="15770" y="317015"/>
                  </a:lnTo>
                  <a:lnTo>
                    <a:pt x="21070" y="317495"/>
                  </a:lnTo>
                  <a:lnTo>
                    <a:pt x="26382" y="317806"/>
                  </a:lnTo>
                  <a:lnTo>
                    <a:pt x="31702" y="317947"/>
                  </a:lnTo>
                  <a:lnTo>
                    <a:pt x="37023" y="317920"/>
                  </a:lnTo>
                  <a:lnTo>
                    <a:pt x="42341" y="317723"/>
                  </a:lnTo>
                  <a:lnTo>
                    <a:pt x="47650" y="317356"/>
                  </a:lnTo>
                  <a:lnTo>
                    <a:pt x="52944" y="316821"/>
                  </a:lnTo>
                  <a:lnTo>
                    <a:pt x="58219" y="316118"/>
                  </a:lnTo>
                  <a:lnTo>
                    <a:pt x="63469" y="315247"/>
                  </a:lnTo>
                  <a:lnTo>
                    <a:pt x="68688" y="314210"/>
                  </a:lnTo>
                  <a:lnTo>
                    <a:pt x="73872" y="313007"/>
                  </a:lnTo>
                  <a:lnTo>
                    <a:pt x="79015" y="311639"/>
                  </a:lnTo>
                  <a:lnTo>
                    <a:pt x="84112" y="310109"/>
                  </a:lnTo>
                  <a:lnTo>
                    <a:pt x="89157" y="308417"/>
                  </a:lnTo>
                  <a:lnTo>
                    <a:pt x="94146" y="306565"/>
                  </a:lnTo>
                  <a:lnTo>
                    <a:pt x="99073" y="304555"/>
                  </a:lnTo>
                  <a:lnTo>
                    <a:pt x="103934" y="302390"/>
                  </a:lnTo>
                  <a:lnTo>
                    <a:pt x="108724" y="300071"/>
                  </a:lnTo>
                  <a:lnTo>
                    <a:pt x="113438" y="297601"/>
                  </a:lnTo>
                  <a:lnTo>
                    <a:pt x="118070" y="294982"/>
                  </a:lnTo>
                  <a:lnTo>
                    <a:pt x="122617" y="292217"/>
                  </a:lnTo>
                  <a:lnTo>
                    <a:pt x="127073" y="289308"/>
                  </a:lnTo>
                  <a:lnTo>
                    <a:pt x="131435" y="286259"/>
                  </a:lnTo>
                  <a:lnTo>
                    <a:pt x="135697" y="283073"/>
                  </a:lnTo>
                  <a:lnTo>
                    <a:pt x="139856" y="279753"/>
                  </a:lnTo>
                  <a:lnTo>
                    <a:pt x="143907" y="276302"/>
                  </a:lnTo>
                  <a:lnTo>
                    <a:pt x="147846" y="272724"/>
                  </a:lnTo>
                  <a:lnTo>
                    <a:pt x="151669" y="269023"/>
                  </a:lnTo>
                  <a:lnTo>
                    <a:pt x="155372" y="265201"/>
                  </a:lnTo>
                  <a:lnTo>
                    <a:pt x="158952" y="261264"/>
                  </a:lnTo>
                  <a:lnTo>
                    <a:pt x="162405" y="257215"/>
                  </a:lnTo>
                  <a:lnTo>
                    <a:pt x="165727" y="253057"/>
                  </a:lnTo>
                  <a:lnTo>
                    <a:pt x="168915" y="248797"/>
                  </a:lnTo>
                  <a:lnTo>
                    <a:pt x="171966" y="244437"/>
                  </a:lnTo>
                  <a:lnTo>
                    <a:pt x="174876" y="239982"/>
                  </a:lnTo>
                  <a:lnTo>
                    <a:pt x="177644" y="235436"/>
                  </a:lnTo>
                  <a:lnTo>
                    <a:pt x="180265" y="230805"/>
                  </a:lnTo>
                  <a:lnTo>
                    <a:pt x="182737" y="226093"/>
                  </a:lnTo>
                  <a:lnTo>
                    <a:pt x="185059" y="221304"/>
                  </a:lnTo>
                  <a:lnTo>
                    <a:pt x="187226" y="216444"/>
                  </a:lnTo>
                  <a:lnTo>
                    <a:pt x="189238" y="211518"/>
                  </a:lnTo>
                  <a:lnTo>
                    <a:pt x="191092" y="206530"/>
                  </a:lnTo>
                  <a:lnTo>
                    <a:pt x="192786" y="201485"/>
                  </a:lnTo>
                  <a:lnTo>
                    <a:pt x="194319" y="196389"/>
                  </a:lnTo>
                  <a:lnTo>
                    <a:pt x="195689" y="191247"/>
                  </a:lnTo>
                  <a:lnTo>
                    <a:pt x="196895" y="186064"/>
                  </a:lnTo>
                  <a:lnTo>
                    <a:pt x="197935" y="180845"/>
                  </a:lnTo>
                  <a:lnTo>
                    <a:pt x="198808" y="175595"/>
                  </a:lnTo>
                  <a:lnTo>
                    <a:pt x="199514" y="170321"/>
                  </a:lnTo>
                  <a:lnTo>
                    <a:pt x="200051" y="165027"/>
                  </a:lnTo>
                  <a:lnTo>
                    <a:pt x="200420" y="159718"/>
                  </a:lnTo>
                  <a:lnTo>
                    <a:pt x="200620" y="154400"/>
                  </a:lnTo>
                  <a:lnTo>
                    <a:pt x="200650" y="149079"/>
                  </a:lnTo>
                  <a:lnTo>
                    <a:pt x="200511" y="143759"/>
                  </a:lnTo>
                  <a:lnTo>
                    <a:pt x="200202" y="138447"/>
                  </a:lnTo>
                  <a:lnTo>
                    <a:pt x="199725" y="133146"/>
                  </a:lnTo>
                  <a:lnTo>
                    <a:pt x="199079" y="127864"/>
                  </a:lnTo>
                  <a:lnTo>
                    <a:pt x="198266" y="122605"/>
                  </a:lnTo>
                  <a:lnTo>
                    <a:pt x="197285" y="117375"/>
                  </a:lnTo>
                  <a:lnTo>
                    <a:pt x="196139" y="112178"/>
                  </a:lnTo>
                  <a:lnTo>
                    <a:pt x="194827" y="107021"/>
                  </a:lnTo>
                  <a:lnTo>
                    <a:pt x="193352" y="101908"/>
                  </a:lnTo>
                  <a:lnTo>
                    <a:pt x="191716" y="96845"/>
                  </a:lnTo>
                  <a:lnTo>
                    <a:pt x="189918" y="91836"/>
                  </a:lnTo>
                  <a:lnTo>
                    <a:pt x="187963" y="86887"/>
                  </a:lnTo>
                  <a:lnTo>
                    <a:pt x="185850" y="82002"/>
                  </a:lnTo>
                  <a:lnTo>
                    <a:pt x="183584" y="77188"/>
                  </a:lnTo>
                  <a:lnTo>
                    <a:pt x="181165" y="72448"/>
                  </a:lnTo>
                  <a:lnTo>
                    <a:pt x="178597" y="67787"/>
                  </a:lnTo>
                  <a:lnTo>
                    <a:pt x="175881" y="63210"/>
                  </a:lnTo>
                  <a:lnTo>
                    <a:pt x="173021" y="58723"/>
                  </a:lnTo>
                  <a:lnTo>
                    <a:pt x="170020" y="54328"/>
                  </a:lnTo>
                  <a:lnTo>
                    <a:pt x="166881" y="50031"/>
                  </a:lnTo>
                  <a:lnTo>
                    <a:pt x="163606" y="45837"/>
                  </a:lnTo>
                  <a:lnTo>
                    <a:pt x="160200" y="41748"/>
                  </a:lnTo>
                  <a:lnTo>
                    <a:pt x="156665" y="37771"/>
                  </a:lnTo>
                  <a:lnTo>
                    <a:pt x="153005" y="33907"/>
                  </a:lnTo>
                  <a:lnTo>
                    <a:pt x="149224" y="30163"/>
                  </a:lnTo>
                  <a:lnTo>
                    <a:pt x="145326" y="26540"/>
                  </a:lnTo>
                  <a:lnTo>
                    <a:pt x="141314" y="23043"/>
                  </a:lnTo>
                  <a:lnTo>
                    <a:pt x="137194" y="19676"/>
                  </a:lnTo>
                  <a:lnTo>
                    <a:pt x="132968" y="16442"/>
                  </a:lnTo>
                  <a:lnTo>
                    <a:pt x="128641" y="13343"/>
                  </a:lnTo>
                  <a:lnTo>
                    <a:pt x="124218" y="10385"/>
                  </a:lnTo>
                  <a:lnTo>
                    <a:pt x="119703" y="7568"/>
                  </a:lnTo>
                  <a:lnTo>
                    <a:pt x="115101" y="4896"/>
                  </a:lnTo>
                  <a:lnTo>
                    <a:pt x="110416" y="2373"/>
                  </a:lnTo>
                  <a:lnTo>
                    <a:pt x="105653" y="0"/>
                  </a:lnTo>
                  <a:lnTo>
                    <a:pt x="33491" y="1507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72161" cy="167167"/>
            </a:xfrm>
            <a:custGeom>
              <a:avLst/>
              <a:pathLst>
                <a:path w="72161" h="167167">
                  <a:moveTo>
                    <a:pt x="72161" y="16377"/>
                  </a:move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2683" y="1322571"/>
              <a:ext cx="126037" cy="167167"/>
            </a:xfrm>
            <a:custGeom>
              <a:avLst/>
              <a:pathLst>
                <a:path w="126037" h="167167">
                  <a:moveTo>
                    <a:pt x="126037" y="0"/>
                  </a:moveTo>
                  <a:lnTo>
                    <a:pt x="120547" y="90"/>
                  </a:lnTo>
                  <a:lnTo>
                    <a:pt x="115062" y="360"/>
                  </a:lnTo>
                  <a:lnTo>
                    <a:pt x="109590" y="811"/>
                  </a:lnTo>
                  <a:lnTo>
                    <a:pt x="104135" y="1440"/>
                  </a:lnTo>
                  <a:lnTo>
                    <a:pt x="98704" y="2249"/>
                  </a:lnTo>
                  <a:lnTo>
                    <a:pt x="93302" y="3236"/>
                  </a:lnTo>
                  <a:lnTo>
                    <a:pt x="87936" y="4399"/>
                  </a:lnTo>
                  <a:lnTo>
                    <a:pt x="82611" y="5739"/>
                  </a:lnTo>
                  <a:lnTo>
                    <a:pt x="77332" y="7252"/>
                  </a:lnTo>
                  <a:lnTo>
                    <a:pt x="72107" y="8938"/>
                  </a:lnTo>
                  <a:lnTo>
                    <a:pt x="66939" y="10794"/>
                  </a:lnTo>
                  <a:lnTo>
                    <a:pt x="61835" y="12820"/>
                  </a:lnTo>
                  <a:lnTo>
                    <a:pt x="56801" y="15011"/>
                  </a:lnTo>
                  <a:lnTo>
                    <a:pt x="51841" y="17367"/>
                  </a:lnTo>
                  <a:lnTo>
                    <a:pt x="46961" y="19885"/>
                  </a:lnTo>
                  <a:lnTo>
                    <a:pt x="42166" y="22562"/>
                  </a:lnTo>
                  <a:lnTo>
                    <a:pt x="37462" y="25394"/>
                  </a:lnTo>
                  <a:lnTo>
                    <a:pt x="32854" y="28380"/>
                  </a:lnTo>
                  <a:lnTo>
                    <a:pt x="28346" y="31515"/>
                  </a:lnTo>
                  <a:lnTo>
                    <a:pt x="23944" y="34796"/>
                  </a:lnTo>
                  <a:lnTo>
                    <a:pt x="19651" y="38221"/>
                  </a:lnTo>
                  <a:lnTo>
                    <a:pt x="15474" y="41784"/>
                  </a:lnTo>
                  <a:lnTo>
                    <a:pt x="11415" y="45483"/>
                  </a:lnTo>
                  <a:lnTo>
                    <a:pt x="7481" y="49313"/>
                  </a:lnTo>
                  <a:lnTo>
                    <a:pt x="3674" y="53271"/>
                  </a:lnTo>
                  <a:lnTo>
                    <a:pt x="0" y="57351"/>
                  </a:lnTo>
                  <a:lnTo>
                    <a:pt x="12603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2683" y="1379923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66" y="1379923"/>
              <a:ext cx="334312" cy="276981"/>
            </a:xfrm>
            <a:custGeom>
              <a:avLst/>
              <a:pathLst>
                <a:path w="334312" h="276981">
                  <a:moveTo>
                    <a:pt x="41116" y="0"/>
                  </a:moveTo>
                  <a:lnTo>
                    <a:pt x="37698" y="4051"/>
                  </a:lnTo>
                  <a:lnTo>
                    <a:pt x="34410" y="8209"/>
                  </a:lnTo>
                  <a:lnTo>
                    <a:pt x="31255" y="12469"/>
                  </a:lnTo>
                  <a:lnTo>
                    <a:pt x="28236" y="16826"/>
                  </a:lnTo>
                  <a:lnTo>
                    <a:pt x="25358" y="21278"/>
                  </a:lnTo>
                  <a:lnTo>
                    <a:pt x="22622" y="25818"/>
                  </a:lnTo>
                  <a:lnTo>
                    <a:pt x="20032" y="30443"/>
                  </a:lnTo>
                  <a:lnTo>
                    <a:pt x="17589" y="35147"/>
                  </a:lnTo>
                  <a:lnTo>
                    <a:pt x="15297" y="39927"/>
                  </a:lnTo>
                  <a:lnTo>
                    <a:pt x="13157" y="44777"/>
                  </a:lnTo>
                  <a:lnTo>
                    <a:pt x="11172" y="49692"/>
                  </a:lnTo>
                  <a:lnTo>
                    <a:pt x="9344" y="54668"/>
                  </a:lnTo>
                  <a:lnTo>
                    <a:pt x="7675" y="59699"/>
                  </a:lnTo>
                  <a:lnTo>
                    <a:pt x="6166" y="64781"/>
                  </a:lnTo>
                  <a:lnTo>
                    <a:pt x="4820" y="69908"/>
                  </a:lnTo>
                  <a:lnTo>
                    <a:pt x="3636" y="75075"/>
                  </a:lnTo>
                  <a:lnTo>
                    <a:pt x="2617" y="80277"/>
                  </a:lnTo>
                  <a:lnTo>
                    <a:pt x="1763" y="85509"/>
                  </a:lnTo>
                  <a:lnTo>
                    <a:pt x="1075" y="90765"/>
                  </a:lnTo>
                  <a:lnTo>
                    <a:pt x="555" y="96040"/>
                  </a:lnTo>
                  <a:lnTo>
                    <a:pt x="202" y="101329"/>
                  </a:lnTo>
                  <a:lnTo>
                    <a:pt x="17" y="106627"/>
                  </a:lnTo>
                  <a:lnTo>
                    <a:pt x="0" y="111928"/>
                  </a:lnTo>
                  <a:lnTo>
                    <a:pt x="151" y="117227"/>
                  </a:lnTo>
                  <a:lnTo>
                    <a:pt x="469" y="122518"/>
                  </a:lnTo>
                  <a:lnTo>
                    <a:pt x="956" y="127797"/>
                  </a:lnTo>
                  <a:lnTo>
                    <a:pt x="1610" y="133057"/>
                  </a:lnTo>
                  <a:lnTo>
                    <a:pt x="2430" y="138294"/>
                  </a:lnTo>
                  <a:lnTo>
                    <a:pt x="3416" y="143503"/>
                  </a:lnTo>
                  <a:lnTo>
                    <a:pt x="4566" y="148677"/>
                  </a:lnTo>
                  <a:lnTo>
                    <a:pt x="5880" y="153813"/>
                  </a:lnTo>
                  <a:lnTo>
                    <a:pt x="7356" y="158904"/>
                  </a:lnTo>
                  <a:lnTo>
                    <a:pt x="8993" y="163946"/>
                  </a:lnTo>
                  <a:lnTo>
                    <a:pt x="10789" y="168933"/>
                  </a:lnTo>
                  <a:lnTo>
                    <a:pt x="12742" y="173861"/>
                  </a:lnTo>
                  <a:lnTo>
                    <a:pt x="14850" y="178725"/>
                  </a:lnTo>
                  <a:lnTo>
                    <a:pt x="17111" y="183519"/>
                  </a:lnTo>
                  <a:lnTo>
                    <a:pt x="19524" y="188240"/>
                  </a:lnTo>
                  <a:lnTo>
                    <a:pt x="22084" y="192881"/>
                  </a:lnTo>
                  <a:lnTo>
                    <a:pt x="24791" y="197439"/>
                  </a:lnTo>
                  <a:lnTo>
                    <a:pt x="27641" y="201909"/>
                  </a:lnTo>
                  <a:lnTo>
                    <a:pt x="30631" y="206286"/>
                  </a:lnTo>
                  <a:lnTo>
                    <a:pt x="33758" y="210566"/>
                  </a:lnTo>
                  <a:lnTo>
                    <a:pt x="37020" y="214745"/>
                  </a:lnTo>
                  <a:lnTo>
                    <a:pt x="40412" y="218818"/>
                  </a:lnTo>
                  <a:lnTo>
                    <a:pt x="43932" y="222782"/>
                  </a:lnTo>
                  <a:lnTo>
                    <a:pt x="47575" y="226632"/>
                  </a:lnTo>
                  <a:lnTo>
                    <a:pt x="51339" y="230364"/>
                  </a:lnTo>
                  <a:lnTo>
                    <a:pt x="55220" y="233976"/>
                  </a:lnTo>
                  <a:lnTo>
                    <a:pt x="59213" y="237462"/>
                  </a:lnTo>
                  <a:lnTo>
                    <a:pt x="63314" y="240821"/>
                  </a:lnTo>
                  <a:lnTo>
                    <a:pt x="67520" y="244047"/>
                  </a:lnTo>
                  <a:lnTo>
                    <a:pt x="71826" y="247139"/>
                  </a:lnTo>
                  <a:lnTo>
                    <a:pt x="76228" y="250092"/>
                  </a:lnTo>
                  <a:lnTo>
                    <a:pt x="80721" y="252904"/>
                  </a:lnTo>
                  <a:lnTo>
                    <a:pt x="85302" y="255573"/>
                  </a:lnTo>
                  <a:lnTo>
                    <a:pt x="89964" y="258095"/>
                  </a:lnTo>
                  <a:lnTo>
                    <a:pt x="94704" y="260468"/>
                  </a:lnTo>
                  <a:lnTo>
                    <a:pt x="99517" y="262689"/>
                  </a:lnTo>
                  <a:lnTo>
                    <a:pt x="104399" y="264757"/>
                  </a:lnTo>
                  <a:lnTo>
                    <a:pt x="109343" y="266669"/>
                  </a:lnTo>
                  <a:lnTo>
                    <a:pt x="114345" y="268423"/>
                  </a:lnTo>
                  <a:lnTo>
                    <a:pt x="119400" y="270017"/>
                  </a:lnTo>
                  <a:lnTo>
                    <a:pt x="124504" y="271451"/>
                  </a:lnTo>
                  <a:lnTo>
                    <a:pt x="129650" y="272722"/>
                  </a:lnTo>
                  <a:lnTo>
                    <a:pt x="134834" y="273829"/>
                  </a:lnTo>
                  <a:lnTo>
                    <a:pt x="140051" y="274771"/>
                  </a:lnTo>
                  <a:lnTo>
                    <a:pt x="145294" y="275548"/>
                  </a:lnTo>
                  <a:lnTo>
                    <a:pt x="150560" y="276157"/>
                  </a:lnTo>
                  <a:lnTo>
                    <a:pt x="155843" y="276600"/>
                  </a:lnTo>
                  <a:lnTo>
                    <a:pt x="161136" y="276875"/>
                  </a:lnTo>
                  <a:lnTo>
                    <a:pt x="166436" y="276981"/>
                  </a:lnTo>
                  <a:lnTo>
                    <a:pt x="171737" y="276920"/>
                  </a:lnTo>
                  <a:lnTo>
                    <a:pt x="177033" y="276691"/>
                  </a:lnTo>
                  <a:lnTo>
                    <a:pt x="182319" y="276294"/>
                  </a:lnTo>
                  <a:lnTo>
                    <a:pt x="187589" y="275729"/>
                  </a:lnTo>
                  <a:lnTo>
                    <a:pt x="192840" y="274998"/>
                  </a:lnTo>
                  <a:lnTo>
                    <a:pt x="198064" y="274100"/>
                  </a:lnTo>
                  <a:lnTo>
                    <a:pt x="203257" y="273038"/>
                  </a:lnTo>
                  <a:lnTo>
                    <a:pt x="208414" y="271811"/>
                  </a:lnTo>
                  <a:lnTo>
                    <a:pt x="213530" y="270421"/>
                  </a:lnTo>
                  <a:lnTo>
                    <a:pt x="218599" y="268870"/>
                  </a:lnTo>
                  <a:lnTo>
                    <a:pt x="223616" y="267159"/>
                  </a:lnTo>
                  <a:lnTo>
                    <a:pt x="228576" y="265290"/>
                  </a:lnTo>
                  <a:lnTo>
                    <a:pt x="233475" y="263264"/>
                  </a:lnTo>
                  <a:lnTo>
                    <a:pt x="238307" y="261084"/>
                  </a:lnTo>
                  <a:lnTo>
                    <a:pt x="243067" y="258752"/>
                  </a:lnTo>
                  <a:lnTo>
                    <a:pt x="247751" y="256270"/>
                  </a:lnTo>
                  <a:lnTo>
                    <a:pt x="252354" y="253641"/>
                  </a:lnTo>
                  <a:lnTo>
                    <a:pt x="256872" y="250867"/>
                  </a:lnTo>
                  <a:lnTo>
                    <a:pt x="261299" y="247952"/>
                  </a:lnTo>
                  <a:lnTo>
                    <a:pt x="265631" y="244897"/>
                  </a:lnTo>
                  <a:lnTo>
                    <a:pt x="269865" y="241707"/>
                  </a:lnTo>
                  <a:lnTo>
                    <a:pt x="273995" y="238384"/>
                  </a:lnTo>
                  <a:lnTo>
                    <a:pt x="278018" y="234932"/>
                  </a:lnTo>
                  <a:lnTo>
                    <a:pt x="281929" y="231354"/>
                  </a:lnTo>
                  <a:lnTo>
                    <a:pt x="285725" y="227654"/>
                  </a:lnTo>
                  <a:lnTo>
                    <a:pt x="289401" y="223835"/>
                  </a:lnTo>
                  <a:lnTo>
                    <a:pt x="292955" y="219902"/>
                  </a:lnTo>
                  <a:lnTo>
                    <a:pt x="296382" y="215858"/>
                  </a:lnTo>
                  <a:lnTo>
                    <a:pt x="299679" y="211707"/>
                  </a:lnTo>
                  <a:lnTo>
                    <a:pt x="302843" y="207454"/>
                  </a:lnTo>
                  <a:lnTo>
                    <a:pt x="305871" y="203103"/>
                  </a:lnTo>
                  <a:lnTo>
                    <a:pt x="308759" y="198658"/>
                  </a:lnTo>
                  <a:lnTo>
                    <a:pt x="311505" y="194123"/>
                  </a:lnTo>
                  <a:lnTo>
                    <a:pt x="314105" y="189504"/>
                  </a:lnTo>
                  <a:lnTo>
                    <a:pt x="316558" y="184805"/>
                  </a:lnTo>
                  <a:lnTo>
                    <a:pt x="318860" y="180030"/>
                  </a:lnTo>
                  <a:lnTo>
                    <a:pt x="321010" y="175184"/>
                  </a:lnTo>
                  <a:lnTo>
                    <a:pt x="323005" y="170273"/>
                  </a:lnTo>
                  <a:lnTo>
                    <a:pt x="324844" y="165301"/>
                  </a:lnTo>
                  <a:lnTo>
                    <a:pt x="326524" y="160274"/>
                  </a:lnTo>
                  <a:lnTo>
                    <a:pt x="328044" y="155195"/>
                  </a:lnTo>
                  <a:lnTo>
                    <a:pt x="329402" y="150071"/>
                  </a:lnTo>
                  <a:lnTo>
                    <a:pt x="330596" y="144907"/>
                  </a:lnTo>
                  <a:lnTo>
                    <a:pt x="331627" y="139707"/>
                  </a:lnTo>
                  <a:lnTo>
                    <a:pt x="332492" y="134477"/>
                  </a:lnTo>
                  <a:lnTo>
                    <a:pt x="333191" y="129222"/>
                  </a:lnTo>
                  <a:lnTo>
                    <a:pt x="333723" y="123948"/>
                  </a:lnTo>
                  <a:lnTo>
                    <a:pt x="334087" y="118660"/>
                  </a:lnTo>
                  <a:lnTo>
                    <a:pt x="334283" y="113363"/>
                  </a:lnTo>
                  <a:lnTo>
                    <a:pt x="334312" y="108062"/>
                  </a:lnTo>
                  <a:lnTo>
                    <a:pt x="334172" y="102763"/>
                  </a:lnTo>
                  <a:lnTo>
                    <a:pt x="333865" y="97471"/>
                  </a:lnTo>
                  <a:lnTo>
                    <a:pt x="333389" y="92191"/>
                  </a:lnTo>
                  <a:lnTo>
                    <a:pt x="332747" y="86929"/>
                  </a:lnTo>
                  <a:lnTo>
                    <a:pt x="331938" y="81690"/>
                  </a:lnTo>
                  <a:lnTo>
                    <a:pt x="330964" y="76480"/>
                  </a:lnTo>
                  <a:lnTo>
                    <a:pt x="329824" y="71303"/>
                  </a:lnTo>
                  <a:lnTo>
                    <a:pt x="328521" y="66165"/>
                  </a:lnTo>
                  <a:lnTo>
                    <a:pt x="327056" y="61070"/>
                  </a:lnTo>
                  <a:lnTo>
                    <a:pt x="325430" y="56025"/>
                  </a:lnTo>
                  <a:lnTo>
                    <a:pt x="323645" y="51033"/>
                  </a:lnTo>
                  <a:lnTo>
                    <a:pt x="321703" y="46101"/>
                  </a:lnTo>
                  <a:lnTo>
                    <a:pt x="319605" y="41233"/>
                  </a:lnTo>
                  <a:lnTo>
                    <a:pt x="317354" y="36434"/>
                  </a:lnTo>
                  <a:lnTo>
                    <a:pt x="314952" y="31708"/>
                  </a:lnTo>
                  <a:lnTo>
                    <a:pt x="312401" y="27062"/>
                  </a:lnTo>
                  <a:lnTo>
                    <a:pt x="309704" y="22498"/>
                  </a:lnTo>
                  <a:lnTo>
                    <a:pt x="306864" y="18022"/>
                  </a:lnTo>
                  <a:lnTo>
                    <a:pt x="303883" y="13639"/>
                  </a:lnTo>
                  <a:lnTo>
                    <a:pt x="300765" y="9352"/>
                  </a:lnTo>
                  <a:lnTo>
                    <a:pt x="297512" y="5166"/>
                  </a:lnTo>
                  <a:lnTo>
                    <a:pt x="294129" y="1085"/>
                  </a:lnTo>
                  <a:lnTo>
                    <a:pt x="167154" y="1098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26975" cy="167167"/>
            </a:xfrm>
            <a:custGeom>
              <a:avLst/>
              <a:pathLst>
                <a:path w="126975" h="167167">
                  <a:moveTo>
                    <a:pt x="126975" y="58437"/>
                  </a:moveTo>
                  <a:lnTo>
                    <a:pt x="123298" y="54285"/>
                  </a:lnTo>
                  <a:lnTo>
                    <a:pt x="119485" y="50256"/>
                  </a:lnTo>
                  <a:lnTo>
                    <a:pt x="115541" y="46357"/>
                  </a:lnTo>
                  <a:lnTo>
                    <a:pt x="111470" y="42591"/>
                  </a:lnTo>
                  <a:lnTo>
                    <a:pt x="107276" y="38962"/>
                  </a:lnTo>
                  <a:lnTo>
                    <a:pt x="102964" y="35473"/>
                  </a:lnTo>
                  <a:lnTo>
                    <a:pt x="98539" y="32130"/>
                  </a:lnTo>
                  <a:lnTo>
                    <a:pt x="94005" y="28936"/>
                  </a:lnTo>
                  <a:lnTo>
                    <a:pt x="89368" y="25893"/>
                  </a:lnTo>
                  <a:lnTo>
                    <a:pt x="84632" y="23007"/>
                  </a:lnTo>
                  <a:lnTo>
                    <a:pt x="79804" y="20278"/>
                  </a:lnTo>
                  <a:lnTo>
                    <a:pt x="74887" y="17712"/>
                  </a:lnTo>
                  <a:lnTo>
                    <a:pt x="69888" y="15310"/>
                  </a:lnTo>
                  <a:lnTo>
                    <a:pt x="64812" y="13075"/>
                  </a:lnTo>
                  <a:lnTo>
                    <a:pt x="59665" y="11010"/>
                  </a:lnTo>
                  <a:lnTo>
                    <a:pt x="54452" y="9117"/>
                  </a:lnTo>
                  <a:lnTo>
                    <a:pt x="49179" y="7397"/>
                  </a:lnTo>
                  <a:lnTo>
                    <a:pt x="43852" y="5854"/>
                  </a:lnTo>
                  <a:lnTo>
                    <a:pt x="38476" y="4488"/>
                  </a:lnTo>
                  <a:lnTo>
                    <a:pt x="33059" y="3301"/>
                  </a:lnTo>
                  <a:lnTo>
                    <a:pt x="27605" y="2295"/>
                  </a:lnTo>
                  <a:lnTo>
                    <a:pt x="22120" y="1470"/>
                  </a:lnTo>
                  <a:lnTo>
                    <a:pt x="16611" y="827"/>
                  </a:lnTo>
                  <a:lnTo>
                    <a:pt x="11084" y="367"/>
                  </a:lnTo>
                  <a:lnTo>
                    <a:pt x="554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9866" y="1681503"/>
              <a:ext cx="76658" cy="167167"/>
            </a:xfrm>
            <a:custGeom>
              <a:avLst/>
              <a:pathLst>
                <a:path w="76658" h="167167">
                  <a:moveTo>
                    <a:pt x="76658" y="0"/>
                  </a:moveTo>
                  <a:lnTo>
                    <a:pt x="70971" y="96"/>
                  </a:lnTo>
                  <a:lnTo>
                    <a:pt x="65290" y="386"/>
                  </a:lnTo>
                  <a:lnTo>
                    <a:pt x="59623" y="870"/>
                  </a:lnTo>
                  <a:lnTo>
                    <a:pt x="53975" y="1546"/>
                  </a:lnTo>
                  <a:lnTo>
                    <a:pt x="48353" y="2413"/>
                  </a:lnTo>
                  <a:lnTo>
                    <a:pt x="42765" y="3472"/>
                  </a:lnTo>
                  <a:lnTo>
                    <a:pt x="37215" y="4719"/>
                  </a:lnTo>
                  <a:lnTo>
                    <a:pt x="31711" y="6155"/>
                  </a:lnTo>
                  <a:lnTo>
                    <a:pt x="26259" y="7778"/>
                  </a:lnTo>
                  <a:lnTo>
                    <a:pt x="20866" y="9585"/>
                  </a:lnTo>
                  <a:lnTo>
                    <a:pt x="15537" y="11574"/>
                  </a:lnTo>
                  <a:lnTo>
                    <a:pt x="10279" y="13743"/>
                  </a:lnTo>
                  <a:lnTo>
                    <a:pt x="5098" y="16090"/>
                  </a:lnTo>
                  <a:lnTo>
                    <a:pt x="0" y="18612"/>
                  </a:lnTo>
                  <a:lnTo>
                    <a:pt x="766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09866" y="170011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77" y="1681503"/>
              <a:ext cx="334293" cy="334334"/>
            </a:xfrm>
            <a:custGeom>
              <a:avLst/>
              <a:pathLst>
                <a:path w="334293" h="334334">
                  <a:moveTo>
                    <a:pt x="90488" y="18612"/>
                  </a:moveTo>
                  <a:lnTo>
                    <a:pt x="85814" y="21119"/>
                  </a:lnTo>
                  <a:lnTo>
                    <a:pt x="81221" y="23773"/>
                  </a:lnTo>
                  <a:lnTo>
                    <a:pt x="76715" y="26571"/>
                  </a:lnTo>
                  <a:lnTo>
                    <a:pt x="72300" y="29511"/>
                  </a:lnTo>
                  <a:lnTo>
                    <a:pt x="67981" y="32590"/>
                  </a:lnTo>
                  <a:lnTo>
                    <a:pt x="63761" y="35803"/>
                  </a:lnTo>
                  <a:lnTo>
                    <a:pt x="59646" y="39150"/>
                  </a:lnTo>
                  <a:lnTo>
                    <a:pt x="55638" y="42625"/>
                  </a:lnTo>
                  <a:lnTo>
                    <a:pt x="51743" y="46225"/>
                  </a:lnTo>
                  <a:lnTo>
                    <a:pt x="47964" y="49947"/>
                  </a:lnTo>
                  <a:lnTo>
                    <a:pt x="44305" y="53787"/>
                  </a:lnTo>
                  <a:lnTo>
                    <a:pt x="40770" y="57742"/>
                  </a:lnTo>
                  <a:lnTo>
                    <a:pt x="37362" y="61806"/>
                  </a:lnTo>
                  <a:lnTo>
                    <a:pt x="34085" y="65977"/>
                  </a:lnTo>
                  <a:lnTo>
                    <a:pt x="30941" y="70249"/>
                  </a:lnTo>
                  <a:lnTo>
                    <a:pt x="27935" y="74619"/>
                  </a:lnTo>
                  <a:lnTo>
                    <a:pt x="25069" y="79082"/>
                  </a:lnTo>
                  <a:lnTo>
                    <a:pt x="22346" y="83634"/>
                  </a:lnTo>
                  <a:lnTo>
                    <a:pt x="19769" y="88270"/>
                  </a:lnTo>
                  <a:lnTo>
                    <a:pt x="17340" y="92986"/>
                  </a:lnTo>
                  <a:lnTo>
                    <a:pt x="15062" y="97776"/>
                  </a:lnTo>
                  <a:lnTo>
                    <a:pt x="12937" y="102636"/>
                  </a:lnTo>
                  <a:lnTo>
                    <a:pt x="10967" y="107560"/>
                  </a:lnTo>
                  <a:lnTo>
                    <a:pt x="9155" y="112545"/>
                  </a:lnTo>
                  <a:lnTo>
                    <a:pt x="7501" y="117585"/>
                  </a:lnTo>
                  <a:lnTo>
                    <a:pt x="6009" y="122675"/>
                  </a:lnTo>
                  <a:lnTo>
                    <a:pt x="4678" y="127810"/>
                  </a:lnTo>
                  <a:lnTo>
                    <a:pt x="3512" y="132984"/>
                  </a:lnTo>
                  <a:lnTo>
                    <a:pt x="2509" y="138193"/>
                  </a:lnTo>
                  <a:lnTo>
                    <a:pt x="1673" y="143431"/>
                  </a:lnTo>
                  <a:lnTo>
                    <a:pt x="1003" y="148692"/>
                  </a:lnTo>
                  <a:lnTo>
                    <a:pt x="501" y="153973"/>
                  </a:lnTo>
                  <a:lnTo>
                    <a:pt x="166" y="159266"/>
                  </a:lnTo>
                  <a:lnTo>
                    <a:pt x="0" y="164568"/>
                  </a:lnTo>
                  <a:lnTo>
                    <a:pt x="1" y="169872"/>
                  </a:lnTo>
                  <a:lnTo>
                    <a:pt x="171" y="175173"/>
                  </a:lnTo>
                  <a:lnTo>
                    <a:pt x="509" y="180467"/>
                  </a:lnTo>
                  <a:lnTo>
                    <a:pt x="1015" y="185747"/>
                  </a:lnTo>
                  <a:lnTo>
                    <a:pt x="1688" y="191008"/>
                  </a:lnTo>
                  <a:lnTo>
                    <a:pt x="2528" y="196245"/>
                  </a:lnTo>
                  <a:lnTo>
                    <a:pt x="3533" y="201453"/>
                  </a:lnTo>
                  <a:lnTo>
                    <a:pt x="4703" y="206627"/>
                  </a:lnTo>
                  <a:lnTo>
                    <a:pt x="6037" y="211761"/>
                  </a:lnTo>
                  <a:lnTo>
                    <a:pt x="7533" y="216850"/>
                  </a:lnTo>
                  <a:lnTo>
                    <a:pt x="9189" y="221889"/>
                  </a:lnTo>
                  <a:lnTo>
                    <a:pt x="11005" y="226872"/>
                  </a:lnTo>
                  <a:lnTo>
                    <a:pt x="12978" y="231796"/>
                  </a:lnTo>
                  <a:lnTo>
                    <a:pt x="15106" y="236655"/>
                  </a:lnTo>
                  <a:lnTo>
                    <a:pt x="17387" y="241443"/>
                  </a:lnTo>
                  <a:lnTo>
                    <a:pt x="19819" y="246157"/>
                  </a:lnTo>
                  <a:lnTo>
                    <a:pt x="22399" y="250791"/>
                  </a:lnTo>
                  <a:lnTo>
                    <a:pt x="25125" y="255342"/>
                  </a:lnTo>
                  <a:lnTo>
                    <a:pt x="27994" y="259803"/>
                  </a:lnTo>
                  <a:lnTo>
                    <a:pt x="31003" y="264171"/>
                  </a:lnTo>
                  <a:lnTo>
                    <a:pt x="34149" y="268441"/>
                  </a:lnTo>
                  <a:lnTo>
                    <a:pt x="37429" y="272610"/>
                  </a:lnTo>
                  <a:lnTo>
                    <a:pt x="40839" y="276672"/>
                  </a:lnTo>
                  <a:lnTo>
                    <a:pt x="44377" y="280624"/>
                  </a:lnTo>
                  <a:lnTo>
                    <a:pt x="48038" y="284462"/>
                  </a:lnTo>
                  <a:lnTo>
                    <a:pt x="51820" y="288182"/>
                  </a:lnTo>
                  <a:lnTo>
                    <a:pt x="55717" y="291780"/>
                  </a:lnTo>
                  <a:lnTo>
                    <a:pt x="59727" y="295252"/>
                  </a:lnTo>
                  <a:lnTo>
                    <a:pt x="63844" y="298596"/>
                  </a:lnTo>
                  <a:lnTo>
                    <a:pt x="68066" y="301807"/>
                  </a:lnTo>
                  <a:lnTo>
                    <a:pt x="72387" y="304883"/>
                  </a:lnTo>
                  <a:lnTo>
                    <a:pt x="76804" y="307820"/>
                  </a:lnTo>
                  <a:lnTo>
                    <a:pt x="81312" y="310615"/>
                  </a:lnTo>
                  <a:lnTo>
                    <a:pt x="85906" y="313266"/>
                  </a:lnTo>
                  <a:lnTo>
                    <a:pt x="90582" y="315770"/>
                  </a:lnTo>
                  <a:lnTo>
                    <a:pt x="95335" y="318124"/>
                  </a:lnTo>
                  <a:lnTo>
                    <a:pt x="100161" y="320326"/>
                  </a:lnTo>
                  <a:lnTo>
                    <a:pt x="105054" y="322375"/>
                  </a:lnTo>
                  <a:lnTo>
                    <a:pt x="110009" y="324266"/>
                  </a:lnTo>
                  <a:lnTo>
                    <a:pt x="115022" y="326000"/>
                  </a:lnTo>
                  <a:lnTo>
                    <a:pt x="120087" y="327574"/>
                  </a:lnTo>
                  <a:lnTo>
                    <a:pt x="125200" y="328986"/>
                  </a:lnTo>
                  <a:lnTo>
                    <a:pt x="130355" y="330235"/>
                  </a:lnTo>
                  <a:lnTo>
                    <a:pt x="135547" y="331321"/>
                  </a:lnTo>
                  <a:lnTo>
                    <a:pt x="140771" y="332240"/>
                  </a:lnTo>
                  <a:lnTo>
                    <a:pt x="146021" y="332994"/>
                  </a:lnTo>
                  <a:lnTo>
                    <a:pt x="151293" y="333581"/>
                  </a:lnTo>
                  <a:lnTo>
                    <a:pt x="156580" y="334000"/>
                  </a:lnTo>
                  <a:lnTo>
                    <a:pt x="161878" y="334251"/>
                  </a:lnTo>
                  <a:lnTo>
                    <a:pt x="167182" y="334334"/>
                  </a:lnTo>
                  <a:lnTo>
                    <a:pt x="172486" y="334249"/>
                  </a:lnTo>
                  <a:lnTo>
                    <a:pt x="177784" y="333996"/>
                  </a:lnTo>
                  <a:lnTo>
                    <a:pt x="183071" y="333574"/>
                  </a:lnTo>
                  <a:lnTo>
                    <a:pt x="188342" y="332985"/>
                  </a:lnTo>
                  <a:lnTo>
                    <a:pt x="193593" y="332229"/>
                  </a:lnTo>
                  <a:lnTo>
                    <a:pt x="198816" y="331307"/>
                  </a:lnTo>
                  <a:lnTo>
                    <a:pt x="204007" y="330220"/>
                  </a:lnTo>
                  <a:lnTo>
                    <a:pt x="209162" y="328968"/>
                  </a:lnTo>
                  <a:lnTo>
                    <a:pt x="214274" y="327554"/>
                  </a:lnTo>
                  <a:lnTo>
                    <a:pt x="219339" y="325978"/>
                  </a:lnTo>
                  <a:lnTo>
                    <a:pt x="224351" y="324242"/>
                  </a:lnTo>
                  <a:lnTo>
                    <a:pt x="229305" y="322348"/>
                  </a:lnTo>
                  <a:lnTo>
                    <a:pt x="234197" y="320298"/>
                  </a:lnTo>
                  <a:lnTo>
                    <a:pt x="239022" y="318094"/>
                  </a:lnTo>
                  <a:lnTo>
                    <a:pt x="243774" y="315738"/>
                  </a:lnTo>
                  <a:lnTo>
                    <a:pt x="248449" y="313232"/>
                  </a:lnTo>
                  <a:lnTo>
                    <a:pt x="253042" y="310579"/>
                  </a:lnTo>
                  <a:lnTo>
                    <a:pt x="257549" y="307782"/>
                  </a:lnTo>
                  <a:lnTo>
                    <a:pt x="261964" y="304843"/>
                  </a:lnTo>
                  <a:lnTo>
                    <a:pt x="266284" y="301765"/>
                  </a:lnTo>
                  <a:lnTo>
                    <a:pt x="270505" y="298552"/>
                  </a:lnTo>
                  <a:lnTo>
                    <a:pt x="274621" y="295207"/>
                  </a:lnTo>
                  <a:lnTo>
                    <a:pt x="278629" y="291733"/>
                  </a:lnTo>
                  <a:lnTo>
                    <a:pt x="282525" y="288133"/>
                  </a:lnTo>
                  <a:lnTo>
                    <a:pt x="286304" y="284412"/>
                  </a:lnTo>
                  <a:lnTo>
                    <a:pt x="289964" y="280573"/>
                  </a:lnTo>
                  <a:lnTo>
                    <a:pt x="293500" y="276619"/>
                  </a:lnTo>
                  <a:lnTo>
                    <a:pt x="296909" y="272555"/>
                  </a:lnTo>
                  <a:lnTo>
                    <a:pt x="300187" y="268385"/>
                  </a:lnTo>
                  <a:lnTo>
                    <a:pt x="303332" y="264114"/>
                  </a:lnTo>
                  <a:lnTo>
                    <a:pt x="306339" y="259744"/>
                  </a:lnTo>
                  <a:lnTo>
                    <a:pt x="309206" y="255282"/>
                  </a:lnTo>
                  <a:lnTo>
                    <a:pt x="311930" y="250730"/>
                  </a:lnTo>
                  <a:lnTo>
                    <a:pt x="314508" y="246095"/>
                  </a:lnTo>
                  <a:lnTo>
                    <a:pt x="316938" y="241380"/>
                  </a:lnTo>
                  <a:lnTo>
                    <a:pt x="319217" y="236590"/>
                  </a:lnTo>
                  <a:lnTo>
                    <a:pt x="321343" y="231731"/>
                  </a:lnTo>
                  <a:lnTo>
                    <a:pt x="323314" y="226806"/>
                  </a:lnTo>
                  <a:lnTo>
                    <a:pt x="325127" y="221822"/>
                  </a:lnTo>
                  <a:lnTo>
                    <a:pt x="326782" y="216782"/>
                  </a:lnTo>
                  <a:lnTo>
                    <a:pt x="328275" y="211693"/>
                  </a:lnTo>
                  <a:lnTo>
                    <a:pt x="329607" y="206558"/>
                  </a:lnTo>
                  <a:lnTo>
                    <a:pt x="330775" y="201384"/>
                  </a:lnTo>
                  <a:lnTo>
                    <a:pt x="331778" y="196176"/>
                  </a:lnTo>
                  <a:lnTo>
                    <a:pt x="332615" y="190938"/>
                  </a:lnTo>
                  <a:lnTo>
                    <a:pt x="333286" y="185677"/>
                  </a:lnTo>
                  <a:lnTo>
                    <a:pt x="333790" y="180396"/>
                  </a:lnTo>
                  <a:lnTo>
                    <a:pt x="334126" y="175103"/>
                  </a:lnTo>
                  <a:lnTo>
                    <a:pt x="334293" y="169801"/>
                  </a:lnTo>
                  <a:lnTo>
                    <a:pt x="334293" y="164497"/>
                  </a:lnTo>
                  <a:lnTo>
                    <a:pt x="334124" y="159196"/>
                  </a:lnTo>
                  <a:lnTo>
                    <a:pt x="333787" y="153902"/>
                  </a:lnTo>
                  <a:lnTo>
                    <a:pt x="333282" y="148622"/>
                  </a:lnTo>
                  <a:lnTo>
                    <a:pt x="332610" y="143361"/>
                  </a:lnTo>
                  <a:lnTo>
                    <a:pt x="331772" y="138123"/>
                  </a:lnTo>
                  <a:lnTo>
                    <a:pt x="330767" y="132915"/>
                  </a:lnTo>
                  <a:lnTo>
                    <a:pt x="329598" y="127741"/>
                  </a:lnTo>
                  <a:lnTo>
                    <a:pt x="328266" y="122607"/>
                  </a:lnTo>
                  <a:lnTo>
                    <a:pt x="326771" y="117518"/>
                  </a:lnTo>
                  <a:lnTo>
                    <a:pt x="325116" y="112479"/>
                  </a:lnTo>
                  <a:lnTo>
                    <a:pt x="323301" y="107495"/>
                  </a:lnTo>
                  <a:lnTo>
                    <a:pt x="321329" y="102570"/>
                  </a:lnTo>
                  <a:lnTo>
                    <a:pt x="319202" y="97711"/>
                  </a:lnTo>
                  <a:lnTo>
                    <a:pt x="316922" y="92922"/>
                  </a:lnTo>
                  <a:lnTo>
                    <a:pt x="314491" y="88208"/>
                  </a:lnTo>
                  <a:lnTo>
                    <a:pt x="311912" y="83573"/>
                  </a:lnTo>
                  <a:lnTo>
                    <a:pt x="309187" y="79022"/>
                  </a:lnTo>
                  <a:lnTo>
                    <a:pt x="306319" y="74560"/>
                  </a:lnTo>
                  <a:lnTo>
                    <a:pt x="303311" y="70192"/>
                  </a:lnTo>
                  <a:lnTo>
                    <a:pt x="300166" y="65920"/>
                  </a:lnTo>
                  <a:lnTo>
                    <a:pt x="296887" y="61751"/>
                  </a:lnTo>
                  <a:lnTo>
                    <a:pt x="293477" y="57688"/>
                  </a:lnTo>
                  <a:lnTo>
                    <a:pt x="289940" y="53735"/>
                  </a:lnTo>
                  <a:lnTo>
                    <a:pt x="286280" y="49897"/>
                  </a:lnTo>
                  <a:lnTo>
                    <a:pt x="282499" y="46176"/>
                  </a:lnTo>
                  <a:lnTo>
                    <a:pt x="278603" y="42578"/>
                  </a:lnTo>
                  <a:lnTo>
                    <a:pt x="274594" y="39104"/>
                  </a:lnTo>
                  <a:lnTo>
                    <a:pt x="270477" y="35760"/>
                  </a:lnTo>
                  <a:lnTo>
                    <a:pt x="266256" y="32548"/>
                  </a:lnTo>
                  <a:lnTo>
                    <a:pt x="261935" y="29471"/>
                  </a:lnTo>
                  <a:lnTo>
                    <a:pt x="257519" y="26533"/>
                  </a:lnTo>
                  <a:lnTo>
                    <a:pt x="253012" y="23737"/>
                  </a:lnTo>
                  <a:lnTo>
                    <a:pt x="248418" y="21085"/>
                  </a:lnTo>
                  <a:lnTo>
                    <a:pt x="243743" y="18580"/>
                  </a:lnTo>
                  <a:lnTo>
                    <a:pt x="238990" y="16225"/>
                  </a:lnTo>
                  <a:lnTo>
                    <a:pt x="234165" y="14022"/>
                  </a:lnTo>
                  <a:lnTo>
                    <a:pt x="229273" y="11972"/>
                  </a:lnTo>
                  <a:lnTo>
                    <a:pt x="224318" y="10080"/>
                  </a:lnTo>
                  <a:lnTo>
                    <a:pt x="219305" y="8345"/>
                  </a:lnTo>
                  <a:lnTo>
                    <a:pt x="214240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8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3843" y="2126963"/>
              <a:ext cx="97444" cy="167167"/>
            </a:xfrm>
            <a:custGeom>
              <a:avLst/>
              <a:pathLst>
                <a:path w="97444" h="167167">
                  <a:moveTo>
                    <a:pt x="97444" y="0"/>
                  </a:moveTo>
                  <a:lnTo>
                    <a:pt x="91665" y="99"/>
                  </a:lnTo>
                  <a:lnTo>
                    <a:pt x="85894" y="399"/>
                  </a:lnTo>
                  <a:lnTo>
                    <a:pt x="80136" y="898"/>
                  </a:lnTo>
                  <a:lnTo>
                    <a:pt x="74400" y="1595"/>
                  </a:lnTo>
                  <a:lnTo>
                    <a:pt x="68690" y="2491"/>
                  </a:lnTo>
                  <a:lnTo>
                    <a:pt x="63015" y="3583"/>
                  </a:lnTo>
                  <a:lnTo>
                    <a:pt x="57381" y="4871"/>
                  </a:lnTo>
                  <a:lnTo>
                    <a:pt x="51795" y="6353"/>
                  </a:lnTo>
                  <a:lnTo>
                    <a:pt x="46264" y="8027"/>
                  </a:lnTo>
                  <a:lnTo>
                    <a:pt x="40794" y="9891"/>
                  </a:lnTo>
                  <a:lnTo>
                    <a:pt x="35391" y="11943"/>
                  </a:lnTo>
                  <a:lnTo>
                    <a:pt x="30063" y="14181"/>
                  </a:lnTo>
                  <a:lnTo>
                    <a:pt x="24815" y="16601"/>
                  </a:lnTo>
                  <a:lnTo>
                    <a:pt x="19654" y="19202"/>
                  </a:lnTo>
                  <a:lnTo>
                    <a:pt x="14586" y="21979"/>
                  </a:lnTo>
                  <a:lnTo>
                    <a:pt x="9617" y="24930"/>
                  </a:lnTo>
                  <a:lnTo>
                    <a:pt x="4753" y="28051"/>
                  </a:lnTo>
                  <a:lnTo>
                    <a:pt x="0" y="31338"/>
                  </a:lnTo>
                  <a:lnTo>
                    <a:pt x="9744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83843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0" y="2127642"/>
              <a:ext cx="334330" cy="333642"/>
            </a:xfrm>
            <a:custGeom>
              <a:avLst/>
              <a:pathLst>
                <a:path w="334330" h="333642">
                  <a:moveTo>
                    <a:pt x="69723" y="30659"/>
                  </a:moveTo>
                  <a:lnTo>
                    <a:pt x="65473" y="33811"/>
                  </a:lnTo>
                  <a:lnTo>
                    <a:pt x="61325" y="37096"/>
                  </a:lnTo>
                  <a:lnTo>
                    <a:pt x="57283" y="40510"/>
                  </a:lnTo>
                  <a:lnTo>
                    <a:pt x="53351" y="44051"/>
                  </a:lnTo>
                  <a:lnTo>
                    <a:pt x="49534" y="47714"/>
                  </a:lnTo>
                  <a:lnTo>
                    <a:pt x="45834" y="51496"/>
                  </a:lnTo>
                  <a:lnTo>
                    <a:pt x="42255" y="55393"/>
                  </a:lnTo>
                  <a:lnTo>
                    <a:pt x="38802" y="59402"/>
                  </a:lnTo>
                  <a:lnTo>
                    <a:pt x="35478" y="63518"/>
                  </a:lnTo>
                  <a:lnTo>
                    <a:pt x="32285" y="67737"/>
                  </a:lnTo>
                  <a:lnTo>
                    <a:pt x="29227" y="72055"/>
                  </a:lnTo>
                  <a:lnTo>
                    <a:pt x="26308" y="76468"/>
                  </a:lnTo>
                  <a:lnTo>
                    <a:pt x="23530" y="80971"/>
                  </a:lnTo>
                  <a:lnTo>
                    <a:pt x="20895" y="85559"/>
                  </a:lnTo>
                  <a:lnTo>
                    <a:pt x="18407" y="90229"/>
                  </a:lnTo>
                  <a:lnTo>
                    <a:pt x="16068" y="94975"/>
                  </a:lnTo>
                  <a:lnTo>
                    <a:pt x="13881" y="99792"/>
                  </a:lnTo>
                  <a:lnTo>
                    <a:pt x="11847" y="104677"/>
                  </a:lnTo>
                  <a:lnTo>
                    <a:pt x="9969" y="109623"/>
                  </a:lnTo>
                  <a:lnTo>
                    <a:pt x="8248" y="114626"/>
                  </a:lnTo>
                  <a:lnTo>
                    <a:pt x="6686" y="119681"/>
                  </a:lnTo>
                  <a:lnTo>
                    <a:pt x="5285" y="124784"/>
                  </a:lnTo>
                  <a:lnTo>
                    <a:pt x="4046" y="129927"/>
                  </a:lnTo>
                  <a:lnTo>
                    <a:pt x="2971" y="135108"/>
                  </a:lnTo>
                  <a:lnTo>
                    <a:pt x="2060" y="140320"/>
                  </a:lnTo>
                  <a:lnTo>
                    <a:pt x="1315" y="145558"/>
                  </a:lnTo>
                  <a:lnTo>
                    <a:pt x="736" y="150817"/>
                  </a:lnTo>
                  <a:lnTo>
                    <a:pt x="323" y="156092"/>
                  </a:lnTo>
                  <a:lnTo>
                    <a:pt x="78" y="161377"/>
                  </a:lnTo>
                  <a:lnTo>
                    <a:pt x="0" y="166668"/>
                  </a:lnTo>
                  <a:lnTo>
                    <a:pt x="89" y="171958"/>
                  </a:lnTo>
                  <a:lnTo>
                    <a:pt x="346" y="177243"/>
                  </a:lnTo>
                  <a:lnTo>
                    <a:pt x="770" y="182517"/>
                  </a:lnTo>
                  <a:lnTo>
                    <a:pt x="1360" y="187775"/>
                  </a:lnTo>
                  <a:lnTo>
                    <a:pt x="2117" y="193011"/>
                  </a:lnTo>
                  <a:lnTo>
                    <a:pt x="3039" y="198221"/>
                  </a:lnTo>
                  <a:lnTo>
                    <a:pt x="4125" y="203399"/>
                  </a:lnTo>
                  <a:lnTo>
                    <a:pt x="5375" y="208541"/>
                  </a:lnTo>
                  <a:lnTo>
                    <a:pt x="6787" y="213640"/>
                  </a:lnTo>
                  <a:lnTo>
                    <a:pt x="8359" y="218692"/>
                  </a:lnTo>
                  <a:lnTo>
                    <a:pt x="10091" y="223691"/>
                  </a:lnTo>
                  <a:lnTo>
                    <a:pt x="11980" y="228633"/>
                  </a:lnTo>
                  <a:lnTo>
                    <a:pt x="14024" y="233513"/>
                  </a:lnTo>
                  <a:lnTo>
                    <a:pt x="16222" y="238326"/>
                  </a:lnTo>
                  <a:lnTo>
                    <a:pt x="18571" y="243067"/>
                  </a:lnTo>
                  <a:lnTo>
                    <a:pt x="21069" y="247731"/>
                  </a:lnTo>
                  <a:lnTo>
                    <a:pt x="23713" y="252314"/>
                  </a:lnTo>
                  <a:lnTo>
                    <a:pt x="26501" y="256811"/>
                  </a:lnTo>
                  <a:lnTo>
                    <a:pt x="29430" y="261217"/>
                  </a:lnTo>
                  <a:lnTo>
                    <a:pt x="32497" y="265529"/>
                  </a:lnTo>
                  <a:lnTo>
                    <a:pt x="35699" y="269741"/>
                  </a:lnTo>
                  <a:lnTo>
                    <a:pt x="39032" y="273850"/>
                  </a:lnTo>
                  <a:lnTo>
                    <a:pt x="42494" y="277851"/>
                  </a:lnTo>
                  <a:lnTo>
                    <a:pt x="46081" y="281741"/>
                  </a:lnTo>
                  <a:lnTo>
                    <a:pt x="49789" y="285515"/>
                  </a:lnTo>
                  <a:lnTo>
                    <a:pt x="53614" y="289170"/>
                  </a:lnTo>
                  <a:lnTo>
                    <a:pt x="57554" y="292702"/>
                  </a:lnTo>
                  <a:lnTo>
                    <a:pt x="61603" y="296108"/>
                  </a:lnTo>
                  <a:lnTo>
                    <a:pt x="65758" y="299384"/>
                  </a:lnTo>
                  <a:lnTo>
                    <a:pt x="70014" y="302526"/>
                  </a:lnTo>
                  <a:lnTo>
                    <a:pt x="74368" y="305533"/>
                  </a:lnTo>
                  <a:lnTo>
                    <a:pt x="78815" y="308400"/>
                  </a:lnTo>
                  <a:lnTo>
                    <a:pt x="83350" y="311125"/>
                  </a:lnTo>
                  <a:lnTo>
                    <a:pt x="87969" y="313705"/>
                  </a:lnTo>
                  <a:lnTo>
                    <a:pt x="92668" y="316138"/>
                  </a:lnTo>
                  <a:lnTo>
                    <a:pt x="97441" y="318420"/>
                  </a:lnTo>
                  <a:lnTo>
                    <a:pt x="102284" y="320551"/>
                  </a:lnTo>
                  <a:lnTo>
                    <a:pt x="107192" y="322527"/>
                  </a:lnTo>
                  <a:lnTo>
                    <a:pt x="112161" y="324347"/>
                  </a:lnTo>
                  <a:lnTo>
                    <a:pt x="117184" y="326009"/>
                  </a:lnTo>
                  <a:lnTo>
                    <a:pt x="122257" y="327510"/>
                  </a:lnTo>
                  <a:lnTo>
                    <a:pt x="127375" y="328851"/>
                  </a:lnTo>
                  <a:lnTo>
                    <a:pt x="132534" y="330029"/>
                  </a:lnTo>
                  <a:lnTo>
                    <a:pt x="137726" y="331043"/>
                  </a:lnTo>
                  <a:lnTo>
                    <a:pt x="142949" y="331892"/>
                  </a:lnTo>
                  <a:lnTo>
                    <a:pt x="148195" y="332576"/>
                  </a:lnTo>
                  <a:lnTo>
                    <a:pt x="153461" y="333093"/>
                  </a:lnTo>
                  <a:lnTo>
                    <a:pt x="158740" y="333443"/>
                  </a:lnTo>
                  <a:lnTo>
                    <a:pt x="164028" y="333626"/>
                  </a:lnTo>
                  <a:lnTo>
                    <a:pt x="169319" y="333642"/>
                  </a:lnTo>
                  <a:lnTo>
                    <a:pt x="174608" y="333490"/>
                  </a:lnTo>
                  <a:lnTo>
                    <a:pt x="179889" y="333171"/>
                  </a:lnTo>
                  <a:lnTo>
                    <a:pt x="185158" y="332685"/>
                  </a:lnTo>
                  <a:lnTo>
                    <a:pt x="190408" y="332032"/>
                  </a:lnTo>
                  <a:lnTo>
                    <a:pt x="195636" y="331214"/>
                  </a:lnTo>
                  <a:lnTo>
                    <a:pt x="200834" y="330230"/>
                  </a:lnTo>
                  <a:lnTo>
                    <a:pt x="205999" y="329083"/>
                  </a:lnTo>
                  <a:lnTo>
                    <a:pt x="211126" y="327773"/>
                  </a:lnTo>
                  <a:lnTo>
                    <a:pt x="216208" y="326301"/>
                  </a:lnTo>
                  <a:lnTo>
                    <a:pt x="221241" y="324669"/>
                  </a:lnTo>
                  <a:lnTo>
                    <a:pt x="226219" y="322878"/>
                  </a:lnTo>
                  <a:lnTo>
                    <a:pt x="231139" y="320931"/>
                  </a:lnTo>
                  <a:lnTo>
                    <a:pt x="235995" y="318829"/>
                  </a:lnTo>
                  <a:lnTo>
                    <a:pt x="240781" y="316575"/>
                  </a:lnTo>
                  <a:lnTo>
                    <a:pt x="245494" y="314170"/>
                  </a:lnTo>
                  <a:lnTo>
                    <a:pt x="250128" y="311617"/>
                  </a:lnTo>
                  <a:lnTo>
                    <a:pt x="254680" y="308919"/>
                  </a:lnTo>
                  <a:lnTo>
                    <a:pt x="259143" y="306078"/>
                  </a:lnTo>
                  <a:lnTo>
                    <a:pt x="263515" y="303097"/>
                  </a:lnTo>
                  <a:lnTo>
                    <a:pt x="267790" y="299980"/>
                  </a:lnTo>
                  <a:lnTo>
                    <a:pt x="271964" y="296729"/>
                  </a:lnTo>
                  <a:lnTo>
                    <a:pt x="276033" y="293347"/>
                  </a:lnTo>
                  <a:lnTo>
                    <a:pt x="279993" y="289838"/>
                  </a:lnTo>
                  <a:lnTo>
                    <a:pt x="283840" y="286206"/>
                  </a:lnTo>
                  <a:lnTo>
                    <a:pt x="287571" y="282453"/>
                  </a:lnTo>
                  <a:lnTo>
                    <a:pt x="291180" y="278585"/>
                  </a:lnTo>
                  <a:lnTo>
                    <a:pt x="294666" y="274604"/>
                  </a:lnTo>
                  <a:lnTo>
                    <a:pt x="298023" y="270515"/>
                  </a:lnTo>
                  <a:lnTo>
                    <a:pt x="301250" y="266322"/>
                  </a:lnTo>
                  <a:lnTo>
                    <a:pt x="304342" y="262029"/>
                  </a:lnTo>
                  <a:lnTo>
                    <a:pt x="307297" y="257640"/>
                  </a:lnTo>
                  <a:lnTo>
                    <a:pt x="310111" y="253159"/>
                  </a:lnTo>
                  <a:lnTo>
                    <a:pt x="312783" y="248592"/>
                  </a:lnTo>
                  <a:lnTo>
                    <a:pt x="315308" y="243943"/>
                  </a:lnTo>
                  <a:lnTo>
                    <a:pt x="317685" y="239216"/>
                  </a:lnTo>
                  <a:lnTo>
                    <a:pt x="319911" y="234416"/>
                  </a:lnTo>
                  <a:lnTo>
                    <a:pt x="321984" y="229548"/>
                  </a:lnTo>
                  <a:lnTo>
                    <a:pt x="323902" y="224617"/>
                  </a:lnTo>
                  <a:lnTo>
                    <a:pt x="325663" y="219628"/>
                  </a:lnTo>
                  <a:lnTo>
                    <a:pt x="327266" y="214585"/>
                  </a:lnTo>
                  <a:lnTo>
                    <a:pt x="328708" y="209495"/>
                  </a:lnTo>
                  <a:lnTo>
                    <a:pt x="329988" y="204361"/>
                  </a:lnTo>
                  <a:lnTo>
                    <a:pt x="331105" y="199189"/>
                  </a:lnTo>
                  <a:lnTo>
                    <a:pt x="332057" y="193985"/>
                  </a:lnTo>
                  <a:lnTo>
                    <a:pt x="332845" y="188753"/>
                  </a:lnTo>
                  <a:lnTo>
                    <a:pt x="333467" y="183498"/>
                  </a:lnTo>
                  <a:lnTo>
                    <a:pt x="333922" y="178227"/>
                  </a:lnTo>
                  <a:lnTo>
                    <a:pt x="334210" y="172944"/>
                  </a:lnTo>
                  <a:lnTo>
                    <a:pt x="334330" y="167654"/>
                  </a:lnTo>
                  <a:lnTo>
                    <a:pt x="334283" y="162364"/>
                  </a:lnTo>
                  <a:lnTo>
                    <a:pt x="334069" y="157077"/>
                  </a:lnTo>
                  <a:lnTo>
                    <a:pt x="333688" y="151800"/>
                  </a:lnTo>
                  <a:lnTo>
                    <a:pt x="333139" y="146537"/>
                  </a:lnTo>
                  <a:lnTo>
                    <a:pt x="332425" y="141295"/>
                  </a:lnTo>
                  <a:lnTo>
                    <a:pt x="331545" y="136078"/>
                  </a:lnTo>
                  <a:lnTo>
                    <a:pt x="330500" y="130891"/>
                  </a:lnTo>
                  <a:lnTo>
                    <a:pt x="329292" y="125740"/>
                  </a:lnTo>
                  <a:lnTo>
                    <a:pt x="327921" y="120629"/>
                  </a:lnTo>
                  <a:lnTo>
                    <a:pt x="326389" y="115565"/>
                  </a:lnTo>
                  <a:lnTo>
                    <a:pt x="324698" y="110552"/>
                  </a:lnTo>
                  <a:lnTo>
                    <a:pt x="322849" y="105594"/>
                  </a:lnTo>
                  <a:lnTo>
                    <a:pt x="320844" y="100698"/>
                  </a:lnTo>
                  <a:lnTo>
                    <a:pt x="318685" y="95868"/>
                  </a:lnTo>
                  <a:lnTo>
                    <a:pt x="316374" y="91108"/>
                  </a:lnTo>
                  <a:lnTo>
                    <a:pt x="313914" y="86424"/>
                  </a:lnTo>
                  <a:lnTo>
                    <a:pt x="311306" y="81820"/>
                  </a:lnTo>
                  <a:lnTo>
                    <a:pt x="308555" y="77301"/>
                  </a:lnTo>
                  <a:lnTo>
                    <a:pt x="305661" y="72871"/>
                  </a:lnTo>
                  <a:lnTo>
                    <a:pt x="302629" y="68535"/>
                  </a:lnTo>
                  <a:lnTo>
                    <a:pt x="299461" y="64297"/>
                  </a:lnTo>
                  <a:lnTo>
                    <a:pt x="296161" y="60161"/>
                  </a:lnTo>
                  <a:lnTo>
                    <a:pt x="292732" y="56133"/>
                  </a:lnTo>
                  <a:lnTo>
                    <a:pt x="289176" y="52214"/>
                  </a:lnTo>
                  <a:lnTo>
                    <a:pt x="285499" y="48410"/>
                  </a:lnTo>
                  <a:lnTo>
                    <a:pt x="281703" y="44724"/>
                  </a:lnTo>
                  <a:lnTo>
                    <a:pt x="277792" y="41161"/>
                  </a:lnTo>
                  <a:lnTo>
                    <a:pt x="273770" y="37723"/>
                  </a:lnTo>
                  <a:lnTo>
                    <a:pt x="269642" y="34413"/>
                  </a:lnTo>
                  <a:lnTo>
                    <a:pt x="265411" y="31237"/>
                  </a:lnTo>
                  <a:lnTo>
                    <a:pt x="261081" y="28195"/>
                  </a:lnTo>
                  <a:lnTo>
                    <a:pt x="256658" y="25292"/>
                  </a:lnTo>
                  <a:lnTo>
                    <a:pt x="252145" y="22531"/>
                  </a:lnTo>
                  <a:lnTo>
                    <a:pt x="247546" y="19914"/>
                  </a:lnTo>
                  <a:lnTo>
                    <a:pt x="242867" y="17444"/>
                  </a:lnTo>
                  <a:lnTo>
                    <a:pt x="238113" y="15123"/>
                  </a:lnTo>
                  <a:lnTo>
                    <a:pt x="233287" y="12953"/>
                  </a:lnTo>
                  <a:lnTo>
                    <a:pt x="228395" y="10938"/>
                  </a:lnTo>
                  <a:lnTo>
                    <a:pt x="223442" y="9078"/>
                  </a:lnTo>
                  <a:lnTo>
                    <a:pt x="218432" y="7376"/>
                  </a:lnTo>
                  <a:lnTo>
                    <a:pt x="213371" y="5833"/>
                  </a:lnTo>
                  <a:lnTo>
                    <a:pt x="208264" y="4451"/>
                  </a:lnTo>
                  <a:lnTo>
                    <a:pt x="203115" y="3232"/>
                  </a:lnTo>
                  <a:lnTo>
                    <a:pt x="197930" y="2176"/>
                  </a:lnTo>
                  <a:lnTo>
                    <a:pt x="192715" y="1285"/>
                  </a:lnTo>
                  <a:lnTo>
                    <a:pt x="187474" y="559"/>
                  </a:lnTo>
                  <a:lnTo>
                    <a:pt x="182213" y="0"/>
                  </a:lnTo>
                  <a:lnTo>
                    <a:pt x="167167" y="166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5046" cy="167167"/>
            </a:xfrm>
            <a:custGeom>
              <a:avLst/>
              <a:pathLst>
                <a:path w="15046" h="167167">
                  <a:moveTo>
                    <a:pt x="15046" y="6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5" y="263306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7" y="5340"/>
                  </a:lnTo>
                  <a:lnTo>
                    <a:pt x="120132" y="6748"/>
                  </a:lnTo>
                  <a:lnTo>
                    <a:pt x="115075" y="8318"/>
                  </a:lnTo>
                  <a:lnTo>
                    <a:pt x="110069" y="10048"/>
                  </a:lnTo>
                  <a:lnTo>
                    <a:pt x="105121" y="11935"/>
                  </a:lnTo>
                  <a:lnTo>
                    <a:pt x="100235" y="13977"/>
                  </a:lnTo>
                  <a:lnTo>
                    <a:pt x="95417" y="16174"/>
                  </a:lnTo>
                  <a:lnTo>
                    <a:pt x="90670" y="18522"/>
                  </a:lnTo>
                  <a:lnTo>
                    <a:pt x="86000" y="21019"/>
                  </a:lnTo>
                  <a:lnTo>
                    <a:pt x="81412" y="23663"/>
                  </a:lnTo>
                  <a:lnTo>
                    <a:pt x="76909" y="26451"/>
                  </a:lnTo>
                  <a:lnTo>
                    <a:pt x="72497" y="29380"/>
                  </a:lnTo>
                  <a:lnTo>
                    <a:pt x="68180" y="32447"/>
                  </a:lnTo>
                  <a:lnTo>
                    <a:pt x="63963" y="35649"/>
                  </a:lnTo>
                  <a:lnTo>
                    <a:pt x="59849" y="38984"/>
                  </a:lnTo>
                  <a:lnTo>
                    <a:pt x="55842" y="42447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09" y="53573"/>
                  </a:lnTo>
                  <a:lnTo>
                    <a:pt x="40973" y="57515"/>
                  </a:lnTo>
                  <a:lnTo>
                    <a:pt x="37563" y="61566"/>
                  </a:lnTo>
                  <a:lnTo>
                    <a:pt x="34283" y="65724"/>
                  </a:lnTo>
                  <a:lnTo>
                    <a:pt x="31136" y="69984"/>
                  </a:lnTo>
                  <a:lnTo>
                    <a:pt x="28126" y="74341"/>
                  </a:lnTo>
                  <a:lnTo>
                    <a:pt x="25256" y="78791"/>
                  </a:lnTo>
                  <a:lnTo>
                    <a:pt x="22528" y="83330"/>
                  </a:lnTo>
                  <a:lnTo>
                    <a:pt x="19945" y="87953"/>
                  </a:lnTo>
                  <a:lnTo>
                    <a:pt x="17509" y="92655"/>
                  </a:lnTo>
                  <a:lnTo>
                    <a:pt x="15224" y="97433"/>
                  </a:lnTo>
                  <a:lnTo>
                    <a:pt x="13092" y="102280"/>
                  </a:lnTo>
                  <a:lnTo>
                    <a:pt x="11114" y="107193"/>
                  </a:lnTo>
                  <a:lnTo>
                    <a:pt x="9292" y="112165"/>
                  </a:lnTo>
                  <a:lnTo>
                    <a:pt x="7629" y="117193"/>
                  </a:lnTo>
                  <a:lnTo>
                    <a:pt x="6127" y="122271"/>
                  </a:lnTo>
                  <a:lnTo>
                    <a:pt x="4785" y="127394"/>
                  </a:lnTo>
                  <a:lnTo>
                    <a:pt x="3607" y="132557"/>
                  </a:lnTo>
                  <a:lnTo>
                    <a:pt x="2593" y="137754"/>
                  </a:lnTo>
                  <a:lnTo>
                    <a:pt x="1744" y="142982"/>
                  </a:lnTo>
                  <a:lnTo>
                    <a:pt x="1061" y="148233"/>
                  </a:lnTo>
                  <a:lnTo>
                    <a:pt x="544" y="153503"/>
                  </a:lnTo>
                  <a:lnTo>
                    <a:pt x="195" y="158788"/>
                  </a:lnTo>
                  <a:lnTo>
                    <a:pt x="13" y="164080"/>
                  </a:lnTo>
                  <a:lnTo>
                    <a:pt x="0" y="169376"/>
                  </a:lnTo>
                  <a:lnTo>
                    <a:pt x="153" y="174669"/>
                  </a:lnTo>
                  <a:lnTo>
                    <a:pt x="475" y="179955"/>
                  </a:lnTo>
                  <a:lnTo>
                    <a:pt x="963" y="185228"/>
                  </a:lnTo>
                  <a:lnTo>
                    <a:pt x="1619" y="190483"/>
                  </a:lnTo>
                  <a:lnTo>
                    <a:pt x="2441" y="195715"/>
                  </a:lnTo>
                  <a:lnTo>
                    <a:pt x="3427" y="200918"/>
                  </a:lnTo>
                  <a:lnTo>
                    <a:pt x="4579" y="206087"/>
                  </a:lnTo>
                  <a:lnTo>
                    <a:pt x="5893" y="211217"/>
                  </a:lnTo>
                  <a:lnTo>
                    <a:pt x="7369" y="216303"/>
                  </a:lnTo>
                  <a:lnTo>
                    <a:pt x="9006" y="221339"/>
                  </a:lnTo>
                  <a:lnTo>
                    <a:pt x="10801" y="226321"/>
                  </a:lnTo>
                  <a:lnTo>
                    <a:pt x="12753" y="231244"/>
                  </a:lnTo>
                  <a:lnTo>
                    <a:pt x="14860" y="236102"/>
                  </a:lnTo>
                  <a:lnTo>
                    <a:pt x="17120" y="240891"/>
                  </a:lnTo>
                  <a:lnTo>
                    <a:pt x="19531" y="245607"/>
                  </a:lnTo>
                  <a:lnTo>
                    <a:pt x="22089" y="250243"/>
                  </a:lnTo>
                  <a:lnTo>
                    <a:pt x="24794" y="254796"/>
                  </a:lnTo>
                  <a:lnTo>
                    <a:pt x="27641" y="259262"/>
                  </a:lnTo>
                  <a:lnTo>
                    <a:pt x="30628" y="263634"/>
                  </a:lnTo>
                  <a:lnTo>
                    <a:pt x="33752" y="267910"/>
                  </a:lnTo>
                  <a:lnTo>
                    <a:pt x="37010" y="272085"/>
                  </a:lnTo>
                  <a:lnTo>
                    <a:pt x="40398" y="276155"/>
                  </a:lnTo>
                  <a:lnTo>
                    <a:pt x="43914" y="280115"/>
                  </a:lnTo>
                  <a:lnTo>
                    <a:pt x="47554" y="283962"/>
                  </a:lnTo>
                  <a:lnTo>
                    <a:pt x="51313" y="287692"/>
                  </a:lnTo>
                  <a:lnTo>
                    <a:pt x="55189" y="291301"/>
                  </a:lnTo>
                  <a:lnTo>
                    <a:pt x="59177" y="294785"/>
                  </a:lnTo>
                  <a:lnTo>
                    <a:pt x="63273" y="298141"/>
                  </a:lnTo>
                  <a:lnTo>
                    <a:pt x="67474" y="301365"/>
                  </a:lnTo>
                  <a:lnTo>
                    <a:pt x="71775" y="304455"/>
                  </a:lnTo>
                  <a:lnTo>
                    <a:pt x="76171" y="307408"/>
                  </a:lnTo>
                  <a:lnTo>
                    <a:pt x="80659" y="310219"/>
                  </a:lnTo>
                  <a:lnTo>
                    <a:pt x="85234" y="312887"/>
                  </a:lnTo>
                  <a:lnTo>
                    <a:pt x="89890" y="315408"/>
                  </a:lnTo>
                  <a:lnTo>
                    <a:pt x="94625" y="317781"/>
                  </a:lnTo>
                  <a:lnTo>
                    <a:pt x="99432" y="320003"/>
                  </a:lnTo>
                  <a:lnTo>
                    <a:pt x="104307" y="322071"/>
                  </a:lnTo>
                  <a:lnTo>
                    <a:pt x="109245" y="323984"/>
                  </a:lnTo>
                  <a:lnTo>
                    <a:pt x="114241" y="325740"/>
                  </a:lnTo>
                  <a:lnTo>
                    <a:pt x="119291" y="327336"/>
                  </a:lnTo>
                  <a:lnTo>
                    <a:pt x="124388" y="328772"/>
                  </a:lnTo>
                  <a:lnTo>
                    <a:pt x="129528" y="330045"/>
                  </a:lnTo>
                  <a:lnTo>
                    <a:pt x="134706" y="331155"/>
                  </a:lnTo>
                  <a:lnTo>
                    <a:pt x="139917" y="332101"/>
                  </a:lnTo>
                  <a:lnTo>
                    <a:pt x="145155" y="332881"/>
                  </a:lnTo>
                  <a:lnTo>
                    <a:pt x="150415" y="333494"/>
                  </a:lnTo>
                  <a:lnTo>
                    <a:pt x="155692" y="333941"/>
                  </a:lnTo>
                  <a:lnTo>
                    <a:pt x="160980" y="334220"/>
                  </a:lnTo>
                  <a:lnTo>
                    <a:pt x="166274" y="334332"/>
                  </a:lnTo>
                  <a:lnTo>
                    <a:pt x="171570" y="334276"/>
                  </a:lnTo>
                  <a:lnTo>
                    <a:pt x="176861" y="334052"/>
                  </a:lnTo>
                  <a:lnTo>
                    <a:pt x="182142" y="333661"/>
                  </a:lnTo>
                  <a:lnTo>
                    <a:pt x="187408" y="333103"/>
                  </a:lnTo>
                  <a:lnTo>
                    <a:pt x="192654" y="332378"/>
                  </a:lnTo>
                  <a:lnTo>
                    <a:pt x="197874" y="331487"/>
                  </a:lnTo>
                  <a:lnTo>
                    <a:pt x="203064" y="330432"/>
                  </a:lnTo>
                  <a:lnTo>
                    <a:pt x="208217" y="329212"/>
                  </a:lnTo>
                  <a:lnTo>
                    <a:pt x="213329" y="327830"/>
                  </a:lnTo>
                  <a:lnTo>
                    <a:pt x="218395" y="326287"/>
                  </a:lnTo>
                  <a:lnTo>
                    <a:pt x="223409" y="324584"/>
                  </a:lnTo>
                  <a:lnTo>
                    <a:pt x="228367" y="322723"/>
                  </a:lnTo>
                  <a:lnTo>
                    <a:pt x="233264" y="320706"/>
                  </a:lnTo>
                  <a:lnTo>
                    <a:pt x="238094" y="318535"/>
                  </a:lnTo>
                  <a:lnTo>
                    <a:pt x="242853" y="316212"/>
                  </a:lnTo>
                  <a:lnTo>
                    <a:pt x="247536" y="313739"/>
                  </a:lnTo>
                  <a:lnTo>
                    <a:pt x="252138" y="311120"/>
                  </a:lnTo>
                  <a:lnTo>
                    <a:pt x="256655" y="308355"/>
                  </a:lnTo>
                  <a:lnTo>
                    <a:pt x="261083" y="305450"/>
                  </a:lnTo>
                  <a:lnTo>
                    <a:pt x="265415" y="302405"/>
                  </a:lnTo>
                  <a:lnTo>
                    <a:pt x="269650" y="299225"/>
                  </a:lnTo>
                  <a:lnTo>
                    <a:pt x="273781" y="295912"/>
                  </a:lnTo>
                  <a:lnTo>
                    <a:pt x="277806" y="292470"/>
                  </a:lnTo>
                  <a:lnTo>
                    <a:pt x="281719" y="288902"/>
                  </a:lnTo>
                  <a:lnTo>
                    <a:pt x="285518" y="285212"/>
                  </a:lnTo>
                  <a:lnTo>
                    <a:pt x="289197" y="281403"/>
                  </a:lnTo>
                  <a:lnTo>
                    <a:pt x="292755" y="277480"/>
                  </a:lnTo>
                  <a:lnTo>
                    <a:pt x="296186" y="273447"/>
                  </a:lnTo>
                  <a:lnTo>
                    <a:pt x="299487" y="269306"/>
                  </a:lnTo>
                  <a:lnTo>
                    <a:pt x="302656" y="265063"/>
                  </a:lnTo>
                  <a:lnTo>
                    <a:pt x="305689" y="260722"/>
                  </a:lnTo>
                  <a:lnTo>
                    <a:pt x="308583" y="256287"/>
                  </a:lnTo>
                  <a:lnTo>
                    <a:pt x="311335" y="251762"/>
                  </a:lnTo>
                  <a:lnTo>
                    <a:pt x="313942" y="247153"/>
                  </a:lnTo>
                  <a:lnTo>
                    <a:pt x="316402" y="242463"/>
                  </a:lnTo>
                  <a:lnTo>
                    <a:pt x="318712" y="237698"/>
                  </a:lnTo>
                  <a:lnTo>
                    <a:pt x="320870" y="232862"/>
                  </a:lnTo>
                  <a:lnTo>
                    <a:pt x="322874" y="227960"/>
                  </a:lnTo>
                  <a:lnTo>
                    <a:pt x="324721" y="222997"/>
                  </a:lnTo>
                  <a:lnTo>
                    <a:pt x="326411" y="217978"/>
                  </a:lnTo>
                  <a:lnTo>
                    <a:pt x="327940" y="212908"/>
                  </a:lnTo>
                  <a:lnTo>
                    <a:pt x="329308" y="207792"/>
                  </a:lnTo>
                  <a:lnTo>
                    <a:pt x="330514" y="202636"/>
                  </a:lnTo>
                  <a:lnTo>
                    <a:pt x="331555" y="197443"/>
                  </a:lnTo>
                  <a:lnTo>
                    <a:pt x="332432" y="192221"/>
                  </a:lnTo>
                  <a:lnTo>
                    <a:pt x="333142" y="186973"/>
                  </a:lnTo>
                  <a:lnTo>
                    <a:pt x="333686" y="181705"/>
                  </a:lnTo>
                  <a:lnTo>
                    <a:pt x="334063" y="176423"/>
                  </a:lnTo>
                  <a:lnTo>
                    <a:pt x="334273" y="171131"/>
                  </a:lnTo>
                  <a:lnTo>
                    <a:pt x="334314" y="165836"/>
                  </a:lnTo>
                  <a:lnTo>
                    <a:pt x="334188" y="160542"/>
                  </a:lnTo>
                  <a:lnTo>
                    <a:pt x="333895" y="155254"/>
                  </a:lnTo>
                  <a:lnTo>
                    <a:pt x="333434" y="14997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83043"/>
              <a:ext cx="166281" cy="17188"/>
            </a:xfrm>
            <a:custGeom>
              <a:avLst/>
              <a:pathLst>
                <a:path w="166281" h="17188">
                  <a:moveTo>
                    <a:pt x="166281" y="0"/>
                  </a:moveTo>
                  <a:lnTo>
                    <a:pt x="0" y="171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40132"/>
              <a:ext cx="166281" cy="160098"/>
            </a:xfrm>
            <a:custGeom>
              <a:avLst/>
              <a:pathLst>
                <a:path w="166281" h="160098">
                  <a:moveTo>
                    <a:pt x="166281" y="142910"/>
                  </a:moveTo>
                  <a:lnTo>
                    <a:pt x="165631" y="137489"/>
                  </a:lnTo>
                  <a:lnTo>
                    <a:pt x="164804" y="132091"/>
                  </a:lnTo>
                  <a:lnTo>
                    <a:pt x="163801" y="126724"/>
                  </a:lnTo>
                  <a:lnTo>
                    <a:pt x="162624" y="121392"/>
                  </a:lnTo>
                  <a:lnTo>
                    <a:pt x="161273" y="116101"/>
                  </a:lnTo>
                  <a:lnTo>
                    <a:pt x="159750" y="110858"/>
                  </a:lnTo>
                  <a:lnTo>
                    <a:pt x="158057" y="105666"/>
                  </a:lnTo>
                  <a:lnTo>
                    <a:pt x="156195" y="100533"/>
                  </a:lnTo>
                  <a:lnTo>
                    <a:pt x="154166" y="95464"/>
                  </a:lnTo>
                  <a:lnTo>
                    <a:pt x="151973" y="90463"/>
                  </a:lnTo>
                  <a:lnTo>
                    <a:pt x="149618" y="85537"/>
                  </a:lnTo>
                  <a:lnTo>
                    <a:pt x="147103" y="80690"/>
                  </a:lnTo>
                  <a:lnTo>
                    <a:pt x="144431" y="75929"/>
                  </a:lnTo>
                  <a:lnTo>
                    <a:pt x="141605" y="71256"/>
                  </a:lnTo>
                  <a:lnTo>
                    <a:pt x="138628" y="66679"/>
                  </a:lnTo>
                  <a:lnTo>
                    <a:pt x="135503" y="62201"/>
                  </a:lnTo>
                  <a:lnTo>
                    <a:pt x="132233" y="57828"/>
                  </a:lnTo>
                  <a:lnTo>
                    <a:pt x="128823" y="53564"/>
                  </a:lnTo>
                  <a:lnTo>
                    <a:pt x="125274" y="49413"/>
                  </a:lnTo>
                  <a:lnTo>
                    <a:pt x="121593" y="45381"/>
                  </a:lnTo>
                  <a:lnTo>
                    <a:pt x="117781" y="41471"/>
                  </a:lnTo>
                  <a:lnTo>
                    <a:pt x="113844" y="37688"/>
                  </a:lnTo>
                  <a:lnTo>
                    <a:pt x="109785" y="34035"/>
                  </a:lnTo>
                  <a:lnTo>
                    <a:pt x="105610" y="30517"/>
                  </a:lnTo>
                  <a:lnTo>
                    <a:pt x="101321" y="27137"/>
                  </a:lnTo>
                  <a:lnTo>
                    <a:pt x="96925" y="23898"/>
                  </a:lnTo>
                  <a:lnTo>
                    <a:pt x="92425" y="20805"/>
                  </a:lnTo>
                  <a:lnTo>
                    <a:pt x="87826" y="17861"/>
                  </a:lnTo>
                  <a:lnTo>
                    <a:pt x="83134" y="15069"/>
                  </a:lnTo>
                  <a:lnTo>
                    <a:pt x="78353" y="12431"/>
                  </a:lnTo>
                  <a:lnTo>
                    <a:pt x="73489" y="9951"/>
                  </a:lnTo>
                  <a:lnTo>
                    <a:pt x="68546" y="7631"/>
                  </a:lnTo>
                  <a:lnTo>
                    <a:pt x="63530" y="5473"/>
                  </a:lnTo>
                  <a:lnTo>
                    <a:pt x="58446" y="3481"/>
                  </a:lnTo>
                  <a:lnTo>
                    <a:pt x="53299" y="1656"/>
                  </a:lnTo>
                  <a:lnTo>
                    <a:pt x="48096" y="0"/>
                  </a:lnTo>
                  <a:lnTo>
                    <a:pt x="0" y="160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48096" cy="167167"/>
            </a:xfrm>
            <a:custGeom>
              <a:avLst/>
              <a:pathLst>
                <a:path w="48096" h="167167">
                  <a:moveTo>
                    <a:pt x="48096" y="7068"/>
                  </a:moveTo>
                  <a:lnTo>
                    <a:pt x="42225" y="5420"/>
                  </a:lnTo>
                  <a:lnTo>
                    <a:pt x="36298" y="3988"/>
                  </a:lnTo>
                  <a:lnTo>
                    <a:pt x="30322" y="2773"/>
                  </a:lnTo>
                  <a:lnTo>
                    <a:pt x="24306" y="1776"/>
                  </a:lnTo>
                  <a:lnTo>
                    <a:pt x="18258" y="1000"/>
                  </a:lnTo>
                  <a:lnTo>
                    <a:pt x="12185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7" y="317039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0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4" y="8319"/>
                  </a:lnTo>
                  <a:lnTo>
                    <a:pt x="110068" y="10048"/>
                  </a:lnTo>
                  <a:lnTo>
                    <a:pt x="105120" y="11935"/>
                  </a:lnTo>
                  <a:lnTo>
                    <a:pt x="100234" y="13978"/>
                  </a:lnTo>
                  <a:lnTo>
                    <a:pt x="95415" y="16174"/>
                  </a:lnTo>
                  <a:lnTo>
                    <a:pt x="90669" y="18522"/>
                  </a:lnTo>
                  <a:lnTo>
                    <a:pt x="85999" y="21020"/>
                  </a:lnTo>
                  <a:lnTo>
                    <a:pt x="81410" y="23664"/>
                  </a:lnTo>
                  <a:lnTo>
                    <a:pt x="76908" y="26451"/>
                  </a:lnTo>
                  <a:lnTo>
                    <a:pt x="72496" y="29381"/>
                  </a:lnTo>
                  <a:lnTo>
                    <a:pt x="68179" y="32448"/>
                  </a:lnTo>
                  <a:lnTo>
                    <a:pt x="63961" y="35651"/>
                  </a:lnTo>
                  <a:lnTo>
                    <a:pt x="59847" y="38985"/>
                  </a:lnTo>
                  <a:lnTo>
                    <a:pt x="55841" y="42449"/>
                  </a:lnTo>
                  <a:lnTo>
                    <a:pt x="51946" y="46037"/>
                  </a:lnTo>
                  <a:lnTo>
                    <a:pt x="48167" y="49747"/>
                  </a:lnTo>
                  <a:lnTo>
                    <a:pt x="44507" y="53575"/>
                  </a:lnTo>
                  <a:lnTo>
                    <a:pt x="40971" y="57517"/>
                  </a:lnTo>
                  <a:lnTo>
                    <a:pt x="37561" y="61569"/>
                  </a:lnTo>
                  <a:lnTo>
                    <a:pt x="34281" y="65727"/>
                  </a:lnTo>
                  <a:lnTo>
                    <a:pt x="31134" y="69986"/>
                  </a:lnTo>
                  <a:lnTo>
                    <a:pt x="28124" y="74343"/>
                  </a:lnTo>
                  <a:lnTo>
                    <a:pt x="25254" y="78794"/>
                  </a:lnTo>
                  <a:lnTo>
                    <a:pt x="22526" y="83333"/>
                  </a:lnTo>
                  <a:lnTo>
                    <a:pt x="19943" y="87956"/>
                  </a:lnTo>
                  <a:lnTo>
                    <a:pt x="17508" y="92659"/>
                  </a:lnTo>
                  <a:lnTo>
                    <a:pt x="15223" y="97436"/>
                  </a:lnTo>
                  <a:lnTo>
                    <a:pt x="13090" y="102284"/>
                  </a:lnTo>
                  <a:lnTo>
                    <a:pt x="11112" y="107196"/>
                  </a:lnTo>
                  <a:lnTo>
                    <a:pt x="9291" y="112169"/>
                  </a:lnTo>
                  <a:lnTo>
                    <a:pt x="7628" y="117197"/>
                  </a:lnTo>
                  <a:lnTo>
                    <a:pt x="6125" y="122275"/>
                  </a:lnTo>
                  <a:lnTo>
                    <a:pt x="4784" y="127398"/>
                  </a:lnTo>
                  <a:lnTo>
                    <a:pt x="3606" y="132561"/>
                  </a:lnTo>
                  <a:lnTo>
                    <a:pt x="2592" y="137759"/>
                  </a:lnTo>
                  <a:lnTo>
                    <a:pt x="1743" y="142986"/>
                  </a:lnTo>
                  <a:lnTo>
                    <a:pt x="1060" y="148238"/>
                  </a:lnTo>
                  <a:lnTo>
                    <a:pt x="544" y="153508"/>
                  </a:lnTo>
                  <a:lnTo>
                    <a:pt x="195" y="158793"/>
                  </a:lnTo>
                  <a:lnTo>
                    <a:pt x="13" y="164085"/>
                  </a:lnTo>
                  <a:lnTo>
                    <a:pt x="0" y="169381"/>
                  </a:lnTo>
                  <a:lnTo>
                    <a:pt x="154" y="174674"/>
                  </a:lnTo>
                  <a:lnTo>
                    <a:pt x="475" y="179960"/>
                  </a:lnTo>
                  <a:lnTo>
                    <a:pt x="964" y="185234"/>
                  </a:lnTo>
                  <a:lnTo>
                    <a:pt x="1620" y="190489"/>
                  </a:lnTo>
                  <a:lnTo>
                    <a:pt x="2441" y="195720"/>
                  </a:lnTo>
                  <a:lnTo>
                    <a:pt x="3429" y="200923"/>
                  </a:lnTo>
                  <a:lnTo>
                    <a:pt x="4580" y="206092"/>
                  </a:lnTo>
                  <a:lnTo>
                    <a:pt x="5895" y="211222"/>
                  </a:lnTo>
                  <a:lnTo>
                    <a:pt x="7371" y="216308"/>
                  </a:lnTo>
                  <a:lnTo>
                    <a:pt x="9008" y="221345"/>
                  </a:lnTo>
                  <a:lnTo>
                    <a:pt x="10803" y="226327"/>
                  </a:lnTo>
                  <a:lnTo>
                    <a:pt x="12756" y="231250"/>
                  </a:lnTo>
                  <a:lnTo>
                    <a:pt x="14863" y="236108"/>
                  </a:lnTo>
                  <a:lnTo>
                    <a:pt x="17123" y="240897"/>
                  </a:lnTo>
                  <a:lnTo>
                    <a:pt x="19534" y="245613"/>
                  </a:lnTo>
                  <a:lnTo>
                    <a:pt x="22093" y="250249"/>
                  </a:lnTo>
                  <a:lnTo>
                    <a:pt x="24797" y="254802"/>
                  </a:lnTo>
                  <a:lnTo>
                    <a:pt x="27644" y="259267"/>
                  </a:lnTo>
                  <a:lnTo>
                    <a:pt x="30632" y="263640"/>
                  </a:lnTo>
                  <a:lnTo>
                    <a:pt x="33756" y="267916"/>
                  </a:lnTo>
                  <a:lnTo>
                    <a:pt x="37014" y="272091"/>
                  </a:lnTo>
                  <a:lnTo>
                    <a:pt x="40403" y="276161"/>
                  </a:lnTo>
                  <a:lnTo>
                    <a:pt x="43919" y="280121"/>
                  </a:lnTo>
                  <a:lnTo>
                    <a:pt x="47559" y="283967"/>
                  </a:lnTo>
                  <a:lnTo>
                    <a:pt x="51319" y="287697"/>
                  </a:lnTo>
                  <a:lnTo>
                    <a:pt x="55195" y="291306"/>
                  </a:lnTo>
                  <a:lnTo>
                    <a:pt x="59183" y="294790"/>
                  </a:lnTo>
                  <a:lnTo>
                    <a:pt x="63280" y="298146"/>
                  </a:lnTo>
                  <a:lnTo>
                    <a:pt x="67481" y="301370"/>
                  </a:lnTo>
                  <a:lnTo>
                    <a:pt x="71782" y="304460"/>
                  </a:lnTo>
                  <a:lnTo>
                    <a:pt x="76178" y="307412"/>
                  </a:lnTo>
                  <a:lnTo>
                    <a:pt x="80666" y="310223"/>
                  </a:lnTo>
                  <a:lnTo>
                    <a:pt x="85241" y="312891"/>
                  </a:lnTo>
                  <a:lnTo>
                    <a:pt x="89898" y="315412"/>
                  </a:lnTo>
                  <a:lnTo>
                    <a:pt x="94632" y="317785"/>
                  </a:lnTo>
                  <a:lnTo>
                    <a:pt x="99440" y="320007"/>
                  </a:lnTo>
                  <a:lnTo>
                    <a:pt x="104315" y="322075"/>
                  </a:lnTo>
                  <a:lnTo>
                    <a:pt x="109253" y="323987"/>
                  </a:lnTo>
                  <a:lnTo>
                    <a:pt x="114250" y="325743"/>
                  </a:lnTo>
                  <a:lnTo>
                    <a:pt x="119299" y="327339"/>
                  </a:lnTo>
                  <a:lnTo>
                    <a:pt x="124397" y="328774"/>
                  </a:lnTo>
                  <a:lnTo>
                    <a:pt x="129537" y="330047"/>
                  </a:lnTo>
                  <a:lnTo>
                    <a:pt x="134715" y="331157"/>
                  </a:lnTo>
                  <a:lnTo>
                    <a:pt x="139926" y="332102"/>
                  </a:lnTo>
                  <a:lnTo>
                    <a:pt x="145164" y="332882"/>
                  </a:lnTo>
                  <a:lnTo>
                    <a:pt x="150424" y="333495"/>
                  </a:lnTo>
                  <a:lnTo>
                    <a:pt x="155701" y="333942"/>
                  </a:lnTo>
                  <a:lnTo>
                    <a:pt x="160990" y="334221"/>
                  </a:lnTo>
                  <a:lnTo>
                    <a:pt x="166284" y="334332"/>
                  </a:lnTo>
                  <a:lnTo>
                    <a:pt x="171580" y="334276"/>
                  </a:lnTo>
                  <a:lnTo>
                    <a:pt x="176871" y="334052"/>
                  </a:lnTo>
                  <a:lnTo>
                    <a:pt x="182152" y="333660"/>
                  </a:lnTo>
                  <a:lnTo>
                    <a:pt x="187418" y="333101"/>
                  </a:lnTo>
                  <a:lnTo>
                    <a:pt x="192664" y="332376"/>
                  </a:lnTo>
                  <a:lnTo>
                    <a:pt x="197885" y="331485"/>
                  </a:lnTo>
                  <a:lnTo>
                    <a:pt x="203074" y="330429"/>
                  </a:lnTo>
                  <a:lnTo>
                    <a:pt x="208227" y="329209"/>
                  </a:lnTo>
                  <a:lnTo>
                    <a:pt x="213340" y="327827"/>
                  </a:lnTo>
                  <a:lnTo>
                    <a:pt x="218405" y="326283"/>
                  </a:lnTo>
                  <a:lnTo>
                    <a:pt x="223420" y="324580"/>
                  </a:lnTo>
                  <a:lnTo>
                    <a:pt x="228378" y="322719"/>
                  </a:lnTo>
                  <a:lnTo>
                    <a:pt x="233274" y="320701"/>
                  </a:lnTo>
                  <a:lnTo>
                    <a:pt x="238104" y="318530"/>
                  </a:lnTo>
                  <a:lnTo>
                    <a:pt x="242863" y="316207"/>
                  </a:lnTo>
                  <a:lnTo>
                    <a:pt x="247546" y="313734"/>
                  </a:lnTo>
                  <a:lnTo>
                    <a:pt x="252148" y="311114"/>
                  </a:lnTo>
                  <a:lnTo>
                    <a:pt x="256665" y="308349"/>
                  </a:lnTo>
                  <a:lnTo>
                    <a:pt x="261092" y="305443"/>
                  </a:lnTo>
                  <a:lnTo>
                    <a:pt x="265425" y="302398"/>
                  </a:lnTo>
                  <a:lnTo>
                    <a:pt x="269659" y="299217"/>
                  </a:lnTo>
                  <a:lnTo>
                    <a:pt x="273791" y="295904"/>
                  </a:lnTo>
                  <a:lnTo>
                    <a:pt x="277815" y="292461"/>
                  </a:lnTo>
                  <a:lnTo>
                    <a:pt x="281728" y="288893"/>
                  </a:lnTo>
                  <a:lnTo>
                    <a:pt x="285526" y="285203"/>
                  </a:lnTo>
                  <a:lnTo>
                    <a:pt x="289206" y="281394"/>
                  </a:lnTo>
                  <a:lnTo>
                    <a:pt x="292763" y="277471"/>
                  </a:lnTo>
                  <a:lnTo>
                    <a:pt x="296194" y="273437"/>
                  </a:lnTo>
                  <a:lnTo>
                    <a:pt x="299495" y="269296"/>
                  </a:lnTo>
                  <a:lnTo>
                    <a:pt x="302664" y="265053"/>
                  </a:lnTo>
                  <a:lnTo>
                    <a:pt x="305696" y="260711"/>
                  </a:lnTo>
                  <a:lnTo>
                    <a:pt x="308590" y="256276"/>
                  </a:lnTo>
                  <a:lnTo>
                    <a:pt x="311341" y="251751"/>
                  </a:lnTo>
                  <a:lnTo>
                    <a:pt x="313948" y="247141"/>
                  </a:lnTo>
                  <a:lnTo>
                    <a:pt x="316408" y="242451"/>
                  </a:lnTo>
                  <a:lnTo>
                    <a:pt x="318718" y="237686"/>
                  </a:lnTo>
                  <a:lnTo>
                    <a:pt x="320875" y="232849"/>
                  </a:lnTo>
                  <a:lnTo>
                    <a:pt x="322879" y="227947"/>
                  </a:lnTo>
                  <a:lnTo>
                    <a:pt x="324726" y="222984"/>
                  </a:lnTo>
                  <a:lnTo>
                    <a:pt x="326415" y="217965"/>
                  </a:lnTo>
                  <a:lnTo>
                    <a:pt x="327944" y="212894"/>
                  </a:lnTo>
                  <a:lnTo>
                    <a:pt x="329312" y="207778"/>
                  </a:lnTo>
                  <a:lnTo>
                    <a:pt x="330517" y="202621"/>
                  </a:lnTo>
                  <a:lnTo>
                    <a:pt x="331558" y="197429"/>
                  </a:lnTo>
                  <a:lnTo>
                    <a:pt x="332434" y="192206"/>
                  </a:lnTo>
                  <a:lnTo>
                    <a:pt x="333144" y="186958"/>
                  </a:lnTo>
                  <a:lnTo>
                    <a:pt x="333688" y="181690"/>
                  </a:lnTo>
                  <a:lnTo>
                    <a:pt x="334064" y="176408"/>
                  </a:lnTo>
                  <a:lnTo>
                    <a:pt x="334273" y="171116"/>
                  </a:lnTo>
                  <a:lnTo>
                    <a:pt x="334314" y="165821"/>
                  </a:lnTo>
                  <a:lnTo>
                    <a:pt x="334188" y="160527"/>
                  </a:lnTo>
                  <a:lnTo>
                    <a:pt x="333894" y="155239"/>
                  </a:lnTo>
                  <a:lnTo>
                    <a:pt x="333432" y="149963"/>
                  </a:lnTo>
                  <a:lnTo>
                    <a:pt x="332804" y="144705"/>
                  </a:lnTo>
                  <a:lnTo>
                    <a:pt x="332009" y="139469"/>
                  </a:lnTo>
                  <a:lnTo>
                    <a:pt x="331049" y="134261"/>
                  </a:lnTo>
                  <a:lnTo>
                    <a:pt x="329925" y="129086"/>
                  </a:lnTo>
                  <a:lnTo>
                    <a:pt x="328637" y="123949"/>
                  </a:lnTo>
                  <a:lnTo>
                    <a:pt x="327187" y="118856"/>
                  </a:lnTo>
                  <a:lnTo>
                    <a:pt x="325576" y="113811"/>
                  </a:lnTo>
                  <a:lnTo>
                    <a:pt x="323806" y="108820"/>
                  </a:lnTo>
                  <a:lnTo>
                    <a:pt x="321880" y="103887"/>
                  </a:lnTo>
                  <a:lnTo>
                    <a:pt x="319798" y="99017"/>
                  </a:lnTo>
                  <a:lnTo>
                    <a:pt x="317562" y="94216"/>
                  </a:lnTo>
                  <a:lnTo>
                    <a:pt x="315176" y="89489"/>
                  </a:lnTo>
                  <a:lnTo>
                    <a:pt x="312641" y="84839"/>
                  </a:lnTo>
                  <a:lnTo>
                    <a:pt x="309961" y="80272"/>
                  </a:lnTo>
                  <a:lnTo>
                    <a:pt x="307136" y="75792"/>
                  </a:lnTo>
                  <a:lnTo>
                    <a:pt x="304172" y="71404"/>
                  </a:lnTo>
                  <a:lnTo>
                    <a:pt x="301070" y="67112"/>
                  </a:lnTo>
                  <a:lnTo>
                    <a:pt x="297833" y="62920"/>
                  </a:lnTo>
                  <a:lnTo>
                    <a:pt x="294466" y="58833"/>
                  </a:lnTo>
                  <a:lnTo>
                    <a:pt x="290970" y="54855"/>
                  </a:lnTo>
                  <a:lnTo>
                    <a:pt x="287350" y="50989"/>
                  </a:lnTo>
                  <a:lnTo>
                    <a:pt x="283610" y="47240"/>
                  </a:lnTo>
                  <a:lnTo>
                    <a:pt x="279753" y="43611"/>
                  </a:lnTo>
                  <a:lnTo>
                    <a:pt x="275783" y="40106"/>
                  </a:lnTo>
                  <a:lnTo>
                    <a:pt x="271704" y="36729"/>
                  </a:lnTo>
                  <a:lnTo>
                    <a:pt x="267519" y="33483"/>
                  </a:lnTo>
                  <a:lnTo>
                    <a:pt x="263235" y="30371"/>
                  </a:lnTo>
                  <a:lnTo>
                    <a:pt x="258853" y="27396"/>
                  </a:lnTo>
                  <a:lnTo>
                    <a:pt x="254380" y="24562"/>
                  </a:lnTo>
                  <a:lnTo>
                    <a:pt x="249819" y="21870"/>
                  </a:lnTo>
                  <a:lnTo>
                    <a:pt x="245175" y="19325"/>
                  </a:lnTo>
                  <a:lnTo>
                    <a:pt x="240453" y="16927"/>
                  </a:lnTo>
                  <a:lnTo>
                    <a:pt x="235657" y="14681"/>
                  </a:lnTo>
                  <a:lnTo>
                    <a:pt x="230793" y="1258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2980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8530"/>
              <a:ext cx="63640" cy="159029"/>
            </a:xfrm>
            <a:custGeom>
              <a:avLst/>
              <a:pathLst>
                <a:path w="63640" h="159029">
                  <a:moveTo>
                    <a:pt x="63640" y="4450"/>
                  </a:moveTo>
                  <a:lnTo>
                    <a:pt x="51521" y="0"/>
                  </a:lnTo>
                  <a:lnTo>
                    <a:pt x="0" y="159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51521" cy="167167"/>
            </a:xfrm>
            <a:custGeom>
              <a:avLst/>
              <a:pathLst>
                <a:path w="51521" h="167167">
                  <a:moveTo>
                    <a:pt x="51521" y="8137"/>
                  </a:moveTo>
                  <a:lnTo>
                    <a:pt x="45255" y="6242"/>
                  </a:lnTo>
                  <a:lnTo>
                    <a:pt x="38919" y="4593"/>
                  </a:lnTo>
                  <a:lnTo>
                    <a:pt x="32524" y="3194"/>
                  </a:lnTo>
                  <a:lnTo>
                    <a:pt x="26079" y="2046"/>
                  </a:lnTo>
                  <a:lnTo>
                    <a:pt x="19594" y="1152"/>
                  </a:lnTo>
                  <a:lnTo>
                    <a:pt x="13080" y="512"/>
                  </a:lnTo>
                  <a:lnTo>
                    <a:pt x="6545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412" y="4659281"/>
              <a:ext cx="167112" cy="167167"/>
            </a:xfrm>
            <a:custGeom>
              <a:avLst/>
              <a:pathLst>
                <a:path w="167112" h="167167">
                  <a:moveTo>
                    <a:pt x="167112" y="0"/>
                  </a:moveTo>
                  <a:lnTo>
                    <a:pt x="161732" y="86"/>
                  </a:lnTo>
                  <a:lnTo>
                    <a:pt x="156357" y="346"/>
                  </a:lnTo>
                  <a:lnTo>
                    <a:pt x="150994" y="778"/>
                  </a:lnTo>
                  <a:lnTo>
                    <a:pt x="145647" y="1383"/>
                  </a:lnTo>
                  <a:lnTo>
                    <a:pt x="140323" y="2160"/>
                  </a:lnTo>
                  <a:lnTo>
                    <a:pt x="135027" y="3107"/>
                  </a:lnTo>
                  <a:lnTo>
                    <a:pt x="129763" y="4225"/>
                  </a:lnTo>
                  <a:lnTo>
                    <a:pt x="124539" y="5511"/>
                  </a:lnTo>
                  <a:lnTo>
                    <a:pt x="119358" y="6965"/>
                  </a:lnTo>
                  <a:lnTo>
                    <a:pt x="114227" y="8585"/>
                  </a:lnTo>
                  <a:lnTo>
                    <a:pt x="109151" y="10369"/>
                  </a:lnTo>
                  <a:lnTo>
                    <a:pt x="104135" y="12316"/>
                  </a:lnTo>
                  <a:lnTo>
                    <a:pt x="99184" y="14423"/>
                  </a:lnTo>
                  <a:lnTo>
                    <a:pt x="94303" y="16688"/>
                  </a:lnTo>
                  <a:lnTo>
                    <a:pt x="89498" y="19109"/>
                  </a:lnTo>
                  <a:lnTo>
                    <a:pt x="84774" y="21684"/>
                  </a:lnTo>
                  <a:lnTo>
                    <a:pt x="80134" y="24409"/>
                  </a:lnTo>
                  <a:lnTo>
                    <a:pt x="75585" y="27282"/>
                  </a:lnTo>
                  <a:lnTo>
                    <a:pt x="71130" y="30300"/>
                  </a:lnTo>
                  <a:lnTo>
                    <a:pt x="66775" y="33460"/>
                  </a:lnTo>
                  <a:lnTo>
                    <a:pt x="62524" y="36758"/>
                  </a:lnTo>
                  <a:lnTo>
                    <a:pt x="58381" y="40192"/>
                  </a:lnTo>
                  <a:lnTo>
                    <a:pt x="54351" y="43757"/>
                  </a:lnTo>
                  <a:lnTo>
                    <a:pt x="50438" y="47450"/>
                  </a:lnTo>
                  <a:lnTo>
                    <a:pt x="46646" y="51267"/>
                  </a:lnTo>
                  <a:lnTo>
                    <a:pt x="42978" y="55203"/>
                  </a:lnTo>
                  <a:lnTo>
                    <a:pt x="39439" y="59256"/>
                  </a:lnTo>
                  <a:lnTo>
                    <a:pt x="36032" y="63421"/>
                  </a:lnTo>
                  <a:lnTo>
                    <a:pt x="32761" y="67693"/>
                  </a:lnTo>
                  <a:lnTo>
                    <a:pt x="29630" y="72069"/>
                  </a:lnTo>
                  <a:lnTo>
                    <a:pt x="26640" y="76543"/>
                  </a:lnTo>
                  <a:lnTo>
                    <a:pt x="23796" y="81110"/>
                  </a:lnTo>
                  <a:lnTo>
                    <a:pt x="21101" y="85767"/>
                  </a:lnTo>
                  <a:lnTo>
                    <a:pt x="18557" y="90508"/>
                  </a:lnTo>
                  <a:lnTo>
                    <a:pt x="16167" y="95329"/>
                  </a:lnTo>
                  <a:lnTo>
                    <a:pt x="13933" y="100224"/>
                  </a:lnTo>
                  <a:lnTo>
                    <a:pt x="11858" y="105188"/>
                  </a:lnTo>
                  <a:lnTo>
                    <a:pt x="9944" y="110217"/>
                  </a:lnTo>
                  <a:lnTo>
                    <a:pt x="8192" y="115305"/>
                  </a:lnTo>
                  <a:lnTo>
                    <a:pt x="6606" y="120446"/>
                  </a:lnTo>
                  <a:lnTo>
                    <a:pt x="5185" y="125636"/>
                  </a:lnTo>
                  <a:lnTo>
                    <a:pt x="3933" y="130869"/>
                  </a:lnTo>
                  <a:lnTo>
                    <a:pt x="2849" y="136139"/>
                  </a:lnTo>
                  <a:lnTo>
                    <a:pt x="1935" y="141441"/>
                  </a:lnTo>
                  <a:lnTo>
                    <a:pt x="1193" y="146771"/>
                  </a:lnTo>
                  <a:lnTo>
                    <a:pt x="623" y="152121"/>
                  </a:lnTo>
                  <a:lnTo>
                    <a:pt x="225" y="157487"/>
                  </a:lnTo>
                  <a:lnTo>
                    <a:pt x="0" y="162863"/>
                  </a:lnTo>
                  <a:lnTo>
                    <a:pt x="16711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412" y="4822145"/>
              <a:ext cx="167112" cy="4304"/>
            </a:xfrm>
            <a:custGeom>
              <a:avLst/>
              <a:pathLst>
                <a:path w="167112" h="4304">
                  <a:moveTo>
                    <a:pt x="0" y="0"/>
                  </a:moveTo>
                  <a:lnTo>
                    <a:pt x="167112" y="43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412" y="4822145"/>
              <a:ext cx="167112" cy="15058"/>
            </a:xfrm>
            <a:custGeom>
              <a:avLst/>
              <a:pathLst>
                <a:path w="167112" h="15058">
                  <a:moveTo>
                    <a:pt x="0" y="0"/>
                  </a:moveTo>
                  <a:lnTo>
                    <a:pt x="290" y="15058"/>
                  </a:lnTo>
                  <a:lnTo>
                    <a:pt x="167112" y="4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19703" y="4659281"/>
              <a:ext cx="333978" cy="334326"/>
            </a:xfrm>
            <a:custGeom>
              <a:avLst/>
              <a:pathLst>
                <a:path w="333978" h="334326">
                  <a:moveTo>
                    <a:pt x="0" y="177921"/>
                  </a:moveTo>
                  <a:lnTo>
                    <a:pt x="426" y="183226"/>
                  </a:lnTo>
                  <a:lnTo>
                    <a:pt x="1022" y="188514"/>
                  </a:lnTo>
                  <a:lnTo>
                    <a:pt x="1785" y="193781"/>
                  </a:lnTo>
                  <a:lnTo>
                    <a:pt x="2716" y="199020"/>
                  </a:lnTo>
                  <a:lnTo>
                    <a:pt x="3813" y="204228"/>
                  </a:lnTo>
                  <a:lnTo>
                    <a:pt x="5075" y="209397"/>
                  </a:lnTo>
                  <a:lnTo>
                    <a:pt x="6502" y="214524"/>
                  </a:lnTo>
                  <a:lnTo>
                    <a:pt x="8090" y="219603"/>
                  </a:lnTo>
                  <a:lnTo>
                    <a:pt x="9840" y="224629"/>
                  </a:lnTo>
                  <a:lnTo>
                    <a:pt x="11748" y="229597"/>
                  </a:lnTo>
                  <a:lnTo>
                    <a:pt x="13814" y="234501"/>
                  </a:lnTo>
                  <a:lnTo>
                    <a:pt x="16035" y="239337"/>
                  </a:lnTo>
                  <a:lnTo>
                    <a:pt x="18408" y="244100"/>
                  </a:lnTo>
                  <a:lnTo>
                    <a:pt x="20932" y="248785"/>
                  </a:lnTo>
                  <a:lnTo>
                    <a:pt x="23604" y="253388"/>
                  </a:lnTo>
                  <a:lnTo>
                    <a:pt x="26421" y="257903"/>
                  </a:lnTo>
                  <a:lnTo>
                    <a:pt x="29381" y="262326"/>
                  </a:lnTo>
                  <a:lnTo>
                    <a:pt x="32479" y="266652"/>
                  </a:lnTo>
                  <a:lnTo>
                    <a:pt x="35714" y="270878"/>
                  </a:lnTo>
                  <a:lnTo>
                    <a:pt x="39082" y="274999"/>
                  </a:lnTo>
                  <a:lnTo>
                    <a:pt x="42579" y="279010"/>
                  </a:lnTo>
                  <a:lnTo>
                    <a:pt x="46201" y="282908"/>
                  </a:lnTo>
                  <a:lnTo>
                    <a:pt x="49947" y="286689"/>
                  </a:lnTo>
                  <a:lnTo>
                    <a:pt x="53810" y="290348"/>
                  </a:lnTo>
                  <a:lnTo>
                    <a:pt x="57788" y="293883"/>
                  </a:lnTo>
                  <a:lnTo>
                    <a:pt x="61877" y="297289"/>
                  </a:lnTo>
                  <a:lnTo>
                    <a:pt x="66072" y="300564"/>
                  </a:lnTo>
                  <a:lnTo>
                    <a:pt x="70369" y="303703"/>
                  </a:lnTo>
                  <a:lnTo>
                    <a:pt x="74764" y="306704"/>
                  </a:lnTo>
                  <a:lnTo>
                    <a:pt x="79252" y="309563"/>
                  </a:lnTo>
                  <a:lnTo>
                    <a:pt x="83829" y="312279"/>
                  </a:lnTo>
                  <a:lnTo>
                    <a:pt x="88490" y="314847"/>
                  </a:lnTo>
                  <a:lnTo>
                    <a:pt x="93231" y="317265"/>
                  </a:lnTo>
                  <a:lnTo>
                    <a:pt x="98046" y="319531"/>
                  </a:lnTo>
                  <a:lnTo>
                    <a:pt x="102930" y="321643"/>
                  </a:lnTo>
                  <a:lnTo>
                    <a:pt x="107880" y="323599"/>
                  </a:lnTo>
                  <a:lnTo>
                    <a:pt x="112889" y="325396"/>
                  </a:lnTo>
                  <a:lnTo>
                    <a:pt x="117953" y="327032"/>
                  </a:lnTo>
                  <a:lnTo>
                    <a:pt x="123066" y="328507"/>
                  </a:lnTo>
                  <a:lnTo>
                    <a:pt x="128224" y="329818"/>
                  </a:lnTo>
                  <a:lnTo>
                    <a:pt x="133420" y="330964"/>
                  </a:lnTo>
                  <a:lnTo>
                    <a:pt x="138651" y="331944"/>
                  </a:lnTo>
                  <a:lnTo>
                    <a:pt x="143910" y="332757"/>
                  </a:lnTo>
                  <a:lnTo>
                    <a:pt x="149192" y="333402"/>
                  </a:lnTo>
                  <a:lnTo>
                    <a:pt x="154493" y="333879"/>
                  </a:lnTo>
                  <a:lnTo>
                    <a:pt x="159805" y="334187"/>
                  </a:lnTo>
                  <a:lnTo>
                    <a:pt x="165125" y="334326"/>
                  </a:lnTo>
                  <a:lnTo>
                    <a:pt x="170447" y="334295"/>
                  </a:lnTo>
                  <a:lnTo>
                    <a:pt x="175765" y="334095"/>
                  </a:lnTo>
                  <a:lnTo>
                    <a:pt x="181074" y="333726"/>
                  </a:lnTo>
                  <a:lnTo>
                    <a:pt x="186368" y="333188"/>
                  </a:lnTo>
                  <a:lnTo>
                    <a:pt x="191643" y="332481"/>
                  </a:lnTo>
                  <a:lnTo>
                    <a:pt x="196892" y="331607"/>
                  </a:lnTo>
                  <a:lnTo>
                    <a:pt x="202111" y="330567"/>
                  </a:lnTo>
                  <a:lnTo>
                    <a:pt x="207294" y="329361"/>
                  </a:lnTo>
                  <a:lnTo>
                    <a:pt x="212436" y="327990"/>
                  </a:lnTo>
                  <a:lnTo>
                    <a:pt x="217532" y="326457"/>
                  </a:lnTo>
                  <a:lnTo>
                    <a:pt x="222577" y="324762"/>
                  </a:lnTo>
                  <a:lnTo>
                    <a:pt x="227565" y="322907"/>
                  </a:lnTo>
                  <a:lnTo>
                    <a:pt x="232491" y="320895"/>
                  </a:lnTo>
                  <a:lnTo>
                    <a:pt x="237351" y="318727"/>
                  </a:lnTo>
                  <a:lnTo>
                    <a:pt x="242140" y="316405"/>
                  </a:lnTo>
                  <a:lnTo>
                    <a:pt x="246852" y="313932"/>
                  </a:lnTo>
                  <a:lnTo>
                    <a:pt x="251483" y="311310"/>
                  </a:lnTo>
                  <a:lnTo>
                    <a:pt x="256028" y="308542"/>
                  </a:lnTo>
                  <a:lnTo>
                    <a:pt x="260483" y="305631"/>
                  </a:lnTo>
                  <a:lnTo>
                    <a:pt x="264843" y="302580"/>
                  </a:lnTo>
                  <a:lnTo>
                    <a:pt x="269103" y="299391"/>
                  </a:lnTo>
                  <a:lnTo>
                    <a:pt x="273260" y="296068"/>
                  </a:lnTo>
                  <a:lnTo>
                    <a:pt x="277309" y="292615"/>
                  </a:lnTo>
                  <a:lnTo>
                    <a:pt x="281246" y="289034"/>
                  </a:lnTo>
                  <a:lnTo>
                    <a:pt x="285068" y="285330"/>
                  </a:lnTo>
                  <a:lnTo>
                    <a:pt x="288769" y="281507"/>
                  </a:lnTo>
                  <a:lnTo>
                    <a:pt x="292347" y="277567"/>
                  </a:lnTo>
                  <a:lnTo>
                    <a:pt x="295797" y="273516"/>
                  </a:lnTo>
                  <a:lnTo>
                    <a:pt x="299117" y="269356"/>
                  </a:lnTo>
                  <a:lnTo>
                    <a:pt x="302302" y="265094"/>
                  </a:lnTo>
                  <a:lnTo>
                    <a:pt x="305351" y="260732"/>
                  </a:lnTo>
                  <a:lnTo>
                    <a:pt x="308259" y="256275"/>
                  </a:lnTo>
                  <a:lnTo>
                    <a:pt x="311023" y="251728"/>
                  </a:lnTo>
                  <a:lnTo>
                    <a:pt x="313642" y="247095"/>
                  </a:lnTo>
                  <a:lnTo>
                    <a:pt x="316112" y="242381"/>
                  </a:lnTo>
                  <a:lnTo>
                    <a:pt x="318430" y="237591"/>
                  </a:lnTo>
                  <a:lnTo>
                    <a:pt x="320595" y="232729"/>
                  </a:lnTo>
                  <a:lnTo>
                    <a:pt x="322604" y="227801"/>
                  </a:lnTo>
                  <a:lnTo>
                    <a:pt x="324455" y="222812"/>
                  </a:lnTo>
                  <a:lnTo>
                    <a:pt x="326146" y="217766"/>
                  </a:lnTo>
                  <a:lnTo>
                    <a:pt x="327676" y="212669"/>
                  </a:lnTo>
                  <a:lnTo>
                    <a:pt x="329043" y="207526"/>
                  </a:lnTo>
                  <a:lnTo>
                    <a:pt x="330245" y="202342"/>
                  </a:lnTo>
                  <a:lnTo>
                    <a:pt x="331282" y="197122"/>
                  </a:lnTo>
                  <a:lnTo>
                    <a:pt x="332152" y="191872"/>
                  </a:lnTo>
                  <a:lnTo>
                    <a:pt x="332855" y="186597"/>
                  </a:lnTo>
                  <a:lnTo>
                    <a:pt x="333389" y="181302"/>
                  </a:lnTo>
                  <a:lnTo>
                    <a:pt x="333755" y="175993"/>
                  </a:lnTo>
                  <a:lnTo>
                    <a:pt x="333951" y="170675"/>
                  </a:lnTo>
                  <a:lnTo>
                    <a:pt x="333978" y="165354"/>
                  </a:lnTo>
                  <a:lnTo>
                    <a:pt x="333836" y="160034"/>
                  </a:lnTo>
                  <a:lnTo>
                    <a:pt x="333524" y="154721"/>
                  </a:lnTo>
                  <a:lnTo>
                    <a:pt x="333044" y="149421"/>
                  </a:lnTo>
                  <a:lnTo>
                    <a:pt x="332394" y="144140"/>
                  </a:lnTo>
                  <a:lnTo>
                    <a:pt x="331578" y="138881"/>
                  </a:lnTo>
                  <a:lnTo>
                    <a:pt x="330594" y="133651"/>
                  </a:lnTo>
                  <a:lnTo>
                    <a:pt x="329444" y="128455"/>
                  </a:lnTo>
                  <a:lnTo>
                    <a:pt x="328129" y="123298"/>
                  </a:lnTo>
                  <a:lnTo>
                    <a:pt x="326651" y="118186"/>
                  </a:lnTo>
                  <a:lnTo>
                    <a:pt x="325011" y="113123"/>
                  </a:lnTo>
                  <a:lnTo>
                    <a:pt x="323211" y="108116"/>
                  </a:lnTo>
                  <a:lnTo>
                    <a:pt x="321252" y="103167"/>
                  </a:lnTo>
                  <a:lnTo>
                    <a:pt x="319137" y="98284"/>
                  </a:lnTo>
                  <a:lnTo>
                    <a:pt x="316867" y="93471"/>
                  </a:lnTo>
                  <a:lnTo>
                    <a:pt x="314445" y="88732"/>
                  </a:lnTo>
                  <a:lnTo>
                    <a:pt x="311874" y="84073"/>
                  </a:lnTo>
                  <a:lnTo>
                    <a:pt x="309155" y="79498"/>
                  </a:lnTo>
                  <a:lnTo>
                    <a:pt x="306293" y="75012"/>
                  </a:lnTo>
                  <a:lnTo>
                    <a:pt x="303289" y="70619"/>
                  </a:lnTo>
                  <a:lnTo>
                    <a:pt x="300146" y="66324"/>
                  </a:lnTo>
                  <a:lnTo>
                    <a:pt x="296869" y="62132"/>
                  </a:lnTo>
                  <a:lnTo>
                    <a:pt x="293460" y="58045"/>
                  </a:lnTo>
                  <a:lnTo>
                    <a:pt x="289922" y="54070"/>
                  </a:lnTo>
                  <a:lnTo>
                    <a:pt x="286260" y="50209"/>
                  </a:lnTo>
                  <a:lnTo>
                    <a:pt x="282477" y="46466"/>
                  </a:lnTo>
                  <a:lnTo>
                    <a:pt x="278576" y="42846"/>
                  </a:lnTo>
                  <a:lnTo>
                    <a:pt x="274562" y="39352"/>
                  </a:lnTo>
                  <a:lnTo>
                    <a:pt x="270439" y="35987"/>
                  </a:lnTo>
                  <a:lnTo>
                    <a:pt x="266211" y="32755"/>
                  </a:lnTo>
                  <a:lnTo>
                    <a:pt x="261882" y="29660"/>
                  </a:lnTo>
                  <a:lnTo>
                    <a:pt x="257457" y="26704"/>
                  </a:lnTo>
                  <a:lnTo>
                    <a:pt x="252940" y="23890"/>
                  </a:lnTo>
                  <a:lnTo>
                    <a:pt x="248336" y="21221"/>
                  </a:lnTo>
                  <a:lnTo>
                    <a:pt x="243649" y="18700"/>
                  </a:lnTo>
                  <a:lnTo>
                    <a:pt x="238885" y="16330"/>
                  </a:lnTo>
                  <a:lnTo>
                    <a:pt x="234047" y="14113"/>
                  </a:lnTo>
                  <a:lnTo>
                    <a:pt x="229141" y="12051"/>
                  </a:lnTo>
                  <a:lnTo>
                    <a:pt x="224172" y="10145"/>
                  </a:lnTo>
                  <a:lnTo>
                    <a:pt x="219145" y="8400"/>
                  </a:lnTo>
                  <a:lnTo>
                    <a:pt x="214065" y="6814"/>
                  </a:lnTo>
                  <a:lnTo>
                    <a:pt x="208937" y="5392"/>
                  </a:lnTo>
                  <a:lnTo>
                    <a:pt x="203766" y="4133"/>
                  </a:lnTo>
                  <a:lnTo>
                    <a:pt x="198558" y="3040"/>
                  </a:lnTo>
                  <a:lnTo>
                    <a:pt x="193318" y="2113"/>
                  </a:lnTo>
                  <a:lnTo>
                    <a:pt x="188051" y="1353"/>
                  </a:lnTo>
                  <a:lnTo>
                    <a:pt x="182762" y="761"/>
                  </a:lnTo>
                  <a:lnTo>
                    <a:pt x="177457" y="338"/>
                  </a:lnTo>
                  <a:lnTo>
                    <a:pt x="172142" y="84"/>
                  </a:lnTo>
                  <a:lnTo>
                    <a:pt x="166821" y="0"/>
                  </a:lnTo>
                  <a:lnTo>
                    <a:pt x="1668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66" y="5018213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4" y="5336"/>
                  </a:lnTo>
                  <a:lnTo>
                    <a:pt x="120151" y="6743"/>
                  </a:lnTo>
                  <a:lnTo>
                    <a:pt x="115095" y="8312"/>
                  </a:lnTo>
                  <a:lnTo>
                    <a:pt x="110091" y="10040"/>
                  </a:lnTo>
                  <a:lnTo>
                    <a:pt x="105145" y="11926"/>
                  </a:lnTo>
                  <a:lnTo>
                    <a:pt x="100261" y="13967"/>
                  </a:lnTo>
                  <a:lnTo>
                    <a:pt x="95443" y="16162"/>
                  </a:lnTo>
                  <a:lnTo>
                    <a:pt x="90698" y="18508"/>
                  </a:lnTo>
                  <a:lnTo>
                    <a:pt x="86029" y="21003"/>
                  </a:lnTo>
                  <a:lnTo>
                    <a:pt x="81442" y="23645"/>
                  </a:lnTo>
                  <a:lnTo>
                    <a:pt x="76941" y="26431"/>
                  </a:lnTo>
                  <a:lnTo>
                    <a:pt x="72530" y="29358"/>
                  </a:lnTo>
                  <a:lnTo>
                    <a:pt x="68214" y="32423"/>
                  </a:lnTo>
                  <a:lnTo>
                    <a:pt x="63997" y="35623"/>
                  </a:lnTo>
                  <a:lnTo>
                    <a:pt x="59884" y="38956"/>
                  </a:lnTo>
                  <a:lnTo>
                    <a:pt x="55878" y="42416"/>
                  </a:lnTo>
                  <a:lnTo>
                    <a:pt x="51984" y="46002"/>
                  </a:lnTo>
                  <a:lnTo>
                    <a:pt x="48205" y="49710"/>
                  </a:lnTo>
                  <a:lnTo>
                    <a:pt x="44546" y="53535"/>
                  </a:lnTo>
                  <a:lnTo>
                    <a:pt x="41009" y="57474"/>
                  </a:lnTo>
                  <a:lnTo>
                    <a:pt x="37599" y="61523"/>
                  </a:lnTo>
                  <a:lnTo>
                    <a:pt x="34319" y="65678"/>
                  </a:lnTo>
                  <a:lnTo>
                    <a:pt x="31172" y="69935"/>
                  </a:lnTo>
                  <a:lnTo>
                    <a:pt x="28162" y="74289"/>
                  </a:lnTo>
                  <a:lnTo>
                    <a:pt x="25291" y="78737"/>
                  </a:lnTo>
                  <a:lnTo>
                    <a:pt x="22562" y="83273"/>
                  </a:lnTo>
                  <a:lnTo>
                    <a:pt x="19978" y="87893"/>
                  </a:lnTo>
                  <a:lnTo>
                    <a:pt x="17542" y="92593"/>
                  </a:lnTo>
                  <a:lnTo>
                    <a:pt x="15256" y="97367"/>
                  </a:lnTo>
                  <a:lnTo>
                    <a:pt x="13122" y="102212"/>
                  </a:lnTo>
                  <a:lnTo>
                    <a:pt x="11142" y="107121"/>
                  </a:lnTo>
                  <a:lnTo>
                    <a:pt x="9319" y="112091"/>
                  </a:lnTo>
                  <a:lnTo>
                    <a:pt x="7655" y="117116"/>
                  </a:lnTo>
                  <a:lnTo>
                    <a:pt x="6150" y="122192"/>
                  </a:lnTo>
                  <a:lnTo>
                    <a:pt x="4807" y="127312"/>
                  </a:lnTo>
                  <a:lnTo>
                    <a:pt x="3626" y="132473"/>
                  </a:lnTo>
                  <a:lnTo>
                    <a:pt x="2610" y="137668"/>
                  </a:lnTo>
                  <a:lnTo>
                    <a:pt x="1758" y="142892"/>
                  </a:lnTo>
                  <a:lnTo>
                    <a:pt x="1072" y="148142"/>
                  </a:lnTo>
                  <a:lnTo>
                    <a:pt x="553" y="153410"/>
                  </a:lnTo>
                  <a:lnTo>
                    <a:pt x="201" y="158692"/>
                  </a:lnTo>
                  <a:lnTo>
                    <a:pt x="17" y="163982"/>
                  </a:lnTo>
                  <a:lnTo>
                    <a:pt x="0" y="169276"/>
                  </a:lnTo>
                  <a:lnTo>
                    <a:pt x="150" y="174567"/>
                  </a:lnTo>
                  <a:lnTo>
                    <a:pt x="468" y="179851"/>
                  </a:lnTo>
                  <a:lnTo>
                    <a:pt x="953" y="185123"/>
                  </a:lnTo>
                  <a:lnTo>
                    <a:pt x="1605" y="190376"/>
                  </a:lnTo>
                  <a:lnTo>
                    <a:pt x="2423" y="195606"/>
                  </a:lnTo>
                  <a:lnTo>
                    <a:pt x="3406" y="200808"/>
                  </a:lnTo>
                  <a:lnTo>
                    <a:pt x="4553" y="205976"/>
                  </a:lnTo>
                  <a:lnTo>
                    <a:pt x="5864" y="211105"/>
                  </a:lnTo>
                  <a:lnTo>
                    <a:pt x="7336" y="216190"/>
                  </a:lnTo>
                  <a:lnTo>
                    <a:pt x="8968" y="221225"/>
                  </a:lnTo>
                  <a:lnTo>
                    <a:pt x="10759" y="226207"/>
                  </a:lnTo>
                  <a:lnTo>
                    <a:pt x="12707" y="231129"/>
                  </a:lnTo>
                  <a:lnTo>
                    <a:pt x="14810" y="235987"/>
                  </a:lnTo>
                  <a:lnTo>
                    <a:pt x="17065" y="240776"/>
                  </a:lnTo>
                  <a:lnTo>
                    <a:pt x="19471" y="245492"/>
                  </a:lnTo>
                  <a:lnTo>
                    <a:pt x="22025" y="250129"/>
                  </a:lnTo>
                  <a:lnTo>
                    <a:pt x="24725" y="254682"/>
                  </a:lnTo>
                  <a:lnTo>
                    <a:pt x="27567" y="259148"/>
                  </a:lnTo>
                  <a:lnTo>
                    <a:pt x="30549" y="263522"/>
                  </a:lnTo>
                  <a:lnTo>
                    <a:pt x="33669" y="267799"/>
                  </a:lnTo>
                  <a:lnTo>
                    <a:pt x="36922" y="271975"/>
                  </a:lnTo>
                  <a:lnTo>
                    <a:pt x="40306" y="276046"/>
                  </a:lnTo>
                  <a:lnTo>
                    <a:pt x="43817" y="280007"/>
                  </a:lnTo>
                  <a:lnTo>
                    <a:pt x="47451" y="283856"/>
                  </a:lnTo>
                  <a:lnTo>
                    <a:pt x="51206" y="287588"/>
                  </a:lnTo>
                  <a:lnTo>
                    <a:pt x="55077" y="291199"/>
                  </a:lnTo>
                  <a:lnTo>
                    <a:pt x="59061" y="294685"/>
                  </a:lnTo>
                  <a:lnTo>
                    <a:pt x="63152" y="298044"/>
                  </a:lnTo>
                  <a:lnTo>
                    <a:pt x="67349" y="301271"/>
                  </a:lnTo>
                  <a:lnTo>
                    <a:pt x="71645" y="304364"/>
                  </a:lnTo>
                  <a:lnTo>
                    <a:pt x="76037" y="307319"/>
                  </a:lnTo>
                  <a:lnTo>
                    <a:pt x="80520" y="310134"/>
                  </a:lnTo>
                  <a:lnTo>
                    <a:pt x="85090" y="312805"/>
                  </a:lnTo>
                  <a:lnTo>
                    <a:pt x="89743" y="315331"/>
                  </a:lnTo>
                  <a:lnTo>
                    <a:pt x="94473" y="317707"/>
                  </a:lnTo>
                  <a:lnTo>
                    <a:pt x="99276" y="319933"/>
                  </a:lnTo>
                  <a:lnTo>
                    <a:pt x="104147" y="322006"/>
                  </a:lnTo>
                  <a:lnTo>
                    <a:pt x="109081" y="323923"/>
                  </a:lnTo>
                  <a:lnTo>
                    <a:pt x="114074" y="325683"/>
                  </a:lnTo>
                  <a:lnTo>
                    <a:pt x="119119" y="327285"/>
                  </a:lnTo>
                  <a:lnTo>
                    <a:pt x="124213" y="328725"/>
                  </a:lnTo>
                  <a:lnTo>
                    <a:pt x="129350" y="330004"/>
                  </a:lnTo>
                  <a:lnTo>
                    <a:pt x="134525" y="331119"/>
                  </a:lnTo>
                  <a:lnTo>
                    <a:pt x="139732" y="332070"/>
                  </a:lnTo>
                  <a:lnTo>
                    <a:pt x="144968" y="332856"/>
                  </a:lnTo>
                  <a:lnTo>
                    <a:pt x="150225" y="333475"/>
                  </a:lnTo>
                  <a:lnTo>
                    <a:pt x="155499" y="333928"/>
                  </a:lnTo>
                  <a:lnTo>
                    <a:pt x="160785" y="334213"/>
                  </a:lnTo>
                  <a:lnTo>
                    <a:pt x="166077" y="334331"/>
                  </a:lnTo>
                  <a:lnTo>
                    <a:pt x="171371" y="334281"/>
                  </a:lnTo>
                  <a:lnTo>
                    <a:pt x="176660" y="334064"/>
                  </a:lnTo>
                  <a:lnTo>
                    <a:pt x="181940" y="333679"/>
                  </a:lnTo>
                  <a:lnTo>
                    <a:pt x="187205" y="333128"/>
                  </a:lnTo>
                  <a:lnTo>
                    <a:pt x="192449" y="332409"/>
                  </a:lnTo>
                  <a:lnTo>
                    <a:pt x="197669" y="331526"/>
                  </a:lnTo>
                  <a:lnTo>
                    <a:pt x="202858" y="330477"/>
                  </a:lnTo>
                  <a:lnTo>
                    <a:pt x="208011" y="329265"/>
                  </a:lnTo>
                  <a:lnTo>
                    <a:pt x="213123" y="327890"/>
                  </a:lnTo>
                  <a:lnTo>
                    <a:pt x="218188" y="326354"/>
                  </a:lnTo>
                  <a:lnTo>
                    <a:pt x="223203" y="324658"/>
                  </a:lnTo>
                  <a:lnTo>
                    <a:pt x="228162" y="322804"/>
                  </a:lnTo>
                  <a:lnTo>
                    <a:pt x="233059" y="320795"/>
                  </a:lnTo>
                  <a:lnTo>
                    <a:pt x="237890" y="318631"/>
                  </a:lnTo>
                  <a:lnTo>
                    <a:pt x="242651" y="316315"/>
                  </a:lnTo>
                  <a:lnTo>
                    <a:pt x="247335" y="313850"/>
                  </a:lnTo>
                  <a:lnTo>
                    <a:pt x="251939" y="311237"/>
                  </a:lnTo>
                  <a:lnTo>
                    <a:pt x="256459" y="308481"/>
                  </a:lnTo>
                  <a:lnTo>
                    <a:pt x="260888" y="305582"/>
                  </a:lnTo>
                  <a:lnTo>
                    <a:pt x="265224" y="302545"/>
                  </a:lnTo>
                  <a:lnTo>
                    <a:pt x="269461" y="299372"/>
                  </a:lnTo>
                  <a:lnTo>
                    <a:pt x="273596" y="296066"/>
                  </a:lnTo>
                  <a:lnTo>
                    <a:pt x="277624" y="292631"/>
                  </a:lnTo>
                  <a:lnTo>
                    <a:pt x="281541" y="289071"/>
                  </a:lnTo>
                  <a:lnTo>
                    <a:pt x="285343" y="285388"/>
                  </a:lnTo>
                  <a:lnTo>
                    <a:pt x="289027" y="281586"/>
                  </a:lnTo>
                  <a:lnTo>
                    <a:pt x="292589" y="277670"/>
                  </a:lnTo>
                  <a:lnTo>
                    <a:pt x="296025" y="273643"/>
                  </a:lnTo>
                  <a:lnTo>
                    <a:pt x="299332" y="269509"/>
                  </a:lnTo>
                  <a:lnTo>
                    <a:pt x="302506" y="265272"/>
                  </a:lnTo>
                  <a:lnTo>
                    <a:pt x="305544" y="260938"/>
                  </a:lnTo>
                  <a:lnTo>
                    <a:pt x="308444" y="256509"/>
                  </a:lnTo>
                  <a:lnTo>
                    <a:pt x="311202" y="251990"/>
                  </a:lnTo>
                  <a:lnTo>
                    <a:pt x="313816" y="247387"/>
                  </a:lnTo>
                  <a:lnTo>
                    <a:pt x="316282" y="242703"/>
                  </a:lnTo>
                  <a:lnTo>
                    <a:pt x="318599" y="237943"/>
                  </a:lnTo>
                  <a:lnTo>
                    <a:pt x="320764" y="233112"/>
                  </a:lnTo>
                  <a:lnTo>
                    <a:pt x="322775" y="228215"/>
                  </a:lnTo>
                  <a:lnTo>
                    <a:pt x="324630" y="223257"/>
                  </a:lnTo>
                  <a:lnTo>
                    <a:pt x="326327" y="218243"/>
                  </a:lnTo>
                  <a:lnTo>
                    <a:pt x="327864" y="213178"/>
                  </a:lnTo>
                  <a:lnTo>
                    <a:pt x="329241" y="208066"/>
                  </a:lnTo>
                  <a:lnTo>
                    <a:pt x="330454" y="202913"/>
                  </a:lnTo>
                  <a:lnTo>
                    <a:pt x="331504" y="197725"/>
                  </a:lnTo>
                  <a:lnTo>
                    <a:pt x="332390" y="192506"/>
                  </a:lnTo>
                  <a:lnTo>
                    <a:pt x="333109" y="187261"/>
                  </a:lnTo>
                  <a:lnTo>
                    <a:pt x="333662" y="181996"/>
                  </a:lnTo>
                  <a:lnTo>
                    <a:pt x="334048" y="176717"/>
                  </a:lnTo>
                  <a:lnTo>
                    <a:pt x="334267" y="171428"/>
                  </a:lnTo>
                  <a:lnTo>
                    <a:pt x="334318" y="166134"/>
                  </a:lnTo>
                  <a:lnTo>
                    <a:pt x="334201" y="160842"/>
                  </a:lnTo>
                  <a:lnTo>
                    <a:pt x="333917" y="155556"/>
                  </a:lnTo>
                  <a:lnTo>
                    <a:pt x="333466" y="150281"/>
                  </a:lnTo>
                  <a:lnTo>
                    <a:pt x="332848" y="145024"/>
                  </a:lnTo>
                  <a:lnTo>
                    <a:pt x="332064" y="139789"/>
                  </a:lnTo>
                  <a:lnTo>
                    <a:pt x="331114" y="134581"/>
                  </a:lnTo>
                  <a:lnTo>
                    <a:pt x="330000" y="129406"/>
                  </a:lnTo>
                  <a:lnTo>
                    <a:pt x="328723" y="124268"/>
                  </a:lnTo>
                  <a:lnTo>
                    <a:pt x="327284" y="119174"/>
                  </a:lnTo>
                  <a:lnTo>
                    <a:pt x="325684" y="114128"/>
                  </a:lnTo>
                  <a:lnTo>
                    <a:pt x="323925" y="109135"/>
                  </a:lnTo>
                  <a:lnTo>
                    <a:pt x="322009" y="104200"/>
                  </a:lnTo>
                  <a:lnTo>
                    <a:pt x="319938" y="99329"/>
                  </a:lnTo>
                  <a:lnTo>
                    <a:pt x="317713" y="94525"/>
                  </a:lnTo>
                  <a:lnTo>
                    <a:pt x="315337" y="89794"/>
                  </a:lnTo>
                  <a:lnTo>
                    <a:pt x="312813" y="85141"/>
                  </a:lnTo>
                  <a:lnTo>
                    <a:pt x="310143" y="80570"/>
                  </a:lnTo>
                  <a:lnTo>
                    <a:pt x="307330" y="76086"/>
                  </a:lnTo>
                  <a:lnTo>
                    <a:pt x="304375" y="71694"/>
                  </a:lnTo>
                  <a:lnTo>
                    <a:pt x="301284" y="67397"/>
                  </a:lnTo>
                  <a:lnTo>
                    <a:pt x="298057" y="63200"/>
                  </a:lnTo>
                  <a:lnTo>
                    <a:pt x="294700" y="59107"/>
                  </a:lnTo>
                  <a:lnTo>
                    <a:pt x="291214" y="55123"/>
                  </a:lnTo>
                  <a:lnTo>
                    <a:pt x="287605" y="51251"/>
                  </a:lnTo>
                  <a:lnTo>
                    <a:pt x="283874" y="47495"/>
                  </a:lnTo>
                  <a:lnTo>
                    <a:pt x="280026" y="43859"/>
                  </a:lnTo>
                  <a:lnTo>
                    <a:pt x="276065" y="40347"/>
                  </a:lnTo>
                  <a:lnTo>
                    <a:pt x="271995" y="36963"/>
                  </a:lnTo>
                  <a:lnTo>
                    <a:pt x="267820" y="33708"/>
                  </a:lnTo>
                  <a:lnTo>
                    <a:pt x="263544" y="30588"/>
                  </a:lnTo>
                  <a:lnTo>
                    <a:pt x="259171" y="27604"/>
                  </a:lnTo>
                  <a:lnTo>
                    <a:pt x="254706" y="24761"/>
                  </a:lnTo>
                  <a:lnTo>
                    <a:pt x="250153" y="22060"/>
                  </a:lnTo>
                  <a:lnTo>
                    <a:pt x="245517" y="19505"/>
                  </a:lnTo>
                  <a:lnTo>
                    <a:pt x="240802" y="17097"/>
                  </a:lnTo>
                  <a:lnTo>
                    <a:pt x="236014" y="14841"/>
                  </a:lnTo>
                  <a:lnTo>
                    <a:pt x="231156" y="12737"/>
                  </a:lnTo>
                  <a:lnTo>
                    <a:pt x="226234" y="10788"/>
                  </a:lnTo>
                  <a:lnTo>
                    <a:pt x="221253" y="8996"/>
                  </a:lnTo>
                  <a:lnTo>
                    <a:pt x="216218" y="7362"/>
                  </a:lnTo>
                  <a:lnTo>
                    <a:pt x="211133" y="5888"/>
                  </a:lnTo>
                  <a:lnTo>
                    <a:pt x="206005" y="4577"/>
                  </a:lnTo>
                  <a:lnTo>
                    <a:pt x="200837" y="3428"/>
                  </a:lnTo>
                  <a:lnTo>
                    <a:pt x="195636" y="2444"/>
                  </a:lnTo>
                  <a:lnTo>
                    <a:pt x="190406" y="1625"/>
                  </a:lnTo>
                  <a:lnTo>
                    <a:pt x="185153" y="971"/>
                  </a:lnTo>
                  <a:lnTo>
                    <a:pt x="179881" y="485"/>
                  </a:lnTo>
                  <a:lnTo>
                    <a:pt x="174597" y="165"/>
                  </a:lnTo>
                  <a:lnTo>
                    <a:pt x="169306" y="1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4" y="5269756"/>
              <a:ext cx="167167" cy="177921"/>
            </a:xfrm>
            <a:custGeom>
              <a:avLst/>
              <a:pathLst>
                <a:path w="167167" h="177921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2" y="772"/>
                  </a:lnTo>
                  <a:lnTo>
                    <a:pt x="145787" y="1372"/>
                  </a:lnTo>
                  <a:lnTo>
                    <a:pt x="140483" y="2143"/>
                  </a:lnTo>
                  <a:lnTo>
                    <a:pt x="135206" y="3083"/>
                  </a:lnTo>
                  <a:lnTo>
                    <a:pt x="129963" y="4192"/>
                  </a:lnTo>
                  <a:lnTo>
                    <a:pt x="124757" y="5468"/>
                  </a:lnTo>
                  <a:lnTo>
                    <a:pt x="119596" y="6911"/>
                  </a:lnTo>
                  <a:lnTo>
                    <a:pt x="114483" y="8518"/>
                  </a:lnTo>
                  <a:lnTo>
                    <a:pt x="109424" y="10289"/>
                  </a:lnTo>
                  <a:lnTo>
                    <a:pt x="104425" y="12221"/>
                  </a:lnTo>
                  <a:lnTo>
                    <a:pt x="99490" y="14311"/>
                  </a:lnTo>
                  <a:lnTo>
                    <a:pt x="94625" y="16560"/>
                  </a:lnTo>
                  <a:lnTo>
                    <a:pt x="89834" y="18962"/>
                  </a:lnTo>
                  <a:lnTo>
                    <a:pt x="85123" y="21518"/>
                  </a:lnTo>
                  <a:lnTo>
                    <a:pt x="80496" y="24223"/>
                  </a:lnTo>
                  <a:lnTo>
                    <a:pt x="75958" y="27074"/>
                  </a:lnTo>
                  <a:lnTo>
                    <a:pt x="71514" y="30070"/>
                  </a:lnTo>
                  <a:lnTo>
                    <a:pt x="67169" y="33207"/>
                  </a:lnTo>
                  <a:lnTo>
                    <a:pt x="62926" y="36481"/>
                  </a:lnTo>
                  <a:lnTo>
                    <a:pt x="58790" y="39890"/>
                  </a:lnTo>
                  <a:lnTo>
                    <a:pt x="54765" y="43430"/>
                  </a:lnTo>
                  <a:lnTo>
                    <a:pt x="50857" y="47097"/>
                  </a:lnTo>
                  <a:lnTo>
                    <a:pt x="47067" y="50887"/>
                  </a:lnTo>
                  <a:lnTo>
                    <a:pt x="43402" y="54797"/>
                  </a:lnTo>
                  <a:lnTo>
                    <a:pt x="39863" y="58822"/>
                  </a:lnTo>
                  <a:lnTo>
                    <a:pt x="36455" y="62959"/>
                  </a:lnTo>
                  <a:lnTo>
                    <a:pt x="33182" y="67202"/>
                  </a:lnTo>
                  <a:lnTo>
                    <a:pt x="30046" y="71549"/>
                  </a:lnTo>
                  <a:lnTo>
                    <a:pt x="27051" y="75994"/>
                  </a:lnTo>
                  <a:lnTo>
                    <a:pt x="24201" y="80532"/>
                  </a:lnTo>
                  <a:lnTo>
                    <a:pt x="21497" y="85160"/>
                  </a:lnTo>
                  <a:lnTo>
                    <a:pt x="18943" y="89872"/>
                  </a:lnTo>
                  <a:lnTo>
                    <a:pt x="16541" y="94663"/>
                  </a:lnTo>
                  <a:lnTo>
                    <a:pt x="14294" y="99529"/>
                  </a:lnTo>
                  <a:lnTo>
                    <a:pt x="12205" y="104464"/>
                  </a:lnTo>
                  <a:lnTo>
                    <a:pt x="10274" y="109464"/>
                  </a:lnTo>
                  <a:lnTo>
                    <a:pt x="8505" y="114523"/>
                  </a:lnTo>
                  <a:lnTo>
                    <a:pt x="6899" y="119636"/>
                  </a:lnTo>
                  <a:lnTo>
                    <a:pt x="5458" y="124798"/>
                  </a:lnTo>
                  <a:lnTo>
                    <a:pt x="4183" y="130004"/>
                  </a:lnTo>
                  <a:lnTo>
                    <a:pt x="3075" y="135248"/>
                  </a:lnTo>
                  <a:lnTo>
                    <a:pt x="2136" y="140524"/>
                  </a:lnTo>
                  <a:lnTo>
                    <a:pt x="1367" y="145828"/>
                  </a:lnTo>
                  <a:lnTo>
                    <a:pt x="768" y="151154"/>
                  </a:lnTo>
                  <a:lnTo>
                    <a:pt x="340" y="156497"/>
                  </a:lnTo>
                  <a:lnTo>
                    <a:pt x="84" y="161850"/>
                  </a:lnTo>
                  <a:lnTo>
                    <a:pt x="0" y="167209"/>
                  </a:lnTo>
                  <a:lnTo>
                    <a:pt x="87" y="172568"/>
                  </a:lnTo>
                  <a:lnTo>
                    <a:pt x="346" y="17792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680" y="5269756"/>
              <a:ext cx="333978" cy="334326"/>
            </a:xfrm>
            <a:custGeom>
              <a:avLst/>
              <a:pathLst>
                <a:path w="333978" h="334326">
                  <a:moveTo>
                    <a:pt x="0" y="177921"/>
                  </a:moveTo>
                  <a:lnTo>
                    <a:pt x="426" y="183226"/>
                  </a:lnTo>
                  <a:lnTo>
                    <a:pt x="1022" y="188514"/>
                  </a:lnTo>
                  <a:lnTo>
                    <a:pt x="1785" y="193781"/>
                  </a:lnTo>
                  <a:lnTo>
                    <a:pt x="2716" y="199020"/>
                  </a:lnTo>
                  <a:lnTo>
                    <a:pt x="3813" y="204228"/>
                  </a:lnTo>
                  <a:lnTo>
                    <a:pt x="5075" y="209397"/>
                  </a:lnTo>
                  <a:lnTo>
                    <a:pt x="6502" y="214524"/>
                  </a:lnTo>
                  <a:lnTo>
                    <a:pt x="8090" y="219603"/>
                  </a:lnTo>
                  <a:lnTo>
                    <a:pt x="9840" y="224629"/>
                  </a:lnTo>
                  <a:lnTo>
                    <a:pt x="11748" y="229597"/>
                  </a:lnTo>
                  <a:lnTo>
                    <a:pt x="13814" y="234501"/>
                  </a:lnTo>
                  <a:lnTo>
                    <a:pt x="16035" y="239337"/>
                  </a:lnTo>
                  <a:lnTo>
                    <a:pt x="18408" y="244100"/>
                  </a:lnTo>
                  <a:lnTo>
                    <a:pt x="20932" y="248785"/>
                  </a:lnTo>
                  <a:lnTo>
                    <a:pt x="23604" y="253388"/>
                  </a:lnTo>
                  <a:lnTo>
                    <a:pt x="26421" y="257903"/>
                  </a:lnTo>
                  <a:lnTo>
                    <a:pt x="29381" y="262326"/>
                  </a:lnTo>
                  <a:lnTo>
                    <a:pt x="32479" y="266652"/>
                  </a:lnTo>
                  <a:lnTo>
                    <a:pt x="35714" y="270878"/>
                  </a:lnTo>
                  <a:lnTo>
                    <a:pt x="39082" y="274999"/>
                  </a:lnTo>
                  <a:lnTo>
                    <a:pt x="42579" y="279010"/>
                  </a:lnTo>
                  <a:lnTo>
                    <a:pt x="46201" y="282908"/>
                  </a:lnTo>
                  <a:lnTo>
                    <a:pt x="49947" y="286689"/>
                  </a:lnTo>
                  <a:lnTo>
                    <a:pt x="53810" y="290348"/>
                  </a:lnTo>
                  <a:lnTo>
                    <a:pt x="57788" y="293883"/>
                  </a:lnTo>
                  <a:lnTo>
                    <a:pt x="61877" y="297289"/>
                  </a:lnTo>
                  <a:lnTo>
                    <a:pt x="66072" y="300564"/>
                  </a:lnTo>
                  <a:lnTo>
                    <a:pt x="70369" y="303703"/>
                  </a:lnTo>
                  <a:lnTo>
                    <a:pt x="74764" y="306704"/>
                  </a:lnTo>
                  <a:lnTo>
                    <a:pt x="79252" y="309563"/>
                  </a:lnTo>
                  <a:lnTo>
                    <a:pt x="83829" y="312279"/>
                  </a:lnTo>
                  <a:lnTo>
                    <a:pt x="88490" y="314847"/>
                  </a:lnTo>
                  <a:lnTo>
                    <a:pt x="93231" y="317265"/>
                  </a:lnTo>
                  <a:lnTo>
                    <a:pt x="98046" y="319531"/>
                  </a:lnTo>
                  <a:lnTo>
                    <a:pt x="102930" y="321643"/>
                  </a:lnTo>
                  <a:lnTo>
                    <a:pt x="107880" y="323599"/>
                  </a:lnTo>
                  <a:lnTo>
                    <a:pt x="112889" y="325396"/>
                  </a:lnTo>
                  <a:lnTo>
                    <a:pt x="117953" y="327032"/>
                  </a:lnTo>
                  <a:lnTo>
                    <a:pt x="123066" y="328507"/>
                  </a:lnTo>
                  <a:lnTo>
                    <a:pt x="128224" y="329818"/>
                  </a:lnTo>
                  <a:lnTo>
                    <a:pt x="133420" y="330964"/>
                  </a:lnTo>
                  <a:lnTo>
                    <a:pt x="138651" y="331944"/>
                  </a:lnTo>
                  <a:lnTo>
                    <a:pt x="143910" y="332757"/>
                  </a:lnTo>
                  <a:lnTo>
                    <a:pt x="149192" y="333402"/>
                  </a:lnTo>
                  <a:lnTo>
                    <a:pt x="154493" y="333879"/>
                  </a:lnTo>
                  <a:lnTo>
                    <a:pt x="159805" y="334187"/>
                  </a:lnTo>
                  <a:lnTo>
                    <a:pt x="165125" y="334326"/>
                  </a:lnTo>
                  <a:lnTo>
                    <a:pt x="170447" y="334295"/>
                  </a:lnTo>
                  <a:lnTo>
                    <a:pt x="175765" y="334095"/>
                  </a:lnTo>
                  <a:lnTo>
                    <a:pt x="181074" y="333726"/>
                  </a:lnTo>
                  <a:lnTo>
                    <a:pt x="186368" y="333188"/>
                  </a:lnTo>
                  <a:lnTo>
                    <a:pt x="191643" y="332481"/>
                  </a:lnTo>
                  <a:lnTo>
                    <a:pt x="196892" y="331607"/>
                  </a:lnTo>
                  <a:lnTo>
                    <a:pt x="202111" y="330567"/>
                  </a:lnTo>
                  <a:lnTo>
                    <a:pt x="207294" y="329361"/>
                  </a:lnTo>
                  <a:lnTo>
                    <a:pt x="212436" y="327990"/>
                  </a:lnTo>
                  <a:lnTo>
                    <a:pt x="217532" y="326457"/>
                  </a:lnTo>
                  <a:lnTo>
                    <a:pt x="222577" y="324762"/>
                  </a:lnTo>
                  <a:lnTo>
                    <a:pt x="227565" y="322907"/>
                  </a:lnTo>
                  <a:lnTo>
                    <a:pt x="232491" y="320895"/>
                  </a:lnTo>
                  <a:lnTo>
                    <a:pt x="237351" y="318727"/>
                  </a:lnTo>
                  <a:lnTo>
                    <a:pt x="242140" y="316405"/>
                  </a:lnTo>
                  <a:lnTo>
                    <a:pt x="246852" y="313932"/>
                  </a:lnTo>
                  <a:lnTo>
                    <a:pt x="251483" y="311310"/>
                  </a:lnTo>
                  <a:lnTo>
                    <a:pt x="256028" y="308542"/>
                  </a:lnTo>
                  <a:lnTo>
                    <a:pt x="260483" y="305631"/>
                  </a:lnTo>
                  <a:lnTo>
                    <a:pt x="264843" y="302580"/>
                  </a:lnTo>
                  <a:lnTo>
                    <a:pt x="269103" y="299391"/>
                  </a:lnTo>
                  <a:lnTo>
                    <a:pt x="273260" y="296068"/>
                  </a:lnTo>
                  <a:lnTo>
                    <a:pt x="277309" y="292615"/>
                  </a:lnTo>
                  <a:lnTo>
                    <a:pt x="281246" y="289034"/>
                  </a:lnTo>
                  <a:lnTo>
                    <a:pt x="285068" y="285330"/>
                  </a:lnTo>
                  <a:lnTo>
                    <a:pt x="288769" y="281507"/>
                  </a:lnTo>
                  <a:lnTo>
                    <a:pt x="292347" y="277567"/>
                  </a:lnTo>
                  <a:lnTo>
                    <a:pt x="295797" y="273516"/>
                  </a:lnTo>
                  <a:lnTo>
                    <a:pt x="299117" y="269356"/>
                  </a:lnTo>
                  <a:lnTo>
                    <a:pt x="302302" y="265094"/>
                  </a:lnTo>
                  <a:lnTo>
                    <a:pt x="305351" y="260732"/>
                  </a:lnTo>
                  <a:lnTo>
                    <a:pt x="308259" y="256275"/>
                  </a:lnTo>
                  <a:lnTo>
                    <a:pt x="311023" y="251728"/>
                  </a:lnTo>
                  <a:lnTo>
                    <a:pt x="313642" y="247095"/>
                  </a:lnTo>
                  <a:lnTo>
                    <a:pt x="316112" y="242381"/>
                  </a:lnTo>
                  <a:lnTo>
                    <a:pt x="318430" y="237591"/>
                  </a:lnTo>
                  <a:lnTo>
                    <a:pt x="320595" y="232729"/>
                  </a:lnTo>
                  <a:lnTo>
                    <a:pt x="322604" y="227801"/>
                  </a:lnTo>
                  <a:lnTo>
                    <a:pt x="324455" y="222812"/>
                  </a:lnTo>
                  <a:lnTo>
                    <a:pt x="326146" y="217766"/>
                  </a:lnTo>
                  <a:lnTo>
                    <a:pt x="327676" y="212669"/>
                  </a:lnTo>
                  <a:lnTo>
                    <a:pt x="329043" y="207526"/>
                  </a:lnTo>
                  <a:lnTo>
                    <a:pt x="330245" y="202342"/>
                  </a:lnTo>
                  <a:lnTo>
                    <a:pt x="331282" y="197122"/>
                  </a:lnTo>
                  <a:lnTo>
                    <a:pt x="332152" y="191872"/>
                  </a:lnTo>
                  <a:lnTo>
                    <a:pt x="332855" y="186597"/>
                  </a:lnTo>
                  <a:lnTo>
                    <a:pt x="333389" y="181302"/>
                  </a:lnTo>
                  <a:lnTo>
                    <a:pt x="333755" y="175993"/>
                  </a:lnTo>
                  <a:lnTo>
                    <a:pt x="333951" y="170675"/>
                  </a:lnTo>
                  <a:lnTo>
                    <a:pt x="333978" y="165354"/>
                  </a:lnTo>
                  <a:lnTo>
                    <a:pt x="333836" y="160034"/>
                  </a:lnTo>
                  <a:lnTo>
                    <a:pt x="333524" y="154721"/>
                  </a:lnTo>
                  <a:lnTo>
                    <a:pt x="333044" y="149421"/>
                  </a:lnTo>
                  <a:lnTo>
                    <a:pt x="332394" y="144140"/>
                  </a:lnTo>
                  <a:lnTo>
                    <a:pt x="331578" y="138881"/>
                  </a:lnTo>
                  <a:lnTo>
                    <a:pt x="330594" y="133651"/>
                  </a:lnTo>
                  <a:lnTo>
                    <a:pt x="329444" y="128455"/>
                  </a:lnTo>
                  <a:lnTo>
                    <a:pt x="328129" y="123298"/>
                  </a:lnTo>
                  <a:lnTo>
                    <a:pt x="326651" y="118186"/>
                  </a:lnTo>
                  <a:lnTo>
                    <a:pt x="325011" y="113123"/>
                  </a:lnTo>
                  <a:lnTo>
                    <a:pt x="323211" y="108116"/>
                  </a:lnTo>
                  <a:lnTo>
                    <a:pt x="321252" y="103167"/>
                  </a:lnTo>
                  <a:lnTo>
                    <a:pt x="319137" y="98284"/>
                  </a:lnTo>
                  <a:lnTo>
                    <a:pt x="316867" y="93471"/>
                  </a:lnTo>
                  <a:lnTo>
                    <a:pt x="314445" y="88732"/>
                  </a:lnTo>
                  <a:lnTo>
                    <a:pt x="311874" y="84073"/>
                  </a:lnTo>
                  <a:lnTo>
                    <a:pt x="309155" y="79498"/>
                  </a:lnTo>
                  <a:lnTo>
                    <a:pt x="306293" y="75012"/>
                  </a:lnTo>
                  <a:lnTo>
                    <a:pt x="303289" y="70619"/>
                  </a:lnTo>
                  <a:lnTo>
                    <a:pt x="300146" y="66324"/>
                  </a:lnTo>
                  <a:lnTo>
                    <a:pt x="296869" y="62132"/>
                  </a:lnTo>
                  <a:lnTo>
                    <a:pt x="293460" y="58045"/>
                  </a:lnTo>
                  <a:lnTo>
                    <a:pt x="289922" y="54070"/>
                  </a:lnTo>
                  <a:lnTo>
                    <a:pt x="286260" y="50209"/>
                  </a:lnTo>
                  <a:lnTo>
                    <a:pt x="282477" y="46466"/>
                  </a:lnTo>
                  <a:lnTo>
                    <a:pt x="278576" y="42846"/>
                  </a:lnTo>
                  <a:lnTo>
                    <a:pt x="274562" y="39352"/>
                  </a:lnTo>
                  <a:lnTo>
                    <a:pt x="270439" y="35987"/>
                  </a:lnTo>
                  <a:lnTo>
                    <a:pt x="266211" y="32755"/>
                  </a:lnTo>
                  <a:lnTo>
                    <a:pt x="261882" y="29660"/>
                  </a:lnTo>
                  <a:lnTo>
                    <a:pt x="257457" y="26704"/>
                  </a:lnTo>
                  <a:lnTo>
                    <a:pt x="252940" y="23890"/>
                  </a:lnTo>
                  <a:lnTo>
                    <a:pt x="248336" y="21221"/>
                  </a:lnTo>
                  <a:lnTo>
                    <a:pt x="243649" y="18700"/>
                  </a:lnTo>
                  <a:lnTo>
                    <a:pt x="238885" y="16330"/>
                  </a:lnTo>
                  <a:lnTo>
                    <a:pt x="234047" y="14113"/>
                  </a:lnTo>
                  <a:lnTo>
                    <a:pt x="229141" y="12051"/>
                  </a:lnTo>
                  <a:lnTo>
                    <a:pt x="224172" y="10145"/>
                  </a:lnTo>
                  <a:lnTo>
                    <a:pt x="219145" y="8400"/>
                  </a:lnTo>
                  <a:lnTo>
                    <a:pt x="214065" y="6814"/>
                  </a:lnTo>
                  <a:lnTo>
                    <a:pt x="208937" y="5392"/>
                  </a:lnTo>
                  <a:lnTo>
                    <a:pt x="203766" y="4133"/>
                  </a:lnTo>
                  <a:lnTo>
                    <a:pt x="198558" y="3040"/>
                  </a:lnTo>
                  <a:lnTo>
                    <a:pt x="193318" y="2113"/>
                  </a:lnTo>
                  <a:lnTo>
                    <a:pt x="188051" y="1353"/>
                  </a:lnTo>
                  <a:lnTo>
                    <a:pt x="182762" y="761"/>
                  </a:lnTo>
                  <a:lnTo>
                    <a:pt x="177457" y="338"/>
                  </a:lnTo>
                  <a:lnTo>
                    <a:pt x="172142" y="84"/>
                  </a:lnTo>
                  <a:lnTo>
                    <a:pt x="166821" y="0"/>
                  </a:lnTo>
                  <a:lnTo>
                    <a:pt x="1668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5540" y="5399291"/>
              <a:ext cx="30675" cy="167167"/>
            </a:xfrm>
            <a:custGeom>
              <a:avLst/>
              <a:pathLst>
                <a:path w="30675" h="167167">
                  <a:moveTo>
                    <a:pt x="30675" y="0"/>
                  </a:moveTo>
                  <a:lnTo>
                    <a:pt x="22965" y="177"/>
                  </a:lnTo>
                  <a:lnTo>
                    <a:pt x="15272" y="711"/>
                  </a:lnTo>
                  <a:lnTo>
                    <a:pt x="7611" y="1598"/>
                  </a:lnTo>
                  <a:lnTo>
                    <a:pt x="0" y="2838"/>
                  </a:lnTo>
                  <a:lnTo>
                    <a:pt x="3067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5540" y="5402130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5540" y="5402130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5540" y="5402130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5540" y="5402130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5540" y="5402130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5540" y="5402130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6" y="5402130"/>
              <a:ext cx="334321" cy="331492"/>
            </a:xfrm>
            <a:custGeom>
              <a:avLst/>
              <a:pathLst>
                <a:path w="334321" h="331492">
                  <a:moveTo>
                    <a:pt x="136484" y="0"/>
                  </a:moveTo>
                  <a:lnTo>
                    <a:pt x="131287" y="1055"/>
                  </a:lnTo>
                  <a:lnTo>
                    <a:pt x="126127" y="2275"/>
                  </a:lnTo>
                  <a:lnTo>
                    <a:pt x="121008" y="3658"/>
                  </a:lnTo>
                  <a:lnTo>
                    <a:pt x="115935" y="5203"/>
                  </a:lnTo>
                  <a:lnTo>
                    <a:pt x="110914" y="6907"/>
                  </a:lnTo>
                  <a:lnTo>
                    <a:pt x="105949" y="8770"/>
                  </a:lnTo>
                  <a:lnTo>
                    <a:pt x="101046" y="10790"/>
                  </a:lnTo>
                  <a:lnTo>
                    <a:pt x="96210" y="12964"/>
                  </a:lnTo>
                  <a:lnTo>
                    <a:pt x="91445" y="15291"/>
                  </a:lnTo>
                  <a:lnTo>
                    <a:pt x="86756" y="17767"/>
                  </a:lnTo>
                  <a:lnTo>
                    <a:pt x="82148" y="20391"/>
                  </a:lnTo>
                  <a:lnTo>
                    <a:pt x="77626" y="23159"/>
                  </a:lnTo>
                  <a:lnTo>
                    <a:pt x="73193" y="26070"/>
                  </a:lnTo>
                  <a:lnTo>
                    <a:pt x="68855" y="29120"/>
                  </a:lnTo>
                  <a:lnTo>
                    <a:pt x="64617" y="32306"/>
                  </a:lnTo>
                  <a:lnTo>
                    <a:pt x="60481" y="35625"/>
                  </a:lnTo>
                  <a:lnTo>
                    <a:pt x="56452" y="39073"/>
                  </a:lnTo>
                  <a:lnTo>
                    <a:pt x="52535" y="42647"/>
                  </a:lnTo>
                  <a:lnTo>
                    <a:pt x="48734" y="46344"/>
                  </a:lnTo>
                  <a:lnTo>
                    <a:pt x="45051" y="50159"/>
                  </a:lnTo>
                  <a:lnTo>
                    <a:pt x="41492" y="54090"/>
                  </a:lnTo>
                  <a:lnTo>
                    <a:pt x="38058" y="58131"/>
                  </a:lnTo>
                  <a:lnTo>
                    <a:pt x="34755" y="62279"/>
                  </a:lnTo>
                  <a:lnTo>
                    <a:pt x="31585" y="66530"/>
                  </a:lnTo>
                  <a:lnTo>
                    <a:pt x="28552" y="70879"/>
                  </a:lnTo>
                  <a:lnTo>
                    <a:pt x="25657" y="75322"/>
                  </a:lnTo>
                  <a:lnTo>
                    <a:pt x="22906" y="79855"/>
                  </a:lnTo>
                  <a:lnTo>
                    <a:pt x="20299" y="84472"/>
                  </a:lnTo>
                  <a:lnTo>
                    <a:pt x="17840" y="89171"/>
                  </a:lnTo>
                  <a:lnTo>
                    <a:pt x="15531" y="93944"/>
                  </a:lnTo>
                  <a:lnTo>
                    <a:pt x="13375" y="98789"/>
                  </a:lnTo>
                  <a:lnTo>
                    <a:pt x="11374" y="103699"/>
                  </a:lnTo>
                  <a:lnTo>
                    <a:pt x="9529" y="108671"/>
                  </a:lnTo>
                  <a:lnTo>
                    <a:pt x="7843" y="113698"/>
                  </a:lnTo>
                  <a:lnTo>
                    <a:pt x="6318" y="118777"/>
                  </a:lnTo>
                  <a:lnTo>
                    <a:pt x="4954" y="123901"/>
                  </a:lnTo>
                  <a:lnTo>
                    <a:pt x="3753" y="129066"/>
                  </a:lnTo>
                  <a:lnTo>
                    <a:pt x="2717" y="134266"/>
                  </a:lnTo>
                  <a:lnTo>
                    <a:pt x="1846" y="139497"/>
                  </a:lnTo>
                  <a:lnTo>
                    <a:pt x="1142" y="144753"/>
                  </a:lnTo>
                  <a:lnTo>
                    <a:pt x="605" y="150028"/>
                  </a:lnTo>
                  <a:lnTo>
                    <a:pt x="235" y="155318"/>
                  </a:lnTo>
                  <a:lnTo>
                    <a:pt x="33" y="160617"/>
                  </a:lnTo>
                  <a:lnTo>
                    <a:pt x="0" y="165919"/>
                  </a:lnTo>
                  <a:lnTo>
                    <a:pt x="134" y="171220"/>
                  </a:lnTo>
                  <a:lnTo>
                    <a:pt x="437" y="176514"/>
                  </a:lnTo>
                  <a:lnTo>
                    <a:pt x="907" y="181796"/>
                  </a:lnTo>
                  <a:lnTo>
                    <a:pt x="1545" y="187060"/>
                  </a:lnTo>
                  <a:lnTo>
                    <a:pt x="2349" y="192301"/>
                  </a:lnTo>
                  <a:lnTo>
                    <a:pt x="3319" y="197515"/>
                  </a:lnTo>
                  <a:lnTo>
                    <a:pt x="4454" y="202694"/>
                  </a:lnTo>
                  <a:lnTo>
                    <a:pt x="5753" y="207835"/>
                  </a:lnTo>
                  <a:lnTo>
                    <a:pt x="7214" y="212933"/>
                  </a:lnTo>
                  <a:lnTo>
                    <a:pt x="8836" y="217981"/>
                  </a:lnTo>
                  <a:lnTo>
                    <a:pt x="10617" y="222976"/>
                  </a:lnTo>
                  <a:lnTo>
                    <a:pt x="12556" y="227911"/>
                  </a:lnTo>
                  <a:lnTo>
                    <a:pt x="14651" y="232783"/>
                  </a:lnTo>
                  <a:lnTo>
                    <a:pt x="16898" y="237585"/>
                  </a:lnTo>
                  <a:lnTo>
                    <a:pt x="19297" y="242314"/>
                  </a:lnTo>
                  <a:lnTo>
                    <a:pt x="21845" y="246965"/>
                  </a:lnTo>
                  <a:lnTo>
                    <a:pt x="24539" y="251532"/>
                  </a:lnTo>
                  <a:lnTo>
                    <a:pt x="27377" y="256012"/>
                  </a:lnTo>
                  <a:lnTo>
                    <a:pt x="30355" y="260399"/>
                  </a:lnTo>
                  <a:lnTo>
                    <a:pt x="33471" y="264690"/>
                  </a:lnTo>
                  <a:lnTo>
                    <a:pt x="36721" y="268879"/>
                  </a:lnTo>
                  <a:lnTo>
                    <a:pt x="40103" y="272964"/>
                  </a:lnTo>
                  <a:lnTo>
                    <a:pt x="43612" y="276939"/>
                  </a:lnTo>
                  <a:lnTo>
                    <a:pt x="47246" y="280801"/>
                  </a:lnTo>
                  <a:lnTo>
                    <a:pt x="51001" y="284545"/>
                  </a:lnTo>
                  <a:lnTo>
                    <a:pt x="54872" y="288169"/>
                  </a:lnTo>
                  <a:lnTo>
                    <a:pt x="58856" y="291668"/>
                  </a:lnTo>
                  <a:lnTo>
                    <a:pt x="62950" y="295039"/>
                  </a:lnTo>
                  <a:lnTo>
                    <a:pt x="67148" y="298278"/>
                  </a:lnTo>
                  <a:lnTo>
                    <a:pt x="71446" y="301383"/>
                  </a:lnTo>
                  <a:lnTo>
                    <a:pt x="75842" y="304350"/>
                  </a:lnTo>
                  <a:lnTo>
                    <a:pt x="80329" y="307176"/>
                  </a:lnTo>
                  <a:lnTo>
                    <a:pt x="84903" y="309858"/>
                  </a:lnTo>
                  <a:lnTo>
                    <a:pt x="89560" y="312393"/>
                  </a:lnTo>
                  <a:lnTo>
                    <a:pt x="94295" y="314780"/>
                  </a:lnTo>
                  <a:lnTo>
                    <a:pt x="99104" y="317015"/>
                  </a:lnTo>
                  <a:lnTo>
                    <a:pt x="103981" y="319097"/>
                  </a:lnTo>
                  <a:lnTo>
                    <a:pt x="108921" y="321023"/>
                  </a:lnTo>
                  <a:lnTo>
                    <a:pt x="113920" y="322791"/>
                  </a:lnTo>
                  <a:lnTo>
                    <a:pt x="118973" y="324400"/>
                  </a:lnTo>
                  <a:lnTo>
                    <a:pt x="124074" y="325848"/>
                  </a:lnTo>
                  <a:lnTo>
                    <a:pt x="129219" y="327133"/>
                  </a:lnTo>
                  <a:lnTo>
                    <a:pt x="134401" y="328255"/>
                  </a:lnTo>
                  <a:lnTo>
                    <a:pt x="139617" y="329211"/>
                  </a:lnTo>
                  <a:lnTo>
                    <a:pt x="144860" y="330002"/>
                  </a:lnTo>
                  <a:lnTo>
                    <a:pt x="150126" y="330626"/>
                  </a:lnTo>
                  <a:lnTo>
                    <a:pt x="155409" y="331082"/>
                  </a:lnTo>
                  <a:lnTo>
                    <a:pt x="160704" y="331371"/>
                  </a:lnTo>
                  <a:lnTo>
                    <a:pt x="166005" y="331492"/>
                  </a:lnTo>
                  <a:lnTo>
                    <a:pt x="171308" y="331444"/>
                  </a:lnTo>
                  <a:lnTo>
                    <a:pt x="176606" y="331229"/>
                  </a:lnTo>
                  <a:lnTo>
                    <a:pt x="181895" y="330845"/>
                  </a:lnTo>
                  <a:lnTo>
                    <a:pt x="187169" y="330294"/>
                  </a:lnTo>
                  <a:lnTo>
                    <a:pt x="192422" y="329576"/>
                  </a:lnTo>
                  <a:lnTo>
                    <a:pt x="197651" y="328691"/>
                  </a:lnTo>
                  <a:lnTo>
                    <a:pt x="202849" y="327642"/>
                  </a:lnTo>
                  <a:lnTo>
                    <a:pt x="208010" y="326428"/>
                  </a:lnTo>
                  <a:lnTo>
                    <a:pt x="213131" y="325050"/>
                  </a:lnTo>
                  <a:lnTo>
                    <a:pt x="218205" y="323511"/>
                  </a:lnTo>
                  <a:lnTo>
                    <a:pt x="223229" y="321812"/>
                  </a:lnTo>
                  <a:lnTo>
                    <a:pt x="228195" y="319955"/>
                  </a:lnTo>
                  <a:lnTo>
                    <a:pt x="233100" y="317941"/>
                  </a:lnTo>
                  <a:lnTo>
                    <a:pt x="237939" y="315772"/>
                  </a:lnTo>
                  <a:lnTo>
                    <a:pt x="242707" y="313451"/>
                  </a:lnTo>
                  <a:lnTo>
                    <a:pt x="247399" y="310980"/>
                  </a:lnTo>
                  <a:lnTo>
                    <a:pt x="252010" y="308361"/>
                  </a:lnTo>
                  <a:lnTo>
                    <a:pt x="256535" y="305597"/>
                  </a:lnTo>
                  <a:lnTo>
                    <a:pt x="260971" y="302692"/>
                  </a:lnTo>
                  <a:lnTo>
                    <a:pt x="265312" y="299647"/>
                  </a:lnTo>
                  <a:lnTo>
                    <a:pt x="269554" y="296465"/>
                  </a:lnTo>
                  <a:lnTo>
                    <a:pt x="273694" y="293151"/>
                  </a:lnTo>
                  <a:lnTo>
                    <a:pt x="277726" y="289708"/>
                  </a:lnTo>
                  <a:lnTo>
                    <a:pt x="281647" y="286138"/>
                  </a:lnTo>
                  <a:lnTo>
                    <a:pt x="285453" y="282445"/>
                  </a:lnTo>
                  <a:lnTo>
                    <a:pt x="289140" y="278634"/>
                  </a:lnTo>
                  <a:lnTo>
                    <a:pt x="292704" y="274708"/>
                  </a:lnTo>
                  <a:lnTo>
                    <a:pt x="296141" y="270670"/>
                  </a:lnTo>
                  <a:lnTo>
                    <a:pt x="299449" y="266526"/>
                  </a:lnTo>
                  <a:lnTo>
                    <a:pt x="302624" y="262279"/>
                  </a:lnTo>
                  <a:lnTo>
                    <a:pt x="305663" y="257933"/>
                  </a:lnTo>
                  <a:lnTo>
                    <a:pt x="308562" y="253493"/>
                  </a:lnTo>
                  <a:lnTo>
                    <a:pt x="311319" y="248963"/>
                  </a:lnTo>
                  <a:lnTo>
                    <a:pt x="313930" y="244349"/>
                  </a:lnTo>
                  <a:lnTo>
                    <a:pt x="316394" y="239653"/>
                  </a:lnTo>
                  <a:lnTo>
                    <a:pt x="318708" y="234882"/>
                  </a:lnTo>
                  <a:lnTo>
                    <a:pt x="320870" y="230040"/>
                  </a:lnTo>
                  <a:lnTo>
                    <a:pt x="322877" y="225132"/>
                  </a:lnTo>
                  <a:lnTo>
                    <a:pt x="324727" y="220162"/>
                  </a:lnTo>
                  <a:lnTo>
                    <a:pt x="326418" y="215137"/>
                  </a:lnTo>
                  <a:lnTo>
                    <a:pt x="327950" y="210060"/>
                  </a:lnTo>
                  <a:lnTo>
                    <a:pt x="329319" y="204937"/>
                  </a:lnTo>
                  <a:lnTo>
                    <a:pt x="330526" y="199774"/>
                  </a:lnTo>
                  <a:lnTo>
                    <a:pt x="331568" y="194574"/>
                  </a:lnTo>
                  <a:lnTo>
                    <a:pt x="332444" y="189345"/>
                  </a:lnTo>
                  <a:lnTo>
                    <a:pt x="333155" y="184090"/>
                  </a:lnTo>
                  <a:lnTo>
                    <a:pt x="333698" y="178815"/>
                  </a:lnTo>
                  <a:lnTo>
                    <a:pt x="334074" y="173526"/>
                  </a:lnTo>
                  <a:lnTo>
                    <a:pt x="334281" y="168227"/>
                  </a:lnTo>
                  <a:lnTo>
                    <a:pt x="334321" y="162925"/>
                  </a:lnTo>
                  <a:lnTo>
                    <a:pt x="334192" y="157624"/>
                  </a:lnTo>
                  <a:lnTo>
                    <a:pt x="333896" y="152329"/>
                  </a:lnTo>
                  <a:lnTo>
                    <a:pt x="333431" y="147047"/>
                  </a:lnTo>
                  <a:lnTo>
                    <a:pt x="332799" y="141782"/>
                  </a:lnTo>
                  <a:lnTo>
                    <a:pt x="332001" y="136540"/>
                  </a:lnTo>
                  <a:lnTo>
                    <a:pt x="331037" y="131326"/>
                  </a:lnTo>
                  <a:lnTo>
                    <a:pt x="329908" y="126145"/>
                  </a:lnTo>
                  <a:lnTo>
                    <a:pt x="328615" y="121002"/>
                  </a:lnTo>
                  <a:lnTo>
                    <a:pt x="327159" y="115903"/>
                  </a:lnTo>
                  <a:lnTo>
                    <a:pt x="325543" y="110853"/>
                  </a:lnTo>
                  <a:lnTo>
                    <a:pt x="323767" y="105856"/>
                  </a:lnTo>
                  <a:lnTo>
                    <a:pt x="321834" y="100919"/>
                  </a:lnTo>
                  <a:lnTo>
                    <a:pt x="319745" y="96045"/>
                  </a:lnTo>
                  <a:lnTo>
                    <a:pt x="317502" y="91240"/>
                  </a:lnTo>
                  <a:lnTo>
                    <a:pt x="315108" y="86508"/>
                  </a:lnTo>
                  <a:lnTo>
                    <a:pt x="312566" y="81855"/>
                  </a:lnTo>
                  <a:lnTo>
                    <a:pt x="309877" y="77284"/>
                  </a:lnTo>
                  <a:lnTo>
                    <a:pt x="307044" y="72802"/>
                  </a:lnTo>
                  <a:lnTo>
                    <a:pt x="304071" y="68411"/>
                  </a:lnTo>
                  <a:lnTo>
                    <a:pt x="300960" y="64117"/>
                  </a:lnTo>
                  <a:lnTo>
                    <a:pt x="297714" y="59924"/>
                  </a:lnTo>
                  <a:lnTo>
                    <a:pt x="294337" y="55835"/>
                  </a:lnTo>
                  <a:lnTo>
                    <a:pt x="290832" y="51856"/>
                  </a:lnTo>
                  <a:lnTo>
                    <a:pt x="287203" y="47990"/>
                  </a:lnTo>
                  <a:lnTo>
                    <a:pt x="283453" y="44242"/>
                  </a:lnTo>
                  <a:lnTo>
                    <a:pt x="279585" y="40613"/>
                  </a:lnTo>
                  <a:lnTo>
                    <a:pt x="275605" y="37110"/>
                  </a:lnTo>
                  <a:lnTo>
                    <a:pt x="271515" y="33734"/>
                  </a:lnTo>
                  <a:lnTo>
                    <a:pt x="267321" y="30490"/>
                  </a:lnTo>
                  <a:lnTo>
                    <a:pt x="263026" y="27381"/>
                  </a:lnTo>
                  <a:lnTo>
                    <a:pt x="258634" y="24409"/>
                  </a:lnTo>
                  <a:lnTo>
                    <a:pt x="254150" y="21578"/>
                  </a:lnTo>
                  <a:lnTo>
                    <a:pt x="249579" y="18891"/>
                  </a:lnTo>
                  <a:lnTo>
                    <a:pt x="244925" y="16350"/>
                  </a:lnTo>
                  <a:lnTo>
                    <a:pt x="240192" y="13958"/>
                  </a:lnTo>
                  <a:lnTo>
                    <a:pt x="235386" y="11718"/>
                  </a:lnTo>
                  <a:lnTo>
                    <a:pt x="230511" y="9630"/>
                  </a:lnTo>
                  <a:lnTo>
                    <a:pt x="225573" y="7699"/>
                  </a:lnTo>
                  <a:lnTo>
                    <a:pt x="220576" y="5925"/>
                  </a:lnTo>
                  <a:lnTo>
                    <a:pt x="215525" y="4310"/>
                  </a:lnTo>
                  <a:lnTo>
                    <a:pt x="210425" y="2857"/>
                  </a:lnTo>
                  <a:lnTo>
                    <a:pt x="167159" y="1643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43266" cy="167167"/>
            </a:xfrm>
            <a:custGeom>
              <a:avLst/>
              <a:pathLst>
                <a:path w="43266" h="167167">
                  <a:moveTo>
                    <a:pt x="43266" y="5696"/>
                  </a:moveTo>
                  <a:lnTo>
                    <a:pt x="37198" y="4191"/>
                  </a:lnTo>
                  <a:lnTo>
                    <a:pt x="31078" y="2914"/>
                  </a:lnTo>
                  <a:lnTo>
                    <a:pt x="24915" y="1867"/>
                  </a:lnTo>
                  <a:lnTo>
                    <a:pt x="18716" y="1051"/>
                  </a:lnTo>
                  <a:lnTo>
                    <a:pt x="12492" y="467"/>
                  </a:lnTo>
                  <a:lnTo>
                    <a:pt x="625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6" y="5399291"/>
              <a:ext cx="167167" cy="331226"/>
            </a:xfrm>
            <a:custGeom>
              <a:avLst/>
              <a:pathLst>
                <a:path w="167167" h="331226">
                  <a:moveTo>
                    <a:pt x="167167" y="0"/>
                  </a:moveTo>
                  <a:lnTo>
                    <a:pt x="161810" y="85"/>
                  </a:lnTo>
                  <a:lnTo>
                    <a:pt x="156459" y="343"/>
                  </a:lnTo>
                  <a:lnTo>
                    <a:pt x="151119" y="772"/>
                  </a:lnTo>
                  <a:lnTo>
                    <a:pt x="145796" y="1371"/>
                  </a:lnTo>
                  <a:lnTo>
                    <a:pt x="140494" y="2141"/>
                  </a:lnTo>
                  <a:lnTo>
                    <a:pt x="135220" y="3081"/>
                  </a:lnTo>
                  <a:lnTo>
                    <a:pt x="129978" y="4189"/>
                  </a:lnTo>
                  <a:lnTo>
                    <a:pt x="124775" y="5464"/>
                  </a:lnTo>
                  <a:lnTo>
                    <a:pt x="119616" y="6905"/>
                  </a:lnTo>
                  <a:lnTo>
                    <a:pt x="114505" y="8511"/>
                  </a:lnTo>
                  <a:lnTo>
                    <a:pt x="109448" y="10280"/>
                  </a:lnTo>
                  <a:lnTo>
                    <a:pt x="104450" y="12210"/>
                  </a:lnTo>
                  <a:lnTo>
                    <a:pt x="99517" y="14299"/>
                  </a:lnTo>
                  <a:lnTo>
                    <a:pt x="94654" y="16546"/>
                  </a:lnTo>
                  <a:lnTo>
                    <a:pt x="89865" y="18946"/>
                  </a:lnTo>
                  <a:lnTo>
                    <a:pt x="85155" y="21500"/>
                  </a:lnTo>
                  <a:lnTo>
                    <a:pt x="80529" y="24202"/>
                  </a:lnTo>
                  <a:lnTo>
                    <a:pt x="75993" y="27052"/>
                  </a:lnTo>
                  <a:lnTo>
                    <a:pt x="71550" y="30045"/>
                  </a:lnTo>
                  <a:lnTo>
                    <a:pt x="67205" y="33180"/>
                  </a:lnTo>
                  <a:lnTo>
                    <a:pt x="62963" y="36451"/>
                  </a:lnTo>
                  <a:lnTo>
                    <a:pt x="58828" y="39858"/>
                  </a:lnTo>
                  <a:lnTo>
                    <a:pt x="54804" y="43394"/>
                  </a:lnTo>
                  <a:lnTo>
                    <a:pt x="50896" y="47058"/>
                  </a:lnTo>
                  <a:lnTo>
                    <a:pt x="47107" y="50846"/>
                  </a:lnTo>
                  <a:lnTo>
                    <a:pt x="43442" y="54753"/>
                  </a:lnTo>
                  <a:lnTo>
                    <a:pt x="39903" y="58775"/>
                  </a:lnTo>
                  <a:lnTo>
                    <a:pt x="36495" y="62908"/>
                  </a:lnTo>
                  <a:lnTo>
                    <a:pt x="33222" y="67149"/>
                  </a:lnTo>
                  <a:lnTo>
                    <a:pt x="30085" y="71492"/>
                  </a:lnTo>
                  <a:lnTo>
                    <a:pt x="27090" y="75934"/>
                  </a:lnTo>
                  <a:lnTo>
                    <a:pt x="24239" y="80469"/>
                  </a:lnTo>
                  <a:lnTo>
                    <a:pt x="21534" y="85094"/>
                  </a:lnTo>
                  <a:lnTo>
                    <a:pt x="18979" y="89802"/>
                  </a:lnTo>
                  <a:lnTo>
                    <a:pt x="16576" y="94591"/>
                  </a:lnTo>
                  <a:lnTo>
                    <a:pt x="14328" y="99453"/>
                  </a:lnTo>
                  <a:lnTo>
                    <a:pt x="12237" y="104385"/>
                  </a:lnTo>
                  <a:lnTo>
                    <a:pt x="10304" y="109382"/>
                  </a:lnTo>
                  <a:lnTo>
                    <a:pt x="8533" y="114438"/>
                  </a:lnTo>
                  <a:lnTo>
                    <a:pt x="6925" y="119548"/>
                  </a:lnTo>
                  <a:lnTo>
                    <a:pt x="5482" y="124707"/>
                  </a:lnTo>
                  <a:lnTo>
                    <a:pt x="4204" y="129910"/>
                  </a:lnTo>
                  <a:lnTo>
                    <a:pt x="3094" y="135151"/>
                  </a:lnTo>
                  <a:lnTo>
                    <a:pt x="2152" y="140425"/>
                  </a:lnTo>
                  <a:lnTo>
                    <a:pt x="1380" y="145726"/>
                  </a:lnTo>
                  <a:lnTo>
                    <a:pt x="778" y="151049"/>
                  </a:lnTo>
                  <a:lnTo>
                    <a:pt x="347" y="156389"/>
                  </a:lnTo>
                  <a:lnTo>
                    <a:pt x="88" y="161740"/>
                  </a:lnTo>
                  <a:lnTo>
                    <a:pt x="0" y="167097"/>
                  </a:lnTo>
                  <a:lnTo>
                    <a:pt x="83" y="172453"/>
                  </a:lnTo>
                  <a:lnTo>
                    <a:pt x="338" y="177804"/>
                  </a:lnTo>
                  <a:lnTo>
                    <a:pt x="765" y="183145"/>
                  </a:lnTo>
                  <a:lnTo>
                    <a:pt x="1362" y="188469"/>
                  </a:lnTo>
                  <a:lnTo>
                    <a:pt x="2130" y="193770"/>
                  </a:lnTo>
                  <a:lnTo>
                    <a:pt x="3067" y="199045"/>
                  </a:lnTo>
                  <a:lnTo>
                    <a:pt x="4173" y="204287"/>
                  </a:lnTo>
                  <a:lnTo>
                    <a:pt x="5446" y="209491"/>
                  </a:lnTo>
                  <a:lnTo>
                    <a:pt x="6885" y="214651"/>
                  </a:lnTo>
                  <a:lnTo>
                    <a:pt x="8489" y="219763"/>
                  </a:lnTo>
                  <a:lnTo>
                    <a:pt x="10256" y="224820"/>
                  </a:lnTo>
                  <a:lnTo>
                    <a:pt x="12184" y="229818"/>
                  </a:lnTo>
                  <a:lnTo>
                    <a:pt x="14271" y="234752"/>
                  </a:lnTo>
                  <a:lnTo>
                    <a:pt x="16515" y="239617"/>
                  </a:lnTo>
                  <a:lnTo>
                    <a:pt x="18914" y="244407"/>
                  </a:lnTo>
                  <a:lnTo>
                    <a:pt x="21465" y="249118"/>
                  </a:lnTo>
                  <a:lnTo>
                    <a:pt x="24166" y="253744"/>
                  </a:lnTo>
                  <a:lnTo>
                    <a:pt x="27014" y="258282"/>
                  </a:lnTo>
                  <a:lnTo>
                    <a:pt x="30005" y="262726"/>
                  </a:lnTo>
                  <a:lnTo>
                    <a:pt x="33138" y="267072"/>
                  </a:lnTo>
                  <a:lnTo>
                    <a:pt x="36408" y="271316"/>
                  </a:lnTo>
                  <a:lnTo>
                    <a:pt x="39812" y="275452"/>
                  </a:lnTo>
                  <a:lnTo>
                    <a:pt x="43347" y="279477"/>
                  </a:lnTo>
                  <a:lnTo>
                    <a:pt x="47010" y="283387"/>
                  </a:lnTo>
                  <a:lnTo>
                    <a:pt x="50795" y="287178"/>
                  </a:lnTo>
                  <a:lnTo>
                    <a:pt x="54701" y="290845"/>
                  </a:lnTo>
                  <a:lnTo>
                    <a:pt x="58721" y="294385"/>
                  </a:lnTo>
                  <a:lnTo>
                    <a:pt x="62854" y="297795"/>
                  </a:lnTo>
                  <a:lnTo>
                    <a:pt x="67093" y="301070"/>
                  </a:lnTo>
                  <a:lnTo>
                    <a:pt x="71435" y="304208"/>
                  </a:lnTo>
                  <a:lnTo>
                    <a:pt x="75875" y="307205"/>
                  </a:lnTo>
                  <a:lnTo>
                    <a:pt x="80409" y="310059"/>
                  </a:lnTo>
                  <a:lnTo>
                    <a:pt x="85033" y="312765"/>
                  </a:lnTo>
                  <a:lnTo>
                    <a:pt x="89740" y="315322"/>
                  </a:lnTo>
                  <a:lnTo>
                    <a:pt x="94527" y="317727"/>
                  </a:lnTo>
                  <a:lnTo>
                    <a:pt x="99389" y="319978"/>
                  </a:lnTo>
                  <a:lnTo>
                    <a:pt x="104320" y="322071"/>
                  </a:lnTo>
                  <a:lnTo>
                    <a:pt x="109316" y="324005"/>
                  </a:lnTo>
                  <a:lnTo>
                    <a:pt x="114371" y="325778"/>
                  </a:lnTo>
                  <a:lnTo>
                    <a:pt x="119481" y="327389"/>
                  </a:lnTo>
                  <a:lnTo>
                    <a:pt x="124639" y="328834"/>
                  </a:lnTo>
                  <a:lnTo>
                    <a:pt x="129842" y="330114"/>
                  </a:lnTo>
                  <a:lnTo>
                    <a:pt x="135082" y="33122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91459" y="5566459"/>
              <a:ext cx="32084" cy="164059"/>
            </a:xfrm>
            <a:custGeom>
              <a:avLst/>
              <a:pathLst>
                <a:path w="32084" h="164059">
                  <a:moveTo>
                    <a:pt x="0" y="164059"/>
                  </a:moveTo>
                  <a:lnTo>
                    <a:pt x="320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91459" y="5566459"/>
              <a:ext cx="32084" cy="164059"/>
            </a:xfrm>
            <a:custGeom>
              <a:avLst/>
              <a:pathLst>
                <a:path w="32084" h="164059">
                  <a:moveTo>
                    <a:pt x="0" y="164059"/>
                  </a:moveTo>
                  <a:lnTo>
                    <a:pt x="320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91459" y="5566459"/>
              <a:ext cx="32084" cy="164059"/>
            </a:xfrm>
            <a:custGeom>
              <a:avLst/>
              <a:pathLst>
                <a:path w="32084" h="164059">
                  <a:moveTo>
                    <a:pt x="0" y="164059"/>
                  </a:moveTo>
                  <a:lnTo>
                    <a:pt x="320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91459" y="5566459"/>
              <a:ext cx="32084" cy="164059"/>
            </a:xfrm>
            <a:custGeom>
              <a:avLst/>
              <a:pathLst>
                <a:path w="32084" h="164059">
                  <a:moveTo>
                    <a:pt x="0" y="164059"/>
                  </a:moveTo>
                  <a:lnTo>
                    <a:pt x="320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91459" y="5566459"/>
              <a:ext cx="32084" cy="164059"/>
            </a:xfrm>
            <a:custGeom>
              <a:avLst/>
              <a:pathLst>
                <a:path w="32084" h="164059">
                  <a:moveTo>
                    <a:pt x="0" y="164059"/>
                  </a:moveTo>
                  <a:lnTo>
                    <a:pt x="320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91459" y="5566459"/>
              <a:ext cx="93729" cy="167161"/>
            </a:xfrm>
            <a:custGeom>
              <a:avLst/>
              <a:pathLst>
                <a:path w="93729" h="167161">
                  <a:moveTo>
                    <a:pt x="0" y="164059"/>
                  </a:moveTo>
                  <a:lnTo>
                    <a:pt x="5525" y="165044"/>
                  </a:lnTo>
                  <a:lnTo>
                    <a:pt x="11081" y="165842"/>
                  </a:lnTo>
                  <a:lnTo>
                    <a:pt x="16660" y="166454"/>
                  </a:lnTo>
                  <a:lnTo>
                    <a:pt x="22257" y="166878"/>
                  </a:lnTo>
                  <a:lnTo>
                    <a:pt x="27865" y="167114"/>
                  </a:lnTo>
                  <a:lnTo>
                    <a:pt x="33477" y="167161"/>
                  </a:lnTo>
                  <a:lnTo>
                    <a:pt x="39088" y="167020"/>
                  </a:lnTo>
                  <a:lnTo>
                    <a:pt x="44691" y="166691"/>
                  </a:lnTo>
                  <a:lnTo>
                    <a:pt x="50280" y="166174"/>
                  </a:lnTo>
                  <a:lnTo>
                    <a:pt x="55848" y="165469"/>
                  </a:lnTo>
                  <a:lnTo>
                    <a:pt x="61390" y="164578"/>
                  </a:lnTo>
                  <a:lnTo>
                    <a:pt x="66898" y="163502"/>
                  </a:lnTo>
                  <a:lnTo>
                    <a:pt x="72367" y="162241"/>
                  </a:lnTo>
                  <a:lnTo>
                    <a:pt x="77791" y="160797"/>
                  </a:lnTo>
                  <a:lnTo>
                    <a:pt x="83164" y="159172"/>
                  </a:lnTo>
                  <a:lnTo>
                    <a:pt x="88478" y="157367"/>
                  </a:lnTo>
                  <a:lnTo>
                    <a:pt x="93729" y="155386"/>
                  </a:lnTo>
                  <a:lnTo>
                    <a:pt x="3208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167166" cy="322553"/>
            </a:xfrm>
            <a:custGeom>
              <a:avLst/>
              <a:pathLst>
                <a:path w="167166" h="322553">
                  <a:moveTo>
                    <a:pt x="61645" y="322553"/>
                  </a:moveTo>
                  <a:lnTo>
                    <a:pt x="66606" y="320492"/>
                  </a:lnTo>
                  <a:lnTo>
                    <a:pt x="71498" y="318272"/>
                  </a:lnTo>
                  <a:lnTo>
                    <a:pt x="76317" y="315897"/>
                  </a:lnTo>
                  <a:lnTo>
                    <a:pt x="81057" y="313368"/>
                  </a:lnTo>
                  <a:lnTo>
                    <a:pt x="85713" y="310688"/>
                  </a:lnTo>
                  <a:lnTo>
                    <a:pt x="90280" y="307859"/>
                  </a:lnTo>
                  <a:lnTo>
                    <a:pt x="94754" y="304886"/>
                  </a:lnTo>
                  <a:lnTo>
                    <a:pt x="99131" y="301770"/>
                  </a:lnTo>
                  <a:lnTo>
                    <a:pt x="103405" y="298515"/>
                  </a:lnTo>
                  <a:lnTo>
                    <a:pt x="107572" y="295124"/>
                  </a:lnTo>
                  <a:lnTo>
                    <a:pt x="111628" y="291602"/>
                  </a:lnTo>
                  <a:lnTo>
                    <a:pt x="115569" y="287951"/>
                  </a:lnTo>
                  <a:lnTo>
                    <a:pt x="119390" y="284175"/>
                  </a:lnTo>
                  <a:lnTo>
                    <a:pt x="123088" y="280278"/>
                  </a:lnTo>
                  <a:lnTo>
                    <a:pt x="126659" y="276264"/>
                  </a:lnTo>
                  <a:lnTo>
                    <a:pt x="130100" y="272138"/>
                  </a:lnTo>
                  <a:lnTo>
                    <a:pt x="133406" y="267903"/>
                  </a:lnTo>
                  <a:lnTo>
                    <a:pt x="136574" y="263564"/>
                  </a:lnTo>
                  <a:lnTo>
                    <a:pt x="139601" y="259126"/>
                  </a:lnTo>
                  <a:lnTo>
                    <a:pt x="142483" y="254593"/>
                  </a:lnTo>
                  <a:lnTo>
                    <a:pt x="145219" y="249969"/>
                  </a:lnTo>
                  <a:lnTo>
                    <a:pt x="147805" y="245260"/>
                  </a:lnTo>
                  <a:lnTo>
                    <a:pt x="150238" y="240470"/>
                  </a:lnTo>
                  <a:lnTo>
                    <a:pt x="152516" y="235605"/>
                  </a:lnTo>
                  <a:lnTo>
                    <a:pt x="154636" y="230669"/>
                  </a:lnTo>
                  <a:lnTo>
                    <a:pt x="156597" y="225667"/>
                  </a:lnTo>
                  <a:lnTo>
                    <a:pt x="158396" y="220605"/>
                  </a:lnTo>
                  <a:lnTo>
                    <a:pt x="160031" y="215487"/>
                  </a:lnTo>
                  <a:lnTo>
                    <a:pt x="161501" y="210320"/>
                  </a:lnTo>
                  <a:lnTo>
                    <a:pt x="162804" y="205108"/>
                  </a:lnTo>
                  <a:lnTo>
                    <a:pt x="163939" y="199857"/>
                  </a:lnTo>
                  <a:lnTo>
                    <a:pt x="164905" y="194573"/>
                  </a:lnTo>
                  <a:lnTo>
                    <a:pt x="165701" y="189260"/>
                  </a:lnTo>
                  <a:lnTo>
                    <a:pt x="166325" y="183924"/>
                  </a:lnTo>
                  <a:lnTo>
                    <a:pt x="166778" y="178571"/>
                  </a:lnTo>
                  <a:lnTo>
                    <a:pt x="167058" y="173206"/>
                  </a:lnTo>
                  <a:lnTo>
                    <a:pt x="167166" y="167834"/>
                  </a:lnTo>
                  <a:lnTo>
                    <a:pt x="167101" y="162462"/>
                  </a:lnTo>
                  <a:lnTo>
                    <a:pt x="166863" y="157095"/>
                  </a:lnTo>
                  <a:lnTo>
                    <a:pt x="166453" y="151739"/>
                  </a:lnTo>
                  <a:lnTo>
                    <a:pt x="165872" y="146398"/>
                  </a:lnTo>
                  <a:lnTo>
                    <a:pt x="165119" y="141079"/>
                  </a:lnTo>
                  <a:lnTo>
                    <a:pt x="164195" y="135787"/>
                  </a:lnTo>
                  <a:lnTo>
                    <a:pt x="163102" y="130527"/>
                  </a:lnTo>
                  <a:lnTo>
                    <a:pt x="161840" y="125305"/>
                  </a:lnTo>
                  <a:lnTo>
                    <a:pt x="160412" y="120126"/>
                  </a:lnTo>
                  <a:lnTo>
                    <a:pt x="158817" y="114996"/>
                  </a:lnTo>
                  <a:lnTo>
                    <a:pt x="157059" y="109919"/>
                  </a:lnTo>
                  <a:lnTo>
                    <a:pt x="155138" y="104902"/>
                  </a:lnTo>
                  <a:lnTo>
                    <a:pt x="153057" y="99949"/>
                  </a:lnTo>
                  <a:lnTo>
                    <a:pt x="150818" y="95066"/>
                  </a:lnTo>
                  <a:lnTo>
                    <a:pt x="148424" y="90256"/>
                  </a:lnTo>
                  <a:lnTo>
                    <a:pt x="145876" y="85527"/>
                  </a:lnTo>
                  <a:lnTo>
                    <a:pt x="143177" y="80882"/>
                  </a:lnTo>
                  <a:lnTo>
                    <a:pt x="140330" y="76325"/>
                  </a:lnTo>
                  <a:lnTo>
                    <a:pt x="137339" y="71863"/>
                  </a:lnTo>
                  <a:lnTo>
                    <a:pt x="134206" y="67499"/>
                  </a:lnTo>
                  <a:lnTo>
                    <a:pt x="130934" y="63238"/>
                  </a:lnTo>
                  <a:lnTo>
                    <a:pt x="127527" y="59085"/>
                  </a:lnTo>
                  <a:lnTo>
                    <a:pt x="123988" y="55043"/>
                  </a:lnTo>
                  <a:lnTo>
                    <a:pt x="120321" y="51116"/>
                  </a:lnTo>
                  <a:lnTo>
                    <a:pt x="116530" y="47310"/>
                  </a:lnTo>
                  <a:lnTo>
                    <a:pt x="112618" y="43627"/>
                  </a:lnTo>
                  <a:lnTo>
                    <a:pt x="108590" y="40072"/>
                  </a:lnTo>
                  <a:lnTo>
                    <a:pt x="104450" y="36649"/>
                  </a:lnTo>
                  <a:lnTo>
                    <a:pt x="100202" y="33360"/>
                  </a:lnTo>
                  <a:lnTo>
                    <a:pt x="95851" y="30209"/>
                  </a:lnTo>
                  <a:lnTo>
                    <a:pt x="91401" y="27200"/>
                  </a:lnTo>
                  <a:lnTo>
                    <a:pt x="86856" y="24335"/>
                  </a:lnTo>
                  <a:lnTo>
                    <a:pt x="82221" y="21618"/>
                  </a:lnTo>
                  <a:lnTo>
                    <a:pt x="77502" y="19051"/>
                  </a:lnTo>
                  <a:lnTo>
                    <a:pt x="72702" y="16637"/>
                  </a:lnTo>
                  <a:lnTo>
                    <a:pt x="67828" y="14379"/>
                  </a:lnTo>
                  <a:lnTo>
                    <a:pt x="62883" y="12278"/>
                  </a:lnTo>
                  <a:lnTo>
                    <a:pt x="57874" y="10337"/>
                  </a:lnTo>
                  <a:lnTo>
                    <a:pt x="52805" y="8559"/>
                  </a:lnTo>
                  <a:lnTo>
                    <a:pt x="47681" y="6944"/>
                  </a:lnTo>
                  <a:lnTo>
                    <a:pt x="42508" y="5494"/>
                  </a:lnTo>
                  <a:lnTo>
                    <a:pt x="37291" y="4212"/>
                  </a:lnTo>
                  <a:lnTo>
                    <a:pt x="32035" y="3098"/>
                  </a:lnTo>
                  <a:lnTo>
                    <a:pt x="26747" y="2153"/>
                  </a:lnTo>
                  <a:lnTo>
                    <a:pt x="21430" y="1379"/>
                  </a:lnTo>
                  <a:lnTo>
                    <a:pt x="16092" y="776"/>
                  </a:lnTo>
                  <a:lnTo>
                    <a:pt x="10737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9775" y="5269756"/>
              <a:ext cx="145483" cy="167167"/>
            </a:xfrm>
            <a:custGeom>
              <a:avLst/>
              <a:pathLst>
                <a:path w="145483" h="167167">
                  <a:moveTo>
                    <a:pt x="145483" y="0"/>
                  </a:moveTo>
                  <a:lnTo>
                    <a:pt x="139968" y="90"/>
                  </a:lnTo>
                  <a:lnTo>
                    <a:pt x="134460" y="363"/>
                  </a:lnTo>
                  <a:lnTo>
                    <a:pt x="128964" y="818"/>
                  </a:lnTo>
                  <a:lnTo>
                    <a:pt x="123485" y="1453"/>
                  </a:lnTo>
                  <a:lnTo>
                    <a:pt x="118031" y="2269"/>
                  </a:lnTo>
                  <a:lnTo>
                    <a:pt x="112606" y="3264"/>
                  </a:lnTo>
                  <a:lnTo>
                    <a:pt x="107217" y="4438"/>
                  </a:lnTo>
                  <a:lnTo>
                    <a:pt x="101870" y="5789"/>
                  </a:lnTo>
                  <a:lnTo>
                    <a:pt x="96571" y="7315"/>
                  </a:lnTo>
                  <a:lnTo>
                    <a:pt x="91324" y="9016"/>
                  </a:lnTo>
                  <a:lnTo>
                    <a:pt x="86137" y="10888"/>
                  </a:lnTo>
                  <a:lnTo>
                    <a:pt x="81014" y="12931"/>
                  </a:lnTo>
                  <a:lnTo>
                    <a:pt x="75961" y="15142"/>
                  </a:lnTo>
                  <a:lnTo>
                    <a:pt x="70984" y="17518"/>
                  </a:lnTo>
                  <a:lnTo>
                    <a:pt x="66088" y="20057"/>
                  </a:lnTo>
                  <a:lnTo>
                    <a:pt x="61279" y="22756"/>
                  </a:lnTo>
                  <a:lnTo>
                    <a:pt x="56561" y="25612"/>
                  </a:lnTo>
                  <a:lnTo>
                    <a:pt x="51940" y="28622"/>
                  </a:lnTo>
                  <a:lnTo>
                    <a:pt x="47420" y="31783"/>
                  </a:lnTo>
                  <a:lnTo>
                    <a:pt x="43008" y="35092"/>
                  </a:lnTo>
                  <a:lnTo>
                    <a:pt x="38707" y="38544"/>
                  </a:lnTo>
                  <a:lnTo>
                    <a:pt x="34522" y="42136"/>
                  </a:lnTo>
                  <a:lnTo>
                    <a:pt x="30458" y="45865"/>
                  </a:lnTo>
                  <a:lnTo>
                    <a:pt x="26519" y="49725"/>
                  </a:lnTo>
                  <a:lnTo>
                    <a:pt x="22710" y="53713"/>
                  </a:lnTo>
                  <a:lnTo>
                    <a:pt x="19034" y="57825"/>
                  </a:lnTo>
                  <a:lnTo>
                    <a:pt x="15496" y="62056"/>
                  </a:lnTo>
                  <a:lnTo>
                    <a:pt x="12099" y="66401"/>
                  </a:lnTo>
                  <a:lnTo>
                    <a:pt x="8848" y="70856"/>
                  </a:lnTo>
                  <a:lnTo>
                    <a:pt x="5745" y="75415"/>
                  </a:lnTo>
                  <a:lnTo>
                    <a:pt x="2795" y="80075"/>
                  </a:lnTo>
                  <a:lnTo>
                    <a:pt x="0" y="84829"/>
                  </a:lnTo>
                  <a:lnTo>
                    <a:pt x="1454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83068" y="5354585"/>
              <a:ext cx="162190" cy="82338"/>
            </a:xfrm>
            <a:custGeom>
              <a:avLst/>
              <a:pathLst>
                <a:path w="162190" h="82338">
                  <a:moveTo>
                    <a:pt x="16706" y="0"/>
                  </a:moveTo>
                  <a:lnTo>
                    <a:pt x="13635" y="5679"/>
                  </a:lnTo>
                  <a:lnTo>
                    <a:pt x="10786" y="11473"/>
                  </a:lnTo>
                  <a:lnTo>
                    <a:pt x="8162" y="17372"/>
                  </a:lnTo>
                  <a:lnTo>
                    <a:pt x="5768" y="23369"/>
                  </a:lnTo>
                  <a:lnTo>
                    <a:pt x="3608" y="29453"/>
                  </a:lnTo>
                  <a:lnTo>
                    <a:pt x="1684" y="35617"/>
                  </a:lnTo>
                  <a:lnTo>
                    <a:pt x="0" y="41850"/>
                  </a:lnTo>
                  <a:lnTo>
                    <a:pt x="162190" y="823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4969" y="126679"/>
                  </a:moveTo>
                  <a:lnTo>
                    <a:pt x="3765" y="131852"/>
                  </a:lnTo>
                  <a:lnTo>
                    <a:pt x="2725" y="137061"/>
                  </a:lnTo>
                  <a:lnTo>
                    <a:pt x="1852" y="142301"/>
                  </a:lnTo>
                  <a:lnTo>
                    <a:pt x="1145" y="147565"/>
                  </a:lnTo>
                  <a:lnTo>
                    <a:pt x="606" y="152849"/>
                  </a:lnTo>
                  <a:lnTo>
                    <a:pt x="235" y="158148"/>
                  </a:lnTo>
                  <a:lnTo>
                    <a:pt x="33" y="163456"/>
                  </a:lnTo>
                  <a:lnTo>
                    <a:pt x="0" y="168767"/>
                  </a:lnTo>
                  <a:lnTo>
                    <a:pt x="135" y="174077"/>
                  </a:lnTo>
                  <a:lnTo>
                    <a:pt x="439" y="179380"/>
                  </a:lnTo>
                  <a:lnTo>
                    <a:pt x="911" y="184671"/>
                  </a:lnTo>
                  <a:lnTo>
                    <a:pt x="1551" y="189944"/>
                  </a:lnTo>
                  <a:lnTo>
                    <a:pt x="2358" y="195194"/>
                  </a:lnTo>
                  <a:lnTo>
                    <a:pt x="3332" y="200415"/>
                  </a:lnTo>
                  <a:lnTo>
                    <a:pt x="4471" y="205604"/>
                  </a:lnTo>
                  <a:lnTo>
                    <a:pt x="5774" y="210753"/>
                  </a:lnTo>
                  <a:lnTo>
                    <a:pt x="7240" y="215858"/>
                  </a:lnTo>
                  <a:lnTo>
                    <a:pt x="8868" y="220914"/>
                  </a:lnTo>
                  <a:lnTo>
                    <a:pt x="10655" y="225916"/>
                  </a:lnTo>
                  <a:lnTo>
                    <a:pt x="12601" y="230859"/>
                  </a:lnTo>
                  <a:lnTo>
                    <a:pt x="14702" y="235737"/>
                  </a:lnTo>
                  <a:lnTo>
                    <a:pt x="16958" y="240546"/>
                  </a:lnTo>
                  <a:lnTo>
                    <a:pt x="19365" y="245281"/>
                  </a:lnTo>
                  <a:lnTo>
                    <a:pt x="21921" y="249937"/>
                  </a:lnTo>
                  <a:lnTo>
                    <a:pt x="24624" y="254509"/>
                  </a:lnTo>
                  <a:lnTo>
                    <a:pt x="27471" y="258994"/>
                  </a:lnTo>
                  <a:lnTo>
                    <a:pt x="30459" y="263385"/>
                  </a:lnTo>
                  <a:lnTo>
                    <a:pt x="33585" y="267680"/>
                  </a:lnTo>
                  <a:lnTo>
                    <a:pt x="36846" y="271873"/>
                  </a:lnTo>
                  <a:lnTo>
                    <a:pt x="40238" y="275960"/>
                  </a:lnTo>
                  <a:lnTo>
                    <a:pt x="43758" y="279937"/>
                  </a:lnTo>
                  <a:lnTo>
                    <a:pt x="47403" y="283801"/>
                  </a:lnTo>
                  <a:lnTo>
                    <a:pt x="51169" y="287547"/>
                  </a:lnTo>
                  <a:lnTo>
                    <a:pt x="55052" y="291171"/>
                  </a:lnTo>
                  <a:lnTo>
                    <a:pt x="59049" y="294670"/>
                  </a:lnTo>
                  <a:lnTo>
                    <a:pt x="63154" y="298040"/>
                  </a:lnTo>
                  <a:lnTo>
                    <a:pt x="67365" y="301279"/>
                  </a:lnTo>
                  <a:lnTo>
                    <a:pt x="71676" y="304382"/>
                  </a:lnTo>
                  <a:lnTo>
                    <a:pt x="76083" y="307346"/>
                  </a:lnTo>
                  <a:lnTo>
                    <a:pt x="80583" y="310169"/>
                  </a:lnTo>
                  <a:lnTo>
                    <a:pt x="85170" y="312847"/>
                  </a:lnTo>
                  <a:lnTo>
                    <a:pt x="89839" y="315378"/>
                  </a:lnTo>
                  <a:lnTo>
                    <a:pt x="94587" y="317760"/>
                  </a:lnTo>
                  <a:lnTo>
                    <a:pt x="99408" y="319990"/>
                  </a:lnTo>
                  <a:lnTo>
                    <a:pt x="104298" y="322065"/>
                  </a:lnTo>
                  <a:lnTo>
                    <a:pt x="109251" y="323984"/>
                  </a:lnTo>
                  <a:lnTo>
                    <a:pt x="114262" y="325744"/>
                  </a:lnTo>
                  <a:lnTo>
                    <a:pt x="119327" y="327345"/>
                  </a:lnTo>
                  <a:lnTo>
                    <a:pt x="124440" y="328784"/>
                  </a:lnTo>
                  <a:lnTo>
                    <a:pt x="129596" y="330059"/>
                  </a:lnTo>
                  <a:lnTo>
                    <a:pt x="134790" y="331171"/>
                  </a:lnTo>
                  <a:lnTo>
                    <a:pt x="140017" y="332116"/>
                  </a:lnTo>
                  <a:lnTo>
                    <a:pt x="145271" y="332895"/>
                  </a:lnTo>
                  <a:lnTo>
                    <a:pt x="150547" y="333507"/>
                  </a:lnTo>
                  <a:lnTo>
                    <a:pt x="155841" y="333951"/>
                  </a:lnTo>
                  <a:lnTo>
                    <a:pt x="161145" y="334226"/>
                  </a:lnTo>
                  <a:lnTo>
                    <a:pt x="166456" y="334333"/>
                  </a:lnTo>
                  <a:lnTo>
                    <a:pt x="171767" y="334271"/>
                  </a:lnTo>
                  <a:lnTo>
                    <a:pt x="177074" y="334040"/>
                  </a:lnTo>
                  <a:lnTo>
                    <a:pt x="182370" y="333641"/>
                  </a:lnTo>
                  <a:lnTo>
                    <a:pt x="187651" y="333074"/>
                  </a:lnTo>
                  <a:lnTo>
                    <a:pt x="192912" y="332339"/>
                  </a:lnTo>
                  <a:lnTo>
                    <a:pt x="198147" y="331437"/>
                  </a:lnTo>
                  <a:lnTo>
                    <a:pt x="203350" y="330370"/>
                  </a:lnTo>
                  <a:lnTo>
                    <a:pt x="208517" y="329138"/>
                  </a:lnTo>
                  <a:lnTo>
                    <a:pt x="213642" y="327742"/>
                  </a:lnTo>
                  <a:lnTo>
                    <a:pt x="218720" y="326184"/>
                  </a:lnTo>
                  <a:lnTo>
                    <a:pt x="223746" y="324466"/>
                  </a:lnTo>
                  <a:lnTo>
                    <a:pt x="228715" y="322589"/>
                  </a:lnTo>
                  <a:lnTo>
                    <a:pt x="233621" y="320554"/>
                  </a:lnTo>
                  <a:lnTo>
                    <a:pt x="238461" y="318366"/>
                  </a:lnTo>
                  <a:lnTo>
                    <a:pt x="243229" y="316024"/>
                  </a:lnTo>
                  <a:lnTo>
                    <a:pt x="247920" y="313532"/>
                  </a:lnTo>
                  <a:lnTo>
                    <a:pt x="252529" y="310892"/>
                  </a:lnTo>
                  <a:lnTo>
                    <a:pt x="257052" y="308108"/>
                  </a:lnTo>
                  <a:lnTo>
                    <a:pt x="261484" y="305180"/>
                  </a:lnTo>
                  <a:lnTo>
                    <a:pt x="265821" y="302114"/>
                  </a:lnTo>
                  <a:lnTo>
                    <a:pt x="270059" y="298911"/>
                  </a:lnTo>
                  <a:lnTo>
                    <a:pt x="274193" y="295576"/>
                  </a:lnTo>
                  <a:lnTo>
                    <a:pt x="278218" y="292110"/>
                  </a:lnTo>
                  <a:lnTo>
                    <a:pt x="282132" y="288519"/>
                  </a:lnTo>
                  <a:lnTo>
                    <a:pt x="285929" y="284805"/>
                  </a:lnTo>
                  <a:lnTo>
                    <a:pt x="289606" y="280972"/>
                  </a:lnTo>
                  <a:lnTo>
                    <a:pt x="293160" y="277025"/>
                  </a:lnTo>
                  <a:lnTo>
                    <a:pt x="296587" y="272966"/>
                  </a:lnTo>
                  <a:lnTo>
                    <a:pt x="299883" y="268801"/>
                  </a:lnTo>
                  <a:lnTo>
                    <a:pt x="303045" y="264533"/>
                  </a:lnTo>
                  <a:lnTo>
                    <a:pt x="306070" y="260166"/>
                  </a:lnTo>
                  <a:lnTo>
                    <a:pt x="308954" y="255706"/>
                  </a:lnTo>
                  <a:lnTo>
                    <a:pt x="311695" y="251157"/>
                  </a:lnTo>
                  <a:lnTo>
                    <a:pt x="314291" y="246522"/>
                  </a:lnTo>
                  <a:lnTo>
                    <a:pt x="316738" y="241808"/>
                  </a:lnTo>
                  <a:lnTo>
                    <a:pt x="319034" y="237018"/>
                  </a:lnTo>
                  <a:lnTo>
                    <a:pt x="321176" y="232157"/>
                  </a:lnTo>
                  <a:lnTo>
                    <a:pt x="323163" y="227232"/>
                  </a:lnTo>
                  <a:lnTo>
                    <a:pt x="324993" y="222245"/>
                  </a:lnTo>
                  <a:lnTo>
                    <a:pt x="326663" y="217203"/>
                  </a:lnTo>
                  <a:lnTo>
                    <a:pt x="328172" y="212110"/>
                  </a:lnTo>
                  <a:lnTo>
                    <a:pt x="329519" y="206972"/>
                  </a:lnTo>
                  <a:lnTo>
                    <a:pt x="330701" y="201793"/>
                  </a:lnTo>
                  <a:lnTo>
                    <a:pt x="331719" y="196580"/>
                  </a:lnTo>
                  <a:lnTo>
                    <a:pt x="332570" y="191337"/>
                  </a:lnTo>
                  <a:lnTo>
                    <a:pt x="333255" y="186070"/>
                  </a:lnTo>
                  <a:lnTo>
                    <a:pt x="333771" y="180783"/>
                  </a:lnTo>
                  <a:lnTo>
                    <a:pt x="334120" y="175483"/>
                  </a:lnTo>
                  <a:lnTo>
                    <a:pt x="334300" y="170175"/>
                  </a:lnTo>
                  <a:lnTo>
                    <a:pt x="334311" y="164863"/>
                  </a:lnTo>
                  <a:lnTo>
                    <a:pt x="334153" y="159554"/>
                  </a:lnTo>
                  <a:lnTo>
                    <a:pt x="333827" y="154252"/>
                  </a:lnTo>
                  <a:lnTo>
                    <a:pt x="333333" y="148963"/>
                  </a:lnTo>
                  <a:lnTo>
                    <a:pt x="332670" y="143693"/>
                  </a:lnTo>
                  <a:lnTo>
                    <a:pt x="331841" y="138447"/>
                  </a:lnTo>
                  <a:lnTo>
                    <a:pt x="330846" y="133229"/>
                  </a:lnTo>
                  <a:lnTo>
                    <a:pt x="329685" y="128046"/>
                  </a:lnTo>
                  <a:lnTo>
                    <a:pt x="328360" y="122902"/>
                  </a:lnTo>
                  <a:lnTo>
                    <a:pt x="326872" y="117803"/>
                  </a:lnTo>
                  <a:lnTo>
                    <a:pt x="325223" y="112754"/>
                  </a:lnTo>
                  <a:lnTo>
                    <a:pt x="323415" y="107760"/>
                  </a:lnTo>
                  <a:lnTo>
                    <a:pt x="321448" y="102825"/>
                  </a:lnTo>
                  <a:lnTo>
                    <a:pt x="319326" y="97956"/>
                  </a:lnTo>
                  <a:lnTo>
                    <a:pt x="317051" y="93156"/>
                  </a:lnTo>
                  <a:lnTo>
                    <a:pt x="314624" y="88432"/>
                  </a:lnTo>
                  <a:lnTo>
                    <a:pt x="312048" y="83786"/>
                  </a:lnTo>
                  <a:lnTo>
                    <a:pt x="309325" y="79225"/>
                  </a:lnTo>
                  <a:lnTo>
                    <a:pt x="306460" y="74753"/>
                  </a:lnTo>
                  <a:lnTo>
                    <a:pt x="303453" y="70374"/>
                  </a:lnTo>
                  <a:lnTo>
                    <a:pt x="300309" y="66093"/>
                  </a:lnTo>
                  <a:lnTo>
                    <a:pt x="297031" y="61914"/>
                  </a:lnTo>
                  <a:lnTo>
                    <a:pt x="293622" y="57841"/>
                  </a:lnTo>
                  <a:lnTo>
                    <a:pt x="290084" y="53878"/>
                  </a:lnTo>
                  <a:lnTo>
                    <a:pt x="286423" y="50030"/>
                  </a:lnTo>
                  <a:lnTo>
                    <a:pt x="282641" y="46300"/>
                  </a:lnTo>
                  <a:lnTo>
                    <a:pt x="278743" y="42692"/>
                  </a:lnTo>
                  <a:lnTo>
                    <a:pt x="274732" y="39210"/>
                  </a:lnTo>
                  <a:lnTo>
                    <a:pt x="270613" y="35857"/>
                  </a:lnTo>
                  <a:lnTo>
                    <a:pt x="266389" y="32636"/>
                  </a:lnTo>
                  <a:lnTo>
                    <a:pt x="262064" y="29552"/>
                  </a:lnTo>
                  <a:lnTo>
                    <a:pt x="257644" y="26606"/>
                  </a:lnTo>
                  <a:lnTo>
                    <a:pt x="253133" y="23802"/>
                  </a:lnTo>
                  <a:lnTo>
                    <a:pt x="248535" y="21143"/>
                  </a:lnTo>
                  <a:lnTo>
                    <a:pt x="243855" y="18631"/>
                  </a:lnTo>
                  <a:lnTo>
                    <a:pt x="239097" y="16270"/>
                  </a:lnTo>
                  <a:lnTo>
                    <a:pt x="234266" y="14061"/>
                  </a:lnTo>
                  <a:lnTo>
                    <a:pt x="229368" y="12006"/>
                  </a:lnTo>
                  <a:lnTo>
                    <a:pt x="224407" y="10108"/>
                  </a:lnTo>
                  <a:lnTo>
                    <a:pt x="219389" y="8368"/>
                  </a:lnTo>
                  <a:lnTo>
                    <a:pt x="214317" y="6789"/>
                  </a:lnTo>
                  <a:lnTo>
                    <a:pt x="209198" y="5372"/>
                  </a:lnTo>
                  <a:lnTo>
                    <a:pt x="204037" y="4118"/>
                  </a:lnTo>
                  <a:lnTo>
                    <a:pt x="198838" y="3029"/>
                  </a:lnTo>
                  <a:lnTo>
                    <a:pt x="193607" y="2105"/>
                  </a:lnTo>
                  <a:lnTo>
                    <a:pt x="188350" y="1348"/>
                  </a:lnTo>
                  <a:lnTo>
                    <a:pt x="183071" y="758"/>
                  </a:lnTo>
                  <a:lnTo>
                    <a:pt x="177776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7860" y="5018213"/>
              <a:ext cx="163178" cy="167167"/>
            </a:xfrm>
            <a:custGeom>
              <a:avLst/>
              <a:pathLst>
                <a:path w="163178" h="167167">
                  <a:moveTo>
                    <a:pt x="163178" y="0"/>
                  </a:moveTo>
                  <a:lnTo>
                    <a:pt x="157799" y="86"/>
                  </a:lnTo>
                  <a:lnTo>
                    <a:pt x="152424" y="346"/>
                  </a:lnTo>
                  <a:lnTo>
                    <a:pt x="147061" y="778"/>
                  </a:lnTo>
                  <a:lnTo>
                    <a:pt x="141714" y="1383"/>
                  </a:lnTo>
                  <a:lnTo>
                    <a:pt x="136390" y="2160"/>
                  </a:lnTo>
                  <a:lnTo>
                    <a:pt x="131094" y="3107"/>
                  </a:lnTo>
                  <a:lnTo>
                    <a:pt x="125830" y="4225"/>
                  </a:lnTo>
                  <a:lnTo>
                    <a:pt x="120606" y="5511"/>
                  </a:lnTo>
                  <a:lnTo>
                    <a:pt x="115425" y="6965"/>
                  </a:lnTo>
                  <a:lnTo>
                    <a:pt x="110294" y="8585"/>
                  </a:lnTo>
                  <a:lnTo>
                    <a:pt x="105218" y="10369"/>
                  </a:lnTo>
                  <a:lnTo>
                    <a:pt x="100202" y="12316"/>
                  </a:lnTo>
                  <a:lnTo>
                    <a:pt x="95251" y="14423"/>
                  </a:lnTo>
                  <a:lnTo>
                    <a:pt x="90370" y="16688"/>
                  </a:lnTo>
                  <a:lnTo>
                    <a:pt x="85565" y="19109"/>
                  </a:lnTo>
                  <a:lnTo>
                    <a:pt x="80840" y="21684"/>
                  </a:lnTo>
                  <a:lnTo>
                    <a:pt x="76201" y="24409"/>
                  </a:lnTo>
                  <a:lnTo>
                    <a:pt x="71652" y="27282"/>
                  </a:lnTo>
                  <a:lnTo>
                    <a:pt x="67197" y="30300"/>
                  </a:lnTo>
                  <a:lnTo>
                    <a:pt x="62842" y="33460"/>
                  </a:lnTo>
                  <a:lnTo>
                    <a:pt x="58591" y="36758"/>
                  </a:lnTo>
                  <a:lnTo>
                    <a:pt x="54448" y="40192"/>
                  </a:lnTo>
                  <a:lnTo>
                    <a:pt x="50418" y="43757"/>
                  </a:lnTo>
                  <a:lnTo>
                    <a:pt x="46505" y="47450"/>
                  </a:lnTo>
                  <a:lnTo>
                    <a:pt x="42713" y="51267"/>
                  </a:lnTo>
                  <a:lnTo>
                    <a:pt x="39045" y="55203"/>
                  </a:lnTo>
                  <a:lnTo>
                    <a:pt x="35506" y="59256"/>
                  </a:lnTo>
                  <a:lnTo>
                    <a:pt x="32099" y="63421"/>
                  </a:lnTo>
                  <a:lnTo>
                    <a:pt x="28828" y="67693"/>
                  </a:lnTo>
                  <a:lnTo>
                    <a:pt x="25696" y="72069"/>
                  </a:lnTo>
                  <a:lnTo>
                    <a:pt x="22707" y="76543"/>
                  </a:lnTo>
                  <a:lnTo>
                    <a:pt x="19863" y="81110"/>
                  </a:lnTo>
                  <a:lnTo>
                    <a:pt x="17168" y="85767"/>
                  </a:lnTo>
                  <a:lnTo>
                    <a:pt x="14624" y="90508"/>
                  </a:lnTo>
                  <a:lnTo>
                    <a:pt x="12234" y="95329"/>
                  </a:lnTo>
                  <a:lnTo>
                    <a:pt x="10000" y="100224"/>
                  </a:lnTo>
                  <a:lnTo>
                    <a:pt x="7925" y="105188"/>
                  </a:lnTo>
                  <a:lnTo>
                    <a:pt x="6011" y="110217"/>
                  </a:lnTo>
                  <a:lnTo>
                    <a:pt x="4259" y="115305"/>
                  </a:lnTo>
                  <a:lnTo>
                    <a:pt x="2673" y="120446"/>
                  </a:lnTo>
                  <a:lnTo>
                    <a:pt x="1252" y="125636"/>
                  </a:lnTo>
                  <a:lnTo>
                    <a:pt x="0" y="130869"/>
                  </a:lnTo>
                  <a:lnTo>
                    <a:pt x="1631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7860" y="5149082"/>
              <a:ext cx="163178" cy="36298"/>
            </a:xfrm>
            <a:custGeom>
              <a:avLst/>
              <a:pathLst>
                <a:path w="163178" h="36298">
                  <a:moveTo>
                    <a:pt x="0" y="0"/>
                  </a:moveTo>
                  <a:lnTo>
                    <a:pt x="163178" y="36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7860" y="5149082"/>
              <a:ext cx="163178" cy="36298"/>
            </a:xfrm>
            <a:custGeom>
              <a:avLst/>
              <a:pathLst>
                <a:path w="163178" h="36298">
                  <a:moveTo>
                    <a:pt x="0" y="0"/>
                  </a:moveTo>
                  <a:lnTo>
                    <a:pt x="163178" y="36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7860" y="5149082"/>
              <a:ext cx="163178" cy="36298"/>
            </a:xfrm>
            <a:custGeom>
              <a:avLst/>
              <a:pathLst>
                <a:path w="163178" h="36298">
                  <a:moveTo>
                    <a:pt x="0" y="0"/>
                  </a:moveTo>
                  <a:lnTo>
                    <a:pt x="163178" y="36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903" y="5149082"/>
              <a:ext cx="167135" cy="46336"/>
            </a:xfrm>
            <a:custGeom>
              <a:avLst/>
              <a:pathLst>
                <a:path w="167135" h="46336">
                  <a:moveTo>
                    <a:pt x="3956" y="0"/>
                  </a:moveTo>
                  <a:lnTo>
                    <a:pt x="2639" y="6530"/>
                  </a:lnTo>
                  <a:lnTo>
                    <a:pt x="1584" y="13107"/>
                  </a:lnTo>
                  <a:lnTo>
                    <a:pt x="791" y="19721"/>
                  </a:lnTo>
                  <a:lnTo>
                    <a:pt x="263" y="26362"/>
                  </a:lnTo>
                  <a:lnTo>
                    <a:pt x="0" y="33018"/>
                  </a:lnTo>
                  <a:lnTo>
                    <a:pt x="2" y="39680"/>
                  </a:lnTo>
                  <a:lnTo>
                    <a:pt x="269" y="46336"/>
                  </a:lnTo>
                  <a:lnTo>
                    <a:pt x="167135" y="36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4173" y="5018213"/>
              <a:ext cx="334021" cy="334328"/>
            </a:xfrm>
            <a:custGeom>
              <a:avLst/>
              <a:pathLst>
                <a:path w="334021" h="334328">
                  <a:moveTo>
                    <a:pt x="0" y="177205"/>
                  </a:moveTo>
                  <a:lnTo>
                    <a:pt x="401" y="182480"/>
                  </a:lnTo>
                  <a:lnTo>
                    <a:pt x="969" y="187740"/>
                  </a:lnTo>
                  <a:lnTo>
                    <a:pt x="1703" y="192979"/>
                  </a:lnTo>
                  <a:lnTo>
                    <a:pt x="2602" y="198193"/>
                  </a:lnTo>
                  <a:lnTo>
                    <a:pt x="3666" y="203375"/>
                  </a:lnTo>
                  <a:lnTo>
                    <a:pt x="4894" y="208521"/>
                  </a:lnTo>
                  <a:lnTo>
                    <a:pt x="6283" y="213625"/>
                  </a:lnTo>
                  <a:lnTo>
                    <a:pt x="7834" y="218683"/>
                  </a:lnTo>
                  <a:lnTo>
                    <a:pt x="9544" y="223690"/>
                  </a:lnTo>
                  <a:lnTo>
                    <a:pt x="11411" y="228640"/>
                  </a:lnTo>
                  <a:lnTo>
                    <a:pt x="13434" y="233528"/>
                  </a:lnTo>
                  <a:lnTo>
                    <a:pt x="15611" y="238350"/>
                  </a:lnTo>
                  <a:lnTo>
                    <a:pt x="17939" y="243100"/>
                  </a:lnTo>
                  <a:lnTo>
                    <a:pt x="20416" y="247775"/>
                  </a:lnTo>
                  <a:lnTo>
                    <a:pt x="23040" y="252368"/>
                  </a:lnTo>
                  <a:lnTo>
                    <a:pt x="25808" y="256877"/>
                  </a:lnTo>
                  <a:lnTo>
                    <a:pt x="28718" y="261295"/>
                  </a:lnTo>
                  <a:lnTo>
                    <a:pt x="31765" y="265620"/>
                  </a:lnTo>
                  <a:lnTo>
                    <a:pt x="34948" y="269845"/>
                  </a:lnTo>
                  <a:lnTo>
                    <a:pt x="38263" y="273968"/>
                  </a:lnTo>
                  <a:lnTo>
                    <a:pt x="41707" y="277984"/>
                  </a:lnTo>
                  <a:lnTo>
                    <a:pt x="45277" y="281889"/>
                  </a:lnTo>
                  <a:lnTo>
                    <a:pt x="48968" y="285679"/>
                  </a:lnTo>
                  <a:lnTo>
                    <a:pt x="52777" y="289350"/>
                  </a:lnTo>
                  <a:lnTo>
                    <a:pt x="56700" y="292899"/>
                  </a:lnTo>
                  <a:lnTo>
                    <a:pt x="60734" y="296322"/>
                  </a:lnTo>
                  <a:lnTo>
                    <a:pt x="64874" y="299616"/>
                  </a:lnTo>
                  <a:lnTo>
                    <a:pt x="69116" y="302777"/>
                  </a:lnTo>
                  <a:lnTo>
                    <a:pt x="73456" y="305802"/>
                  </a:lnTo>
                  <a:lnTo>
                    <a:pt x="77890" y="308688"/>
                  </a:lnTo>
                  <a:lnTo>
                    <a:pt x="82412" y="311433"/>
                  </a:lnTo>
                  <a:lnTo>
                    <a:pt x="87020" y="314033"/>
                  </a:lnTo>
                  <a:lnTo>
                    <a:pt x="91707" y="316486"/>
                  </a:lnTo>
                  <a:lnTo>
                    <a:pt x="96469" y="318789"/>
                  </a:lnTo>
                  <a:lnTo>
                    <a:pt x="101303" y="320941"/>
                  </a:lnTo>
                  <a:lnTo>
                    <a:pt x="106201" y="322939"/>
                  </a:lnTo>
                  <a:lnTo>
                    <a:pt x="111161" y="324780"/>
                  </a:lnTo>
                  <a:lnTo>
                    <a:pt x="116176" y="326464"/>
                  </a:lnTo>
                  <a:lnTo>
                    <a:pt x="121242" y="327988"/>
                  </a:lnTo>
                  <a:lnTo>
                    <a:pt x="126354" y="329351"/>
                  </a:lnTo>
                  <a:lnTo>
                    <a:pt x="131506" y="330552"/>
                  </a:lnTo>
                  <a:lnTo>
                    <a:pt x="136694" y="331589"/>
                  </a:lnTo>
                  <a:lnTo>
                    <a:pt x="141912" y="332461"/>
                  </a:lnTo>
                  <a:lnTo>
                    <a:pt x="147155" y="333168"/>
                  </a:lnTo>
                  <a:lnTo>
                    <a:pt x="152417" y="333709"/>
                  </a:lnTo>
                  <a:lnTo>
                    <a:pt x="157694" y="334083"/>
                  </a:lnTo>
                  <a:lnTo>
                    <a:pt x="162981" y="334289"/>
                  </a:lnTo>
                  <a:lnTo>
                    <a:pt x="168271" y="334328"/>
                  </a:lnTo>
                  <a:lnTo>
                    <a:pt x="173560" y="334200"/>
                  </a:lnTo>
                  <a:lnTo>
                    <a:pt x="178842" y="333905"/>
                  </a:lnTo>
                  <a:lnTo>
                    <a:pt x="184112" y="333442"/>
                  </a:lnTo>
                  <a:lnTo>
                    <a:pt x="189365" y="332813"/>
                  </a:lnTo>
                  <a:lnTo>
                    <a:pt x="194595" y="332018"/>
                  </a:lnTo>
                  <a:lnTo>
                    <a:pt x="199797" y="331058"/>
                  </a:lnTo>
                  <a:lnTo>
                    <a:pt x="204967" y="329934"/>
                  </a:lnTo>
                  <a:lnTo>
                    <a:pt x="210098" y="328647"/>
                  </a:lnTo>
                  <a:lnTo>
                    <a:pt x="215186" y="327198"/>
                  </a:lnTo>
                  <a:lnTo>
                    <a:pt x="220226" y="325589"/>
                  </a:lnTo>
                  <a:lnTo>
                    <a:pt x="225212" y="323821"/>
                  </a:lnTo>
                  <a:lnTo>
                    <a:pt x="230140" y="321897"/>
                  </a:lnTo>
                  <a:lnTo>
                    <a:pt x="235005" y="319817"/>
                  </a:lnTo>
                  <a:lnTo>
                    <a:pt x="239801" y="317584"/>
                  </a:lnTo>
                  <a:lnTo>
                    <a:pt x="244524" y="315201"/>
                  </a:lnTo>
                  <a:lnTo>
                    <a:pt x="249169" y="312670"/>
                  </a:lnTo>
                  <a:lnTo>
                    <a:pt x="253732" y="309992"/>
                  </a:lnTo>
                  <a:lnTo>
                    <a:pt x="258208" y="307172"/>
                  </a:lnTo>
                  <a:lnTo>
                    <a:pt x="262593" y="304212"/>
                  </a:lnTo>
                  <a:lnTo>
                    <a:pt x="266881" y="301114"/>
                  </a:lnTo>
                  <a:lnTo>
                    <a:pt x="271070" y="297882"/>
                  </a:lnTo>
                  <a:lnTo>
                    <a:pt x="275154" y="294519"/>
                  </a:lnTo>
                  <a:lnTo>
                    <a:pt x="279129" y="291029"/>
                  </a:lnTo>
                  <a:lnTo>
                    <a:pt x="282992" y="287414"/>
                  </a:lnTo>
                  <a:lnTo>
                    <a:pt x="286739" y="283680"/>
                  </a:lnTo>
                  <a:lnTo>
                    <a:pt x="290366" y="279828"/>
                  </a:lnTo>
                  <a:lnTo>
                    <a:pt x="293869" y="275864"/>
                  </a:lnTo>
                  <a:lnTo>
                    <a:pt x="297245" y="271790"/>
                  </a:lnTo>
                  <a:lnTo>
                    <a:pt x="300490" y="267612"/>
                  </a:lnTo>
                  <a:lnTo>
                    <a:pt x="303602" y="263334"/>
                  </a:lnTo>
                  <a:lnTo>
                    <a:pt x="306576" y="258959"/>
                  </a:lnTo>
                  <a:lnTo>
                    <a:pt x="309411" y="254492"/>
                  </a:lnTo>
                  <a:lnTo>
                    <a:pt x="312103" y="249938"/>
                  </a:lnTo>
                  <a:lnTo>
                    <a:pt x="314649" y="245301"/>
                  </a:lnTo>
                  <a:lnTo>
                    <a:pt x="317048" y="240585"/>
                  </a:lnTo>
                  <a:lnTo>
                    <a:pt x="319296" y="235796"/>
                  </a:lnTo>
                  <a:lnTo>
                    <a:pt x="321391" y="230938"/>
                  </a:lnTo>
                  <a:lnTo>
                    <a:pt x="323331" y="226017"/>
                  </a:lnTo>
                  <a:lnTo>
                    <a:pt x="325115" y="221036"/>
                  </a:lnTo>
                  <a:lnTo>
                    <a:pt x="326741" y="216002"/>
                  </a:lnTo>
                  <a:lnTo>
                    <a:pt x="328206" y="210918"/>
                  </a:lnTo>
                  <a:lnTo>
                    <a:pt x="329509" y="205791"/>
                  </a:lnTo>
                  <a:lnTo>
                    <a:pt x="330650" y="200625"/>
                  </a:lnTo>
                  <a:lnTo>
                    <a:pt x="331627" y="195426"/>
                  </a:lnTo>
                  <a:lnTo>
                    <a:pt x="332439" y="190198"/>
                  </a:lnTo>
                  <a:lnTo>
                    <a:pt x="333084" y="184947"/>
                  </a:lnTo>
                  <a:lnTo>
                    <a:pt x="333564" y="179679"/>
                  </a:lnTo>
                  <a:lnTo>
                    <a:pt x="333876" y="174398"/>
                  </a:lnTo>
                  <a:lnTo>
                    <a:pt x="334021" y="169109"/>
                  </a:lnTo>
                  <a:lnTo>
                    <a:pt x="333999" y="163819"/>
                  </a:lnTo>
                  <a:lnTo>
                    <a:pt x="333810" y="158532"/>
                  </a:lnTo>
                  <a:lnTo>
                    <a:pt x="333453" y="153254"/>
                  </a:lnTo>
                  <a:lnTo>
                    <a:pt x="332929" y="147989"/>
                  </a:lnTo>
                  <a:lnTo>
                    <a:pt x="332239" y="142744"/>
                  </a:lnTo>
                  <a:lnTo>
                    <a:pt x="331383" y="137524"/>
                  </a:lnTo>
                  <a:lnTo>
                    <a:pt x="330363" y="132333"/>
                  </a:lnTo>
                  <a:lnTo>
                    <a:pt x="329179" y="127176"/>
                  </a:lnTo>
                  <a:lnTo>
                    <a:pt x="327832" y="122060"/>
                  </a:lnTo>
                  <a:lnTo>
                    <a:pt x="326324" y="116989"/>
                  </a:lnTo>
                  <a:lnTo>
                    <a:pt x="324657" y="111969"/>
                  </a:lnTo>
                  <a:lnTo>
                    <a:pt x="322831" y="107003"/>
                  </a:lnTo>
                  <a:lnTo>
                    <a:pt x="320849" y="102098"/>
                  </a:lnTo>
                  <a:lnTo>
                    <a:pt x="318713" y="97258"/>
                  </a:lnTo>
                  <a:lnTo>
                    <a:pt x="316425" y="92489"/>
                  </a:lnTo>
                  <a:lnTo>
                    <a:pt x="313987" y="87793"/>
                  </a:lnTo>
                  <a:lnTo>
                    <a:pt x="311402" y="83178"/>
                  </a:lnTo>
                  <a:lnTo>
                    <a:pt x="308672" y="78646"/>
                  </a:lnTo>
                  <a:lnTo>
                    <a:pt x="305800" y="74203"/>
                  </a:lnTo>
                  <a:lnTo>
                    <a:pt x="302788" y="69854"/>
                  </a:lnTo>
                  <a:lnTo>
                    <a:pt x="299641" y="65601"/>
                  </a:lnTo>
                  <a:lnTo>
                    <a:pt x="296361" y="61451"/>
                  </a:lnTo>
                  <a:lnTo>
                    <a:pt x="292951" y="57406"/>
                  </a:lnTo>
                  <a:lnTo>
                    <a:pt x="289414" y="53471"/>
                  </a:lnTo>
                  <a:lnTo>
                    <a:pt x="285755" y="49650"/>
                  </a:lnTo>
                  <a:lnTo>
                    <a:pt x="281977" y="45947"/>
                  </a:lnTo>
                  <a:lnTo>
                    <a:pt x="278084" y="42365"/>
                  </a:lnTo>
                  <a:lnTo>
                    <a:pt x="274079" y="38909"/>
                  </a:lnTo>
                  <a:lnTo>
                    <a:pt x="269967" y="35580"/>
                  </a:lnTo>
                  <a:lnTo>
                    <a:pt x="265751" y="32384"/>
                  </a:lnTo>
                  <a:lnTo>
                    <a:pt x="261437" y="29322"/>
                  </a:lnTo>
                  <a:lnTo>
                    <a:pt x="257028" y="26399"/>
                  </a:lnTo>
                  <a:lnTo>
                    <a:pt x="252528" y="23616"/>
                  </a:lnTo>
                  <a:lnTo>
                    <a:pt x="247943" y="20977"/>
                  </a:lnTo>
                  <a:lnTo>
                    <a:pt x="243276" y="18485"/>
                  </a:lnTo>
                  <a:lnTo>
                    <a:pt x="238533" y="16142"/>
                  </a:lnTo>
                  <a:lnTo>
                    <a:pt x="233719" y="13950"/>
                  </a:lnTo>
                  <a:lnTo>
                    <a:pt x="228837" y="11911"/>
                  </a:lnTo>
                  <a:lnTo>
                    <a:pt x="223893" y="10028"/>
                  </a:lnTo>
                  <a:lnTo>
                    <a:pt x="218892" y="8302"/>
                  </a:lnTo>
                  <a:lnTo>
                    <a:pt x="213839" y="6735"/>
                  </a:lnTo>
                  <a:lnTo>
                    <a:pt x="208739" y="5329"/>
                  </a:lnTo>
                  <a:lnTo>
                    <a:pt x="203597" y="4085"/>
                  </a:lnTo>
                  <a:lnTo>
                    <a:pt x="198418" y="3004"/>
                  </a:lnTo>
                  <a:lnTo>
                    <a:pt x="193208" y="2088"/>
                  </a:lnTo>
                  <a:lnTo>
                    <a:pt x="187971" y="1337"/>
                  </a:lnTo>
                  <a:lnTo>
                    <a:pt x="182713" y="752"/>
                  </a:lnTo>
                  <a:lnTo>
                    <a:pt x="177439" y="334"/>
                  </a:lnTo>
                  <a:lnTo>
                    <a:pt x="172155" y="83"/>
                  </a:lnTo>
                  <a:lnTo>
                    <a:pt x="166865" y="0"/>
                  </a:lnTo>
                  <a:lnTo>
                    <a:pt x="1668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81" y="4659281"/>
              <a:ext cx="331073" cy="334331"/>
            </a:xfrm>
            <a:custGeom>
              <a:avLst/>
              <a:pathLst>
                <a:path w="331073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89" y="2108"/>
                  </a:lnTo>
                  <a:lnTo>
                    <a:pt x="135455" y="3032"/>
                  </a:lnTo>
                  <a:lnTo>
                    <a:pt x="130253" y="4123"/>
                  </a:lnTo>
                  <a:lnTo>
                    <a:pt x="125089" y="5378"/>
                  </a:lnTo>
                  <a:lnTo>
                    <a:pt x="119967" y="6797"/>
                  </a:lnTo>
                  <a:lnTo>
                    <a:pt x="114892" y="8379"/>
                  </a:lnTo>
                  <a:lnTo>
                    <a:pt x="109871" y="10120"/>
                  </a:lnTo>
                  <a:lnTo>
                    <a:pt x="104907" y="12021"/>
                  </a:lnTo>
                  <a:lnTo>
                    <a:pt x="100007" y="14078"/>
                  </a:lnTo>
                  <a:lnTo>
                    <a:pt x="95174" y="16290"/>
                  </a:lnTo>
                  <a:lnTo>
                    <a:pt x="90414" y="18654"/>
                  </a:lnTo>
                  <a:lnTo>
                    <a:pt x="85731" y="21169"/>
                  </a:lnTo>
                  <a:lnTo>
                    <a:pt x="81131" y="23831"/>
                  </a:lnTo>
                  <a:lnTo>
                    <a:pt x="76618" y="26638"/>
                  </a:lnTo>
                  <a:lnTo>
                    <a:pt x="72196" y="29587"/>
                  </a:lnTo>
                  <a:lnTo>
                    <a:pt x="67871" y="32676"/>
                  </a:lnTo>
                  <a:lnTo>
                    <a:pt x="63645" y="35900"/>
                  </a:lnTo>
                  <a:lnTo>
                    <a:pt x="59525" y="39257"/>
                  </a:lnTo>
                  <a:lnTo>
                    <a:pt x="55513" y="42743"/>
                  </a:lnTo>
                  <a:lnTo>
                    <a:pt x="51614" y="46355"/>
                  </a:lnTo>
                  <a:lnTo>
                    <a:pt x="47832" y="50089"/>
                  </a:lnTo>
                  <a:lnTo>
                    <a:pt x="44170" y="53941"/>
                  </a:lnTo>
                  <a:lnTo>
                    <a:pt x="40633" y="57908"/>
                  </a:lnTo>
                  <a:lnTo>
                    <a:pt x="37223" y="61985"/>
                  </a:lnTo>
                  <a:lnTo>
                    <a:pt x="33945" y="66169"/>
                  </a:lnTo>
                  <a:lnTo>
                    <a:pt x="30802" y="70455"/>
                  </a:lnTo>
                  <a:lnTo>
                    <a:pt x="27796" y="74838"/>
                  </a:lnTo>
                  <a:lnTo>
                    <a:pt x="24931" y="79315"/>
                  </a:lnTo>
                  <a:lnTo>
                    <a:pt x="22210" y="83881"/>
                  </a:lnTo>
                  <a:lnTo>
                    <a:pt x="19636" y="88531"/>
                  </a:lnTo>
                  <a:lnTo>
                    <a:pt x="17211" y="93260"/>
                  </a:lnTo>
                  <a:lnTo>
                    <a:pt x="14937" y="98064"/>
                  </a:lnTo>
                  <a:lnTo>
                    <a:pt x="12817" y="102938"/>
                  </a:lnTo>
                  <a:lnTo>
                    <a:pt x="10853" y="107877"/>
                  </a:lnTo>
                  <a:lnTo>
                    <a:pt x="9048" y="112876"/>
                  </a:lnTo>
                  <a:lnTo>
                    <a:pt x="7401" y="117929"/>
                  </a:lnTo>
                  <a:lnTo>
                    <a:pt x="5917" y="123033"/>
                  </a:lnTo>
                  <a:lnTo>
                    <a:pt x="4595" y="128181"/>
                  </a:lnTo>
                  <a:lnTo>
                    <a:pt x="3438" y="133368"/>
                  </a:lnTo>
                  <a:lnTo>
                    <a:pt x="2446" y="138590"/>
                  </a:lnTo>
                  <a:lnTo>
                    <a:pt x="1621" y="143840"/>
                  </a:lnTo>
                  <a:lnTo>
                    <a:pt x="963" y="149114"/>
                  </a:lnTo>
                  <a:lnTo>
                    <a:pt x="473" y="154407"/>
                  </a:lnTo>
                  <a:lnTo>
                    <a:pt x="152" y="159712"/>
                  </a:lnTo>
                  <a:lnTo>
                    <a:pt x="0" y="165025"/>
                  </a:lnTo>
                  <a:lnTo>
                    <a:pt x="16" y="170340"/>
                  </a:lnTo>
                  <a:lnTo>
                    <a:pt x="201" y="175651"/>
                  </a:lnTo>
                  <a:lnTo>
                    <a:pt x="555" y="180955"/>
                  </a:lnTo>
                  <a:lnTo>
                    <a:pt x="1078" y="186244"/>
                  </a:lnTo>
                  <a:lnTo>
                    <a:pt x="1768" y="191514"/>
                  </a:lnTo>
                  <a:lnTo>
                    <a:pt x="2626" y="196759"/>
                  </a:lnTo>
                  <a:lnTo>
                    <a:pt x="3650" y="201974"/>
                  </a:lnTo>
                  <a:lnTo>
                    <a:pt x="4839" y="207155"/>
                  </a:lnTo>
                  <a:lnTo>
                    <a:pt x="6192" y="212294"/>
                  </a:lnTo>
                  <a:lnTo>
                    <a:pt x="7708" y="217389"/>
                  </a:lnTo>
                  <a:lnTo>
                    <a:pt x="9385" y="222432"/>
                  </a:lnTo>
                  <a:lnTo>
                    <a:pt x="11222" y="227420"/>
                  </a:lnTo>
                  <a:lnTo>
                    <a:pt x="13216" y="232346"/>
                  </a:lnTo>
                  <a:lnTo>
                    <a:pt x="15366" y="237207"/>
                  </a:lnTo>
                  <a:lnTo>
                    <a:pt x="17669" y="241997"/>
                  </a:lnTo>
                  <a:lnTo>
                    <a:pt x="20124" y="246711"/>
                  </a:lnTo>
                  <a:lnTo>
                    <a:pt x="22727" y="251345"/>
                  </a:lnTo>
                  <a:lnTo>
                    <a:pt x="25476" y="255894"/>
                  </a:lnTo>
                  <a:lnTo>
                    <a:pt x="28368" y="260353"/>
                  </a:lnTo>
                  <a:lnTo>
                    <a:pt x="31401" y="264718"/>
                  </a:lnTo>
                  <a:lnTo>
                    <a:pt x="34570" y="268984"/>
                  </a:lnTo>
                  <a:lnTo>
                    <a:pt x="37874" y="273148"/>
                  </a:lnTo>
                  <a:lnTo>
                    <a:pt x="41309" y="277204"/>
                  </a:lnTo>
                  <a:lnTo>
                    <a:pt x="44870" y="281149"/>
                  </a:lnTo>
                  <a:lnTo>
                    <a:pt x="48556" y="284979"/>
                  </a:lnTo>
                  <a:lnTo>
                    <a:pt x="52361" y="288689"/>
                  </a:lnTo>
                  <a:lnTo>
                    <a:pt x="56282" y="292277"/>
                  </a:lnTo>
                  <a:lnTo>
                    <a:pt x="60315" y="295738"/>
                  </a:lnTo>
                  <a:lnTo>
                    <a:pt x="64457" y="299070"/>
                  </a:lnTo>
                  <a:lnTo>
                    <a:pt x="68702" y="302268"/>
                  </a:lnTo>
                  <a:lnTo>
                    <a:pt x="73046" y="305329"/>
                  </a:lnTo>
                  <a:lnTo>
                    <a:pt x="77486" y="308251"/>
                  </a:lnTo>
                  <a:lnTo>
                    <a:pt x="82017" y="311030"/>
                  </a:lnTo>
                  <a:lnTo>
                    <a:pt x="86633" y="313664"/>
                  </a:lnTo>
                  <a:lnTo>
                    <a:pt x="91331" y="316150"/>
                  </a:lnTo>
                  <a:lnTo>
                    <a:pt x="96106" y="318485"/>
                  </a:lnTo>
                  <a:lnTo>
                    <a:pt x="100952" y="320667"/>
                  </a:lnTo>
                  <a:lnTo>
                    <a:pt x="105865" y="322694"/>
                  </a:lnTo>
                  <a:lnTo>
                    <a:pt x="110840" y="324564"/>
                  </a:lnTo>
                  <a:lnTo>
                    <a:pt x="115873" y="326275"/>
                  </a:lnTo>
                  <a:lnTo>
                    <a:pt x="120956" y="327824"/>
                  </a:lnTo>
                  <a:lnTo>
                    <a:pt x="126087" y="329212"/>
                  </a:lnTo>
                  <a:lnTo>
                    <a:pt x="131259" y="330435"/>
                  </a:lnTo>
                  <a:lnTo>
                    <a:pt x="136468" y="331494"/>
                  </a:lnTo>
                  <a:lnTo>
                    <a:pt x="141707" y="332386"/>
                  </a:lnTo>
                  <a:lnTo>
                    <a:pt x="146973" y="333112"/>
                  </a:lnTo>
                  <a:lnTo>
                    <a:pt x="152258" y="333669"/>
                  </a:lnTo>
                  <a:lnTo>
                    <a:pt x="157559" y="334059"/>
                  </a:lnTo>
                  <a:lnTo>
                    <a:pt x="162869" y="334279"/>
                  </a:lnTo>
                  <a:lnTo>
                    <a:pt x="168184" y="334331"/>
                  </a:lnTo>
                  <a:lnTo>
                    <a:pt x="173498" y="334214"/>
                  </a:lnTo>
                  <a:lnTo>
                    <a:pt x="178805" y="333928"/>
                  </a:lnTo>
                  <a:lnTo>
                    <a:pt x="184100" y="333473"/>
                  </a:lnTo>
                  <a:lnTo>
                    <a:pt x="189379" y="332850"/>
                  </a:lnTo>
                  <a:lnTo>
                    <a:pt x="194634" y="332060"/>
                  </a:lnTo>
                  <a:lnTo>
                    <a:pt x="199863" y="331103"/>
                  </a:lnTo>
                  <a:lnTo>
                    <a:pt x="205058" y="329980"/>
                  </a:lnTo>
                  <a:lnTo>
                    <a:pt x="210214" y="328693"/>
                  </a:lnTo>
                  <a:lnTo>
                    <a:pt x="215328" y="327243"/>
                  </a:lnTo>
                  <a:lnTo>
                    <a:pt x="220392" y="325630"/>
                  </a:lnTo>
                  <a:lnTo>
                    <a:pt x="225403" y="323858"/>
                  </a:lnTo>
                  <a:lnTo>
                    <a:pt x="230354" y="321927"/>
                  </a:lnTo>
                  <a:lnTo>
                    <a:pt x="235242" y="319839"/>
                  </a:lnTo>
                  <a:lnTo>
                    <a:pt x="240061" y="317597"/>
                  </a:lnTo>
                  <a:lnTo>
                    <a:pt x="244807" y="315204"/>
                  </a:lnTo>
                  <a:lnTo>
                    <a:pt x="249474" y="312660"/>
                  </a:lnTo>
                  <a:lnTo>
                    <a:pt x="254057" y="309970"/>
                  </a:lnTo>
                  <a:lnTo>
                    <a:pt x="258553" y="307135"/>
                  </a:lnTo>
                  <a:lnTo>
                    <a:pt x="262956" y="304158"/>
                  </a:lnTo>
                  <a:lnTo>
                    <a:pt x="267263" y="301044"/>
                  </a:lnTo>
                  <a:lnTo>
                    <a:pt x="271468" y="297793"/>
                  </a:lnTo>
                  <a:lnTo>
                    <a:pt x="275568" y="294411"/>
                  </a:lnTo>
                  <a:lnTo>
                    <a:pt x="279559" y="290900"/>
                  </a:lnTo>
                  <a:lnTo>
                    <a:pt x="283435" y="287264"/>
                  </a:lnTo>
                  <a:lnTo>
                    <a:pt x="287195" y="283507"/>
                  </a:lnTo>
                  <a:lnTo>
                    <a:pt x="290832" y="279632"/>
                  </a:lnTo>
                  <a:lnTo>
                    <a:pt x="294345" y="275644"/>
                  </a:lnTo>
                  <a:lnTo>
                    <a:pt x="297729" y="271545"/>
                  </a:lnTo>
                  <a:lnTo>
                    <a:pt x="300982" y="267342"/>
                  </a:lnTo>
                  <a:lnTo>
                    <a:pt x="304098" y="263036"/>
                  </a:lnTo>
                  <a:lnTo>
                    <a:pt x="307077" y="258634"/>
                  </a:lnTo>
                  <a:lnTo>
                    <a:pt x="309914" y="254140"/>
                  </a:lnTo>
                  <a:lnTo>
                    <a:pt x="312607" y="249558"/>
                  </a:lnTo>
                  <a:lnTo>
                    <a:pt x="315152" y="244892"/>
                  </a:lnTo>
                  <a:lnTo>
                    <a:pt x="317548" y="240148"/>
                  </a:lnTo>
                  <a:lnTo>
                    <a:pt x="319793" y="235330"/>
                  </a:lnTo>
                  <a:lnTo>
                    <a:pt x="321882" y="230443"/>
                  </a:lnTo>
                  <a:lnTo>
                    <a:pt x="323816" y="225492"/>
                  </a:lnTo>
                  <a:lnTo>
                    <a:pt x="325591" y="220482"/>
                  </a:lnTo>
                  <a:lnTo>
                    <a:pt x="327205" y="215419"/>
                  </a:lnTo>
                  <a:lnTo>
                    <a:pt x="328659" y="210306"/>
                  </a:lnTo>
                  <a:lnTo>
                    <a:pt x="329948" y="205150"/>
                  </a:lnTo>
                  <a:lnTo>
                    <a:pt x="331073" y="19995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3920" cy="32788"/>
            </a:xfrm>
            <a:custGeom>
              <a:avLst/>
              <a:pathLst>
                <a:path w="163920" h="32788">
                  <a:moveTo>
                    <a:pt x="163920" y="327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826449"/>
              <a:ext cx="163920" cy="32788"/>
            </a:xfrm>
            <a:custGeom>
              <a:avLst/>
              <a:pathLst>
                <a:path w="163920" h="32788">
                  <a:moveTo>
                    <a:pt x="163920" y="327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752995"/>
              <a:ext cx="167161" cy="106241"/>
            </a:xfrm>
            <a:custGeom>
              <a:avLst/>
              <a:pathLst>
                <a:path w="167161" h="106241">
                  <a:moveTo>
                    <a:pt x="163920" y="106241"/>
                  </a:moveTo>
                  <a:lnTo>
                    <a:pt x="164949" y="100595"/>
                  </a:lnTo>
                  <a:lnTo>
                    <a:pt x="165783" y="94917"/>
                  </a:lnTo>
                  <a:lnTo>
                    <a:pt x="166422" y="89213"/>
                  </a:lnTo>
                  <a:lnTo>
                    <a:pt x="166865" y="83491"/>
                  </a:lnTo>
                  <a:lnTo>
                    <a:pt x="167112" y="77757"/>
                  </a:lnTo>
                  <a:lnTo>
                    <a:pt x="167161" y="72018"/>
                  </a:lnTo>
                  <a:lnTo>
                    <a:pt x="167013" y="66281"/>
                  </a:lnTo>
                  <a:lnTo>
                    <a:pt x="166668" y="60552"/>
                  </a:lnTo>
                  <a:lnTo>
                    <a:pt x="166127" y="54838"/>
                  </a:lnTo>
                  <a:lnTo>
                    <a:pt x="165390" y="49146"/>
                  </a:lnTo>
                  <a:lnTo>
                    <a:pt x="164458" y="43483"/>
                  </a:lnTo>
                  <a:lnTo>
                    <a:pt x="163333" y="37855"/>
                  </a:lnTo>
                  <a:lnTo>
                    <a:pt x="162015" y="32269"/>
                  </a:lnTo>
                  <a:lnTo>
                    <a:pt x="160505" y="26732"/>
                  </a:lnTo>
                  <a:lnTo>
                    <a:pt x="158807" y="21250"/>
                  </a:lnTo>
                  <a:lnTo>
                    <a:pt x="156921" y="15829"/>
                  </a:lnTo>
                  <a:lnTo>
                    <a:pt x="154851" y="10476"/>
                  </a:lnTo>
                  <a:lnTo>
                    <a:pt x="152598" y="5198"/>
                  </a:lnTo>
                  <a:lnTo>
                    <a:pt x="150165" y="0"/>
                  </a:lnTo>
                  <a:lnTo>
                    <a:pt x="0" y="73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50165" cy="167167"/>
            </a:xfrm>
            <a:custGeom>
              <a:avLst/>
              <a:pathLst>
                <a:path w="150165" h="167167">
                  <a:moveTo>
                    <a:pt x="150165" y="93714"/>
                  </a:moveTo>
                  <a:lnTo>
                    <a:pt x="147673" y="88826"/>
                  </a:lnTo>
                  <a:lnTo>
                    <a:pt x="145023" y="84022"/>
                  </a:lnTo>
                  <a:lnTo>
                    <a:pt x="142217" y="79308"/>
                  </a:lnTo>
                  <a:lnTo>
                    <a:pt x="139257" y="74689"/>
                  </a:lnTo>
                  <a:lnTo>
                    <a:pt x="136148" y="70169"/>
                  </a:lnTo>
                  <a:lnTo>
                    <a:pt x="132892" y="65754"/>
                  </a:lnTo>
                  <a:lnTo>
                    <a:pt x="129492" y="61448"/>
                  </a:lnTo>
                  <a:lnTo>
                    <a:pt x="125954" y="57255"/>
                  </a:lnTo>
                  <a:lnTo>
                    <a:pt x="122279" y="53182"/>
                  </a:lnTo>
                  <a:lnTo>
                    <a:pt x="118473" y="49231"/>
                  </a:lnTo>
                  <a:lnTo>
                    <a:pt x="114539" y="45407"/>
                  </a:lnTo>
                  <a:lnTo>
                    <a:pt x="110482" y="41714"/>
                  </a:lnTo>
                  <a:lnTo>
                    <a:pt x="106306" y="38156"/>
                  </a:lnTo>
                  <a:lnTo>
                    <a:pt x="102016" y="34737"/>
                  </a:lnTo>
                  <a:lnTo>
                    <a:pt x="97615" y="31461"/>
                  </a:lnTo>
                  <a:lnTo>
                    <a:pt x="93109" y="28331"/>
                  </a:lnTo>
                  <a:lnTo>
                    <a:pt x="88504" y="25350"/>
                  </a:lnTo>
                  <a:lnTo>
                    <a:pt x="83802" y="22522"/>
                  </a:lnTo>
                  <a:lnTo>
                    <a:pt x="79011" y="19850"/>
                  </a:lnTo>
                  <a:lnTo>
                    <a:pt x="74134" y="17337"/>
                  </a:lnTo>
                  <a:lnTo>
                    <a:pt x="69178" y="14985"/>
                  </a:lnTo>
                  <a:lnTo>
                    <a:pt x="64147" y="12797"/>
                  </a:lnTo>
                  <a:lnTo>
                    <a:pt x="59047" y="10775"/>
                  </a:lnTo>
                  <a:lnTo>
                    <a:pt x="53884" y="8922"/>
                  </a:lnTo>
                  <a:lnTo>
                    <a:pt x="48662" y="7239"/>
                  </a:lnTo>
                  <a:lnTo>
                    <a:pt x="43388" y="5728"/>
                  </a:lnTo>
                  <a:lnTo>
                    <a:pt x="38067" y="4392"/>
                  </a:lnTo>
                  <a:lnTo>
                    <a:pt x="32705" y="3230"/>
                  </a:lnTo>
                  <a:lnTo>
                    <a:pt x="27308" y="2245"/>
                  </a:lnTo>
                  <a:lnTo>
                    <a:pt x="21882" y="1438"/>
                  </a:lnTo>
                  <a:lnTo>
                    <a:pt x="16432" y="809"/>
                  </a:lnTo>
                  <a:lnTo>
                    <a:pt x="10964" y="359"/>
                  </a:lnTo>
                  <a:lnTo>
                    <a:pt x="548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17" y="4213821"/>
              <a:ext cx="317633" cy="334330"/>
            </a:xfrm>
            <a:custGeom>
              <a:avLst/>
              <a:pathLst>
                <a:path w="317633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5" y="1350"/>
                  </a:lnTo>
                  <a:lnTo>
                    <a:pt x="140683" y="2109"/>
                  </a:lnTo>
                  <a:lnTo>
                    <a:pt x="135448" y="3034"/>
                  </a:lnTo>
                  <a:lnTo>
                    <a:pt x="130244" y="4125"/>
                  </a:lnTo>
                  <a:lnTo>
                    <a:pt x="125079" y="5381"/>
                  </a:lnTo>
                  <a:lnTo>
                    <a:pt x="119955" y="6801"/>
                  </a:lnTo>
                  <a:lnTo>
                    <a:pt x="114880" y="8383"/>
                  </a:lnTo>
                  <a:lnTo>
                    <a:pt x="109857" y="10126"/>
                  </a:lnTo>
                  <a:lnTo>
                    <a:pt x="104892" y="12027"/>
                  </a:lnTo>
                  <a:lnTo>
                    <a:pt x="99991" y="14085"/>
                  </a:lnTo>
                  <a:lnTo>
                    <a:pt x="95157" y="16298"/>
                  </a:lnTo>
                  <a:lnTo>
                    <a:pt x="90396" y="18664"/>
                  </a:lnTo>
                  <a:lnTo>
                    <a:pt x="85712" y="21180"/>
                  </a:lnTo>
                  <a:lnTo>
                    <a:pt x="81111" y="23844"/>
                  </a:lnTo>
                  <a:lnTo>
                    <a:pt x="76597" y="26652"/>
                  </a:lnTo>
                  <a:lnTo>
                    <a:pt x="72175" y="29603"/>
                  </a:lnTo>
                  <a:lnTo>
                    <a:pt x="67849" y="32693"/>
                  </a:lnTo>
                  <a:lnTo>
                    <a:pt x="63623" y="35918"/>
                  </a:lnTo>
                  <a:lnTo>
                    <a:pt x="59501" y="39277"/>
                  </a:lnTo>
                  <a:lnTo>
                    <a:pt x="55489" y="42765"/>
                  </a:lnTo>
                  <a:lnTo>
                    <a:pt x="51590" y="46379"/>
                  </a:lnTo>
                  <a:lnTo>
                    <a:pt x="47807" y="50114"/>
                  </a:lnTo>
                  <a:lnTo>
                    <a:pt x="44146" y="53969"/>
                  </a:lnTo>
                  <a:lnTo>
                    <a:pt x="40608" y="57937"/>
                  </a:lnTo>
                  <a:lnTo>
                    <a:pt x="37199" y="62017"/>
                  </a:lnTo>
                  <a:lnTo>
                    <a:pt x="33921" y="66202"/>
                  </a:lnTo>
                  <a:lnTo>
                    <a:pt x="30778" y="70490"/>
                  </a:lnTo>
                  <a:lnTo>
                    <a:pt x="27772" y="74875"/>
                  </a:lnTo>
                  <a:lnTo>
                    <a:pt x="24908" y="79354"/>
                  </a:lnTo>
                  <a:lnTo>
                    <a:pt x="22188" y="83922"/>
                  </a:lnTo>
                  <a:lnTo>
                    <a:pt x="19614" y="88574"/>
                  </a:lnTo>
                  <a:lnTo>
                    <a:pt x="17189" y="93305"/>
                  </a:lnTo>
                  <a:lnTo>
                    <a:pt x="14917" y="98111"/>
                  </a:lnTo>
                  <a:lnTo>
                    <a:pt x="12798" y="102987"/>
                  </a:lnTo>
                  <a:lnTo>
                    <a:pt x="10835" y="107928"/>
                  </a:lnTo>
                  <a:lnTo>
                    <a:pt x="9030" y="112929"/>
                  </a:lnTo>
                  <a:lnTo>
                    <a:pt x="7386" y="117984"/>
                  </a:lnTo>
                  <a:lnTo>
                    <a:pt x="5902" y="123089"/>
                  </a:lnTo>
                  <a:lnTo>
                    <a:pt x="4582" y="128239"/>
                  </a:lnTo>
                  <a:lnTo>
                    <a:pt x="3427" y="133429"/>
                  </a:lnTo>
                  <a:lnTo>
                    <a:pt x="2437" y="138652"/>
                  </a:lnTo>
                  <a:lnTo>
                    <a:pt x="1613" y="143904"/>
                  </a:lnTo>
                  <a:lnTo>
                    <a:pt x="957" y="149180"/>
                  </a:lnTo>
                  <a:lnTo>
                    <a:pt x="469" y="154474"/>
                  </a:lnTo>
                  <a:lnTo>
                    <a:pt x="150" y="159781"/>
                  </a:lnTo>
                  <a:lnTo>
                    <a:pt x="0" y="165095"/>
                  </a:lnTo>
                  <a:lnTo>
                    <a:pt x="18" y="170411"/>
                  </a:lnTo>
                  <a:lnTo>
                    <a:pt x="206" y="175724"/>
                  </a:lnTo>
                  <a:lnTo>
                    <a:pt x="562" y="181029"/>
                  </a:lnTo>
                  <a:lnTo>
                    <a:pt x="1087" y="186319"/>
                  </a:lnTo>
                  <a:lnTo>
                    <a:pt x="1780" y="191590"/>
                  </a:lnTo>
                  <a:lnTo>
                    <a:pt x="2641" y="196837"/>
                  </a:lnTo>
                  <a:lnTo>
                    <a:pt x="3667" y="202053"/>
                  </a:lnTo>
                  <a:lnTo>
                    <a:pt x="4859" y="207234"/>
                  </a:lnTo>
                  <a:lnTo>
                    <a:pt x="6215" y="212374"/>
                  </a:lnTo>
                  <a:lnTo>
                    <a:pt x="7734" y="217469"/>
                  </a:lnTo>
                  <a:lnTo>
                    <a:pt x="9415" y="222513"/>
                  </a:lnTo>
                  <a:lnTo>
                    <a:pt x="11254" y="227501"/>
                  </a:lnTo>
                  <a:lnTo>
                    <a:pt x="13252" y="232428"/>
                  </a:lnTo>
                  <a:lnTo>
                    <a:pt x="15405" y="237289"/>
                  </a:lnTo>
                  <a:lnTo>
                    <a:pt x="17711" y="242079"/>
                  </a:lnTo>
                  <a:lnTo>
                    <a:pt x="20169" y="246793"/>
                  </a:lnTo>
                  <a:lnTo>
                    <a:pt x="22775" y="251427"/>
                  </a:lnTo>
                  <a:lnTo>
                    <a:pt x="25528" y="255975"/>
                  </a:lnTo>
                  <a:lnTo>
                    <a:pt x="28423" y="260434"/>
                  </a:lnTo>
                  <a:lnTo>
                    <a:pt x="31459" y="264798"/>
                  </a:lnTo>
                  <a:lnTo>
                    <a:pt x="34632" y="269064"/>
                  </a:lnTo>
                  <a:lnTo>
                    <a:pt x="37940" y="273226"/>
                  </a:lnTo>
                  <a:lnTo>
                    <a:pt x="41377" y="277281"/>
                  </a:lnTo>
                  <a:lnTo>
                    <a:pt x="44943" y="281225"/>
                  </a:lnTo>
                  <a:lnTo>
                    <a:pt x="48631" y="285054"/>
                  </a:lnTo>
                  <a:lnTo>
                    <a:pt x="52440" y="288763"/>
                  </a:lnTo>
                  <a:lnTo>
                    <a:pt x="56364" y="292349"/>
                  </a:lnTo>
                  <a:lnTo>
                    <a:pt x="60401" y="295809"/>
                  </a:lnTo>
                  <a:lnTo>
                    <a:pt x="64546" y="299138"/>
                  </a:lnTo>
                  <a:lnTo>
                    <a:pt x="68794" y="302335"/>
                  </a:lnTo>
                  <a:lnTo>
                    <a:pt x="73142" y="305394"/>
                  </a:lnTo>
                  <a:lnTo>
                    <a:pt x="77585" y="308313"/>
                  </a:lnTo>
                  <a:lnTo>
                    <a:pt x="82119" y="311090"/>
                  </a:lnTo>
                  <a:lnTo>
                    <a:pt x="86738" y="313722"/>
                  </a:lnTo>
                  <a:lnTo>
                    <a:pt x="91439" y="316205"/>
                  </a:lnTo>
                  <a:lnTo>
                    <a:pt x="96217" y="318537"/>
                  </a:lnTo>
                  <a:lnTo>
                    <a:pt x="101066" y="320716"/>
                  </a:lnTo>
                  <a:lnTo>
                    <a:pt x="105982" y="322740"/>
                  </a:lnTo>
                  <a:lnTo>
                    <a:pt x="110960" y="324606"/>
                  </a:lnTo>
                  <a:lnTo>
                    <a:pt x="115995" y="326314"/>
                  </a:lnTo>
                  <a:lnTo>
                    <a:pt x="121081" y="327860"/>
                  </a:lnTo>
                  <a:lnTo>
                    <a:pt x="126214" y="329244"/>
                  </a:lnTo>
                  <a:lnTo>
                    <a:pt x="131389" y="330464"/>
                  </a:lnTo>
                  <a:lnTo>
                    <a:pt x="136600" y="331518"/>
                  </a:lnTo>
                  <a:lnTo>
                    <a:pt x="141841" y="332407"/>
                  </a:lnTo>
                  <a:lnTo>
                    <a:pt x="147109" y="333128"/>
                  </a:lnTo>
                  <a:lnTo>
                    <a:pt x="152396" y="333682"/>
                  </a:lnTo>
                  <a:lnTo>
                    <a:pt x="157698" y="334067"/>
                  </a:lnTo>
                  <a:lnTo>
                    <a:pt x="163010" y="334283"/>
                  </a:lnTo>
                  <a:lnTo>
                    <a:pt x="168327" y="334330"/>
                  </a:lnTo>
                  <a:lnTo>
                    <a:pt x="173642" y="334208"/>
                  </a:lnTo>
                  <a:lnTo>
                    <a:pt x="178950" y="333918"/>
                  </a:lnTo>
                  <a:lnTo>
                    <a:pt x="184247" y="333458"/>
                  </a:lnTo>
                  <a:lnTo>
                    <a:pt x="189526" y="332831"/>
                  </a:lnTo>
                  <a:lnTo>
                    <a:pt x="194782" y="332035"/>
                  </a:lnTo>
                  <a:lnTo>
                    <a:pt x="200011" y="331074"/>
                  </a:lnTo>
                  <a:lnTo>
                    <a:pt x="205206" y="329946"/>
                  </a:lnTo>
                  <a:lnTo>
                    <a:pt x="210363" y="328654"/>
                  </a:lnTo>
                  <a:lnTo>
                    <a:pt x="215477" y="327198"/>
                  </a:lnTo>
                  <a:lnTo>
                    <a:pt x="220541" y="325580"/>
                  </a:lnTo>
                  <a:lnTo>
                    <a:pt x="225551" y="323803"/>
                  </a:lnTo>
                  <a:lnTo>
                    <a:pt x="230503" y="321866"/>
                  </a:lnTo>
                  <a:lnTo>
                    <a:pt x="235390" y="319774"/>
                  </a:lnTo>
                  <a:lnTo>
                    <a:pt x="240208" y="317527"/>
                  </a:lnTo>
                  <a:lnTo>
                    <a:pt x="244952" y="315128"/>
                  </a:lnTo>
                  <a:lnTo>
                    <a:pt x="249618" y="312579"/>
                  </a:lnTo>
                  <a:lnTo>
                    <a:pt x="254200" y="309883"/>
                  </a:lnTo>
                  <a:lnTo>
                    <a:pt x="258694" y="307043"/>
                  </a:lnTo>
                  <a:lnTo>
                    <a:pt x="263096" y="304062"/>
                  </a:lnTo>
                  <a:lnTo>
                    <a:pt x="267400" y="300941"/>
                  </a:lnTo>
                  <a:lnTo>
                    <a:pt x="271604" y="297686"/>
                  </a:lnTo>
                  <a:lnTo>
                    <a:pt x="275701" y="294299"/>
                  </a:lnTo>
                  <a:lnTo>
                    <a:pt x="279689" y="290783"/>
                  </a:lnTo>
                  <a:lnTo>
                    <a:pt x="283563" y="287142"/>
                  </a:lnTo>
                  <a:lnTo>
                    <a:pt x="287319" y="283379"/>
                  </a:lnTo>
                  <a:lnTo>
                    <a:pt x="290954" y="279500"/>
                  </a:lnTo>
                  <a:lnTo>
                    <a:pt x="294463" y="275506"/>
                  </a:lnTo>
                  <a:lnTo>
                    <a:pt x="297844" y="271403"/>
                  </a:lnTo>
                  <a:lnTo>
                    <a:pt x="301092" y="267195"/>
                  </a:lnTo>
                  <a:lnTo>
                    <a:pt x="304205" y="262885"/>
                  </a:lnTo>
                  <a:lnTo>
                    <a:pt x="307180" y="258479"/>
                  </a:lnTo>
                  <a:lnTo>
                    <a:pt x="310012" y="253980"/>
                  </a:lnTo>
                  <a:lnTo>
                    <a:pt x="312701" y="249393"/>
                  </a:lnTo>
                  <a:lnTo>
                    <a:pt x="315242" y="244723"/>
                  </a:lnTo>
                  <a:lnTo>
                    <a:pt x="317633" y="23997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50478" cy="72808"/>
            </a:xfrm>
            <a:custGeom>
              <a:avLst/>
              <a:pathLst>
                <a:path w="150478" h="72808">
                  <a:moveTo>
                    <a:pt x="150478" y="728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51018"/>
              <a:ext cx="167150" cy="102778"/>
            </a:xfrm>
            <a:custGeom>
              <a:avLst/>
              <a:pathLst>
                <a:path w="167150" h="102778">
                  <a:moveTo>
                    <a:pt x="150478" y="102778"/>
                  </a:moveTo>
                  <a:lnTo>
                    <a:pt x="152813" y="97742"/>
                  </a:lnTo>
                  <a:lnTo>
                    <a:pt x="154978" y="92631"/>
                  </a:lnTo>
                  <a:lnTo>
                    <a:pt x="156973" y="87451"/>
                  </a:lnTo>
                  <a:lnTo>
                    <a:pt x="158795" y="82208"/>
                  </a:lnTo>
                  <a:lnTo>
                    <a:pt x="160442" y="76908"/>
                  </a:lnTo>
                  <a:lnTo>
                    <a:pt x="161912" y="71555"/>
                  </a:lnTo>
                  <a:lnTo>
                    <a:pt x="163203" y="66157"/>
                  </a:lnTo>
                  <a:lnTo>
                    <a:pt x="164314" y="60719"/>
                  </a:lnTo>
                  <a:lnTo>
                    <a:pt x="165245" y="55247"/>
                  </a:lnTo>
                  <a:lnTo>
                    <a:pt x="165993" y="49747"/>
                  </a:lnTo>
                  <a:lnTo>
                    <a:pt x="166558" y="44226"/>
                  </a:lnTo>
                  <a:lnTo>
                    <a:pt x="166939" y="38688"/>
                  </a:lnTo>
                  <a:lnTo>
                    <a:pt x="167137" y="33141"/>
                  </a:lnTo>
                  <a:lnTo>
                    <a:pt x="167150" y="27591"/>
                  </a:lnTo>
                  <a:lnTo>
                    <a:pt x="166979" y="22043"/>
                  </a:lnTo>
                  <a:lnTo>
                    <a:pt x="166624" y="16504"/>
                  </a:lnTo>
                  <a:lnTo>
                    <a:pt x="166085" y="10979"/>
                  </a:lnTo>
                  <a:lnTo>
                    <a:pt x="165363" y="5476"/>
                  </a:lnTo>
                  <a:lnTo>
                    <a:pt x="164458" y="0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4458" cy="167167"/>
            </a:xfrm>
            <a:custGeom>
              <a:avLst/>
              <a:pathLst>
                <a:path w="164458" h="167167">
                  <a:moveTo>
                    <a:pt x="164458" y="137197"/>
                  </a:moveTo>
                  <a:lnTo>
                    <a:pt x="163403" y="131895"/>
                  </a:lnTo>
                  <a:lnTo>
                    <a:pt x="162178" y="126631"/>
                  </a:lnTo>
                  <a:lnTo>
                    <a:pt x="160782" y="121408"/>
                  </a:lnTo>
                  <a:lnTo>
                    <a:pt x="159219" y="116233"/>
                  </a:lnTo>
                  <a:lnTo>
                    <a:pt x="157489" y="111112"/>
                  </a:lnTo>
                  <a:lnTo>
                    <a:pt x="155594" y="106049"/>
                  </a:lnTo>
                  <a:lnTo>
                    <a:pt x="153536" y="101051"/>
                  </a:lnTo>
                  <a:lnTo>
                    <a:pt x="151318" y="96121"/>
                  </a:lnTo>
                  <a:lnTo>
                    <a:pt x="148942" y="91266"/>
                  </a:lnTo>
                  <a:lnTo>
                    <a:pt x="146410" y="86490"/>
                  </a:lnTo>
                  <a:lnTo>
                    <a:pt x="143725" y="81798"/>
                  </a:lnTo>
                  <a:lnTo>
                    <a:pt x="140890" y="77196"/>
                  </a:lnTo>
                  <a:lnTo>
                    <a:pt x="137907" y="72687"/>
                  </a:lnTo>
                  <a:lnTo>
                    <a:pt x="134780" y="68278"/>
                  </a:lnTo>
                  <a:lnTo>
                    <a:pt x="131513" y="63972"/>
                  </a:lnTo>
                  <a:lnTo>
                    <a:pt x="128107" y="59773"/>
                  </a:lnTo>
                  <a:lnTo>
                    <a:pt x="124568" y="55688"/>
                  </a:lnTo>
                  <a:lnTo>
                    <a:pt x="120898" y="51718"/>
                  </a:lnTo>
                  <a:lnTo>
                    <a:pt x="117102" y="47870"/>
                  </a:lnTo>
                  <a:lnTo>
                    <a:pt x="113184" y="44146"/>
                  </a:lnTo>
                  <a:lnTo>
                    <a:pt x="109147" y="40551"/>
                  </a:lnTo>
                  <a:lnTo>
                    <a:pt x="104996" y="37088"/>
                  </a:lnTo>
                  <a:lnTo>
                    <a:pt x="100736" y="33761"/>
                  </a:lnTo>
                  <a:lnTo>
                    <a:pt x="96370" y="30574"/>
                  </a:lnTo>
                  <a:lnTo>
                    <a:pt x="91903" y="27529"/>
                  </a:lnTo>
                  <a:lnTo>
                    <a:pt x="87340" y="24631"/>
                  </a:lnTo>
                  <a:lnTo>
                    <a:pt x="82686" y="21881"/>
                  </a:lnTo>
                  <a:lnTo>
                    <a:pt x="77945" y="19284"/>
                  </a:lnTo>
                  <a:lnTo>
                    <a:pt x="73123" y="16841"/>
                  </a:lnTo>
                  <a:lnTo>
                    <a:pt x="68224" y="14555"/>
                  </a:lnTo>
                  <a:lnTo>
                    <a:pt x="63254" y="12429"/>
                  </a:lnTo>
                  <a:lnTo>
                    <a:pt x="58218" y="10465"/>
                  </a:lnTo>
                  <a:lnTo>
                    <a:pt x="53121" y="8664"/>
                  </a:lnTo>
                  <a:lnTo>
                    <a:pt x="47969" y="7030"/>
                  </a:lnTo>
                  <a:lnTo>
                    <a:pt x="42766" y="5562"/>
                  </a:lnTo>
                  <a:lnTo>
                    <a:pt x="37518" y="4264"/>
                  </a:lnTo>
                  <a:lnTo>
                    <a:pt x="32232" y="3136"/>
                  </a:lnTo>
                  <a:lnTo>
                    <a:pt x="26911" y="2180"/>
                  </a:lnTo>
                  <a:lnTo>
                    <a:pt x="21563" y="1396"/>
                  </a:lnTo>
                  <a:lnTo>
                    <a:pt x="16192" y="786"/>
                  </a:lnTo>
                  <a:lnTo>
                    <a:pt x="10804" y="349"/>
                  </a:lnTo>
                  <a:lnTo>
                    <a:pt x="540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56" y="3707720"/>
              <a:ext cx="210421" cy="334330"/>
            </a:xfrm>
            <a:custGeom>
              <a:avLst/>
              <a:pathLst>
                <a:path w="210421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1" y="2109"/>
                  </a:lnTo>
                  <a:lnTo>
                    <a:pt x="135445" y="3035"/>
                  </a:lnTo>
                  <a:lnTo>
                    <a:pt x="130241" y="4126"/>
                  </a:lnTo>
                  <a:lnTo>
                    <a:pt x="125075" y="5382"/>
                  </a:lnTo>
                  <a:lnTo>
                    <a:pt x="119951" y="6802"/>
                  </a:lnTo>
                  <a:lnTo>
                    <a:pt x="114875" y="8385"/>
                  </a:lnTo>
                  <a:lnTo>
                    <a:pt x="109852" y="10128"/>
                  </a:lnTo>
                  <a:lnTo>
                    <a:pt x="104887" y="12029"/>
                  </a:lnTo>
                  <a:lnTo>
                    <a:pt x="99984" y="14088"/>
                  </a:lnTo>
                  <a:lnTo>
                    <a:pt x="95150" y="16302"/>
                  </a:lnTo>
                  <a:lnTo>
                    <a:pt x="90389" y="18668"/>
                  </a:lnTo>
                  <a:lnTo>
                    <a:pt x="85705" y="21184"/>
                  </a:lnTo>
                  <a:lnTo>
                    <a:pt x="81104" y="23848"/>
                  </a:lnTo>
                  <a:lnTo>
                    <a:pt x="76589" y="26657"/>
                  </a:lnTo>
                  <a:lnTo>
                    <a:pt x="72167" y="29609"/>
                  </a:lnTo>
                  <a:lnTo>
                    <a:pt x="67840" y="32699"/>
                  </a:lnTo>
                  <a:lnTo>
                    <a:pt x="63614" y="35926"/>
                  </a:lnTo>
                  <a:lnTo>
                    <a:pt x="59493" y="39285"/>
                  </a:lnTo>
                  <a:lnTo>
                    <a:pt x="55480" y="42773"/>
                  </a:lnTo>
                  <a:lnTo>
                    <a:pt x="51581" y="46388"/>
                  </a:lnTo>
                  <a:lnTo>
                    <a:pt x="47798" y="50124"/>
                  </a:lnTo>
                  <a:lnTo>
                    <a:pt x="44136" y="53979"/>
                  </a:lnTo>
                  <a:lnTo>
                    <a:pt x="40599" y="57949"/>
                  </a:lnTo>
                  <a:lnTo>
                    <a:pt x="37189" y="62029"/>
                  </a:lnTo>
                  <a:lnTo>
                    <a:pt x="33912" y="66215"/>
                  </a:lnTo>
                  <a:lnTo>
                    <a:pt x="30769" y="70503"/>
                  </a:lnTo>
                  <a:lnTo>
                    <a:pt x="27763" y="74890"/>
                  </a:lnTo>
                  <a:lnTo>
                    <a:pt x="24899" y="79369"/>
                  </a:lnTo>
                  <a:lnTo>
                    <a:pt x="22179" y="83938"/>
                  </a:lnTo>
                  <a:lnTo>
                    <a:pt x="19606" y="88590"/>
                  </a:lnTo>
                  <a:lnTo>
                    <a:pt x="17181" y="93322"/>
                  </a:lnTo>
                  <a:lnTo>
                    <a:pt x="14909" y="98129"/>
                  </a:lnTo>
                  <a:lnTo>
                    <a:pt x="12790" y="103006"/>
                  </a:lnTo>
                  <a:lnTo>
                    <a:pt x="10828" y="107947"/>
                  </a:lnTo>
                  <a:lnTo>
                    <a:pt x="9024" y="112949"/>
                  </a:lnTo>
                  <a:lnTo>
                    <a:pt x="7379" y="118005"/>
                  </a:lnTo>
                  <a:lnTo>
                    <a:pt x="5897" y="123111"/>
                  </a:lnTo>
                  <a:lnTo>
                    <a:pt x="4577" y="128262"/>
                  </a:lnTo>
                  <a:lnTo>
                    <a:pt x="3422" y="133452"/>
                  </a:lnTo>
                  <a:lnTo>
                    <a:pt x="2433" y="138676"/>
                  </a:lnTo>
                  <a:lnTo>
                    <a:pt x="1610" y="143929"/>
                  </a:lnTo>
                  <a:lnTo>
                    <a:pt x="955" y="149205"/>
                  </a:lnTo>
                  <a:lnTo>
                    <a:pt x="468" y="154500"/>
                  </a:lnTo>
                  <a:lnTo>
                    <a:pt x="149" y="159807"/>
                  </a:lnTo>
                  <a:lnTo>
                    <a:pt x="0" y="165122"/>
                  </a:lnTo>
                  <a:lnTo>
                    <a:pt x="19" y="170439"/>
                  </a:lnTo>
                  <a:lnTo>
                    <a:pt x="208" y="175752"/>
                  </a:lnTo>
                  <a:lnTo>
                    <a:pt x="565" y="181057"/>
                  </a:lnTo>
                  <a:lnTo>
                    <a:pt x="1091" y="186348"/>
                  </a:lnTo>
                  <a:lnTo>
                    <a:pt x="1785" y="191620"/>
                  </a:lnTo>
                  <a:lnTo>
                    <a:pt x="2646" y="196866"/>
                  </a:lnTo>
                  <a:lnTo>
                    <a:pt x="3674" y="202083"/>
                  </a:lnTo>
                  <a:lnTo>
                    <a:pt x="4867" y="207264"/>
                  </a:lnTo>
                  <a:lnTo>
                    <a:pt x="6224" y="212405"/>
                  </a:lnTo>
                  <a:lnTo>
                    <a:pt x="7745" y="217500"/>
                  </a:lnTo>
                  <a:lnTo>
                    <a:pt x="9426" y="222544"/>
                  </a:lnTo>
                  <a:lnTo>
                    <a:pt x="11267" y="227532"/>
                  </a:lnTo>
                  <a:lnTo>
                    <a:pt x="13265" y="232459"/>
                  </a:lnTo>
                  <a:lnTo>
                    <a:pt x="15420" y="237320"/>
                  </a:lnTo>
                  <a:lnTo>
                    <a:pt x="17727" y="242110"/>
                  </a:lnTo>
                  <a:lnTo>
                    <a:pt x="20186" y="246824"/>
                  </a:lnTo>
                  <a:lnTo>
                    <a:pt x="22794" y="251458"/>
                  </a:lnTo>
                  <a:lnTo>
                    <a:pt x="25548" y="256006"/>
                  </a:lnTo>
                  <a:lnTo>
                    <a:pt x="28444" y="260465"/>
                  </a:lnTo>
                  <a:lnTo>
                    <a:pt x="31482" y="264829"/>
                  </a:lnTo>
                  <a:lnTo>
                    <a:pt x="34656" y="269094"/>
                  </a:lnTo>
                  <a:lnTo>
                    <a:pt x="37965" y="273256"/>
                  </a:lnTo>
                  <a:lnTo>
                    <a:pt x="41404" y="277311"/>
                  </a:lnTo>
                  <a:lnTo>
                    <a:pt x="44970" y="281255"/>
                  </a:lnTo>
                  <a:lnTo>
                    <a:pt x="48660" y="285083"/>
                  </a:lnTo>
                  <a:lnTo>
                    <a:pt x="52470" y="288791"/>
                  </a:lnTo>
                  <a:lnTo>
                    <a:pt x="56396" y="292377"/>
                  </a:lnTo>
                  <a:lnTo>
                    <a:pt x="60434" y="295836"/>
                  </a:lnTo>
                  <a:lnTo>
                    <a:pt x="64580" y="299165"/>
                  </a:lnTo>
                  <a:lnTo>
                    <a:pt x="68830" y="302360"/>
                  </a:lnTo>
                  <a:lnTo>
                    <a:pt x="73179" y="305419"/>
                  </a:lnTo>
                  <a:lnTo>
                    <a:pt x="77623" y="308337"/>
                  </a:lnTo>
                  <a:lnTo>
                    <a:pt x="82158" y="311113"/>
                  </a:lnTo>
                  <a:lnTo>
                    <a:pt x="86779" y="313744"/>
                  </a:lnTo>
                  <a:lnTo>
                    <a:pt x="91481" y="316225"/>
                  </a:lnTo>
                  <a:lnTo>
                    <a:pt x="96259" y="318557"/>
                  </a:lnTo>
                  <a:lnTo>
                    <a:pt x="101110" y="320735"/>
                  </a:lnTo>
                  <a:lnTo>
                    <a:pt x="106027" y="322757"/>
                  </a:lnTo>
                  <a:lnTo>
                    <a:pt x="111006" y="324623"/>
                  </a:lnTo>
                  <a:lnTo>
                    <a:pt x="116042" y="326329"/>
                  </a:lnTo>
                  <a:lnTo>
                    <a:pt x="121129" y="327874"/>
                  </a:lnTo>
                  <a:lnTo>
                    <a:pt x="126263" y="329256"/>
                  </a:lnTo>
                  <a:lnTo>
                    <a:pt x="131439" y="330474"/>
                  </a:lnTo>
                  <a:lnTo>
                    <a:pt x="136650" y="331528"/>
                  </a:lnTo>
                  <a:lnTo>
                    <a:pt x="141893" y="332415"/>
                  </a:lnTo>
                  <a:lnTo>
                    <a:pt x="147161" y="333134"/>
                  </a:lnTo>
                  <a:lnTo>
                    <a:pt x="152449" y="333686"/>
                  </a:lnTo>
                  <a:lnTo>
                    <a:pt x="157752" y="334070"/>
                  </a:lnTo>
                  <a:lnTo>
                    <a:pt x="163065" y="334284"/>
                  </a:lnTo>
                  <a:lnTo>
                    <a:pt x="168381" y="334330"/>
                  </a:lnTo>
                  <a:lnTo>
                    <a:pt x="173697" y="334206"/>
                  </a:lnTo>
                  <a:lnTo>
                    <a:pt x="179006" y="333914"/>
                  </a:lnTo>
                  <a:lnTo>
                    <a:pt x="184303" y="333453"/>
                  </a:lnTo>
                  <a:lnTo>
                    <a:pt x="189582" y="332823"/>
                  </a:lnTo>
                  <a:lnTo>
                    <a:pt x="194839" y="332026"/>
                  </a:lnTo>
                  <a:lnTo>
                    <a:pt x="200068" y="331062"/>
                  </a:lnTo>
                  <a:lnTo>
                    <a:pt x="205264" y="329933"/>
                  </a:lnTo>
                  <a:lnTo>
                    <a:pt x="210421" y="32863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8114"/>
              <a:ext cx="167167" cy="328244"/>
            </a:xfrm>
            <a:custGeom>
              <a:avLst/>
              <a:pathLst>
                <a:path w="167167" h="328244">
                  <a:moveTo>
                    <a:pt x="43266" y="328244"/>
                  </a:moveTo>
                  <a:lnTo>
                    <a:pt x="48401" y="326780"/>
                  </a:lnTo>
                  <a:lnTo>
                    <a:pt x="53487" y="325153"/>
                  </a:lnTo>
                  <a:lnTo>
                    <a:pt x="58518" y="323363"/>
                  </a:lnTo>
                  <a:lnTo>
                    <a:pt x="63489" y="321414"/>
                  </a:lnTo>
                  <a:lnTo>
                    <a:pt x="68396" y="319308"/>
                  </a:lnTo>
                  <a:lnTo>
                    <a:pt x="73233" y="317045"/>
                  </a:lnTo>
                  <a:lnTo>
                    <a:pt x="77995" y="314630"/>
                  </a:lnTo>
                  <a:lnTo>
                    <a:pt x="82678" y="312063"/>
                  </a:lnTo>
                  <a:lnTo>
                    <a:pt x="87276" y="309348"/>
                  </a:lnTo>
                  <a:lnTo>
                    <a:pt x="91785" y="306488"/>
                  </a:lnTo>
                  <a:lnTo>
                    <a:pt x="96201" y="303485"/>
                  </a:lnTo>
                  <a:lnTo>
                    <a:pt x="100518" y="300343"/>
                  </a:lnTo>
                  <a:lnTo>
                    <a:pt x="104733" y="297064"/>
                  </a:lnTo>
                  <a:lnTo>
                    <a:pt x="108841" y="293653"/>
                  </a:lnTo>
                  <a:lnTo>
                    <a:pt x="112838" y="290112"/>
                  </a:lnTo>
                  <a:lnTo>
                    <a:pt x="116720" y="286445"/>
                  </a:lnTo>
                  <a:lnTo>
                    <a:pt x="120482" y="282656"/>
                  </a:lnTo>
                  <a:lnTo>
                    <a:pt x="124122" y="278749"/>
                  </a:lnTo>
                  <a:lnTo>
                    <a:pt x="127635" y="274727"/>
                  </a:lnTo>
                  <a:lnTo>
                    <a:pt x="131018" y="270595"/>
                  </a:lnTo>
                  <a:lnTo>
                    <a:pt x="134267" y="266358"/>
                  </a:lnTo>
                  <a:lnTo>
                    <a:pt x="137379" y="262019"/>
                  </a:lnTo>
                  <a:lnTo>
                    <a:pt x="140351" y="257582"/>
                  </a:lnTo>
                  <a:lnTo>
                    <a:pt x="143180" y="253053"/>
                  </a:lnTo>
                  <a:lnTo>
                    <a:pt x="145863" y="248436"/>
                  </a:lnTo>
                  <a:lnTo>
                    <a:pt x="148397" y="243736"/>
                  </a:lnTo>
                  <a:lnTo>
                    <a:pt x="150779" y="238957"/>
                  </a:lnTo>
                  <a:lnTo>
                    <a:pt x="153008" y="234104"/>
                  </a:lnTo>
                  <a:lnTo>
                    <a:pt x="155080" y="229183"/>
                  </a:lnTo>
                  <a:lnTo>
                    <a:pt x="156994" y="224198"/>
                  </a:lnTo>
                  <a:lnTo>
                    <a:pt x="158748" y="219154"/>
                  </a:lnTo>
                  <a:lnTo>
                    <a:pt x="160340" y="214057"/>
                  </a:lnTo>
                  <a:lnTo>
                    <a:pt x="161769" y="208912"/>
                  </a:lnTo>
                  <a:lnTo>
                    <a:pt x="163032" y="203724"/>
                  </a:lnTo>
                  <a:lnTo>
                    <a:pt x="164129" y="198498"/>
                  </a:lnTo>
                  <a:lnTo>
                    <a:pt x="165059" y="193239"/>
                  </a:lnTo>
                  <a:lnTo>
                    <a:pt x="165820" y="187954"/>
                  </a:lnTo>
                  <a:lnTo>
                    <a:pt x="166412" y="182647"/>
                  </a:lnTo>
                  <a:lnTo>
                    <a:pt x="166834" y="177324"/>
                  </a:lnTo>
                  <a:lnTo>
                    <a:pt x="167086" y="171990"/>
                  </a:lnTo>
                  <a:lnTo>
                    <a:pt x="167167" y="166651"/>
                  </a:lnTo>
                  <a:lnTo>
                    <a:pt x="167078" y="161312"/>
                  </a:lnTo>
                  <a:lnTo>
                    <a:pt x="166818" y="155978"/>
                  </a:lnTo>
                  <a:lnTo>
                    <a:pt x="166388" y="150655"/>
                  </a:lnTo>
                  <a:lnTo>
                    <a:pt x="165788" y="145349"/>
                  </a:lnTo>
                  <a:lnTo>
                    <a:pt x="165020" y="140065"/>
                  </a:lnTo>
                  <a:lnTo>
                    <a:pt x="164082" y="134808"/>
                  </a:lnTo>
                  <a:lnTo>
                    <a:pt x="162978" y="129584"/>
                  </a:lnTo>
                  <a:lnTo>
                    <a:pt x="161707" y="124397"/>
                  </a:lnTo>
                  <a:lnTo>
                    <a:pt x="160271" y="119254"/>
                  </a:lnTo>
                  <a:lnTo>
                    <a:pt x="158671" y="114160"/>
                  </a:lnTo>
                  <a:lnTo>
                    <a:pt x="156910" y="109119"/>
                  </a:lnTo>
                  <a:lnTo>
                    <a:pt x="154989" y="104136"/>
                  </a:lnTo>
                  <a:lnTo>
                    <a:pt x="152909" y="99218"/>
                  </a:lnTo>
                  <a:lnTo>
                    <a:pt x="150673" y="94369"/>
                  </a:lnTo>
                  <a:lnTo>
                    <a:pt x="148284" y="89593"/>
                  </a:lnTo>
                  <a:lnTo>
                    <a:pt x="145743" y="84897"/>
                  </a:lnTo>
                  <a:lnTo>
                    <a:pt x="143054" y="80283"/>
                  </a:lnTo>
                  <a:lnTo>
                    <a:pt x="140218" y="75759"/>
                  </a:lnTo>
                  <a:lnTo>
                    <a:pt x="137240" y="71326"/>
                  </a:lnTo>
                  <a:lnTo>
                    <a:pt x="134121" y="66992"/>
                  </a:lnTo>
                  <a:lnTo>
                    <a:pt x="130866" y="62759"/>
                  </a:lnTo>
                  <a:lnTo>
                    <a:pt x="127477" y="58632"/>
                  </a:lnTo>
                  <a:lnTo>
                    <a:pt x="123958" y="54616"/>
                  </a:lnTo>
                  <a:lnTo>
                    <a:pt x="120313" y="50714"/>
                  </a:lnTo>
                  <a:lnTo>
                    <a:pt x="116545" y="46931"/>
                  </a:lnTo>
                  <a:lnTo>
                    <a:pt x="112657" y="43269"/>
                  </a:lnTo>
                  <a:lnTo>
                    <a:pt x="108655" y="39734"/>
                  </a:lnTo>
                  <a:lnTo>
                    <a:pt x="104542" y="36329"/>
                  </a:lnTo>
                  <a:lnTo>
                    <a:pt x="100323" y="33056"/>
                  </a:lnTo>
                  <a:lnTo>
                    <a:pt x="96001" y="29920"/>
                  </a:lnTo>
                  <a:lnTo>
                    <a:pt x="91581" y="26924"/>
                  </a:lnTo>
                  <a:lnTo>
                    <a:pt x="87067" y="24070"/>
                  </a:lnTo>
                  <a:lnTo>
                    <a:pt x="82465" y="21362"/>
                  </a:lnTo>
                  <a:lnTo>
                    <a:pt x="77779" y="18802"/>
                  </a:lnTo>
                  <a:lnTo>
                    <a:pt x="73013" y="16394"/>
                  </a:lnTo>
                  <a:lnTo>
                    <a:pt x="68173" y="14138"/>
                  </a:lnTo>
                  <a:lnTo>
                    <a:pt x="63263" y="12039"/>
                  </a:lnTo>
                  <a:lnTo>
                    <a:pt x="58289" y="10097"/>
                  </a:lnTo>
                  <a:lnTo>
                    <a:pt x="53255" y="8315"/>
                  </a:lnTo>
                  <a:lnTo>
                    <a:pt x="48167" y="6695"/>
                  </a:lnTo>
                  <a:lnTo>
                    <a:pt x="43029" y="5238"/>
                  </a:lnTo>
                  <a:lnTo>
                    <a:pt x="37848" y="3947"/>
                  </a:lnTo>
                  <a:lnTo>
                    <a:pt x="32628" y="2821"/>
                  </a:lnTo>
                  <a:lnTo>
                    <a:pt x="27375" y="1862"/>
                  </a:lnTo>
                  <a:lnTo>
                    <a:pt x="22094" y="1072"/>
                  </a:lnTo>
                  <a:lnTo>
                    <a:pt x="16790" y="451"/>
                  </a:lnTo>
                  <a:lnTo>
                    <a:pt x="11470" y="0"/>
                  </a:lnTo>
                  <a:lnTo>
                    <a:pt x="0" y="166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11470" cy="167167"/>
            </a:xfrm>
            <a:custGeom>
              <a:avLst/>
              <a:pathLst>
                <a:path w="11470" h="167167">
                  <a:moveTo>
                    <a:pt x="11470" y="3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2025-06-05T20:46:06Z</dcterms:modified>
  <cp:category/>
</cp:coreProperties>
</file>