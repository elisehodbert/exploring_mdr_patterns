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63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3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4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70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3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21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65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63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3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66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9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63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18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75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3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5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79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63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6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63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6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80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63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36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61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3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8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96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36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36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9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36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53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18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36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6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36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70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60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3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70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6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36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96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23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3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9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3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1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91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48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21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6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0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62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61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66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66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18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16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6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91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16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8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23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67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5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4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0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3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4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70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0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0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36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4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70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70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5677" y="3170392"/>
              <a:ext cx="48101" cy="167167"/>
            </a:xfrm>
            <a:custGeom>
              <a:avLst/>
              <a:pathLst>
                <a:path w="48101" h="167167">
                  <a:moveTo>
                    <a:pt x="48101" y="0"/>
                  </a:moveTo>
                  <a:lnTo>
                    <a:pt x="42003" y="111"/>
                  </a:lnTo>
                  <a:lnTo>
                    <a:pt x="35914" y="444"/>
                  </a:lnTo>
                  <a:lnTo>
                    <a:pt x="29841" y="1000"/>
                  </a:lnTo>
                  <a:lnTo>
                    <a:pt x="23792" y="1776"/>
                  </a:lnTo>
                  <a:lnTo>
                    <a:pt x="17775" y="2773"/>
                  </a:lnTo>
                  <a:lnTo>
                    <a:pt x="11799" y="3989"/>
                  </a:lnTo>
                  <a:lnTo>
                    <a:pt x="5871" y="5421"/>
                  </a:lnTo>
                  <a:lnTo>
                    <a:pt x="0" y="7069"/>
                  </a:lnTo>
                  <a:lnTo>
                    <a:pt x="4810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816631" y="3170627"/>
              <a:ext cx="334314" cy="334095"/>
            </a:xfrm>
            <a:custGeom>
              <a:avLst/>
              <a:pathLst>
                <a:path w="334314" h="334095">
                  <a:moveTo>
                    <a:pt x="119045" y="6834"/>
                  </a:moveTo>
                  <a:lnTo>
                    <a:pt x="114013" y="8433"/>
                  </a:lnTo>
                  <a:lnTo>
                    <a:pt x="109034" y="10190"/>
                  </a:lnTo>
                  <a:lnTo>
                    <a:pt x="104113" y="12104"/>
                  </a:lnTo>
                  <a:lnTo>
                    <a:pt x="99255" y="14172"/>
                  </a:lnTo>
                  <a:lnTo>
                    <a:pt x="94465" y="16392"/>
                  </a:lnTo>
                  <a:lnTo>
                    <a:pt x="89747" y="18762"/>
                  </a:lnTo>
                  <a:lnTo>
                    <a:pt x="85106" y="21281"/>
                  </a:lnTo>
                  <a:lnTo>
                    <a:pt x="80547" y="23944"/>
                  </a:lnTo>
                  <a:lnTo>
                    <a:pt x="76074" y="26751"/>
                  </a:lnTo>
                  <a:lnTo>
                    <a:pt x="71693" y="29697"/>
                  </a:lnTo>
                  <a:lnTo>
                    <a:pt x="67406" y="32780"/>
                  </a:lnTo>
                  <a:lnTo>
                    <a:pt x="63219" y="35996"/>
                  </a:lnTo>
                  <a:lnTo>
                    <a:pt x="59136" y="39344"/>
                  </a:lnTo>
                  <a:lnTo>
                    <a:pt x="55161" y="42819"/>
                  </a:lnTo>
                  <a:lnTo>
                    <a:pt x="51297" y="46417"/>
                  </a:lnTo>
                  <a:lnTo>
                    <a:pt x="47549" y="50136"/>
                  </a:lnTo>
                  <a:lnTo>
                    <a:pt x="43920" y="53971"/>
                  </a:lnTo>
                  <a:lnTo>
                    <a:pt x="40414" y="57919"/>
                  </a:lnTo>
                  <a:lnTo>
                    <a:pt x="37034" y="61976"/>
                  </a:lnTo>
                  <a:lnTo>
                    <a:pt x="33785" y="66138"/>
                  </a:lnTo>
                  <a:lnTo>
                    <a:pt x="30668" y="70400"/>
                  </a:lnTo>
                  <a:lnTo>
                    <a:pt x="27687" y="74758"/>
                  </a:lnTo>
                  <a:lnTo>
                    <a:pt x="24846" y="79208"/>
                  </a:lnTo>
                  <a:lnTo>
                    <a:pt x="22147" y="83746"/>
                  </a:lnTo>
                  <a:lnTo>
                    <a:pt x="19592" y="88367"/>
                  </a:lnTo>
                  <a:lnTo>
                    <a:pt x="17184" y="93066"/>
                  </a:lnTo>
                  <a:lnTo>
                    <a:pt x="14926" y="97839"/>
                  </a:lnTo>
                  <a:lnTo>
                    <a:pt x="12820" y="102680"/>
                  </a:lnTo>
                  <a:lnTo>
                    <a:pt x="10868" y="107586"/>
                  </a:lnTo>
                  <a:lnTo>
                    <a:pt x="9072" y="112551"/>
                  </a:lnTo>
                  <a:lnTo>
                    <a:pt x="7433" y="117571"/>
                  </a:lnTo>
                  <a:lnTo>
                    <a:pt x="5954" y="122639"/>
                  </a:lnTo>
                  <a:lnTo>
                    <a:pt x="4636" y="127752"/>
                  </a:lnTo>
                  <a:lnTo>
                    <a:pt x="3479" y="132904"/>
                  </a:lnTo>
                  <a:lnTo>
                    <a:pt x="2486" y="138090"/>
                  </a:lnTo>
                  <a:lnTo>
                    <a:pt x="1658" y="143304"/>
                  </a:lnTo>
                  <a:lnTo>
                    <a:pt x="994" y="148542"/>
                  </a:lnTo>
                  <a:lnTo>
                    <a:pt x="496" y="153799"/>
                  </a:lnTo>
                  <a:lnTo>
                    <a:pt x="165" y="159068"/>
                  </a:lnTo>
                  <a:lnTo>
                    <a:pt x="0" y="164346"/>
                  </a:lnTo>
                  <a:lnTo>
                    <a:pt x="1" y="169626"/>
                  </a:lnTo>
                  <a:lnTo>
                    <a:pt x="170" y="174903"/>
                  </a:lnTo>
                  <a:lnTo>
                    <a:pt x="505" y="180173"/>
                  </a:lnTo>
                  <a:lnTo>
                    <a:pt x="1006" y="185429"/>
                  </a:lnTo>
                  <a:lnTo>
                    <a:pt x="1673" y="190666"/>
                  </a:lnTo>
                  <a:lnTo>
                    <a:pt x="2505" y="195880"/>
                  </a:lnTo>
                  <a:lnTo>
                    <a:pt x="3502" y="201066"/>
                  </a:lnTo>
                  <a:lnTo>
                    <a:pt x="4661" y="206217"/>
                  </a:lnTo>
                  <a:lnTo>
                    <a:pt x="5983" y="211329"/>
                  </a:lnTo>
                  <a:lnTo>
                    <a:pt x="7465" y="216396"/>
                  </a:lnTo>
                  <a:lnTo>
                    <a:pt x="9107" y="221414"/>
                  </a:lnTo>
                  <a:lnTo>
                    <a:pt x="10907" y="226378"/>
                  </a:lnTo>
                  <a:lnTo>
                    <a:pt x="12862" y="231283"/>
                  </a:lnTo>
                  <a:lnTo>
                    <a:pt x="14971" y="236123"/>
                  </a:lnTo>
                  <a:lnTo>
                    <a:pt x="17232" y="240895"/>
                  </a:lnTo>
                  <a:lnTo>
                    <a:pt x="19643" y="245592"/>
                  </a:lnTo>
                  <a:lnTo>
                    <a:pt x="22201" y="250211"/>
                  </a:lnTo>
                  <a:lnTo>
                    <a:pt x="24903" y="254747"/>
                  </a:lnTo>
                  <a:lnTo>
                    <a:pt x="27747" y="259196"/>
                  </a:lnTo>
                  <a:lnTo>
                    <a:pt x="30731" y="263552"/>
                  </a:lnTo>
                  <a:lnTo>
                    <a:pt x="33850" y="267812"/>
                  </a:lnTo>
                  <a:lnTo>
                    <a:pt x="37102" y="271972"/>
                  </a:lnTo>
                  <a:lnTo>
                    <a:pt x="40485" y="276026"/>
                  </a:lnTo>
                  <a:lnTo>
                    <a:pt x="43993" y="279972"/>
                  </a:lnTo>
                  <a:lnTo>
                    <a:pt x="47625" y="283805"/>
                  </a:lnTo>
                  <a:lnTo>
                    <a:pt x="51375" y="287521"/>
                  </a:lnTo>
                  <a:lnTo>
                    <a:pt x="55241" y="291117"/>
                  </a:lnTo>
                  <a:lnTo>
                    <a:pt x="59219" y="294589"/>
                  </a:lnTo>
                  <a:lnTo>
                    <a:pt x="63304" y="297934"/>
                  </a:lnTo>
                  <a:lnTo>
                    <a:pt x="67493" y="301148"/>
                  </a:lnTo>
                  <a:lnTo>
                    <a:pt x="71782" y="304229"/>
                  </a:lnTo>
                  <a:lnTo>
                    <a:pt x="76165" y="307172"/>
                  </a:lnTo>
                  <a:lnTo>
                    <a:pt x="80640" y="309975"/>
                  </a:lnTo>
                  <a:lnTo>
                    <a:pt x="85200" y="312636"/>
                  </a:lnTo>
                  <a:lnTo>
                    <a:pt x="89843" y="315151"/>
                  </a:lnTo>
                  <a:lnTo>
                    <a:pt x="94562" y="317519"/>
                  </a:lnTo>
                  <a:lnTo>
                    <a:pt x="99354" y="319736"/>
                  </a:lnTo>
                  <a:lnTo>
                    <a:pt x="104214" y="321800"/>
                  </a:lnTo>
                  <a:lnTo>
                    <a:pt x="109136" y="323711"/>
                  </a:lnTo>
                  <a:lnTo>
                    <a:pt x="114116" y="325465"/>
                  </a:lnTo>
                  <a:lnTo>
                    <a:pt x="119149" y="327060"/>
                  </a:lnTo>
                  <a:lnTo>
                    <a:pt x="124230" y="328496"/>
                  </a:lnTo>
                  <a:lnTo>
                    <a:pt x="129354" y="329771"/>
                  </a:lnTo>
                  <a:lnTo>
                    <a:pt x="134516" y="330883"/>
                  </a:lnTo>
                  <a:lnTo>
                    <a:pt x="139710" y="331832"/>
                  </a:lnTo>
                  <a:lnTo>
                    <a:pt x="144931" y="332616"/>
                  </a:lnTo>
                  <a:lnTo>
                    <a:pt x="150175" y="333235"/>
                  </a:lnTo>
                  <a:lnTo>
                    <a:pt x="155435" y="333688"/>
                  </a:lnTo>
                  <a:lnTo>
                    <a:pt x="160708" y="333975"/>
                  </a:lnTo>
                  <a:lnTo>
                    <a:pt x="165986" y="334095"/>
                  </a:lnTo>
                  <a:lnTo>
                    <a:pt x="171266" y="334048"/>
                  </a:lnTo>
                  <a:lnTo>
                    <a:pt x="176542" y="333835"/>
                  </a:lnTo>
                  <a:lnTo>
                    <a:pt x="181808" y="333455"/>
                  </a:lnTo>
                  <a:lnTo>
                    <a:pt x="187060" y="332909"/>
                  </a:lnTo>
                  <a:lnTo>
                    <a:pt x="192291" y="332197"/>
                  </a:lnTo>
                  <a:lnTo>
                    <a:pt x="197498" y="331321"/>
                  </a:lnTo>
                  <a:lnTo>
                    <a:pt x="202675" y="330280"/>
                  </a:lnTo>
                  <a:lnTo>
                    <a:pt x="207816" y="329077"/>
                  </a:lnTo>
                  <a:lnTo>
                    <a:pt x="212916" y="327711"/>
                  </a:lnTo>
                  <a:lnTo>
                    <a:pt x="217971" y="326186"/>
                  </a:lnTo>
                  <a:lnTo>
                    <a:pt x="222975" y="324501"/>
                  </a:lnTo>
                  <a:lnTo>
                    <a:pt x="227923" y="322660"/>
                  </a:lnTo>
                  <a:lnTo>
                    <a:pt x="232811" y="320662"/>
                  </a:lnTo>
                  <a:lnTo>
                    <a:pt x="237633" y="318512"/>
                  </a:lnTo>
                  <a:lnTo>
                    <a:pt x="242385" y="316210"/>
                  </a:lnTo>
                  <a:lnTo>
                    <a:pt x="247062" y="313760"/>
                  </a:lnTo>
                  <a:lnTo>
                    <a:pt x="251659" y="311163"/>
                  </a:lnTo>
                  <a:lnTo>
                    <a:pt x="256172" y="308422"/>
                  </a:lnTo>
                  <a:lnTo>
                    <a:pt x="260596" y="305540"/>
                  </a:lnTo>
                  <a:lnTo>
                    <a:pt x="264927" y="302519"/>
                  </a:lnTo>
                  <a:lnTo>
                    <a:pt x="269160" y="299364"/>
                  </a:lnTo>
                  <a:lnTo>
                    <a:pt x="273292" y="296076"/>
                  </a:lnTo>
                  <a:lnTo>
                    <a:pt x="277317" y="292659"/>
                  </a:lnTo>
                  <a:lnTo>
                    <a:pt x="281233" y="289117"/>
                  </a:lnTo>
                  <a:lnTo>
                    <a:pt x="285035" y="285453"/>
                  </a:lnTo>
                  <a:lnTo>
                    <a:pt x="288719" y="281671"/>
                  </a:lnTo>
                  <a:lnTo>
                    <a:pt x="292282" y="277775"/>
                  </a:lnTo>
                  <a:lnTo>
                    <a:pt x="295720" y="273767"/>
                  </a:lnTo>
                  <a:lnTo>
                    <a:pt x="299030" y="269654"/>
                  </a:lnTo>
                  <a:lnTo>
                    <a:pt x="302208" y="265437"/>
                  </a:lnTo>
                  <a:lnTo>
                    <a:pt x="305252" y="261123"/>
                  </a:lnTo>
                  <a:lnTo>
                    <a:pt x="308158" y="256714"/>
                  </a:lnTo>
                  <a:lnTo>
                    <a:pt x="310923" y="252216"/>
                  </a:lnTo>
                  <a:lnTo>
                    <a:pt x="313544" y="247633"/>
                  </a:lnTo>
                  <a:lnTo>
                    <a:pt x="316020" y="242969"/>
                  </a:lnTo>
                  <a:lnTo>
                    <a:pt x="318347" y="238230"/>
                  </a:lnTo>
                  <a:lnTo>
                    <a:pt x="320523" y="233419"/>
                  </a:lnTo>
                  <a:lnTo>
                    <a:pt x="322547" y="228542"/>
                  </a:lnTo>
                  <a:lnTo>
                    <a:pt x="324415" y="223604"/>
                  </a:lnTo>
                  <a:lnTo>
                    <a:pt x="326126" y="218609"/>
                  </a:lnTo>
                  <a:lnTo>
                    <a:pt x="327679" y="213562"/>
                  </a:lnTo>
                  <a:lnTo>
                    <a:pt x="329072" y="208469"/>
                  </a:lnTo>
                  <a:lnTo>
                    <a:pt x="330303" y="203335"/>
                  </a:lnTo>
                  <a:lnTo>
                    <a:pt x="331371" y="198164"/>
                  </a:lnTo>
                  <a:lnTo>
                    <a:pt x="332275" y="192962"/>
                  </a:lnTo>
                  <a:lnTo>
                    <a:pt x="333015" y="187734"/>
                  </a:lnTo>
                  <a:lnTo>
                    <a:pt x="333589" y="182485"/>
                  </a:lnTo>
                  <a:lnTo>
                    <a:pt x="333997" y="177221"/>
                  </a:lnTo>
                  <a:lnTo>
                    <a:pt x="334239" y="171947"/>
                  </a:lnTo>
                  <a:lnTo>
                    <a:pt x="334314" y="166667"/>
                  </a:lnTo>
                  <a:lnTo>
                    <a:pt x="334222" y="161388"/>
                  </a:lnTo>
                  <a:lnTo>
                    <a:pt x="333964" y="156114"/>
                  </a:lnTo>
                  <a:lnTo>
                    <a:pt x="333539" y="150852"/>
                  </a:lnTo>
                  <a:lnTo>
                    <a:pt x="332948" y="145605"/>
                  </a:lnTo>
                  <a:lnTo>
                    <a:pt x="332192" y="140379"/>
                  </a:lnTo>
                  <a:lnTo>
                    <a:pt x="331271" y="135180"/>
                  </a:lnTo>
                  <a:lnTo>
                    <a:pt x="330187" y="130013"/>
                  </a:lnTo>
                  <a:lnTo>
                    <a:pt x="328939" y="124882"/>
                  </a:lnTo>
                  <a:lnTo>
                    <a:pt x="327531" y="119794"/>
                  </a:lnTo>
                  <a:lnTo>
                    <a:pt x="325962" y="114752"/>
                  </a:lnTo>
                  <a:lnTo>
                    <a:pt x="324235" y="109762"/>
                  </a:lnTo>
                  <a:lnTo>
                    <a:pt x="322351" y="104830"/>
                  </a:lnTo>
                  <a:lnTo>
                    <a:pt x="320312" y="99959"/>
                  </a:lnTo>
                  <a:lnTo>
                    <a:pt x="318121" y="95156"/>
                  </a:lnTo>
                  <a:lnTo>
                    <a:pt x="315779" y="90423"/>
                  </a:lnTo>
                  <a:lnTo>
                    <a:pt x="313289" y="85768"/>
                  </a:lnTo>
                  <a:lnTo>
                    <a:pt x="310652" y="81193"/>
                  </a:lnTo>
                  <a:lnTo>
                    <a:pt x="307873" y="76704"/>
                  </a:lnTo>
                  <a:lnTo>
                    <a:pt x="304953" y="72304"/>
                  </a:lnTo>
                  <a:lnTo>
                    <a:pt x="301896" y="67999"/>
                  </a:lnTo>
                  <a:lnTo>
                    <a:pt x="298705" y="63793"/>
                  </a:lnTo>
                  <a:lnTo>
                    <a:pt x="295382" y="59690"/>
                  </a:lnTo>
                  <a:lnTo>
                    <a:pt x="291931" y="55694"/>
                  </a:lnTo>
                  <a:lnTo>
                    <a:pt x="288356" y="51808"/>
                  </a:lnTo>
                  <a:lnTo>
                    <a:pt x="284659" y="48038"/>
                  </a:lnTo>
                  <a:lnTo>
                    <a:pt x="280846" y="44386"/>
                  </a:lnTo>
                  <a:lnTo>
                    <a:pt x="276919" y="40856"/>
                  </a:lnTo>
                  <a:lnTo>
                    <a:pt x="272883" y="37452"/>
                  </a:lnTo>
                  <a:lnTo>
                    <a:pt x="268741" y="34178"/>
                  </a:lnTo>
                  <a:lnTo>
                    <a:pt x="264498" y="31035"/>
                  </a:lnTo>
                  <a:lnTo>
                    <a:pt x="260157" y="28029"/>
                  </a:lnTo>
                  <a:lnTo>
                    <a:pt x="255724" y="25161"/>
                  </a:lnTo>
                  <a:lnTo>
                    <a:pt x="251203" y="22434"/>
                  </a:lnTo>
                  <a:lnTo>
                    <a:pt x="246598" y="19852"/>
                  </a:lnTo>
                  <a:lnTo>
                    <a:pt x="241913" y="17416"/>
                  </a:lnTo>
                  <a:lnTo>
                    <a:pt x="237154" y="15129"/>
                  </a:lnTo>
                  <a:lnTo>
                    <a:pt x="232325" y="12994"/>
                  </a:lnTo>
                  <a:lnTo>
                    <a:pt x="227431" y="11012"/>
                  </a:lnTo>
                  <a:lnTo>
                    <a:pt x="222477" y="9186"/>
                  </a:lnTo>
                  <a:lnTo>
                    <a:pt x="217467" y="7518"/>
                  </a:lnTo>
                  <a:lnTo>
                    <a:pt x="212408" y="6008"/>
                  </a:lnTo>
                  <a:lnTo>
                    <a:pt x="207303" y="4659"/>
                  </a:lnTo>
                  <a:lnTo>
                    <a:pt x="202158" y="3472"/>
                  </a:lnTo>
                  <a:lnTo>
                    <a:pt x="196978" y="2447"/>
                  </a:lnTo>
                  <a:lnTo>
                    <a:pt x="191769" y="1587"/>
                  </a:lnTo>
                  <a:lnTo>
                    <a:pt x="186535" y="892"/>
                  </a:lnTo>
                  <a:lnTo>
                    <a:pt x="181281" y="363"/>
                  </a:lnTo>
                  <a:lnTo>
                    <a:pt x="176014" y="0"/>
                  </a:lnTo>
                  <a:lnTo>
                    <a:pt x="167147" y="1669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83779" y="3170392"/>
              <a:ext cx="8866" cy="167167"/>
            </a:xfrm>
            <a:custGeom>
              <a:avLst/>
              <a:pathLst>
                <a:path w="8866" h="167167">
                  <a:moveTo>
                    <a:pt x="8866" y="2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59" y="2633064"/>
              <a:ext cx="167151" cy="191915"/>
            </a:xfrm>
            <a:custGeom>
              <a:avLst/>
              <a:pathLst>
                <a:path w="167151" h="191915">
                  <a:moveTo>
                    <a:pt x="167151" y="0"/>
                  </a:moveTo>
                  <a:lnTo>
                    <a:pt x="161729" y="87"/>
                  </a:lnTo>
                  <a:lnTo>
                    <a:pt x="156313" y="351"/>
                  </a:lnTo>
                  <a:lnTo>
                    <a:pt x="150908" y="791"/>
                  </a:lnTo>
                  <a:lnTo>
                    <a:pt x="145520" y="1405"/>
                  </a:lnTo>
                  <a:lnTo>
                    <a:pt x="140155" y="2194"/>
                  </a:lnTo>
                  <a:lnTo>
                    <a:pt x="134818" y="3156"/>
                  </a:lnTo>
                  <a:lnTo>
                    <a:pt x="129515" y="4291"/>
                  </a:lnTo>
                  <a:lnTo>
                    <a:pt x="124252" y="5598"/>
                  </a:lnTo>
                  <a:lnTo>
                    <a:pt x="119034" y="7074"/>
                  </a:lnTo>
                  <a:lnTo>
                    <a:pt x="113867" y="8719"/>
                  </a:lnTo>
                  <a:lnTo>
                    <a:pt x="108755" y="10531"/>
                  </a:lnTo>
                  <a:lnTo>
                    <a:pt x="103705" y="12507"/>
                  </a:lnTo>
                  <a:lnTo>
                    <a:pt x="98722" y="14647"/>
                  </a:lnTo>
                  <a:lnTo>
                    <a:pt x="93811" y="16947"/>
                  </a:lnTo>
                  <a:lnTo>
                    <a:pt x="88977" y="19404"/>
                  </a:lnTo>
                  <a:lnTo>
                    <a:pt x="84226" y="22018"/>
                  </a:lnTo>
                  <a:lnTo>
                    <a:pt x="79561" y="24784"/>
                  </a:lnTo>
                  <a:lnTo>
                    <a:pt x="74989" y="27700"/>
                  </a:lnTo>
                  <a:lnTo>
                    <a:pt x="70514" y="30763"/>
                  </a:lnTo>
                  <a:lnTo>
                    <a:pt x="66140" y="33969"/>
                  </a:lnTo>
                  <a:lnTo>
                    <a:pt x="61873" y="37315"/>
                  </a:lnTo>
                  <a:lnTo>
                    <a:pt x="57717" y="40798"/>
                  </a:lnTo>
                  <a:lnTo>
                    <a:pt x="53676" y="44414"/>
                  </a:lnTo>
                  <a:lnTo>
                    <a:pt x="49754" y="48160"/>
                  </a:lnTo>
                  <a:lnTo>
                    <a:pt x="45955" y="52030"/>
                  </a:lnTo>
                  <a:lnTo>
                    <a:pt x="42285" y="56022"/>
                  </a:lnTo>
                  <a:lnTo>
                    <a:pt x="38745" y="60130"/>
                  </a:lnTo>
                  <a:lnTo>
                    <a:pt x="35341" y="64352"/>
                  </a:lnTo>
                  <a:lnTo>
                    <a:pt x="32076" y="68681"/>
                  </a:lnTo>
                  <a:lnTo>
                    <a:pt x="28952" y="73114"/>
                  </a:lnTo>
                  <a:lnTo>
                    <a:pt x="25974" y="77646"/>
                  </a:lnTo>
                  <a:lnTo>
                    <a:pt x="23145" y="82272"/>
                  </a:lnTo>
                  <a:lnTo>
                    <a:pt x="20467" y="86988"/>
                  </a:lnTo>
                  <a:lnTo>
                    <a:pt x="17944" y="91788"/>
                  </a:lnTo>
                  <a:lnTo>
                    <a:pt x="15577" y="96667"/>
                  </a:lnTo>
                  <a:lnTo>
                    <a:pt x="13370" y="101621"/>
                  </a:lnTo>
                  <a:lnTo>
                    <a:pt x="11325" y="106643"/>
                  </a:lnTo>
                  <a:lnTo>
                    <a:pt x="9444" y="111729"/>
                  </a:lnTo>
                  <a:lnTo>
                    <a:pt x="7729" y="116874"/>
                  </a:lnTo>
                  <a:lnTo>
                    <a:pt x="6181" y="122071"/>
                  </a:lnTo>
                  <a:lnTo>
                    <a:pt x="4803" y="127316"/>
                  </a:lnTo>
                  <a:lnTo>
                    <a:pt x="3596" y="132603"/>
                  </a:lnTo>
                  <a:lnTo>
                    <a:pt x="2561" y="137926"/>
                  </a:lnTo>
                  <a:lnTo>
                    <a:pt x="1699" y="143280"/>
                  </a:lnTo>
                  <a:lnTo>
                    <a:pt x="1012" y="148659"/>
                  </a:lnTo>
                  <a:lnTo>
                    <a:pt x="499" y="154058"/>
                  </a:lnTo>
                  <a:lnTo>
                    <a:pt x="161" y="159470"/>
                  </a:lnTo>
                  <a:lnTo>
                    <a:pt x="0" y="164891"/>
                  </a:lnTo>
                  <a:lnTo>
                    <a:pt x="14" y="170314"/>
                  </a:lnTo>
                  <a:lnTo>
                    <a:pt x="204" y="175733"/>
                  </a:lnTo>
                  <a:lnTo>
                    <a:pt x="569" y="181144"/>
                  </a:lnTo>
                  <a:lnTo>
                    <a:pt x="1110" y="186539"/>
                  </a:lnTo>
                  <a:lnTo>
                    <a:pt x="1826" y="191915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3686" y="2800231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3686" y="2670728"/>
              <a:ext cx="332491" cy="296664"/>
            </a:xfrm>
            <a:custGeom>
              <a:avLst/>
              <a:pathLst>
                <a:path w="332491" h="296664">
                  <a:moveTo>
                    <a:pt x="0" y="154251"/>
                  </a:moveTo>
                  <a:lnTo>
                    <a:pt x="870" y="159494"/>
                  </a:lnTo>
                  <a:lnTo>
                    <a:pt x="1906" y="164707"/>
                  </a:lnTo>
                  <a:lnTo>
                    <a:pt x="3108" y="169885"/>
                  </a:lnTo>
                  <a:lnTo>
                    <a:pt x="4474" y="175021"/>
                  </a:lnTo>
                  <a:lnTo>
                    <a:pt x="6002" y="180112"/>
                  </a:lnTo>
                  <a:lnTo>
                    <a:pt x="7692" y="185152"/>
                  </a:lnTo>
                  <a:lnTo>
                    <a:pt x="9541" y="190135"/>
                  </a:lnTo>
                  <a:lnTo>
                    <a:pt x="11547" y="195057"/>
                  </a:lnTo>
                  <a:lnTo>
                    <a:pt x="13709" y="199913"/>
                  </a:lnTo>
                  <a:lnTo>
                    <a:pt x="16024" y="204697"/>
                  </a:lnTo>
                  <a:lnTo>
                    <a:pt x="18490" y="209406"/>
                  </a:lnTo>
                  <a:lnTo>
                    <a:pt x="21105" y="214033"/>
                  </a:lnTo>
                  <a:lnTo>
                    <a:pt x="23865" y="218576"/>
                  </a:lnTo>
                  <a:lnTo>
                    <a:pt x="26768" y="223028"/>
                  </a:lnTo>
                  <a:lnTo>
                    <a:pt x="29811" y="227385"/>
                  </a:lnTo>
                  <a:lnTo>
                    <a:pt x="32992" y="231644"/>
                  </a:lnTo>
                  <a:lnTo>
                    <a:pt x="36306" y="235800"/>
                  </a:lnTo>
                  <a:lnTo>
                    <a:pt x="39751" y="239848"/>
                  </a:lnTo>
                  <a:lnTo>
                    <a:pt x="43322" y="243784"/>
                  </a:lnTo>
                  <a:lnTo>
                    <a:pt x="47017" y="247605"/>
                  </a:lnTo>
                  <a:lnTo>
                    <a:pt x="50831" y="251306"/>
                  </a:lnTo>
                  <a:lnTo>
                    <a:pt x="54762" y="254885"/>
                  </a:lnTo>
                  <a:lnTo>
                    <a:pt x="58804" y="258336"/>
                  </a:lnTo>
                  <a:lnTo>
                    <a:pt x="62953" y="261658"/>
                  </a:lnTo>
                  <a:lnTo>
                    <a:pt x="67206" y="264846"/>
                  </a:lnTo>
                  <a:lnTo>
                    <a:pt x="71559" y="267896"/>
                  </a:lnTo>
                  <a:lnTo>
                    <a:pt x="76006" y="270808"/>
                  </a:lnTo>
                  <a:lnTo>
                    <a:pt x="80543" y="273576"/>
                  </a:lnTo>
                  <a:lnTo>
                    <a:pt x="85167" y="276198"/>
                  </a:lnTo>
                  <a:lnTo>
                    <a:pt x="89871" y="278672"/>
                  </a:lnTo>
                  <a:lnTo>
                    <a:pt x="94651" y="280996"/>
                  </a:lnTo>
                  <a:lnTo>
                    <a:pt x="99503" y="283166"/>
                  </a:lnTo>
                  <a:lnTo>
                    <a:pt x="104422" y="285181"/>
                  </a:lnTo>
                  <a:lnTo>
                    <a:pt x="109402" y="287038"/>
                  </a:lnTo>
                  <a:lnTo>
                    <a:pt x="114438" y="288737"/>
                  </a:lnTo>
                  <a:lnTo>
                    <a:pt x="119526" y="290274"/>
                  </a:lnTo>
                  <a:lnTo>
                    <a:pt x="124661" y="291649"/>
                  </a:lnTo>
                  <a:lnTo>
                    <a:pt x="129836" y="292860"/>
                  </a:lnTo>
                  <a:lnTo>
                    <a:pt x="135047" y="293905"/>
                  </a:lnTo>
                  <a:lnTo>
                    <a:pt x="140289" y="294785"/>
                  </a:lnTo>
                  <a:lnTo>
                    <a:pt x="145557" y="295497"/>
                  </a:lnTo>
                  <a:lnTo>
                    <a:pt x="150844" y="296042"/>
                  </a:lnTo>
                  <a:lnTo>
                    <a:pt x="156146" y="296418"/>
                  </a:lnTo>
                  <a:lnTo>
                    <a:pt x="161457" y="296625"/>
                  </a:lnTo>
                  <a:lnTo>
                    <a:pt x="166772" y="296664"/>
                  </a:lnTo>
                  <a:lnTo>
                    <a:pt x="172086" y="296533"/>
                  </a:lnTo>
                  <a:lnTo>
                    <a:pt x="177392" y="296234"/>
                  </a:lnTo>
                  <a:lnTo>
                    <a:pt x="182687" y="295766"/>
                  </a:lnTo>
                  <a:lnTo>
                    <a:pt x="187964" y="295130"/>
                  </a:lnTo>
                  <a:lnTo>
                    <a:pt x="193218" y="294327"/>
                  </a:lnTo>
                  <a:lnTo>
                    <a:pt x="198444" y="293356"/>
                  </a:lnTo>
                  <a:lnTo>
                    <a:pt x="203636" y="292221"/>
                  </a:lnTo>
                  <a:lnTo>
                    <a:pt x="208790" y="290921"/>
                  </a:lnTo>
                  <a:lnTo>
                    <a:pt x="213900" y="289457"/>
                  </a:lnTo>
                  <a:lnTo>
                    <a:pt x="218960" y="287832"/>
                  </a:lnTo>
                  <a:lnTo>
                    <a:pt x="223967" y="286047"/>
                  </a:lnTo>
                  <a:lnTo>
                    <a:pt x="228914" y="284103"/>
                  </a:lnTo>
                  <a:lnTo>
                    <a:pt x="233797" y="282004"/>
                  </a:lnTo>
                  <a:lnTo>
                    <a:pt x="238611" y="279750"/>
                  </a:lnTo>
                  <a:lnTo>
                    <a:pt x="243350" y="277344"/>
                  </a:lnTo>
                  <a:lnTo>
                    <a:pt x="248011" y="274789"/>
                  </a:lnTo>
                  <a:lnTo>
                    <a:pt x="252588" y="272086"/>
                  </a:lnTo>
                  <a:lnTo>
                    <a:pt x="257077" y="269240"/>
                  </a:lnTo>
                  <a:lnTo>
                    <a:pt x="261473" y="266253"/>
                  </a:lnTo>
                  <a:lnTo>
                    <a:pt x="265772" y="263127"/>
                  </a:lnTo>
                  <a:lnTo>
                    <a:pt x="269969" y="259866"/>
                  </a:lnTo>
                  <a:lnTo>
                    <a:pt x="274061" y="256473"/>
                  </a:lnTo>
                  <a:lnTo>
                    <a:pt x="278042" y="252952"/>
                  </a:lnTo>
                  <a:lnTo>
                    <a:pt x="281910" y="249306"/>
                  </a:lnTo>
                  <a:lnTo>
                    <a:pt x="285660" y="245539"/>
                  </a:lnTo>
                  <a:lnTo>
                    <a:pt x="289288" y="241655"/>
                  </a:lnTo>
                  <a:lnTo>
                    <a:pt x="292791" y="237657"/>
                  </a:lnTo>
                  <a:lnTo>
                    <a:pt x="296165" y="233550"/>
                  </a:lnTo>
                  <a:lnTo>
                    <a:pt x="299406" y="229338"/>
                  </a:lnTo>
                  <a:lnTo>
                    <a:pt x="302513" y="225025"/>
                  </a:lnTo>
                  <a:lnTo>
                    <a:pt x="305480" y="220615"/>
                  </a:lnTo>
                  <a:lnTo>
                    <a:pt x="308306" y="216113"/>
                  </a:lnTo>
                  <a:lnTo>
                    <a:pt x="310987" y="211524"/>
                  </a:lnTo>
                  <a:lnTo>
                    <a:pt x="313521" y="206852"/>
                  </a:lnTo>
                  <a:lnTo>
                    <a:pt x="315905" y="202101"/>
                  </a:lnTo>
                  <a:lnTo>
                    <a:pt x="318137" y="197277"/>
                  </a:lnTo>
                  <a:lnTo>
                    <a:pt x="320214" y="192385"/>
                  </a:lnTo>
                  <a:lnTo>
                    <a:pt x="322135" y="187429"/>
                  </a:lnTo>
                  <a:lnTo>
                    <a:pt x="323898" y="182414"/>
                  </a:lnTo>
                  <a:lnTo>
                    <a:pt x="325500" y="177346"/>
                  </a:lnTo>
                  <a:lnTo>
                    <a:pt x="326940" y="172230"/>
                  </a:lnTo>
                  <a:lnTo>
                    <a:pt x="328216" y="167070"/>
                  </a:lnTo>
                  <a:lnTo>
                    <a:pt x="329328" y="161873"/>
                  </a:lnTo>
                  <a:lnTo>
                    <a:pt x="330275" y="156643"/>
                  </a:lnTo>
                  <a:lnTo>
                    <a:pt x="331054" y="151385"/>
                  </a:lnTo>
                  <a:lnTo>
                    <a:pt x="331666" y="146105"/>
                  </a:lnTo>
                  <a:lnTo>
                    <a:pt x="332110" y="140808"/>
                  </a:lnTo>
                  <a:lnTo>
                    <a:pt x="332385" y="135500"/>
                  </a:lnTo>
                  <a:lnTo>
                    <a:pt x="332491" y="130186"/>
                  </a:lnTo>
                  <a:lnTo>
                    <a:pt x="332428" y="124871"/>
                  </a:lnTo>
                  <a:lnTo>
                    <a:pt x="332196" y="119561"/>
                  </a:lnTo>
                  <a:lnTo>
                    <a:pt x="331796" y="114261"/>
                  </a:lnTo>
                  <a:lnTo>
                    <a:pt x="331227" y="108976"/>
                  </a:lnTo>
                  <a:lnTo>
                    <a:pt x="330491" y="103712"/>
                  </a:lnTo>
                  <a:lnTo>
                    <a:pt x="329588" y="98475"/>
                  </a:lnTo>
                  <a:lnTo>
                    <a:pt x="328518" y="93268"/>
                  </a:lnTo>
                  <a:lnTo>
                    <a:pt x="327284" y="88098"/>
                  </a:lnTo>
                  <a:lnTo>
                    <a:pt x="325885" y="82970"/>
                  </a:lnTo>
                  <a:lnTo>
                    <a:pt x="324325" y="77889"/>
                  </a:lnTo>
                  <a:lnTo>
                    <a:pt x="322604" y="72861"/>
                  </a:lnTo>
                  <a:lnTo>
                    <a:pt x="320723" y="67889"/>
                  </a:lnTo>
                  <a:lnTo>
                    <a:pt x="318686" y="62980"/>
                  </a:lnTo>
                  <a:lnTo>
                    <a:pt x="316494" y="58138"/>
                  </a:lnTo>
                  <a:lnTo>
                    <a:pt x="314149" y="53368"/>
                  </a:lnTo>
                  <a:lnTo>
                    <a:pt x="311653" y="48675"/>
                  </a:lnTo>
                  <a:lnTo>
                    <a:pt x="309009" y="44064"/>
                  </a:lnTo>
                  <a:lnTo>
                    <a:pt x="306220" y="39539"/>
                  </a:lnTo>
                  <a:lnTo>
                    <a:pt x="303289" y="35105"/>
                  </a:lnTo>
                  <a:lnTo>
                    <a:pt x="300218" y="30767"/>
                  </a:lnTo>
                  <a:lnTo>
                    <a:pt x="297011" y="26528"/>
                  </a:lnTo>
                  <a:lnTo>
                    <a:pt x="293671" y="22394"/>
                  </a:lnTo>
                  <a:lnTo>
                    <a:pt x="290201" y="18368"/>
                  </a:lnTo>
                  <a:lnTo>
                    <a:pt x="286605" y="14454"/>
                  </a:lnTo>
                  <a:lnTo>
                    <a:pt x="282886" y="10656"/>
                  </a:lnTo>
                  <a:lnTo>
                    <a:pt x="279048" y="6979"/>
                  </a:lnTo>
                  <a:lnTo>
                    <a:pt x="275095" y="3426"/>
                  </a:lnTo>
                  <a:lnTo>
                    <a:pt x="271032" y="0"/>
                  </a:lnTo>
                  <a:lnTo>
                    <a:pt x="165325" y="1295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919011" y="2633064"/>
              <a:ext cx="105706" cy="167167"/>
            </a:xfrm>
            <a:custGeom>
              <a:avLst/>
              <a:pathLst>
                <a:path w="105706" h="167167">
                  <a:moveTo>
                    <a:pt x="105706" y="37664"/>
                  </a:moveTo>
                  <a:lnTo>
                    <a:pt x="101212" y="34122"/>
                  </a:lnTo>
                  <a:lnTo>
                    <a:pt x="96600" y="30736"/>
                  </a:lnTo>
                  <a:lnTo>
                    <a:pt x="91875" y="27511"/>
                  </a:lnTo>
                  <a:lnTo>
                    <a:pt x="87041" y="24448"/>
                  </a:lnTo>
                  <a:lnTo>
                    <a:pt x="82106" y="21553"/>
                  </a:lnTo>
                  <a:lnTo>
                    <a:pt x="77075" y="18828"/>
                  </a:lnTo>
                  <a:lnTo>
                    <a:pt x="71954" y="16278"/>
                  </a:lnTo>
                  <a:lnTo>
                    <a:pt x="66748" y="13904"/>
                  </a:lnTo>
                  <a:lnTo>
                    <a:pt x="61464" y="11709"/>
                  </a:lnTo>
                  <a:lnTo>
                    <a:pt x="56108" y="9697"/>
                  </a:lnTo>
                  <a:lnTo>
                    <a:pt x="50686" y="7869"/>
                  </a:lnTo>
                  <a:lnTo>
                    <a:pt x="45205" y="6228"/>
                  </a:lnTo>
                  <a:lnTo>
                    <a:pt x="39671" y="4775"/>
                  </a:lnTo>
                  <a:lnTo>
                    <a:pt x="34090" y="3512"/>
                  </a:lnTo>
                  <a:lnTo>
                    <a:pt x="28469" y="2442"/>
                  </a:lnTo>
                  <a:lnTo>
                    <a:pt x="22816" y="1564"/>
                  </a:lnTo>
                  <a:lnTo>
                    <a:pt x="17135" y="880"/>
                  </a:lnTo>
                  <a:lnTo>
                    <a:pt x="11434" y="391"/>
                  </a:lnTo>
                  <a:lnTo>
                    <a:pt x="572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7721" y="2126963"/>
              <a:ext cx="80751" cy="167167"/>
            </a:xfrm>
            <a:custGeom>
              <a:avLst/>
              <a:pathLst>
                <a:path w="80751" h="167167">
                  <a:moveTo>
                    <a:pt x="80751" y="0"/>
                  </a:moveTo>
                  <a:lnTo>
                    <a:pt x="75133" y="94"/>
                  </a:lnTo>
                  <a:lnTo>
                    <a:pt x="69522" y="377"/>
                  </a:lnTo>
                  <a:lnTo>
                    <a:pt x="63924" y="849"/>
                  </a:lnTo>
                  <a:lnTo>
                    <a:pt x="58345" y="1508"/>
                  </a:lnTo>
                  <a:lnTo>
                    <a:pt x="52791" y="2354"/>
                  </a:lnTo>
                  <a:lnTo>
                    <a:pt x="47268" y="3387"/>
                  </a:lnTo>
                  <a:lnTo>
                    <a:pt x="41784" y="4605"/>
                  </a:lnTo>
                  <a:lnTo>
                    <a:pt x="36343" y="6006"/>
                  </a:lnTo>
                  <a:lnTo>
                    <a:pt x="30953" y="7589"/>
                  </a:lnTo>
                  <a:lnTo>
                    <a:pt x="25618" y="9352"/>
                  </a:lnTo>
                  <a:lnTo>
                    <a:pt x="20347" y="11294"/>
                  </a:lnTo>
                  <a:lnTo>
                    <a:pt x="15143" y="13412"/>
                  </a:lnTo>
                  <a:lnTo>
                    <a:pt x="10013" y="15703"/>
                  </a:lnTo>
                  <a:lnTo>
                    <a:pt x="4964" y="18166"/>
                  </a:lnTo>
                  <a:lnTo>
                    <a:pt x="0" y="20797"/>
                  </a:lnTo>
                  <a:lnTo>
                    <a:pt x="8075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47721" y="214776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561321" y="2147760"/>
              <a:ext cx="254797" cy="313529"/>
            </a:xfrm>
            <a:custGeom>
              <a:avLst/>
              <a:pathLst>
                <a:path w="254797" h="313529">
                  <a:moveTo>
                    <a:pt x="86399" y="0"/>
                  </a:moveTo>
                  <a:lnTo>
                    <a:pt x="81773" y="2649"/>
                  </a:lnTo>
                  <a:lnTo>
                    <a:pt x="77233" y="5445"/>
                  </a:lnTo>
                  <a:lnTo>
                    <a:pt x="72785" y="8384"/>
                  </a:lnTo>
                  <a:lnTo>
                    <a:pt x="68433" y="11463"/>
                  </a:lnTo>
                  <a:lnTo>
                    <a:pt x="64181" y="14679"/>
                  </a:lnTo>
                  <a:lnTo>
                    <a:pt x="60034" y="18030"/>
                  </a:lnTo>
                  <a:lnTo>
                    <a:pt x="55996" y="21511"/>
                  </a:lnTo>
                  <a:lnTo>
                    <a:pt x="52071" y="25119"/>
                  </a:lnTo>
                  <a:lnTo>
                    <a:pt x="48263" y="28850"/>
                  </a:lnTo>
                  <a:lnTo>
                    <a:pt x="44576" y="32701"/>
                  </a:lnTo>
                  <a:lnTo>
                    <a:pt x="41014" y="36667"/>
                  </a:lnTo>
                  <a:lnTo>
                    <a:pt x="37580" y="40745"/>
                  </a:lnTo>
                  <a:lnTo>
                    <a:pt x="34277" y="44931"/>
                  </a:lnTo>
                  <a:lnTo>
                    <a:pt x="31110" y="49220"/>
                  </a:lnTo>
                  <a:lnTo>
                    <a:pt x="28082" y="53607"/>
                  </a:lnTo>
                  <a:lnTo>
                    <a:pt x="25194" y="58089"/>
                  </a:lnTo>
                  <a:lnTo>
                    <a:pt x="22451" y="62660"/>
                  </a:lnTo>
                  <a:lnTo>
                    <a:pt x="19856" y="67317"/>
                  </a:lnTo>
                  <a:lnTo>
                    <a:pt x="17410" y="72054"/>
                  </a:lnTo>
                  <a:lnTo>
                    <a:pt x="15116" y="76867"/>
                  </a:lnTo>
                  <a:lnTo>
                    <a:pt x="12977" y="81751"/>
                  </a:lnTo>
                  <a:lnTo>
                    <a:pt x="10995" y="86700"/>
                  </a:lnTo>
                  <a:lnTo>
                    <a:pt x="9172" y="91709"/>
                  </a:lnTo>
                  <a:lnTo>
                    <a:pt x="7509" y="96775"/>
                  </a:lnTo>
                  <a:lnTo>
                    <a:pt x="6009" y="101891"/>
                  </a:lnTo>
                  <a:lnTo>
                    <a:pt x="4672" y="107052"/>
                  </a:lnTo>
                  <a:lnTo>
                    <a:pt x="3501" y="112253"/>
                  </a:lnTo>
                  <a:lnTo>
                    <a:pt x="2496" y="117489"/>
                  </a:lnTo>
                  <a:lnTo>
                    <a:pt x="1659" y="122754"/>
                  </a:lnTo>
                  <a:lnTo>
                    <a:pt x="990" y="128043"/>
                  </a:lnTo>
                  <a:lnTo>
                    <a:pt x="490" y="133351"/>
                  </a:lnTo>
                  <a:lnTo>
                    <a:pt x="160" y="138672"/>
                  </a:lnTo>
                  <a:lnTo>
                    <a:pt x="0" y="144001"/>
                  </a:lnTo>
                  <a:lnTo>
                    <a:pt x="9" y="149332"/>
                  </a:lnTo>
                  <a:lnTo>
                    <a:pt x="188" y="154661"/>
                  </a:lnTo>
                  <a:lnTo>
                    <a:pt x="538" y="159981"/>
                  </a:lnTo>
                  <a:lnTo>
                    <a:pt x="1057" y="165287"/>
                  </a:lnTo>
                  <a:lnTo>
                    <a:pt x="1744" y="170573"/>
                  </a:lnTo>
                  <a:lnTo>
                    <a:pt x="2600" y="175836"/>
                  </a:lnTo>
                  <a:lnTo>
                    <a:pt x="3623" y="181068"/>
                  </a:lnTo>
                  <a:lnTo>
                    <a:pt x="4813" y="186265"/>
                  </a:lnTo>
                  <a:lnTo>
                    <a:pt x="6168" y="191421"/>
                  </a:lnTo>
                  <a:lnTo>
                    <a:pt x="7686" y="196532"/>
                  </a:lnTo>
                  <a:lnTo>
                    <a:pt x="9367" y="201591"/>
                  </a:lnTo>
                  <a:lnTo>
                    <a:pt x="11208" y="206594"/>
                  </a:lnTo>
                  <a:lnTo>
                    <a:pt x="13208" y="211536"/>
                  </a:lnTo>
                  <a:lnTo>
                    <a:pt x="15364" y="216412"/>
                  </a:lnTo>
                  <a:lnTo>
                    <a:pt x="17675" y="221217"/>
                  </a:lnTo>
                  <a:lnTo>
                    <a:pt x="20138" y="225945"/>
                  </a:lnTo>
                  <a:lnTo>
                    <a:pt x="22750" y="230593"/>
                  </a:lnTo>
                  <a:lnTo>
                    <a:pt x="25509" y="235155"/>
                  </a:lnTo>
                  <a:lnTo>
                    <a:pt x="28412" y="239626"/>
                  </a:lnTo>
                  <a:lnTo>
                    <a:pt x="31457" y="244003"/>
                  </a:lnTo>
                  <a:lnTo>
                    <a:pt x="34639" y="248280"/>
                  </a:lnTo>
                  <a:lnTo>
                    <a:pt x="37956" y="252454"/>
                  </a:lnTo>
                  <a:lnTo>
                    <a:pt x="41405" y="256520"/>
                  </a:lnTo>
                  <a:lnTo>
                    <a:pt x="44981" y="260473"/>
                  </a:lnTo>
                  <a:lnTo>
                    <a:pt x="48682" y="264311"/>
                  </a:lnTo>
                  <a:lnTo>
                    <a:pt x="52503" y="268029"/>
                  </a:lnTo>
                  <a:lnTo>
                    <a:pt x="56441" y="271623"/>
                  </a:lnTo>
                  <a:lnTo>
                    <a:pt x="60491" y="275089"/>
                  </a:lnTo>
                  <a:lnTo>
                    <a:pt x="64650" y="278425"/>
                  </a:lnTo>
                  <a:lnTo>
                    <a:pt x="68913" y="281627"/>
                  </a:lnTo>
                  <a:lnTo>
                    <a:pt x="73276" y="284690"/>
                  </a:lnTo>
                  <a:lnTo>
                    <a:pt x="77735" y="287613"/>
                  </a:lnTo>
                  <a:lnTo>
                    <a:pt x="82284" y="290393"/>
                  </a:lnTo>
                  <a:lnTo>
                    <a:pt x="86920" y="293026"/>
                  </a:lnTo>
                  <a:lnTo>
                    <a:pt x="91637" y="295510"/>
                  </a:lnTo>
                  <a:lnTo>
                    <a:pt x="96432" y="297842"/>
                  </a:lnTo>
                  <a:lnTo>
                    <a:pt x="101298" y="300020"/>
                  </a:lnTo>
                  <a:lnTo>
                    <a:pt x="106231" y="302042"/>
                  </a:lnTo>
                  <a:lnTo>
                    <a:pt x="111226" y="303905"/>
                  </a:lnTo>
                  <a:lnTo>
                    <a:pt x="116278" y="305608"/>
                  </a:lnTo>
                  <a:lnTo>
                    <a:pt x="121382" y="307150"/>
                  </a:lnTo>
                  <a:lnTo>
                    <a:pt x="126532" y="308527"/>
                  </a:lnTo>
                  <a:lnTo>
                    <a:pt x="131723" y="309740"/>
                  </a:lnTo>
                  <a:lnTo>
                    <a:pt x="136951" y="310787"/>
                  </a:lnTo>
                  <a:lnTo>
                    <a:pt x="142209" y="311666"/>
                  </a:lnTo>
                  <a:lnTo>
                    <a:pt x="147493" y="312377"/>
                  </a:lnTo>
                  <a:lnTo>
                    <a:pt x="152797" y="312920"/>
                  </a:lnTo>
                  <a:lnTo>
                    <a:pt x="158115" y="313293"/>
                  </a:lnTo>
                  <a:lnTo>
                    <a:pt x="163442" y="313496"/>
                  </a:lnTo>
                  <a:lnTo>
                    <a:pt x="168774" y="313529"/>
                  </a:lnTo>
                  <a:lnTo>
                    <a:pt x="174103" y="313392"/>
                  </a:lnTo>
                  <a:lnTo>
                    <a:pt x="179426" y="313086"/>
                  </a:lnTo>
                  <a:lnTo>
                    <a:pt x="184736" y="312610"/>
                  </a:lnTo>
                  <a:lnTo>
                    <a:pt x="190028" y="311964"/>
                  </a:lnTo>
                  <a:lnTo>
                    <a:pt x="195297" y="311150"/>
                  </a:lnTo>
                  <a:lnTo>
                    <a:pt x="200537" y="310169"/>
                  </a:lnTo>
                  <a:lnTo>
                    <a:pt x="205743" y="309021"/>
                  </a:lnTo>
                  <a:lnTo>
                    <a:pt x="210910" y="307708"/>
                  </a:lnTo>
                  <a:lnTo>
                    <a:pt x="216033" y="306230"/>
                  </a:lnTo>
                  <a:lnTo>
                    <a:pt x="221106" y="304590"/>
                  </a:lnTo>
                  <a:lnTo>
                    <a:pt x="226123" y="302789"/>
                  </a:lnTo>
                  <a:lnTo>
                    <a:pt x="231081" y="300829"/>
                  </a:lnTo>
                  <a:lnTo>
                    <a:pt x="235974" y="298712"/>
                  </a:lnTo>
                  <a:lnTo>
                    <a:pt x="240797" y="296440"/>
                  </a:lnTo>
                  <a:lnTo>
                    <a:pt x="245545" y="294015"/>
                  </a:lnTo>
                  <a:lnTo>
                    <a:pt x="250213" y="291440"/>
                  </a:lnTo>
                  <a:lnTo>
                    <a:pt x="254797" y="288718"/>
                  </a:lnTo>
                  <a:lnTo>
                    <a:pt x="167150" y="1463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728472" y="2126963"/>
              <a:ext cx="167165" cy="309515"/>
            </a:xfrm>
            <a:custGeom>
              <a:avLst/>
              <a:pathLst>
                <a:path w="167165" h="309515">
                  <a:moveTo>
                    <a:pt x="87647" y="309515"/>
                  </a:moveTo>
                  <a:lnTo>
                    <a:pt x="92152" y="306640"/>
                  </a:lnTo>
                  <a:lnTo>
                    <a:pt x="96563" y="303623"/>
                  </a:lnTo>
                  <a:lnTo>
                    <a:pt x="100876" y="300467"/>
                  </a:lnTo>
                  <a:lnTo>
                    <a:pt x="105086" y="297174"/>
                  </a:lnTo>
                  <a:lnTo>
                    <a:pt x="109188" y="293749"/>
                  </a:lnTo>
                  <a:lnTo>
                    <a:pt x="113178" y="290193"/>
                  </a:lnTo>
                  <a:lnTo>
                    <a:pt x="117053" y="286513"/>
                  </a:lnTo>
                  <a:lnTo>
                    <a:pt x="120808" y="282710"/>
                  </a:lnTo>
                  <a:lnTo>
                    <a:pt x="124440" y="278789"/>
                  </a:lnTo>
                  <a:lnTo>
                    <a:pt x="127944" y="274754"/>
                  </a:lnTo>
                  <a:lnTo>
                    <a:pt x="131318" y="270609"/>
                  </a:lnTo>
                  <a:lnTo>
                    <a:pt x="134558" y="266359"/>
                  </a:lnTo>
                  <a:lnTo>
                    <a:pt x="137660" y="262007"/>
                  </a:lnTo>
                  <a:lnTo>
                    <a:pt x="140621" y="257558"/>
                  </a:lnTo>
                  <a:lnTo>
                    <a:pt x="143439" y="253017"/>
                  </a:lnTo>
                  <a:lnTo>
                    <a:pt x="146110" y="248388"/>
                  </a:lnTo>
                  <a:lnTo>
                    <a:pt x="148631" y="243675"/>
                  </a:lnTo>
                  <a:lnTo>
                    <a:pt x="151001" y="238885"/>
                  </a:lnTo>
                  <a:lnTo>
                    <a:pt x="153216" y="234022"/>
                  </a:lnTo>
                  <a:lnTo>
                    <a:pt x="155275" y="229090"/>
                  </a:lnTo>
                  <a:lnTo>
                    <a:pt x="157175" y="224095"/>
                  </a:lnTo>
                  <a:lnTo>
                    <a:pt x="158915" y="219041"/>
                  </a:lnTo>
                  <a:lnTo>
                    <a:pt x="160492" y="213935"/>
                  </a:lnTo>
                  <a:lnTo>
                    <a:pt x="161905" y="208781"/>
                  </a:lnTo>
                  <a:lnTo>
                    <a:pt x="163152" y="203584"/>
                  </a:lnTo>
                  <a:lnTo>
                    <a:pt x="164233" y="198350"/>
                  </a:lnTo>
                  <a:lnTo>
                    <a:pt x="165146" y="193084"/>
                  </a:lnTo>
                  <a:lnTo>
                    <a:pt x="165890" y="187792"/>
                  </a:lnTo>
                  <a:lnTo>
                    <a:pt x="166464" y="182478"/>
                  </a:lnTo>
                  <a:lnTo>
                    <a:pt x="166869" y="177149"/>
                  </a:lnTo>
                  <a:lnTo>
                    <a:pt x="167102" y="171810"/>
                  </a:lnTo>
                  <a:lnTo>
                    <a:pt x="167165" y="166466"/>
                  </a:lnTo>
                  <a:lnTo>
                    <a:pt x="167058" y="161123"/>
                  </a:lnTo>
                  <a:lnTo>
                    <a:pt x="166779" y="155786"/>
                  </a:lnTo>
                  <a:lnTo>
                    <a:pt x="166330" y="150460"/>
                  </a:lnTo>
                  <a:lnTo>
                    <a:pt x="165711" y="145152"/>
                  </a:lnTo>
                  <a:lnTo>
                    <a:pt x="164923" y="139866"/>
                  </a:lnTo>
                  <a:lnTo>
                    <a:pt x="163966" y="134608"/>
                  </a:lnTo>
                  <a:lnTo>
                    <a:pt x="162841" y="129383"/>
                  </a:lnTo>
                  <a:lnTo>
                    <a:pt x="161550" y="124197"/>
                  </a:lnTo>
                  <a:lnTo>
                    <a:pt x="160094" y="119055"/>
                  </a:lnTo>
                  <a:lnTo>
                    <a:pt x="158474" y="113962"/>
                  </a:lnTo>
                  <a:lnTo>
                    <a:pt x="156692" y="108923"/>
                  </a:lnTo>
                  <a:lnTo>
                    <a:pt x="154750" y="103944"/>
                  </a:lnTo>
                  <a:lnTo>
                    <a:pt x="152650" y="99030"/>
                  </a:lnTo>
                  <a:lnTo>
                    <a:pt x="150394" y="94185"/>
                  </a:lnTo>
                  <a:lnTo>
                    <a:pt x="147984" y="89415"/>
                  </a:lnTo>
                  <a:lnTo>
                    <a:pt x="145423" y="84724"/>
                  </a:lnTo>
                  <a:lnTo>
                    <a:pt x="142714" y="80117"/>
                  </a:lnTo>
                  <a:lnTo>
                    <a:pt x="139858" y="75600"/>
                  </a:lnTo>
                  <a:lnTo>
                    <a:pt x="136860" y="71176"/>
                  </a:lnTo>
                  <a:lnTo>
                    <a:pt x="133721" y="66850"/>
                  </a:lnTo>
                  <a:lnTo>
                    <a:pt x="130446" y="62627"/>
                  </a:lnTo>
                  <a:lnTo>
                    <a:pt x="127038" y="58510"/>
                  </a:lnTo>
                  <a:lnTo>
                    <a:pt x="123500" y="54505"/>
                  </a:lnTo>
                  <a:lnTo>
                    <a:pt x="119835" y="50615"/>
                  </a:lnTo>
                  <a:lnTo>
                    <a:pt x="116048" y="46844"/>
                  </a:lnTo>
                  <a:lnTo>
                    <a:pt x="112143" y="43196"/>
                  </a:lnTo>
                  <a:lnTo>
                    <a:pt x="108122" y="39674"/>
                  </a:lnTo>
                  <a:lnTo>
                    <a:pt x="103992" y="36283"/>
                  </a:lnTo>
                  <a:lnTo>
                    <a:pt x="99755" y="33026"/>
                  </a:lnTo>
                  <a:lnTo>
                    <a:pt x="95416" y="29906"/>
                  </a:lnTo>
                  <a:lnTo>
                    <a:pt x="90979" y="26926"/>
                  </a:lnTo>
                  <a:lnTo>
                    <a:pt x="86450" y="24089"/>
                  </a:lnTo>
                  <a:lnTo>
                    <a:pt x="81832" y="21399"/>
                  </a:lnTo>
                  <a:lnTo>
                    <a:pt x="77131" y="18857"/>
                  </a:lnTo>
                  <a:lnTo>
                    <a:pt x="72350" y="16467"/>
                  </a:lnTo>
                  <a:lnTo>
                    <a:pt x="67496" y="14232"/>
                  </a:lnTo>
                  <a:lnTo>
                    <a:pt x="62573" y="12152"/>
                  </a:lnTo>
                  <a:lnTo>
                    <a:pt x="57586" y="10231"/>
                  </a:lnTo>
                  <a:lnTo>
                    <a:pt x="52540" y="8471"/>
                  </a:lnTo>
                  <a:lnTo>
                    <a:pt x="47440" y="6872"/>
                  </a:lnTo>
                  <a:lnTo>
                    <a:pt x="42292" y="5438"/>
                  </a:lnTo>
                  <a:lnTo>
                    <a:pt x="37100" y="4168"/>
                  </a:lnTo>
                  <a:lnTo>
                    <a:pt x="31871" y="3066"/>
                  </a:lnTo>
                  <a:lnTo>
                    <a:pt x="26609" y="2131"/>
                  </a:lnTo>
                  <a:lnTo>
                    <a:pt x="21320" y="1365"/>
                  </a:lnTo>
                  <a:lnTo>
                    <a:pt x="16009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3236" y="1681503"/>
              <a:ext cx="29998" cy="167167"/>
            </a:xfrm>
            <a:custGeom>
              <a:avLst/>
              <a:pathLst>
                <a:path w="29998" h="167167">
                  <a:moveTo>
                    <a:pt x="29998" y="0"/>
                  </a:moveTo>
                  <a:lnTo>
                    <a:pt x="22460" y="170"/>
                  </a:lnTo>
                  <a:lnTo>
                    <a:pt x="14938" y="679"/>
                  </a:lnTo>
                  <a:lnTo>
                    <a:pt x="7446" y="1528"/>
                  </a:lnTo>
                  <a:lnTo>
                    <a:pt x="0" y="2713"/>
                  </a:lnTo>
                  <a:lnTo>
                    <a:pt x="2999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256067" y="1684216"/>
              <a:ext cx="334327" cy="331609"/>
            </a:xfrm>
            <a:custGeom>
              <a:avLst/>
              <a:pathLst>
                <a:path w="334327" h="331609">
                  <a:moveTo>
                    <a:pt x="137168" y="0"/>
                  </a:moveTo>
                  <a:lnTo>
                    <a:pt x="131983" y="1030"/>
                  </a:lnTo>
                  <a:lnTo>
                    <a:pt x="126832" y="2225"/>
                  </a:lnTo>
                  <a:lnTo>
                    <a:pt x="121723" y="3581"/>
                  </a:lnTo>
                  <a:lnTo>
                    <a:pt x="116658" y="5099"/>
                  </a:lnTo>
                  <a:lnTo>
                    <a:pt x="111644" y="6776"/>
                  </a:lnTo>
                  <a:lnTo>
                    <a:pt x="106686" y="8610"/>
                  </a:lnTo>
                  <a:lnTo>
                    <a:pt x="101788" y="10601"/>
                  </a:lnTo>
                  <a:lnTo>
                    <a:pt x="96955" y="12745"/>
                  </a:lnTo>
                  <a:lnTo>
                    <a:pt x="92193" y="15042"/>
                  </a:lnTo>
                  <a:lnTo>
                    <a:pt x="87505" y="17487"/>
                  </a:lnTo>
                  <a:lnTo>
                    <a:pt x="82898" y="20080"/>
                  </a:lnTo>
                  <a:lnTo>
                    <a:pt x="78374" y="22817"/>
                  </a:lnTo>
                  <a:lnTo>
                    <a:pt x="73940" y="25696"/>
                  </a:lnTo>
                  <a:lnTo>
                    <a:pt x="69599" y="28713"/>
                  </a:lnTo>
                  <a:lnTo>
                    <a:pt x="65355" y="31866"/>
                  </a:lnTo>
                  <a:lnTo>
                    <a:pt x="61213" y="35152"/>
                  </a:lnTo>
                  <a:lnTo>
                    <a:pt x="57177" y="38568"/>
                  </a:lnTo>
                  <a:lnTo>
                    <a:pt x="53251" y="42109"/>
                  </a:lnTo>
                  <a:lnTo>
                    <a:pt x="49439" y="45772"/>
                  </a:lnTo>
                  <a:lnTo>
                    <a:pt x="45745" y="49555"/>
                  </a:lnTo>
                  <a:lnTo>
                    <a:pt x="42172" y="53452"/>
                  </a:lnTo>
                  <a:lnTo>
                    <a:pt x="38725" y="57460"/>
                  </a:lnTo>
                  <a:lnTo>
                    <a:pt x="35406" y="61575"/>
                  </a:lnTo>
                  <a:lnTo>
                    <a:pt x="32218" y="65793"/>
                  </a:lnTo>
                  <a:lnTo>
                    <a:pt x="29166" y="70110"/>
                  </a:lnTo>
                  <a:lnTo>
                    <a:pt x="26251" y="74521"/>
                  </a:lnTo>
                  <a:lnTo>
                    <a:pt x="23478" y="79022"/>
                  </a:lnTo>
                  <a:lnTo>
                    <a:pt x="20848" y="83609"/>
                  </a:lnTo>
                  <a:lnTo>
                    <a:pt x="18365" y="88276"/>
                  </a:lnTo>
                  <a:lnTo>
                    <a:pt x="16030" y="93020"/>
                  </a:lnTo>
                  <a:lnTo>
                    <a:pt x="13847" y="97835"/>
                  </a:lnTo>
                  <a:lnTo>
                    <a:pt x="11817" y="102717"/>
                  </a:lnTo>
                  <a:lnTo>
                    <a:pt x="9942" y="107660"/>
                  </a:lnTo>
                  <a:lnTo>
                    <a:pt x="8225" y="112661"/>
                  </a:lnTo>
                  <a:lnTo>
                    <a:pt x="6667" y="117713"/>
                  </a:lnTo>
                  <a:lnTo>
                    <a:pt x="5269" y="122812"/>
                  </a:lnTo>
                  <a:lnTo>
                    <a:pt x="4033" y="127952"/>
                  </a:lnTo>
                  <a:lnTo>
                    <a:pt x="2960" y="133129"/>
                  </a:lnTo>
                  <a:lnTo>
                    <a:pt x="2052" y="138338"/>
                  </a:lnTo>
                  <a:lnTo>
                    <a:pt x="1309" y="143572"/>
                  </a:lnTo>
                  <a:lnTo>
                    <a:pt x="731" y="148827"/>
                  </a:lnTo>
                  <a:lnTo>
                    <a:pt x="320" y="154098"/>
                  </a:lnTo>
                  <a:lnTo>
                    <a:pt x="76" y="159380"/>
                  </a:lnTo>
                  <a:lnTo>
                    <a:pt x="0" y="164666"/>
                  </a:lnTo>
                  <a:lnTo>
                    <a:pt x="90" y="169952"/>
                  </a:lnTo>
                  <a:lnTo>
                    <a:pt x="347" y="175233"/>
                  </a:lnTo>
                  <a:lnTo>
                    <a:pt x="772" y="180503"/>
                  </a:lnTo>
                  <a:lnTo>
                    <a:pt x="1362" y="185757"/>
                  </a:lnTo>
                  <a:lnTo>
                    <a:pt x="2119" y="190989"/>
                  </a:lnTo>
                  <a:lnTo>
                    <a:pt x="3041" y="196195"/>
                  </a:lnTo>
                  <a:lnTo>
                    <a:pt x="4127" y="201370"/>
                  </a:lnTo>
                  <a:lnTo>
                    <a:pt x="5375" y="206507"/>
                  </a:lnTo>
                  <a:lnTo>
                    <a:pt x="6786" y="211602"/>
                  </a:lnTo>
                  <a:lnTo>
                    <a:pt x="8357" y="216651"/>
                  </a:lnTo>
                  <a:lnTo>
                    <a:pt x="10088" y="221646"/>
                  </a:lnTo>
                  <a:lnTo>
                    <a:pt x="11975" y="226585"/>
                  </a:lnTo>
                  <a:lnTo>
                    <a:pt x="14017" y="231462"/>
                  </a:lnTo>
                  <a:lnTo>
                    <a:pt x="16213" y="236271"/>
                  </a:lnTo>
                  <a:lnTo>
                    <a:pt x="18559" y="241009"/>
                  </a:lnTo>
                  <a:lnTo>
                    <a:pt x="21055" y="245670"/>
                  </a:lnTo>
                  <a:lnTo>
                    <a:pt x="23696" y="250250"/>
                  </a:lnTo>
                  <a:lnTo>
                    <a:pt x="26481" y="254744"/>
                  </a:lnTo>
                  <a:lnTo>
                    <a:pt x="29406" y="259148"/>
                  </a:lnTo>
                  <a:lnTo>
                    <a:pt x="32470" y="263457"/>
                  </a:lnTo>
                  <a:lnTo>
                    <a:pt x="35668" y="267667"/>
                  </a:lnTo>
                  <a:lnTo>
                    <a:pt x="38998" y="271773"/>
                  </a:lnTo>
                  <a:lnTo>
                    <a:pt x="42456" y="275773"/>
                  </a:lnTo>
                  <a:lnTo>
                    <a:pt x="46038" y="279661"/>
                  </a:lnTo>
                  <a:lnTo>
                    <a:pt x="49742" y="283434"/>
                  </a:lnTo>
                  <a:lnTo>
                    <a:pt x="53563" y="287088"/>
                  </a:lnTo>
                  <a:lnTo>
                    <a:pt x="57498" y="290619"/>
                  </a:lnTo>
                  <a:lnTo>
                    <a:pt x="61543" y="294024"/>
                  </a:lnTo>
                  <a:lnTo>
                    <a:pt x="65693" y="297299"/>
                  </a:lnTo>
                  <a:lnTo>
                    <a:pt x="69945" y="300441"/>
                  </a:lnTo>
                  <a:lnTo>
                    <a:pt x="74294" y="303448"/>
                  </a:lnTo>
                  <a:lnTo>
                    <a:pt x="78735" y="306315"/>
                  </a:lnTo>
                  <a:lnTo>
                    <a:pt x="83266" y="309041"/>
                  </a:lnTo>
                  <a:lnTo>
                    <a:pt x="87880" y="311622"/>
                  </a:lnTo>
                  <a:lnTo>
                    <a:pt x="92574" y="314055"/>
                  </a:lnTo>
                  <a:lnTo>
                    <a:pt x="97342" y="316339"/>
                  </a:lnTo>
                  <a:lnTo>
                    <a:pt x="102180" y="318472"/>
                  </a:lnTo>
                  <a:lnTo>
                    <a:pt x="107083" y="320450"/>
                  </a:lnTo>
                  <a:lnTo>
                    <a:pt x="112046" y="322272"/>
                  </a:lnTo>
                  <a:lnTo>
                    <a:pt x="117064" y="323936"/>
                  </a:lnTo>
                  <a:lnTo>
                    <a:pt x="122132" y="325440"/>
                  </a:lnTo>
                  <a:lnTo>
                    <a:pt x="127246" y="326784"/>
                  </a:lnTo>
                  <a:lnTo>
                    <a:pt x="132399" y="327965"/>
                  </a:lnTo>
                  <a:lnTo>
                    <a:pt x="137587" y="328983"/>
                  </a:lnTo>
                  <a:lnTo>
                    <a:pt x="142805" y="329836"/>
                  </a:lnTo>
                  <a:lnTo>
                    <a:pt x="148047" y="330524"/>
                  </a:lnTo>
                  <a:lnTo>
                    <a:pt x="153308" y="331045"/>
                  </a:lnTo>
                  <a:lnTo>
                    <a:pt x="158583" y="331400"/>
                  </a:lnTo>
                  <a:lnTo>
                    <a:pt x="163867" y="331588"/>
                  </a:lnTo>
                  <a:lnTo>
                    <a:pt x="169154" y="331609"/>
                  </a:lnTo>
                  <a:lnTo>
                    <a:pt x="174439" y="331462"/>
                  </a:lnTo>
                  <a:lnTo>
                    <a:pt x="179717" y="331149"/>
                  </a:lnTo>
                  <a:lnTo>
                    <a:pt x="184982" y="330669"/>
                  </a:lnTo>
                  <a:lnTo>
                    <a:pt x="190229" y="330022"/>
                  </a:lnTo>
                  <a:lnTo>
                    <a:pt x="195453" y="329210"/>
                  </a:lnTo>
                  <a:lnTo>
                    <a:pt x="200649" y="328233"/>
                  </a:lnTo>
                  <a:lnTo>
                    <a:pt x="205812" y="327093"/>
                  </a:lnTo>
                  <a:lnTo>
                    <a:pt x="210935" y="325789"/>
                  </a:lnTo>
                  <a:lnTo>
                    <a:pt x="216015" y="324324"/>
                  </a:lnTo>
                  <a:lnTo>
                    <a:pt x="221047" y="322700"/>
                  </a:lnTo>
                  <a:lnTo>
                    <a:pt x="226024" y="320917"/>
                  </a:lnTo>
                  <a:lnTo>
                    <a:pt x="230942" y="318977"/>
                  </a:lnTo>
                  <a:lnTo>
                    <a:pt x="235797" y="316883"/>
                  </a:lnTo>
                  <a:lnTo>
                    <a:pt x="240583" y="314637"/>
                  </a:lnTo>
                  <a:lnTo>
                    <a:pt x="245295" y="312240"/>
                  </a:lnTo>
                  <a:lnTo>
                    <a:pt x="249930" y="309695"/>
                  </a:lnTo>
                  <a:lnTo>
                    <a:pt x="254481" y="307005"/>
                  </a:lnTo>
                  <a:lnTo>
                    <a:pt x="258946" y="304173"/>
                  </a:lnTo>
                  <a:lnTo>
                    <a:pt x="263318" y="301201"/>
                  </a:lnTo>
                  <a:lnTo>
                    <a:pt x="267594" y="298092"/>
                  </a:lnTo>
                  <a:lnTo>
                    <a:pt x="271770" y="294849"/>
                  </a:lnTo>
                  <a:lnTo>
                    <a:pt x="275841" y="291476"/>
                  </a:lnTo>
                  <a:lnTo>
                    <a:pt x="279804" y="287976"/>
                  </a:lnTo>
                  <a:lnTo>
                    <a:pt x="283654" y="284352"/>
                  </a:lnTo>
                  <a:lnTo>
                    <a:pt x="287387" y="280609"/>
                  </a:lnTo>
                  <a:lnTo>
                    <a:pt x="291000" y="276749"/>
                  </a:lnTo>
                  <a:lnTo>
                    <a:pt x="294489" y="272777"/>
                  </a:lnTo>
                  <a:lnTo>
                    <a:pt x="297851" y="268696"/>
                  </a:lnTo>
                  <a:lnTo>
                    <a:pt x="301082" y="264512"/>
                  </a:lnTo>
                  <a:lnTo>
                    <a:pt x="304179" y="260227"/>
                  </a:lnTo>
                  <a:lnTo>
                    <a:pt x="307139" y="255846"/>
                  </a:lnTo>
                  <a:lnTo>
                    <a:pt x="309959" y="251374"/>
                  </a:lnTo>
                  <a:lnTo>
                    <a:pt x="312637" y="246815"/>
                  </a:lnTo>
                  <a:lnTo>
                    <a:pt x="315168" y="242174"/>
                  </a:lnTo>
                  <a:lnTo>
                    <a:pt x="317552" y="237455"/>
                  </a:lnTo>
                  <a:lnTo>
                    <a:pt x="319785" y="232662"/>
                  </a:lnTo>
                  <a:lnTo>
                    <a:pt x="321866" y="227802"/>
                  </a:lnTo>
                  <a:lnTo>
                    <a:pt x="323792" y="222878"/>
                  </a:lnTo>
                  <a:lnTo>
                    <a:pt x="325561" y="217896"/>
                  </a:lnTo>
                  <a:lnTo>
                    <a:pt x="327172" y="212861"/>
                  </a:lnTo>
                  <a:lnTo>
                    <a:pt x="328623" y="207777"/>
                  </a:lnTo>
                  <a:lnTo>
                    <a:pt x="329912" y="202649"/>
                  </a:lnTo>
                  <a:lnTo>
                    <a:pt x="331039" y="197484"/>
                  </a:lnTo>
                  <a:lnTo>
                    <a:pt x="332001" y="192285"/>
                  </a:lnTo>
                  <a:lnTo>
                    <a:pt x="332799" y="187058"/>
                  </a:lnTo>
                  <a:lnTo>
                    <a:pt x="333431" y="181809"/>
                  </a:lnTo>
                  <a:lnTo>
                    <a:pt x="333897" y="176543"/>
                  </a:lnTo>
                  <a:lnTo>
                    <a:pt x="334195" y="171264"/>
                  </a:lnTo>
                  <a:lnTo>
                    <a:pt x="334327" y="165979"/>
                  </a:lnTo>
                  <a:lnTo>
                    <a:pt x="334292" y="160692"/>
                  </a:lnTo>
                  <a:lnTo>
                    <a:pt x="334089" y="155409"/>
                  </a:lnTo>
                  <a:lnTo>
                    <a:pt x="333720" y="150135"/>
                  </a:lnTo>
                  <a:lnTo>
                    <a:pt x="333184" y="144875"/>
                  </a:lnTo>
                  <a:lnTo>
                    <a:pt x="332482" y="139635"/>
                  </a:lnTo>
                  <a:lnTo>
                    <a:pt x="331614" y="134420"/>
                  </a:lnTo>
                  <a:lnTo>
                    <a:pt x="330582" y="129235"/>
                  </a:lnTo>
                  <a:lnTo>
                    <a:pt x="329387" y="124084"/>
                  </a:lnTo>
                  <a:lnTo>
                    <a:pt x="328029" y="118975"/>
                  </a:lnTo>
                  <a:lnTo>
                    <a:pt x="326510" y="113911"/>
                  </a:lnTo>
                  <a:lnTo>
                    <a:pt x="324832" y="108897"/>
                  </a:lnTo>
                  <a:lnTo>
                    <a:pt x="322997" y="103939"/>
                  </a:lnTo>
                  <a:lnTo>
                    <a:pt x="321005" y="99041"/>
                  </a:lnTo>
                  <a:lnTo>
                    <a:pt x="318860" y="94209"/>
                  </a:lnTo>
                  <a:lnTo>
                    <a:pt x="316563" y="89447"/>
                  </a:lnTo>
                  <a:lnTo>
                    <a:pt x="314116" y="84761"/>
                  </a:lnTo>
                  <a:lnTo>
                    <a:pt x="311522" y="80154"/>
                  </a:lnTo>
                  <a:lnTo>
                    <a:pt x="308784" y="75631"/>
                  </a:lnTo>
                  <a:lnTo>
                    <a:pt x="305905" y="71197"/>
                  </a:lnTo>
                  <a:lnTo>
                    <a:pt x="302886" y="66856"/>
                  </a:lnTo>
                  <a:lnTo>
                    <a:pt x="299732" y="62613"/>
                  </a:lnTo>
                  <a:lnTo>
                    <a:pt x="296445" y="58472"/>
                  </a:lnTo>
                  <a:lnTo>
                    <a:pt x="293029" y="54437"/>
                  </a:lnTo>
                  <a:lnTo>
                    <a:pt x="289487" y="50512"/>
                  </a:lnTo>
                  <a:lnTo>
                    <a:pt x="285823" y="46701"/>
                  </a:lnTo>
                  <a:lnTo>
                    <a:pt x="282040" y="43007"/>
                  </a:lnTo>
                  <a:lnTo>
                    <a:pt x="278142" y="39435"/>
                  </a:lnTo>
                  <a:lnTo>
                    <a:pt x="274133" y="35988"/>
                  </a:lnTo>
                  <a:lnTo>
                    <a:pt x="270017" y="32670"/>
                  </a:lnTo>
                  <a:lnTo>
                    <a:pt x="265798" y="29484"/>
                  </a:lnTo>
                  <a:lnTo>
                    <a:pt x="261481" y="26432"/>
                  </a:lnTo>
                  <a:lnTo>
                    <a:pt x="257069" y="23519"/>
                  </a:lnTo>
                  <a:lnTo>
                    <a:pt x="167167" y="1644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423235" y="1681503"/>
              <a:ext cx="89902" cy="167167"/>
            </a:xfrm>
            <a:custGeom>
              <a:avLst/>
              <a:pathLst>
                <a:path w="89902" h="167167">
                  <a:moveTo>
                    <a:pt x="89902" y="26232"/>
                  </a:moveTo>
                  <a:lnTo>
                    <a:pt x="85145" y="23309"/>
                  </a:lnTo>
                  <a:lnTo>
                    <a:pt x="80293" y="20545"/>
                  </a:lnTo>
                  <a:lnTo>
                    <a:pt x="75352" y="17946"/>
                  </a:lnTo>
                  <a:lnTo>
                    <a:pt x="70327" y="15513"/>
                  </a:lnTo>
                  <a:lnTo>
                    <a:pt x="65223" y="13249"/>
                  </a:lnTo>
                  <a:lnTo>
                    <a:pt x="60047" y="11156"/>
                  </a:lnTo>
                  <a:lnTo>
                    <a:pt x="54803" y="9238"/>
                  </a:lnTo>
                  <a:lnTo>
                    <a:pt x="49498" y="7496"/>
                  </a:lnTo>
                  <a:lnTo>
                    <a:pt x="44139" y="5932"/>
                  </a:lnTo>
                  <a:lnTo>
                    <a:pt x="38730" y="4548"/>
                  </a:lnTo>
                  <a:lnTo>
                    <a:pt x="33277" y="3345"/>
                  </a:lnTo>
                  <a:lnTo>
                    <a:pt x="27788" y="2325"/>
                  </a:lnTo>
                  <a:lnTo>
                    <a:pt x="22268" y="1489"/>
                  </a:lnTo>
                  <a:lnTo>
                    <a:pt x="16722" y="838"/>
                  </a:lnTo>
                  <a:lnTo>
                    <a:pt x="11158" y="372"/>
                  </a:lnTo>
                  <a:lnTo>
                    <a:pt x="558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853884" y="1322571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5" y="1339"/>
                  </a:lnTo>
                  <a:lnTo>
                    <a:pt x="140795" y="2091"/>
                  </a:lnTo>
                  <a:lnTo>
                    <a:pt x="135582" y="3008"/>
                  </a:lnTo>
                  <a:lnTo>
                    <a:pt x="130400" y="4090"/>
                  </a:lnTo>
                  <a:lnTo>
                    <a:pt x="125255" y="5335"/>
                  </a:lnTo>
                  <a:lnTo>
                    <a:pt x="120152" y="6743"/>
                  </a:lnTo>
                  <a:lnTo>
                    <a:pt x="115096" y="8312"/>
                  </a:lnTo>
                  <a:lnTo>
                    <a:pt x="110093" y="10040"/>
                  </a:lnTo>
                  <a:lnTo>
                    <a:pt x="105146" y="11925"/>
                  </a:lnTo>
                  <a:lnTo>
                    <a:pt x="100262" y="13966"/>
                  </a:lnTo>
                  <a:lnTo>
                    <a:pt x="95445" y="16161"/>
                  </a:lnTo>
                  <a:lnTo>
                    <a:pt x="90700" y="18507"/>
                  </a:lnTo>
                  <a:lnTo>
                    <a:pt x="86031" y="21002"/>
                  </a:lnTo>
                  <a:lnTo>
                    <a:pt x="81444" y="23644"/>
                  </a:lnTo>
                  <a:lnTo>
                    <a:pt x="76943" y="26430"/>
                  </a:lnTo>
                  <a:lnTo>
                    <a:pt x="72532" y="29357"/>
                  </a:lnTo>
                  <a:lnTo>
                    <a:pt x="68216" y="32422"/>
                  </a:lnTo>
                  <a:lnTo>
                    <a:pt x="63999" y="35622"/>
                  </a:lnTo>
                  <a:lnTo>
                    <a:pt x="59886" y="38954"/>
                  </a:lnTo>
                  <a:lnTo>
                    <a:pt x="55880" y="42414"/>
                  </a:lnTo>
                  <a:lnTo>
                    <a:pt x="51986" y="46000"/>
                  </a:lnTo>
                  <a:lnTo>
                    <a:pt x="48208" y="49707"/>
                  </a:lnTo>
                  <a:lnTo>
                    <a:pt x="44548" y="53532"/>
                  </a:lnTo>
                  <a:lnTo>
                    <a:pt x="41012" y="57471"/>
                  </a:lnTo>
                  <a:lnTo>
                    <a:pt x="37602" y="61520"/>
                  </a:lnTo>
                  <a:lnTo>
                    <a:pt x="34322" y="65675"/>
                  </a:lnTo>
                  <a:lnTo>
                    <a:pt x="31175" y="69932"/>
                  </a:lnTo>
                  <a:lnTo>
                    <a:pt x="28164" y="74286"/>
                  </a:lnTo>
                  <a:lnTo>
                    <a:pt x="25293" y="78733"/>
                  </a:lnTo>
                  <a:lnTo>
                    <a:pt x="22564" y="83269"/>
                  </a:lnTo>
                  <a:lnTo>
                    <a:pt x="19981" y="87889"/>
                  </a:lnTo>
                  <a:lnTo>
                    <a:pt x="17544" y="92589"/>
                  </a:lnTo>
                  <a:lnTo>
                    <a:pt x="15258" y="97363"/>
                  </a:lnTo>
                  <a:lnTo>
                    <a:pt x="13124" y="102207"/>
                  </a:lnTo>
                  <a:lnTo>
                    <a:pt x="11144" y="107117"/>
                  </a:lnTo>
                  <a:lnTo>
                    <a:pt x="9321" y="112086"/>
                  </a:lnTo>
                  <a:lnTo>
                    <a:pt x="7656" y="117111"/>
                  </a:lnTo>
                  <a:lnTo>
                    <a:pt x="6152" y="122186"/>
                  </a:lnTo>
                  <a:lnTo>
                    <a:pt x="4808" y="127307"/>
                  </a:lnTo>
                  <a:lnTo>
                    <a:pt x="3627" y="132467"/>
                  </a:lnTo>
                  <a:lnTo>
                    <a:pt x="2611" y="137662"/>
                  </a:lnTo>
                  <a:lnTo>
                    <a:pt x="1759" y="142886"/>
                  </a:lnTo>
                  <a:lnTo>
                    <a:pt x="1073" y="148135"/>
                  </a:lnTo>
                  <a:lnTo>
                    <a:pt x="554" y="153403"/>
                  </a:lnTo>
                  <a:lnTo>
                    <a:pt x="202" y="158685"/>
                  </a:lnTo>
                  <a:lnTo>
                    <a:pt x="17" y="163975"/>
                  </a:lnTo>
                  <a:lnTo>
                    <a:pt x="0" y="169269"/>
                  </a:lnTo>
                  <a:lnTo>
                    <a:pt x="150" y="174560"/>
                  </a:lnTo>
                  <a:lnTo>
                    <a:pt x="468" y="179844"/>
                  </a:lnTo>
                  <a:lnTo>
                    <a:pt x="953" y="185116"/>
                  </a:lnTo>
                  <a:lnTo>
                    <a:pt x="1604" y="190369"/>
                  </a:lnTo>
                  <a:lnTo>
                    <a:pt x="2422" y="195599"/>
                  </a:lnTo>
                  <a:lnTo>
                    <a:pt x="3405" y="200800"/>
                  </a:lnTo>
                  <a:lnTo>
                    <a:pt x="4552" y="205968"/>
                  </a:lnTo>
                  <a:lnTo>
                    <a:pt x="5862" y="211097"/>
                  </a:lnTo>
                  <a:lnTo>
                    <a:pt x="7334" y="216182"/>
                  </a:lnTo>
                  <a:lnTo>
                    <a:pt x="8966" y="221218"/>
                  </a:lnTo>
                  <a:lnTo>
                    <a:pt x="10756" y="226199"/>
                  </a:lnTo>
                  <a:lnTo>
                    <a:pt x="12704" y="231121"/>
                  </a:lnTo>
                  <a:lnTo>
                    <a:pt x="14806" y="235979"/>
                  </a:lnTo>
                  <a:lnTo>
                    <a:pt x="17061" y="240769"/>
                  </a:lnTo>
                  <a:lnTo>
                    <a:pt x="19467" y="245484"/>
                  </a:lnTo>
                  <a:lnTo>
                    <a:pt x="22021" y="250121"/>
                  </a:lnTo>
                  <a:lnTo>
                    <a:pt x="24720" y="254674"/>
                  </a:lnTo>
                  <a:lnTo>
                    <a:pt x="27562" y="259140"/>
                  </a:lnTo>
                  <a:lnTo>
                    <a:pt x="30544" y="263514"/>
                  </a:lnTo>
                  <a:lnTo>
                    <a:pt x="33663" y="267791"/>
                  </a:lnTo>
                  <a:lnTo>
                    <a:pt x="36916" y="271967"/>
                  </a:lnTo>
                  <a:lnTo>
                    <a:pt x="40299" y="276038"/>
                  </a:lnTo>
                  <a:lnTo>
                    <a:pt x="43810" y="280000"/>
                  </a:lnTo>
                  <a:lnTo>
                    <a:pt x="47445" y="283849"/>
                  </a:lnTo>
                  <a:lnTo>
                    <a:pt x="51199" y="287581"/>
                  </a:lnTo>
                  <a:lnTo>
                    <a:pt x="55070" y="291192"/>
                  </a:lnTo>
                  <a:lnTo>
                    <a:pt x="59053" y="294678"/>
                  </a:lnTo>
                  <a:lnTo>
                    <a:pt x="63144" y="298037"/>
                  </a:lnTo>
                  <a:lnTo>
                    <a:pt x="67340" y="301265"/>
                  </a:lnTo>
                  <a:lnTo>
                    <a:pt x="71636" y="304358"/>
                  </a:lnTo>
                  <a:lnTo>
                    <a:pt x="76027" y="307313"/>
                  </a:lnTo>
                  <a:lnTo>
                    <a:pt x="80511" y="310128"/>
                  </a:lnTo>
                  <a:lnTo>
                    <a:pt x="85080" y="312800"/>
                  </a:lnTo>
                  <a:lnTo>
                    <a:pt x="89733" y="315325"/>
                  </a:lnTo>
                  <a:lnTo>
                    <a:pt x="94462" y="317702"/>
                  </a:lnTo>
                  <a:lnTo>
                    <a:pt x="99265" y="319929"/>
                  </a:lnTo>
                  <a:lnTo>
                    <a:pt x="104136" y="322001"/>
                  </a:lnTo>
                  <a:lnTo>
                    <a:pt x="109070" y="323919"/>
                  </a:lnTo>
                  <a:lnTo>
                    <a:pt x="114062" y="325680"/>
                  </a:lnTo>
                  <a:lnTo>
                    <a:pt x="119108" y="327281"/>
                  </a:lnTo>
                  <a:lnTo>
                    <a:pt x="124201" y="328722"/>
                  </a:lnTo>
                  <a:lnTo>
                    <a:pt x="129338" y="330001"/>
                  </a:lnTo>
                  <a:lnTo>
                    <a:pt x="134513" y="331117"/>
                  </a:lnTo>
                  <a:lnTo>
                    <a:pt x="139720" y="332068"/>
                  </a:lnTo>
                  <a:lnTo>
                    <a:pt x="144955" y="332854"/>
                  </a:lnTo>
                  <a:lnTo>
                    <a:pt x="150212" y="333474"/>
                  </a:lnTo>
                  <a:lnTo>
                    <a:pt x="155486" y="333927"/>
                  </a:lnTo>
                  <a:lnTo>
                    <a:pt x="160772" y="334213"/>
                  </a:lnTo>
                  <a:lnTo>
                    <a:pt x="166064" y="334331"/>
                  </a:lnTo>
                  <a:lnTo>
                    <a:pt x="171357" y="334282"/>
                  </a:lnTo>
                  <a:lnTo>
                    <a:pt x="176647" y="334065"/>
                  </a:lnTo>
                  <a:lnTo>
                    <a:pt x="181926" y="333680"/>
                  </a:lnTo>
                  <a:lnTo>
                    <a:pt x="187191" y="333129"/>
                  </a:lnTo>
                  <a:lnTo>
                    <a:pt x="192436" y="332412"/>
                  </a:lnTo>
                  <a:lnTo>
                    <a:pt x="197655" y="331528"/>
                  </a:lnTo>
                  <a:lnTo>
                    <a:pt x="202844" y="330480"/>
                  </a:lnTo>
                  <a:lnTo>
                    <a:pt x="207997" y="329268"/>
                  </a:lnTo>
                  <a:lnTo>
                    <a:pt x="213109" y="327894"/>
                  </a:lnTo>
                  <a:lnTo>
                    <a:pt x="218174" y="326358"/>
                  </a:lnTo>
                  <a:lnTo>
                    <a:pt x="223189" y="324663"/>
                  </a:lnTo>
                  <a:lnTo>
                    <a:pt x="228148" y="322810"/>
                  </a:lnTo>
                  <a:lnTo>
                    <a:pt x="233045" y="320801"/>
                  </a:lnTo>
                  <a:lnTo>
                    <a:pt x="237876" y="318637"/>
                  </a:lnTo>
                  <a:lnTo>
                    <a:pt x="242637" y="316322"/>
                  </a:lnTo>
                  <a:lnTo>
                    <a:pt x="247322" y="313857"/>
                  </a:lnTo>
                  <a:lnTo>
                    <a:pt x="251926" y="311245"/>
                  </a:lnTo>
                  <a:lnTo>
                    <a:pt x="256445" y="308489"/>
                  </a:lnTo>
                  <a:lnTo>
                    <a:pt x="260875" y="305591"/>
                  </a:lnTo>
                  <a:lnTo>
                    <a:pt x="265211" y="302554"/>
                  </a:lnTo>
                  <a:lnTo>
                    <a:pt x="269448" y="299382"/>
                  </a:lnTo>
                  <a:lnTo>
                    <a:pt x="273583" y="296077"/>
                  </a:lnTo>
                  <a:lnTo>
                    <a:pt x="277612" y="292642"/>
                  </a:lnTo>
                  <a:lnTo>
                    <a:pt x="281529" y="289082"/>
                  </a:lnTo>
                  <a:lnTo>
                    <a:pt x="285332" y="285399"/>
                  </a:lnTo>
                  <a:lnTo>
                    <a:pt x="289016" y="281598"/>
                  </a:lnTo>
                  <a:lnTo>
                    <a:pt x="292578" y="277683"/>
                  </a:lnTo>
                  <a:lnTo>
                    <a:pt x="296014" y="273656"/>
                  </a:lnTo>
                  <a:lnTo>
                    <a:pt x="299321" y="269523"/>
                  </a:lnTo>
                  <a:lnTo>
                    <a:pt x="302496" y="265287"/>
                  </a:lnTo>
                  <a:lnTo>
                    <a:pt x="305535" y="260952"/>
                  </a:lnTo>
                  <a:lnTo>
                    <a:pt x="308435" y="256524"/>
                  </a:lnTo>
                  <a:lnTo>
                    <a:pt x="311193" y="252006"/>
                  </a:lnTo>
                  <a:lnTo>
                    <a:pt x="313807" y="247403"/>
                  </a:lnTo>
                  <a:lnTo>
                    <a:pt x="316274" y="242719"/>
                  </a:lnTo>
                  <a:lnTo>
                    <a:pt x="318591" y="237960"/>
                  </a:lnTo>
                  <a:lnTo>
                    <a:pt x="320757" y="233129"/>
                  </a:lnTo>
                  <a:lnTo>
                    <a:pt x="322768" y="228233"/>
                  </a:lnTo>
                  <a:lnTo>
                    <a:pt x="324624" y="223275"/>
                  </a:lnTo>
                  <a:lnTo>
                    <a:pt x="326321" y="218261"/>
                  </a:lnTo>
                  <a:lnTo>
                    <a:pt x="327859" y="213196"/>
                  </a:lnTo>
                  <a:lnTo>
                    <a:pt x="329236" y="208085"/>
                  </a:lnTo>
                  <a:lnTo>
                    <a:pt x="330450" y="202932"/>
                  </a:lnTo>
                  <a:lnTo>
                    <a:pt x="331501" y="197744"/>
                  </a:lnTo>
                  <a:lnTo>
                    <a:pt x="332387" y="192525"/>
                  </a:lnTo>
                  <a:lnTo>
                    <a:pt x="333107" y="187281"/>
                  </a:lnTo>
                  <a:lnTo>
                    <a:pt x="333660" y="182016"/>
                  </a:lnTo>
                  <a:lnTo>
                    <a:pt x="334047" y="176737"/>
                  </a:lnTo>
                  <a:lnTo>
                    <a:pt x="334266" y="171448"/>
                  </a:lnTo>
                  <a:lnTo>
                    <a:pt x="334318" y="166154"/>
                  </a:lnTo>
                  <a:lnTo>
                    <a:pt x="334202" y="160862"/>
                  </a:lnTo>
                  <a:lnTo>
                    <a:pt x="333919" y="155576"/>
                  </a:lnTo>
                  <a:lnTo>
                    <a:pt x="333468" y="150302"/>
                  </a:lnTo>
                  <a:lnTo>
                    <a:pt x="332851" y="145045"/>
                  </a:lnTo>
                  <a:lnTo>
                    <a:pt x="332067" y="139809"/>
                  </a:lnTo>
                  <a:lnTo>
                    <a:pt x="331118" y="134601"/>
                  </a:lnTo>
                  <a:lnTo>
                    <a:pt x="330005" y="129426"/>
                  </a:lnTo>
                  <a:lnTo>
                    <a:pt x="328729" y="124289"/>
                  </a:lnTo>
                  <a:lnTo>
                    <a:pt x="327290" y="119195"/>
                  </a:lnTo>
                  <a:lnTo>
                    <a:pt x="325691" y="114149"/>
                  </a:lnTo>
                  <a:lnTo>
                    <a:pt x="323933" y="109155"/>
                  </a:lnTo>
                  <a:lnTo>
                    <a:pt x="322017" y="104221"/>
                  </a:lnTo>
                  <a:lnTo>
                    <a:pt x="319947" y="99349"/>
                  </a:lnTo>
                  <a:lnTo>
                    <a:pt x="317723" y="94545"/>
                  </a:lnTo>
                  <a:lnTo>
                    <a:pt x="315348" y="89814"/>
                  </a:lnTo>
                  <a:lnTo>
                    <a:pt x="312824" y="85161"/>
                  </a:lnTo>
                  <a:lnTo>
                    <a:pt x="310155" y="80590"/>
                  </a:lnTo>
                  <a:lnTo>
                    <a:pt x="307342" y="76105"/>
                  </a:lnTo>
                  <a:lnTo>
                    <a:pt x="304388" y="71712"/>
                  </a:lnTo>
                  <a:lnTo>
                    <a:pt x="301297" y="67415"/>
                  </a:lnTo>
                  <a:lnTo>
                    <a:pt x="298072" y="63218"/>
                  </a:lnTo>
                  <a:lnTo>
                    <a:pt x="294715" y="59125"/>
                  </a:lnTo>
                  <a:lnTo>
                    <a:pt x="291230" y="55140"/>
                  </a:lnTo>
                  <a:lnTo>
                    <a:pt x="287621" y="51268"/>
                  </a:lnTo>
                  <a:lnTo>
                    <a:pt x="283891" y="47512"/>
                  </a:lnTo>
                  <a:lnTo>
                    <a:pt x="280044" y="43875"/>
                  </a:lnTo>
                  <a:lnTo>
                    <a:pt x="276084" y="40363"/>
                  </a:lnTo>
                  <a:lnTo>
                    <a:pt x="272014" y="36978"/>
                  </a:lnTo>
                  <a:lnTo>
                    <a:pt x="267839" y="33723"/>
                  </a:lnTo>
                  <a:lnTo>
                    <a:pt x="263564" y="30602"/>
                  </a:lnTo>
                  <a:lnTo>
                    <a:pt x="259191" y="27618"/>
                  </a:lnTo>
                  <a:lnTo>
                    <a:pt x="254727" y="24774"/>
                  </a:lnTo>
                  <a:lnTo>
                    <a:pt x="250175" y="22072"/>
                  </a:lnTo>
                  <a:lnTo>
                    <a:pt x="245539" y="19516"/>
                  </a:lnTo>
                  <a:lnTo>
                    <a:pt x="240825" y="1710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39680"/>
              <a:ext cx="73670" cy="150058"/>
            </a:xfrm>
            <a:custGeom>
              <a:avLst/>
              <a:pathLst>
                <a:path w="73670" h="150058">
                  <a:moveTo>
                    <a:pt x="73670" y="0"/>
                  </a:moveTo>
                  <a:lnTo>
                    <a:pt x="0" y="1500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22571"/>
              <a:ext cx="73670" cy="167167"/>
            </a:xfrm>
            <a:custGeom>
              <a:avLst/>
              <a:pathLst>
                <a:path w="73670" h="167167">
                  <a:moveTo>
                    <a:pt x="73670" y="17108"/>
                  </a:moveTo>
                  <a:lnTo>
                    <a:pt x="68358" y="14615"/>
                  </a:lnTo>
                  <a:lnTo>
                    <a:pt x="62962" y="12310"/>
                  </a:lnTo>
                  <a:lnTo>
                    <a:pt x="57488" y="10195"/>
                  </a:lnTo>
                  <a:lnTo>
                    <a:pt x="51943" y="8274"/>
                  </a:lnTo>
                  <a:lnTo>
                    <a:pt x="46334" y="6549"/>
                  </a:lnTo>
                  <a:lnTo>
                    <a:pt x="40668" y="5022"/>
                  </a:lnTo>
                  <a:lnTo>
                    <a:pt x="34951" y="3694"/>
                  </a:lnTo>
                  <a:lnTo>
                    <a:pt x="29192" y="2568"/>
                  </a:lnTo>
                  <a:lnTo>
                    <a:pt x="23397" y="1645"/>
                  </a:lnTo>
                  <a:lnTo>
                    <a:pt x="17573" y="926"/>
                  </a:lnTo>
                  <a:lnTo>
                    <a:pt x="11727" y="411"/>
                  </a:lnTo>
                  <a:lnTo>
                    <a:pt x="5867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378110" y="1071028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2" y="757"/>
                  </a:lnTo>
                  <a:lnTo>
                    <a:pt x="145979" y="1345"/>
                  </a:lnTo>
                  <a:lnTo>
                    <a:pt x="140727" y="2101"/>
                  </a:lnTo>
                  <a:lnTo>
                    <a:pt x="135501" y="3022"/>
                  </a:lnTo>
                  <a:lnTo>
                    <a:pt x="130307" y="4109"/>
                  </a:lnTo>
                  <a:lnTo>
                    <a:pt x="125151" y="5361"/>
                  </a:lnTo>
                  <a:lnTo>
                    <a:pt x="120037" y="6775"/>
                  </a:lnTo>
                  <a:lnTo>
                    <a:pt x="114970" y="8351"/>
                  </a:lnTo>
                  <a:lnTo>
                    <a:pt x="109956" y="10087"/>
                  </a:lnTo>
                  <a:lnTo>
                    <a:pt x="104999" y="11981"/>
                  </a:lnTo>
                  <a:lnTo>
                    <a:pt x="100106" y="14032"/>
                  </a:lnTo>
                  <a:lnTo>
                    <a:pt x="95279" y="16237"/>
                  </a:lnTo>
                  <a:lnTo>
                    <a:pt x="90525" y="18594"/>
                  </a:lnTo>
                  <a:lnTo>
                    <a:pt x="85849" y="21100"/>
                  </a:lnTo>
                  <a:lnTo>
                    <a:pt x="81254" y="23754"/>
                  </a:lnTo>
                  <a:lnTo>
                    <a:pt x="76745" y="26552"/>
                  </a:lnTo>
                  <a:lnTo>
                    <a:pt x="72328" y="29492"/>
                  </a:lnTo>
                  <a:lnTo>
                    <a:pt x="68007" y="32571"/>
                  </a:lnTo>
                  <a:lnTo>
                    <a:pt x="63785" y="35785"/>
                  </a:lnTo>
                  <a:lnTo>
                    <a:pt x="59667" y="39132"/>
                  </a:lnTo>
                  <a:lnTo>
                    <a:pt x="55658" y="42607"/>
                  </a:lnTo>
                  <a:lnTo>
                    <a:pt x="51761" y="46209"/>
                  </a:lnTo>
                  <a:lnTo>
                    <a:pt x="47980" y="49932"/>
                  </a:lnTo>
                  <a:lnTo>
                    <a:pt x="44319" y="53773"/>
                  </a:lnTo>
                  <a:lnTo>
                    <a:pt x="40782" y="57728"/>
                  </a:lnTo>
                  <a:lnTo>
                    <a:pt x="37373" y="61794"/>
                  </a:lnTo>
                  <a:lnTo>
                    <a:pt x="34094" y="65966"/>
                  </a:lnTo>
                  <a:lnTo>
                    <a:pt x="30949" y="70239"/>
                  </a:lnTo>
                  <a:lnTo>
                    <a:pt x="27941" y="74611"/>
                  </a:lnTo>
                  <a:lnTo>
                    <a:pt x="25074" y="79075"/>
                  </a:lnTo>
                  <a:lnTo>
                    <a:pt x="22350" y="83629"/>
                  </a:lnTo>
                  <a:lnTo>
                    <a:pt x="19771" y="88266"/>
                  </a:lnTo>
                  <a:lnTo>
                    <a:pt x="17341" y="92983"/>
                  </a:lnTo>
                  <a:lnTo>
                    <a:pt x="15062" y="97775"/>
                  </a:lnTo>
                  <a:lnTo>
                    <a:pt x="12937" y="102637"/>
                  </a:lnTo>
                  <a:lnTo>
                    <a:pt x="10966" y="107564"/>
                  </a:lnTo>
                  <a:lnTo>
                    <a:pt x="9153" y="112551"/>
                  </a:lnTo>
                  <a:lnTo>
                    <a:pt x="7500" y="117592"/>
                  </a:lnTo>
                  <a:lnTo>
                    <a:pt x="6007" y="122684"/>
                  </a:lnTo>
                  <a:lnTo>
                    <a:pt x="4676" y="127821"/>
                  </a:lnTo>
                  <a:lnTo>
                    <a:pt x="3509" y="132997"/>
                  </a:lnTo>
                  <a:lnTo>
                    <a:pt x="2507" y="138208"/>
                  </a:lnTo>
                  <a:lnTo>
                    <a:pt x="1671" y="143448"/>
                  </a:lnTo>
                  <a:lnTo>
                    <a:pt x="1002" y="148711"/>
                  </a:lnTo>
                  <a:lnTo>
                    <a:pt x="500" y="153994"/>
                  </a:lnTo>
                  <a:lnTo>
                    <a:pt x="165" y="159289"/>
                  </a:lnTo>
                  <a:lnTo>
                    <a:pt x="0" y="164593"/>
                  </a:lnTo>
                  <a:lnTo>
                    <a:pt x="2" y="169899"/>
                  </a:lnTo>
                  <a:lnTo>
                    <a:pt x="173" y="175202"/>
                  </a:lnTo>
                  <a:lnTo>
                    <a:pt x="512" y="180498"/>
                  </a:lnTo>
                  <a:lnTo>
                    <a:pt x="1019" y="185779"/>
                  </a:lnTo>
                  <a:lnTo>
                    <a:pt x="1693" y="191043"/>
                  </a:lnTo>
                  <a:lnTo>
                    <a:pt x="2535" y="196282"/>
                  </a:lnTo>
                  <a:lnTo>
                    <a:pt x="3542" y="201491"/>
                  </a:lnTo>
                  <a:lnTo>
                    <a:pt x="4713" y="206666"/>
                  </a:lnTo>
                  <a:lnTo>
                    <a:pt x="6049" y="211802"/>
                  </a:lnTo>
                  <a:lnTo>
                    <a:pt x="7547" y="216892"/>
                  </a:lnTo>
                  <a:lnTo>
                    <a:pt x="9205" y="221932"/>
                  </a:lnTo>
                  <a:lnTo>
                    <a:pt x="11023" y="226918"/>
                  </a:lnTo>
                  <a:lnTo>
                    <a:pt x="12998" y="231842"/>
                  </a:lnTo>
                  <a:lnTo>
                    <a:pt x="15128" y="236702"/>
                  </a:lnTo>
                  <a:lnTo>
                    <a:pt x="17411" y="241492"/>
                  </a:lnTo>
                  <a:lnTo>
                    <a:pt x="19846" y="246207"/>
                  </a:lnTo>
                  <a:lnTo>
                    <a:pt x="22429" y="250842"/>
                  </a:lnTo>
                  <a:lnTo>
                    <a:pt x="25157" y="255393"/>
                  </a:lnTo>
                  <a:lnTo>
                    <a:pt x="28029" y="259855"/>
                  </a:lnTo>
                  <a:lnTo>
                    <a:pt x="31040" y="264223"/>
                  </a:lnTo>
                  <a:lnTo>
                    <a:pt x="34189" y="268494"/>
                  </a:lnTo>
                  <a:lnTo>
                    <a:pt x="37472" y="272663"/>
                  </a:lnTo>
                  <a:lnTo>
                    <a:pt x="40886" y="276725"/>
                  </a:lnTo>
                  <a:lnTo>
                    <a:pt x="44426" y="280677"/>
                  </a:lnTo>
                  <a:lnTo>
                    <a:pt x="48091" y="284515"/>
                  </a:lnTo>
                  <a:lnTo>
                    <a:pt x="51875" y="288234"/>
                  </a:lnTo>
                  <a:lnTo>
                    <a:pt x="55775" y="291832"/>
                  </a:lnTo>
                  <a:lnTo>
                    <a:pt x="59788" y="295304"/>
                  </a:lnTo>
                  <a:lnTo>
                    <a:pt x="63909" y="298646"/>
                  </a:lnTo>
                  <a:lnTo>
                    <a:pt x="68134" y="301857"/>
                  </a:lnTo>
                  <a:lnTo>
                    <a:pt x="72458" y="304931"/>
                  </a:lnTo>
                  <a:lnTo>
                    <a:pt x="76878" y="307867"/>
                  </a:lnTo>
                  <a:lnTo>
                    <a:pt x="81389" y="310661"/>
                  </a:lnTo>
                  <a:lnTo>
                    <a:pt x="85987" y="313310"/>
                  </a:lnTo>
                  <a:lnTo>
                    <a:pt x="90666" y="315813"/>
                  </a:lnTo>
                  <a:lnTo>
                    <a:pt x="95422" y="318165"/>
                  </a:lnTo>
                  <a:lnTo>
                    <a:pt x="100250" y="320365"/>
                  </a:lnTo>
                  <a:lnTo>
                    <a:pt x="105146" y="322411"/>
                  </a:lnTo>
                  <a:lnTo>
                    <a:pt x="110104" y="324301"/>
                  </a:lnTo>
                  <a:lnTo>
                    <a:pt x="115120" y="326032"/>
                  </a:lnTo>
                  <a:lnTo>
                    <a:pt x="120188" y="327603"/>
                  </a:lnTo>
                  <a:lnTo>
                    <a:pt x="125304" y="329013"/>
                  </a:lnTo>
                  <a:lnTo>
                    <a:pt x="130461" y="330259"/>
                  </a:lnTo>
                  <a:lnTo>
                    <a:pt x="135656" y="331341"/>
                  </a:lnTo>
                  <a:lnTo>
                    <a:pt x="140882" y="332258"/>
                  </a:lnTo>
                  <a:lnTo>
                    <a:pt x="146135" y="333009"/>
                  </a:lnTo>
                  <a:lnTo>
                    <a:pt x="151409" y="333592"/>
                  </a:lnTo>
                  <a:lnTo>
                    <a:pt x="156699" y="334008"/>
                  </a:lnTo>
                  <a:lnTo>
                    <a:pt x="161999" y="334255"/>
                  </a:lnTo>
                  <a:lnTo>
                    <a:pt x="167305" y="334334"/>
                  </a:lnTo>
                  <a:lnTo>
                    <a:pt x="172610" y="334245"/>
                  </a:lnTo>
                  <a:lnTo>
                    <a:pt x="177910" y="333988"/>
                  </a:lnTo>
                  <a:lnTo>
                    <a:pt x="183199" y="333562"/>
                  </a:lnTo>
                  <a:lnTo>
                    <a:pt x="188472" y="332969"/>
                  </a:lnTo>
                  <a:lnTo>
                    <a:pt x="193724" y="332208"/>
                  </a:lnTo>
                  <a:lnTo>
                    <a:pt x="198948" y="331282"/>
                  </a:lnTo>
                  <a:lnTo>
                    <a:pt x="204141" y="330190"/>
                  </a:lnTo>
                  <a:lnTo>
                    <a:pt x="209296" y="328934"/>
                  </a:lnTo>
                  <a:lnTo>
                    <a:pt x="214409" y="327514"/>
                  </a:lnTo>
                  <a:lnTo>
                    <a:pt x="219474" y="325934"/>
                  </a:lnTo>
                  <a:lnTo>
                    <a:pt x="224487" y="324193"/>
                  </a:lnTo>
                  <a:lnTo>
                    <a:pt x="229441" y="322294"/>
                  </a:lnTo>
                  <a:lnTo>
                    <a:pt x="234333" y="320239"/>
                  </a:lnTo>
                  <a:lnTo>
                    <a:pt x="239157" y="318029"/>
                  </a:lnTo>
                  <a:lnTo>
                    <a:pt x="243909" y="315668"/>
                  </a:lnTo>
                  <a:lnTo>
                    <a:pt x="248584" y="313157"/>
                  </a:lnTo>
                  <a:lnTo>
                    <a:pt x="253176" y="310499"/>
                  </a:lnTo>
                  <a:lnTo>
                    <a:pt x="257682" y="307696"/>
                  </a:lnTo>
                  <a:lnTo>
                    <a:pt x="262096" y="304752"/>
                  </a:lnTo>
                  <a:lnTo>
                    <a:pt x="266415" y="301669"/>
                  </a:lnTo>
                  <a:lnTo>
                    <a:pt x="270633" y="298451"/>
                  </a:lnTo>
                  <a:lnTo>
                    <a:pt x="274748" y="295101"/>
                  </a:lnTo>
                  <a:lnTo>
                    <a:pt x="278754" y="291621"/>
                  </a:lnTo>
                  <a:lnTo>
                    <a:pt x="282648" y="288016"/>
                  </a:lnTo>
                  <a:lnTo>
                    <a:pt x="286425" y="284290"/>
                  </a:lnTo>
                  <a:lnTo>
                    <a:pt x="290082" y="280445"/>
                  </a:lnTo>
                  <a:lnTo>
                    <a:pt x="293615" y="276486"/>
                  </a:lnTo>
                  <a:lnTo>
                    <a:pt x="297021" y="272418"/>
                  </a:lnTo>
                  <a:lnTo>
                    <a:pt x="300296" y="268243"/>
                  </a:lnTo>
                  <a:lnTo>
                    <a:pt x="303437" y="263966"/>
                  </a:lnTo>
                  <a:lnTo>
                    <a:pt x="306440" y="259592"/>
                  </a:lnTo>
                  <a:lnTo>
                    <a:pt x="309304" y="255124"/>
                  </a:lnTo>
                  <a:lnTo>
                    <a:pt x="312023" y="250568"/>
                  </a:lnTo>
                  <a:lnTo>
                    <a:pt x="314597" y="245928"/>
                  </a:lnTo>
                  <a:lnTo>
                    <a:pt x="317023" y="241209"/>
                  </a:lnTo>
                  <a:lnTo>
                    <a:pt x="319297" y="236415"/>
                  </a:lnTo>
                  <a:lnTo>
                    <a:pt x="321418" y="231551"/>
                  </a:lnTo>
                  <a:lnTo>
                    <a:pt x="323384" y="226623"/>
                  </a:lnTo>
                  <a:lnTo>
                    <a:pt x="325192" y="221634"/>
                  </a:lnTo>
                  <a:lnTo>
                    <a:pt x="326841" y="216591"/>
                  </a:lnTo>
                  <a:lnTo>
                    <a:pt x="328329" y="211498"/>
                  </a:lnTo>
                  <a:lnTo>
                    <a:pt x="329655" y="206360"/>
                  </a:lnTo>
                  <a:lnTo>
                    <a:pt x="330817" y="201182"/>
                  </a:lnTo>
                  <a:lnTo>
                    <a:pt x="331814" y="195971"/>
                  </a:lnTo>
                  <a:lnTo>
                    <a:pt x="332646" y="190730"/>
                  </a:lnTo>
                  <a:lnTo>
                    <a:pt x="333310" y="185466"/>
                  </a:lnTo>
                  <a:lnTo>
                    <a:pt x="333807" y="180183"/>
                  </a:lnTo>
                  <a:lnTo>
                    <a:pt x="334136" y="174887"/>
                  </a:lnTo>
                  <a:lnTo>
                    <a:pt x="334297" y="169583"/>
                  </a:lnTo>
                  <a:lnTo>
                    <a:pt x="334290" y="164277"/>
                  </a:lnTo>
                  <a:lnTo>
                    <a:pt x="334114" y="158974"/>
                  </a:lnTo>
                  <a:lnTo>
                    <a:pt x="333770" y="153679"/>
                  </a:lnTo>
                  <a:lnTo>
                    <a:pt x="333258" y="148398"/>
                  </a:lnTo>
                  <a:lnTo>
                    <a:pt x="332578" y="143135"/>
                  </a:lnTo>
                  <a:lnTo>
                    <a:pt x="331732" y="137897"/>
                  </a:lnTo>
                  <a:lnTo>
                    <a:pt x="330720" y="132688"/>
                  </a:lnTo>
                  <a:lnTo>
                    <a:pt x="329544" y="127514"/>
                  </a:lnTo>
                  <a:lnTo>
                    <a:pt x="328203" y="122380"/>
                  </a:lnTo>
                  <a:lnTo>
                    <a:pt x="326701" y="117291"/>
                  </a:lnTo>
                  <a:lnTo>
                    <a:pt x="325037" y="112252"/>
                  </a:lnTo>
                  <a:lnTo>
                    <a:pt x="323215" y="107269"/>
                  </a:lnTo>
                  <a:lnTo>
                    <a:pt x="321235" y="102346"/>
                  </a:lnTo>
                  <a:lnTo>
                    <a:pt x="319101" y="97488"/>
                  </a:lnTo>
                  <a:lnTo>
                    <a:pt x="316813" y="92701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63730"/>
              <a:ext cx="149665" cy="74466"/>
            </a:xfrm>
            <a:custGeom>
              <a:avLst/>
              <a:pathLst>
                <a:path w="149665" h="74466">
                  <a:moveTo>
                    <a:pt x="149665" y="0"/>
                  </a:moveTo>
                  <a:lnTo>
                    <a:pt x="0" y="74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62145"/>
              <a:ext cx="149665" cy="76050"/>
            </a:xfrm>
            <a:custGeom>
              <a:avLst/>
              <a:pathLst>
                <a:path w="149665" h="76050">
                  <a:moveTo>
                    <a:pt x="149665" y="1584"/>
                  </a:moveTo>
                  <a:lnTo>
                    <a:pt x="148866" y="0"/>
                  </a:lnTo>
                  <a:lnTo>
                    <a:pt x="0" y="76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071028"/>
              <a:ext cx="148866" cy="167167"/>
            </a:xfrm>
            <a:custGeom>
              <a:avLst/>
              <a:pathLst>
                <a:path w="148866" h="167167">
                  <a:moveTo>
                    <a:pt x="148866" y="91116"/>
                  </a:moveTo>
                  <a:lnTo>
                    <a:pt x="146253" y="86204"/>
                  </a:lnTo>
                  <a:lnTo>
                    <a:pt x="143477" y="81381"/>
                  </a:lnTo>
                  <a:lnTo>
                    <a:pt x="140542" y="76654"/>
                  </a:lnTo>
                  <a:lnTo>
                    <a:pt x="137452" y="72026"/>
                  </a:lnTo>
                  <a:lnTo>
                    <a:pt x="134210" y="67504"/>
                  </a:lnTo>
                  <a:lnTo>
                    <a:pt x="130818" y="63093"/>
                  </a:lnTo>
                  <a:lnTo>
                    <a:pt x="127282" y="58797"/>
                  </a:lnTo>
                  <a:lnTo>
                    <a:pt x="123605" y="54621"/>
                  </a:lnTo>
                  <a:lnTo>
                    <a:pt x="119791" y="50569"/>
                  </a:lnTo>
                  <a:lnTo>
                    <a:pt x="115844" y="46647"/>
                  </a:lnTo>
                  <a:lnTo>
                    <a:pt x="111768" y="42858"/>
                  </a:lnTo>
                  <a:lnTo>
                    <a:pt x="107569" y="39207"/>
                  </a:lnTo>
                  <a:lnTo>
                    <a:pt x="103251" y="35698"/>
                  </a:lnTo>
                  <a:lnTo>
                    <a:pt x="98818" y="32334"/>
                  </a:lnTo>
                  <a:lnTo>
                    <a:pt x="94276" y="29120"/>
                  </a:lnTo>
                  <a:lnTo>
                    <a:pt x="89629" y="26059"/>
                  </a:lnTo>
                  <a:lnTo>
                    <a:pt x="84884" y="23154"/>
                  </a:lnTo>
                  <a:lnTo>
                    <a:pt x="80044" y="20409"/>
                  </a:lnTo>
                  <a:lnTo>
                    <a:pt x="75115" y="17826"/>
                  </a:lnTo>
                  <a:lnTo>
                    <a:pt x="70103" y="15409"/>
                  </a:lnTo>
                  <a:lnTo>
                    <a:pt x="65013" y="13160"/>
                  </a:lnTo>
                  <a:lnTo>
                    <a:pt x="59852" y="11082"/>
                  </a:lnTo>
                  <a:lnTo>
                    <a:pt x="54624" y="9176"/>
                  </a:lnTo>
                  <a:lnTo>
                    <a:pt x="49335" y="7446"/>
                  </a:lnTo>
                  <a:lnTo>
                    <a:pt x="43992" y="5892"/>
                  </a:lnTo>
                  <a:lnTo>
                    <a:pt x="38600" y="4517"/>
                  </a:lnTo>
                  <a:lnTo>
                    <a:pt x="33166" y="3323"/>
                  </a:lnTo>
                  <a:lnTo>
                    <a:pt x="27694" y="2310"/>
                  </a:lnTo>
                  <a:lnTo>
                    <a:pt x="22192" y="1479"/>
                  </a:lnTo>
                  <a:lnTo>
                    <a:pt x="16666" y="832"/>
                  </a:lnTo>
                  <a:lnTo>
                    <a:pt x="11121" y="370"/>
                  </a:lnTo>
                  <a:lnTo>
                    <a:pt x="556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57121" y="941493"/>
              <a:ext cx="66422" cy="167167"/>
            </a:xfrm>
            <a:custGeom>
              <a:avLst/>
              <a:pathLst>
                <a:path w="66422" h="167167">
                  <a:moveTo>
                    <a:pt x="66422" y="0"/>
                  </a:moveTo>
                  <a:lnTo>
                    <a:pt x="60731" y="96"/>
                  </a:lnTo>
                  <a:lnTo>
                    <a:pt x="55046" y="387"/>
                  </a:lnTo>
                  <a:lnTo>
                    <a:pt x="49375" y="871"/>
                  </a:lnTo>
                  <a:lnTo>
                    <a:pt x="43723" y="1548"/>
                  </a:lnTo>
                  <a:lnTo>
                    <a:pt x="38098" y="2417"/>
                  </a:lnTo>
                  <a:lnTo>
                    <a:pt x="32505" y="3476"/>
                  </a:lnTo>
                  <a:lnTo>
                    <a:pt x="26952" y="4726"/>
                  </a:lnTo>
                  <a:lnTo>
                    <a:pt x="21445" y="6164"/>
                  </a:lnTo>
                  <a:lnTo>
                    <a:pt x="15990" y="7788"/>
                  </a:lnTo>
                  <a:lnTo>
                    <a:pt x="10593" y="9598"/>
                  </a:lnTo>
                  <a:lnTo>
                    <a:pt x="5261" y="11590"/>
                  </a:lnTo>
                  <a:lnTo>
                    <a:pt x="0" y="13762"/>
                  </a:lnTo>
                  <a:lnTo>
                    <a:pt x="6642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57121" y="955256"/>
              <a:ext cx="66422" cy="153404"/>
            </a:xfrm>
            <a:custGeom>
              <a:avLst/>
              <a:pathLst>
                <a:path w="66422" h="153404">
                  <a:moveTo>
                    <a:pt x="0" y="0"/>
                  </a:moveTo>
                  <a:lnTo>
                    <a:pt x="66422" y="1534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856391" y="955256"/>
              <a:ext cx="334301" cy="320571"/>
            </a:xfrm>
            <a:custGeom>
              <a:avLst/>
              <a:pathLst>
                <a:path w="334301" h="320571">
                  <a:moveTo>
                    <a:pt x="100730" y="0"/>
                  </a:moveTo>
                  <a:lnTo>
                    <a:pt x="95891" y="2187"/>
                  </a:lnTo>
                  <a:lnTo>
                    <a:pt x="91123" y="4526"/>
                  </a:lnTo>
                  <a:lnTo>
                    <a:pt x="86433" y="7016"/>
                  </a:lnTo>
                  <a:lnTo>
                    <a:pt x="81824" y="9654"/>
                  </a:lnTo>
                  <a:lnTo>
                    <a:pt x="77301" y="12437"/>
                  </a:lnTo>
                  <a:lnTo>
                    <a:pt x="72869" y="15362"/>
                  </a:lnTo>
                  <a:lnTo>
                    <a:pt x="68532" y="18426"/>
                  </a:lnTo>
                  <a:lnTo>
                    <a:pt x="64295" y="21627"/>
                  </a:lnTo>
                  <a:lnTo>
                    <a:pt x="60161" y="24960"/>
                  </a:lnTo>
                  <a:lnTo>
                    <a:pt x="56135" y="28423"/>
                  </a:lnTo>
                  <a:lnTo>
                    <a:pt x="52222" y="32012"/>
                  </a:lnTo>
                  <a:lnTo>
                    <a:pt x="48424" y="35724"/>
                  </a:lnTo>
                  <a:lnTo>
                    <a:pt x="44746" y="39555"/>
                  </a:lnTo>
                  <a:lnTo>
                    <a:pt x="41192" y="43500"/>
                  </a:lnTo>
                  <a:lnTo>
                    <a:pt x="37765" y="47556"/>
                  </a:lnTo>
                  <a:lnTo>
                    <a:pt x="34468" y="51719"/>
                  </a:lnTo>
                  <a:lnTo>
                    <a:pt x="31305" y="55985"/>
                  </a:lnTo>
                  <a:lnTo>
                    <a:pt x="28279" y="60349"/>
                  </a:lnTo>
                  <a:lnTo>
                    <a:pt x="25394" y="64807"/>
                  </a:lnTo>
                  <a:lnTo>
                    <a:pt x="22651" y="69354"/>
                  </a:lnTo>
                  <a:lnTo>
                    <a:pt x="20054" y="73986"/>
                  </a:lnTo>
                  <a:lnTo>
                    <a:pt x="17606" y="78699"/>
                  </a:lnTo>
                  <a:lnTo>
                    <a:pt x="15309" y="83486"/>
                  </a:lnTo>
                  <a:lnTo>
                    <a:pt x="13165" y="88344"/>
                  </a:lnTo>
                  <a:lnTo>
                    <a:pt x="11176" y="93268"/>
                  </a:lnTo>
                  <a:lnTo>
                    <a:pt x="9345" y="98253"/>
                  </a:lnTo>
                  <a:lnTo>
                    <a:pt x="7672" y="103293"/>
                  </a:lnTo>
                  <a:lnTo>
                    <a:pt x="6161" y="108384"/>
                  </a:lnTo>
                  <a:lnTo>
                    <a:pt x="4813" y="113520"/>
                  </a:lnTo>
                  <a:lnTo>
                    <a:pt x="3628" y="118696"/>
                  </a:lnTo>
                  <a:lnTo>
                    <a:pt x="2608" y="123908"/>
                  </a:lnTo>
                  <a:lnTo>
                    <a:pt x="1754" y="129149"/>
                  </a:lnTo>
                  <a:lnTo>
                    <a:pt x="1067" y="134415"/>
                  </a:lnTo>
                  <a:lnTo>
                    <a:pt x="548" y="139700"/>
                  </a:lnTo>
                  <a:lnTo>
                    <a:pt x="196" y="144998"/>
                  </a:lnTo>
                  <a:lnTo>
                    <a:pt x="14" y="150305"/>
                  </a:lnTo>
                  <a:lnTo>
                    <a:pt x="0" y="155616"/>
                  </a:lnTo>
                  <a:lnTo>
                    <a:pt x="154" y="160924"/>
                  </a:lnTo>
                  <a:lnTo>
                    <a:pt x="477" y="166224"/>
                  </a:lnTo>
                  <a:lnTo>
                    <a:pt x="968" y="171512"/>
                  </a:lnTo>
                  <a:lnTo>
                    <a:pt x="1627" y="176781"/>
                  </a:lnTo>
                  <a:lnTo>
                    <a:pt x="2454" y="182027"/>
                  </a:lnTo>
                  <a:lnTo>
                    <a:pt x="3446" y="187244"/>
                  </a:lnTo>
                  <a:lnTo>
                    <a:pt x="4603" y="192426"/>
                  </a:lnTo>
                  <a:lnTo>
                    <a:pt x="5925" y="197569"/>
                  </a:lnTo>
                  <a:lnTo>
                    <a:pt x="7409" y="202668"/>
                  </a:lnTo>
                  <a:lnTo>
                    <a:pt x="9054" y="207717"/>
                  </a:lnTo>
                  <a:lnTo>
                    <a:pt x="10859" y="212711"/>
                  </a:lnTo>
                  <a:lnTo>
                    <a:pt x="12822" y="217646"/>
                  </a:lnTo>
                  <a:lnTo>
                    <a:pt x="14940" y="222515"/>
                  </a:lnTo>
                  <a:lnTo>
                    <a:pt x="17212" y="227315"/>
                  </a:lnTo>
                  <a:lnTo>
                    <a:pt x="19635" y="232040"/>
                  </a:lnTo>
                  <a:lnTo>
                    <a:pt x="22207" y="236686"/>
                  </a:lnTo>
                  <a:lnTo>
                    <a:pt x="24926" y="241248"/>
                  </a:lnTo>
                  <a:lnTo>
                    <a:pt x="27787" y="245721"/>
                  </a:lnTo>
                  <a:lnTo>
                    <a:pt x="30790" y="250101"/>
                  </a:lnTo>
                  <a:lnTo>
                    <a:pt x="33930" y="254383"/>
                  </a:lnTo>
                  <a:lnTo>
                    <a:pt x="37205" y="258564"/>
                  </a:lnTo>
                  <a:lnTo>
                    <a:pt x="40610" y="262638"/>
                  </a:lnTo>
                  <a:lnTo>
                    <a:pt x="44144" y="266602"/>
                  </a:lnTo>
                  <a:lnTo>
                    <a:pt x="47801" y="270452"/>
                  </a:lnTo>
                  <a:lnTo>
                    <a:pt x="51579" y="274184"/>
                  </a:lnTo>
                  <a:lnTo>
                    <a:pt x="55474" y="277794"/>
                  </a:lnTo>
                  <a:lnTo>
                    <a:pt x="59481" y="281278"/>
                  </a:lnTo>
                  <a:lnTo>
                    <a:pt x="63597" y="284634"/>
                  </a:lnTo>
                  <a:lnTo>
                    <a:pt x="67817" y="287857"/>
                  </a:lnTo>
                  <a:lnTo>
                    <a:pt x="72138" y="290944"/>
                  </a:lnTo>
                  <a:lnTo>
                    <a:pt x="76555" y="293893"/>
                  </a:lnTo>
                  <a:lnTo>
                    <a:pt x="81063" y="296699"/>
                  </a:lnTo>
                  <a:lnTo>
                    <a:pt x="85657" y="299361"/>
                  </a:lnTo>
                  <a:lnTo>
                    <a:pt x="90335" y="301876"/>
                  </a:lnTo>
                  <a:lnTo>
                    <a:pt x="95089" y="304241"/>
                  </a:lnTo>
                  <a:lnTo>
                    <a:pt x="99916" y="306454"/>
                  </a:lnTo>
                  <a:lnTo>
                    <a:pt x="104812" y="308512"/>
                  </a:lnTo>
                  <a:lnTo>
                    <a:pt x="109770" y="310414"/>
                  </a:lnTo>
                  <a:lnTo>
                    <a:pt x="114786" y="312158"/>
                  </a:lnTo>
                  <a:lnTo>
                    <a:pt x="119854" y="313741"/>
                  </a:lnTo>
                  <a:lnTo>
                    <a:pt x="124971" y="315162"/>
                  </a:lnTo>
                  <a:lnTo>
                    <a:pt x="130130" y="316420"/>
                  </a:lnTo>
                  <a:lnTo>
                    <a:pt x="135327" y="317514"/>
                  </a:lnTo>
                  <a:lnTo>
                    <a:pt x="140555" y="318442"/>
                  </a:lnTo>
                  <a:lnTo>
                    <a:pt x="145811" y="319204"/>
                  </a:lnTo>
                  <a:lnTo>
                    <a:pt x="151088" y="319798"/>
                  </a:lnTo>
                  <a:lnTo>
                    <a:pt x="156381" y="320224"/>
                  </a:lnTo>
                  <a:lnTo>
                    <a:pt x="161685" y="320482"/>
                  </a:lnTo>
                  <a:lnTo>
                    <a:pt x="166994" y="320571"/>
                  </a:lnTo>
                  <a:lnTo>
                    <a:pt x="172304" y="320492"/>
                  </a:lnTo>
                  <a:lnTo>
                    <a:pt x="177609" y="320244"/>
                  </a:lnTo>
                  <a:lnTo>
                    <a:pt x="182903" y="319828"/>
                  </a:lnTo>
                  <a:lnTo>
                    <a:pt x="188181" y="319244"/>
                  </a:lnTo>
                  <a:lnTo>
                    <a:pt x="193437" y="318492"/>
                  </a:lnTo>
                  <a:lnTo>
                    <a:pt x="198668" y="317574"/>
                  </a:lnTo>
                  <a:lnTo>
                    <a:pt x="203866" y="316490"/>
                  </a:lnTo>
                  <a:lnTo>
                    <a:pt x="209028" y="315242"/>
                  </a:lnTo>
                  <a:lnTo>
                    <a:pt x="214147" y="313830"/>
                  </a:lnTo>
                  <a:lnTo>
                    <a:pt x="219219" y="312256"/>
                  </a:lnTo>
                  <a:lnTo>
                    <a:pt x="224238" y="310522"/>
                  </a:lnTo>
                  <a:lnTo>
                    <a:pt x="229200" y="308630"/>
                  </a:lnTo>
                  <a:lnTo>
                    <a:pt x="234099" y="306581"/>
                  </a:lnTo>
                  <a:lnTo>
                    <a:pt x="238930" y="304377"/>
                  </a:lnTo>
                  <a:lnTo>
                    <a:pt x="243689" y="302021"/>
                  </a:lnTo>
                  <a:lnTo>
                    <a:pt x="248371" y="299515"/>
                  </a:lnTo>
                  <a:lnTo>
                    <a:pt x="252971" y="296862"/>
                  </a:lnTo>
                  <a:lnTo>
                    <a:pt x="257484" y="294064"/>
                  </a:lnTo>
                  <a:lnTo>
                    <a:pt x="261906" y="291123"/>
                  </a:lnTo>
                  <a:lnTo>
                    <a:pt x="266233" y="288044"/>
                  </a:lnTo>
                  <a:lnTo>
                    <a:pt x="270459" y="284829"/>
                  </a:lnTo>
                  <a:lnTo>
                    <a:pt x="274582" y="281482"/>
                  </a:lnTo>
                  <a:lnTo>
                    <a:pt x="278596" y="278005"/>
                  </a:lnTo>
                  <a:lnTo>
                    <a:pt x="282497" y="274402"/>
                  </a:lnTo>
                  <a:lnTo>
                    <a:pt x="286282" y="270678"/>
                  </a:lnTo>
                  <a:lnTo>
                    <a:pt x="289947" y="266835"/>
                  </a:lnTo>
                  <a:lnTo>
                    <a:pt x="293488" y="262877"/>
                  </a:lnTo>
                  <a:lnTo>
                    <a:pt x="296901" y="258809"/>
                  </a:lnTo>
                  <a:lnTo>
                    <a:pt x="300183" y="254635"/>
                  </a:lnTo>
                  <a:lnTo>
                    <a:pt x="303332" y="250358"/>
                  </a:lnTo>
                  <a:lnTo>
                    <a:pt x="306342" y="245984"/>
                  </a:lnTo>
                  <a:lnTo>
                    <a:pt x="309213" y="241516"/>
                  </a:lnTo>
                  <a:lnTo>
                    <a:pt x="311940" y="236960"/>
                  </a:lnTo>
                  <a:lnTo>
                    <a:pt x="314521" y="232319"/>
                  </a:lnTo>
                  <a:lnTo>
                    <a:pt x="316953" y="227598"/>
                  </a:lnTo>
                  <a:lnTo>
                    <a:pt x="319234" y="222803"/>
                  </a:lnTo>
                  <a:lnTo>
                    <a:pt x="321361" y="217937"/>
                  </a:lnTo>
                  <a:lnTo>
                    <a:pt x="323333" y="213007"/>
                  </a:lnTo>
                  <a:lnTo>
                    <a:pt x="325148" y="208016"/>
                  </a:lnTo>
                  <a:lnTo>
                    <a:pt x="326802" y="202970"/>
                  </a:lnTo>
                  <a:lnTo>
                    <a:pt x="328296" y="197874"/>
                  </a:lnTo>
                  <a:lnTo>
                    <a:pt x="329627" y="192733"/>
                  </a:lnTo>
                  <a:lnTo>
                    <a:pt x="330795" y="187553"/>
                  </a:lnTo>
                  <a:lnTo>
                    <a:pt x="331797" y="182338"/>
                  </a:lnTo>
                  <a:lnTo>
                    <a:pt x="332633" y="177094"/>
                  </a:lnTo>
                  <a:lnTo>
                    <a:pt x="333302" y="171826"/>
                  </a:lnTo>
                  <a:lnTo>
                    <a:pt x="333803" y="166539"/>
                  </a:lnTo>
                  <a:lnTo>
                    <a:pt x="334136" y="161239"/>
                  </a:lnTo>
                  <a:lnTo>
                    <a:pt x="334301" y="155932"/>
                  </a:lnTo>
                  <a:lnTo>
                    <a:pt x="334297" y="150621"/>
                  </a:lnTo>
                  <a:lnTo>
                    <a:pt x="334124" y="145314"/>
                  </a:lnTo>
                  <a:lnTo>
                    <a:pt x="333783" y="140015"/>
                  </a:lnTo>
                  <a:lnTo>
                    <a:pt x="333273" y="134729"/>
                  </a:lnTo>
                  <a:lnTo>
                    <a:pt x="332596" y="129462"/>
                  </a:lnTo>
                  <a:lnTo>
                    <a:pt x="331752" y="124219"/>
                  </a:lnTo>
                  <a:lnTo>
                    <a:pt x="330742" y="119006"/>
                  </a:lnTo>
                  <a:lnTo>
                    <a:pt x="329567" y="113827"/>
                  </a:lnTo>
                  <a:lnTo>
                    <a:pt x="328228" y="108688"/>
                  </a:lnTo>
                  <a:lnTo>
                    <a:pt x="326727" y="103595"/>
                  </a:lnTo>
                  <a:lnTo>
                    <a:pt x="325064" y="98551"/>
                  </a:lnTo>
                  <a:lnTo>
                    <a:pt x="167152" y="153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023544" y="941493"/>
              <a:ext cx="157911" cy="167167"/>
            </a:xfrm>
            <a:custGeom>
              <a:avLst/>
              <a:pathLst>
                <a:path w="157911" h="167167">
                  <a:moveTo>
                    <a:pt x="157911" y="112314"/>
                  </a:moveTo>
                  <a:lnTo>
                    <a:pt x="156043" y="107206"/>
                  </a:lnTo>
                  <a:lnTo>
                    <a:pt x="154010" y="102161"/>
                  </a:lnTo>
                  <a:lnTo>
                    <a:pt x="151813" y="97185"/>
                  </a:lnTo>
                  <a:lnTo>
                    <a:pt x="149456" y="92283"/>
                  </a:lnTo>
                  <a:lnTo>
                    <a:pt x="146941" y="87460"/>
                  </a:lnTo>
                  <a:lnTo>
                    <a:pt x="144270" y="82722"/>
                  </a:lnTo>
                  <a:lnTo>
                    <a:pt x="141447" y="78073"/>
                  </a:lnTo>
                  <a:lnTo>
                    <a:pt x="138473" y="73519"/>
                  </a:lnTo>
                  <a:lnTo>
                    <a:pt x="135353" y="69063"/>
                  </a:lnTo>
                  <a:lnTo>
                    <a:pt x="132090" y="64712"/>
                  </a:lnTo>
                  <a:lnTo>
                    <a:pt x="128687" y="60469"/>
                  </a:lnTo>
                  <a:lnTo>
                    <a:pt x="125148" y="56339"/>
                  </a:lnTo>
                  <a:lnTo>
                    <a:pt x="121476" y="52326"/>
                  </a:lnTo>
                  <a:lnTo>
                    <a:pt x="117675" y="48435"/>
                  </a:lnTo>
                  <a:lnTo>
                    <a:pt x="113750" y="44669"/>
                  </a:lnTo>
                  <a:lnTo>
                    <a:pt x="109705" y="41033"/>
                  </a:lnTo>
                  <a:lnTo>
                    <a:pt x="105543" y="37531"/>
                  </a:lnTo>
                  <a:lnTo>
                    <a:pt x="101270" y="34166"/>
                  </a:lnTo>
                  <a:lnTo>
                    <a:pt x="96889" y="30942"/>
                  </a:lnTo>
                  <a:lnTo>
                    <a:pt x="92406" y="27862"/>
                  </a:lnTo>
                  <a:lnTo>
                    <a:pt x="87825" y="24929"/>
                  </a:lnTo>
                  <a:lnTo>
                    <a:pt x="83152" y="22147"/>
                  </a:lnTo>
                  <a:lnTo>
                    <a:pt x="78390" y="19519"/>
                  </a:lnTo>
                  <a:lnTo>
                    <a:pt x="73545" y="17047"/>
                  </a:lnTo>
                  <a:lnTo>
                    <a:pt x="68622" y="14734"/>
                  </a:lnTo>
                  <a:lnTo>
                    <a:pt x="63626" y="12582"/>
                  </a:lnTo>
                  <a:lnTo>
                    <a:pt x="58564" y="10594"/>
                  </a:lnTo>
                  <a:lnTo>
                    <a:pt x="53439" y="8771"/>
                  </a:lnTo>
                  <a:lnTo>
                    <a:pt x="48258" y="7117"/>
                  </a:lnTo>
                  <a:lnTo>
                    <a:pt x="43025" y="5631"/>
                  </a:lnTo>
                  <a:lnTo>
                    <a:pt x="37747" y="4317"/>
                  </a:lnTo>
                  <a:lnTo>
                    <a:pt x="32429" y="3175"/>
                  </a:lnTo>
                  <a:lnTo>
                    <a:pt x="27077" y="2207"/>
                  </a:lnTo>
                  <a:lnTo>
                    <a:pt x="21696" y="1413"/>
                  </a:lnTo>
                  <a:lnTo>
                    <a:pt x="16292" y="795"/>
                  </a:lnTo>
                  <a:lnTo>
                    <a:pt x="10871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00084" y="941493"/>
              <a:ext cx="86131" cy="167167"/>
            </a:xfrm>
            <a:custGeom>
              <a:avLst/>
              <a:pathLst>
                <a:path w="86131" h="167167">
                  <a:moveTo>
                    <a:pt x="86131" y="0"/>
                  </a:moveTo>
                  <a:lnTo>
                    <a:pt x="80477" y="95"/>
                  </a:lnTo>
                  <a:lnTo>
                    <a:pt x="74829" y="382"/>
                  </a:lnTo>
                  <a:lnTo>
                    <a:pt x="69194" y="860"/>
                  </a:lnTo>
                  <a:lnTo>
                    <a:pt x="63578" y="1528"/>
                  </a:lnTo>
                  <a:lnTo>
                    <a:pt x="57989" y="2385"/>
                  </a:lnTo>
                  <a:lnTo>
                    <a:pt x="52431" y="3432"/>
                  </a:lnTo>
                  <a:lnTo>
                    <a:pt x="46912" y="4665"/>
                  </a:lnTo>
                  <a:lnTo>
                    <a:pt x="41438" y="6085"/>
                  </a:lnTo>
                  <a:lnTo>
                    <a:pt x="36015" y="7688"/>
                  </a:lnTo>
                  <a:lnTo>
                    <a:pt x="30650" y="9475"/>
                  </a:lnTo>
                  <a:lnTo>
                    <a:pt x="25348" y="11442"/>
                  </a:lnTo>
                  <a:lnTo>
                    <a:pt x="20115" y="13587"/>
                  </a:lnTo>
                  <a:lnTo>
                    <a:pt x="14958" y="15907"/>
                  </a:lnTo>
                  <a:lnTo>
                    <a:pt x="9883" y="18401"/>
                  </a:lnTo>
                  <a:lnTo>
                    <a:pt x="4895" y="21065"/>
                  </a:lnTo>
                  <a:lnTo>
                    <a:pt x="0" y="23897"/>
                  </a:lnTo>
                  <a:lnTo>
                    <a:pt x="8613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400084" y="965390"/>
              <a:ext cx="86131" cy="143270"/>
            </a:xfrm>
            <a:custGeom>
              <a:avLst/>
              <a:pathLst>
                <a:path w="86131" h="143270">
                  <a:moveTo>
                    <a:pt x="0" y="0"/>
                  </a:moveTo>
                  <a:lnTo>
                    <a:pt x="86131" y="1432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19054" y="965390"/>
              <a:ext cx="167161" cy="253713"/>
            </a:xfrm>
            <a:custGeom>
              <a:avLst/>
              <a:pathLst>
                <a:path w="167161" h="253713">
                  <a:moveTo>
                    <a:pt x="81030" y="0"/>
                  </a:moveTo>
                  <a:lnTo>
                    <a:pt x="76430" y="2868"/>
                  </a:lnTo>
                  <a:lnTo>
                    <a:pt x="71925" y="5883"/>
                  </a:lnTo>
                  <a:lnTo>
                    <a:pt x="67520" y="9044"/>
                  </a:lnTo>
                  <a:lnTo>
                    <a:pt x="63221" y="12345"/>
                  </a:lnTo>
                  <a:lnTo>
                    <a:pt x="59030" y="15784"/>
                  </a:lnTo>
                  <a:lnTo>
                    <a:pt x="54953" y="19357"/>
                  </a:lnTo>
                  <a:lnTo>
                    <a:pt x="50994" y="23061"/>
                  </a:lnTo>
                  <a:lnTo>
                    <a:pt x="47158" y="26890"/>
                  </a:lnTo>
                  <a:lnTo>
                    <a:pt x="43447" y="30843"/>
                  </a:lnTo>
                  <a:lnTo>
                    <a:pt x="39867" y="34913"/>
                  </a:lnTo>
                  <a:lnTo>
                    <a:pt x="36421" y="39098"/>
                  </a:lnTo>
                  <a:lnTo>
                    <a:pt x="33112" y="43391"/>
                  </a:lnTo>
                  <a:lnTo>
                    <a:pt x="29944" y="47790"/>
                  </a:lnTo>
                  <a:lnTo>
                    <a:pt x="26920" y="52290"/>
                  </a:lnTo>
                  <a:lnTo>
                    <a:pt x="24044" y="56885"/>
                  </a:lnTo>
                  <a:lnTo>
                    <a:pt x="21318" y="61571"/>
                  </a:lnTo>
                  <a:lnTo>
                    <a:pt x="18746" y="66343"/>
                  </a:lnTo>
                  <a:lnTo>
                    <a:pt x="16329" y="71195"/>
                  </a:lnTo>
                  <a:lnTo>
                    <a:pt x="14072" y="76124"/>
                  </a:lnTo>
                  <a:lnTo>
                    <a:pt x="11975" y="81123"/>
                  </a:lnTo>
                  <a:lnTo>
                    <a:pt x="10042" y="86188"/>
                  </a:lnTo>
                  <a:lnTo>
                    <a:pt x="8273" y="91312"/>
                  </a:lnTo>
                  <a:lnTo>
                    <a:pt x="6672" y="96491"/>
                  </a:lnTo>
                  <a:lnTo>
                    <a:pt x="5240" y="101720"/>
                  </a:lnTo>
                  <a:lnTo>
                    <a:pt x="3978" y="106992"/>
                  </a:lnTo>
                  <a:lnTo>
                    <a:pt x="2887" y="112302"/>
                  </a:lnTo>
                  <a:lnTo>
                    <a:pt x="1969" y="117645"/>
                  </a:lnTo>
                  <a:lnTo>
                    <a:pt x="1225" y="123014"/>
                  </a:lnTo>
                  <a:lnTo>
                    <a:pt x="656" y="128405"/>
                  </a:lnTo>
                  <a:lnTo>
                    <a:pt x="262" y="133812"/>
                  </a:lnTo>
                  <a:lnTo>
                    <a:pt x="43" y="139229"/>
                  </a:lnTo>
                  <a:lnTo>
                    <a:pt x="0" y="144650"/>
                  </a:lnTo>
                  <a:lnTo>
                    <a:pt x="132" y="150069"/>
                  </a:lnTo>
                  <a:lnTo>
                    <a:pt x="440" y="155481"/>
                  </a:lnTo>
                  <a:lnTo>
                    <a:pt x="924" y="160881"/>
                  </a:lnTo>
                  <a:lnTo>
                    <a:pt x="1582" y="166262"/>
                  </a:lnTo>
                  <a:lnTo>
                    <a:pt x="2415" y="171618"/>
                  </a:lnTo>
                  <a:lnTo>
                    <a:pt x="3421" y="176945"/>
                  </a:lnTo>
                  <a:lnTo>
                    <a:pt x="4599" y="182237"/>
                  </a:lnTo>
                  <a:lnTo>
                    <a:pt x="5948" y="187487"/>
                  </a:lnTo>
                  <a:lnTo>
                    <a:pt x="7466" y="192691"/>
                  </a:lnTo>
                  <a:lnTo>
                    <a:pt x="9153" y="197843"/>
                  </a:lnTo>
                  <a:lnTo>
                    <a:pt x="11005" y="202938"/>
                  </a:lnTo>
                  <a:lnTo>
                    <a:pt x="13022" y="207970"/>
                  </a:lnTo>
                  <a:lnTo>
                    <a:pt x="15201" y="212934"/>
                  </a:lnTo>
                  <a:lnTo>
                    <a:pt x="17540" y="217824"/>
                  </a:lnTo>
                  <a:lnTo>
                    <a:pt x="20036" y="222636"/>
                  </a:lnTo>
                  <a:lnTo>
                    <a:pt x="22687" y="227365"/>
                  </a:lnTo>
                  <a:lnTo>
                    <a:pt x="25489" y="232005"/>
                  </a:lnTo>
                  <a:lnTo>
                    <a:pt x="28441" y="236552"/>
                  </a:lnTo>
                  <a:lnTo>
                    <a:pt x="31539" y="241001"/>
                  </a:lnTo>
                  <a:lnTo>
                    <a:pt x="34779" y="245347"/>
                  </a:lnTo>
                  <a:lnTo>
                    <a:pt x="38158" y="249586"/>
                  </a:lnTo>
                  <a:lnTo>
                    <a:pt x="41673" y="253713"/>
                  </a:lnTo>
                  <a:lnTo>
                    <a:pt x="167161" y="1432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60727" y="941493"/>
              <a:ext cx="292641" cy="334331"/>
            </a:xfrm>
            <a:custGeom>
              <a:avLst/>
              <a:pathLst>
                <a:path w="292641" h="334331">
                  <a:moveTo>
                    <a:pt x="0" y="277610"/>
                  </a:moveTo>
                  <a:lnTo>
                    <a:pt x="3560" y="281529"/>
                  </a:lnTo>
                  <a:lnTo>
                    <a:pt x="7242" y="285332"/>
                  </a:lnTo>
                  <a:lnTo>
                    <a:pt x="11044" y="289018"/>
                  </a:lnTo>
                  <a:lnTo>
                    <a:pt x="14960" y="292580"/>
                  </a:lnTo>
                  <a:lnTo>
                    <a:pt x="18986" y="296018"/>
                  </a:lnTo>
                  <a:lnTo>
                    <a:pt x="23120" y="299326"/>
                  </a:lnTo>
                  <a:lnTo>
                    <a:pt x="27357" y="302501"/>
                  </a:lnTo>
                  <a:lnTo>
                    <a:pt x="31691" y="305540"/>
                  </a:lnTo>
                  <a:lnTo>
                    <a:pt x="36120" y="308441"/>
                  </a:lnTo>
                  <a:lnTo>
                    <a:pt x="40639" y="311200"/>
                  </a:lnTo>
                  <a:lnTo>
                    <a:pt x="45242" y="313815"/>
                  </a:lnTo>
                  <a:lnTo>
                    <a:pt x="49926" y="316283"/>
                  </a:lnTo>
                  <a:lnTo>
                    <a:pt x="54686" y="318601"/>
                  </a:lnTo>
                  <a:lnTo>
                    <a:pt x="59517" y="320767"/>
                  </a:lnTo>
                  <a:lnTo>
                    <a:pt x="64414" y="322779"/>
                  </a:lnTo>
                  <a:lnTo>
                    <a:pt x="69373" y="324635"/>
                  </a:lnTo>
                  <a:lnTo>
                    <a:pt x="74387" y="326333"/>
                  </a:lnTo>
                  <a:lnTo>
                    <a:pt x="79453" y="327871"/>
                  </a:lnTo>
                  <a:lnTo>
                    <a:pt x="84565" y="329248"/>
                  </a:lnTo>
                  <a:lnTo>
                    <a:pt x="89718" y="330463"/>
                  </a:lnTo>
                  <a:lnTo>
                    <a:pt x="94907" y="331514"/>
                  </a:lnTo>
                  <a:lnTo>
                    <a:pt x="100127" y="332400"/>
                  </a:lnTo>
                  <a:lnTo>
                    <a:pt x="105372" y="333120"/>
                  </a:lnTo>
                  <a:lnTo>
                    <a:pt x="110637" y="333673"/>
                  </a:lnTo>
                  <a:lnTo>
                    <a:pt x="115917" y="334060"/>
                  </a:lnTo>
                  <a:lnTo>
                    <a:pt x="121207" y="334280"/>
                  </a:lnTo>
                  <a:lnTo>
                    <a:pt x="126501" y="334331"/>
                  </a:lnTo>
                  <a:lnTo>
                    <a:pt x="131794" y="334215"/>
                  </a:lnTo>
                  <a:lnTo>
                    <a:pt x="137081" y="333932"/>
                  </a:lnTo>
                  <a:lnTo>
                    <a:pt x="142356" y="333481"/>
                  </a:lnTo>
                  <a:lnTo>
                    <a:pt x="147614" y="332864"/>
                  </a:lnTo>
                  <a:lnTo>
                    <a:pt x="152850" y="332080"/>
                  </a:lnTo>
                  <a:lnTo>
                    <a:pt x="158059" y="331131"/>
                  </a:lnTo>
                  <a:lnTo>
                    <a:pt x="163235" y="330017"/>
                  </a:lnTo>
                  <a:lnTo>
                    <a:pt x="168373" y="328740"/>
                  </a:lnTo>
                  <a:lnTo>
                    <a:pt x="173468" y="327301"/>
                  </a:lnTo>
                  <a:lnTo>
                    <a:pt x="178514" y="325701"/>
                  </a:lnTo>
                  <a:lnTo>
                    <a:pt x="183508" y="323942"/>
                  </a:lnTo>
                  <a:lnTo>
                    <a:pt x="188444" y="322026"/>
                  </a:lnTo>
                  <a:lnTo>
                    <a:pt x="193316" y="319955"/>
                  </a:lnTo>
                  <a:lnTo>
                    <a:pt x="198120" y="317731"/>
                  </a:lnTo>
                  <a:lnTo>
                    <a:pt x="202852" y="315355"/>
                  </a:lnTo>
                  <a:lnTo>
                    <a:pt x="207505" y="312831"/>
                  </a:lnTo>
                  <a:lnTo>
                    <a:pt x="212077" y="310161"/>
                  </a:lnTo>
                  <a:lnTo>
                    <a:pt x="216562" y="307347"/>
                  </a:lnTo>
                  <a:lnTo>
                    <a:pt x="220955" y="304393"/>
                  </a:lnTo>
                  <a:lnTo>
                    <a:pt x="225253" y="301301"/>
                  </a:lnTo>
                  <a:lnTo>
                    <a:pt x="229450" y="298074"/>
                  </a:lnTo>
                  <a:lnTo>
                    <a:pt x="233543" y="294716"/>
                  </a:lnTo>
                  <a:lnTo>
                    <a:pt x="237528" y="291231"/>
                  </a:lnTo>
                  <a:lnTo>
                    <a:pt x="241401" y="287620"/>
                  </a:lnTo>
                  <a:lnTo>
                    <a:pt x="245157" y="283889"/>
                  </a:lnTo>
                  <a:lnTo>
                    <a:pt x="248793" y="280041"/>
                  </a:lnTo>
                  <a:lnTo>
                    <a:pt x="252306" y="276080"/>
                  </a:lnTo>
                  <a:lnTo>
                    <a:pt x="255691" y="272009"/>
                  </a:lnTo>
                  <a:lnTo>
                    <a:pt x="258946" y="267834"/>
                  </a:lnTo>
                  <a:lnTo>
                    <a:pt x="262067" y="263557"/>
                  </a:lnTo>
                  <a:lnTo>
                    <a:pt x="265051" y="259184"/>
                  </a:lnTo>
                  <a:lnTo>
                    <a:pt x="267894" y="254718"/>
                  </a:lnTo>
                  <a:lnTo>
                    <a:pt x="270595" y="250165"/>
                  </a:lnTo>
                  <a:lnTo>
                    <a:pt x="273151" y="245528"/>
                  </a:lnTo>
                  <a:lnTo>
                    <a:pt x="275558" y="240813"/>
                  </a:lnTo>
                  <a:lnTo>
                    <a:pt x="277815" y="236023"/>
                  </a:lnTo>
                  <a:lnTo>
                    <a:pt x="279919" y="231165"/>
                  </a:lnTo>
                  <a:lnTo>
                    <a:pt x="281868" y="226243"/>
                  </a:lnTo>
                  <a:lnTo>
                    <a:pt x="283661" y="221261"/>
                  </a:lnTo>
                  <a:lnTo>
                    <a:pt x="285294" y="216225"/>
                  </a:lnTo>
                  <a:lnTo>
                    <a:pt x="286768" y="211140"/>
                  </a:lnTo>
                  <a:lnTo>
                    <a:pt x="288079" y="206011"/>
                  </a:lnTo>
                  <a:lnTo>
                    <a:pt x="289228" y="200842"/>
                  </a:lnTo>
                  <a:lnTo>
                    <a:pt x="290212" y="195640"/>
                  </a:lnTo>
                  <a:lnTo>
                    <a:pt x="291031" y="190410"/>
                  </a:lnTo>
                  <a:lnTo>
                    <a:pt x="291684" y="185156"/>
                  </a:lnTo>
                  <a:lnTo>
                    <a:pt x="292170" y="179884"/>
                  </a:lnTo>
                  <a:lnTo>
                    <a:pt x="292490" y="174599"/>
                  </a:lnTo>
                  <a:lnTo>
                    <a:pt x="292641" y="169307"/>
                  </a:lnTo>
                  <a:lnTo>
                    <a:pt x="292625" y="164013"/>
                  </a:lnTo>
                  <a:lnTo>
                    <a:pt x="292441" y="158722"/>
                  </a:lnTo>
                  <a:lnTo>
                    <a:pt x="292090" y="153439"/>
                  </a:lnTo>
                  <a:lnTo>
                    <a:pt x="291572" y="148170"/>
                  </a:lnTo>
                  <a:lnTo>
                    <a:pt x="290887" y="142920"/>
                  </a:lnTo>
                  <a:lnTo>
                    <a:pt x="290036" y="137695"/>
                  </a:lnTo>
                  <a:lnTo>
                    <a:pt x="289021" y="132499"/>
                  </a:lnTo>
                  <a:lnTo>
                    <a:pt x="287841" y="127338"/>
                  </a:lnTo>
                  <a:lnTo>
                    <a:pt x="286498" y="122217"/>
                  </a:lnTo>
                  <a:lnTo>
                    <a:pt x="284994" y="117141"/>
                  </a:lnTo>
                  <a:lnTo>
                    <a:pt x="283330" y="112115"/>
                  </a:lnTo>
                  <a:lnTo>
                    <a:pt x="281507" y="107144"/>
                  </a:lnTo>
                  <a:lnTo>
                    <a:pt x="279528" y="102233"/>
                  </a:lnTo>
                  <a:lnTo>
                    <a:pt x="277395" y="97388"/>
                  </a:lnTo>
                  <a:lnTo>
                    <a:pt x="275109" y="92612"/>
                  </a:lnTo>
                  <a:lnTo>
                    <a:pt x="272673" y="87912"/>
                  </a:lnTo>
                  <a:lnTo>
                    <a:pt x="270089" y="83291"/>
                  </a:lnTo>
                  <a:lnTo>
                    <a:pt x="267361" y="78754"/>
                  </a:lnTo>
                  <a:lnTo>
                    <a:pt x="264490" y="74305"/>
                  </a:lnTo>
                  <a:lnTo>
                    <a:pt x="261480" y="69950"/>
                  </a:lnTo>
                  <a:lnTo>
                    <a:pt x="258333" y="65693"/>
                  </a:lnTo>
                  <a:lnTo>
                    <a:pt x="255053" y="61537"/>
                  </a:lnTo>
                  <a:lnTo>
                    <a:pt x="251643" y="57487"/>
                  </a:lnTo>
                  <a:lnTo>
                    <a:pt x="248106" y="53547"/>
                  </a:lnTo>
                  <a:lnTo>
                    <a:pt x="244447" y="49721"/>
                  </a:lnTo>
                  <a:lnTo>
                    <a:pt x="240668" y="46013"/>
                  </a:lnTo>
                  <a:lnTo>
                    <a:pt x="236774" y="42426"/>
                  </a:lnTo>
                  <a:lnTo>
                    <a:pt x="232768" y="38965"/>
                  </a:lnTo>
                  <a:lnTo>
                    <a:pt x="228654" y="35632"/>
                  </a:lnTo>
                  <a:lnTo>
                    <a:pt x="224437" y="32431"/>
                  </a:lnTo>
                  <a:lnTo>
                    <a:pt x="220121" y="29365"/>
                  </a:lnTo>
                  <a:lnTo>
                    <a:pt x="215710" y="26437"/>
                  </a:lnTo>
                  <a:lnTo>
                    <a:pt x="211208" y="23651"/>
                  </a:lnTo>
                  <a:lnTo>
                    <a:pt x="206621" y="21008"/>
                  </a:lnTo>
                  <a:lnTo>
                    <a:pt x="201951" y="18512"/>
                  </a:lnTo>
                  <a:lnTo>
                    <a:pt x="197206" y="16165"/>
                  </a:lnTo>
                  <a:lnTo>
                    <a:pt x="192388" y="13970"/>
                  </a:lnTo>
                  <a:lnTo>
                    <a:pt x="187503" y="11928"/>
                  </a:lnTo>
                  <a:lnTo>
                    <a:pt x="182556" y="10042"/>
                  </a:lnTo>
                  <a:lnTo>
                    <a:pt x="177552" y="8314"/>
                  </a:lnTo>
                  <a:lnTo>
                    <a:pt x="172496" y="6745"/>
                  </a:lnTo>
                  <a:lnTo>
                    <a:pt x="167392" y="5337"/>
                  </a:lnTo>
                  <a:lnTo>
                    <a:pt x="162246" y="4091"/>
                  </a:lnTo>
                  <a:lnTo>
                    <a:pt x="157064" y="3009"/>
                  </a:lnTo>
                  <a:lnTo>
                    <a:pt x="151850" y="2091"/>
                  </a:lnTo>
                  <a:lnTo>
                    <a:pt x="146609" y="1339"/>
                  </a:lnTo>
                  <a:lnTo>
                    <a:pt x="141347" y="754"/>
                  </a:lnTo>
                  <a:lnTo>
                    <a:pt x="136069" y="335"/>
                  </a:lnTo>
                  <a:lnTo>
                    <a:pt x="130781" y="83"/>
                  </a:lnTo>
                  <a:lnTo>
                    <a:pt x="125487" y="0"/>
                  </a:lnTo>
                  <a:lnTo>
                    <a:pt x="1254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797348" y="1071028"/>
              <a:ext cx="199765" cy="334332"/>
            </a:xfrm>
            <a:custGeom>
              <a:avLst/>
              <a:pathLst>
                <a:path w="199765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3" y="1349"/>
                  </a:lnTo>
                  <a:lnTo>
                    <a:pt x="140693" y="2107"/>
                  </a:lnTo>
                  <a:lnTo>
                    <a:pt x="135460" y="3031"/>
                  </a:lnTo>
                  <a:lnTo>
                    <a:pt x="130259" y="4121"/>
                  </a:lnTo>
                  <a:lnTo>
                    <a:pt x="125096" y="5376"/>
                  </a:lnTo>
                  <a:lnTo>
                    <a:pt x="119974" y="6795"/>
                  </a:lnTo>
                  <a:lnTo>
                    <a:pt x="114901" y="8376"/>
                  </a:lnTo>
                  <a:lnTo>
                    <a:pt x="109880" y="10117"/>
                  </a:lnTo>
                  <a:lnTo>
                    <a:pt x="104917" y="12016"/>
                  </a:lnTo>
                  <a:lnTo>
                    <a:pt x="100017" y="14073"/>
                  </a:lnTo>
                  <a:lnTo>
                    <a:pt x="95185" y="16284"/>
                  </a:lnTo>
                  <a:lnTo>
                    <a:pt x="90426" y="18648"/>
                  </a:lnTo>
                  <a:lnTo>
                    <a:pt x="85744" y="21162"/>
                  </a:lnTo>
                  <a:lnTo>
                    <a:pt x="81144" y="23823"/>
                  </a:lnTo>
                  <a:lnTo>
                    <a:pt x="76632" y="26629"/>
                  </a:lnTo>
                  <a:lnTo>
                    <a:pt x="72210" y="29577"/>
                  </a:lnTo>
                  <a:lnTo>
                    <a:pt x="67885" y="32664"/>
                  </a:lnTo>
                  <a:lnTo>
                    <a:pt x="63660" y="35888"/>
                  </a:lnTo>
                  <a:lnTo>
                    <a:pt x="59540" y="39243"/>
                  </a:lnTo>
                  <a:lnTo>
                    <a:pt x="55528" y="42728"/>
                  </a:lnTo>
                  <a:lnTo>
                    <a:pt x="51629" y="46339"/>
                  </a:lnTo>
                  <a:lnTo>
                    <a:pt x="47847" y="50072"/>
                  </a:lnTo>
                  <a:lnTo>
                    <a:pt x="44186" y="53923"/>
                  </a:lnTo>
                  <a:lnTo>
                    <a:pt x="40649" y="57889"/>
                  </a:lnTo>
                  <a:lnTo>
                    <a:pt x="37239" y="61965"/>
                  </a:lnTo>
                  <a:lnTo>
                    <a:pt x="33961" y="66147"/>
                  </a:lnTo>
                  <a:lnTo>
                    <a:pt x="30817" y="70432"/>
                  </a:lnTo>
                  <a:lnTo>
                    <a:pt x="27812" y="74814"/>
                  </a:lnTo>
                  <a:lnTo>
                    <a:pt x="24947" y="79290"/>
                  </a:lnTo>
                  <a:lnTo>
                    <a:pt x="22225" y="83854"/>
                  </a:lnTo>
                  <a:lnTo>
                    <a:pt x="19650" y="88503"/>
                  </a:lnTo>
                  <a:lnTo>
                    <a:pt x="17225" y="93231"/>
                  </a:lnTo>
                  <a:lnTo>
                    <a:pt x="14950" y="98033"/>
                  </a:lnTo>
                  <a:lnTo>
                    <a:pt x="12830" y="102906"/>
                  </a:lnTo>
                  <a:lnTo>
                    <a:pt x="10865" y="107844"/>
                  </a:lnTo>
                  <a:lnTo>
                    <a:pt x="9059" y="112841"/>
                  </a:lnTo>
                  <a:lnTo>
                    <a:pt x="7412" y="117893"/>
                  </a:lnTo>
                  <a:lnTo>
                    <a:pt x="5927" y="122996"/>
                  </a:lnTo>
                  <a:lnTo>
                    <a:pt x="4604" y="128142"/>
                  </a:lnTo>
                  <a:lnTo>
                    <a:pt x="3446" y="133329"/>
                  </a:lnTo>
                  <a:lnTo>
                    <a:pt x="2453" y="138549"/>
                  </a:lnTo>
                  <a:lnTo>
                    <a:pt x="1627" y="143799"/>
                  </a:lnTo>
                  <a:lnTo>
                    <a:pt x="967" y="149072"/>
                  </a:lnTo>
                  <a:lnTo>
                    <a:pt x="476" y="154363"/>
                  </a:lnTo>
                  <a:lnTo>
                    <a:pt x="154" y="159667"/>
                  </a:lnTo>
                  <a:lnTo>
                    <a:pt x="0" y="164979"/>
                  </a:lnTo>
                  <a:lnTo>
                    <a:pt x="14" y="170293"/>
                  </a:lnTo>
                  <a:lnTo>
                    <a:pt x="198" y="175604"/>
                  </a:lnTo>
                  <a:lnTo>
                    <a:pt x="551" y="180906"/>
                  </a:lnTo>
                  <a:lnTo>
                    <a:pt x="1072" y="186194"/>
                  </a:lnTo>
                  <a:lnTo>
                    <a:pt x="1760" y="191464"/>
                  </a:lnTo>
                  <a:lnTo>
                    <a:pt x="2616" y="196708"/>
                  </a:lnTo>
                  <a:lnTo>
                    <a:pt x="3638" y="201923"/>
                  </a:lnTo>
                  <a:lnTo>
                    <a:pt x="4826" y="207103"/>
                  </a:lnTo>
                  <a:lnTo>
                    <a:pt x="6177" y="212242"/>
                  </a:lnTo>
                  <a:lnTo>
                    <a:pt x="7691" y="217336"/>
                  </a:lnTo>
                  <a:lnTo>
                    <a:pt x="9366" y="222379"/>
                  </a:lnTo>
                  <a:lnTo>
                    <a:pt x="11201" y="227366"/>
                  </a:lnTo>
                  <a:lnTo>
                    <a:pt x="13193" y="232293"/>
                  </a:lnTo>
                  <a:lnTo>
                    <a:pt x="15341" y="237153"/>
                  </a:lnTo>
                  <a:lnTo>
                    <a:pt x="17642" y="241943"/>
                  </a:lnTo>
                  <a:lnTo>
                    <a:pt x="20094" y="246657"/>
                  </a:lnTo>
                  <a:lnTo>
                    <a:pt x="22695" y="251292"/>
                  </a:lnTo>
                  <a:lnTo>
                    <a:pt x="25442" y="255841"/>
                  </a:lnTo>
                  <a:lnTo>
                    <a:pt x="28332" y="260300"/>
                  </a:lnTo>
                  <a:lnTo>
                    <a:pt x="31362" y="264665"/>
                  </a:lnTo>
                  <a:lnTo>
                    <a:pt x="34530" y="268932"/>
                  </a:lnTo>
                  <a:lnTo>
                    <a:pt x="37831" y="273096"/>
                  </a:lnTo>
                  <a:lnTo>
                    <a:pt x="41264" y="277153"/>
                  </a:lnTo>
                  <a:lnTo>
                    <a:pt x="44823" y="281099"/>
                  </a:lnTo>
                  <a:lnTo>
                    <a:pt x="48506" y="284929"/>
                  </a:lnTo>
                  <a:lnTo>
                    <a:pt x="52309" y="288641"/>
                  </a:lnTo>
                  <a:lnTo>
                    <a:pt x="56228" y="292230"/>
                  </a:lnTo>
                  <a:lnTo>
                    <a:pt x="60259" y="295692"/>
                  </a:lnTo>
                  <a:lnTo>
                    <a:pt x="64398" y="299025"/>
                  </a:lnTo>
                  <a:lnTo>
                    <a:pt x="68641" y="302224"/>
                  </a:lnTo>
                  <a:lnTo>
                    <a:pt x="72984" y="305287"/>
                  </a:lnTo>
                  <a:lnTo>
                    <a:pt x="77422" y="308210"/>
                  </a:lnTo>
                  <a:lnTo>
                    <a:pt x="81950" y="310991"/>
                  </a:lnTo>
                  <a:lnTo>
                    <a:pt x="86564" y="313627"/>
                  </a:lnTo>
                  <a:lnTo>
                    <a:pt x="91260" y="316114"/>
                  </a:lnTo>
                  <a:lnTo>
                    <a:pt x="96033" y="318451"/>
                  </a:lnTo>
                  <a:lnTo>
                    <a:pt x="100877" y="320635"/>
                  </a:lnTo>
                  <a:lnTo>
                    <a:pt x="105789" y="322664"/>
                  </a:lnTo>
                  <a:lnTo>
                    <a:pt x="110762" y="324536"/>
                  </a:lnTo>
                  <a:lnTo>
                    <a:pt x="115792" y="326249"/>
                  </a:lnTo>
                  <a:lnTo>
                    <a:pt x="120875" y="327801"/>
                  </a:lnTo>
                  <a:lnTo>
                    <a:pt x="126004" y="329191"/>
                  </a:lnTo>
                  <a:lnTo>
                    <a:pt x="131174" y="330417"/>
                  </a:lnTo>
                  <a:lnTo>
                    <a:pt x="136381" y="331478"/>
                  </a:lnTo>
                  <a:lnTo>
                    <a:pt x="141620" y="332373"/>
                  </a:lnTo>
                  <a:lnTo>
                    <a:pt x="146883" y="333101"/>
                  </a:lnTo>
                  <a:lnTo>
                    <a:pt x="152168" y="333661"/>
                  </a:lnTo>
                  <a:lnTo>
                    <a:pt x="157467" y="334054"/>
                  </a:lnTo>
                  <a:lnTo>
                    <a:pt x="162777" y="334277"/>
                  </a:lnTo>
                  <a:lnTo>
                    <a:pt x="168090" y="334332"/>
                  </a:lnTo>
                  <a:lnTo>
                    <a:pt x="173403" y="334217"/>
                  </a:lnTo>
                  <a:lnTo>
                    <a:pt x="178710" y="333934"/>
                  </a:lnTo>
                  <a:lnTo>
                    <a:pt x="184004" y="333483"/>
                  </a:lnTo>
                  <a:lnTo>
                    <a:pt x="189282" y="332863"/>
                  </a:lnTo>
                  <a:lnTo>
                    <a:pt x="194538" y="332076"/>
                  </a:lnTo>
                  <a:lnTo>
                    <a:pt x="199765" y="33112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32612" cy="163955"/>
            </a:xfrm>
            <a:custGeom>
              <a:avLst/>
              <a:pathLst>
                <a:path w="32612" h="163955">
                  <a:moveTo>
                    <a:pt x="32612" y="1639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072741"/>
              <a:ext cx="167165" cy="329409"/>
            </a:xfrm>
            <a:custGeom>
              <a:avLst/>
              <a:pathLst>
                <a:path w="167165" h="329409">
                  <a:moveTo>
                    <a:pt x="32612" y="329409"/>
                  </a:moveTo>
                  <a:lnTo>
                    <a:pt x="37815" y="328288"/>
                  </a:lnTo>
                  <a:lnTo>
                    <a:pt x="42980" y="327002"/>
                  </a:lnTo>
                  <a:lnTo>
                    <a:pt x="48101" y="325551"/>
                  </a:lnTo>
                  <a:lnTo>
                    <a:pt x="53173" y="323939"/>
                  </a:lnTo>
                  <a:lnTo>
                    <a:pt x="58192" y="322166"/>
                  </a:lnTo>
                  <a:lnTo>
                    <a:pt x="63151" y="320234"/>
                  </a:lnTo>
                  <a:lnTo>
                    <a:pt x="68047" y="318145"/>
                  </a:lnTo>
                  <a:lnTo>
                    <a:pt x="72873" y="315901"/>
                  </a:lnTo>
                  <a:lnTo>
                    <a:pt x="77626" y="313505"/>
                  </a:lnTo>
                  <a:lnTo>
                    <a:pt x="82300" y="310959"/>
                  </a:lnTo>
                  <a:lnTo>
                    <a:pt x="86890" y="308265"/>
                  </a:lnTo>
                  <a:lnTo>
                    <a:pt x="91392" y="305426"/>
                  </a:lnTo>
                  <a:lnTo>
                    <a:pt x="95802" y="302446"/>
                  </a:lnTo>
                  <a:lnTo>
                    <a:pt x="100115" y="299327"/>
                  </a:lnTo>
                  <a:lnTo>
                    <a:pt x="104326" y="296072"/>
                  </a:lnTo>
                  <a:lnTo>
                    <a:pt x="108431" y="292684"/>
                  </a:lnTo>
                  <a:lnTo>
                    <a:pt x="112427" y="289168"/>
                  </a:lnTo>
                  <a:lnTo>
                    <a:pt x="116308" y="285526"/>
                  </a:lnTo>
                  <a:lnTo>
                    <a:pt x="120072" y="281762"/>
                  </a:lnTo>
                  <a:lnTo>
                    <a:pt x="123713" y="277881"/>
                  </a:lnTo>
                  <a:lnTo>
                    <a:pt x="127230" y="273886"/>
                  </a:lnTo>
                  <a:lnTo>
                    <a:pt x="130617" y="269780"/>
                  </a:lnTo>
                  <a:lnTo>
                    <a:pt x="133872" y="265569"/>
                  </a:lnTo>
                  <a:lnTo>
                    <a:pt x="136992" y="261256"/>
                  </a:lnTo>
                  <a:lnTo>
                    <a:pt x="139972" y="256847"/>
                  </a:lnTo>
                  <a:lnTo>
                    <a:pt x="142811" y="252344"/>
                  </a:lnTo>
                  <a:lnTo>
                    <a:pt x="145504" y="247754"/>
                  </a:lnTo>
                  <a:lnTo>
                    <a:pt x="148051" y="243080"/>
                  </a:lnTo>
                  <a:lnTo>
                    <a:pt x="150447" y="238328"/>
                  </a:lnTo>
                  <a:lnTo>
                    <a:pt x="152690" y="233501"/>
                  </a:lnTo>
                  <a:lnTo>
                    <a:pt x="154779" y="228606"/>
                  </a:lnTo>
                  <a:lnTo>
                    <a:pt x="156711" y="223646"/>
                  </a:lnTo>
                  <a:lnTo>
                    <a:pt x="158484" y="218628"/>
                  </a:lnTo>
                  <a:lnTo>
                    <a:pt x="160097" y="213555"/>
                  </a:lnTo>
                  <a:lnTo>
                    <a:pt x="161547" y="208434"/>
                  </a:lnTo>
                  <a:lnTo>
                    <a:pt x="162834" y="203270"/>
                  </a:lnTo>
                  <a:lnTo>
                    <a:pt x="163955" y="198067"/>
                  </a:lnTo>
                  <a:lnTo>
                    <a:pt x="164910" y="192831"/>
                  </a:lnTo>
                  <a:lnTo>
                    <a:pt x="165698" y="187567"/>
                  </a:lnTo>
                  <a:lnTo>
                    <a:pt x="166318" y="182281"/>
                  </a:lnTo>
                  <a:lnTo>
                    <a:pt x="166769" y="176977"/>
                  </a:lnTo>
                  <a:lnTo>
                    <a:pt x="167052" y="171662"/>
                  </a:lnTo>
                  <a:lnTo>
                    <a:pt x="167165" y="166341"/>
                  </a:lnTo>
                  <a:lnTo>
                    <a:pt x="167108" y="161019"/>
                  </a:lnTo>
                  <a:lnTo>
                    <a:pt x="166882" y="155701"/>
                  </a:lnTo>
                  <a:lnTo>
                    <a:pt x="166487" y="150393"/>
                  </a:lnTo>
                  <a:lnTo>
                    <a:pt x="165923" y="145101"/>
                  </a:lnTo>
                  <a:lnTo>
                    <a:pt x="165191" y="139829"/>
                  </a:lnTo>
                  <a:lnTo>
                    <a:pt x="164292" y="134583"/>
                  </a:lnTo>
                  <a:lnTo>
                    <a:pt x="163226" y="129369"/>
                  </a:lnTo>
                  <a:lnTo>
                    <a:pt x="161994" y="124190"/>
                  </a:lnTo>
                  <a:lnTo>
                    <a:pt x="160598" y="119054"/>
                  </a:lnTo>
                  <a:lnTo>
                    <a:pt x="159040" y="113965"/>
                  </a:lnTo>
                  <a:lnTo>
                    <a:pt x="157320" y="108928"/>
                  </a:lnTo>
                  <a:lnTo>
                    <a:pt x="155441" y="103948"/>
                  </a:lnTo>
                  <a:lnTo>
                    <a:pt x="153404" y="99031"/>
                  </a:lnTo>
                  <a:lnTo>
                    <a:pt x="151212" y="94181"/>
                  </a:lnTo>
                  <a:lnTo>
                    <a:pt x="148866" y="89403"/>
                  </a:lnTo>
                  <a:lnTo>
                    <a:pt x="146370" y="84703"/>
                  </a:lnTo>
                  <a:lnTo>
                    <a:pt x="143725" y="80084"/>
                  </a:lnTo>
                  <a:lnTo>
                    <a:pt x="140934" y="75552"/>
                  </a:lnTo>
                  <a:lnTo>
                    <a:pt x="138001" y="71111"/>
                  </a:lnTo>
                  <a:lnTo>
                    <a:pt x="134927" y="66765"/>
                  </a:lnTo>
                  <a:lnTo>
                    <a:pt x="131717" y="62520"/>
                  </a:lnTo>
                  <a:lnTo>
                    <a:pt x="128373" y="58379"/>
                  </a:lnTo>
                  <a:lnTo>
                    <a:pt x="124900" y="54346"/>
                  </a:lnTo>
                  <a:lnTo>
                    <a:pt x="121299" y="50426"/>
                  </a:lnTo>
                  <a:lnTo>
                    <a:pt x="117576" y="46623"/>
                  </a:lnTo>
                  <a:lnTo>
                    <a:pt x="113733" y="42940"/>
                  </a:lnTo>
                  <a:lnTo>
                    <a:pt x="109775" y="39382"/>
                  </a:lnTo>
                  <a:lnTo>
                    <a:pt x="105706" y="35951"/>
                  </a:lnTo>
                  <a:lnTo>
                    <a:pt x="101530" y="32651"/>
                  </a:lnTo>
                  <a:lnTo>
                    <a:pt x="97251" y="29486"/>
                  </a:lnTo>
                  <a:lnTo>
                    <a:pt x="92873" y="26459"/>
                  </a:lnTo>
                  <a:lnTo>
                    <a:pt x="88401" y="23573"/>
                  </a:lnTo>
                  <a:lnTo>
                    <a:pt x="83839" y="20831"/>
                  </a:lnTo>
                  <a:lnTo>
                    <a:pt x="79193" y="18235"/>
                  </a:lnTo>
                  <a:lnTo>
                    <a:pt x="74466" y="15789"/>
                  </a:lnTo>
                  <a:lnTo>
                    <a:pt x="69663" y="13494"/>
                  </a:lnTo>
                  <a:lnTo>
                    <a:pt x="64790" y="11353"/>
                  </a:lnTo>
                  <a:lnTo>
                    <a:pt x="59852" y="9368"/>
                  </a:lnTo>
                  <a:lnTo>
                    <a:pt x="54852" y="7542"/>
                  </a:lnTo>
                  <a:lnTo>
                    <a:pt x="49797" y="5876"/>
                  </a:lnTo>
                  <a:lnTo>
                    <a:pt x="44692" y="4372"/>
                  </a:lnTo>
                  <a:lnTo>
                    <a:pt x="39541" y="3030"/>
                  </a:lnTo>
                  <a:lnTo>
                    <a:pt x="34351" y="1854"/>
                  </a:lnTo>
                  <a:lnTo>
                    <a:pt x="29125" y="843"/>
                  </a:lnTo>
                  <a:lnTo>
                    <a:pt x="23870" y="0"/>
                  </a:lnTo>
                  <a:lnTo>
                    <a:pt x="0" y="1654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071028"/>
              <a:ext cx="23870" cy="167167"/>
            </a:xfrm>
            <a:custGeom>
              <a:avLst/>
              <a:pathLst>
                <a:path w="23870" h="167167">
                  <a:moveTo>
                    <a:pt x="23870" y="1713"/>
                  </a:moveTo>
                  <a:lnTo>
                    <a:pt x="15943" y="762"/>
                  </a:lnTo>
                  <a:lnTo>
                    <a:pt x="7980" y="1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4412" y="1322571"/>
              <a:ext cx="124308" cy="167167"/>
            </a:xfrm>
            <a:custGeom>
              <a:avLst/>
              <a:pathLst>
                <a:path w="124308" h="167167">
                  <a:moveTo>
                    <a:pt x="124308" y="0"/>
                  </a:moveTo>
                  <a:lnTo>
                    <a:pt x="118703" y="94"/>
                  </a:lnTo>
                  <a:lnTo>
                    <a:pt x="113104" y="375"/>
                  </a:lnTo>
                  <a:lnTo>
                    <a:pt x="107517" y="845"/>
                  </a:lnTo>
                  <a:lnTo>
                    <a:pt x="101949" y="1502"/>
                  </a:lnTo>
                  <a:lnTo>
                    <a:pt x="96407" y="2344"/>
                  </a:lnTo>
                  <a:lnTo>
                    <a:pt x="90895" y="3373"/>
                  </a:lnTo>
                  <a:lnTo>
                    <a:pt x="85422" y="4585"/>
                  </a:lnTo>
                  <a:lnTo>
                    <a:pt x="79992" y="5981"/>
                  </a:lnTo>
                  <a:lnTo>
                    <a:pt x="74612" y="7557"/>
                  </a:lnTo>
                  <a:lnTo>
                    <a:pt x="69288" y="9314"/>
                  </a:lnTo>
                  <a:lnTo>
                    <a:pt x="64026" y="11247"/>
                  </a:lnTo>
                  <a:lnTo>
                    <a:pt x="58831" y="13356"/>
                  </a:lnTo>
                  <a:lnTo>
                    <a:pt x="53710" y="15638"/>
                  </a:lnTo>
                  <a:lnTo>
                    <a:pt x="48669" y="18091"/>
                  </a:lnTo>
                  <a:lnTo>
                    <a:pt x="43713" y="20711"/>
                  </a:lnTo>
                  <a:lnTo>
                    <a:pt x="38847" y="23496"/>
                  </a:lnTo>
                  <a:lnTo>
                    <a:pt x="34077" y="26443"/>
                  </a:lnTo>
                  <a:lnTo>
                    <a:pt x="29409" y="29547"/>
                  </a:lnTo>
                  <a:lnTo>
                    <a:pt x="24848" y="32807"/>
                  </a:lnTo>
                  <a:lnTo>
                    <a:pt x="20398" y="36218"/>
                  </a:lnTo>
                  <a:lnTo>
                    <a:pt x="16066" y="39776"/>
                  </a:lnTo>
                  <a:lnTo>
                    <a:pt x="11855" y="43477"/>
                  </a:lnTo>
                  <a:lnTo>
                    <a:pt x="7771" y="47317"/>
                  </a:lnTo>
                  <a:lnTo>
                    <a:pt x="3817" y="51293"/>
                  </a:lnTo>
                  <a:lnTo>
                    <a:pt x="0" y="55398"/>
                  </a:lnTo>
                  <a:lnTo>
                    <a:pt x="1243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64412" y="1377970"/>
              <a:ext cx="124308" cy="111768"/>
            </a:xfrm>
            <a:custGeom>
              <a:avLst/>
              <a:pathLst>
                <a:path w="124308" h="111768">
                  <a:moveTo>
                    <a:pt x="0" y="0"/>
                  </a:moveTo>
                  <a:lnTo>
                    <a:pt x="124308" y="1117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21555" y="1341278"/>
              <a:ext cx="334316" cy="315624"/>
            </a:xfrm>
            <a:custGeom>
              <a:avLst/>
              <a:pathLst>
                <a:path w="334316" h="315624">
                  <a:moveTo>
                    <a:pt x="42856" y="36692"/>
                  </a:moveTo>
                  <a:lnTo>
                    <a:pt x="39383" y="40680"/>
                  </a:lnTo>
                  <a:lnTo>
                    <a:pt x="36038" y="44776"/>
                  </a:lnTo>
                  <a:lnTo>
                    <a:pt x="32823" y="48975"/>
                  </a:lnTo>
                  <a:lnTo>
                    <a:pt x="29744" y="53275"/>
                  </a:lnTo>
                  <a:lnTo>
                    <a:pt x="26802" y="57669"/>
                  </a:lnTo>
                  <a:lnTo>
                    <a:pt x="24000" y="62155"/>
                  </a:lnTo>
                  <a:lnTo>
                    <a:pt x="21341" y="66727"/>
                  </a:lnTo>
                  <a:lnTo>
                    <a:pt x="18829" y="71380"/>
                  </a:lnTo>
                  <a:lnTo>
                    <a:pt x="16465" y="76111"/>
                  </a:lnTo>
                  <a:lnTo>
                    <a:pt x="14252" y="80914"/>
                  </a:lnTo>
                  <a:lnTo>
                    <a:pt x="12192" y="85785"/>
                  </a:lnTo>
                  <a:lnTo>
                    <a:pt x="10287" y="90719"/>
                  </a:lnTo>
                  <a:lnTo>
                    <a:pt x="8539" y="95710"/>
                  </a:lnTo>
                  <a:lnTo>
                    <a:pt x="6949" y="100754"/>
                  </a:lnTo>
                  <a:lnTo>
                    <a:pt x="5521" y="105846"/>
                  </a:lnTo>
                  <a:lnTo>
                    <a:pt x="4253" y="110981"/>
                  </a:lnTo>
                  <a:lnTo>
                    <a:pt x="3149" y="116153"/>
                  </a:lnTo>
                  <a:lnTo>
                    <a:pt x="2210" y="121357"/>
                  </a:lnTo>
                  <a:lnTo>
                    <a:pt x="1435" y="126588"/>
                  </a:lnTo>
                  <a:lnTo>
                    <a:pt x="826" y="131842"/>
                  </a:lnTo>
                  <a:lnTo>
                    <a:pt x="383" y="137112"/>
                  </a:lnTo>
                  <a:lnTo>
                    <a:pt x="108" y="142393"/>
                  </a:lnTo>
                  <a:lnTo>
                    <a:pt x="0" y="147681"/>
                  </a:lnTo>
                  <a:lnTo>
                    <a:pt x="58" y="152969"/>
                  </a:lnTo>
                  <a:lnTo>
                    <a:pt x="285" y="158253"/>
                  </a:lnTo>
                  <a:lnTo>
                    <a:pt x="678" y="163527"/>
                  </a:lnTo>
                  <a:lnTo>
                    <a:pt x="1238" y="168785"/>
                  </a:lnTo>
                  <a:lnTo>
                    <a:pt x="1964" y="174024"/>
                  </a:lnTo>
                  <a:lnTo>
                    <a:pt x="2855" y="179237"/>
                  </a:lnTo>
                  <a:lnTo>
                    <a:pt x="3911" y="184419"/>
                  </a:lnTo>
                  <a:lnTo>
                    <a:pt x="5130" y="189565"/>
                  </a:lnTo>
                  <a:lnTo>
                    <a:pt x="6511" y="194670"/>
                  </a:lnTo>
                  <a:lnTo>
                    <a:pt x="8053" y="199729"/>
                  </a:lnTo>
                  <a:lnTo>
                    <a:pt x="9755" y="204736"/>
                  </a:lnTo>
                  <a:lnTo>
                    <a:pt x="11614" y="209687"/>
                  </a:lnTo>
                  <a:lnTo>
                    <a:pt x="13628" y="214577"/>
                  </a:lnTo>
                  <a:lnTo>
                    <a:pt x="15797" y="219401"/>
                  </a:lnTo>
                  <a:lnTo>
                    <a:pt x="18116" y="224153"/>
                  </a:lnTo>
                  <a:lnTo>
                    <a:pt x="20585" y="228830"/>
                  </a:lnTo>
                  <a:lnTo>
                    <a:pt x="23201" y="233427"/>
                  </a:lnTo>
                  <a:lnTo>
                    <a:pt x="25961" y="237938"/>
                  </a:lnTo>
                  <a:lnTo>
                    <a:pt x="28862" y="242360"/>
                  </a:lnTo>
                  <a:lnTo>
                    <a:pt x="31901" y="246688"/>
                  </a:lnTo>
                  <a:lnTo>
                    <a:pt x="35076" y="250918"/>
                  </a:lnTo>
                  <a:lnTo>
                    <a:pt x="38383" y="255045"/>
                  </a:lnTo>
                  <a:lnTo>
                    <a:pt x="41819" y="259065"/>
                  </a:lnTo>
                  <a:lnTo>
                    <a:pt x="45381" y="262975"/>
                  </a:lnTo>
                  <a:lnTo>
                    <a:pt x="49064" y="266770"/>
                  </a:lnTo>
                  <a:lnTo>
                    <a:pt x="52865" y="270446"/>
                  </a:lnTo>
                  <a:lnTo>
                    <a:pt x="56781" y="274001"/>
                  </a:lnTo>
                  <a:lnTo>
                    <a:pt x="60808" y="277430"/>
                  </a:lnTo>
                  <a:lnTo>
                    <a:pt x="64940" y="280729"/>
                  </a:lnTo>
                  <a:lnTo>
                    <a:pt x="69176" y="283897"/>
                  </a:lnTo>
                  <a:lnTo>
                    <a:pt x="73509" y="286929"/>
                  </a:lnTo>
                  <a:lnTo>
                    <a:pt x="77936" y="289822"/>
                  </a:lnTo>
                  <a:lnTo>
                    <a:pt x="82452" y="292574"/>
                  </a:lnTo>
                  <a:lnTo>
                    <a:pt x="87053" y="295181"/>
                  </a:lnTo>
                  <a:lnTo>
                    <a:pt x="91734" y="297642"/>
                  </a:lnTo>
                  <a:lnTo>
                    <a:pt x="96491" y="299953"/>
                  </a:lnTo>
                  <a:lnTo>
                    <a:pt x="101318" y="302113"/>
                  </a:lnTo>
                  <a:lnTo>
                    <a:pt x="106212" y="304119"/>
                  </a:lnTo>
                  <a:lnTo>
                    <a:pt x="111166" y="305969"/>
                  </a:lnTo>
                  <a:lnTo>
                    <a:pt x="116177" y="307662"/>
                  </a:lnTo>
                  <a:lnTo>
                    <a:pt x="121238" y="309195"/>
                  </a:lnTo>
                  <a:lnTo>
                    <a:pt x="126345" y="310568"/>
                  </a:lnTo>
                  <a:lnTo>
                    <a:pt x="131494" y="311778"/>
                  </a:lnTo>
                  <a:lnTo>
                    <a:pt x="136678" y="312824"/>
                  </a:lnTo>
                  <a:lnTo>
                    <a:pt x="141892" y="313706"/>
                  </a:lnTo>
                  <a:lnTo>
                    <a:pt x="147132" y="314423"/>
                  </a:lnTo>
                  <a:lnTo>
                    <a:pt x="152392" y="314974"/>
                  </a:lnTo>
                  <a:lnTo>
                    <a:pt x="157666" y="315358"/>
                  </a:lnTo>
                  <a:lnTo>
                    <a:pt x="162950" y="315575"/>
                  </a:lnTo>
                  <a:lnTo>
                    <a:pt x="168239" y="315624"/>
                  </a:lnTo>
                  <a:lnTo>
                    <a:pt x="173526" y="315507"/>
                  </a:lnTo>
                  <a:lnTo>
                    <a:pt x="178807" y="315222"/>
                  </a:lnTo>
                  <a:lnTo>
                    <a:pt x="184076" y="314770"/>
                  </a:lnTo>
                  <a:lnTo>
                    <a:pt x="189328" y="314152"/>
                  </a:lnTo>
                  <a:lnTo>
                    <a:pt x="194559" y="313368"/>
                  </a:lnTo>
                  <a:lnTo>
                    <a:pt x="199761" y="312419"/>
                  </a:lnTo>
                  <a:lnTo>
                    <a:pt x="204931" y="311306"/>
                  </a:lnTo>
                  <a:lnTo>
                    <a:pt x="210064" y="310030"/>
                  </a:lnTo>
                  <a:lnTo>
                    <a:pt x="215153" y="308592"/>
                  </a:lnTo>
                  <a:lnTo>
                    <a:pt x="220194" y="306994"/>
                  </a:lnTo>
                  <a:lnTo>
                    <a:pt x="225183" y="305237"/>
                  </a:lnTo>
                  <a:lnTo>
                    <a:pt x="230113" y="303323"/>
                  </a:lnTo>
                  <a:lnTo>
                    <a:pt x="234980" y="301255"/>
                  </a:lnTo>
                  <a:lnTo>
                    <a:pt x="239779" y="299033"/>
                  </a:lnTo>
                  <a:lnTo>
                    <a:pt x="244506" y="296661"/>
                  </a:lnTo>
                  <a:lnTo>
                    <a:pt x="249155" y="294140"/>
                  </a:lnTo>
                  <a:lnTo>
                    <a:pt x="253722" y="291474"/>
                  </a:lnTo>
                  <a:lnTo>
                    <a:pt x="258203" y="288664"/>
                  </a:lnTo>
                  <a:lnTo>
                    <a:pt x="262592" y="285714"/>
                  </a:lnTo>
                  <a:lnTo>
                    <a:pt x="266886" y="282627"/>
                  </a:lnTo>
                  <a:lnTo>
                    <a:pt x="271080" y="279405"/>
                  </a:lnTo>
                  <a:lnTo>
                    <a:pt x="275170" y="276053"/>
                  </a:lnTo>
                  <a:lnTo>
                    <a:pt x="279152" y="272573"/>
                  </a:lnTo>
                  <a:lnTo>
                    <a:pt x="283022" y="268968"/>
                  </a:lnTo>
                  <a:lnTo>
                    <a:pt x="286776" y="265243"/>
                  </a:lnTo>
                  <a:lnTo>
                    <a:pt x="290410" y="261401"/>
                  </a:lnTo>
                  <a:lnTo>
                    <a:pt x="293921" y="257446"/>
                  </a:lnTo>
                  <a:lnTo>
                    <a:pt x="297305" y="253382"/>
                  </a:lnTo>
                  <a:lnTo>
                    <a:pt x="300559" y="249213"/>
                  </a:lnTo>
                  <a:lnTo>
                    <a:pt x="303679" y="244943"/>
                  </a:lnTo>
                  <a:lnTo>
                    <a:pt x="306663" y="240576"/>
                  </a:lnTo>
                  <a:lnTo>
                    <a:pt x="309507" y="236117"/>
                  </a:lnTo>
                  <a:lnTo>
                    <a:pt x="312209" y="231571"/>
                  </a:lnTo>
                  <a:lnTo>
                    <a:pt x="314765" y="226941"/>
                  </a:lnTo>
                  <a:lnTo>
                    <a:pt x="317174" y="222233"/>
                  </a:lnTo>
                  <a:lnTo>
                    <a:pt x="319432" y="217451"/>
                  </a:lnTo>
                  <a:lnTo>
                    <a:pt x="321538" y="212600"/>
                  </a:lnTo>
                  <a:lnTo>
                    <a:pt x="323490" y="207684"/>
                  </a:lnTo>
                  <a:lnTo>
                    <a:pt x="325285" y="202710"/>
                  </a:lnTo>
                  <a:lnTo>
                    <a:pt x="326922" y="197681"/>
                  </a:lnTo>
                  <a:lnTo>
                    <a:pt x="328399" y="192603"/>
                  </a:lnTo>
                  <a:lnTo>
                    <a:pt x="329715" y="187481"/>
                  </a:lnTo>
                  <a:lnTo>
                    <a:pt x="330868" y="182319"/>
                  </a:lnTo>
                  <a:lnTo>
                    <a:pt x="331857" y="177124"/>
                  </a:lnTo>
                  <a:lnTo>
                    <a:pt x="332681" y="171900"/>
                  </a:lnTo>
                  <a:lnTo>
                    <a:pt x="333340" y="166653"/>
                  </a:lnTo>
                  <a:lnTo>
                    <a:pt x="333832" y="161387"/>
                  </a:lnTo>
                  <a:lnTo>
                    <a:pt x="334158" y="156108"/>
                  </a:lnTo>
                  <a:lnTo>
                    <a:pt x="334316" y="150822"/>
                  </a:lnTo>
                  <a:lnTo>
                    <a:pt x="334307" y="145534"/>
                  </a:lnTo>
                  <a:lnTo>
                    <a:pt x="334131" y="140248"/>
                  </a:lnTo>
                  <a:lnTo>
                    <a:pt x="333787" y="134971"/>
                  </a:lnTo>
                  <a:lnTo>
                    <a:pt x="333277" y="129707"/>
                  </a:lnTo>
                  <a:lnTo>
                    <a:pt x="332601" y="124462"/>
                  </a:lnTo>
                  <a:lnTo>
                    <a:pt x="331759" y="119241"/>
                  </a:lnTo>
                  <a:lnTo>
                    <a:pt x="330752" y="114049"/>
                  </a:lnTo>
                  <a:lnTo>
                    <a:pt x="329582" y="108891"/>
                  </a:lnTo>
                  <a:lnTo>
                    <a:pt x="328249" y="103773"/>
                  </a:lnTo>
                  <a:lnTo>
                    <a:pt x="326755" y="98700"/>
                  </a:lnTo>
                  <a:lnTo>
                    <a:pt x="325101" y="93677"/>
                  </a:lnTo>
                  <a:lnTo>
                    <a:pt x="323289" y="88708"/>
                  </a:lnTo>
                  <a:lnTo>
                    <a:pt x="321321" y="83800"/>
                  </a:lnTo>
                  <a:lnTo>
                    <a:pt x="319198" y="78956"/>
                  </a:lnTo>
                  <a:lnTo>
                    <a:pt x="316924" y="74181"/>
                  </a:lnTo>
                  <a:lnTo>
                    <a:pt x="314499" y="69481"/>
                  </a:lnTo>
                  <a:lnTo>
                    <a:pt x="311927" y="64860"/>
                  </a:lnTo>
                  <a:lnTo>
                    <a:pt x="309210" y="60323"/>
                  </a:lnTo>
                  <a:lnTo>
                    <a:pt x="306351" y="55874"/>
                  </a:lnTo>
                  <a:lnTo>
                    <a:pt x="303353" y="51518"/>
                  </a:lnTo>
                  <a:lnTo>
                    <a:pt x="300218" y="47258"/>
                  </a:lnTo>
                  <a:lnTo>
                    <a:pt x="296950" y="43100"/>
                  </a:lnTo>
                  <a:lnTo>
                    <a:pt x="293552" y="39047"/>
                  </a:lnTo>
                  <a:lnTo>
                    <a:pt x="290028" y="35104"/>
                  </a:lnTo>
                  <a:lnTo>
                    <a:pt x="286381" y="31274"/>
                  </a:lnTo>
                  <a:lnTo>
                    <a:pt x="282614" y="27562"/>
                  </a:lnTo>
                  <a:lnTo>
                    <a:pt x="278732" y="23971"/>
                  </a:lnTo>
                  <a:lnTo>
                    <a:pt x="274738" y="20504"/>
                  </a:lnTo>
                  <a:lnTo>
                    <a:pt x="270637" y="17165"/>
                  </a:lnTo>
                  <a:lnTo>
                    <a:pt x="266432" y="13958"/>
                  </a:lnTo>
                  <a:lnTo>
                    <a:pt x="262128" y="10885"/>
                  </a:lnTo>
                  <a:lnTo>
                    <a:pt x="257728" y="7950"/>
                  </a:lnTo>
                  <a:lnTo>
                    <a:pt x="253238" y="5155"/>
                  </a:lnTo>
                  <a:lnTo>
                    <a:pt x="248662" y="2504"/>
                  </a:lnTo>
                  <a:lnTo>
                    <a:pt x="244005" y="0"/>
                  </a:lnTo>
                  <a:lnTo>
                    <a:pt x="167165" y="1484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488720" y="1322571"/>
              <a:ext cx="76839" cy="167167"/>
            </a:xfrm>
            <a:custGeom>
              <a:avLst/>
              <a:pathLst>
                <a:path w="76839" h="167167">
                  <a:moveTo>
                    <a:pt x="76839" y="18706"/>
                  </a:moveTo>
                  <a:lnTo>
                    <a:pt x="71730" y="16171"/>
                  </a:lnTo>
                  <a:lnTo>
                    <a:pt x="66539" y="13813"/>
                  </a:lnTo>
                  <a:lnTo>
                    <a:pt x="61269" y="11632"/>
                  </a:lnTo>
                  <a:lnTo>
                    <a:pt x="55929" y="9633"/>
                  </a:lnTo>
                  <a:lnTo>
                    <a:pt x="50523" y="7817"/>
                  </a:lnTo>
                  <a:lnTo>
                    <a:pt x="45058" y="6187"/>
                  </a:lnTo>
                  <a:lnTo>
                    <a:pt x="39541" y="4743"/>
                  </a:lnTo>
                  <a:lnTo>
                    <a:pt x="33978" y="3489"/>
                  </a:lnTo>
                  <a:lnTo>
                    <a:pt x="28376" y="2426"/>
                  </a:lnTo>
                  <a:lnTo>
                    <a:pt x="22740" y="1554"/>
                  </a:lnTo>
                  <a:lnTo>
                    <a:pt x="17078" y="874"/>
                  </a:lnTo>
                  <a:lnTo>
                    <a:pt x="11396" y="388"/>
                  </a:lnTo>
                  <a:lnTo>
                    <a:pt x="5701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2685" y="1681503"/>
              <a:ext cx="83839" cy="167167"/>
            </a:xfrm>
            <a:custGeom>
              <a:avLst/>
              <a:pathLst>
                <a:path w="83839" h="167167">
                  <a:moveTo>
                    <a:pt x="83839" y="0"/>
                  </a:moveTo>
                  <a:lnTo>
                    <a:pt x="77985" y="102"/>
                  </a:lnTo>
                  <a:lnTo>
                    <a:pt x="72139" y="409"/>
                  </a:lnTo>
                  <a:lnTo>
                    <a:pt x="66307" y="921"/>
                  </a:lnTo>
                  <a:lnTo>
                    <a:pt x="60496" y="1637"/>
                  </a:lnTo>
                  <a:lnTo>
                    <a:pt x="54714" y="2556"/>
                  </a:lnTo>
                  <a:lnTo>
                    <a:pt x="48967" y="3677"/>
                  </a:lnTo>
                  <a:lnTo>
                    <a:pt x="43264" y="4999"/>
                  </a:lnTo>
                  <a:lnTo>
                    <a:pt x="37610" y="6519"/>
                  </a:lnTo>
                  <a:lnTo>
                    <a:pt x="32013" y="8236"/>
                  </a:lnTo>
                  <a:lnTo>
                    <a:pt x="26479" y="10148"/>
                  </a:lnTo>
                  <a:lnTo>
                    <a:pt x="21016" y="12253"/>
                  </a:lnTo>
                  <a:lnTo>
                    <a:pt x="15630" y="14548"/>
                  </a:lnTo>
                  <a:lnTo>
                    <a:pt x="10328" y="17030"/>
                  </a:lnTo>
                  <a:lnTo>
                    <a:pt x="5115" y="19697"/>
                  </a:lnTo>
                  <a:lnTo>
                    <a:pt x="0" y="22544"/>
                  </a:lnTo>
                  <a:lnTo>
                    <a:pt x="838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002685" y="170404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19357" y="1681503"/>
              <a:ext cx="334324" cy="334327"/>
            </a:xfrm>
            <a:custGeom>
              <a:avLst/>
              <a:pathLst>
                <a:path w="334324" h="334327">
                  <a:moveTo>
                    <a:pt x="83327" y="22544"/>
                  </a:moveTo>
                  <a:lnTo>
                    <a:pt x="78794" y="25268"/>
                  </a:lnTo>
                  <a:lnTo>
                    <a:pt x="74350" y="28134"/>
                  </a:lnTo>
                  <a:lnTo>
                    <a:pt x="69999" y="31140"/>
                  </a:lnTo>
                  <a:lnTo>
                    <a:pt x="65745" y="34281"/>
                  </a:lnTo>
                  <a:lnTo>
                    <a:pt x="61592" y="37556"/>
                  </a:lnTo>
                  <a:lnTo>
                    <a:pt x="57545" y="40960"/>
                  </a:lnTo>
                  <a:lnTo>
                    <a:pt x="53608" y="44491"/>
                  </a:lnTo>
                  <a:lnTo>
                    <a:pt x="49785" y="48144"/>
                  </a:lnTo>
                  <a:lnTo>
                    <a:pt x="46079" y="51917"/>
                  </a:lnTo>
                  <a:lnTo>
                    <a:pt x="42494" y="55805"/>
                  </a:lnTo>
                  <a:lnTo>
                    <a:pt x="39034" y="59804"/>
                  </a:lnTo>
                  <a:lnTo>
                    <a:pt x="35702" y="63911"/>
                  </a:lnTo>
                  <a:lnTo>
                    <a:pt x="32501" y="68121"/>
                  </a:lnTo>
                  <a:lnTo>
                    <a:pt x="29436" y="72430"/>
                  </a:lnTo>
                  <a:lnTo>
                    <a:pt x="26508" y="76834"/>
                  </a:lnTo>
                  <a:lnTo>
                    <a:pt x="23721" y="81328"/>
                  </a:lnTo>
                  <a:lnTo>
                    <a:pt x="21078" y="85908"/>
                  </a:lnTo>
                  <a:lnTo>
                    <a:pt x="18581" y="90570"/>
                  </a:lnTo>
                  <a:lnTo>
                    <a:pt x="16232" y="95308"/>
                  </a:lnTo>
                  <a:lnTo>
                    <a:pt x="14035" y="100119"/>
                  </a:lnTo>
                  <a:lnTo>
                    <a:pt x="11990" y="104996"/>
                  </a:lnTo>
                  <a:lnTo>
                    <a:pt x="10102" y="109935"/>
                  </a:lnTo>
                  <a:lnTo>
                    <a:pt x="8370" y="114932"/>
                  </a:lnTo>
                  <a:lnTo>
                    <a:pt x="6797" y="119981"/>
                  </a:lnTo>
                  <a:lnTo>
                    <a:pt x="5385" y="125077"/>
                  </a:lnTo>
                  <a:lnTo>
                    <a:pt x="4134" y="130216"/>
                  </a:lnTo>
                  <a:lnTo>
                    <a:pt x="3047" y="135391"/>
                  </a:lnTo>
                  <a:lnTo>
                    <a:pt x="2124" y="140598"/>
                  </a:lnTo>
                  <a:lnTo>
                    <a:pt x="1366" y="145832"/>
                  </a:lnTo>
                  <a:lnTo>
                    <a:pt x="774" y="151087"/>
                  </a:lnTo>
                  <a:lnTo>
                    <a:pt x="349" y="156359"/>
                  </a:lnTo>
                  <a:lnTo>
                    <a:pt x="91" y="161641"/>
                  </a:lnTo>
                  <a:lnTo>
                    <a:pt x="0" y="166928"/>
                  </a:lnTo>
                  <a:lnTo>
                    <a:pt x="76" y="172216"/>
                  </a:lnTo>
                  <a:lnTo>
                    <a:pt x="319" y="177499"/>
                  </a:lnTo>
                  <a:lnTo>
                    <a:pt x="729" y="182771"/>
                  </a:lnTo>
                  <a:lnTo>
                    <a:pt x="1306" y="188028"/>
                  </a:lnTo>
                  <a:lnTo>
                    <a:pt x="2049" y="193264"/>
                  </a:lnTo>
                  <a:lnTo>
                    <a:pt x="2957" y="198474"/>
                  </a:lnTo>
                  <a:lnTo>
                    <a:pt x="4029" y="203652"/>
                  </a:lnTo>
                  <a:lnTo>
                    <a:pt x="5265" y="208794"/>
                  </a:lnTo>
                  <a:lnTo>
                    <a:pt x="6663" y="213894"/>
                  </a:lnTo>
                  <a:lnTo>
                    <a:pt x="8221" y="218948"/>
                  </a:lnTo>
                  <a:lnTo>
                    <a:pt x="9939" y="223950"/>
                  </a:lnTo>
                  <a:lnTo>
                    <a:pt x="11813" y="228894"/>
                  </a:lnTo>
                  <a:lnTo>
                    <a:pt x="13844" y="233778"/>
                  </a:lnTo>
                  <a:lnTo>
                    <a:pt x="16027" y="238594"/>
                  </a:lnTo>
                  <a:lnTo>
                    <a:pt x="18362" y="243339"/>
                  </a:lnTo>
                  <a:lnTo>
                    <a:pt x="20846" y="248008"/>
                  </a:lnTo>
                  <a:lnTo>
                    <a:pt x="23476" y="252595"/>
                  </a:lnTo>
                  <a:lnTo>
                    <a:pt x="26251" y="257098"/>
                  </a:lnTo>
                  <a:lnTo>
                    <a:pt x="29166" y="261510"/>
                  </a:lnTo>
                  <a:lnTo>
                    <a:pt x="32219" y="265828"/>
                  </a:lnTo>
                  <a:lnTo>
                    <a:pt x="35407" y="270047"/>
                  </a:lnTo>
                  <a:lnTo>
                    <a:pt x="38727" y="274163"/>
                  </a:lnTo>
                  <a:lnTo>
                    <a:pt x="42176" y="278173"/>
                  </a:lnTo>
                  <a:lnTo>
                    <a:pt x="45750" y="282071"/>
                  </a:lnTo>
                  <a:lnTo>
                    <a:pt x="49445" y="285854"/>
                  </a:lnTo>
                  <a:lnTo>
                    <a:pt x="53258" y="289518"/>
                  </a:lnTo>
                  <a:lnTo>
                    <a:pt x="57185" y="293060"/>
                  </a:lnTo>
                  <a:lnTo>
                    <a:pt x="61222" y="296476"/>
                  </a:lnTo>
                  <a:lnTo>
                    <a:pt x="65366" y="299762"/>
                  </a:lnTo>
                  <a:lnTo>
                    <a:pt x="69611" y="302916"/>
                  </a:lnTo>
                  <a:lnTo>
                    <a:pt x="73953" y="305934"/>
                  </a:lnTo>
                  <a:lnTo>
                    <a:pt x="78389" y="308813"/>
                  </a:lnTo>
                  <a:lnTo>
                    <a:pt x="82914" y="311550"/>
                  </a:lnTo>
                  <a:lnTo>
                    <a:pt x="87523" y="314143"/>
                  </a:lnTo>
                  <a:lnTo>
                    <a:pt x="92212" y="316588"/>
                  </a:lnTo>
                  <a:lnTo>
                    <a:pt x="96976" y="318884"/>
                  </a:lnTo>
                  <a:lnTo>
                    <a:pt x="101810" y="321029"/>
                  </a:lnTo>
                  <a:lnTo>
                    <a:pt x="106710" y="323019"/>
                  </a:lnTo>
                  <a:lnTo>
                    <a:pt x="111670" y="324853"/>
                  </a:lnTo>
                  <a:lnTo>
                    <a:pt x="116685" y="326530"/>
                  </a:lnTo>
                  <a:lnTo>
                    <a:pt x="121751" y="328047"/>
                  </a:lnTo>
                  <a:lnTo>
                    <a:pt x="126863" y="329403"/>
                  </a:lnTo>
                  <a:lnTo>
                    <a:pt x="132015" y="330597"/>
                  </a:lnTo>
                  <a:lnTo>
                    <a:pt x="137202" y="331627"/>
                  </a:lnTo>
                  <a:lnTo>
                    <a:pt x="142419" y="332492"/>
                  </a:lnTo>
                  <a:lnTo>
                    <a:pt x="147661" y="333192"/>
                  </a:lnTo>
                  <a:lnTo>
                    <a:pt x="152922" y="333726"/>
                  </a:lnTo>
                  <a:lnTo>
                    <a:pt x="158198" y="334094"/>
                  </a:lnTo>
                  <a:lnTo>
                    <a:pt x="163482" y="334294"/>
                  </a:lnTo>
                  <a:lnTo>
                    <a:pt x="168770" y="334327"/>
                  </a:lnTo>
                  <a:lnTo>
                    <a:pt x="174057" y="334192"/>
                  </a:lnTo>
                  <a:lnTo>
                    <a:pt x="179337" y="333891"/>
                  </a:lnTo>
                  <a:lnTo>
                    <a:pt x="184604" y="333422"/>
                  </a:lnTo>
                  <a:lnTo>
                    <a:pt x="189854" y="332788"/>
                  </a:lnTo>
                  <a:lnTo>
                    <a:pt x="195082" y="331987"/>
                  </a:lnTo>
                  <a:lnTo>
                    <a:pt x="200281" y="331022"/>
                  </a:lnTo>
                  <a:lnTo>
                    <a:pt x="205448" y="329892"/>
                  </a:lnTo>
                  <a:lnTo>
                    <a:pt x="210576" y="328600"/>
                  </a:lnTo>
                  <a:lnTo>
                    <a:pt x="215660" y="327146"/>
                  </a:lnTo>
                  <a:lnTo>
                    <a:pt x="220696" y="325532"/>
                  </a:lnTo>
                  <a:lnTo>
                    <a:pt x="225679" y="323760"/>
                  </a:lnTo>
                  <a:lnTo>
                    <a:pt x="230603" y="321831"/>
                  </a:lnTo>
                  <a:lnTo>
                    <a:pt x="235463" y="319747"/>
                  </a:lnTo>
                  <a:lnTo>
                    <a:pt x="240255" y="317510"/>
                  </a:lnTo>
                  <a:lnTo>
                    <a:pt x="244974" y="315123"/>
                  </a:lnTo>
                  <a:lnTo>
                    <a:pt x="249615" y="312588"/>
                  </a:lnTo>
                  <a:lnTo>
                    <a:pt x="254174" y="309907"/>
                  </a:lnTo>
                  <a:lnTo>
                    <a:pt x="258645" y="307083"/>
                  </a:lnTo>
                  <a:lnTo>
                    <a:pt x="263025" y="304120"/>
                  </a:lnTo>
                  <a:lnTo>
                    <a:pt x="267309" y="301019"/>
                  </a:lnTo>
                  <a:lnTo>
                    <a:pt x="271493" y="297785"/>
                  </a:lnTo>
                  <a:lnTo>
                    <a:pt x="275572" y="294419"/>
                  </a:lnTo>
                  <a:lnTo>
                    <a:pt x="279543" y="290927"/>
                  </a:lnTo>
                  <a:lnTo>
                    <a:pt x="283402" y="287310"/>
                  </a:lnTo>
                  <a:lnTo>
                    <a:pt x="287144" y="283573"/>
                  </a:lnTo>
                  <a:lnTo>
                    <a:pt x="290766" y="279720"/>
                  </a:lnTo>
                  <a:lnTo>
                    <a:pt x="294264" y="275754"/>
                  </a:lnTo>
                  <a:lnTo>
                    <a:pt x="297635" y="271680"/>
                  </a:lnTo>
                  <a:lnTo>
                    <a:pt x="300876" y="267501"/>
                  </a:lnTo>
                  <a:lnTo>
                    <a:pt x="303983" y="263221"/>
                  </a:lnTo>
                  <a:lnTo>
                    <a:pt x="306952" y="258845"/>
                  </a:lnTo>
                  <a:lnTo>
                    <a:pt x="309782" y="254378"/>
                  </a:lnTo>
                  <a:lnTo>
                    <a:pt x="312470" y="249823"/>
                  </a:lnTo>
                  <a:lnTo>
                    <a:pt x="315011" y="245186"/>
                  </a:lnTo>
                  <a:lnTo>
                    <a:pt x="317405" y="240470"/>
                  </a:lnTo>
                  <a:lnTo>
                    <a:pt x="319649" y="235681"/>
                  </a:lnTo>
                  <a:lnTo>
                    <a:pt x="321740" y="230824"/>
                  </a:lnTo>
                  <a:lnTo>
                    <a:pt x="323676" y="225903"/>
                  </a:lnTo>
                  <a:lnTo>
                    <a:pt x="325455" y="220923"/>
                  </a:lnTo>
                  <a:lnTo>
                    <a:pt x="327076" y="215889"/>
                  </a:lnTo>
                  <a:lnTo>
                    <a:pt x="328538" y="210806"/>
                  </a:lnTo>
                  <a:lnTo>
                    <a:pt x="329837" y="205680"/>
                  </a:lnTo>
                  <a:lnTo>
                    <a:pt x="330974" y="200516"/>
                  </a:lnTo>
                  <a:lnTo>
                    <a:pt x="331947" y="195317"/>
                  </a:lnTo>
                  <a:lnTo>
                    <a:pt x="332755" y="190091"/>
                  </a:lnTo>
                  <a:lnTo>
                    <a:pt x="333397" y="184842"/>
                  </a:lnTo>
                  <a:lnTo>
                    <a:pt x="333873" y="179575"/>
                  </a:lnTo>
                  <a:lnTo>
                    <a:pt x="334182" y="174296"/>
                  </a:lnTo>
                  <a:lnTo>
                    <a:pt x="334324" y="169009"/>
                  </a:lnTo>
                  <a:lnTo>
                    <a:pt x="334299" y="163721"/>
                  </a:lnTo>
                  <a:lnTo>
                    <a:pt x="334106" y="158436"/>
                  </a:lnTo>
                  <a:lnTo>
                    <a:pt x="333746" y="153160"/>
                  </a:lnTo>
                  <a:lnTo>
                    <a:pt x="333220" y="147898"/>
                  </a:lnTo>
                  <a:lnTo>
                    <a:pt x="332527" y="142655"/>
                  </a:lnTo>
                  <a:lnTo>
                    <a:pt x="331669" y="137437"/>
                  </a:lnTo>
                  <a:lnTo>
                    <a:pt x="330647" y="132248"/>
                  </a:lnTo>
                  <a:lnTo>
                    <a:pt x="329460" y="127095"/>
                  </a:lnTo>
                  <a:lnTo>
                    <a:pt x="328112" y="121981"/>
                  </a:lnTo>
                  <a:lnTo>
                    <a:pt x="326602" y="116913"/>
                  </a:lnTo>
                  <a:lnTo>
                    <a:pt x="324932" y="111895"/>
                  </a:lnTo>
                  <a:lnTo>
                    <a:pt x="323105" y="106933"/>
                  </a:lnTo>
                  <a:lnTo>
                    <a:pt x="321122" y="102030"/>
                  </a:lnTo>
                  <a:lnTo>
                    <a:pt x="318984" y="97193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7" y="65555"/>
                  </a:lnTo>
                  <a:lnTo>
                    <a:pt x="296627" y="61407"/>
                  </a:lnTo>
                  <a:lnTo>
                    <a:pt x="293217" y="57365"/>
                  </a:lnTo>
                  <a:lnTo>
                    <a:pt x="289680" y="53433"/>
                  </a:lnTo>
                  <a:lnTo>
                    <a:pt x="286022" y="49615"/>
                  </a:lnTo>
                  <a:lnTo>
                    <a:pt x="282244" y="45914"/>
                  </a:lnTo>
                  <a:lnTo>
                    <a:pt x="278351" y="42335"/>
                  </a:lnTo>
                  <a:lnTo>
                    <a:pt x="274347" y="38880"/>
                  </a:lnTo>
                  <a:lnTo>
                    <a:pt x="270235" y="35554"/>
                  </a:lnTo>
                  <a:lnTo>
                    <a:pt x="266021" y="32360"/>
                  </a:lnTo>
                  <a:lnTo>
                    <a:pt x="261707" y="29301"/>
                  </a:lnTo>
                  <a:lnTo>
                    <a:pt x="257299" y="26379"/>
                  </a:lnTo>
                  <a:lnTo>
                    <a:pt x="252801" y="23599"/>
                  </a:lnTo>
                  <a:lnTo>
                    <a:pt x="248216" y="20962"/>
                  </a:lnTo>
                  <a:lnTo>
                    <a:pt x="243551" y="18471"/>
                  </a:lnTo>
                  <a:lnTo>
                    <a:pt x="238810" y="16130"/>
                  </a:lnTo>
                  <a:lnTo>
                    <a:pt x="233996" y="13939"/>
                  </a:lnTo>
                  <a:lnTo>
                    <a:pt x="229116" y="11902"/>
                  </a:lnTo>
                  <a:lnTo>
                    <a:pt x="224174" y="10020"/>
                  </a:lnTo>
                  <a:lnTo>
                    <a:pt x="219175" y="8296"/>
                  </a:lnTo>
                  <a:lnTo>
                    <a:pt x="214123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499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9054" y="2126963"/>
              <a:ext cx="102233" cy="167167"/>
            </a:xfrm>
            <a:custGeom>
              <a:avLst/>
              <a:pathLst>
                <a:path w="102233" h="167167">
                  <a:moveTo>
                    <a:pt x="102233" y="0"/>
                  </a:moveTo>
                  <a:lnTo>
                    <a:pt x="96445" y="100"/>
                  </a:lnTo>
                  <a:lnTo>
                    <a:pt x="90663" y="400"/>
                  </a:lnTo>
                  <a:lnTo>
                    <a:pt x="84896" y="901"/>
                  </a:lnTo>
                  <a:lnTo>
                    <a:pt x="79149" y="1601"/>
                  </a:lnTo>
                  <a:lnTo>
                    <a:pt x="73430" y="2500"/>
                  </a:lnTo>
                  <a:lnTo>
                    <a:pt x="67745" y="3596"/>
                  </a:lnTo>
                  <a:lnTo>
                    <a:pt x="62102" y="4888"/>
                  </a:lnTo>
                  <a:lnTo>
                    <a:pt x="56507" y="6375"/>
                  </a:lnTo>
                  <a:lnTo>
                    <a:pt x="50966" y="8055"/>
                  </a:lnTo>
                  <a:lnTo>
                    <a:pt x="45488" y="9925"/>
                  </a:lnTo>
                  <a:lnTo>
                    <a:pt x="40077" y="11985"/>
                  </a:lnTo>
                  <a:lnTo>
                    <a:pt x="34741" y="14230"/>
                  </a:lnTo>
                  <a:lnTo>
                    <a:pt x="29486" y="16659"/>
                  </a:lnTo>
                  <a:lnTo>
                    <a:pt x="24318" y="19268"/>
                  </a:lnTo>
                  <a:lnTo>
                    <a:pt x="19243" y="22055"/>
                  </a:lnTo>
                  <a:lnTo>
                    <a:pt x="14268" y="25015"/>
                  </a:lnTo>
                  <a:lnTo>
                    <a:pt x="9399" y="28146"/>
                  </a:lnTo>
                  <a:lnTo>
                    <a:pt x="4641" y="31444"/>
                  </a:lnTo>
                  <a:lnTo>
                    <a:pt x="0" y="34905"/>
                  </a:lnTo>
                  <a:lnTo>
                    <a:pt x="10223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79054" y="2161869"/>
              <a:ext cx="102233" cy="132261"/>
            </a:xfrm>
            <a:custGeom>
              <a:avLst/>
              <a:pathLst>
                <a:path w="102233" h="132261">
                  <a:moveTo>
                    <a:pt x="0" y="0"/>
                  </a:moveTo>
                  <a:lnTo>
                    <a:pt x="102233" y="1322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14121" y="2127302"/>
              <a:ext cx="334326" cy="333982"/>
            </a:xfrm>
            <a:custGeom>
              <a:avLst/>
              <a:pathLst>
                <a:path w="334326" h="333982">
                  <a:moveTo>
                    <a:pt x="64932" y="34566"/>
                  </a:moveTo>
                  <a:lnTo>
                    <a:pt x="60805" y="37862"/>
                  </a:lnTo>
                  <a:lnTo>
                    <a:pt x="56783" y="41287"/>
                  </a:lnTo>
                  <a:lnTo>
                    <a:pt x="52872" y="44837"/>
                  </a:lnTo>
                  <a:lnTo>
                    <a:pt x="49075" y="48509"/>
                  </a:lnTo>
                  <a:lnTo>
                    <a:pt x="45395" y="52299"/>
                  </a:lnTo>
                  <a:lnTo>
                    <a:pt x="41838" y="56203"/>
                  </a:lnTo>
                  <a:lnTo>
                    <a:pt x="38405" y="60218"/>
                  </a:lnTo>
                  <a:lnTo>
                    <a:pt x="35101" y="64339"/>
                  </a:lnTo>
                  <a:lnTo>
                    <a:pt x="31929" y="68563"/>
                  </a:lnTo>
                  <a:lnTo>
                    <a:pt x="28892" y="72885"/>
                  </a:lnTo>
                  <a:lnTo>
                    <a:pt x="25993" y="77300"/>
                  </a:lnTo>
                  <a:lnTo>
                    <a:pt x="23235" y="81805"/>
                  </a:lnTo>
                  <a:lnTo>
                    <a:pt x="20621" y="86395"/>
                  </a:lnTo>
                  <a:lnTo>
                    <a:pt x="18153" y="91065"/>
                  </a:lnTo>
                  <a:lnTo>
                    <a:pt x="15833" y="95811"/>
                  </a:lnTo>
                  <a:lnTo>
                    <a:pt x="13665" y="100627"/>
                  </a:lnTo>
                  <a:lnTo>
                    <a:pt x="11650" y="105510"/>
                  </a:lnTo>
                  <a:lnTo>
                    <a:pt x="9791" y="110454"/>
                  </a:lnTo>
                  <a:lnTo>
                    <a:pt x="8088" y="115454"/>
                  </a:lnTo>
                  <a:lnTo>
                    <a:pt x="6545" y="120506"/>
                  </a:lnTo>
                  <a:lnTo>
                    <a:pt x="5161" y="125604"/>
                  </a:lnTo>
                  <a:lnTo>
                    <a:pt x="3940" y="130743"/>
                  </a:lnTo>
                  <a:lnTo>
                    <a:pt x="2881" y="135918"/>
                  </a:lnTo>
                  <a:lnTo>
                    <a:pt x="1986" y="141124"/>
                  </a:lnTo>
                  <a:lnTo>
                    <a:pt x="1257" y="146355"/>
                  </a:lnTo>
                  <a:lnTo>
                    <a:pt x="693" y="151607"/>
                  </a:lnTo>
                  <a:lnTo>
                    <a:pt x="295" y="156874"/>
                  </a:lnTo>
                  <a:lnTo>
                    <a:pt x="64" y="162151"/>
                  </a:lnTo>
                  <a:lnTo>
                    <a:pt x="0" y="167433"/>
                  </a:lnTo>
                  <a:lnTo>
                    <a:pt x="102" y="172714"/>
                  </a:lnTo>
                  <a:lnTo>
                    <a:pt x="371" y="177989"/>
                  </a:lnTo>
                  <a:lnTo>
                    <a:pt x="807" y="183254"/>
                  </a:lnTo>
                  <a:lnTo>
                    <a:pt x="1409" y="188501"/>
                  </a:lnTo>
                  <a:lnTo>
                    <a:pt x="2177" y="193727"/>
                  </a:lnTo>
                  <a:lnTo>
                    <a:pt x="3109" y="198927"/>
                  </a:lnTo>
                  <a:lnTo>
                    <a:pt x="4205" y="204094"/>
                  </a:lnTo>
                  <a:lnTo>
                    <a:pt x="5464" y="209224"/>
                  </a:lnTo>
                  <a:lnTo>
                    <a:pt x="6884" y="214311"/>
                  </a:lnTo>
                  <a:lnTo>
                    <a:pt x="8464" y="219352"/>
                  </a:lnTo>
                  <a:lnTo>
                    <a:pt x="10203" y="224339"/>
                  </a:lnTo>
                  <a:lnTo>
                    <a:pt x="12098" y="229270"/>
                  </a:lnTo>
                  <a:lnTo>
                    <a:pt x="14148" y="234138"/>
                  </a:lnTo>
                  <a:lnTo>
                    <a:pt x="16351" y="238939"/>
                  </a:lnTo>
                  <a:lnTo>
                    <a:pt x="18705" y="243667"/>
                  </a:lnTo>
                  <a:lnTo>
                    <a:pt x="21207" y="248320"/>
                  </a:lnTo>
                  <a:lnTo>
                    <a:pt x="23854" y="252890"/>
                  </a:lnTo>
                  <a:lnTo>
                    <a:pt x="26645" y="257375"/>
                  </a:lnTo>
                  <a:lnTo>
                    <a:pt x="29576" y="261770"/>
                  </a:lnTo>
                  <a:lnTo>
                    <a:pt x="32644" y="266069"/>
                  </a:lnTo>
                  <a:lnTo>
                    <a:pt x="35846" y="270270"/>
                  </a:lnTo>
                  <a:lnTo>
                    <a:pt x="39180" y="274367"/>
                  </a:lnTo>
                  <a:lnTo>
                    <a:pt x="42642" y="278357"/>
                  </a:lnTo>
                  <a:lnTo>
                    <a:pt x="46227" y="282235"/>
                  </a:lnTo>
                  <a:lnTo>
                    <a:pt x="49934" y="285999"/>
                  </a:lnTo>
                  <a:lnTo>
                    <a:pt x="53758" y="289643"/>
                  </a:lnTo>
                  <a:lnTo>
                    <a:pt x="57694" y="293165"/>
                  </a:lnTo>
                  <a:lnTo>
                    <a:pt x="61741" y="296560"/>
                  </a:lnTo>
                  <a:lnTo>
                    <a:pt x="65892" y="299826"/>
                  </a:lnTo>
                  <a:lnTo>
                    <a:pt x="70144" y="302960"/>
                  </a:lnTo>
                  <a:lnTo>
                    <a:pt x="74494" y="305957"/>
                  </a:lnTo>
                  <a:lnTo>
                    <a:pt x="78936" y="308815"/>
                  </a:lnTo>
                  <a:lnTo>
                    <a:pt x="83466" y="311532"/>
                  </a:lnTo>
                  <a:lnTo>
                    <a:pt x="88079" y="314104"/>
                  </a:lnTo>
                  <a:lnTo>
                    <a:pt x="92772" y="316529"/>
                  </a:lnTo>
                  <a:lnTo>
                    <a:pt x="97539" y="318805"/>
                  </a:lnTo>
                  <a:lnTo>
                    <a:pt x="102375" y="320929"/>
                  </a:lnTo>
                  <a:lnTo>
                    <a:pt x="107276" y="322899"/>
                  </a:lnTo>
                  <a:lnTo>
                    <a:pt x="112237" y="324713"/>
                  </a:lnTo>
                  <a:lnTo>
                    <a:pt x="117252" y="326370"/>
                  </a:lnTo>
                  <a:lnTo>
                    <a:pt x="122318" y="327867"/>
                  </a:lnTo>
                  <a:lnTo>
                    <a:pt x="127428" y="329204"/>
                  </a:lnTo>
                  <a:lnTo>
                    <a:pt x="132578" y="330378"/>
                  </a:lnTo>
                  <a:lnTo>
                    <a:pt x="137763" y="331389"/>
                  </a:lnTo>
                  <a:lnTo>
                    <a:pt x="142976" y="332236"/>
                  </a:lnTo>
                  <a:lnTo>
                    <a:pt x="148214" y="332918"/>
                  </a:lnTo>
                  <a:lnTo>
                    <a:pt x="153471" y="333434"/>
                  </a:lnTo>
                  <a:lnTo>
                    <a:pt x="158742" y="333783"/>
                  </a:lnTo>
                  <a:lnTo>
                    <a:pt x="164021" y="333966"/>
                  </a:lnTo>
                  <a:lnTo>
                    <a:pt x="169303" y="333982"/>
                  </a:lnTo>
                  <a:lnTo>
                    <a:pt x="174583" y="333831"/>
                  </a:lnTo>
                  <a:lnTo>
                    <a:pt x="179856" y="333513"/>
                  </a:lnTo>
                  <a:lnTo>
                    <a:pt x="185115" y="333029"/>
                  </a:lnTo>
                  <a:lnTo>
                    <a:pt x="190357" y="332379"/>
                  </a:lnTo>
                  <a:lnTo>
                    <a:pt x="195576" y="331564"/>
                  </a:lnTo>
                  <a:lnTo>
                    <a:pt x="200767" y="330584"/>
                  </a:lnTo>
                  <a:lnTo>
                    <a:pt x="205924" y="329440"/>
                  </a:lnTo>
                  <a:lnTo>
                    <a:pt x="211042" y="328135"/>
                  </a:lnTo>
                  <a:lnTo>
                    <a:pt x="216116" y="326668"/>
                  </a:lnTo>
                  <a:lnTo>
                    <a:pt x="221142" y="325042"/>
                  </a:lnTo>
                  <a:lnTo>
                    <a:pt x="226113" y="323257"/>
                  </a:lnTo>
                  <a:lnTo>
                    <a:pt x="231026" y="321317"/>
                  </a:lnTo>
                  <a:lnTo>
                    <a:pt x="235875" y="319222"/>
                  </a:lnTo>
                  <a:lnTo>
                    <a:pt x="240656" y="316975"/>
                  </a:lnTo>
                  <a:lnTo>
                    <a:pt x="245363" y="314579"/>
                  </a:lnTo>
                  <a:lnTo>
                    <a:pt x="249992" y="312034"/>
                  </a:lnTo>
                  <a:lnTo>
                    <a:pt x="254538" y="309345"/>
                  </a:lnTo>
                  <a:lnTo>
                    <a:pt x="258997" y="306513"/>
                  </a:lnTo>
                  <a:lnTo>
                    <a:pt x="263365" y="303542"/>
                  </a:lnTo>
                  <a:lnTo>
                    <a:pt x="267636" y="300435"/>
                  </a:lnTo>
                  <a:lnTo>
                    <a:pt x="271807" y="297194"/>
                  </a:lnTo>
                  <a:lnTo>
                    <a:pt x="275873" y="293823"/>
                  </a:lnTo>
                  <a:lnTo>
                    <a:pt x="279831" y="290325"/>
                  </a:lnTo>
                  <a:lnTo>
                    <a:pt x="283677" y="286704"/>
                  </a:lnTo>
                  <a:lnTo>
                    <a:pt x="287406" y="282963"/>
                  </a:lnTo>
                  <a:lnTo>
                    <a:pt x="291015" y="279106"/>
                  </a:lnTo>
                  <a:lnTo>
                    <a:pt x="294501" y="275137"/>
                  </a:lnTo>
                  <a:lnTo>
                    <a:pt x="297859" y="271060"/>
                  </a:lnTo>
                  <a:lnTo>
                    <a:pt x="301087" y="266879"/>
                  </a:lnTo>
                  <a:lnTo>
                    <a:pt x="304181" y="262598"/>
                  </a:lnTo>
                  <a:lnTo>
                    <a:pt x="307138" y="258221"/>
                  </a:lnTo>
                  <a:lnTo>
                    <a:pt x="309956" y="253753"/>
                  </a:lnTo>
                  <a:lnTo>
                    <a:pt x="312631" y="249198"/>
                  </a:lnTo>
                  <a:lnTo>
                    <a:pt x="315161" y="244561"/>
                  </a:lnTo>
                  <a:lnTo>
                    <a:pt x="317543" y="239847"/>
                  </a:lnTo>
                  <a:lnTo>
                    <a:pt x="319775" y="235059"/>
                  </a:lnTo>
                  <a:lnTo>
                    <a:pt x="321854" y="230204"/>
                  </a:lnTo>
                  <a:lnTo>
                    <a:pt x="323779" y="225285"/>
                  </a:lnTo>
                  <a:lnTo>
                    <a:pt x="325548" y="220308"/>
                  </a:lnTo>
                  <a:lnTo>
                    <a:pt x="327159" y="215277"/>
                  </a:lnTo>
                  <a:lnTo>
                    <a:pt x="328609" y="210198"/>
                  </a:lnTo>
                  <a:lnTo>
                    <a:pt x="329899" y="205076"/>
                  </a:lnTo>
                  <a:lnTo>
                    <a:pt x="331026" y="199915"/>
                  </a:lnTo>
                  <a:lnTo>
                    <a:pt x="331990" y="194722"/>
                  </a:lnTo>
                  <a:lnTo>
                    <a:pt x="332789" y="189500"/>
                  </a:lnTo>
                  <a:lnTo>
                    <a:pt x="333422" y="184256"/>
                  </a:lnTo>
                  <a:lnTo>
                    <a:pt x="333890" y="178995"/>
                  </a:lnTo>
                  <a:lnTo>
                    <a:pt x="334191" y="173721"/>
                  </a:lnTo>
                  <a:lnTo>
                    <a:pt x="334326" y="168441"/>
                  </a:lnTo>
                  <a:lnTo>
                    <a:pt x="334293" y="163159"/>
                  </a:lnTo>
                  <a:lnTo>
                    <a:pt x="334094" y="157881"/>
                  </a:lnTo>
                  <a:lnTo>
                    <a:pt x="333728" y="152611"/>
                  </a:lnTo>
                  <a:lnTo>
                    <a:pt x="333195" y="147356"/>
                  </a:lnTo>
                  <a:lnTo>
                    <a:pt x="332497" y="142120"/>
                  </a:lnTo>
                  <a:lnTo>
                    <a:pt x="331634" y="136909"/>
                  </a:lnTo>
                  <a:lnTo>
                    <a:pt x="330607" y="131728"/>
                  </a:lnTo>
                  <a:lnTo>
                    <a:pt x="329416" y="126581"/>
                  </a:lnTo>
                  <a:lnTo>
                    <a:pt x="328064" y="121475"/>
                  </a:lnTo>
                  <a:lnTo>
                    <a:pt x="326550" y="116415"/>
                  </a:lnTo>
                  <a:lnTo>
                    <a:pt x="324878" y="111404"/>
                  </a:lnTo>
                  <a:lnTo>
                    <a:pt x="323048" y="106449"/>
                  </a:lnTo>
                  <a:lnTo>
                    <a:pt x="321063" y="101554"/>
                  </a:lnTo>
                  <a:lnTo>
                    <a:pt x="318924" y="96725"/>
                  </a:lnTo>
                  <a:lnTo>
                    <a:pt x="316633" y="91965"/>
                  </a:lnTo>
                  <a:lnTo>
                    <a:pt x="314193" y="87280"/>
                  </a:lnTo>
                  <a:lnTo>
                    <a:pt x="311607" y="82675"/>
                  </a:lnTo>
                  <a:lnTo>
                    <a:pt x="308876" y="78153"/>
                  </a:lnTo>
                  <a:lnTo>
                    <a:pt x="306003" y="73720"/>
                  </a:lnTo>
                  <a:lnTo>
                    <a:pt x="302993" y="69380"/>
                  </a:lnTo>
                  <a:lnTo>
                    <a:pt x="299846" y="65138"/>
                  </a:lnTo>
                  <a:lnTo>
                    <a:pt x="296567" y="60997"/>
                  </a:lnTo>
                  <a:lnTo>
                    <a:pt x="293159" y="56961"/>
                  </a:lnTo>
                  <a:lnTo>
                    <a:pt x="289625" y="53035"/>
                  </a:lnTo>
                  <a:lnTo>
                    <a:pt x="285968" y="49223"/>
                  </a:lnTo>
                  <a:lnTo>
                    <a:pt x="282193" y="45528"/>
                  </a:lnTo>
                  <a:lnTo>
                    <a:pt x="278304" y="41955"/>
                  </a:lnTo>
                  <a:lnTo>
                    <a:pt x="274303" y="38506"/>
                  </a:lnTo>
                  <a:lnTo>
                    <a:pt x="270195" y="35185"/>
                  </a:lnTo>
                  <a:lnTo>
                    <a:pt x="265985" y="31996"/>
                  </a:lnTo>
                  <a:lnTo>
                    <a:pt x="261675" y="28941"/>
                  </a:lnTo>
                  <a:lnTo>
                    <a:pt x="257272" y="26024"/>
                  </a:lnTo>
                  <a:lnTo>
                    <a:pt x="252778" y="23247"/>
                  </a:lnTo>
                  <a:lnTo>
                    <a:pt x="248199" y="20614"/>
                  </a:lnTo>
                  <a:lnTo>
                    <a:pt x="243539" y="18127"/>
                  </a:lnTo>
                  <a:lnTo>
                    <a:pt x="238803" y="15788"/>
                  </a:lnTo>
                  <a:lnTo>
                    <a:pt x="233995" y="13600"/>
                  </a:lnTo>
                  <a:lnTo>
                    <a:pt x="229121" y="11565"/>
                  </a:lnTo>
                  <a:lnTo>
                    <a:pt x="224185" y="9685"/>
                  </a:lnTo>
                  <a:lnTo>
                    <a:pt x="219191" y="7962"/>
                  </a:lnTo>
                  <a:lnTo>
                    <a:pt x="214146" y="6398"/>
                  </a:lnTo>
                  <a:lnTo>
                    <a:pt x="209054" y="4994"/>
                  </a:lnTo>
                  <a:lnTo>
                    <a:pt x="203920" y="3751"/>
                  </a:lnTo>
                  <a:lnTo>
                    <a:pt x="198750" y="2671"/>
                  </a:lnTo>
                  <a:lnTo>
                    <a:pt x="193548" y="1756"/>
                  </a:lnTo>
                  <a:lnTo>
                    <a:pt x="188319" y="1004"/>
                  </a:lnTo>
                  <a:lnTo>
                    <a:pt x="183070" y="419"/>
                  </a:lnTo>
                  <a:lnTo>
                    <a:pt x="177804" y="0"/>
                  </a:lnTo>
                  <a:lnTo>
                    <a:pt x="167166" y="166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781287" y="2126963"/>
              <a:ext cx="10638" cy="167167"/>
            </a:xfrm>
            <a:custGeom>
              <a:avLst/>
              <a:pathLst>
                <a:path w="10638" h="167167">
                  <a:moveTo>
                    <a:pt x="10638" y="3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423594" y="2633064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5" y="753"/>
                  </a:lnTo>
                  <a:lnTo>
                    <a:pt x="146033" y="1339"/>
                  </a:lnTo>
                  <a:lnTo>
                    <a:pt x="140793" y="2091"/>
                  </a:lnTo>
                  <a:lnTo>
                    <a:pt x="135579" y="3009"/>
                  </a:lnTo>
                  <a:lnTo>
                    <a:pt x="130396" y="4091"/>
                  </a:lnTo>
                  <a:lnTo>
                    <a:pt x="125251" y="5336"/>
                  </a:lnTo>
                  <a:lnTo>
                    <a:pt x="120148" y="6744"/>
                  </a:lnTo>
                  <a:lnTo>
                    <a:pt x="115091" y="8313"/>
                  </a:lnTo>
                  <a:lnTo>
                    <a:pt x="110087" y="10041"/>
                  </a:lnTo>
                  <a:lnTo>
                    <a:pt x="105141" y="11927"/>
                  </a:lnTo>
                  <a:lnTo>
                    <a:pt x="100256" y="13969"/>
                  </a:lnTo>
                  <a:lnTo>
                    <a:pt x="95439" y="16164"/>
                  </a:lnTo>
                  <a:lnTo>
                    <a:pt x="90693" y="18510"/>
                  </a:lnTo>
                  <a:lnTo>
                    <a:pt x="86024" y="21006"/>
                  </a:lnTo>
                  <a:lnTo>
                    <a:pt x="81437" y="23648"/>
                  </a:lnTo>
                  <a:lnTo>
                    <a:pt x="76935" y="26435"/>
                  </a:lnTo>
                  <a:lnTo>
                    <a:pt x="72524" y="29362"/>
                  </a:lnTo>
                  <a:lnTo>
                    <a:pt x="68208" y="32427"/>
                  </a:lnTo>
                  <a:lnTo>
                    <a:pt x="63991" y="35628"/>
                  </a:lnTo>
                  <a:lnTo>
                    <a:pt x="59878" y="38961"/>
                  </a:lnTo>
                  <a:lnTo>
                    <a:pt x="55872" y="42422"/>
                  </a:lnTo>
                  <a:lnTo>
                    <a:pt x="51977" y="46008"/>
                  </a:lnTo>
                  <a:lnTo>
                    <a:pt x="48199" y="49716"/>
                  </a:lnTo>
                  <a:lnTo>
                    <a:pt x="44539" y="53542"/>
                  </a:lnTo>
                  <a:lnTo>
                    <a:pt x="41003" y="57481"/>
                  </a:lnTo>
                  <a:lnTo>
                    <a:pt x="37593" y="61531"/>
                  </a:lnTo>
                  <a:lnTo>
                    <a:pt x="34313" y="65686"/>
                  </a:lnTo>
                  <a:lnTo>
                    <a:pt x="31166" y="69944"/>
                  </a:lnTo>
                  <a:lnTo>
                    <a:pt x="28156" y="74298"/>
                  </a:lnTo>
                  <a:lnTo>
                    <a:pt x="25285" y="78746"/>
                  </a:lnTo>
                  <a:lnTo>
                    <a:pt x="22556" y="83283"/>
                  </a:lnTo>
                  <a:lnTo>
                    <a:pt x="19972" y="87904"/>
                  </a:lnTo>
                  <a:lnTo>
                    <a:pt x="17536" y="92604"/>
                  </a:lnTo>
                  <a:lnTo>
                    <a:pt x="15250" y="97379"/>
                  </a:lnTo>
                  <a:lnTo>
                    <a:pt x="13116" y="102224"/>
                  </a:lnTo>
                  <a:lnTo>
                    <a:pt x="11137" y="107134"/>
                  </a:lnTo>
                  <a:lnTo>
                    <a:pt x="9315" y="112105"/>
                  </a:lnTo>
                  <a:lnTo>
                    <a:pt x="7650" y="117130"/>
                  </a:lnTo>
                  <a:lnTo>
                    <a:pt x="6146" y="122206"/>
                  </a:lnTo>
                  <a:lnTo>
                    <a:pt x="4803" y="127327"/>
                  </a:lnTo>
                  <a:lnTo>
                    <a:pt x="3623" y="132488"/>
                  </a:lnTo>
                  <a:lnTo>
                    <a:pt x="2607" y="137683"/>
                  </a:lnTo>
                  <a:lnTo>
                    <a:pt x="1755" y="142908"/>
                  </a:lnTo>
                  <a:lnTo>
                    <a:pt x="1070" y="148158"/>
                  </a:lnTo>
                  <a:lnTo>
                    <a:pt x="552" y="153426"/>
                  </a:lnTo>
                  <a:lnTo>
                    <a:pt x="200" y="158709"/>
                  </a:lnTo>
                  <a:lnTo>
                    <a:pt x="16" y="164000"/>
                  </a:lnTo>
                  <a:lnTo>
                    <a:pt x="0" y="169294"/>
                  </a:lnTo>
                  <a:lnTo>
                    <a:pt x="151" y="174586"/>
                  </a:lnTo>
                  <a:lnTo>
                    <a:pt x="469" y="179870"/>
                  </a:lnTo>
                  <a:lnTo>
                    <a:pt x="955" y="185142"/>
                  </a:lnTo>
                  <a:lnTo>
                    <a:pt x="1608" y="190395"/>
                  </a:lnTo>
                  <a:lnTo>
                    <a:pt x="2426" y="195626"/>
                  </a:lnTo>
                  <a:lnTo>
                    <a:pt x="3410" y="200828"/>
                  </a:lnTo>
                  <a:lnTo>
                    <a:pt x="4558" y="205996"/>
                  </a:lnTo>
                  <a:lnTo>
                    <a:pt x="5869" y="211125"/>
                  </a:lnTo>
                  <a:lnTo>
                    <a:pt x="7342" y="216210"/>
                  </a:lnTo>
                  <a:lnTo>
                    <a:pt x="8975" y="221246"/>
                  </a:lnTo>
                  <a:lnTo>
                    <a:pt x="10767" y="226227"/>
                  </a:lnTo>
                  <a:lnTo>
                    <a:pt x="12715" y="231150"/>
                  </a:lnTo>
                  <a:lnTo>
                    <a:pt x="14819" y="236008"/>
                  </a:lnTo>
                  <a:lnTo>
                    <a:pt x="17075" y="240797"/>
                  </a:lnTo>
                  <a:lnTo>
                    <a:pt x="19482" y="245512"/>
                  </a:lnTo>
                  <a:lnTo>
                    <a:pt x="22037" y="250149"/>
                  </a:lnTo>
                  <a:lnTo>
                    <a:pt x="24737" y="254703"/>
                  </a:lnTo>
                  <a:lnTo>
                    <a:pt x="27580" y="259168"/>
                  </a:lnTo>
                  <a:lnTo>
                    <a:pt x="30563" y="263542"/>
                  </a:lnTo>
                  <a:lnTo>
                    <a:pt x="33684" y="267819"/>
                  </a:lnTo>
                  <a:lnTo>
                    <a:pt x="36938" y="271995"/>
                  </a:lnTo>
                  <a:lnTo>
                    <a:pt x="40322" y="276065"/>
                  </a:lnTo>
                  <a:lnTo>
                    <a:pt x="43834" y="280027"/>
                  </a:lnTo>
                  <a:lnTo>
                    <a:pt x="47470" y="283875"/>
                  </a:lnTo>
                  <a:lnTo>
                    <a:pt x="51225" y="287606"/>
                  </a:lnTo>
                  <a:lnTo>
                    <a:pt x="55097" y="291217"/>
                  </a:lnTo>
                  <a:lnTo>
                    <a:pt x="59081" y="294703"/>
                  </a:lnTo>
                  <a:lnTo>
                    <a:pt x="63174" y="298061"/>
                  </a:lnTo>
                  <a:lnTo>
                    <a:pt x="67371" y="301288"/>
                  </a:lnTo>
                  <a:lnTo>
                    <a:pt x="71668" y="304380"/>
                  </a:lnTo>
                  <a:lnTo>
                    <a:pt x="76061" y="307335"/>
                  </a:lnTo>
                  <a:lnTo>
                    <a:pt x="80545" y="310149"/>
                  </a:lnTo>
                  <a:lnTo>
                    <a:pt x="85116" y="312820"/>
                  </a:lnTo>
                  <a:lnTo>
                    <a:pt x="89769" y="315345"/>
                  </a:lnTo>
                  <a:lnTo>
                    <a:pt x="94500" y="317721"/>
                  </a:lnTo>
                  <a:lnTo>
                    <a:pt x="99304" y="319946"/>
                  </a:lnTo>
                  <a:lnTo>
                    <a:pt x="104175" y="322018"/>
                  </a:lnTo>
                  <a:lnTo>
                    <a:pt x="109110" y="323934"/>
                  </a:lnTo>
                  <a:lnTo>
                    <a:pt x="114104" y="325693"/>
                  </a:lnTo>
                  <a:lnTo>
                    <a:pt x="119150" y="327294"/>
                  </a:lnTo>
                  <a:lnTo>
                    <a:pt x="124244" y="328734"/>
                  </a:lnTo>
                  <a:lnTo>
                    <a:pt x="129382" y="330011"/>
                  </a:lnTo>
                  <a:lnTo>
                    <a:pt x="134557" y="331126"/>
                  </a:lnTo>
                  <a:lnTo>
                    <a:pt x="139766" y="332076"/>
                  </a:lnTo>
                  <a:lnTo>
                    <a:pt x="145001" y="332860"/>
                  </a:lnTo>
                  <a:lnTo>
                    <a:pt x="150259" y="333478"/>
                  </a:lnTo>
                  <a:lnTo>
                    <a:pt x="155534" y="333930"/>
                  </a:lnTo>
                  <a:lnTo>
                    <a:pt x="160820" y="334214"/>
                  </a:lnTo>
                  <a:lnTo>
                    <a:pt x="166113" y="334331"/>
                  </a:lnTo>
                  <a:lnTo>
                    <a:pt x="171407" y="334280"/>
                  </a:lnTo>
                  <a:lnTo>
                    <a:pt x="176696" y="334062"/>
                  </a:lnTo>
                  <a:lnTo>
                    <a:pt x="181976" y="333676"/>
                  </a:lnTo>
                  <a:lnTo>
                    <a:pt x="187241" y="333123"/>
                  </a:lnTo>
                  <a:lnTo>
                    <a:pt x="192486" y="332404"/>
                  </a:lnTo>
                  <a:lnTo>
                    <a:pt x="197706" y="331519"/>
                  </a:lnTo>
                  <a:lnTo>
                    <a:pt x="202894" y="330469"/>
                  </a:lnTo>
                  <a:lnTo>
                    <a:pt x="208048" y="329255"/>
                  </a:lnTo>
                  <a:lnTo>
                    <a:pt x="213160" y="327879"/>
                  </a:lnTo>
                  <a:lnTo>
                    <a:pt x="218225" y="326342"/>
                  </a:lnTo>
                  <a:lnTo>
                    <a:pt x="223240" y="324645"/>
                  </a:lnTo>
                  <a:lnTo>
                    <a:pt x="228199" y="322790"/>
                  </a:lnTo>
                  <a:lnTo>
                    <a:pt x="233096" y="320779"/>
                  </a:lnTo>
                  <a:lnTo>
                    <a:pt x="237927" y="318614"/>
                  </a:lnTo>
                  <a:lnTo>
                    <a:pt x="242687" y="316297"/>
                  </a:lnTo>
                  <a:lnTo>
                    <a:pt x="247371" y="313830"/>
                  </a:lnTo>
                  <a:lnTo>
                    <a:pt x="251975" y="311216"/>
                  </a:lnTo>
                  <a:lnTo>
                    <a:pt x="256494" y="308458"/>
                  </a:lnTo>
                  <a:lnTo>
                    <a:pt x="260923" y="305558"/>
                  </a:lnTo>
                  <a:lnTo>
                    <a:pt x="265258" y="302520"/>
                  </a:lnTo>
                  <a:lnTo>
                    <a:pt x="269495" y="299345"/>
                  </a:lnTo>
                  <a:lnTo>
                    <a:pt x="273629" y="296038"/>
                  </a:lnTo>
                  <a:lnTo>
                    <a:pt x="277656" y="292602"/>
                  </a:lnTo>
                  <a:lnTo>
                    <a:pt x="281573" y="289040"/>
                  </a:lnTo>
                  <a:lnTo>
                    <a:pt x="285375" y="285356"/>
                  </a:lnTo>
                  <a:lnTo>
                    <a:pt x="289058" y="281553"/>
                  </a:lnTo>
                  <a:lnTo>
                    <a:pt x="292619" y="277636"/>
                  </a:lnTo>
                  <a:lnTo>
                    <a:pt x="296054" y="273608"/>
                  </a:lnTo>
                  <a:lnTo>
                    <a:pt x="299360" y="269473"/>
                  </a:lnTo>
                  <a:lnTo>
                    <a:pt x="302533" y="265235"/>
                  </a:lnTo>
                  <a:lnTo>
                    <a:pt x="305570" y="260899"/>
                  </a:lnTo>
                  <a:lnTo>
                    <a:pt x="308469" y="256469"/>
                  </a:lnTo>
                  <a:lnTo>
                    <a:pt x="311226" y="251949"/>
                  </a:lnTo>
                  <a:lnTo>
                    <a:pt x="313838" y="247345"/>
                  </a:lnTo>
                  <a:lnTo>
                    <a:pt x="316304" y="242660"/>
                  </a:lnTo>
                  <a:lnTo>
                    <a:pt x="318619" y="237899"/>
                  </a:lnTo>
                  <a:lnTo>
                    <a:pt x="320783" y="233067"/>
                  </a:lnTo>
                  <a:lnTo>
                    <a:pt x="322793" y="228170"/>
                  </a:lnTo>
                  <a:lnTo>
                    <a:pt x="324646" y="223211"/>
                  </a:lnTo>
                  <a:lnTo>
                    <a:pt x="326342" y="218196"/>
                  </a:lnTo>
                  <a:lnTo>
                    <a:pt x="327878" y="213129"/>
                  </a:lnTo>
                  <a:lnTo>
                    <a:pt x="329253" y="208017"/>
                  </a:lnTo>
                  <a:lnTo>
                    <a:pt x="330465" y="202864"/>
                  </a:lnTo>
                  <a:lnTo>
                    <a:pt x="331514" y="197674"/>
                  </a:lnTo>
                  <a:lnTo>
                    <a:pt x="332397" y="192455"/>
                  </a:lnTo>
                  <a:lnTo>
                    <a:pt x="333115" y="187209"/>
                  </a:lnTo>
                  <a:lnTo>
                    <a:pt x="333666" y="181944"/>
                  </a:lnTo>
                  <a:lnTo>
                    <a:pt x="334051" y="176664"/>
                  </a:lnTo>
                  <a:lnTo>
                    <a:pt x="334268" y="171375"/>
                  </a:lnTo>
                  <a:lnTo>
                    <a:pt x="334317" y="166081"/>
                  </a:lnTo>
                  <a:lnTo>
                    <a:pt x="334199" y="160788"/>
                  </a:lnTo>
                  <a:lnTo>
                    <a:pt x="333913" y="155502"/>
                  </a:lnTo>
                  <a:lnTo>
                    <a:pt x="333460" y="150227"/>
                  </a:lnTo>
                  <a:lnTo>
                    <a:pt x="332841" y="144970"/>
                  </a:lnTo>
                  <a:lnTo>
                    <a:pt x="332055" y="139734"/>
                  </a:lnTo>
                  <a:lnTo>
                    <a:pt x="331103" y="134526"/>
                  </a:lnTo>
                  <a:lnTo>
                    <a:pt x="329987" y="12935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62416"/>
              <a:ext cx="162834" cy="37815"/>
            </a:xfrm>
            <a:custGeom>
              <a:avLst/>
              <a:pathLst>
                <a:path w="162834" h="37815">
                  <a:moveTo>
                    <a:pt x="162834" y="0"/>
                  </a:moveTo>
                  <a:lnTo>
                    <a:pt x="0" y="378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654292"/>
              <a:ext cx="162834" cy="145939"/>
            </a:xfrm>
            <a:custGeom>
              <a:avLst/>
              <a:pathLst>
                <a:path w="162834" h="145939">
                  <a:moveTo>
                    <a:pt x="162834" y="108123"/>
                  </a:moveTo>
                  <a:lnTo>
                    <a:pt x="161483" y="102719"/>
                  </a:lnTo>
                  <a:lnTo>
                    <a:pt x="159953" y="97362"/>
                  </a:lnTo>
                  <a:lnTo>
                    <a:pt x="158246" y="92059"/>
                  </a:lnTo>
                  <a:lnTo>
                    <a:pt x="156363" y="86816"/>
                  </a:lnTo>
                  <a:lnTo>
                    <a:pt x="154306" y="81639"/>
                  </a:lnTo>
                  <a:lnTo>
                    <a:pt x="152078" y="76533"/>
                  </a:lnTo>
                  <a:lnTo>
                    <a:pt x="149681" y="71505"/>
                  </a:lnTo>
                  <a:lnTo>
                    <a:pt x="147117" y="66559"/>
                  </a:lnTo>
                  <a:lnTo>
                    <a:pt x="144391" y="61701"/>
                  </a:lnTo>
                  <a:lnTo>
                    <a:pt x="141504" y="56936"/>
                  </a:lnTo>
                  <a:lnTo>
                    <a:pt x="138460" y="52271"/>
                  </a:lnTo>
                  <a:lnTo>
                    <a:pt x="135262" y="47709"/>
                  </a:lnTo>
                  <a:lnTo>
                    <a:pt x="131914" y="43257"/>
                  </a:lnTo>
                  <a:lnTo>
                    <a:pt x="128419" y="38918"/>
                  </a:lnTo>
                  <a:lnTo>
                    <a:pt x="124782" y="34699"/>
                  </a:lnTo>
                  <a:lnTo>
                    <a:pt x="121006" y="30603"/>
                  </a:lnTo>
                  <a:lnTo>
                    <a:pt x="117096" y="26635"/>
                  </a:lnTo>
                  <a:lnTo>
                    <a:pt x="113055" y="22800"/>
                  </a:lnTo>
                  <a:lnTo>
                    <a:pt x="108890" y="19101"/>
                  </a:lnTo>
                  <a:lnTo>
                    <a:pt x="104603" y="15543"/>
                  </a:lnTo>
                  <a:lnTo>
                    <a:pt x="100200" y="12130"/>
                  </a:lnTo>
                  <a:lnTo>
                    <a:pt x="95686" y="8866"/>
                  </a:lnTo>
                  <a:lnTo>
                    <a:pt x="91065" y="5754"/>
                  </a:lnTo>
                  <a:lnTo>
                    <a:pt x="86344" y="2797"/>
                  </a:lnTo>
                  <a:lnTo>
                    <a:pt x="81526" y="0"/>
                  </a:lnTo>
                  <a:lnTo>
                    <a:pt x="0" y="1459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33064"/>
              <a:ext cx="81526" cy="167167"/>
            </a:xfrm>
            <a:custGeom>
              <a:avLst/>
              <a:pathLst>
                <a:path w="81526" h="167167">
                  <a:moveTo>
                    <a:pt x="81526" y="21227"/>
                  </a:moveTo>
                  <a:lnTo>
                    <a:pt x="76524" y="18543"/>
                  </a:lnTo>
                  <a:lnTo>
                    <a:pt x="71433" y="16030"/>
                  </a:lnTo>
                  <a:lnTo>
                    <a:pt x="66259" y="13692"/>
                  </a:lnTo>
                  <a:lnTo>
                    <a:pt x="61010" y="11530"/>
                  </a:lnTo>
                  <a:lnTo>
                    <a:pt x="55690" y="9549"/>
                  </a:lnTo>
                  <a:lnTo>
                    <a:pt x="50305" y="7748"/>
                  </a:lnTo>
                  <a:lnTo>
                    <a:pt x="44863" y="6132"/>
                  </a:lnTo>
                  <a:lnTo>
                    <a:pt x="39369" y="4702"/>
                  </a:lnTo>
                  <a:lnTo>
                    <a:pt x="33829" y="3458"/>
                  </a:lnTo>
                  <a:lnTo>
                    <a:pt x="28251" y="2404"/>
                  </a:lnTo>
                  <a:lnTo>
                    <a:pt x="22640" y="1540"/>
                  </a:lnTo>
                  <a:lnTo>
                    <a:pt x="17003" y="866"/>
                  </a:lnTo>
                  <a:lnTo>
                    <a:pt x="11346" y="385"/>
                  </a:lnTo>
                  <a:lnTo>
                    <a:pt x="567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32" y="3170392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2" y="18601"/>
                  </a:lnTo>
                  <a:lnTo>
                    <a:pt x="85835" y="21108"/>
                  </a:lnTo>
                  <a:lnTo>
                    <a:pt x="81239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8" y="35799"/>
                  </a:lnTo>
                  <a:lnTo>
                    <a:pt x="59650" y="39146"/>
                  </a:lnTo>
                  <a:lnTo>
                    <a:pt x="55641" y="42623"/>
                  </a:lnTo>
                  <a:lnTo>
                    <a:pt x="51744" y="46226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5" y="61816"/>
                  </a:lnTo>
                  <a:lnTo>
                    <a:pt x="34076" y="65989"/>
                  </a:lnTo>
                  <a:lnTo>
                    <a:pt x="30932" y="70265"/>
                  </a:lnTo>
                  <a:lnTo>
                    <a:pt x="27924" y="74637"/>
                  </a:lnTo>
                  <a:lnTo>
                    <a:pt x="25057" y="79103"/>
                  </a:lnTo>
                  <a:lnTo>
                    <a:pt x="22333" y="83658"/>
                  </a:lnTo>
                  <a:lnTo>
                    <a:pt x="19755" y="88297"/>
                  </a:lnTo>
                  <a:lnTo>
                    <a:pt x="17326" y="93016"/>
                  </a:lnTo>
                  <a:lnTo>
                    <a:pt x="15048" y="97809"/>
                  </a:lnTo>
                  <a:lnTo>
                    <a:pt x="12923" y="102672"/>
                  </a:lnTo>
                  <a:lnTo>
                    <a:pt x="10953" y="107600"/>
                  </a:lnTo>
                  <a:lnTo>
                    <a:pt x="9141" y="112589"/>
                  </a:lnTo>
                  <a:lnTo>
                    <a:pt x="7488" y="117632"/>
                  </a:lnTo>
                  <a:lnTo>
                    <a:pt x="5996" y="122725"/>
                  </a:lnTo>
                  <a:lnTo>
                    <a:pt x="4667" y="127863"/>
                  </a:lnTo>
                  <a:lnTo>
                    <a:pt x="3501" y="133040"/>
                  </a:lnTo>
                  <a:lnTo>
                    <a:pt x="2500" y="138252"/>
                  </a:lnTo>
                  <a:lnTo>
                    <a:pt x="1665" y="143494"/>
                  </a:lnTo>
                  <a:lnTo>
                    <a:pt x="997" y="148758"/>
                  </a:lnTo>
                  <a:lnTo>
                    <a:pt x="496" y="154042"/>
                  </a:lnTo>
                  <a:lnTo>
                    <a:pt x="164" y="159339"/>
                  </a:lnTo>
                  <a:lnTo>
                    <a:pt x="0" y="164643"/>
                  </a:lnTo>
                  <a:lnTo>
                    <a:pt x="4" y="169951"/>
                  </a:lnTo>
                  <a:lnTo>
                    <a:pt x="176" y="175255"/>
                  </a:lnTo>
                  <a:lnTo>
                    <a:pt x="517" y="180551"/>
                  </a:lnTo>
                  <a:lnTo>
                    <a:pt x="1026" y="185834"/>
                  </a:lnTo>
                  <a:lnTo>
                    <a:pt x="1702" y="191098"/>
                  </a:lnTo>
                  <a:lnTo>
                    <a:pt x="2545" y="196338"/>
                  </a:lnTo>
                  <a:lnTo>
                    <a:pt x="3554" y="201548"/>
                  </a:lnTo>
                  <a:lnTo>
                    <a:pt x="4728" y="206724"/>
                  </a:lnTo>
                  <a:lnTo>
                    <a:pt x="6066" y="211859"/>
                  </a:lnTo>
                  <a:lnTo>
                    <a:pt x="7565" y="216950"/>
                  </a:lnTo>
                  <a:lnTo>
                    <a:pt x="9226" y="221991"/>
                  </a:lnTo>
                  <a:lnTo>
                    <a:pt x="11046" y="226976"/>
                  </a:lnTo>
                  <a:lnTo>
                    <a:pt x="13023" y="231901"/>
                  </a:lnTo>
                  <a:lnTo>
                    <a:pt x="15156" y="236761"/>
                  </a:lnTo>
                  <a:lnTo>
                    <a:pt x="17442" y="241551"/>
                  </a:lnTo>
                  <a:lnTo>
                    <a:pt x="19878" y="246266"/>
                  </a:lnTo>
                  <a:lnTo>
                    <a:pt x="22463" y="250901"/>
                  </a:lnTo>
                  <a:lnTo>
                    <a:pt x="25194" y="255451"/>
                  </a:lnTo>
                  <a:lnTo>
                    <a:pt x="28068" y="259913"/>
                  </a:lnTo>
                  <a:lnTo>
                    <a:pt x="31083" y="264281"/>
                  </a:lnTo>
                  <a:lnTo>
                    <a:pt x="34234" y="268551"/>
                  </a:lnTo>
                  <a:lnTo>
                    <a:pt x="37519" y="272719"/>
                  </a:lnTo>
                  <a:lnTo>
                    <a:pt x="40935" y="276781"/>
                  </a:lnTo>
                  <a:lnTo>
                    <a:pt x="44478" y="280732"/>
                  </a:lnTo>
                  <a:lnTo>
                    <a:pt x="48145" y="284569"/>
                  </a:lnTo>
                  <a:lnTo>
                    <a:pt x="51932" y="288288"/>
                  </a:lnTo>
                  <a:lnTo>
                    <a:pt x="55835" y="291884"/>
                  </a:lnTo>
                  <a:lnTo>
                    <a:pt x="59850" y="295355"/>
                  </a:lnTo>
                  <a:lnTo>
                    <a:pt x="63973" y="298696"/>
                  </a:lnTo>
                  <a:lnTo>
                    <a:pt x="68200" y="301905"/>
                  </a:lnTo>
                  <a:lnTo>
                    <a:pt x="72527" y="304978"/>
                  </a:lnTo>
                  <a:lnTo>
                    <a:pt x="76949" y="307912"/>
                  </a:lnTo>
                  <a:lnTo>
                    <a:pt x="81463" y="310704"/>
                  </a:lnTo>
                  <a:lnTo>
                    <a:pt x="86062" y="313352"/>
                  </a:lnTo>
                  <a:lnTo>
                    <a:pt x="90743" y="315852"/>
                  </a:lnTo>
                  <a:lnTo>
                    <a:pt x="95502" y="318203"/>
                  </a:lnTo>
                  <a:lnTo>
                    <a:pt x="100332" y="320401"/>
                  </a:lnTo>
                  <a:lnTo>
                    <a:pt x="105230" y="322445"/>
                  </a:lnTo>
                  <a:lnTo>
                    <a:pt x="110191" y="324332"/>
                  </a:lnTo>
                  <a:lnTo>
                    <a:pt x="115208" y="326061"/>
                  </a:lnTo>
                  <a:lnTo>
                    <a:pt x="120278" y="327629"/>
                  </a:lnTo>
                  <a:lnTo>
                    <a:pt x="125396" y="329036"/>
                  </a:lnTo>
                  <a:lnTo>
                    <a:pt x="130555" y="330280"/>
                  </a:lnTo>
                  <a:lnTo>
                    <a:pt x="135751" y="331360"/>
                  </a:lnTo>
                  <a:lnTo>
                    <a:pt x="140979" y="332273"/>
                  </a:lnTo>
                  <a:lnTo>
                    <a:pt x="146233" y="333021"/>
                  </a:lnTo>
                  <a:lnTo>
                    <a:pt x="151509" y="333601"/>
                  </a:lnTo>
                  <a:lnTo>
                    <a:pt x="156800" y="334014"/>
                  </a:lnTo>
                  <a:lnTo>
                    <a:pt x="162101" y="334258"/>
                  </a:lnTo>
                  <a:lnTo>
                    <a:pt x="167408" y="334334"/>
                  </a:lnTo>
                  <a:lnTo>
                    <a:pt x="172714" y="334242"/>
                  </a:lnTo>
                  <a:lnTo>
                    <a:pt x="178015" y="333981"/>
                  </a:lnTo>
                  <a:lnTo>
                    <a:pt x="183305" y="333552"/>
                  </a:lnTo>
                  <a:lnTo>
                    <a:pt x="188578" y="332955"/>
                  </a:lnTo>
                  <a:lnTo>
                    <a:pt x="193830" y="332191"/>
                  </a:lnTo>
                  <a:lnTo>
                    <a:pt x="199055" y="331261"/>
                  </a:lnTo>
                  <a:lnTo>
                    <a:pt x="204248" y="330165"/>
                  </a:lnTo>
                  <a:lnTo>
                    <a:pt x="209404" y="328906"/>
                  </a:lnTo>
                  <a:lnTo>
                    <a:pt x="214516" y="327483"/>
                  </a:lnTo>
                  <a:lnTo>
                    <a:pt x="219582" y="325898"/>
                  </a:lnTo>
                  <a:lnTo>
                    <a:pt x="224594" y="324154"/>
                  </a:lnTo>
                  <a:lnTo>
                    <a:pt x="229548" y="322251"/>
                  </a:lnTo>
                  <a:lnTo>
                    <a:pt x="234440" y="320192"/>
                  </a:lnTo>
                  <a:lnTo>
                    <a:pt x="239263" y="317979"/>
                  </a:lnTo>
                  <a:lnTo>
                    <a:pt x="244014" y="315614"/>
                  </a:lnTo>
                  <a:lnTo>
                    <a:pt x="248688" y="313099"/>
                  </a:lnTo>
                  <a:lnTo>
                    <a:pt x="253279" y="310437"/>
                  </a:lnTo>
                  <a:lnTo>
                    <a:pt x="257784" y="307631"/>
                  </a:lnTo>
                  <a:lnTo>
                    <a:pt x="262197" y="304683"/>
                  </a:lnTo>
                  <a:lnTo>
                    <a:pt x="266514" y="301596"/>
                  </a:lnTo>
                  <a:lnTo>
                    <a:pt x="270732" y="298374"/>
                  </a:lnTo>
                  <a:lnTo>
                    <a:pt x="274844" y="295020"/>
                  </a:lnTo>
                  <a:lnTo>
                    <a:pt x="278849" y="291537"/>
                  </a:lnTo>
                  <a:lnTo>
                    <a:pt x="282740" y="287929"/>
                  </a:lnTo>
                  <a:lnTo>
                    <a:pt x="286515" y="284198"/>
                  </a:lnTo>
                  <a:lnTo>
                    <a:pt x="290170" y="280350"/>
                  </a:lnTo>
                  <a:lnTo>
                    <a:pt x="293701" y="276388"/>
                  </a:lnTo>
                  <a:lnTo>
                    <a:pt x="297104" y="272316"/>
                  </a:lnTo>
                  <a:lnTo>
                    <a:pt x="300377" y="268137"/>
                  </a:lnTo>
                  <a:lnTo>
                    <a:pt x="303515" y="263857"/>
                  </a:lnTo>
                  <a:lnTo>
                    <a:pt x="306515" y="259480"/>
                  </a:lnTo>
                  <a:lnTo>
                    <a:pt x="309375" y="255009"/>
                  </a:lnTo>
                  <a:lnTo>
                    <a:pt x="312092" y="250450"/>
                  </a:lnTo>
                  <a:lnTo>
                    <a:pt x="314663" y="245807"/>
                  </a:lnTo>
                  <a:lnTo>
                    <a:pt x="317085" y="241085"/>
                  </a:lnTo>
                  <a:lnTo>
                    <a:pt x="319356" y="236288"/>
                  </a:lnTo>
                  <a:lnTo>
                    <a:pt x="321473" y="231422"/>
                  </a:lnTo>
                  <a:lnTo>
                    <a:pt x="323435" y="226490"/>
                  </a:lnTo>
                  <a:lnTo>
                    <a:pt x="325239" y="221499"/>
                  </a:lnTo>
                  <a:lnTo>
                    <a:pt x="326884" y="216454"/>
                  </a:lnTo>
                  <a:lnTo>
                    <a:pt x="328369" y="211358"/>
                  </a:lnTo>
                  <a:lnTo>
                    <a:pt x="329690" y="206218"/>
                  </a:lnTo>
                  <a:lnTo>
                    <a:pt x="330848" y="201039"/>
                  </a:lnTo>
                  <a:lnTo>
                    <a:pt x="331840" y="195825"/>
                  </a:lnTo>
                  <a:lnTo>
                    <a:pt x="332667" y="190583"/>
                  </a:lnTo>
                  <a:lnTo>
                    <a:pt x="333327" y="185317"/>
                  </a:lnTo>
                  <a:lnTo>
                    <a:pt x="333820" y="180033"/>
                  </a:lnTo>
                  <a:lnTo>
                    <a:pt x="334144" y="174735"/>
                  </a:lnTo>
                  <a:lnTo>
                    <a:pt x="334300" y="169431"/>
                  </a:lnTo>
                  <a:lnTo>
                    <a:pt x="334288" y="164123"/>
                  </a:lnTo>
                  <a:lnTo>
                    <a:pt x="334107" y="158819"/>
                  </a:lnTo>
                  <a:lnTo>
                    <a:pt x="333758" y="153524"/>
                  </a:lnTo>
                  <a:lnTo>
                    <a:pt x="333241" y="148242"/>
                  </a:lnTo>
                  <a:lnTo>
                    <a:pt x="332556" y="142979"/>
                  </a:lnTo>
                  <a:lnTo>
                    <a:pt x="331705" y="137740"/>
                  </a:lnTo>
                  <a:lnTo>
                    <a:pt x="330688" y="132532"/>
                  </a:lnTo>
                  <a:lnTo>
                    <a:pt x="329506" y="127358"/>
                  </a:lnTo>
                  <a:lnTo>
                    <a:pt x="328161" y="122224"/>
                  </a:lnTo>
                  <a:lnTo>
                    <a:pt x="326653" y="117135"/>
                  </a:lnTo>
                  <a:lnTo>
                    <a:pt x="324984" y="112097"/>
                  </a:lnTo>
                  <a:lnTo>
                    <a:pt x="323157" y="107115"/>
                  </a:lnTo>
                  <a:lnTo>
                    <a:pt x="321172" y="102193"/>
                  </a:lnTo>
                  <a:lnTo>
                    <a:pt x="319032" y="97336"/>
                  </a:lnTo>
                  <a:lnTo>
                    <a:pt x="316738" y="92550"/>
                  </a:lnTo>
                  <a:lnTo>
                    <a:pt x="314294" y="87839"/>
                  </a:lnTo>
                  <a:lnTo>
                    <a:pt x="311702" y="83208"/>
                  </a:lnTo>
                  <a:lnTo>
                    <a:pt x="308964" y="78662"/>
                  </a:lnTo>
                  <a:lnTo>
                    <a:pt x="306083" y="74205"/>
                  </a:lnTo>
                  <a:lnTo>
                    <a:pt x="303062" y="69841"/>
                  </a:lnTo>
                  <a:lnTo>
                    <a:pt x="299904" y="65576"/>
                  </a:lnTo>
                  <a:lnTo>
                    <a:pt x="296612" y="61413"/>
                  </a:lnTo>
                  <a:lnTo>
                    <a:pt x="293190" y="57357"/>
                  </a:lnTo>
                  <a:lnTo>
                    <a:pt x="289641" y="53411"/>
                  </a:lnTo>
                  <a:lnTo>
                    <a:pt x="285968" y="49580"/>
                  </a:lnTo>
                  <a:lnTo>
                    <a:pt x="282175" y="4586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16260"/>
              <a:ext cx="115027" cy="121299"/>
            </a:xfrm>
            <a:custGeom>
              <a:avLst/>
              <a:pathLst>
                <a:path w="115027" h="121299">
                  <a:moveTo>
                    <a:pt x="115027" y="0"/>
                  </a:moveTo>
                  <a:lnTo>
                    <a:pt x="0" y="1212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9756"/>
              <a:ext cx="115027" cy="127803"/>
            </a:xfrm>
            <a:custGeom>
              <a:avLst/>
              <a:pathLst>
                <a:path w="115027" h="127803">
                  <a:moveTo>
                    <a:pt x="115027" y="6504"/>
                  </a:moveTo>
                  <a:lnTo>
                    <a:pt x="107754" y="0"/>
                  </a:lnTo>
                  <a:lnTo>
                    <a:pt x="0" y="127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170392"/>
              <a:ext cx="107754" cy="167167"/>
            </a:xfrm>
            <a:custGeom>
              <a:avLst/>
              <a:pathLst>
                <a:path w="107754" h="167167">
                  <a:moveTo>
                    <a:pt x="107754" y="39363"/>
                  </a:moveTo>
                  <a:lnTo>
                    <a:pt x="103432" y="35840"/>
                  </a:lnTo>
                  <a:lnTo>
                    <a:pt x="98995" y="32464"/>
                  </a:lnTo>
                  <a:lnTo>
                    <a:pt x="94447" y="29237"/>
                  </a:lnTo>
                  <a:lnTo>
                    <a:pt x="89795" y="26164"/>
                  </a:lnTo>
                  <a:lnTo>
                    <a:pt x="85042" y="23248"/>
                  </a:lnTo>
                  <a:lnTo>
                    <a:pt x="80195" y="20492"/>
                  </a:lnTo>
                  <a:lnTo>
                    <a:pt x="75259" y="17899"/>
                  </a:lnTo>
                  <a:lnTo>
                    <a:pt x="70239" y="15472"/>
                  </a:lnTo>
                  <a:lnTo>
                    <a:pt x="65141" y="13214"/>
                  </a:lnTo>
                  <a:lnTo>
                    <a:pt x="59970" y="11127"/>
                  </a:lnTo>
                  <a:lnTo>
                    <a:pt x="54733" y="9214"/>
                  </a:lnTo>
                  <a:lnTo>
                    <a:pt x="49434" y="7476"/>
                  </a:lnTo>
                  <a:lnTo>
                    <a:pt x="44081" y="5916"/>
                  </a:lnTo>
                  <a:lnTo>
                    <a:pt x="38679" y="4536"/>
                  </a:lnTo>
                  <a:lnTo>
                    <a:pt x="33233" y="3336"/>
                  </a:lnTo>
                  <a:lnTo>
                    <a:pt x="27751" y="2319"/>
                  </a:lnTo>
                  <a:lnTo>
                    <a:pt x="22238" y="1485"/>
                  </a:lnTo>
                  <a:lnTo>
                    <a:pt x="16700" y="836"/>
                  </a:lnTo>
                  <a:lnTo>
                    <a:pt x="11144" y="371"/>
                  </a:lnTo>
                  <a:lnTo>
                    <a:pt x="557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23601" y="3707720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9" y="2099"/>
                  </a:lnTo>
                  <a:lnTo>
                    <a:pt x="135516" y="3019"/>
                  </a:lnTo>
                  <a:lnTo>
                    <a:pt x="130324" y="4105"/>
                  </a:lnTo>
                  <a:lnTo>
                    <a:pt x="125170" y="5356"/>
                  </a:lnTo>
                  <a:lnTo>
                    <a:pt x="120058" y="6769"/>
                  </a:lnTo>
                  <a:lnTo>
                    <a:pt x="114994" y="8343"/>
                  </a:lnTo>
                  <a:lnTo>
                    <a:pt x="109982" y="10077"/>
                  </a:lnTo>
                  <a:lnTo>
                    <a:pt x="105027" y="11970"/>
                  </a:lnTo>
                  <a:lnTo>
                    <a:pt x="100135" y="14018"/>
                  </a:lnTo>
                  <a:lnTo>
                    <a:pt x="95311" y="16221"/>
                  </a:lnTo>
                  <a:lnTo>
                    <a:pt x="90559" y="18576"/>
                  </a:lnTo>
                  <a:lnTo>
                    <a:pt x="85884" y="21080"/>
                  </a:lnTo>
                  <a:lnTo>
                    <a:pt x="81290" y="23732"/>
                  </a:lnTo>
                  <a:lnTo>
                    <a:pt x="76784" y="26527"/>
                  </a:lnTo>
                  <a:lnTo>
                    <a:pt x="72368" y="29465"/>
                  </a:lnTo>
                  <a:lnTo>
                    <a:pt x="68047" y="32541"/>
                  </a:lnTo>
                  <a:lnTo>
                    <a:pt x="63826" y="35752"/>
                  </a:lnTo>
                  <a:lnTo>
                    <a:pt x="59710" y="39096"/>
                  </a:lnTo>
                  <a:lnTo>
                    <a:pt x="55701" y="42568"/>
                  </a:lnTo>
                  <a:lnTo>
                    <a:pt x="51804" y="46166"/>
                  </a:lnTo>
                  <a:lnTo>
                    <a:pt x="48024" y="49886"/>
                  </a:lnTo>
                  <a:lnTo>
                    <a:pt x="44364" y="53724"/>
                  </a:lnTo>
                  <a:lnTo>
                    <a:pt x="40827" y="57676"/>
                  </a:lnTo>
                  <a:lnTo>
                    <a:pt x="37417" y="61738"/>
                  </a:lnTo>
                  <a:lnTo>
                    <a:pt x="34138" y="65907"/>
                  </a:lnTo>
                  <a:lnTo>
                    <a:pt x="30993" y="70177"/>
                  </a:lnTo>
                  <a:lnTo>
                    <a:pt x="27984" y="74545"/>
                  </a:lnTo>
                  <a:lnTo>
                    <a:pt x="25116" y="79006"/>
                  </a:lnTo>
                  <a:lnTo>
                    <a:pt x="22391" y="83556"/>
                  </a:lnTo>
                  <a:lnTo>
                    <a:pt x="19812" y="88190"/>
                  </a:lnTo>
                  <a:lnTo>
                    <a:pt x="17380" y="92904"/>
                  </a:lnTo>
                  <a:lnTo>
                    <a:pt x="15100" y="97692"/>
                  </a:lnTo>
                  <a:lnTo>
                    <a:pt x="12973" y="102550"/>
                  </a:lnTo>
                  <a:lnTo>
                    <a:pt x="11000" y="107473"/>
                  </a:lnTo>
                  <a:lnTo>
                    <a:pt x="9185" y="112457"/>
                  </a:lnTo>
                  <a:lnTo>
                    <a:pt x="7529" y="117495"/>
                  </a:lnTo>
                  <a:lnTo>
                    <a:pt x="6034" y="122584"/>
                  </a:lnTo>
                  <a:lnTo>
                    <a:pt x="4701" y="127717"/>
                  </a:lnTo>
                  <a:lnTo>
                    <a:pt x="3531" y="132890"/>
                  </a:lnTo>
                  <a:lnTo>
                    <a:pt x="2526" y="138097"/>
                  </a:lnTo>
                  <a:lnTo>
                    <a:pt x="1687" y="143334"/>
                  </a:lnTo>
                  <a:lnTo>
                    <a:pt x="1014" y="148595"/>
                  </a:lnTo>
                  <a:lnTo>
                    <a:pt x="509" y="153874"/>
                  </a:lnTo>
                  <a:lnTo>
                    <a:pt x="171" y="159167"/>
                  </a:lnTo>
                  <a:lnTo>
                    <a:pt x="1" y="164468"/>
                  </a:lnTo>
                  <a:lnTo>
                    <a:pt x="0" y="169772"/>
                  </a:lnTo>
                  <a:lnTo>
                    <a:pt x="166" y="175073"/>
                  </a:lnTo>
                  <a:lnTo>
                    <a:pt x="501" y="180366"/>
                  </a:lnTo>
                  <a:lnTo>
                    <a:pt x="1004" y="185645"/>
                  </a:lnTo>
                  <a:lnTo>
                    <a:pt x="1673" y="190906"/>
                  </a:lnTo>
                  <a:lnTo>
                    <a:pt x="2510" y="196144"/>
                  </a:lnTo>
                  <a:lnTo>
                    <a:pt x="3512" y="201352"/>
                  </a:lnTo>
                  <a:lnTo>
                    <a:pt x="4679" y="206525"/>
                  </a:lnTo>
                  <a:lnTo>
                    <a:pt x="6009" y="211659"/>
                  </a:lnTo>
                  <a:lnTo>
                    <a:pt x="7501" y="216749"/>
                  </a:lnTo>
                  <a:lnTo>
                    <a:pt x="9155" y="221788"/>
                  </a:lnTo>
                  <a:lnTo>
                    <a:pt x="10967" y="226772"/>
                  </a:lnTo>
                  <a:lnTo>
                    <a:pt x="12936" y="231697"/>
                  </a:lnTo>
                  <a:lnTo>
                    <a:pt x="15061" y="236556"/>
                  </a:lnTo>
                  <a:lnTo>
                    <a:pt x="17339" y="241346"/>
                  </a:lnTo>
                  <a:lnTo>
                    <a:pt x="19767" y="246061"/>
                  </a:lnTo>
                  <a:lnTo>
                    <a:pt x="22344" y="250696"/>
                  </a:lnTo>
                  <a:lnTo>
                    <a:pt x="25067" y="255248"/>
                  </a:lnTo>
                  <a:lnTo>
                    <a:pt x="27932" y="259710"/>
                  </a:lnTo>
                  <a:lnTo>
                    <a:pt x="30938" y="264080"/>
                  </a:lnTo>
                  <a:lnTo>
                    <a:pt x="34081" y="268352"/>
                  </a:lnTo>
                  <a:lnTo>
                    <a:pt x="37358" y="272522"/>
                  </a:lnTo>
                  <a:lnTo>
                    <a:pt x="40765" y="276586"/>
                  </a:lnTo>
                  <a:lnTo>
                    <a:pt x="44300" y="280540"/>
                  </a:lnTo>
                  <a:lnTo>
                    <a:pt x="47958" y="284380"/>
                  </a:lnTo>
                  <a:lnTo>
                    <a:pt x="51736" y="288102"/>
                  </a:lnTo>
                  <a:lnTo>
                    <a:pt x="55631" y="291703"/>
                  </a:lnTo>
                  <a:lnTo>
                    <a:pt x="59637" y="295177"/>
                  </a:lnTo>
                  <a:lnTo>
                    <a:pt x="63752" y="298523"/>
                  </a:lnTo>
                  <a:lnTo>
                    <a:pt x="67971" y="301737"/>
                  </a:lnTo>
                  <a:lnTo>
                    <a:pt x="72290" y="304816"/>
                  </a:lnTo>
                  <a:lnTo>
                    <a:pt x="76704" y="307755"/>
                  </a:lnTo>
                  <a:lnTo>
                    <a:pt x="81209" y="310554"/>
                  </a:lnTo>
                  <a:lnTo>
                    <a:pt x="85801" y="313208"/>
                  </a:lnTo>
                  <a:lnTo>
                    <a:pt x="90475" y="315715"/>
                  </a:lnTo>
                  <a:lnTo>
                    <a:pt x="95226" y="318072"/>
                  </a:lnTo>
                  <a:lnTo>
                    <a:pt x="100049" y="320278"/>
                  </a:lnTo>
                  <a:lnTo>
                    <a:pt x="104940" y="322329"/>
                  </a:lnTo>
                  <a:lnTo>
                    <a:pt x="109893" y="324224"/>
                  </a:lnTo>
                  <a:lnTo>
                    <a:pt x="114904" y="325961"/>
                  </a:lnTo>
                  <a:lnTo>
                    <a:pt x="119968" y="327539"/>
                  </a:lnTo>
                  <a:lnTo>
                    <a:pt x="125079" y="328955"/>
                  </a:lnTo>
                  <a:lnTo>
                    <a:pt x="130232" y="330208"/>
                  </a:lnTo>
                  <a:lnTo>
                    <a:pt x="135423" y="331297"/>
                  </a:lnTo>
                  <a:lnTo>
                    <a:pt x="140645" y="332220"/>
                  </a:lnTo>
                  <a:lnTo>
                    <a:pt x="145895" y="332978"/>
                  </a:lnTo>
                  <a:lnTo>
                    <a:pt x="151165" y="333569"/>
                  </a:lnTo>
                  <a:lnTo>
                    <a:pt x="156452" y="333992"/>
                  </a:lnTo>
                  <a:lnTo>
                    <a:pt x="161749" y="334247"/>
                  </a:lnTo>
                  <a:lnTo>
                    <a:pt x="167052" y="334334"/>
                  </a:lnTo>
                  <a:lnTo>
                    <a:pt x="172355" y="334253"/>
                  </a:lnTo>
                  <a:lnTo>
                    <a:pt x="177653" y="334004"/>
                  </a:lnTo>
                  <a:lnTo>
                    <a:pt x="182940" y="333587"/>
                  </a:lnTo>
                  <a:lnTo>
                    <a:pt x="188211" y="333002"/>
                  </a:lnTo>
                  <a:lnTo>
                    <a:pt x="193461" y="332250"/>
                  </a:lnTo>
                  <a:lnTo>
                    <a:pt x="198685" y="331332"/>
                  </a:lnTo>
                  <a:lnTo>
                    <a:pt x="203877" y="330249"/>
                  </a:lnTo>
                  <a:lnTo>
                    <a:pt x="209032" y="329002"/>
                  </a:lnTo>
                  <a:lnTo>
                    <a:pt x="214144" y="327592"/>
                  </a:lnTo>
                  <a:lnTo>
                    <a:pt x="219210" y="326020"/>
                  </a:lnTo>
                  <a:lnTo>
                    <a:pt x="224223" y="324289"/>
                  </a:lnTo>
                  <a:lnTo>
                    <a:pt x="229178" y="322399"/>
                  </a:lnTo>
                  <a:lnTo>
                    <a:pt x="234071" y="320353"/>
                  </a:lnTo>
                  <a:lnTo>
                    <a:pt x="238897" y="318153"/>
                  </a:lnTo>
                  <a:lnTo>
                    <a:pt x="243651" y="315801"/>
                  </a:lnTo>
                  <a:lnTo>
                    <a:pt x="248327" y="313299"/>
                  </a:lnTo>
                  <a:lnTo>
                    <a:pt x="252922" y="310651"/>
                  </a:lnTo>
                  <a:lnTo>
                    <a:pt x="257430" y="307857"/>
                  </a:lnTo>
                  <a:lnTo>
                    <a:pt x="261848" y="304923"/>
                  </a:lnTo>
                  <a:lnTo>
                    <a:pt x="266170" y="301849"/>
                  </a:lnTo>
                  <a:lnTo>
                    <a:pt x="270393" y="298640"/>
                  </a:lnTo>
                  <a:lnTo>
                    <a:pt x="274511" y="295299"/>
                  </a:lnTo>
                  <a:lnTo>
                    <a:pt x="278522" y="291828"/>
                  </a:lnTo>
                  <a:lnTo>
                    <a:pt x="282421" y="288233"/>
                  </a:lnTo>
                  <a:lnTo>
                    <a:pt x="286203" y="284515"/>
                  </a:lnTo>
                  <a:lnTo>
                    <a:pt x="289866" y="280679"/>
                  </a:lnTo>
                  <a:lnTo>
                    <a:pt x="293405" y="276729"/>
                  </a:lnTo>
                  <a:lnTo>
                    <a:pt x="296817" y="272669"/>
                  </a:lnTo>
                  <a:lnTo>
                    <a:pt x="300098" y="268502"/>
                  </a:lnTo>
                  <a:lnTo>
                    <a:pt x="303246" y="264234"/>
                  </a:lnTo>
                  <a:lnTo>
                    <a:pt x="306257" y="259867"/>
                  </a:lnTo>
                  <a:lnTo>
                    <a:pt x="309127" y="255408"/>
                  </a:lnTo>
                  <a:lnTo>
                    <a:pt x="311855" y="250860"/>
                  </a:lnTo>
                  <a:lnTo>
                    <a:pt x="314437" y="246227"/>
                  </a:lnTo>
                  <a:lnTo>
                    <a:pt x="316871" y="241515"/>
                  </a:lnTo>
                  <a:lnTo>
                    <a:pt x="319154" y="236728"/>
                  </a:lnTo>
                  <a:lnTo>
                    <a:pt x="321284" y="231871"/>
                  </a:lnTo>
                  <a:lnTo>
                    <a:pt x="323259" y="226949"/>
                  </a:lnTo>
                  <a:lnTo>
                    <a:pt x="325077" y="221966"/>
                  </a:lnTo>
                  <a:lnTo>
                    <a:pt x="326736" y="216929"/>
                  </a:lnTo>
                  <a:lnTo>
                    <a:pt x="328234" y="211841"/>
                  </a:lnTo>
                  <a:lnTo>
                    <a:pt x="329570" y="206709"/>
                  </a:lnTo>
                  <a:lnTo>
                    <a:pt x="330743" y="201536"/>
                  </a:lnTo>
                  <a:lnTo>
                    <a:pt x="331751" y="196330"/>
                  </a:lnTo>
                  <a:lnTo>
                    <a:pt x="332593" y="191093"/>
                  </a:lnTo>
                  <a:lnTo>
                    <a:pt x="333269" y="185833"/>
                  </a:lnTo>
                  <a:lnTo>
                    <a:pt x="333777" y="180554"/>
                  </a:lnTo>
                  <a:lnTo>
                    <a:pt x="334118" y="175261"/>
                  </a:lnTo>
                  <a:lnTo>
                    <a:pt x="334291" y="169960"/>
                  </a:lnTo>
                  <a:lnTo>
                    <a:pt x="334295" y="164657"/>
                  </a:lnTo>
                  <a:lnTo>
                    <a:pt x="334131" y="159356"/>
                  </a:lnTo>
                  <a:lnTo>
                    <a:pt x="333800" y="154062"/>
                  </a:lnTo>
                  <a:lnTo>
                    <a:pt x="333300" y="148782"/>
                  </a:lnTo>
                  <a:lnTo>
                    <a:pt x="332633" y="143521"/>
                  </a:lnTo>
                  <a:lnTo>
                    <a:pt x="331800" y="138283"/>
                  </a:lnTo>
                  <a:lnTo>
                    <a:pt x="330801" y="133075"/>
                  </a:lnTo>
                  <a:lnTo>
                    <a:pt x="329637" y="127900"/>
                  </a:lnTo>
                  <a:lnTo>
                    <a:pt x="328309" y="122765"/>
                  </a:lnTo>
                  <a:lnTo>
                    <a:pt x="326820" y="117675"/>
                  </a:lnTo>
                  <a:lnTo>
                    <a:pt x="325170" y="112635"/>
                  </a:lnTo>
                  <a:lnTo>
                    <a:pt x="323360" y="107650"/>
                  </a:lnTo>
                  <a:lnTo>
                    <a:pt x="321393" y="102724"/>
                  </a:lnTo>
                  <a:lnTo>
                    <a:pt x="319272" y="97864"/>
                  </a:lnTo>
                  <a:lnTo>
                    <a:pt x="316997" y="93073"/>
                  </a:lnTo>
                  <a:lnTo>
                    <a:pt x="314571" y="88356"/>
                  </a:lnTo>
                  <a:lnTo>
                    <a:pt x="311996" y="83719"/>
                  </a:lnTo>
                  <a:lnTo>
                    <a:pt x="309276" y="79167"/>
                  </a:lnTo>
                  <a:lnTo>
                    <a:pt x="306413" y="74702"/>
                  </a:lnTo>
                  <a:lnTo>
                    <a:pt x="303410" y="70331"/>
                  </a:lnTo>
                  <a:lnTo>
                    <a:pt x="300270" y="66057"/>
                  </a:lnTo>
                  <a:lnTo>
                    <a:pt x="296995" y="61885"/>
                  </a:lnTo>
                  <a:lnTo>
                    <a:pt x="293590" y="57819"/>
                  </a:lnTo>
                  <a:lnTo>
                    <a:pt x="290058" y="53863"/>
                  </a:lnTo>
                  <a:lnTo>
                    <a:pt x="286402" y="50021"/>
                  </a:lnTo>
                  <a:lnTo>
                    <a:pt x="282625" y="46297"/>
                  </a:lnTo>
                  <a:lnTo>
                    <a:pt x="278733" y="42694"/>
                  </a:lnTo>
                  <a:lnTo>
                    <a:pt x="274728" y="39217"/>
                  </a:lnTo>
                  <a:lnTo>
                    <a:pt x="270615" y="35869"/>
                  </a:lnTo>
                  <a:lnTo>
                    <a:pt x="266398" y="32653"/>
                  </a:lnTo>
                  <a:lnTo>
                    <a:pt x="262081" y="29572"/>
                  </a:lnTo>
                  <a:lnTo>
                    <a:pt x="257668" y="26630"/>
                  </a:lnTo>
                  <a:lnTo>
                    <a:pt x="253165" y="23829"/>
                  </a:lnTo>
                  <a:lnTo>
                    <a:pt x="248574" y="21172"/>
                  </a:lnTo>
                  <a:lnTo>
                    <a:pt x="243902" y="18663"/>
                  </a:lnTo>
                  <a:lnTo>
                    <a:pt x="239153" y="16302"/>
                  </a:lnTo>
                  <a:lnTo>
                    <a:pt x="234331" y="14094"/>
                  </a:lnTo>
                  <a:lnTo>
                    <a:pt x="229441" y="12040"/>
                  </a:lnTo>
                  <a:lnTo>
                    <a:pt x="224489" y="10142"/>
                  </a:lnTo>
                  <a:lnTo>
                    <a:pt x="219479" y="8402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61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720"/>
              <a:ext cx="52332" cy="167167"/>
            </a:xfrm>
            <a:custGeom>
              <a:avLst/>
              <a:pathLst>
                <a:path w="52332" h="167167">
                  <a:moveTo>
                    <a:pt x="52332" y="8402"/>
                  </a:move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14140" y="4213821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9" y="2099"/>
                  </a:lnTo>
                  <a:lnTo>
                    <a:pt x="135516" y="3019"/>
                  </a:lnTo>
                  <a:lnTo>
                    <a:pt x="130324" y="4105"/>
                  </a:lnTo>
                  <a:lnTo>
                    <a:pt x="125170" y="5356"/>
                  </a:lnTo>
                  <a:lnTo>
                    <a:pt x="120058" y="6769"/>
                  </a:lnTo>
                  <a:lnTo>
                    <a:pt x="114994" y="8343"/>
                  </a:lnTo>
                  <a:lnTo>
                    <a:pt x="109982" y="10077"/>
                  </a:lnTo>
                  <a:lnTo>
                    <a:pt x="105027" y="11970"/>
                  </a:lnTo>
                  <a:lnTo>
                    <a:pt x="100135" y="14018"/>
                  </a:lnTo>
                  <a:lnTo>
                    <a:pt x="95311" y="16221"/>
                  </a:lnTo>
                  <a:lnTo>
                    <a:pt x="90559" y="18576"/>
                  </a:lnTo>
                  <a:lnTo>
                    <a:pt x="85884" y="21080"/>
                  </a:lnTo>
                  <a:lnTo>
                    <a:pt x="81290" y="23732"/>
                  </a:lnTo>
                  <a:lnTo>
                    <a:pt x="76784" y="26527"/>
                  </a:lnTo>
                  <a:lnTo>
                    <a:pt x="72368" y="29465"/>
                  </a:lnTo>
                  <a:lnTo>
                    <a:pt x="68047" y="32541"/>
                  </a:lnTo>
                  <a:lnTo>
                    <a:pt x="63826" y="35752"/>
                  </a:lnTo>
                  <a:lnTo>
                    <a:pt x="59710" y="39096"/>
                  </a:lnTo>
                  <a:lnTo>
                    <a:pt x="55701" y="42568"/>
                  </a:lnTo>
                  <a:lnTo>
                    <a:pt x="51804" y="46166"/>
                  </a:lnTo>
                  <a:lnTo>
                    <a:pt x="48024" y="49886"/>
                  </a:lnTo>
                  <a:lnTo>
                    <a:pt x="44364" y="53724"/>
                  </a:lnTo>
                  <a:lnTo>
                    <a:pt x="40827" y="57676"/>
                  </a:lnTo>
                  <a:lnTo>
                    <a:pt x="37417" y="61738"/>
                  </a:lnTo>
                  <a:lnTo>
                    <a:pt x="34138" y="65907"/>
                  </a:lnTo>
                  <a:lnTo>
                    <a:pt x="30993" y="70177"/>
                  </a:lnTo>
                  <a:lnTo>
                    <a:pt x="27984" y="74545"/>
                  </a:lnTo>
                  <a:lnTo>
                    <a:pt x="25116" y="79006"/>
                  </a:lnTo>
                  <a:lnTo>
                    <a:pt x="22391" y="83556"/>
                  </a:lnTo>
                  <a:lnTo>
                    <a:pt x="19812" y="88190"/>
                  </a:lnTo>
                  <a:lnTo>
                    <a:pt x="17380" y="92904"/>
                  </a:lnTo>
                  <a:lnTo>
                    <a:pt x="15100" y="97692"/>
                  </a:lnTo>
                  <a:lnTo>
                    <a:pt x="12973" y="102550"/>
                  </a:lnTo>
                  <a:lnTo>
                    <a:pt x="11000" y="107473"/>
                  </a:lnTo>
                  <a:lnTo>
                    <a:pt x="9185" y="112457"/>
                  </a:lnTo>
                  <a:lnTo>
                    <a:pt x="7529" y="117495"/>
                  </a:lnTo>
                  <a:lnTo>
                    <a:pt x="6034" y="122584"/>
                  </a:lnTo>
                  <a:lnTo>
                    <a:pt x="4701" y="127717"/>
                  </a:lnTo>
                  <a:lnTo>
                    <a:pt x="3531" y="132890"/>
                  </a:lnTo>
                  <a:lnTo>
                    <a:pt x="2526" y="138097"/>
                  </a:lnTo>
                  <a:lnTo>
                    <a:pt x="1687" y="143334"/>
                  </a:lnTo>
                  <a:lnTo>
                    <a:pt x="1014" y="148595"/>
                  </a:lnTo>
                  <a:lnTo>
                    <a:pt x="509" y="153874"/>
                  </a:lnTo>
                  <a:lnTo>
                    <a:pt x="171" y="159167"/>
                  </a:lnTo>
                  <a:lnTo>
                    <a:pt x="1" y="164468"/>
                  </a:lnTo>
                  <a:lnTo>
                    <a:pt x="0" y="169772"/>
                  </a:lnTo>
                  <a:lnTo>
                    <a:pt x="166" y="175073"/>
                  </a:lnTo>
                  <a:lnTo>
                    <a:pt x="501" y="180366"/>
                  </a:lnTo>
                  <a:lnTo>
                    <a:pt x="1004" y="185645"/>
                  </a:lnTo>
                  <a:lnTo>
                    <a:pt x="1673" y="190906"/>
                  </a:lnTo>
                  <a:lnTo>
                    <a:pt x="2510" y="196144"/>
                  </a:lnTo>
                  <a:lnTo>
                    <a:pt x="3512" y="201352"/>
                  </a:lnTo>
                  <a:lnTo>
                    <a:pt x="4679" y="206525"/>
                  </a:lnTo>
                  <a:lnTo>
                    <a:pt x="6009" y="211659"/>
                  </a:lnTo>
                  <a:lnTo>
                    <a:pt x="7501" y="216749"/>
                  </a:lnTo>
                  <a:lnTo>
                    <a:pt x="9155" y="221788"/>
                  </a:lnTo>
                  <a:lnTo>
                    <a:pt x="10967" y="226772"/>
                  </a:lnTo>
                  <a:lnTo>
                    <a:pt x="12936" y="231697"/>
                  </a:lnTo>
                  <a:lnTo>
                    <a:pt x="15061" y="236556"/>
                  </a:lnTo>
                  <a:lnTo>
                    <a:pt x="17339" y="241346"/>
                  </a:lnTo>
                  <a:lnTo>
                    <a:pt x="19767" y="246061"/>
                  </a:lnTo>
                  <a:lnTo>
                    <a:pt x="22344" y="250696"/>
                  </a:lnTo>
                  <a:lnTo>
                    <a:pt x="25067" y="255248"/>
                  </a:lnTo>
                  <a:lnTo>
                    <a:pt x="27932" y="259710"/>
                  </a:lnTo>
                  <a:lnTo>
                    <a:pt x="30938" y="264080"/>
                  </a:lnTo>
                  <a:lnTo>
                    <a:pt x="34081" y="268352"/>
                  </a:lnTo>
                  <a:lnTo>
                    <a:pt x="37358" y="272522"/>
                  </a:lnTo>
                  <a:lnTo>
                    <a:pt x="40765" y="276586"/>
                  </a:lnTo>
                  <a:lnTo>
                    <a:pt x="44300" y="280540"/>
                  </a:lnTo>
                  <a:lnTo>
                    <a:pt x="47958" y="284380"/>
                  </a:lnTo>
                  <a:lnTo>
                    <a:pt x="51736" y="288102"/>
                  </a:lnTo>
                  <a:lnTo>
                    <a:pt x="55631" y="291703"/>
                  </a:lnTo>
                  <a:lnTo>
                    <a:pt x="59637" y="295177"/>
                  </a:lnTo>
                  <a:lnTo>
                    <a:pt x="63752" y="298523"/>
                  </a:lnTo>
                  <a:lnTo>
                    <a:pt x="67971" y="301737"/>
                  </a:lnTo>
                  <a:lnTo>
                    <a:pt x="72290" y="304816"/>
                  </a:lnTo>
                  <a:lnTo>
                    <a:pt x="76704" y="307755"/>
                  </a:lnTo>
                  <a:lnTo>
                    <a:pt x="81209" y="310554"/>
                  </a:lnTo>
                  <a:lnTo>
                    <a:pt x="85801" y="313208"/>
                  </a:lnTo>
                  <a:lnTo>
                    <a:pt x="90475" y="315715"/>
                  </a:lnTo>
                  <a:lnTo>
                    <a:pt x="95226" y="318072"/>
                  </a:lnTo>
                  <a:lnTo>
                    <a:pt x="100049" y="320278"/>
                  </a:lnTo>
                  <a:lnTo>
                    <a:pt x="104940" y="322329"/>
                  </a:lnTo>
                  <a:lnTo>
                    <a:pt x="109893" y="324224"/>
                  </a:lnTo>
                  <a:lnTo>
                    <a:pt x="114904" y="325961"/>
                  </a:lnTo>
                  <a:lnTo>
                    <a:pt x="119968" y="327539"/>
                  </a:lnTo>
                  <a:lnTo>
                    <a:pt x="125079" y="328955"/>
                  </a:lnTo>
                  <a:lnTo>
                    <a:pt x="130232" y="330208"/>
                  </a:lnTo>
                  <a:lnTo>
                    <a:pt x="135423" y="331297"/>
                  </a:lnTo>
                  <a:lnTo>
                    <a:pt x="140645" y="332220"/>
                  </a:lnTo>
                  <a:lnTo>
                    <a:pt x="145895" y="332978"/>
                  </a:lnTo>
                  <a:lnTo>
                    <a:pt x="151165" y="333569"/>
                  </a:lnTo>
                  <a:lnTo>
                    <a:pt x="156452" y="333992"/>
                  </a:lnTo>
                  <a:lnTo>
                    <a:pt x="161749" y="334247"/>
                  </a:lnTo>
                  <a:lnTo>
                    <a:pt x="167052" y="334334"/>
                  </a:lnTo>
                  <a:lnTo>
                    <a:pt x="172355" y="334253"/>
                  </a:lnTo>
                  <a:lnTo>
                    <a:pt x="177653" y="334004"/>
                  </a:lnTo>
                  <a:lnTo>
                    <a:pt x="182940" y="333587"/>
                  </a:lnTo>
                  <a:lnTo>
                    <a:pt x="188211" y="333002"/>
                  </a:lnTo>
                  <a:lnTo>
                    <a:pt x="193461" y="332250"/>
                  </a:lnTo>
                  <a:lnTo>
                    <a:pt x="198685" y="331332"/>
                  </a:lnTo>
                  <a:lnTo>
                    <a:pt x="203877" y="330249"/>
                  </a:lnTo>
                  <a:lnTo>
                    <a:pt x="209032" y="329002"/>
                  </a:lnTo>
                  <a:lnTo>
                    <a:pt x="214144" y="327592"/>
                  </a:lnTo>
                  <a:lnTo>
                    <a:pt x="219210" y="326020"/>
                  </a:lnTo>
                  <a:lnTo>
                    <a:pt x="224223" y="324289"/>
                  </a:lnTo>
                  <a:lnTo>
                    <a:pt x="229178" y="322399"/>
                  </a:lnTo>
                  <a:lnTo>
                    <a:pt x="234071" y="320353"/>
                  </a:lnTo>
                  <a:lnTo>
                    <a:pt x="238897" y="318153"/>
                  </a:lnTo>
                  <a:lnTo>
                    <a:pt x="243651" y="315801"/>
                  </a:lnTo>
                  <a:lnTo>
                    <a:pt x="248327" y="313299"/>
                  </a:lnTo>
                  <a:lnTo>
                    <a:pt x="252922" y="310651"/>
                  </a:lnTo>
                  <a:lnTo>
                    <a:pt x="257430" y="307857"/>
                  </a:lnTo>
                  <a:lnTo>
                    <a:pt x="261848" y="304923"/>
                  </a:lnTo>
                  <a:lnTo>
                    <a:pt x="266170" y="301849"/>
                  </a:lnTo>
                  <a:lnTo>
                    <a:pt x="270393" y="298640"/>
                  </a:lnTo>
                  <a:lnTo>
                    <a:pt x="274511" y="295299"/>
                  </a:lnTo>
                  <a:lnTo>
                    <a:pt x="278522" y="291828"/>
                  </a:lnTo>
                  <a:lnTo>
                    <a:pt x="282421" y="288233"/>
                  </a:lnTo>
                  <a:lnTo>
                    <a:pt x="286203" y="284515"/>
                  </a:lnTo>
                  <a:lnTo>
                    <a:pt x="289866" y="280679"/>
                  </a:lnTo>
                  <a:lnTo>
                    <a:pt x="293405" y="276729"/>
                  </a:lnTo>
                  <a:lnTo>
                    <a:pt x="296817" y="272669"/>
                  </a:lnTo>
                  <a:lnTo>
                    <a:pt x="300098" y="268502"/>
                  </a:lnTo>
                  <a:lnTo>
                    <a:pt x="303246" y="264234"/>
                  </a:lnTo>
                  <a:lnTo>
                    <a:pt x="306257" y="259867"/>
                  </a:lnTo>
                  <a:lnTo>
                    <a:pt x="309127" y="255408"/>
                  </a:lnTo>
                  <a:lnTo>
                    <a:pt x="311855" y="250860"/>
                  </a:lnTo>
                  <a:lnTo>
                    <a:pt x="314437" y="246227"/>
                  </a:lnTo>
                  <a:lnTo>
                    <a:pt x="316871" y="241515"/>
                  </a:lnTo>
                  <a:lnTo>
                    <a:pt x="319154" y="236728"/>
                  </a:lnTo>
                  <a:lnTo>
                    <a:pt x="321284" y="231871"/>
                  </a:lnTo>
                  <a:lnTo>
                    <a:pt x="323259" y="226949"/>
                  </a:lnTo>
                  <a:lnTo>
                    <a:pt x="325077" y="221966"/>
                  </a:lnTo>
                  <a:lnTo>
                    <a:pt x="326736" y="216929"/>
                  </a:lnTo>
                  <a:lnTo>
                    <a:pt x="328234" y="211841"/>
                  </a:lnTo>
                  <a:lnTo>
                    <a:pt x="329570" y="206709"/>
                  </a:lnTo>
                  <a:lnTo>
                    <a:pt x="330743" y="201536"/>
                  </a:lnTo>
                  <a:lnTo>
                    <a:pt x="331751" y="196330"/>
                  </a:lnTo>
                  <a:lnTo>
                    <a:pt x="332593" y="191093"/>
                  </a:lnTo>
                  <a:lnTo>
                    <a:pt x="333269" y="185833"/>
                  </a:lnTo>
                  <a:lnTo>
                    <a:pt x="333777" y="180554"/>
                  </a:lnTo>
                  <a:lnTo>
                    <a:pt x="334118" y="175261"/>
                  </a:lnTo>
                  <a:lnTo>
                    <a:pt x="334291" y="169960"/>
                  </a:lnTo>
                  <a:lnTo>
                    <a:pt x="334295" y="164657"/>
                  </a:lnTo>
                  <a:lnTo>
                    <a:pt x="334131" y="159356"/>
                  </a:lnTo>
                  <a:lnTo>
                    <a:pt x="333800" y="154062"/>
                  </a:lnTo>
                  <a:lnTo>
                    <a:pt x="333300" y="148782"/>
                  </a:lnTo>
                  <a:lnTo>
                    <a:pt x="332633" y="143521"/>
                  </a:lnTo>
                  <a:lnTo>
                    <a:pt x="331800" y="138283"/>
                  </a:lnTo>
                  <a:lnTo>
                    <a:pt x="330801" y="133075"/>
                  </a:lnTo>
                  <a:lnTo>
                    <a:pt x="329637" y="127900"/>
                  </a:lnTo>
                  <a:lnTo>
                    <a:pt x="328309" y="122765"/>
                  </a:lnTo>
                  <a:lnTo>
                    <a:pt x="326820" y="117675"/>
                  </a:lnTo>
                  <a:lnTo>
                    <a:pt x="325170" y="112635"/>
                  </a:lnTo>
                  <a:lnTo>
                    <a:pt x="323360" y="107650"/>
                  </a:lnTo>
                  <a:lnTo>
                    <a:pt x="321393" y="102724"/>
                  </a:lnTo>
                  <a:lnTo>
                    <a:pt x="319272" y="97864"/>
                  </a:lnTo>
                  <a:lnTo>
                    <a:pt x="316997" y="93073"/>
                  </a:lnTo>
                  <a:lnTo>
                    <a:pt x="314571" y="88356"/>
                  </a:lnTo>
                  <a:lnTo>
                    <a:pt x="311996" y="83719"/>
                  </a:lnTo>
                  <a:lnTo>
                    <a:pt x="309276" y="79167"/>
                  </a:lnTo>
                  <a:lnTo>
                    <a:pt x="306413" y="74702"/>
                  </a:lnTo>
                  <a:lnTo>
                    <a:pt x="303410" y="70331"/>
                  </a:lnTo>
                  <a:lnTo>
                    <a:pt x="300270" y="66057"/>
                  </a:lnTo>
                  <a:lnTo>
                    <a:pt x="296995" y="61885"/>
                  </a:lnTo>
                  <a:lnTo>
                    <a:pt x="293590" y="57819"/>
                  </a:lnTo>
                  <a:lnTo>
                    <a:pt x="290058" y="53863"/>
                  </a:lnTo>
                  <a:lnTo>
                    <a:pt x="286402" y="50021"/>
                  </a:lnTo>
                  <a:lnTo>
                    <a:pt x="282625" y="46297"/>
                  </a:lnTo>
                  <a:lnTo>
                    <a:pt x="278733" y="42694"/>
                  </a:lnTo>
                  <a:lnTo>
                    <a:pt x="274728" y="39217"/>
                  </a:lnTo>
                  <a:lnTo>
                    <a:pt x="270615" y="35869"/>
                  </a:lnTo>
                  <a:lnTo>
                    <a:pt x="266398" y="32653"/>
                  </a:lnTo>
                  <a:lnTo>
                    <a:pt x="262081" y="29572"/>
                  </a:lnTo>
                  <a:lnTo>
                    <a:pt x="257668" y="26630"/>
                  </a:lnTo>
                  <a:lnTo>
                    <a:pt x="253165" y="23829"/>
                  </a:lnTo>
                  <a:lnTo>
                    <a:pt x="248574" y="21172"/>
                  </a:lnTo>
                  <a:lnTo>
                    <a:pt x="243902" y="18663"/>
                  </a:lnTo>
                  <a:lnTo>
                    <a:pt x="239153" y="16302"/>
                  </a:lnTo>
                  <a:lnTo>
                    <a:pt x="234331" y="14094"/>
                  </a:lnTo>
                  <a:lnTo>
                    <a:pt x="229441" y="12040"/>
                  </a:lnTo>
                  <a:lnTo>
                    <a:pt x="224489" y="10142"/>
                  </a:lnTo>
                  <a:lnTo>
                    <a:pt x="219479" y="8402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821"/>
              <a:ext cx="52332" cy="167167"/>
            </a:xfrm>
            <a:custGeom>
              <a:avLst/>
              <a:pathLst>
                <a:path w="52332" h="167167">
                  <a:moveTo>
                    <a:pt x="52332" y="8402"/>
                  </a:move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358" y="4659281"/>
              <a:ext cx="167166" cy="262241"/>
            </a:xfrm>
            <a:custGeom>
              <a:avLst/>
              <a:pathLst>
                <a:path w="167166" h="262241">
                  <a:moveTo>
                    <a:pt x="167166" y="0"/>
                  </a:moveTo>
                  <a:lnTo>
                    <a:pt x="161818" y="85"/>
                  </a:lnTo>
                  <a:lnTo>
                    <a:pt x="156476" y="342"/>
                  </a:lnTo>
                  <a:lnTo>
                    <a:pt x="151144" y="769"/>
                  </a:lnTo>
                  <a:lnTo>
                    <a:pt x="145829" y="1367"/>
                  </a:lnTo>
                  <a:lnTo>
                    <a:pt x="140536" y="2134"/>
                  </a:lnTo>
                  <a:lnTo>
                    <a:pt x="135270" y="3071"/>
                  </a:lnTo>
                  <a:lnTo>
                    <a:pt x="130037" y="4175"/>
                  </a:lnTo>
                  <a:lnTo>
                    <a:pt x="124842" y="5446"/>
                  </a:lnTo>
                  <a:lnTo>
                    <a:pt x="119690" y="6883"/>
                  </a:lnTo>
                  <a:lnTo>
                    <a:pt x="114586" y="8484"/>
                  </a:lnTo>
                  <a:lnTo>
                    <a:pt x="109537" y="10247"/>
                  </a:lnTo>
                  <a:lnTo>
                    <a:pt x="104546" y="12171"/>
                  </a:lnTo>
                  <a:lnTo>
                    <a:pt x="99620" y="14254"/>
                  </a:lnTo>
                  <a:lnTo>
                    <a:pt x="94763" y="16493"/>
                  </a:lnTo>
                  <a:lnTo>
                    <a:pt x="89979" y="18886"/>
                  </a:lnTo>
                  <a:lnTo>
                    <a:pt x="85275" y="21431"/>
                  </a:lnTo>
                  <a:lnTo>
                    <a:pt x="80655" y="24126"/>
                  </a:lnTo>
                  <a:lnTo>
                    <a:pt x="76123" y="26967"/>
                  </a:lnTo>
                  <a:lnTo>
                    <a:pt x="71685" y="29951"/>
                  </a:lnTo>
                  <a:lnTo>
                    <a:pt x="67344" y="33076"/>
                  </a:lnTo>
                  <a:lnTo>
                    <a:pt x="63105" y="36338"/>
                  </a:lnTo>
                  <a:lnTo>
                    <a:pt x="58973" y="39734"/>
                  </a:lnTo>
                  <a:lnTo>
                    <a:pt x="54952" y="43260"/>
                  </a:lnTo>
                  <a:lnTo>
                    <a:pt x="51045" y="46914"/>
                  </a:lnTo>
                  <a:lnTo>
                    <a:pt x="47258" y="50690"/>
                  </a:lnTo>
                  <a:lnTo>
                    <a:pt x="43593" y="54586"/>
                  </a:lnTo>
                  <a:lnTo>
                    <a:pt x="40054" y="58596"/>
                  </a:lnTo>
                  <a:lnTo>
                    <a:pt x="36646" y="62718"/>
                  </a:lnTo>
                  <a:lnTo>
                    <a:pt x="33372" y="66947"/>
                  </a:lnTo>
                  <a:lnTo>
                    <a:pt x="30234" y="71279"/>
                  </a:lnTo>
                  <a:lnTo>
                    <a:pt x="27237" y="75709"/>
                  </a:lnTo>
                  <a:lnTo>
                    <a:pt x="24382" y="80232"/>
                  </a:lnTo>
                  <a:lnTo>
                    <a:pt x="21674" y="84844"/>
                  </a:lnTo>
                  <a:lnTo>
                    <a:pt x="19115" y="89541"/>
                  </a:lnTo>
                  <a:lnTo>
                    <a:pt x="16708" y="94317"/>
                  </a:lnTo>
                  <a:lnTo>
                    <a:pt x="14454" y="99167"/>
                  </a:lnTo>
                  <a:lnTo>
                    <a:pt x="12357" y="104088"/>
                  </a:lnTo>
                  <a:lnTo>
                    <a:pt x="10418" y="109073"/>
                  </a:lnTo>
                  <a:lnTo>
                    <a:pt x="8640" y="114117"/>
                  </a:lnTo>
                  <a:lnTo>
                    <a:pt x="7024" y="119215"/>
                  </a:lnTo>
                  <a:lnTo>
                    <a:pt x="5572" y="124363"/>
                  </a:lnTo>
                  <a:lnTo>
                    <a:pt x="4285" y="129555"/>
                  </a:lnTo>
                  <a:lnTo>
                    <a:pt x="3165" y="134785"/>
                  </a:lnTo>
                  <a:lnTo>
                    <a:pt x="2213" y="140048"/>
                  </a:lnTo>
                  <a:lnTo>
                    <a:pt x="1430" y="145339"/>
                  </a:lnTo>
                  <a:lnTo>
                    <a:pt x="817" y="150652"/>
                  </a:lnTo>
                  <a:lnTo>
                    <a:pt x="373" y="155982"/>
                  </a:lnTo>
                  <a:lnTo>
                    <a:pt x="101" y="161324"/>
                  </a:lnTo>
                  <a:lnTo>
                    <a:pt x="0" y="166671"/>
                  </a:lnTo>
                  <a:lnTo>
                    <a:pt x="69" y="172019"/>
                  </a:lnTo>
                  <a:lnTo>
                    <a:pt x="310" y="177362"/>
                  </a:lnTo>
                  <a:lnTo>
                    <a:pt x="722" y="182695"/>
                  </a:lnTo>
                  <a:lnTo>
                    <a:pt x="1303" y="188012"/>
                  </a:lnTo>
                  <a:lnTo>
                    <a:pt x="2055" y="193307"/>
                  </a:lnTo>
                  <a:lnTo>
                    <a:pt x="2976" y="198576"/>
                  </a:lnTo>
                  <a:lnTo>
                    <a:pt x="4065" y="203813"/>
                  </a:lnTo>
                  <a:lnTo>
                    <a:pt x="5321" y="209012"/>
                  </a:lnTo>
                  <a:lnTo>
                    <a:pt x="6742" y="214168"/>
                  </a:lnTo>
                  <a:lnTo>
                    <a:pt x="8328" y="219276"/>
                  </a:lnTo>
                  <a:lnTo>
                    <a:pt x="10076" y="224331"/>
                  </a:lnTo>
                  <a:lnTo>
                    <a:pt x="11985" y="229327"/>
                  </a:lnTo>
                  <a:lnTo>
                    <a:pt x="14053" y="234259"/>
                  </a:lnTo>
                  <a:lnTo>
                    <a:pt x="16278" y="239123"/>
                  </a:lnTo>
                  <a:lnTo>
                    <a:pt x="18657" y="243914"/>
                  </a:lnTo>
                  <a:lnTo>
                    <a:pt x="21189" y="248625"/>
                  </a:lnTo>
                  <a:lnTo>
                    <a:pt x="23869" y="253254"/>
                  </a:lnTo>
                  <a:lnTo>
                    <a:pt x="26697" y="257794"/>
                  </a:lnTo>
                  <a:lnTo>
                    <a:pt x="29668" y="26224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49026" y="4826449"/>
              <a:ext cx="137498" cy="95074"/>
            </a:xfrm>
            <a:custGeom>
              <a:avLst/>
              <a:pathLst>
                <a:path w="137498" h="95074">
                  <a:moveTo>
                    <a:pt x="0" y="95074"/>
                  </a:moveTo>
                  <a:lnTo>
                    <a:pt x="1374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49026" y="4826449"/>
              <a:ext cx="137498" cy="121299"/>
            </a:xfrm>
            <a:custGeom>
              <a:avLst/>
              <a:pathLst>
                <a:path w="137498" h="121299">
                  <a:moveTo>
                    <a:pt x="0" y="95074"/>
                  </a:moveTo>
                  <a:lnTo>
                    <a:pt x="4052" y="100682"/>
                  </a:lnTo>
                  <a:lnTo>
                    <a:pt x="8332" y="106118"/>
                  </a:lnTo>
                  <a:lnTo>
                    <a:pt x="12834" y="111372"/>
                  </a:lnTo>
                  <a:lnTo>
                    <a:pt x="17550" y="116435"/>
                  </a:lnTo>
                  <a:lnTo>
                    <a:pt x="22470" y="121299"/>
                  </a:lnTo>
                  <a:lnTo>
                    <a:pt x="13749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71497" y="4659281"/>
              <a:ext cx="282176" cy="334334"/>
            </a:xfrm>
            <a:custGeom>
              <a:avLst/>
              <a:pathLst>
                <a:path w="282176" h="334334">
                  <a:moveTo>
                    <a:pt x="0" y="288467"/>
                  </a:moveTo>
                  <a:lnTo>
                    <a:pt x="3903" y="292053"/>
                  </a:lnTo>
                  <a:lnTo>
                    <a:pt x="7919" y="295513"/>
                  </a:lnTo>
                  <a:lnTo>
                    <a:pt x="12042" y="298845"/>
                  </a:lnTo>
                  <a:lnTo>
                    <a:pt x="16269" y="302044"/>
                  </a:lnTo>
                  <a:lnTo>
                    <a:pt x="20595" y="305107"/>
                  </a:lnTo>
                  <a:lnTo>
                    <a:pt x="25016" y="308032"/>
                  </a:lnTo>
                  <a:lnTo>
                    <a:pt x="29527" y="310815"/>
                  </a:lnTo>
                  <a:lnTo>
                    <a:pt x="34124" y="313453"/>
                  </a:lnTo>
                  <a:lnTo>
                    <a:pt x="38803" y="315945"/>
                  </a:lnTo>
                  <a:lnTo>
                    <a:pt x="43559" y="318287"/>
                  </a:lnTo>
                  <a:lnTo>
                    <a:pt x="48386" y="320477"/>
                  </a:lnTo>
                  <a:lnTo>
                    <a:pt x="53280" y="322513"/>
                  </a:lnTo>
                  <a:lnTo>
                    <a:pt x="58237" y="324392"/>
                  </a:lnTo>
                  <a:lnTo>
                    <a:pt x="63250" y="326114"/>
                  </a:lnTo>
                  <a:lnTo>
                    <a:pt x="68316" y="327676"/>
                  </a:lnTo>
                  <a:lnTo>
                    <a:pt x="73428" y="329076"/>
                  </a:lnTo>
                  <a:lnTo>
                    <a:pt x="78583" y="330313"/>
                  </a:lnTo>
                  <a:lnTo>
                    <a:pt x="83774" y="331387"/>
                  </a:lnTo>
                  <a:lnTo>
                    <a:pt x="88996" y="332295"/>
                  </a:lnTo>
                  <a:lnTo>
                    <a:pt x="94245" y="333038"/>
                  </a:lnTo>
                  <a:lnTo>
                    <a:pt x="99514" y="333613"/>
                  </a:lnTo>
                  <a:lnTo>
                    <a:pt x="104799" y="334021"/>
                  </a:lnTo>
                  <a:lnTo>
                    <a:pt x="110095" y="334262"/>
                  </a:lnTo>
                  <a:lnTo>
                    <a:pt x="115395" y="334334"/>
                  </a:lnTo>
                  <a:lnTo>
                    <a:pt x="120695" y="334238"/>
                  </a:lnTo>
                  <a:lnTo>
                    <a:pt x="125989" y="333975"/>
                  </a:lnTo>
                  <a:lnTo>
                    <a:pt x="131272" y="333543"/>
                  </a:lnTo>
                  <a:lnTo>
                    <a:pt x="136539" y="332944"/>
                  </a:lnTo>
                  <a:lnTo>
                    <a:pt x="141785" y="332179"/>
                  </a:lnTo>
                  <a:lnTo>
                    <a:pt x="147003" y="331248"/>
                  </a:lnTo>
                  <a:lnTo>
                    <a:pt x="152189" y="330151"/>
                  </a:lnTo>
                  <a:lnTo>
                    <a:pt x="157338" y="328891"/>
                  </a:lnTo>
                  <a:lnTo>
                    <a:pt x="162444" y="327468"/>
                  </a:lnTo>
                  <a:lnTo>
                    <a:pt x="167503" y="325884"/>
                  </a:lnTo>
                  <a:lnTo>
                    <a:pt x="172509" y="324141"/>
                  </a:lnTo>
                  <a:lnTo>
                    <a:pt x="177457" y="322239"/>
                  </a:lnTo>
                  <a:lnTo>
                    <a:pt x="182342" y="320182"/>
                  </a:lnTo>
                  <a:lnTo>
                    <a:pt x="187160" y="317971"/>
                  </a:lnTo>
                  <a:lnTo>
                    <a:pt x="191905" y="315608"/>
                  </a:lnTo>
                  <a:lnTo>
                    <a:pt x="196573" y="313096"/>
                  </a:lnTo>
                  <a:lnTo>
                    <a:pt x="201158" y="310437"/>
                  </a:lnTo>
                  <a:lnTo>
                    <a:pt x="205658" y="307634"/>
                  </a:lnTo>
                  <a:lnTo>
                    <a:pt x="210066" y="304690"/>
                  </a:lnTo>
                  <a:lnTo>
                    <a:pt x="214378" y="301608"/>
                  </a:lnTo>
                  <a:lnTo>
                    <a:pt x="218591" y="298390"/>
                  </a:lnTo>
                  <a:lnTo>
                    <a:pt x="222699" y="295041"/>
                  </a:lnTo>
                  <a:lnTo>
                    <a:pt x="226699" y="291562"/>
                  </a:lnTo>
                  <a:lnTo>
                    <a:pt x="230587" y="287959"/>
                  </a:lnTo>
                  <a:lnTo>
                    <a:pt x="234359" y="284235"/>
                  </a:lnTo>
                  <a:lnTo>
                    <a:pt x="238011" y="280392"/>
                  </a:lnTo>
                  <a:lnTo>
                    <a:pt x="241539" y="276436"/>
                  </a:lnTo>
                  <a:lnTo>
                    <a:pt x="244940" y="272370"/>
                  </a:lnTo>
                  <a:lnTo>
                    <a:pt x="248210" y="268198"/>
                  </a:lnTo>
                  <a:lnTo>
                    <a:pt x="251346" y="263925"/>
                  </a:lnTo>
                  <a:lnTo>
                    <a:pt x="254345" y="259554"/>
                  </a:lnTo>
                  <a:lnTo>
                    <a:pt x="257205" y="255090"/>
                  </a:lnTo>
                  <a:lnTo>
                    <a:pt x="259921" y="250538"/>
                  </a:lnTo>
                  <a:lnTo>
                    <a:pt x="262491" y="245902"/>
                  </a:lnTo>
                  <a:lnTo>
                    <a:pt x="264913" y="241187"/>
                  </a:lnTo>
                  <a:lnTo>
                    <a:pt x="267185" y="236398"/>
                  </a:lnTo>
                  <a:lnTo>
                    <a:pt x="269304" y="231539"/>
                  </a:lnTo>
                  <a:lnTo>
                    <a:pt x="271267" y="226615"/>
                  </a:lnTo>
                  <a:lnTo>
                    <a:pt x="273073" y="221631"/>
                  </a:lnTo>
                  <a:lnTo>
                    <a:pt x="274721" y="216593"/>
                  </a:lnTo>
                  <a:lnTo>
                    <a:pt x="276207" y="211505"/>
                  </a:lnTo>
                  <a:lnTo>
                    <a:pt x="277532" y="206372"/>
                  </a:lnTo>
                  <a:lnTo>
                    <a:pt x="278693" y="201200"/>
                  </a:lnTo>
                  <a:lnTo>
                    <a:pt x="279690" y="195994"/>
                  </a:lnTo>
                  <a:lnTo>
                    <a:pt x="280521" y="190759"/>
                  </a:lnTo>
                  <a:lnTo>
                    <a:pt x="281186" y="185500"/>
                  </a:lnTo>
                  <a:lnTo>
                    <a:pt x="281684" y="180222"/>
                  </a:lnTo>
                  <a:lnTo>
                    <a:pt x="282014" y="174932"/>
                  </a:lnTo>
                  <a:lnTo>
                    <a:pt x="282176" y="169633"/>
                  </a:lnTo>
                  <a:lnTo>
                    <a:pt x="282170" y="164333"/>
                  </a:lnTo>
                  <a:lnTo>
                    <a:pt x="281997" y="159035"/>
                  </a:lnTo>
                  <a:lnTo>
                    <a:pt x="281655" y="153745"/>
                  </a:lnTo>
                  <a:lnTo>
                    <a:pt x="281145" y="148469"/>
                  </a:lnTo>
                  <a:lnTo>
                    <a:pt x="280469" y="143211"/>
                  </a:lnTo>
                  <a:lnTo>
                    <a:pt x="279626" y="137978"/>
                  </a:lnTo>
                  <a:lnTo>
                    <a:pt x="278618" y="132774"/>
                  </a:lnTo>
                  <a:lnTo>
                    <a:pt x="277445" y="127604"/>
                  </a:lnTo>
                  <a:lnTo>
                    <a:pt x="276109" y="122474"/>
                  </a:lnTo>
                  <a:lnTo>
                    <a:pt x="274611" y="117390"/>
                  </a:lnTo>
                  <a:lnTo>
                    <a:pt x="272953" y="112355"/>
                  </a:lnTo>
                  <a:lnTo>
                    <a:pt x="271136" y="107375"/>
                  </a:lnTo>
                  <a:lnTo>
                    <a:pt x="269162" y="102456"/>
                  </a:lnTo>
                  <a:lnTo>
                    <a:pt x="267032" y="97601"/>
                  </a:lnTo>
                  <a:lnTo>
                    <a:pt x="264750" y="92817"/>
                  </a:lnTo>
                  <a:lnTo>
                    <a:pt x="262318" y="88107"/>
                  </a:lnTo>
                  <a:lnTo>
                    <a:pt x="259737" y="83477"/>
                  </a:lnTo>
                  <a:lnTo>
                    <a:pt x="257011" y="78931"/>
                  </a:lnTo>
                  <a:lnTo>
                    <a:pt x="254142" y="74474"/>
                  </a:lnTo>
                  <a:lnTo>
                    <a:pt x="251133" y="70110"/>
                  </a:lnTo>
                  <a:lnTo>
                    <a:pt x="247987" y="65843"/>
                  </a:lnTo>
                  <a:lnTo>
                    <a:pt x="244708" y="61678"/>
                  </a:lnTo>
                  <a:lnTo>
                    <a:pt x="241298" y="57620"/>
                  </a:lnTo>
                  <a:lnTo>
                    <a:pt x="237761" y="53671"/>
                  </a:lnTo>
                  <a:lnTo>
                    <a:pt x="234101" y="49837"/>
                  </a:lnTo>
                  <a:lnTo>
                    <a:pt x="230321" y="46121"/>
                  </a:lnTo>
                  <a:lnTo>
                    <a:pt x="226425" y="42526"/>
                  </a:lnTo>
                  <a:lnTo>
                    <a:pt x="222418" y="39057"/>
                  </a:lnTo>
                  <a:lnTo>
                    <a:pt x="218302" y="35716"/>
                  </a:lnTo>
                  <a:lnTo>
                    <a:pt x="214082" y="32508"/>
                  </a:lnTo>
                  <a:lnTo>
                    <a:pt x="209763" y="29435"/>
                  </a:lnTo>
                  <a:lnTo>
                    <a:pt x="205348" y="26501"/>
                  </a:lnTo>
                  <a:lnTo>
                    <a:pt x="200843" y="23708"/>
                  </a:lnTo>
                  <a:lnTo>
                    <a:pt x="196251" y="21059"/>
                  </a:lnTo>
                  <a:lnTo>
                    <a:pt x="191578" y="18557"/>
                  </a:lnTo>
                  <a:lnTo>
                    <a:pt x="186828" y="16205"/>
                  </a:lnTo>
                  <a:lnTo>
                    <a:pt x="182005" y="14004"/>
                  </a:lnTo>
                  <a:lnTo>
                    <a:pt x="177116" y="11957"/>
                  </a:lnTo>
                  <a:lnTo>
                    <a:pt x="172163" y="10067"/>
                  </a:lnTo>
                  <a:lnTo>
                    <a:pt x="167154" y="8334"/>
                  </a:lnTo>
                  <a:lnTo>
                    <a:pt x="162091" y="6762"/>
                  </a:lnTo>
                  <a:lnTo>
                    <a:pt x="156982" y="5350"/>
                  </a:lnTo>
                  <a:lnTo>
                    <a:pt x="151830" y="4101"/>
                  </a:lnTo>
                  <a:lnTo>
                    <a:pt x="146642" y="3016"/>
                  </a:lnTo>
                  <a:lnTo>
                    <a:pt x="141421" y="2096"/>
                  </a:lnTo>
                  <a:lnTo>
                    <a:pt x="136174" y="1343"/>
                  </a:lnTo>
                  <a:lnTo>
                    <a:pt x="130906" y="755"/>
                  </a:lnTo>
                  <a:lnTo>
                    <a:pt x="125622" y="336"/>
                  </a:lnTo>
                  <a:lnTo>
                    <a:pt x="120327" y="84"/>
                  </a:lnTo>
                  <a:lnTo>
                    <a:pt x="115027" y="0"/>
                  </a:lnTo>
                  <a:lnTo>
                    <a:pt x="1150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321570" y="5018213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6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6" y="3014"/>
                  </a:lnTo>
                  <a:lnTo>
                    <a:pt x="130359" y="4098"/>
                  </a:lnTo>
                  <a:lnTo>
                    <a:pt x="125209" y="5346"/>
                  </a:lnTo>
                  <a:lnTo>
                    <a:pt x="120101" y="6757"/>
                  </a:lnTo>
                  <a:lnTo>
                    <a:pt x="115041" y="8329"/>
                  </a:lnTo>
                  <a:lnTo>
                    <a:pt x="110033" y="10060"/>
                  </a:lnTo>
                  <a:lnTo>
                    <a:pt x="105082" y="11949"/>
                  </a:lnTo>
                  <a:lnTo>
                    <a:pt x="100194" y="13995"/>
                  </a:lnTo>
                  <a:lnTo>
                    <a:pt x="95372" y="16194"/>
                  </a:lnTo>
                  <a:lnTo>
                    <a:pt x="90623" y="18544"/>
                  </a:lnTo>
                  <a:lnTo>
                    <a:pt x="85951" y="21045"/>
                  </a:lnTo>
                  <a:lnTo>
                    <a:pt x="81361" y="23692"/>
                  </a:lnTo>
                  <a:lnTo>
                    <a:pt x="76857" y="26483"/>
                  </a:lnTo>
                  <a:lnTo>
                    <a:pt x="72443" y="29415"/>
                  </a:lnTo>
                  <a:lnTo>
                    <a:pt x="68125" y="32486"/>
                  </a:lnTo>
                  <a:lnTo>
                    <a:pt x="63906" y="35692"/>
                  </a:lnTo>
                  <a:lnTo>
                    <a:pt x="59790" y="39031"/>
                  </a:lnTo>
                  <a:lnTo>
                    <a:pt x="55783" y="42498"/>
                  </a:lnTo>
                  <a:lnTo>
                    <a:pt x="51888" y="46090"/>
                  </a:lnTo>
                  <a:lnTo>
                    <a:pt x="48108" y="49804"/>
                  </a:lnTo>
                  <a:lnTo>
                    <a:pt x="44448" y="53636"/>
                  </a:lnTo>
                  <a:lnTo>
                    <a:pt x="40911" y="57582"/>
                  </a:lnTo>
                  <a:lnTo>
                    <a:pt x="37502" y="61639"/>
                  </a:lnTo>
                  <a:lnTo>
                    <a:pt x="34222" y="65801"/>
                  </a:lnTo>
                  <a:lnTo>
                    <a:pt x="31076" y="70065"/>
                  </a:lnTo>
                  <a:lnTo>
                    <a:pt x="28067" y="74426"/>
                  </a:lnTo>
                  <a:lnTo>
                    <a:pt x="25197" y="78881"/>
                  </a:lnTo>
                  <a:lnTo>
                    <a:pt x="22470" y="83425"/>
                  </a:lnTo>
                  <a:lnTo>
                    <a:pt x="19889" y="88052"/>
                  </a:lnTo>
                  <a:lnTo>
                    <a:pt x="17455" y="92760"/>
                  </a:lnTo>
                  <a:lnTo>
                    <a:pt x="15172" y="97541"/>
                  </a:lnTo>
                  <a:lnTo>
                    <a:pt x="13042" y="102393"/>
                  </a:lnTo>
                  <a:lnTo>
                    <a:pt x="11066" y="107310"/>
                  </a:lnTo>
                  <a:lnTo>
                    <a:pt x="9248" y="112287"/>
                  </a:lnTo>
                  <a:lnTo>
                    <a:pt x="7588" y="117320"/>
                  </a:lnTo>
                  <a:lnTo>
                    <a:pt x="6088" y="122402"/>
                  </a:lnTo>
                  <a:lnTo>
                    <a:pt x="4750" y="127529"/>
                  </a:lnTo>
                  <a:lnTo>
                    <a:pt x="3575" y="132696"/>
                  </a:lnTo>
                  <a:lnTo>
                    <a:pt x="2565" y="137898"/>
                  </a:lnTo>
                  <a:lnTo>
                    <a:pt x="1720" y="143129"/>
                  </a:lnTo>
                  <a:lnTo>
                    <a:pt x="1041" y="148385"/>
                  </a:lnTo>
                  <a:lnTo>
                    <a:pt x="529" y="153659"/>
                  </a:lnTo>
                  <a:lnTo>
                    <a:pt x="185" y="158947"/>
                  </a:lnTo>
                  <a:lnTo>
                    <a:pt x="8" y="164243"/>
                  </a:lnTo>
                  <a:lnTo>
                    <a:pt x="0" y="169542"/>
                  </a:lnTo>
                  <a:lnTo>
                    <a:pt x="159" y="174838"/>
                  </a:lnTo>
                  <a:lnTo>
                    <a:pt x="486" y="180127"/>
                  </a:lnTo>
                  <a:lnTo>
                    <a:pt x="980" y="185403"/>
                  </a:lnTo>
                  <a:lnTo>
                    <a:pt x="1642" y="190661"/>
                  </a:lnTo>
                  <a:lnTo>
                    <a:pt x="2470" y="195895"/>
                  </a:lnTo>
                  <a:lnTo>
                    <a:pt x="3463" y="201100"/>
                  </a:lnTo>
                  <a:lnTo>
                    <a:pt x="4621" y="206271"/>
                  </a:lnTo>
                  <a:lnTo>
                    <a:pt x="5942" y="211403"/>
                  </a:lnTo>
                  <a:lnTo>
                    <a:pt x="7425" y="216490"/>
                  </a:lnTo>
                  <a:lnTo>
                    <a:pt x="9068" y="221527"/>
                  </a:lnTo>
                  <a:lnTo>
                    <a:pt x="10871" y="226510"/>
                  </a:lnTo>
                  <a:lnTo>
                    <a:pt x="12830" y="231434"/>
                  </a:lnTo>
                  <a:lnTo>
                    <a:pt x="14944" y="236293"/>
                  </a:lnTo>
                  <a:lnTo>
                    <a:pt x="17212" y="241082"/>
                  </a:lnTo>
                  <a:lnTo>
                    <a:pt x="19630" y="245797"/>
                  </a:lnTo>
                  <a:lnTo>
                    <a:pt x="22196" y="250433"/>
                  </a:lnTo>
                  <a:lnTo>
                    <a:pt x="24908" y="254986"/>
                  </a:lnTo>
                  <a:lnTo>
                    <a:pt x="27763" y="259450"/>
                  </a:lnTo>
                  <a:lnTo>
                    <a:pt x="30758" y="263822"/>
                  </a:lnTo>
                  <a:lnTo>
                    <a:pt x="33890" y="268096"/>
                  </a:lnTo>
                  <a:lnTo>
                    <a:pt x="37156" y="272269"/>
                  </a:lnTo>
                  <a:lnTo>
                    <a:pt x="40552" y="276336"/>
                  </a:lnTo>
                  <a:lnTo>
                    <a:pt x="44076" y="280294"/>
                  </a:lnTo>
                  <a:lnTo>
                    <a:pt x="47723" y="284138"/>
                  </a:lnTo>
                  <a:lnTo>
                    <a:pt x="51491" y="287864"/>
                  </a:lnTo>
                  <a:lnTo>
                    <a:pt x="55374" y="291469"/>
                  </a:lnTo>
                  <a:lnTo>
                    <a:pt x="59370" y="294950"/>
                  </a:lnTo>
                  <a:lnTo>
                    <a:pt x="63474" y="298302"/>
                  </a:lnTo>
                  <a:lnTo>
                    <a:pt x="67683" y="301522"/>
                  </a:lnTo>
                  <a:lnTo>
                    <a:pt x="71991" y="304607"/>
                  </a:lnTo>
                  <a:lnTo>
                    <a:pt x="76395" y="307554"/>
                  </a:lnTo>
                  <a:lnTo>
                    <a:pt x="80890" y="310360"/>
                  </a:lnTo>
                  <a:lnTo>
                    <a:pt x="85472" y="313022"/>
                  </a:lnTo>
                  <a:lnTo>
                    <a:pt x="90136" y="315537"/>
                  </a:lnTo>
                  <a:lnTo>
                    <a:pt x="94877" y="317904"/>
                  </a:lnTo>
                  <a:lnTo>
                    <a:pt x="99691" y="320119"/>
                  </a:lnTo>
                  <a:lnTo>
                    <a:pt x="104572" y="322180"/>
                  </a:lnTo>
                  <a:lnTo>
                    <a:pt x="109517" y="324085"/>
                  </a:lnTo>
                  <a:lnTo>
                    <a:pt x="114519" y="325833"/>
                  </a:lnTo>
                  <a:lnTo>
                    <a:pt x="119575" y="327422"/>
                  </a:lnTo>
                  <a:lnTo>
                    <a:pt x="124678" y="328849"/>
                  </a:lnTo>
                  <a:lnTo>
                    <a:pt x="129824" y="330114"/>
                  </a:lnTo>
                  <a:lnTo>
                    <a:pt x="135007" y="331215"/>
                  </a:lnTo>
                  <a:lnTo>
                    <a:pt x="140223" y="332151"/>
                  </a:lnTo>
                  <a:lnTo>
                    <a:pt x="145465" y="332922"/>
                  </a:lnTo>
                  <a:lnTo>
                    <a:pt x="150730" y="333526"/>
                  </a:lnTo>
                  <a:lnTo>
                    <a:pt x="156011" y="333963"/>
                  </a:lnTo>
                  <a:lnTo>
                    <a:pt x="161303" y="334232"/>
                  </a:lnTo>
                  <a:lnTo>
                    <a:pt x="166601" y="334333"/>
                  </a:lnTo>
                  <a:lnTo>
                    <a:pt x="171899" y="334267"/>
                  </a:lnTo>
                  <a:lnTo>
                    <a:pt x="177193" y="334032"/>
                  </a:lnTo>
                  <a:lnTo>
                    <a:pt x="182477" y="333630"/>
                  </a:lnTo>
                  <a:lnTo>
                    <a:pt x="187745" y="333061"/>
                  </a:lnTo>
                  <a:lnTo>
                    <a:pt x="192993" y="332325"/>
                  </a:lnTo>
                  <a:lnTo>
                    <a:pt x="198215" y="331423"/>
                  </a:lnTo>
                  <a:lnTo>
                    <a:pt x="203405" y="330356"/>
                  </a:lnTo>
                  <a:lnTo>
                    <a:pt x="208559" y="329124"/>
                  </a:lnTo>
                  <a:lnTo>
                    <a:pt x="213671" y="327731"/>
                  </a:lnTo>
                  <a:lnTo>
                    <a:pt x="218737" y="326176"/>
                  </a:lnTo>
                  <a:lnTo>
                    <a:pt x="223751" y="324461"/>
                  </a:lnTo>
                  <a:lnTo>
                    <a:pt x="228708" y="322588"/>
                  </a:lnTo>
                  <a:lnTo>
                    <a:pt x="233603" y="320558"/>
                  </a:lnTo>
                  <a:lnTo>
                    <a:pt x="238431" y="318375"/>
                  </a:lnTo>
                  <a:lnTo>
                    <a:pt x="243188" y="316040"/>
                  </a:lnTo>
                  <a:lnTo>
                    <a:pt x="247868" y="313555"/>
                  </a:lnTo>
                  <a:lnTo>
                    <a:pt x="252467" y="310923"/>
                  </a:lnTo>
                  <a:lnTo>
                    <a:pt x="256981" y="308147"/>
                  </a:lnTo>
                  <a:lnTo>
                    <a:pt x="261404" y="305229"/>
                  </a:lnTo>
                  <a:lnTo>
                    <a:pt x="265733" y="302172"/>
                  </a:lnTo>
                  <a:lnTo>
                    <a:pt x="269962" y="298980"/>
                  </a:lnTo>
                  <a:lnTo>
                    <a:pt x="274088" y="295655"/>
                  </a:lnTo>
                  <a:lnTo>
                    <a:pt x="278107" y="292201"/>
                  </a:lnTo>
                  <a:lnTo>
                    <a:pt x="282014" y="288622"/>
                  </a:lnTo>
                  <a:lnTo>
                    <a:pt x="285806" y="284920"/>
                  </a:lnTo>
                  <a:lnTo>
                    <a:pt x="289478" y="281100"/>
                  </a:lnTo>
                  <a:lnTo>
                    <a:pt x="293028" y="277166"/>
                  </a:lnTo>
                  <a:lnTo>
                    <a:pt x="296451" y="273121"/>
                  </a:lnTo>
                  <a:lnTo>
                    <a:pt x="299744" y="268969"/>
                  </a:lnTo>
                  <a:lnTo>
                    <a:pt x="302904" y="264716"/>
                  </a:lnTo>
                  <a:lnTo>
                    <a:pt x="305928" y="260364"/>
                  </a:lnTo>
                  <a:lnTo>
                    <a:pt x="308812" y="255919"/>
                  </a:lnTo>
                  <a:lnTo>
                    <a:pt x="311554" y="251384"/>
                  </a:lnTo>
                  <a:lnTo>
                    <a:pt x="314151" y="246765"/>
                  </a:lnTo>
                  <a:lnTo>
                    <a:pt x="316599" y="242066"/>
                  </a:lnTo>
                  <a:lnTo>
                    <a:pt x="318898" y="237291"/>
                  </a:lnTo>
                  <a:lnTo>
                    <a:pt x="321045" y="232446"/>
                  </a:lnTo>
                  <a:lnTo>
                    <a:pt x="323036" y="227536"/>
                  </a:lnTo>
                  <a:lnTo>
                    <a:pt x="324871" y="222565"/>
                  </a:lnTo>
                  <a:lnTo>
                    <a:pt x="326548" y="217538"/>
                  </a:lnTo>
                  <a:lnTo>
                    <a:pt x="328064" y="212461"/>
                  </a:lnTo>
                  <a:lnTo>
                    <a:pt x="329419" y="207338"/>
                  </a:lnTo>
                  <a:lnTo>
                    <a:pt x="330611" y="202175"/>
                  </a:lnTo>
                  <a:lnTo>
                    <a:pt x="331638" y="196976"/>
                  </a:lnTo>
                  <a:lnTo>
                    <a:pt x="332500" y="191748"/>
                  </a:lnTo>
                  <a:lnTo>
                    <a:pt x="333196" y="186495"/>
                  </a:lnTo>
                  <a:lnTo>
                    <a:pt x="333726" y="181222"/>
                  </a:lnTo>
                  <a:lnTo>
                    <a:pt x="334087" y="175935"/>
                  </a:lnTo>
                  <a:lnTo>
                    <a:pt x="334281" y="170640"/>
                  </a:lnTo>
                  <a:lnTo>
                    <a:pt x="334308" y="165341"/>
                  </a:lnTo>
                  <a:lnTo>
                    <a:pt x="334166" y="160044"/>
                  </a:lnTo>
                  <a:lnTo>
                    <a:pt x="333856" y="154754"/>
                  </a:lnTo>
                  <a:lnTo>
                    <a:pt x="333379" y="149477"/>
                  </a:lnTo>
                  <a:lnTo>
                    <a:pt x="332735" y="144217"/>
                  </a:lnTo>
                  <a:lnTo>
                    <a:pt x="331924" y="138980"/>
                  </a:lnTo>
                  <a:lnTo>
                    <a:pt x="330948" y="133772"/>
                  </a:lnTo>
                  <a:lnTo>
                    <a:pt x="329807" y="128597"/>
                  </a:lnTo>
                  <a:lnTo>
                    <a:pt x="328503" y="123461"/>
                  </a:lnTo>
                  <a:lnTo>
                    <a:pt x="327037" y="118369"/>
                  </a:lnTo>
                  <a:lnTo>
                    <a:pt x="325410" y="113326"/>
                  </a:lnTo>
                  <a:lnTo>
                    <a:pt x="323624" y="108337"/>
                  </a:lnTo>
                  <a:lnTo>
                    <a:pt x="321681" y="103407"/>
                  </a:lnTo>
                  <a:lnTo>
                    <a:pt x="319582" y="98542"/>
                  </a:lnTo>
                  <a:lnTo>
                    <a:pt x="317330" y="93745"/>
                  </a:lnTo>
                  <a:lnTo>
                    <a:pt x="314928" y="89022"/>
                  </a:lnTo>
                  <a:lnTo>
                    <a:pt x="312377" y="84377"/>
                  </a:lnTo>
                  <a:lnTo>
                    <a:pt x="309680" y="79816"/>
                  </a:lnTo>
                  <a:lnTo>
                    <a:pt x="306840" y="75342"/>
                  </a:lnTo>
                  <a:lnTo>
                    <a:pt x="303859" y="70961"/>
                  </a:lnTo>
                  <a:lnTo>
                    <a:pt x="300741" y="66676"/>
                  </a:lnTo>
                  <a:lnTo>
                    <a:pt x="297489" y="62493"/>
                  </a:lnTo>
                  <a:lnTo>
                    <a:pt x="294106" y="58414"/>
                  </a:lnTo>
                  <a:lnTo>
                    <a:pt x="290595" y="54445"/>
                  </a:lnTo>
                  <a:lnTo>
                    <a:pt x="286961" y="50589"/>
                  </a:lnTo>
                  <a:lnTo>
                    <a:pt x="283205" y="46850"/>
                  </a:lnTo>
                  <a:lnTo>
                    <a:pt x="279334" y="43232"/>
                  </a:lnTo>
                  <a:lnTo>
                    <a:pt x="275349" y="39739"/>
                  </a:lnTo>
                  <a:lnTo>
                    <a:pt x="271256" y="36374"/>
                  </a:lnTo>
                  <a:lnTo>
                    <a:pt x="267058" y="33140"/>
                  </a:lnTo>
                  <a:lnTo>
                    <a:pt x="262760" y="30041"/>
                  </a:lnTo>
                  <a:lnTo>
                    <a:pt x="258366" y="27079"/>
                  </a:lnTo>
                  <a:lnTo>
                    <a:pt x="253880" y="24258"/>
                  </a:lnTo>
                  <a:lnTo>
                    <a:pt x="249307" y="21581"/>
                  </a:lnTo>
                  <a:lnTo>
                    <a:pt x="244651" y="19050"/>
                  </a:lnTo>
                  <a:lnTo>
                    <a:pt x="239918" y="16669"/>
                  </a:lnTo>
                  <a:lnTo>
                    <a:pt x="235111" y="14438"/>
                  </a:lnTo>
                  <a:lnTo>
                    <a:pt x="230237" y="12360"/>
                  </a:lnTo>
                  <a:lnTo>
                    <a:pt x="225298" y="10439"/>
                  </a:lnTo>
                  <a:lnTo>
                    <a:pt x="220302" y="8674"/>
                  </a:lnTo>
                  <a:lnTo>
                    <a:pt x="215252" y="706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48101" cy="167167"/>
            </a:xfrm>
            <a:custGeom>
              <a:avLst/>
              <a:pathLst>
                <a:path w="48101" h="167167">
                  <a:moveTo>
                    <a:pt x="48101" y="7069"/>
                  </a:moveTo>
                  <a:lnTo>
                    <a:pt x="42229" y="5421"/>
                  </a:lnTo>
                  <a:lnTo>
                    <a:pt x="36301" y="3989"/>
                  </a:lnTo>
                  <a:lnTo>
                    <a:pt x="30325" y="2773"/>
                  </a:lnTo>
                  <a:lnTo>
                    <a:pt x="24309" y="1776"/>
                  </a:lnTo>
                  <a:lnTo>
                    <a:pt x="18260" y="1000"/>
                  </a:lnTo>
                  <a:lnTo>
                    <a:pt x="12187" y="444"/>
                  </a:lnTo>
                  <a:lnTo>
                    <a:pt x="6097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797344" y="5269756"/>
              <a:ext cx="167157" cy="281549"/>
            </a:xfrm>
            <a:custGeom>
              <a:avLst/>
              <a:pathLst>
                <a:path w="167157" h="281549">
                  <a:moveTo>
                    <a:pt x="167157" y="0"/>
                  </a:moveTo>
                  <a:lnTo>
                    <a:pt x="161761" y="87"/>
                  </a:lnTo>
                  <a:lnTo>
                    <a:pt x="156371" y="348"/>
                  </a:lnTo>
                  <a:lnTo>
                    <a:pt x="150992" y="783"/>
                  </a:lnTo>
                  <a:lnTo>
                    <a:pt x="145630" y="1391"/>
                  </a:lnTo>
                  <a:lnTo>
                    <a:pt x="140291" y="2172"/>
                  </a:lnTo>
                  <a:lnTo>
                    <a:pt x="134979" y="3126"/>
                  </a:lnTo>
                  <a:lnTo>
                    <a:pt x="129701" y="4250"/>
                  </a:lnTo>
                  <a:lnTo>
                    <a:pt x="124462" y="5544"/>
                  </a:lnTo>
                  <a:lnTo>
                    <a:pt x="119268" y="7006"/>
                  </a:lnTo>
                  <a:lnTo>
                    <a:pt x="114123" y="8635"/>
                  </a:lnTo>
                  <a:lnTo>
                    <a:pt x="109034" y="10429"/>
                  </a:lnTo>
                  <a:lnTo>
                    <a:pt x="104005" y="12387"/>
                  </a:lnTo>
                  <a:lnTo>
                    <a:pt x="99042" y="14506"/>
                  </a:lnTo>
                  <a:lnTo>
                    <a:pt x="94150" y="16784"/>
                  </a:lnTo>
                  <a:lnTo>
                    <a:pt x="89334" y="19219"/>
                  </a:lnTo>
                  <a:lnTo>
                    <a:pt x="84599" y="21808"/>
                  </a:lnTo>
                  <a:lnTo>
                    <a:pt x="79951" y="24548"/>
                  </a:lnTo>
                  <a:lnTo>
                    <a:pt x="75393" y="27437"/>
                  </a:lnTo>
                  <a:lnTo>
                    <a:pt x="70931" y="30472"/>
                  </a:lnTo>
                  <a:lnTo>
                    <a:pt x="66569" y="33649"/>
                  </a:lnTo>
                  <a:lnTo>
                    <a:pt x="62311" y="36965"/>
                  </a:lnTo>
                  <a:lnTo>
                    <a:pt x="58164" y="40417"/>
                  </a:lnTo>
                  <a:lnTo>
                    <a:pt x="54129" y="44001"/>
                  </a:lnTo>
                  <a:lnTo>
                    <a:pt x="50213" y="47714"/>
                  </a:lnTo>
                  <a:lnTo>
                    <a:pt x="46418" y="51551"/>
                  </a:lnTo>
                  <a:lnTo>
                    <a:pt x="42749" y="55508"/>
                  </a:lnTo>
                  <a:lnTo>
                    <a:pt x="39210" y="59582"/>
                  </a:lnTo>
                  <a:lnTo>
                    <a:pt x="35804" y="63768"/>
                  </a:lnTo>
                  <a:lnTo>
                    <a:pt x="32535" y="68061"/>
                  </a:lnTo>
                  <a:lnTo>
                    <a:pt x="29406" y="72458"/>
                  </a:lnTo>
                  <a:lnTo>
                    <a:pt x="26421" y="76953"/>
                  </a:lnTo>
                  <a:lnTo>
                    <a:pt x="23583" y="81543"/>
                  </a:lnTo>
                  <a:lnTo>
                    <a:pt x="20894" y="86222"/>
                  </a:lnTo>
                  <a:lnTo>
                    <a:pt x="18357" y="90985"/>
                  </a:lnTo>
                  <a:lnTo>
                    <a:pt x="15976" y="95827"/>
                  </a:lnTo>
                  <a:lnTo>
                    <a:pt x="13752" y="100744"/>
                  </a:lnTo>
                  <a:lnTo>
                    <a:pt x="11688" y="105730"/>
                  </a:lnTo>
                  <a:lnTo>
                    <a:pt x="9786" y="110780"/>
                  </a:lnTo>
                  <a:lnTo>
                    <a:pt x="8048" y="115889"/>
                  </a:lnTo>
                  <a:lnTo>
                    <a:pt x="6476" y="121051"/>
                  </a:lnTo>
                  <a:lnTo>
                    <a:pt x="5071" y="126262"/>
                  </a:lnTo>
                  <a:lnTo>
                    <a:pt x="3835" y="131515"/>
                  </a:lnTo>
                  <a:lnTo>
                    <a:pt x="2770" y="136805"/>
                  </a:lnTo>
                  <a:lnTo>
                    <a:pt x="1875" y="142127"/>
                  </a:lnTo>
                  <a:lnTo>
                    <a:pt x="1153" y="147474"/>
                  </a:lnTo>
                  <a:lnTo>
                    <a:pt x="604" y="152843"/>
                  </a:lnTo>
                  <a:lnTo>
                    <a:pt x="229" y="158226"/>
                  </a:lnTo>
                  <a:lnTo>
                    <a:pt x="27" y="163619"/>
                  </a:lnTo>
                  <a:lnTo>
                    <a:pt x="0" y="169015"/>
                  </a:lnTo>
                  <a:lnTo>
                    <a:pt x="146" y="174409"/>
                  </a:lnTo>
                  <a:lnTo>
                    <a:pt x="467" y="179796"/>
                  </a:lnTo>
                  <a:lnTo>
                    <a:pt x="962" y="185170"/>
                  </a:lnTo>
                  <a:lnTo>
                    <a:pt x="1629" y="190525"/>
                  </a:lnTo>
                  <a:lnTo>
                    <a:pt x="2469" y="195855"/>
                  </a:lnTo>
                  <a:lnTo>
                    <a:pt x="3481" y="201156"/>
                  </a:lnTo>
                  <a:lnTo>
                    <a:pt x="4664" y="206421"/>
                  </a:lnTo>
                  <a:lnTo>
                    <a:pt x="6015" y="211646"/>
                  </a:lnTo>
                  <a:lnTo>
                    <a:pt x="7535" y="216824"/>
                  </a:lnTo>
                  <a:lnTo>
                    <a:pt x="9221" y="221950"/>
                  </a:lnTo>
                  <a:lnTo>
                    <a:pt x="11071" y="227019"/>
                  </a:lnTo>
                  <a:lnTo>
                    <a:pt x="13084" y="232026"/>
                  </a:lnTo>
                  <a:lnTo>
                    <a:pt x="15258" y="236965"/>
                  </a:lnTo>
                  <a:lnTo>
                    <a:pt x="17590" y="241832"/>
                  </a:lnTo>
                  <a:lnTo>
                    <a:pt x="20078" y="246620"/>
                  </a:lnTo>
                  <a:lnTo>
                    <a:pt x="22719" y="251326"/>
                  </a:lnTo>
                  <a:lnTo>
                    <a:pt x="25511" y="255944"/>
                  </a:lnTo>
                  <a:lnTo>
                    <a:pt x="28450" y="260470"/>
                  </a:lnTo>
                  <a:lnTo>
                    <a:pt x="31534" y="264898"/>
                  </a:lnTo>
                  <a:lnTo>
                    <a:pt x="34759" y="269225"/>
                  </a:lnTo>
                  <a:lnTo>
                    <a:pt x="38122" y="273445"/>
                  </a:lnTo>
                  <a:lnTo>
                    <a:pt x="41620" y="277555"/>
                  </a:lnTo>
                  <a:lnTo>
                    <a:pt x="45248" y="28154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842593" y="5269756"/>
              <a:ext cx="289062" cy="334331"/>
            </a:xfrm>
            <a:custGeom>
              <a:avLst/>
              <a:pathLst>
                <a:path w="289062" h="334331">
                  <a:moveTo>
                    <a:pt x="0" y="281549"/>
                  </a:moveTo>
                  <a:lnTo>
                    <a:pt x="3683" y="285352"/>
                  </a:lnTo>
                  <a:lnTo>
                    <a:pt x="7484" y="289036"/>
                  </a:lnTo>
                  <a:lnTo>
                    <a:pt x="11401" y="292599"/>
                  </a:lnTo>
                  <a:lnTo>
                    <a:pt x="15428" y="296035"/>
                  </a:lnTo>
                  <a:lnTo>
                    <a:pt x="19562" y="299342"/>
                  </a:lnTo>
                  <a:lnTo>
                    <a:pt x="23799" y="302517"/>
                  </a:lnTo>
                  <a:lnTo>
                    <a:pt x="28134" y="305555"/>
                  </a:lnTo>
                  <a:lnTo>
                    <a:pt x="32563" y="308455"/>
                  </a:lnTo>
                  <a:lnTo>
                    <a:pt x="37082" y="311214"/>
                  </a:lnTo>
                  <a:lnTo>
                    <a:pt x="41685" y="313828"/>
                  </a:lnTo>
                  <a:lnTo>
                    <a:pt x="46370" y="316294"/>
                  </a:lnTo>
                  <a:lnTo>
                    <a:pt x="51130" y="318611"/>
                  </a:lnTo>
                  <a:lnTo>
                    <a:pt x="55961" y="320777"/>
                  </a:lnTo>
                  <a:lnTo>
                    <a:pt x="60858" y="322788"/>
                  </a:lnTo>
                  <a:lnTo>
                    <a:pt x="65816" y="324643"/>
                  </a:lnTo>
                  <a:lnTo>
                    <a:pt x="70831" y="326340"/>
                  </a:lnTo>
                  <a:lnTo>
                    <a:pt x="75897" y="327878"/>
                  </a:lnTo>
                  <a:lnTo>
                    <a:pt x="81009" y="329254"/>
                  </a:lnTo>
                  <a:lnTo>
                    <a:pt x="86162" y="330468"/>
                  </a:lnTo>
                  <a:lnTo>
                    <a:pt x="91351" y="331518"/>
                  </a:lnTo>
                  <a:lnTo>
                    <a:pt x="96571" y="332403"/>
                  </a:lnTo>
                  <a:lnTo>
                    <a:pt x="101816" y="333123"/>
                  </a:lnTo>
                  <a:lnTo>
                    <a:pt x="107081" y="333676"/>
                  </a:lnTo>
                  <a:lnTo>
                    <a:pt x="112361" y="334062"/>
                  </a:lnTo>
                  <a:lnTo>
                    <a:pt x="117650" y="334280"/>
                  </a:lnTo>
                  <a:lnTo>
                    <a:pt x="122944" y="334331"/>
                  </a:lnTo>
                  <a:lnTo>
                    <a:pt x="128237" y="334215"/>
                  </a:lnTo>
                  <a:lnTo>
                    <a:pt x="133523" y="333930"/>
                  </a:lnTo>
                  <a:lnTo>
                    <a:pt x="138798" y="333479"/>
                  </a:lnTo>
                  <a:lnTo>
                    <a:pt x="144056" y="332861"/>
                  </a:lnTo>
                  <a:lnTo>
                    <a:pt x="149292" y="332076"/>
                  </a:lnTo>
                  <a:lnTo>
                    <a:pt x="154500" y="331126"/>
                  </a:lnTo>
                  <a:lnTo>
                    <a:pt x="159675" y="330012"/>
                  </a:lnTo>
                  <a:lnTo>
                    <a:pt x="164813" y="328735"/>
                  </a:lnTo>
                  <a:lnTo>
                    <a:pt x="169907" y="327295"/>
                  </a:lnTo>
                  <a:lnTo>
                    <a:pt x="174954" y="325695"/>
                  </a:lnTo>
                  <a:lnTo>
                    <a:pt x="179947" y="323936"/>
                  </a:lnTo>
                  <a:lnTo>
                    <a:pt x="184882" y="322019"/>
                  </a:lnTo>
                  <a:lnTo>
                    <a:pt x="189754" y="319947"/>
                  </a:lnTo>
                  <a:lnTo>
                    <a:pt x="194558" y="317722"/>
                  </a:lnTo>
                  <a:lnTo>
                    <a:pt x="199289" y="315346"/>
                  </a:lnTo>
                  <a:lnTo>
                    <a:pt x="203942" y="312822"/>
                  </a:lnTo>
                  <a:lnTo>
                    <a:pt x="208513" y="310151"/>
                  </a:lnTo>
                  <a:lnTo>
                    <a:pt x="212997" y="307337"/>
                  </a:lnTo>
                  <a:lnTo>
                    <a:pt x="217390" y="304382"/>
                  </a:lnTo>
                  <a:lnTo>
                    <a:pt x="221687" y="301290"/>
                  </a:lnTo>
                  <a:lnTo>
                    <a:pt x="225884" y="298063"/>
                  </a:lnTo>
                  <a:lnTo>
                    <a:pt x="229977" y="294705"/>
                  </a:lnTo>
                  <a:lnTo>
                    <a:pt x="233962" y="291219"/>
                  </a:lnTo>
                  <a:lnTo>
                    <a:pt x="237833" y="287609"/>
                  </a:lnTo>
                  <a:lnTo>
                    <a:pt x="241589" y="283877"/>
                  </a:lnTo>
                  <a:lnTo>
                    <a:pt x="245225" y="280029"/>
                  </a:lnTo>
                  <a:lnTo>
                    <a:pt x="248737" y="276068"/>
                  </a:lnTo>
                  <a:lnTo>
                    <a:pt x="252122" y="271997"/>
                  </a:lnTo>
                  <a:lnTo>
                    <a:pt x="255376" y="267821"/>
                  </a:lnTo>
                  <a:lnTo>
                    <a:pt x="258496" y="263544"/>
                  </a:lnTo>
                  <a:lnTo>
                    <a:pt x="261479" y="259171"/>
                  </a:lnTo>
                  <a:lnTo>
                    <a:pt x="264323" y="254705"/>
                  </a:lnTo>
                  <a:lnTo>
                    <a:pt x="267023" y="250152"/>
                  </a:lnTo>
                  <a:lnTo>
                    <a:pt x="269578" y="245515"/>
                  </a:lnTo>
                  <a:lnTo>
                    <a:pt x="271985" y="240800"/>
                  </a:lnTo>
                  <a:lnTo>
                    <a:pt x="274241" y="236010"/>
                  </a:lnTo>
                  <a:lnTo>
                    <a:pt x="276345" y="231152"/>
                  </a:lnTo>
                  <a:lnTo>
                    <a:pt x="278294" y="226230"/>
                  </a:lnTo>
                  <a:lnTo>
                    <a:pt x="280086" y="221248"/>
                  </a:lnTo>
                  <a:lnTo>
                    <a:pt x="281719" y="216212"/>
                  </a:lnTo>
                  <a:lnTo>
                    <a:pt x="283192" y="211127"/>
                  </a:lnTo>
                  <a:lnTo>
                    <a:pt x="284503" y="205998"/>
                  </a:lnTo>
                  <a:lnTo>
                    <a:pt x="285651" y="200830"/>
                  </a:lnTo>
                  <a:lnTo>
                    <a:pt x="286635" y="195628"/>
                  </a:lnTo>
                  <a:lnTo>
                    <a:pt x="287453" y="190398"/>
                  </a:lnTo>
                  <a:lnTo>
                    <a:pt x="288106" y="185144"/>
                  </a:lnTo>
                  <a:lnTo>
                    <a:pt x="288592" y="179872"/>
                  </a:lnTo>
                  <a:lnTo>
                    <a:pt x="288911" y="174588"/>
                  </a:lnTo>
                  <a:lnTo>
                    <a:pt x="289062" y="169296"/>
                  </a:lnTo>
                  <a:lnTo>
                    <a:pt x="289045" y="164002"/>
                  </a:lnTo>
                  <a:lnTo>
                    <a:pt x="288861" y="158711"/>
                  </a:lnTo>
                  <a:lnTo>
                    <a:pt x="288510" y="153429"/>
                  </a:lnTo>
                  <a:lnTo>
                    <a:pt x="287991" y="148160"/>
                  </a:lnTo>
                  <a:lnTo>
                    <a:pt x="287306" y="142910"/>
                  </a:lnTo>
                  <a:lnTo>
                    <a:pt x="286455" y="137685"/>
                  </a:lnTo>
                  <a:lnTo>
                    <a:pt x="285439" y="132490"/>
                  </a:lnTo>
                  <a:lnTo>
                    <a:pt x="284259" y="127329"/>
                  </a:lnTo>
                  <a:lnTo>
                    <a:pt x="282916" y="122208"/>
                  </a:lnTo>
                  <a:lnTo>
                    <a:pt x="281412" y="117132"/>
                  </a:lnTo>
                  <a:lnTo>
                    <a:pt x="279747" y="112106"/>
                  </a:lnTo>
                  <a:lnTo>
                    <a:pt x="277925" y="107136"/>
                  </a:lnTo>
                  <a:lnTo>
                    <a:pt x="275945" y="102226"/>
                  </a:lnTo>
                  <a:lnTo>
                    <a:pt x="273812" y="97381"/>
                  </a:lnTo>
                  <a:lnTo>
                    <a:pt x="271526" y="92605"/>
                  </a:lnTo>
                  <a:lnTo>
                    <a:pt x="269090" y="87905"/>
                  </a:lnTo>
                  <a:lnTo>
                    <a:pt x="266506" y="83284"/>
                  </a:lnTo>
                  <a:lnTo>
                    <a:pt x="263777" y="78748"/>
                  </a:lnTo>
                  <a:lnTo>
                    <a:pt x="260906" y="74300"/>
                  </a:lnTo>
                  <a:lnTo>
                    <a:pt x="257896" y="69945"/>
                  </a:lnTo>
                  <a:lnTo>
                    <a:pt x="254749" y="65687"/>
                  </a:lnTo>
                  <a:lnTo>
                    <a:pt x="251469" y="61532"/>
                  </a:lnTo>
                  <a:lnTo>
                    <a:pt x="248059" y="57482"/>
                  </a:lnTo>
                  <a:lnTo>
                    <a:pt x="244523" y="53543"/>
                  </a:lnTo>
                  <a:lnTo>
                    <a:pt x="240863" y="49717"/>
                  </a:lnTo>
                  <a:lnTo>
                    <a:pt x="237085" y="46009"/>
                  </a:lnTo>
                  <a:lnTo>
                    <a:pt x="233190" y="42423"/>
                  </a:lnTo>
                  <a:lnTo>
                    <a:pt x="229185" y="38961"/>
                  </a:lnTo>
                  <a:lnTo>
                    <a:pt x="225071" y="35629"/>
                  </a:lnTo>
                  <a:lnTo>
                    <a:pt x="220854" y="32428"/>
                  </a:lnTo>
                  <a:lnTo>
                    <a:pt x="216538" y="29362"/>
                  </a:lnTo>
                  <a:lnTo>
                    <a:pt x="212127" y="26435"/>
                  </a:lnTo>
                  <a:lnTo>
                    <a:pt x="207625" y="23649"/>
                  </a:lnTo>
                  <a:lnTo>
                    <a:pt x="203038" y="21006"/>
                  </a:lnTo>
                  <a:lnTo>
                    <a:pt x="198369" y="18511"/>
                  </a:lnTo>
                  <a:lnTo>
                    <a:pt x="193623" y="16164"/>
                  </a:lnTo>
                  <a:lnTo>
                    <a:pt x="188806" y="13969"/>
                  </a:lnTo>
                  <a:lnTo>
                    <a:pt x="183921" y="11927"/>
                  </a:lnTo>
                  <a:lnTo>
                    <a:pt x="178974" y="10042"/>
                  </a:lnTo>
                  <a:lnTo>
                    <a:pt x="173970" y="8313"/>
                  </a:lnTo>
                  <a:lnTo>
                    <a:pt x="168914" y="6744"/>
                  </a:lnTo>
                  <a:lnTo>
                    <a:pt x="163811" y="5336"/>
                  </a:lnTo>
                  <a:lnTo>
                    <a:pt x="158665" y="4091"/>
                  </a:lnTo>
                  <a:lnTo>
                    <a:pt x="153483" y="3009"/>
                  </a:lnTo>
                  <a:lnTo>
                    <a:pt x="148269" y="2091"/>
                  </a:lnTo>
                  <a:lnTo>
                    <a:pt x="143028" y="1339"/>
                  </a:lnTo>
                  <a:lnTo>
                    <a:pt x="137767" y="753"/>
                  </a:lnTo>
                  <a:lnTo>
                    <a:pt x="132489" y="335"/>
                  </a:lnTo>
                  <a:lnTo>
                    <a:pt x="127201" y="83"/>
                  </a:lnTo>
                  <a:lnTo>
                    <a:pt x="121908" y="0"/>
                  </a:lnTo>
                  <a:lnTo>
                    <a:pt x="1219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5812" y="5399291"/>
              <a:ext cx="40403" cy="167167"/>
            </a:xfrm>
            <a:custGeom>
              <a:avLst/>
              <a:pathLst>
                <a:path w="40403" h="167167">
                  <a:moveTo>
                    <a:pt x="40403" y="0"/>
                  </a:moveTo>
                  <a:lnTo>
                    <a:pt x="33603" y="138"/>
                  </a:lnTo>
                  <a:lnTo>
                    <a:pt x="26815" y="553"/>
                  </a:lnTo>
                  <a:lnTo>
                    <a:pt x="20050" y="1243"/>
                  </a:lnTo>
                  <a:lnTo>
                    <a:pt x="13318" y="2208"/>
                  </a:lnTo>
                  <a:lnTo>
                    <a:pt x="6631" y="3446"/>
                  </a:lnTo>
                  <a:lnTo>
                    <a:pt x="0" y="4956"/>
                  </a:lnTo>
                  <a:lnTo>
                    <a:pt x="4040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5812" y="5404247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5812" y="5404247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45812" y="5404247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45812" y="5404247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45812" y="5404247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45812" y="5404247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319051" y="5400880"/>
              <a:ext cx="334329" cy="332737"/>
            </a:xfrm>
            <a:custGeom>
              <a:avLst/>
              <a:pathLst>
                <a:path w="334329" h="332737">
                  <a:moveTo>
                    <a:pt x="126761" y="3367"/>
                  </a:moveTo>
                  <a:lnTo>
                    <a:pt x="121636" y="4730"/>
                  </a:lnTo>
                  <a:lnTo>
                    <a:pt x="116556" y="6255"/>
                  </a:lnTo>
                  <a:lnTo>
                    <a:pt x="111528" y="7941"/>
                  </a:lnTo>
                  <a:lnTo>
                    <a:pt x="106556" y="9785"/>
                  </a:lnTo>
                  <a:lnTo>
                    <a:pt x="101644" y="11786"/>
                  </a:lnTo>
                  <a:lnTo>
                    <a:pt x="96799" y="13942"/>
                  </a:lnTo>
                  <a:lnTo>
                    <a:pt x="92024" y="16250"/>
                  </a:lnTo>
                  <a:lnTo>
                    <a:pt x="87325" y="18709"/>
                  </a:lnTo>
                  <a:lnTo>
                    <a:pt x="82706" y="21315"/>
                  </a:lnTo>
                  <a:lnTo>
                    <a:pt x="78173" y="24067"/>
                  </a:lnTo>
                  <a:lnTo>
                    <a:pt x="73728" y="26961"/>
                  </a:lnTo>
                  <a:lnTo>
                    <a:pt x="69378" y="29995"/>
                  </a:lnTo>
                  <a:lnTo>
                    <a:pt x="65127" y="33165"/>
                  </a:lnTo>
                  <a:lnTo>
                    <a:pt x="60978" y="36468"/>
                  </a:lnTo>
                  <a:lnTo>
                    <a:pt x="56936" y="39901"/>
                  </a:lnTo>
                  <a:lnTo>
                    <a:pt x="53005" y="43461"/>
                  </a:lnTo>
                  <a:lnTo>
                    <a:pt x="49188" y="47144"/>
                  </a:lnTo>
                  <a:lnTo>
                    <a:pt x="45491" y="50946"/>
                  </a:lnTo>
                  <a:lnTo>
                    <a:pt x="41916" y="54863"/>
                  </a:lnTo>
                  <a:lnTo>
                    <a:pt x="38467" y="58892"/>
                  </a:lnTo>
                  <a:lnTo>
                    <a:pt x="35148" y="63028"/>
                  </a:lnTo>
                  <a:lnTo>
                    <a:pt x="31961" y="67267"/>
                  </a:lnTo>
                  <a:lnTo>
                    <a:pt x="28910" y="71605"/>
                  </a:lnTo>
                  <a:lnTo>
                    <a:pt x="25999" y="76038"/>
                  </a:lnTo>
                  <a:lnTo>
                    <a:pt x="23230" y="80561"/>
                  </a:lnTo>
                  <a:lnTo>
                    <a:pt x="20605" y="85170"/>
                  </a:lnTo>
                  <a:lnTo>
                    <a:pt x="18129" y="89859"/>
                  </a:lnTo>
                  <a:lnTo>
                    <a:pt x="15802" y="94625"/>
                  </a:lnTo>
                  <a:lnTo>
                    <a:pt x="13627" y="99462"/>
                  </a:lnTo>
                  <a:lnTo>
                    <a:pt x="11607" y="104366"/>
                  </a:lnTo>
                  <a:lnTo>
                    <a:pt x="9744" y="109331"/>
                  </a:lnTo>
                  <a:lnTo>
                    <a:pt x="8039" y="114353"/>
                  </a:lnTo>
                  <a:lnTo>
                    <a:pt x="6494" y="119426"/>
                  </a:lnTo>
                  <a:lnTo>
                    <a:pt x="5111" y="124546"/>
                  </a:lnTo>
                  <a:lnTo>
                    <a:pt x="3891" y="129707"/>
                  </a:lnTo>
                  <a:lnTo>
                    <a:pt x="2835" y="134904"/>
                  </a:lnTo>
                  <a:lnTo>
                    <a:pt x="1945" y="140132"/>
                  </a:lnTo>
                  <a:lnTo>
                    <a:pt x="1221" y="145386"/>
                  </a:lnTo>
                  <a:lnTo>
                    <a:pt x="664" y="150660"/>
                  </a:lnTo>
                  <a:lnTo>
                    <a:pt x="274" y="155949"/>
                  </a:lnTo>
                  <a:lnTo>
                    <a:pt x="53" y="161248"/>
                  </a:lnTo>
                  <a:lnTo>
                    <a:pt x="0" y="166551"/>
                  </a:lnTo>
                  <a:lnTo>
                    <a:pt x="114" y="171853"/>
                  </a:lnTo>
                  <a:lnTo>
                    <a:pt x="398" y="177149"/>
                  </a:lnTo>
                  <a:lnTo>
                    <a:pt x="849" y="182433"/>
                  </a:lnTo>
                  <a:lnTo>
                    <a:pt x="1467" y="187701"/>
                  </a:lnTo>
                  <a:lnTo>
                    <a:pt x="2252" y="192946"/>
                  </a:lnTo>
                  <a:lnTo>
                    <a:pt x="3203" y="198163"/>
                  </a:lnTo>
                  <a:lnTo>
                    <a:pt x="4319" y="203348"/>
                  </a:lnTo>
                  <a:lnTo>
                    <a:pt x="5599" y="208494"/>
                  </a:lnTo>
                  <a:lnTo>
                    <a:pt x="7042" y="213598"/>
                  </a:lnTo>
                  <a:lnTo>
                    <a:pt x="8646" y="218653"/>
                  </a:lnTo>
                  <a:lnTo>
                    <a:pt x="10409" y="223654"/>
                  </a:lnTo>
                  <a:lnTo>
                    <a:pt x="12330" y="228597"/>
                  </a:lnTo>
                  <a:lnTo>
                    <a:pt x="14407" y="233477"/>
                  </a:lnTo>
                  <a:lnTo>
                    <a:pt x="16638" y="238289"/>
                  </a:lnTo>
                  <a:lnTo>
                    <a:pt x="19020" y="243027"/>
                  </a:lnTo>
                  <a:lnTo>
                    <a:pt x="21551" y="247687"/>
                  </a:lnTo>
                  <a:lnTo>
                    <a:pt x="24229" y="252265"/>
                  </a:lnTo>
                  <a:lnTo>
                    <a:pt x="27051" y="256755"/>
                  </a:lnTo>
                  <a:lnTo>
                    <a:pt x="30014" y="261154"/>
                  </a:lnTo>
                  <a:lnTo>
                    <a:pt x="33114" y="265456"/>
                  </a:lnTo>
                  <a:lnTo>
                    <a:pt x="36350" y="269658"/>
                  </a:lnTo>
                  <a:lnTo>
                    <a:pt x="39718" y="273756"/>
                  </a:lnTo>
                  <a:lnTo>
                    <a:pt x="43213" y="277744"/>
                  </a:lnTo>
                  <a:lnTo>
                    <a:pt x="46834" y="281619"/>
                  </a:lnTo>
                  <a:lnTo>
                    <a:pt x="50575" y="285378"/>
                  </a:lnTo>
                  <a:lnTo>
                    <a:pt x="54434" y="289016"/>
                  </a:lnTo>
                  <a:lnTo>
                    <a:pt x="58406" y="292530"/>
                  </a:lnTo>
                  <a:lnTo>
                    <a:pt x="62488" y="295916"/>
                  </a:lnTo>
                  <a:lnTo>
                    <a:pt x="66675" y="299171"/>
                  </a:lnTo>
                  <a:lnTo>
                    <a:pt x="70963" y="302291"/>
                  </a:lnTo>
                  <a:lnTo>
                    <a:pt x="75348" y="305274"/>
                  </a:lnTo>
                  <a:lnTo>
                    <a:pt x="79826" y="308116"/>
                  </a:lnTo>
                  <a:lnTo>
                    <a:pt x="84391" y="310815"/>
                  </a:lnTo>
                  <a:lnTo>
                    <a:pt x="89040" y="313367"/>
                  </a:lnTo>
                  <a:lnTo>
                    <a:pt x="93767" y="315771"/>
                  </a:lnTo>
                  <a:lnTo>
                    <a:pt x="98568" y="318024"/>
                  </a:lnTo>
                  <a:lnTo>
                    <a:pt x="103439" y="320123"/>
                  </a:lnTo>
                  <a:lnTo>
                    <a:pt x="108373" y="322067"/>
                  </a:lnTo>
                  <a:lnTo>
                    <a:pt x="113367" y="323853"/>
                  </a:lnTo>
                  <a:lnTo>
                    <a:pt x="118414" y="325480"/>
                  </a:lnTo>
                  <a:lnTo>
                    <a:pt x="123511" y="326945"/>
                  </a:lnTo>
                  <a:lnTo>
                    <a:pt x="128652" y="328249"/>
                  </a:lnTo>
                  <a:lnTo>
                    <a:pt x="133831" y="329389"/>
                  </a:lnTo>
                  <a:lnTo>
                    <a:pt x="139044" y="330364"/>
                  </a:lnTo>
                  <a:lnTo>
                    <a:pt x="144286" y="331173"/>
                  </a:lnTo>
                  <a:lnTo>
                    <a:pt x="149550" y="331815"/>
                  </a:lnTo>
                  <a:lnTo>
                    <a:pt x="154832" y="332290"/>
                  </a:lnTo>
                  <a:lnTo>
                    <a:pt x="160127" y="332598"/>
                  </a:lnTo>
                  <a:lnTo>
                    <a:pt x="165428" y="332737"/>
                  </a:lnTo>
                  <a:lnTo>
                    <a:pt x="170731" y="332708"/>
                  </a:lnTo>
                  <a:lnTo>
                    <a:pt x="176031" y="332510"/>
                  </a:lnTo>
                  <a:lnTo>
                    <a:pt x="181322" y="332145"/>
                  </a:lnTo>
                  <a:lnTo>
                    <a:pt x="186598" y="331612"/>
                  </a:lnTo>
                  <a:lnTo>
                    <a:pt x="191855" y="330912"/>
                  </a:lnTo>
                  <a:lnTo>
                    <a:pt x="197088" y="330046"/>
                  </a:lnTo>
                  <a:lnTo>
                    <a:pt x="202290" y="329014"/>
                  </a:lnTo>
                  <a:lnTo>
                    <a:pt x="207456" y="327817"/>
                  </a:lnTo>
                  <a:lnTo>
                    <a:pt x="212582" y="326458"/>
                  </a:lnTo>
                  <a:lnTo>
                    <a:pt x="217663" y="324936"/>
                  </a:lnTo>
                  <a:lnTo>
                    <a:pt x="222692" y="323254"/>
                  </a:lnTo>
                  <a:lnTo>
                    <a:pt x="227666" y="321413"/>
                  </a:lnTo>
                  <a:lnTo>
                    <a:pt x="232579" y="319415"/>
                  </a:lnTo>
                  <a:lnTo>
                    <a:pt x="237426" y="317263"/>
                  </a:lnTo>
                  <a:lnTo>
                    <a:pt x="242202" y="314958"/>
                  </a:lnTo>
                  <a:lnTo>
                    <a:pt x="246903" y="312502"/>
                  </a:lnTo>
                  <a:lnTo>
                    <a:pt x="251523" y="309899"/>
                  </a:lnTo>
                  <a:lnTo>
                    <a:pt x="256059" y="307151"/>
                  </a:lnTo>
                  <a:lnTo>
                    <a:pt x="260505" y="304259"/>
                  </a:lnTo>
                  <a:lnTo>
                    <a:pt x="264857" y="301229"/>
                  </a:lnTo>
                  <a:lnTo>
                    <a:pt x="269111" y="298062"/>
                  </a:lnTo>
                  <a:lnTo>
                    <a:pt x="273262" y="294761"/>
                  </a:lnTo>
                  <a:lnTo>
                    <a:pt x="277306" y="291331"/>
                  </a:lnTo>
                  <a:lnTo>
                    <a:pt x="281240" y="287773"/>
                  </a:lnTo>
                  <a:lnTo>
                    <a:pt x="285059" y="284093"/>
                  </a:lnTo>
                  <a:lnTo>
                    <a:pt x="288759" y="280294"/>
                  </a:lnTo>
                  <a:lnTo>
                    <a:pt x="292336" y="276379"/>
                  </a:lnTo>
                  <a:lnTo>
                    <a:pt x="295788" y="272353"/>
                  </a:lnTo>
                  <a:lnTo>
                    <a:pt x="299110" y="268219"/>
                  </a:lnTo>
                  <a:lnTo>
                    <a:pt x="302300" y="263982"/>
                  </a:lnTo>
                  <a:lnTo>
                    <a:pt x="305353" y="259646"/>
                  </a:lnTo>
                  <a:lnTo>
                    <a:pt x="308268" y="255215"/>
                  </a:lnTo>
                  <a:lnTo>
                    <a:pt x="311040" y="250694"/>
                  </a:lnTo>
                  <a:lnTo>
                    <a:pt x="313668" y="246087"/>
                  </a:lnTo>
                  <a:lnTo>
                    <a:pt x="316148" y="241399"/>
                  </a:lnTo>
                  <a:lnTo>
                    <a:pt x="318478" y="236635"/>
                  </a:lnTo>
                  <a:lnTo>
                    <a:pt x="320656" y="231800"/>
                  </a:lnTo>
                  <a:lnTo>
                    <a:pt x="322679" y="226897"/>
                  </a:lnTo>
                  <a:lnTo>
                    <a:pt x="324546" y="221933"/>
                  </a:lnTo>
                  <a:lnTo>
                    <a:pt x="326254" y="216913"/>
                  </a:lnTo>
                  <a:lnTo>
                    <a:pt x="327803" y="211840"/>
                  </a:lnTo>
                  <a:lnTo>
                    <a:pt x="329189" y="206722"/>
                  </a:lnTo>
                  <a:lnTo>
                    <a:pt x="330413" y="201561"/>
                  </a:lnTo>
                  <a:lnTo>
                    <a:pt x="331472" y="196365"/>
                  </a:lnTo>
                  <a:lnTo>
                    <a:pt x="332366" y="191137"/>
                  </a:lnTo>
                  <a:lnTo>
                    <a:pt x="333094" y="185884"/>
                  </a:lnTo>
                  <a:lnTo>
                    <a:pt x="333654" y="180610"/>
                  </a:lnTo>
                  <a:lnTo>
                    <a:pt x="334047" y="175321"/>
                  </a:lnTo>
                  <a:lnTo>
                    <a:pt x="334272" y="170023"/>
                  </a:lnTo>
                  <a:lnTo>
                    <a:pt x="334329" y="164720"/>
                  </a:lnTo>
                  <a:lnTo>
                    <a:pt x="334218" y="159418"/>
                  </a:lnTo>
                  <a:lnTo>
                    <a:pt x="333938" y="154122"/>
                  </a:lnTo>
                  <a:lnTo>
                    <a:pt x="333491" y="148837"/>
                  </a:lnTo>
                  <a:lnTo>
                    <a:pt x="332876" y="143569"/>
                  </a:lnTo>
                  <a:lnTo>
                    <a:pt x="332095" y="138324"/>
                  </a:lnTo>
                  <a:lnTo>
                    <a:pt x="331147" y="133106"/>
                  </a:lnTo>
                  <a:lnTo>
                    <a:pt x="330035" y="127920"/>
                  </a:lnTo>
                  <a:lnTo>
                    <a:pt x="328758" y="122773"/>
                  </a:lnTo>
                  <a:lnTo>
                    <a:pt x="327319" y="117669"/>
                  </a:lnTo>
                  <a:lnTo>
                    <a:pt x="325719" y="112612"/>
                  </a:lnTo>
                  <a:lnTo>
                    <a:pt x="323959" y="107610"/>
                  </a:lnTo>
                  <a:lnTo>
                    <a:pt x="322041" y="102665"/>
                  </a:lnTo>
                  <a:lnTo>
                    <a:pt x="319967" y="97784"/>
                  </a:lnTo>
                  <a:lnTo>
                    <a:pt x="317740" y="92971"/>
                  </a:lnTo>
                  <a:lnTo>
                    <a:pt x="315361" y="88231"/>
                  </a:lnTo>
                  <a:lnTo>
                    <a:pt x="312833" y="83569"/>
                  </a:lnTo>
                  <a:lnTo>
                    <a:pt x="310158" y="78990"/>
                  </a:lnTo>
                  <a:lnTo>
                    <a:pt x="307340" y="74497"/>
                  </a:lnTo>
                  <a:lnTo>
                    <a:pt x="304380" y="70096"/>
                  </a:lnTo>
                  <a:lnTo>
                    <a:pt x="301282" y="65792"/>
                  </a:lnTo>
                  <a:lnTo>
                    <a:pt x="298049" y="61588"/>
                  </a:lnTo>
                  <a:lnTo>
                    <a:pt x="294685" y="57488"/>
                  </a:lnTo>
                  <a:lnTo>
                    <a:pt x="291192" y="53498"/>
                  </a:lnTo>
                  <a:lnTo>
                    <a:pt x="287574" y="49620"/>
                  </a:lnTo>
                  <a:lnTo>
                    <a:pt x="283835" y="45859"/>
                  </a:lnTo>
                  <a:lnTo>
                    <a:pt x="279979" y="42218"/>
                  </a:lnTo>
                  <a:lnTo>
                    <a:pt x="276009" y="38701"/>
                  </a:lnTo>
                  <a:lnTo>
                    <a:pt x="271930" y="35313"/>
                  </a:lnTo>
                  <a:lnTo>
                    <a:pt x="267745" y="32055"/>
                  </a:lnTo>
                  <a:lnTo>
                    <a:pt x="263459" y="28931"/>
                  </a:lnTo>
                  <a:lnTo>
                    <a:pt x="259075" y="25946"/>
                  </a:lnTo>
                  <a:lnTo>
                    <a:pt x="254600" y="23100"/>
                  </a:lnTo>
                  <a:lnTo>
                    <a:pt x="250036" y="20399"/>
                  </a:lnTo>
                  <a:lnTo>
                    <a:pt x="245389" y="17843"/>
                  </a:lnTo>
                  <a:lnTo>
                    <a:pt x="240664" y="15436"/>
                  </a:lnTo>
                  <a:lnTo>
                    <a:pt x="235864" y="13180"/>
                  </a:lnTo>
                  <a:lnTo>
                    <a:pt x="230995" y="11077"/>
                  </a:lnTo>
                  <a:lnTo>
                    <a:pt x="226062" y="9130"/>
                  </a:lnTo>
                  <a:lnTo>
                    <a:pt x="221070" y="7341"/>
                  </a:lnTo>
                  <a:lnTo>
                    <a:pt x="216023" y="5710"/>
                  </a:lnTo>
                  <a:lnTo>
                    <a:pt x="210928" y="4241"/>
                  </a:lnTo>
                  <a:lnTo>
                    <a:pt x="205788" y="2934"/>
                  </a:lnTo>
                  <a:lnTo>
                    <a:pt x="200609" y="1791"/>
                  </a:lnTo>
                  <a:lnTo>
                    <a:pt x="195397" y="812"/>
                  </a:lnTo>
                  <a:lnTo>
                    <a:pt x="190156" y="0"/>
                  </a:lnTo>
                  <a:lnTo>
                    <a:pt x="167164" y="1655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86215" y="5399291"/>
              <a:ext cx="22991" cy="167167"/>
            </a:xfrm>
            <a:custGeom>
              <a:avLst/>
              <a:pathLst>
                <a:path w="22991" h="167167">
                  <a:moveTo>
                    <a:pt x="22991" y="1588"/>
                  </a:moveTo>
                  <a:lnTo>
                    <a:pt x="15354" y="706"/>
                  </a:lnTo>
                  <a:lnTo>
                    <a:pt x="7685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56381" y="5399291"/>
              <a:ext cx="167162" cy="326745"/>
            </a:xfrm>
            <a:custGeom>
              <a:avLst/>
              <a:pathLst>
                <a:path w="167162" h="326745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8" y="764"/>
                  </a:lnTo>
                  <a:lnTo>
                    <a:pt x="145889" y="1359"/>
                  </a:lnTo>
                  <a:lnTo>
                    <a:pt x="140612" y="2121"/>
                  </a:lnTo>
                  <a:lnTo>
                    <a:pt x="135361" y="3052"/>
                  </a:lnTo>
                  <a:lnTo>
                    <a:pt x="130143" y="4150"/>
                  </a:lnTo>
                  <a:lnTo>
                    <a:pt x="124962" y="5414"/>
                  </a:lnTo>
                  <a:lnTo>
                    <a:pt x="119825" y="6842"/>
                  </a:lnTo>
                  <a:lnTo>
                    <a:pt x="114735" y="8433"/>
                  </a:lnTo>
                  <a:lnTo>
                    <a:pt x="109699" y="10186"/>
                  </a:lnTo>
                  <a:lnTo>
                    <a:pt x="104722" y="12099"/>
                  </a:lnTo>
                  <a:lnTo>
                    <a:pt x="99807" y="14169"/>
                  </a:lnTo>
                  <a:lnTo>
                    <a:pt x="94962" y="16395"/>
                  </a:lnTo>
                  <a:lnTo>
                    <a:pt x="90190" y="18775"/>
                  </a:lnTo>
                  <a:lnTo>
                    <a:pt x="85496" y="21305"/>
                  </a:lnTo>
                  <a:lnTo>
                    <a:pt x="80885" y="23984"/>
                  </a:lnTo>
                  <a:lnTo>
                    <a:pt x="76363" y="26809"/>
                  </a:lnTo>
                  <a:lnTo>
                    <a:pt x="71932" y="29776"/>
                  </a:lnTo>
                  <a:lnTo>
                    <a:pt x="67598" y="32883"/>
                  </a:lnTo>
                  <a:lnTo>
                    <a:pt x="63366" y="36127"/>
                  </a:lnTo>
                  <a:lnTo>
                    <a:pt x="59240" y="39505"/>
                  </a:lnTo>
                  <a:lnTo>
                    <a:pt x="55223" y="43012"/>
                  </a:lnTo>
                  <a:lnTo>
                    <a:pt x="51320" y="46645"/>
                  </a:lnTo>
                  <a:lnTo>
                    <a:pt x="47535" y="50401"/>
                  </a:lnTo>
                  <a:lnTo>
                    <a:pt x="43871" y="54276"/>
                  </a:lnTo>
                  <a:lnTo>
                    <a:pt x="40333" y="58266"/>
                  </a:lnTo>
                  <a:lnTo>
                    <a:pt x="36925" y="62366"/>
                  </a:lnTo>
                  <a:lnTo>
                    <a:pt x="33648" y="66574"/>
                  </a:lnTo>
                  <a:lnTo>
                    <a:pt x="30508" y="70883"/>
                  </a:lnTo>
                  <a:lnTo>
                    <a:pt x="27506" y="75291"/>
                  </a:lnTo>
                  <a:lnTo>
                    <a:pt x="24647" y="79792"/>
                  </a:lnTo>
                  <a:lnTo>
                    <a:pt x="21933" y="84382"/>
                  </a:lnTo>
                  <a:lnTo>
                    <a:pt x="19366" y="89056"/>
                  </a:lnTo>
                  <a:lnTo>
                    <a:pt x="16950" y="93809"/>
                  </a:lnTo>
                  <a:lnTo>
                    <a:pt x="14687" y="98638"/>
                  </a:lnTo>
                  <a:lnTo>
                    <a:pt x="12579" y="103536"/>
                  </a:lnTo>
                  <a:lnTo>
                    <a:pt x="10628" y="108498"/>
                  </a:lnTo>
                  <a:lnTo>
                    <a:pt x="8836" y="113521"/>
                  </a:lnTo>
                  <a:lnTo>
                    <a:pt x="7206" y="118598"/>
                  </a:lnTo>
                  <a:lnTo>
                    <a:pt x="5738" y="123724"/>
                  </a:lnTo>
                  <a:lnTo>
                    <a:pt x="4435" y="128895"/>
                  </a:lnTo>
                  <a:lnTo>
                    <a:pt x="3297" y="134105"/>
                  </a:lnTo>
                  <a:lnTo>
                    <a:pt x="2326" y="139348"/>
                  </a:lnTo>
                  <a:lnTo>
                    <a:pt x="1522" y="144619"/>
                  </a:lnTo>
                  <a:lnTo>
                    <a:pt x="887" y="149914"/>
                  </a:lnTo>
                  <a:lnTo>
                    <a:pt x="422" y="155226"/>
                  </a:lnTo>
                  <a:lnTo>
                    <a:pt x="126" y="160550"/>
                  </a:lnTo>
                  <a:lnTo>
                    <a:pt x="0" y="165881"/>
                  </a:lnTo>
                  <a:lnTo>
                    <a:pt x="44" y="171213"/>
                  </a:lnTo>
                  <a:lnTo>
                    <a:pt x="258" y="176542"/>
                  </a:lnTo>
                  <a:lnTo>
                    <a:pt x="642" y="181860"/>
                  </a:lnTo>
                  <a:lnTo>
                    <a:pt x="1195" y="187164"/>
                  </a:lnTo>
                  <a:lnTo>
                    <a:pt x="1917" y="192447"/>
                  </a:lnTo>
                  <a:lnTo>
                    <a:pt x="2807" y="197705"/>
                  </a:lnTo>
                  <a:lnTo>
                    <a:pt x="3865" y="202931"/>
                  </a:lnTo>
                  <a:lnTo>
                    <a:pt x="5089" y="208121"/>
                  </a:lnTo>
                  <a:lnTo>
                    <a:pt x="6478" y="213270"/>
                  </a:lnTo>
                  <a:lnTo>
                    <a:pt x="8030" y="218371"/>
                  </a:lnTo>
                  <a:lnTo>
                    <a:pt x="9744" y="223421"/>
                  </a:lnTo>
                  <a:lnTo>
                    <a:pt x="11618" y="228413"/>
                  </a:lnTo>
                  <a:lnTo>
                    <a:pt x="13651" y="233343"/>
                  </a:lnTo>
                  <a:lnTo>
                    <a:pt x="15839" y="238205"/>
                  </a:lnTo>
                  <a:lnTo>
                    <a:pt x="18182" y="242995"/>
                  </a:lnTo>
                  <a:lnTo>
                    <a:pt x="20676" y="247709"/>
                  </a:lnTo>
                  <a:lnTo>
                    <a:pt x="23320" y="252340"/>
                  </a:lnTo>
                  <a:lnTo>
                    <a:pt x="26110" y="256884"/>
                  </a:lnTo>
                  <a:lnTo>
                    <a:pt x="29043" y="261337"/>
                  </a:lnTo>
                  <a:lnTo>
                    <a:pt x="32117" y="265695"/>
                  </a:lnTo>
                  <a:lnTo>
                    <a:pt x="35328" y="269952"/>
                  </a:lnTo>
                  <a:lnTo>
                    <a:pt x="38673" y="274104"/>
                  </a:lnTo>
                  <a:lnTo>
                    <a:pt x="42149" y="278148"/>
                  </a:lnTo>
                  <a:lnTo>
                    <a:pt x="45753" y="282079"/>
                  </a:lnTo>
                  <a:lnTo>
                    <a:pt x="49479" y="285893"/>
                  </a:lnTo>
                  <a:lnTo>
                    <a:pt x="53326" y="289586"/>
                  </a:lnTo>
                  <a:lnTo>
                    <a:pt x="57288" y="293154"/>
                  </a:lnTo>
                  <a:lnTo>
                    <a:pt x="61363" y="296594"/>
                  </a:lnTo>
                  <a:lnTo>
                    <a:pt x="65545" y="299903"/>
                  </a:lnTo>
                  <a:lnTo>
                    <a:pt x="69830" y="303076"/>
                  </a:lnTo>
                  <a:lnTo>
                    <a:pt x="74214" y="306112"/>
                  </a:lnTo>
                  <a:lnTo>
                    <a:pt x="78693" y="309006"/>
                  </a:lnTo>
                  <a:lnTo>
                    <a:pt x="83262" y="311755"/>
                  </a:lnTo>
                  <a:lnTo>
                    <a:pt x="87916" y="314358"/>
                  </a:lnTo>
                  <a:lnTo>
                    <a:pt x="92651" y="316810"/>
                  </a:lnTo>
                  <a:lnTo>
                    <a:pt x="97462" y="319111"/>
                  </a:lnTo>
                  <a:lnTo>
                    <a:pt x="102344" y="321256"/>
                  </a:lnTo>
                  <a:lnTo>
                    <a:pt x="107291" y="323245"/>
                  </a:lnTo>
                  <a:lnTo>
                    <a:pt x="112300" y="325075"/>
                  </a:lnTo>
                  <a:lnTo>
                    <a:pt x="117364" y="326745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3746" y="5566459"/>
              <a:ext cx="49797" cy="159577"/>
            </a:xfrm>
            <a:custGeom>
              <a:avLst/>
              <a:pathLst>
                <a:path w="49797" h="159577">
                  <a:moveTo>
                    <a:pt x="0" y="159577"/>
                  </a:moveTo>
                  <a:lnTo>
                    <a:pt x="497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73746" y="5566459"/>
              <a:ext cx="49797" cy="159577"/>
            </a:xfrm>
            <a:custGeom>
              <a:avLst/>
              <a:pathLst>
                <a:path w="49797" h="159577">
                  <a:moveTo>
                    <a:pt x="0" y="159577"/>
                  </a:moveTo>
                  <a:lnTo>
                    <a:pt x="497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73746" y="5566459"/>
              <a:ext cx="49797" cy="159577"/>
            </a:xfrm>
            <a:custGeom>
              <a:avLst/>
              <a:pathLst>
                <a:path w="49797" h="159577">
                  <a:moveTo>
                    <a:pt x="0" y="159577"/>
                  </a:moveTo>
                  <a:lnTo>
                    <a:pt x="497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73746" y="5566459"/>
              <a:ext cx="49797" cy="159577"/>
            </a:xfrm>
            <a:custGeom>
              <a:avLst/>
              <a:pathLst>
                <a:path w="49797" h="159577">
                  <a:moveTo>
                    <a:pt x="0" y="159577"/>
                  </a:moveTo>
                  <a:lnTo>
                    <a:pt x="497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73746" y="5566459"/>
              <a:ext cx="49797" cy="159577"/>
            </a:xfrm>
            <a:custGeom>
              <a:avLst/>
              <a:pathLst>
                <a:path w="49797" h="159577">
                  <a:moveTo>
                    <a:pt x="0" y="159577"/>
                  </a:moveTo>
                  <a:lnTo>
                    <a:pt x="497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73746" y="5566459"/>
              <a:ext cx="130549" cy="167167"/>
            </a:xfrm>
            <a:custGeom>
              <a:avLst/>
              <a:pathLst>
                <a:path w="130549" h="167167">
                  <a:moveTo>
                    <a:pt x="0" y="159577"/>
                  </a:moveTo>
                  <a:lnTo>
                    <a:pt x="5390" y="161161"/>
                  </a:lnTo>
                  <a:lnTo>
                    <a:pt x="10831" y="162562"/>
                  </a:lnTo>
                  <a:lnTo>
                    <a:pt x="16315" y="163779"/>
                  </a:lnTo>
                  <a:lnTo>
                    <a:pt x="21838" y="164812"/>
                  </a:lnTo>
                  <a:lnTo>
                    <a:pt x="27392" y="165659"/>
                  </a:lnTo>
                  <a:lnTo>
                    <a:pt x="32971" y="166318"/>
                  </a:lnTo>
                  <a:lnTo>
                    <a:pt x="38569" y="166789"/>
                  </a:lnTo>
                  <a:lnTo>
                    <a:pt x="44180" y="167073"/>
                  </a:lnTo>
                  <a:lnTo>
                    <a:pt x="49797" y="167167"/>
                  </a:lnTo>
                  <a:lnTo>
                    <a:pt x="55415" y="167073"/>
                  </a:lnTo>
                  <a:lnTo>
                    <a:pt x="61026" y="166789"/>
                  </a:lnTo>
                  <a:lnTo>
                    <a:pt x="66624" y="166318"/>
                  </a:lnTo>
                  <a:lnTo>
                    <a:pt x="72203" y="165659"/>
                  </a:lnTo>
                  <a:lnTo>
                    <a:pt x="77757" y="164812"/>
                  </a:lnTo>
                  <a:lnTo>
                    <a:pt x="83280" y="163779"/>
                  </a:lnTo>
                  <a:lnTo>
                    <a:pt x="88764" y="162562"/>
                  </a:lnTo>
                  <a:lnTo>
                    <a:pt x="94205" y="161161"/>
                  </a:lnTo>
                  <a:lnTo>
                    <a:pt x="99595" y="159577"/>
                  </a:lnTo>
                  <a:lnTo>
                    <a:pt x="104930" y="157814"/>
                  </a:lnTo>
                  <a:lnTo>
                    <a:pt x="110202" y="155872"/>
                  </a:lnTo>
                  <a:lnTo>
                    <a:pt x="115405" y="153754"/>
                  </a:lnTo>
                  <a:lnTo>
                    <a:pt x="120535" y="151463"/>
                  </a:lnTo>
                  <a:lnTo>
                    <a:pt x="125584" y="149000"/>
                  </a:lnTo>
                  <a:lnTo>
                    <a:pt x="130549" y="146370"/>
                  </a:lnTo>
                  <a:lnTo>
                    <a:pt x="4979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399291"/>
              <a:ext cx="167165" cy="313537"/>
            </a:xfrm>
            <a:custGeom>
              <a:avLst/>
              <a:pathLst>
                <a:path w="167165" h="313537">
                  <a:moveTo>
                    <a:pt x="80751" y="313537"/>
                  </a:moveTo>
                  <a:lnTo>
                    <a:pt x="85416" y="310865"/>
                  </a:lnTo>
                  <a:lnTo>
                    <a:pt x="89993" y="308043"/>
                  </a:lnTo>
                  <a:lnTo>
                    <a:pt x="94477" y="305076"/>
                  </a:lnTo>
                  <a:lnTo>
                    <a:pt x="98863" y="301967"/>
                  </a:lnTo>
                  <a:lnTo>
                    <a:pt x="103147" y="298718"/>
                  </a:lnTo>
                  <a:lnTo>
                    <a:pt x="107324" y="295333"/>
                  </a:lnTo>
                  <a:lnTo>
                    <a:pt x="111390" y="291815"/>
                  </a:lnTo>
                  <a:lnTo>
                    <a:pt x="115341" y="288168"/>
                  </a:lnTo>
                  <a:lnTo>
                    <a:pt x="119172" y="284397"/>
                  </a:lnTo>
                  <a:lnTo>
                    <a:pt x="122881" y="280504"/>
                  </a:lnTo>
                  <a:lnTo>
                    <a:pt x="126462" y="276493"/>
                  </a:lnTo>
                  <a:lnTo>
                    <a:pt x="129912" y="272370"/>
                  </a:lnTo>
                  <a:lnTo>
                    <a:pt x="133228" y="268138"/>
                  </a:lnTo>
                  <a:lnTo>
                    <a:pt x="136406" y="263801"/>
                  </a:lnTo>
                  <a:lnTo>
                    <a:pt x="139443" y="259364"/>
                  </a:lnTo>
                  <a:lnTo>
                    <a:pt x="142336" y="254832"/>
                  </a:lnTo>
                  <a:lnTo>
                    <a:pt x="145082" y="250210"/>
                  </a:lnTo>
                  <a:lnTo>
                    <a:pt x="147677" y="245501"/>
                  </a:lnTo>
                  <a:lnTo>
                    <a:pt x="150120" y="240712"/>
                  </a:lnTo>
                  <a:lnTo>
                    <a:pt x="152407" y="235846"/>
                  </a:lnTo>
                  <a:lnTo>
                    <a:pt x="154537" y="230909"/>
                  </a:lnTo>
                  <a:lnTo>
                    <a:pt x="156507" y="225907"/>
                  </a:lnTo>
                  <a:lnTo>
                    <a:pt x="158315" y="220843"/>
                  </a:lnTo>
                  <a:lnTo>
                    <a:pt x="159959" y="215724"/>
                  </a:lnTo>
                  <a:lnTo>
                    <a:pt x="161438" y="210555"/>
                  </a:lnTo>
                  <a:lnTo>
                    <a:pt x="162750" y="205341"/>
                  </a:lnTo>
                  <a:lnTo>
                    <a:pt x="163893" y="200087"/>
                  </a:lnTo>
                  <a:lnTo>
                    <a:pt x="164867" y="194800"/>
                  </a:lnTo>
                  <a:lnTo>
                    <a:pt x="165671" y="189484"/>
                  </a:lnTo>
                  <a:lnTo>
                    <a:pt x="166303" y="184144"/>
                  </a:lnTo>
                  <a:lnTo>
                    <a:pt x="166763" y="178787"/>
                  </a:lnTo>
                  <a:lnTo>
                    <a:pt x="167050" y="173419"/>
                  </a:lnTo>
                  <a:lnTo>
                    <a:pt x="167165" y="168043"/>
                  </a:lnTo>
                  <a:lnTo>
                    <a:pt x="167106" y="162667"/>
                  </a:lnTo>
                  <a:lnTo>
                    <a:pt x="166875" y="157295"/>
                  </a:lnTo>
                  <a:lnTo>
                    <a:pt x="166471" y="151934"/>
                  </a:lnTo>
                  <a:lnTo>
                    <a:pt x="165895" y="146588"/>
                  </a:lnTo>
                  <a:lnTo>
                    <a:pt x="165148" y="141264"/>
                  </a:lnTo>
                  <a:lnTo>
                    <a:pt x="164229" y="135967"/>
                  </a:lnTo>
                  <a:lnTo>
                    <a:pt x="163141" y="130701"/>
                  </a:lnTo>
                  <a:lnTo>
                    <a:pt x="161884" y="125474"/>
                  </a:lnTo>
                  <a:lnTo>
                    <a:pt x="160460" y="120289"/>
                  </a:lnTo>
                  <a:lnTo>
                    <a:pt x="158869" y="115153"/>
                  </a:lnTo>
                  <a:lnTo>
                    <a:pt x="157114" y="110071"/>
                  </a:lnTo>
                  <a:lnTo>
                    <a:pt x="155197" y="105048"/>
                  </a:lnTo>
                  <a:lnTo>
                    <a:pt x="153119" y="100090"/>
                  </a:lnTo>
                  <a:lnTo>
                    <a:pt x="150883" y="95200"/>
                  </a:lnTo>
                  <a:lnTo>
                    <a:pt x="148490" y="90385"/>
                  </a:lnTo>
                  <a:lnTo>
                    <a:pt x="145944" y="85650"/>
                  </a:lnTo>
                  <a:lnTo>
                    <a:pt x="143247" y="80998"/>
                  </a:lnTo>
                  <a:lnTo>
                    <a:pt x="140402" y="76436"/>
                  </a:lnTo>
                  <a:lnTo>
                    <a:pt x="137412" y="71968"/>
                  </a:lnTo>
                  <a:lnTo>
                    <a:pt x="134279" y="67598"/>
                  </a:lnTo>
                  <a:lnTo>
                    <a:pt x="131008" y="63332"/>
                  </a:lnTo>
                  <a:lnTo>
                    <a:pt x="127601" y="59172"/>
                  </a:lnTo>
                  <a:lnTo>
                    <a:pt x="124062" y="55125"/>
                  </a:lnTo>
                  <a:lnTo>
                    <a:pt x="120395" y="51193"/>
                  </a:lnTo>
                  <a:lnTo>
                    <a:pt x="116603" y="47381"/>
                  </a:lnTo>
                  <a:lnTo>
                    <a:pt x="112690" y="43693"/>
                  </a:lnTo>
                  <a:lnTo>
                    <a:pt x="108661" y="40133"/>
                  </a:lnTo>
                  <a:lnTo>
                    <a:pt x="104520" y="36705"/>
                  </a:lnTo>
                  <a:lnTo>
                    <a:pt x="100271" y="33411"/>
                  </a:lnTo>
                  <a:lnTo>
                    <a:pt x="95917" y="30256"/>
                  </a:lnTo>
                  <a:lnTo>
                    <a:pt x="91465" y="27242"/>
                  </a:lnTo>
                  <a:lnTo>
                    <a:pt x="86918" y="24373"/>
                  </a:lnTo>
                  <a:lnTo>
                    <a:pt x="82281" y="21651"/>
                  </a:lnTo>
                  <a:lnTo>
                    <a:pt x="77559" y="19081"/>
                  </a:lnTo>
                  <a:lnTo>
                    <a:pt x="72756" y="16663"/>
                  </a:lnTo>
                  <a:lnTo>
                    <a:pt x="67879" y="14401"/>
                  </a:lnTo>
                  <a:lnTo>
                    <a:pt x="62931" y="12297"/>
                  </a:lnTo>
                  <a:lnTo>
                    <a:pt x="57918" y="10354"/>
                  </a:lnTo>
                  <a:lnTo>
                    <a:pt x="52845" y="8572"/>
                  </a:lnTo>
                  <a:lnTo>
                    <a:pt x="47718" y="6955"/>
                  </a:lnTo>
                  <a:lnTo>
                    <a:pt x="42541" y="5503"/>
                  </a:lnTo>
                  <a:lnTo>
                    <a:pt x="37320" y="4219"/>
                  </a:lnTo>
                  <a:lnTo>
                    <a:pt x="32060" y="3103"/>
                  </a:lnTo>
                  <a:lnTo>
                    <a:pt x="26768" y="2157"/>
                  </a:lnTo>
                  <a:lnTo>
                    <a:pt x="21447" y="1381"/>
                  </a:lnTo>
                  <a:lnTo>
                    <a:pt x="16105" y="777"/>
                  </a:lnTo>
                  <a:lnTo>
                    <a:pt x="10746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25805" y="5269756"/>
              <a:ext cx="119453" cy="167167"/>
            </a:xfrm>
            <a:custGeom>
              <a:avLst/>
              <a:pathLst>
                <a:path w="119453" h="167167">
                  <a:moveTo>
                    <a:pt x="119453" y="0"/>
                  </a:moveTo>
                  <a:lnTo>
                    <a:pt x="113909" y="91"/>
                  </a:lnTo>
                  <a:lnTo>
                    <a:pt x="108372" y="367"/>
                  </a:lnTo>
                  <a:lnTo>
                    <a:pt x="102847" y="826"/>
                  </a:lnTo>
                  <a:lnTo>
                    <a:pt x="97340" y="1468"/>
                  </a:lnTo>
                  <a:lnTo>
                    <a:pt x="91857" y="2293"/>
                  </a:lnTo>
                  <a:lnTo>
                    <a:pt x="86405" y="3299"/>
                  </a:lnTo>
                  <a:lnTo>
                    <a:pt x="80989" y="4485"/>
                  </a:lnTo>
                  <a:lnTo>
                    <a:pt x="75616" y="5850"/>
                  </a:lnTo>
                  <a:lnTo>
                    <a:pt x="70290" y="7392"/>
                  </a:lnTo>
                  <a:lnTo>
                    <a:pt x="65019" y="9110"/>
                  </a:lnTo>
                  <a:lnTo>
                    <a:pt x="59808" y="11002"/>
                  </a:lnTo>
                  <a:lnTo>
                    <a:pt x="54662" y="13066"/>
                  </a:lnTo>
                  <a:lnTo>
                    <a:pt x="49587" y="15299"/>
                  </a:lnTo>
                  <a:lnTo>
                    <a:pt x="44590" y="17700"/>
                  </a:lnTo>
                  <a:lnTo>
                    <a:pt x="39674" y="20264"/>
                  </a:lnTo>
                  <a:lnTo>
                    <a:pt x="34847" y="22991"/>
                  </a:lnTo>
                  <a:lnTo>
                    <a:pt x="30112" y="25876"/>
                  </a:lnTo>
                  <a:lnTo>
                    <a:pt x="25476" y="28916"/>
                  </a:lnTo>
                  <a:lnTo>
                    <a:pt x="20943" y="32108"/>
                  </a:lnTo>
                  <a:lnTo>
                    <a:pt x="16519" y="35449"/>
                  </a:lnTo>
                  <a:lnTo>
                    <a:pt x="12207" y="38935"/>
                  </a:lnTo>
                  <a:lnTo>
                    <a:pt x="8014" y="42562"/>
                  </a:lnTo>
                  <a:lnTo>
                    <a:pt x="3943" y="46326"/>
                  </a:lnTo>
                  <a:lnTo>
                    <a:pt x="0" y="50223"/>
                  </a:lnTo>
                  <a:lnTo>
                    <a:pt x="1194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25805" y="5319979"/>
              <a:ext cx="119453" cy="116944"/>
            </a:xfrm>
            <a:custGeom>
              <a:avLst/>
              <a:pathLst>
                <a:path w="119453" h="116944">
                  <a:moveTo>
                    <a:pt x="0" y="0"/>
                  </a:moveTo>
                  <a:lnTo>
                    <a:pt x="119453" y="1169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25805" y="5319979"/>
              <a:ext cx="119453" cy="116944"/>
            </a:xfrm>
            <a:custGeom>
              <a:avLst/>
              <a:pathLst>
                <a:path w="119453" h="116944">
                  <a:moveTo>
                    <a:pt x="0" y="0"/>
                  </a:moveTo>
                  <a:lnTo>
                    <a:pt x="119453" y="1169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25805" y="5319979"/>
              <a:ext cx="119453" cy="116944"/>
            </a:xfrm>
            <a:custGeom>
              <a:avLst/>
              <a:pathLst>
                <a:path w="119453" h="116944">
                  <a:moveTo>
                    <a:pt x="0" y="0"/>
                  </a:moveTo>
                  <a:lnTo>
                    <a:pt x="119453" y="1169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25805" y="5319979"/>
              <a:ext cx="119453" cy="116944"/>
            </a:xfrm>
            <a:custGeom>
              <a:avLst/>
              <a:pathLst>
                <a:path w="119453" h="116944">
                  <a:moveTo>
                    <a:pt x="0" y="0"/>
                  </a:moveTo>
                  <a:lnTo>
                    <a:pt x="119453" y="1169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00192" y="5319979"/>
              <a:ext cx="145066" cy="116944"/>
            </a:xfrm>
            <a:custGeom>
              <a:avLst/>
              <a:pathLst>
                <a:path w="145066" h="116944">
                  <a:moveTo>
                    <a:pt x="25612" y="0"/>
                  </a:moveTo>
                  <a:lnTo>
                    <a:pt x="21437" y="4423"/>
                  </a:lnTo>
                  <a:lnTo>
                    <a:pt x="17425" y="8995"/>
                  </a:lnTo>
                  <a:lnTo>
                    <a:pt x="13582" y="13710"/>
                  </a:lnTo>
                  <a:lnTo>
                    <a:pt x="9914" y="18562"/>
                  </a:lnTo>
                  <a:lnTo>
                    <a:pt x="6424" y="23544"/>
                  </a:lnTo>
                  <a:lnTo>
                    <a:pt x="3118" y="28650"/>
                  </a:lnTo>
                  <a:lnTo>
                    <a:pt x="0" y="33873"/>
                  </a:lnTo>
                  <a:lnTo>
                    <a:pt x="145066" y="1169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22087" y="84096"/>
                  </a:moveTo>
                  <a:lnTo>
                    <a:pt x="19527" y="88737"/>
                  </a:lnTo>
                  <a:lnTo>
                    <a:pt x="17114" y="93457"/>
                  </a:lnTo>
                  <a:lnTo>
                    <a:pt x="14852" y="98252"/>
                  </a:lnTo>
                  <a:lnTo>
                    <a:pt x="12744" y="103115"/>
                  </a:lnTo>
                  <a:lnTo>
                    <a:pt x="10791" y="108043"/>
                  </a:lnTo>
                  <a:lnTo>
                    <a:pt x="8995" y="113031"/>
                  </a:lnTo>
                  <a:lnTo>
                    <a:pt x="7358" y="118073"/>
                  </a:lnTo>
                  <a:lnTo>
                    <a:pt x="5881" y="123164"/>
                  </a:lnTo>
                  <a:lnTo>
                    <a:pt x="4567" y="128299"/>
                  </a:lnTo>
                  <a:lnTo>
                    <a:pt x="3417" y="133474"/>
                  </a:lnTo>
                  <a:lnTo>
                    <a:pt x="2431" y="138682"/>
                  </a:lnTo>
                  <a:lnTo>
                    <a:pt x="1610" y="143919"/>
                  </a:lnTo>
                  <a:lnTo>
                    <a:pt x="957" y="149180"/>
                  </a:lnTo>
                  <a:lnTo>
                    <a:pt x="470" y="154459"/>
                  </a:lnTo>
                  <a:lnTo>
                    <a:pt x="151" y="159750"/>
                  </a:lnTo>
                  <a:lnTo>
                    <a:pt x="0" y="165049"/>
                  </a:lnTo>
                  <a:lnTo>
                    <a:pt x="16" y="170350"/>
                  </a:lnTo>
                  <a:lnTo>
                    <a:pt x="201" y="175647"/>
                  </a:lnTo>
                  <a:lnTo>
                    <a:pt x="554" y="180937"/>
                  </a:lnTo>
                  <a:lnTo>
                    <a:pt x="1074" y="186212"/>
                  </a:lnTo>
                  <a:lnTo>
                    <a:pt x="1762" y="191468"/>
                  </a:lnTo>
                  <a:lnTo>
                    <a:pt x="2616" y="196700"/>
                  </a:lnTo>
                  <a:lnTo>
                    <a:pt x="3635" y="201902"/>
                  </a:lnTo>
                  <a:lnTo>
                    <a:pt x="4818" y="207069"/>
                  </a:lnTo>
                  <a:lnTo>
                    <a:pt x="6165" y="212196"/>
                  </a:lnTo>
                  <a:lnTo>
                    <a:pt x="7674" y="217278"/>
                  </a:lnTo>
                  <a:lnTo>
                    <a:pt x="9343" y="222309"/>
                  </a:lnTo>
                  <a:lnTo>
                    <a:pt x="11170" y="227285"/>
                  </a:lnTo>
                  <a:lnTo>
                    <a:pt x="13155" y="232201"/>
                  </a:lnTo>
                  <a:lnTo>
                    <a:pt x="15294" y="237051"/>
                  </a:lnTo>
                  <a:lnTo>
                    <a:pt x="17586" y="241830"/>
                  </a:lnTo>
                  <a:lnTo>
                    <a:pt x="20029" y="246535"/>
                  </a:lnTo>
                  <a:lnTo>
                    <a:pt x="22619" y="251160"/>
                  </a:lnTo>
                  <a:lnTo>
                    <a:pt x="25355" y="255701"/>
                  </a:lnTo>
                  <a:lnTo>
                    <a:pt x="28234" y="260152"/>
                  </a:lnTo>
                  <a:lnTo>
                    <a:pt x="31252" y="264510"/>
                  </a:lnTo>
                  <a:lnTo>
                    <a:pt x="34406" y="268770"/>
                  </a:lnTo>
                  <a:lnTo>
                    <a:pt x="37695" y="272928"/>
                  </a:lnTo>
                  <a:lnTo>
                    <a:pt x="41113" y="276979"/>
                  </a:lnTo>
                  <a:lnTo>
                    <a:pt x="44658" y="280920"/>
                  </a:lnTo>
                  <a:lnTo>
                    <a:pt x="48326" y="284747"/>
                  </a:lnTo>
                  <a:lnTo>
                    <a:pt x="52114" y="288456"/>
                  </a:lnTo>
                  <a:lnTo>
                    <a:pt x="56018" y="292042"/>
                  </a:lnTo>
                  <a:lnTo>
                    <a:pt x="60033" y="295503"/>
                  </a:lnTo>
                  <a:lnTo>
                    <a:pt x="64156" y="298835"/>
                  </a:lnTo>
                  <a:lnTo>
                    <a:pt x="68382" y="302034"/>
                  </a:lnTo>
                  <a:lnTo>
                    <a:pt x="72708" y="305098"/>
                  </a:lnTo>
                  <a:lnTo>
                    <a:pt x="77129" y="308023"/>
                  </a:lnTo>
                  <a:lnTo>
                    <a:pt x="81640" y="310807"/>
                  </a:lnTo>
                  <a:lnTo>
                    <a:pt x="86238" y="313446"/>
                  </a:lnTo>
                  <a:lnTo>
                    <a:pt x="90916" y="315938"/>
                  </a:lnTo>
                  <a:lnTo>
                    <a:pt x="95672" y="318280"/>
                  </a:lnTo>
                  <a:lnTo>
                    <a:pt x="100499" y="320471"/>
                  </a:lnTo>
                  <a:lnTo>
                    <a:pt x="105393" y="322507"/>
                  </a:lnTo>
                  <a:lnTo>
                    <a:pt x="110350" y="324387"/>
                  </a:lnTo>
                  <a:lnTo>
                    <a:pt x="115363" y="326109"/>
                  </a:lnTo>
                  <a:lnTo>
                    <a:pt x="120429" y="327672"/>
                  </a:lnTo>
                  <a:lnTo>
                    <a:pt x="125541" y="329072"/>
                  </a:lnTo>
                  <a:lnTo>
                    <a:pt x="130695" y="330310"/>
                  </a:lnTo>
                  <a:lnTo>
                    <a:pt x="135887" y="331384"/>
                  </a:lnTo>
                  <a:lnTo>
                    <a:pt x="141109" y="332293"/>
                  </a:lnTo>
                  <a:lnTo>
                    <a:pt x="146358" y="333036"/>
                  </a:lnTo>
                  <a:lnTo>
                    <a:pt x="151627" y="333612"/>
                  </a:lnTo>
                  <a:lnTo>
                    <a:pt x="156912" y="334020"/>
                  </a:lnTo>
                  <a:lnTo>
                    <a:pt x="162208" y="334261"/>
                  </a:lnTo>
                  <a:lnTo>
                    <a:pt x="167508" y="334334"/>
                  </a:lnTo>
                  <a:lnTo>
                    <a:pt x="172808" y="334239"/>
                  </a:lnTo>
                  <a:lnTo>
                    <a:pt x="178103" y="333975"/>
                  </a:lnTo>
                  <a:lnTo>
                    <a:pt x="183386" y="333544"/>
                  </a:lnTo>
                  <a:lnTo>
                    <a:pt x="188653" y="332946"/>
                  </a:lnTo>
                  <a:lnTo>
                    <a:pt x="193899" y="332181"/>
                  </a:lnTo>
                  <a:lnTo>
                    <a:pt x="199117" y="331250"/>
                  </a:lnTo>
                  <a:lnTo>
                    <a:pt x="204304" y="330154"/>
                  </a:lnTo>
                  <a:lnTo>
                    <a:pt x="209453" y="328894"/>
                  </a:lnTo>
                  <a:lnTo>
                    <a:pt x="214559" y="327472"/>
                  </a:lnTo>
                  <a:lnTo>
                    <a:pt x="219618" y="325888"/>
                  </a:lnTo>
                  <a:lnTo>
                    <a:pt x="224624" y="324145"/>
                  </a:lnTo>
                  <a:lnTo>
                    <a:pt x="229573" y="322244"/>
                  </a:lnTo>
                  <a:lnTo>
                    <a:pt x="234458" y="320187"/>
                  </a:lnTo>
                  <a:lnTo>
                    <a:pt x="239276" y="317976"/>
                  </a:lnTo>
                  <a:lnTo>
                    <a:pt x="244022" y="315613"/>
                  </a:lnTo>
                  <a:lnTo>
                    <a:pt x="248690" y="313101"/>
                  </a:lnTo>
                  <a:lnTo>
                    <a:pt x="253276" y="310443"/>
                  </a:lnTo>
                  <a:lnTo>
                    <a:pt x="257775" y="307640"/>
                  </a:lnTo>
                  <a:lnTo>
                    <a:pt x="262184" y="304696"/>
                  </a:lnTo>
                  <a:lnTo>
                    <a:pt x="266496" y="301614"/>
                  </a:lnTo>
                  <a:lnTo>
                    <a:pt x="270709" y="298396"/>
                  </a:lnTo>
                  <a:lnTo>
                    <a:pt x="274818" y="295047"/>
                  </a:lnTo>
                  <a:lnTo>
                    <a:pt x="278818" y="291569"/>
                  </a:lnTo>
                  <a:lnTo>
                    <a:pt x="282707" y="287966"/>
                  </a:lnTo>
                  <a:lnTo>
                    <a:pt x="286479" y="284242"/>
                  </a:lnTo>
                  <a:lnTo>
                    <a:pt x="290131" y="280399"/>
                  </a:lnTo>
                  <a:lnTo>
                    <a:pt x="293659" y="276443"/>
                  </a:lnTo>
                  <a:lnTo>
                    <a:pt x="297060" y="272377"/>
                  </a:lnTo>
                  <a:lnTo>
                    <a:pt x="300331" y="268205"/>
                  </a:lnTo>
                  <a:lnTo>
                    <a:pt x="303467" y="263932"/>
                  </a:lnTo>
                  <a:lnTo>
                    <a:pt x="306467" y="259561"/>
                  </a:lnTo>
                  <a:lnTo>
                    <a:pt x="309326" y="255098"/>
                  </a:lnTo>
                  <a:lnTo>
                    <a:pt x="312043" y="250546"/>
                  </a:lnTo>
                  <a:lnTo>
                    <a:pt x="314614" y="245910"/>
                  </a:lnTo>
                  <a:lnTo>
                    <a:pt x="317036" y="241195"/>
                  </a:lnTo>
                  <a:lnTo>
                    <a:pt x="319308" y="236405"/>
                  </a:lnTo>
                  <a:lnTo>
                    <a:pt x="321427" y="231546"/>
                  </a:lnTo>
                  <a:lnTo>
                    <a:pt x="323391" y="226622"/>
                  </a:lnTo>
                  <a:lnTo>
                    <a:pt x="325197" y="221639"/>
                  </a:lnTo>
                  <a:lnTo>
                    <a:pt x="326845" y="216600"/>
                  </a:lnTo>
                  <a:lnTo>
                    <a:pt x="328332" y="211512"/>
                  </a:lnTo>
                  <a:lnTo>
                    <a:pt x="329657" y="206380"/>
                  </a:lnTo>
                  <a:lnTo>
                    <a:pt x="330818" y="201207"/>
                  </a:lnTo>
                  <a:lnTo>
                    <a:pt x="331815" y="196001"/>
                  </a:lnTo>
                  <a:lnTo>
                    <a:pt x="332647" y="190766"/>
                  </a:lnTo>
                  <a:lnTo>
                    <a:pt x="333312" y="185507"/>
                  </a:lnTo>
                  <a:lnTo>
                    <a:pt x="333810" y="180229"/>
                  </a:lnTo>
                  <a:lnTo>
                    <a:pt x="334140" y="174938"/>
                  </a:lnTo>
                  <a:lnTo>
                    <a:pt x="334303" y="169640"/>
                  </a:lnTo>
                  <a:lnTo>
                    <a:pt x="334297" y="164339"/>
                  </a:lnTo>
                  <a:lnTo>
                    <a:pt x="334123" y="159041"/>
                  </a:lnTo>
                  <a:lnTo>
                    <a:pt x="333782" y="153751"/>
                  </a:lnTo>
                  <a:lnTo>
                    <a:pt x="333273" y="148475"/>
                  </a:lnTo>
                  <a:lnTo>
                    <a:pt x="332596" y="143217"/>
                  </a:lnTo>
                  <a:lnTo>
                    <a:pt x="331754" y="137983"/>
                  </a:lnTo>
                  <a:lnTo>
                    <a:pt x="330746" y="132779"/>
                  </a:lnTo>
                  <a:lnTo>
                    <a:pt x="329573" y="127609"/>
                  </a:lnTo>
                  <a:lnTo>
                    <a:pt x="328237" y="122480"/>
                  </a:lnTo>
                  <a:lnTo>
                    <a:pt x="326739" y="117395"/>
                  </a:lnTo>
                  <a:lnTo>
                    <a:pt x="325081" y="112360"/>
                  </a:lnTo>
                  <a:lnTo>
                    <a:pt x="323264" y="107380"/>
                  </a:lnTo>
                  <a:lnTo>
                    <a:pt x="321290" y="102460"/>
                  </a:lnTo>
                  <a:lnTo>
                    <a:pt x="319161" y="97606"/>
                  </a:lnTo>
                  <a:lnTo>
                    <a:pt x="316879" y="92821"/>
                  </a:lnTo>
                  <a:lnTo>
                    <a:pt x="314446" y="88111"/>
                  </a:lnTo>
                  <a:lnTo>
                    <a:pt x="311866" y="83481"/>
                  </a:lnTo>
                  <a:lnTo>
                    <a:pt x="309139" y="78935"/>
                  </a:lnTo>
                  <a:lnTo>
                    <a:pt x="306271" y="74477"/>
                  </a:lnTo>
                  <a:lnTo>
                    <a:pt x="303262" y="70113"/>
                  </a:lnTo>
                  <a:lnTo>
                    <a:pt x="300116" y="65846"/>
                  </a:lnTo>
                  <a:lnTo>
                    <a:pt x="296837" y="61681"/>
                  </a:lnTo>
                  <a:lnTo>
                    <a:pt x="293427" y="57622"/>
                  </a:lnTo>
                  <a:lnTo>
                    <a:pt x="289890" y="53674"/>
                  </a:lnTo>
                  <a:lnTo>
                    <a:pt x="286230" y="49839"/>
                  </a:lnTo>
                  <a:lnTo>
                    <a:pt x="282450" y="46123"/>
                  </a:lnTo>
                  <a:lnTo>
                    <a:pt x="278554" y="42528"/>
                  </a:lnTo>
                  <a:lnTo>
                    <a:pt x="274546" y="39059"/>
                  </a:lnTo>
                  <a:lnTo>
                    <a:pt x="270430" y="35718"/>
                  </a:lnTo>
                  <a:lnTo>
                    <a:pt x="266211" y="32509"/>
                  </a:lnTo>
                  <a:lnTo>
                    <a:pt x="261891" y="29436"/>
                  </a:lnTo>
                  <a:lnTo>
                    <a:pt x="257477" y="26502"/>
                  </a:lnTo>
                  <a:lnTo>
                    <a:pt x="252971" y="23709"/>
                  </a:lnTo>
                  <a:lnTo>
                    <a:pt x="248380" y="21060"/>
                  </a:lnTo>
                  <a:lnTo>
                    <a:pt x="243706" y="18558"/>
                  </a:lnTo>
                  <a:lnTo>
                    <a:pt x="238956" y="16205"/>
                  </a:lnTo>
                  <a:lnTo>
                    <a:pt x="234133" y="14005"/>
                  </a:lnTo>
                  <a:lnTo>
                    <a:pt x="229243" y="11958"/>
                  </a:lnTo>
                  <a:lnTo>
                    <a:pt x="224291" y="10067"/>
                  </a:lnTo>
                  <a:lnTo>
                    <a:pt x="219281" y="8335"/>
                  </a:lnTo>
                  <a:lnTo>
                    <a:pt x="214219" y="6762"/>
                  </a:lnTo>
                  <a:lnTo>
                    <a:pt x="209110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9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77" y="5018213"/>
              <a:ext cx="167161" cy="195418"/>
            </a:xfrm>
            <a:custGeom>
              <a:avLst/>
              <a:pathLst>
                <a:path w="167161" h="195418">
                  <a:moveTo>
                    <a:pt x="167161" y="0"/>
                  </a:moveTo>
                  <a:lnTo>
                    <a:pt x="161773" y="86"/>
                  </a:lnTo>
                  <a:lnTo>
                    <a:pt x="156391" y="347"/>
                  </a:lnTo>
                  <a:lnTo>
                    <a:pt x="151021" y="780"/>
                  </a:lnTo>
                  <a:lnTo>
                    <a:pt x="145667" y="1387"/>
                  </a:lnTo>
                  <a:lnTo>
                    <a:pt x="140335" y="2166"/>
                  </a:lnTo>
                  <a:lnTo>
                    <a:pt x="135031" y="3116"/>
                  </a:lnTo>
                  <a:lnTo>
                    <a:pt x="129761" y="4237"/>
                  </a:lnTo>
                  <a:lnTo>
                    <a:pt x="124530" y="5527"/>
                  </a:lnTo>
                  <a:lnTo>
                    <a:pt x="119342" y="6985"/>
                  </a:lnTo>
                  <a:lnTo>
                    <a:pt x="114205" y="8609"/>
                  </a:lnTo>
                  <a:lnTo>
                    <a:pt x="109122" y="10398"/>
                  </a:lnTo>
                  <a:lnTo>
                    <a:pt x="104100" y="12350"/>
                  </a:lnTo>
                  <a:lnTo>
                    <a:pt x="99144" y="14463"/>
                  </a:lnTo>
                  <a:lnTo>
                    <a:pt x="94258" y="16734"/>
                  </a:lnTo>
                  <a:lnTo>
                    <a:pt x="89447" y="19162"/>
                  </a:lnTo>
                  <a:lnTo>
                    <a:pt x="84718" y="21743"/>
                  </a:lnTo>
                  <a:lnTo>
                    <a:pt x="80074" y="24476"/>
                  </a:lnTo>
                  <a:lnTo>
                    <a:pt x="75520" y="27356"/>
                  </a:lnTo>
                  <a:lnTo>
                    <a:pt x="71062" y="30382"/>
                  </a:lnTo>
                  <a:lnTo>
                    <a:pt x="66704" y="33550"/>
                  </a:lnTo>
                  <a:lnTo>
                    <a:pt x="62450" y="36857"/>
                  </a:lnTo>
                  <a:lnTo>
                    <a:pt x="58305" y="40300"/>
                  </a:lnTo>
                  <a:lnTo>
                    <a:pt x="54272" y="43874"/>
                  </a:lnTo>
                  <a:lnTo>
                    <a:pt x="50358" y="47576"/>
                  </a:lnTo>
                  <a:lnTo>
                    <a:pt x="46564" y="51402"/>
                  </a:lnTo>
                  <a:lnTo>
                    <a:pt x="42896" y="55349"/>
                  </a:lnTo>
                  <a:lnTo>
                    <a:pt x="39357" y="59412"/>
                  </a:lnTo>
                  <a:lnTo>
                    <a:pt x="35950" y="63587"/>
                  </a:lnTo>
                  <a:lnTo>
                    <a:pt x="32680" y="67869"/>
                  </a:lnTo>
                  <a:lnTo>
                    <a:pt x="29550" y="72255"/>
                  </a:lnTo>
                  <a:lnTo>
                    <a:pt x="26563" y="76739"/>
                  </a:lnTo>
                  <a:lnTo>
                    <a:pt x="23722" y="81317"/>
                  </a:lnTo>
                  <a:lnTo>
                    <a:pt x="21029" y="85985"/>
                  </a:lnTo>
                  <a:lnTo>
                    <a:pt x="18489" y="90736"/>
                  </a:lnTo>
                  <a:lnTo>
                    <a:pt x="16103" y="95567"/>
                  </a:lnTo>
                  <a:lnTo>
                    <a:pt x="13874" y="100473"/>
                  </a:lnTo>
                  <a:lnTo>
                    <a:pt x="11804" y="105448"/>
                  </a:lnTo>
                  <a:lnTo>
                    <a:pt x="9896" y="110487"/>
                  </a:lnTo>
                  <a:lnTo>
                    <a:pt x="8151" y="115584"/>
                  </a:lnTo>
                  <a:lnTo>
                    <a:pt x="6571" y="120736"/>
                  </a:lnTo>
                  <a:lnTo>
                    <a:pt x="5158" y="125935"/>
                  </a:lnTo>
                  <a:lnTo>
                    <a:pt x="3913" y="131178"/>
                  </a:lnTo>
                  <a:lnTo>
                    <a:pt x="2838" y="136458"/>
                  </a:lnTo>
                  <a:lnTo>
                    <a:pt x="1934" y="141769"/>
                  </a:lnTo>
                  <a:lnTo>
                    <a:pt x="1201" y="147107"/>
                  </a:lnTo>
                  <a:lnTo>
                    <a:pt x="641" y="152466"/>
                  </a:lnTo>
                  <a:lnTo>
                    <a:pt x="254" y="157841"/>
                  </a:lnTo>
                  <a:lnTo>
                    <a:pt x="40" y="163225"/>
                  </a:lnTo>
                  <a:lnTo>
                    <a:pt x="0" y="168613"/>
                  </a:lnTo>
                  <a:lnTo>
                    <a:pt x="133" y="173999"/>
                  </a:lnTo>
                  <a:lnTo>
                    <a:pt x="440" y="179379"/>
                  </a:lnTo>
                  <a:lnTo>
                    <a:pt x="920" y="184745"/>
                  </a:lnTo>
                  <a:lnTo>
                    <a:pt x="1573" y="190094"/>
                  </a:lnTo>
                  <a:lnTo>
                    <a:pt x="2398" y="195418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6276" y="5185380"/>
              <a:ext cx="164762" cy="28251"/>
            </a:xfrm>
            <a:custGeom>
              <a:avLst/>
              <a:pathLst>
                <a:path w="164762" h="28251">
                  <a:moveTo>
                    <a:pt x="0" y="28251"/>
                  </a:moveTo>
                  <a:lnTo>
                    <a:pt x="1647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6276" y="5185380"/>
              <a:ext cx="164762" cy="28251"/>
            </a:xfrm>
            <a:custGeom>
              <a:avLst/>
              <a:pathLst>
                <a:path w="164762" h="28251">
                  <a:moveTo>
                    <a:pt x="0" y="28251"/>
                  </a:moveTo>
                  <a:lnTo>
                    <a:pt x="16476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6276" y="5185380"/>
              <a:ext cx="164762" cy="28251"/>
            </a:xfrm>
            <a:custGeom>
              <a:avLst/>
              <a:pathLst>
                <a:path w="164762" h="28251">
                  <a:moveTo>
                    <a:pt x="0" y="28251"/>
                  </a:moveTo>
                  <a:lnTo>
                    <a:pt x="16476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6276" y="5185380"/>
              <a:ext cx="164762" cy="98688"/>
            </a:xfrm>
            <a:custGeom>
              <a:avLst/>
              <a:pathLst>
                <a:path w="164762" h="98688">
                  <a:moveTo>
                    <a:pt x="0" y="28251"/>
                  </a:moveTo>
                  <a:lnTo>
                    <a:pt x="1107" y="34083"/>
                  </a:lnTo>
                  <a:lnTo>
                    <a:pt x="2420" y="39873"/>
                  </a:lnTo>
                  <a:lnTo>
                    <a:pt x="3938" y="45612"/>
                  </a:lnTo>
                  <a:lnTo>
                    <a:pt x="5659" y="51294"/>
                  </a:lnTo>
                  <a:lnTo>
                    <a:pt x="7581" y="56910"/>
                  </a:lnTo>
                  <a:lnTo>
                    <a:pt x="9700" y="62456"/>
                  </a:lnTo>
                  <a:lnTo>
                    <a:pt x="12016" y="67922"/>
                  </a:lnTo>
                  <a:lnTo>
                    <a:pt x="14524" y="73303"/>
                  </a:lnTo>
                  <a:lnTo>
                    <a:pt x="17221" y="78591"/>
                  </a:lnTo>
                  <a:lnTo>
                    <a:pt x="20105" y="83780"/>
                  </a:lnTo>
                  <a:lnTo>
                    <a:pt x="23171" y="88864"/>
                  </a:lnTo>
                  <a:lnTo>
                    <a:pt x="26416" y="93835"/>
                  </a:lnTo>
                  <a:lnTo>
                    <a:pt x="29835" y="98688"/>
                  </a:lnTo>
                  <a:lnTo>
                    <a:pt x="16476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86111" y="5018213"/>
              <a:ext cx="302089" cy="334316"/>
            </a:xfrm>
            <a:custGeom>
              <a:avLst/>
              <a:pathLst>
                <a:path w="302089" h="334316">
                  <a:moveTo>
                    <a:pt x="0" y="265856"/>
                  </a:moveTo>
                  <a:lnTo>
                    <a:pt x="3214" y="270106"/>
                  </a:lnTo>
                  <a:lnTo>
                    <a:pt x="6562" y="274253"/>
                  </a:lnTo>
                  <a:lnTo>
                    <a:pt x="10041" y="278290"/>
                  </a:lnTo>
                  <a:lnTo>
                    <a:pt x="13647" y="282215"/>
                  </a:lnTo>
                  <a:lnTo>
                    <a:pt x="17376" y="286022"/>
                  </a:lnTo>
                  <a:lnTo>
                    <a:pt x="21224" y="289709"/>
                  </a:lnTo>
                  <a:lnTo>
                    <a:pt x="25188" y="293271"/>
                  </a:lnTo>
                  <a:lnTo>
                    <a:pt x="29264" y="296705"/>
                  </a:lnTo>
                  <a:lnTo>
                    <a:pt x="33446" y="300007"/>
                  </a:lnTo>
                  <a:lnTo>
                    <a:pt x="37733" y="303175"/>
                  </a:lnTo>
                  <a:lnTo>
                    <a:pt x="42117" y="306204"/>
                  </a:lnTo>
                  <a:lnTo>
                    <a:pt x="46597" y="309092"/>
                  </a:lnTo>
                  <a:lnTo>
                    <a:pt x="51166" y="311835"/>
                  </a:lnTo>
                  <a:lnTo>
                    <a:pt x="55820" y="314432"/>
                  </a:lnTo>
                  <a:lnTo>
                    <a:pt x="60554" y="316879"/>
                  </a:lnTo>
                  <a:lnTo>
                    <a:pt x="65364" y="319173"/>
                  </a:lnTo>
                  <a:lnTo>
                    <a:pt x="70245" y="321313"/>
                  </a:lnTo>
                  <a:lnTo>
                    <a:pt x="75192" y="323297"/>
                  </a:lnTo>
                  <a:lnTo>
                    <a:pt x="80199" y="325122"/>
                  </a:lnTo>
                  <a:lnTo>
                    <a:pt x="85262" y="326786"/>
                  </a:lnTo>
                  <a:lnTo>
                    <a:pt x="90375" y="328288"/>
                  </a:lnTo>
                  <a:lnTo>
                    <a:pt x="95534" y="329626"/>
                  </a:lnTo>
                  <a:lnTo>
                    <a:pt x="100732" y="330800"/>
                  </a:lnTo>
                  <a:lnTo>
                    <a:pt x="105966" y="331806"/>
                  </a:lnTo>
                  <a:lnTo>
                    <a:pt x="111229" y="332646"/>
                  </a:lnTo>
                  <a:lnTo>
                    <a:pt x="116515" y="333317"/>
                  </a:lnTo>
                  <a:lnTo>
                    <a:pt x="121821" y="333820"/>
                  </a:lnTo>
                  <a:lnTo>
                    <a:pt x="127140" y="334153"/>
                  </a:lnTo>
                  <a:lnTo>
                    <a:pt x="132467" y="334316"/>
                  </a:lnTo>
                  <a:lnTo>
                    <a:pt x="137796" y="334310"/>
                  </a:lnTo>
                  <a:lnTo>
                    <a:pt x="143123" y="334133"/>
                  </a:lnTo>
                  <a:lnTo>
                    <a:pt x="148441" y="333787"/>
                  </a:lnTo>
                  <a:lnTo>
                    <a:pt x="153745" y="333272"/>
                  </a:lnTo>
                  <a:lnTo>
                    <a:pt x="159031" y="332588"/>
                  </a:lnTo>
                  <a:lnTo>
                    <a:pt x="164291" y="331735"/>
                  </a:lnTo>
                  <a:lnTo>
                    <a:pt x="169522" y="330715"/>
                  </a:lnTo>
                  <a:lnTo>
                    <a:pt x="174718" y="329530"/>
                  </a:lnTo>
                  <a:lnTo>
                    <a:pt x="179874" y="328179"/>
                  </a:lnTo>
                  <a:lnTo>
                    <a:pt x="184983" y="326664"/>
                  </a:lnTo>
                  <a:lnTo>
                    <a:pt x="190042" y="324987"/>
                  </a:lnTo>
                  <a:lnTo>
                    <a:pt x="195045" y="323150"/>
                  </a:lnTo>
                  <a:lnTo>
                    <a:pt x="199986" y="321155"/>
                  </a:lnTo>
                  <a:lnTo>
                    <a:pt x="204862" y="319003"/>
                  </a:lnTo>
                  <a:lnTo>
                    <a:pt x="209666" y="316696"/>
                  </a:lnTo>
                  <a:lnTo>
                    <a:pt x="214395" y="314238"/>
                  </a:lnTo>
                  <a:lnTo>
                    <a:pt x="219043" y="311630"/>
                  </a:lnTo>
                  <a:lnTo>
                    <a:pt x="223605" y="308875"/>
                  </a:lnTo>
                  <a:lnTo>
                    <a:pt x="228077" y="305976"/>
                  </a:lnTo>
                  <a:lnTo>
                    <a:pt x="232454" y="302937"/>
                  </a:lnTo>
                  <a:lnTo>
                    <a:pt x="236733" y="299759"/>
                  </a:lnTo>
                  <a:lnTo>
                    <a:pt x="240907" y="296446"/>
                  </a:lnTo>
                  <a:lnTo>
                    <a:pt x="244975" y="293002"/>
                  </a:lnTo>
                  <a:lnTo>
                    <a:pt x="248930" y="289430"/>
                  </a:lnTo>
                  <a:lnTo>
                    <a:pt x="252769" y="285734"/>
                  </a:lnTo>
                  <a:lnTo>
                    <a:pt x="256489" y="281918"/>
                  </a:lnTo>
                  <a:lnTo>
                    <a:pt x="260085" y="277984"/>
                  </a:lnTo>
                  <a:lnTo>
                    <a:pt x="263554" y="273938"/>
                  </a:lnTo>
                  <a:lnTo>
                    <a:pt x="266892" y="269784"/>
                  </a:lnTo>
                  <a:lnTo>
                    <a:pt x="270096" y="265525"/>
                  </a:lnTo>
                  <a:lnTo>
                    <a:pt x="273163" y="261167"/>
                  </a:lnTo>
                  <a:lnTo>
                    <a:pt x="276089" y="256712"/>
                  </a:lnTo>
                  <a:lnTo>
                    <a:pt x="278871" y="252167"/>
                  </a:lnTo>
                  <a:lnTo>
                    <a:pt x="281508" y="247535"/>
                  </a:lnTo>
                  <a:lnTo>
                    <a:pt x="283995" y="242822"/>
                  </a:lnTo>
                  <a:lnTo>
                    <a:pt x="286331" y="238032"/>
                  </a:lnTo>
                  <a:lnTo>
                    <a:pt x="288513" y="233170"/>
                  </a:lnTo>
                  <a:lnTo>
                    <a:pt x="290539" y="228240"/>
                  </a:lnTo>
                  <a:lnTo>
                    <a:pt x="292407" y="223249"/>
                  </a:lnTo>
                  <a:lnTo>
                    <a:pt x="294114" y="218201"/>
                  </a:lnTo>
                  <a:lnTo>
                    <a:pt x="295660" y="213100"/>
                  </a:lnTo>
                  <a:lnTo>
                    <a:pt x="297043" y="207953"/>
                  </a:lnTo>
                  <a:lnTo>
                    <a:pt x="298260" y="202765"/>
                  </a:lnTo>
                  <a:lnTo>
                    <a:pt x="299312" y="197540"/>
                  </a:lnTo>
                  <a:lnTo>
                    <a:pt x="300197" y="192285"/>
                  </a:lnTo>
                  <a:lnTo>
                    <a:pt x="300914" y="187004"/>
                  </a:lnTo>
                  <a:lnTo>
                    <a:pt x="301462" y="181703"/>
                  </a:lnTo>
                  <a:lnTo>
                    <a:pt x="301840" y="176387"/>
                  </a:lnTo>
                  <a:lnTo>
                    <a:pt x="302049" y="171062"/>
                  </a:lnTo>
                  <a:lnTo>
                    <a:pt x="302089" y="165732"/>
                  </a:lnTo>
                  <a:lnTo>
                    <a:pt x="301958" y="160405"/>
                  </a:lnTo>
                  <a:lnTo>
                    <a:pt x="301657" y="155084"/>
                  </a:lnTo>
                  <a:lnTo>
                    <a:pt x="301188" y="149775"/>
                  </a:lnTo>
                  <a:lnTo>
                    <a:pt x="300549" y="144484"/>
                  </a:lnTo>
                  <a:lnTo>
                    <a:pt x="299741" y="139216"/>
                  </a:lnTo>
                  <a:lnTo>
                    <a:pt x="298767" y="133977"/>
                  </a:lnTo>
                  <a:lnTo>
                    <a:pt x="297625" y="128771"/>
                  </a:lnTo>
                  <a:lnTo>
                    <a:pt x="296319" y="123604"/>
                  </a:lnTo>
                  <a:lnTo>
                    <a:pt x="294848" y="118482"/>
                  </a:lnTo>
                  <a:lnTo>
                    <a:pt x="293215" y="113409"/>
                  </a:lnTo>
                  <a:lnTo>
                    <a:pt x="291421" y="108390"/>
                  </a:lnTo>
                  <a:lnTo>
                    <a:pt x="289468" y="103432"/>
                  </a:lnTo>
                  <a:lnTo>
                    <a:pt x="287358" y="98538"/>
                  </a:lnTo>
                  <a:lnTo>
                    <a:pt x="285092" y="93714"/>
                  </a:lnTo>
                  <a:lnTo>
                    <a:pt x="282675" y="88964"/>
                  </a:lnTo>
                  <a:lnTo>
                    <a:pt x="280107" y="84294"/>
                  </a:lnTo>
                  <a:lnTo>
                    <a:pt x="277391" y="79709"/>
                  </a:lnTo>
                  <a:lnTo>
                    <a:pt x="274531" y="75212"/>
                  </a:lnTo>
                  <a:lnTo>
                    <a:pt x="271529" y="70809"/>
                  </a:lnTo>
                  <a:lnTo>
                    <a:pt x="268388" y="66503"/>
                  </a:lnTo>
                  <a:lnTo>
                    <a:pt x="265111" y="62300"/>
                  </a:lnTo>
                  <a:lnTo>
                    <a:pt x="261702" y="58204"/>
                  </a:lnTo>
                  <a:lnTo>
                    <a:pt x="258165" y="54218"/>
                  </a:lnTo>
                  <a:lnTo>
                    <a:pt x="254502" y="50347"/>
                  </a:lnTo>
                  <a:lnTo>
                    <a:pt x="250717" y="46595"/>
                  </a:lnTo>
                  <a:lnTo>
                    <a:pt x="246815" y="42965"/>
                  </a:lnTo>
                  <a:lnTo>
                    <a:pt x="242799" y="39461"/>
                  </a:lnTo>
                  <a:lnTo>
                    <a:pt x="238673" y="36088"/>
                  </a:lnTo>
                  <a:lnTo>
                    <a:pt x="234442" y="32847"/>
                  </a:lnTo>
                  <a:lnTo>
                    <a:pt x="230110" y="29743"/>
                  </a:lnTo>
                  <a:lnTo>
                    <a:pt x="225681" y="26779"/>
                  </a:lnTo>
                  <a:lnTo>
                    <a:pt x="221160" y="23958"/>
                  </a:lnTo>
                  <a:lnTo>
                    <a:pt x="216551" y="21282"/>
                  </a:lnTo>
                  <a:lnTo>
                    <a:pt x="211859" y="18754"/>
                  </a:lnTo>
                  <a:lnTo>
                    <a:pt x="207089" y="16377"/>
                  </a:lnTo>
                  <a:lnTo>
                    <a:pt x="202246" y="14153"/>
                  </a:lnTo>
                  <a:lnTo>
                    <a:pt x="197334" y="12085"/>
                  </a:lnTo>
                  <a:lnTo>
                    <a:pt x="192359" y="10175"/>
                  </a:lnTo>
                  <a:lnTo>
                    <a:pt x="187325" y="8424"/>
                  </a:lnTo>
                  <a:lnTo>
                    <a:pt x="182238" y="6834"/>
                  </a:lnTo>
                  <a:lnTo>
                    <a:pt x="177103" y="5407"/>
                  </a:lnTo>
                  <a:lnTo>
                    <a:pt x="171926" y="4145"/>
                  </a:lnTo>
                  <a:lnTo>
                    <a:pt x="166710" y="3049"/>
                  </a:lnTo>
                  <a:lnTo>
                    <a:pt x="161463" y="2119"/>
                  </a:lnTo>
                  <a:lnTo>
                    <a:pt x="156188" y="1357"/>
                  </a:lnTo>
                  <a:lnTo>
                    <a:pt x="150892" y="764"/>
                  </a:lnTo>
                  <a:lnTo>
                    <a:pt x="145579" y="339"/>
                  </a:lnTo>
                  <a:lnTo>
                    <a:pt x="140256" y="84"/>
                  </a:lnTo>
                  <a:lnTo>
                    <a:pt x="134927" y="0"/>
                  </a:lnTo>
                  <a:lnTo>
                    <a:pt x="1349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56082" y="4659281"/>
              <a:ext cx="167152" cy="326207"/>
            </a:xfrm>
            <a:custGeom>
              <a:avLst/>
              <a:pathLst>
                <a:path w="167152" h="326207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8" y="759"/>
                  </a:lnTo>
                  <a:lnTo>
                    <a:pt x="145958" y="1348"/>
                  </a:lnTo>
                  <a:lnTo>
                    <a:pt x="140700" y="2106"/>
                  </a:lnTo>
                  <a:lnTo>
                    <a:pt x="135468" y="3029"/>
                  </a:lnTo>
                  <a:lnTo>
                    <a:pt x="130269" y="4119"/>
                  </a:lnTo>
                  <a:lnTo>
                    <a:pt x="125106" y="5373"/>
                  </a:lnTo>
                  <a:lnTo>
                    <a:pt x="119986" y="6791"/>
                  </a:lnTo>
                  <a:lnTo>
                    <a:pt x="114914" y="8371"/>
                  </a:lnTo>
                  <a:lnTo>
                    <a:pt x="109895" y="10111"/>
                  </a:lnTo>
                  <a:lnTo>
                    <a:pt x="104933" y="12010"/>
                  </a:lnTo>
                  <a:lnTo>
                    <a:pt x="100034" y="14065"/>
                  </a:lnTo>
                  <a:lnTo>
                    <a:pt x="95203" y="16275"/>
                  </a:lnTo>
                  <a:lnTo>
                    <a:pt x="90445" y="18637"/>
                  </a:lnTo>
                  <a:lnTo>
                    <a:pt x="85764" y="21150"/>
                  </a:lnTo>
                  <a:lnTo>
                    <a:pt x="81166" y="23810"/>
                  </a:lnTo>
                  <a:lnTo>
                    <a:pt x="76654" y="26614"/>
                  </a:lnTo>
                  <a:lnTo>
                    <a:pt x="72233" y="29561"/>
                  </a:lnTo>
                  <a:lnTo>
                    <a:pt x="67909" y="32646"/>
                  </a:lnTo>
                  <a:lnTo>
                    <a:pt x="63684" y="35868"/>
                  </a:lnTo>
                  <a:lnTo>
                    <a:pt x="59564" y="39222"/>
                  </a:lnTo>
                  <a:lnTo>
                    <a:pt x="55553" y="42705"/>
                  </a:lnTo>
                  <a:lnTo>
                    <a:pt x="51655" y="46314"/>
                  </a:lnTo>
                  <a:lnTo>
                    <a:pt x="47873" y="50045"/>
                  </a:lnTo>
                  <a:lnTo>
                    <a:pt x="44212" y="53894"/>
                  </a:lnTo>
                  <a:lnTo>
                    <a:pt x="40674" y="57858"/>
                  </a:lnTo>
                  <a:lnTo>
                    <a:pt x="37265" y="61932"/>
                  </a:lnTo>
                  <a:lnTo>
                    <a:pt x="33987" y="66112"/>
                  </a:lnTo>
                  <a:lnTo>
                    <a:pt x="30843" y="70395"/>
                  </a:lnTo>
                  <a:lnTo>
                    <a:pt x="27837" y="74775"/>
                  </a:lnTo>
                  <a:lnTo>
                    <a:pt x="24971" y="79248"/>
                  </a:lnTo>
                  <a:lnTo>
                    <a:pt x="22249" y="83811"/>
                  </a:lnTo>
                  <a:lnTo>
                    <a:pt x="19674" y="88457"/>
                  </a:lnTo>
                  <a:lnTo>
                    <a:pt x="17247" y="93183"/>
                  </a:lnTo>
                  <a:lnTo>
                    <a:pt x="14972" y="97984"/>
                  </a:lnTo>
                  <a:lnTo>
                    <a:pt x="12851" y="102854"/>
                  </a:lnTo>
                  <a:lnTo>
                    <a:pt x="10885" y="107790"/>
                  </a:lnTo>
                  <a:lnTo>
                    <a:pt x="9077" y="112785"/>
                  </a:lnTo>
                  <a:lnTo>
                    <a:pt x="7429" y="117835"/>
                  </a:lnTo>
                  <a:lnTo>
                    <a:pt x="5942" y="122936"/>
                  </a:lnTo>
                  <a:lnTo>
                    <a:pt x="4618" y="128080"/>
                  </a:lnTo>
                  <a:lnTo>
                    <a:pt x="3458" y="133265"/>
                  </a:lnTo>
                  <a:lnTo>
                    <a:pt x="2463" y="138483"/>
                  </a:lnTo>
                  <a:lnTo>
                    <a:pt x="1635" y="143731"/>
                  </a:lnTo>
                  <a:lnTo>
                    <a:pt x="974" y="149002"/>
                  </a:lnTo>
                  <a:lnTo>
                    <a:pt x="481" y="154292"/>
                  </a:lnTo>
                  <a:lnTo>
                    <a:pt x="156" y="159594"/>
                  </a:lnTo>
                  <a:lnTo>
                    <a:pt x="0" y="164904"/>
                  </a:lnTo>
                  <a:lnTo>
                    <a:pt x="12" y="170217"/>
                  </a:lnTo>
                  <a:lnTo>
                    <a:pt x="193" y="175526"/>
                  </a:lnTo>
                  <a:lnTo>
                    <a:pt x="543" y="180827"/>
                  </a:lnTo>
                  <a:lnTo>
                    <a:pt x="1061" y="186114"/>
                  </a:lnTo>
                  <a:lnTo>
                    <a:pt x="1747" y="191382"/>
                  </a:lnTo>
                  <a:lnTo>
                    <a:pt x="2600" y="196626"/>
                  </a:lnTo>
                  <a:lnTo>
                    <a:pt x="3620" y="201840"/>
                  </a:lnTo>
                  <a:lnTo>
                    <a:pt x="4804" y="207019"/>
                  </a:lnTo>
                  <a:lnTo>
                    <a:pt x="6152" y="212157"/>
                  </a:lnTo>
                  <a:lnTo>
                    <a:pt x="7663" y="217250"/>
                  </a:lnTo>
                  <a:lnTo>
                    <a:pt x="9335" y="222293"/>
                  </a:lnTo>
                  <a:lnTo>
                    <a:pt x="11166" y="227280"/>
                  </a:lnTo>
                  <a:lnTo>
                    <a:pt x="13155" y="232206"/>
                  </a:lnTo>
                  <a:lnTo>
                    <a:pt x="15300" y="237066"/>
                  </a:lnTo>
                  <a:lnTo>
                    <a:pt x="17597" y="241856"/>
                  </a:lnTo>
                  <a:lnTo>
                    <a:pt x="20046" y="246571"/>
                  </a:lnTo>
                  <a:lnTo>
                    <a:pt x="22644" y="251205"/>
                  </a:lnTo>
                  <a:lnTo>
                    <a:pt x="25387" y="255754"/>
                  </a:lnTo>
                  <a:lnTo>
                    <a:pt x="28273" y="260214"/>
                  </a:lnTo>
                  <a:lnTo>
                    <a:pt x="31300" y="264580"/>
                  </a:lnTo>
                  <a:lnTo>
                    <a:pt x="34464" y="268848"/>
                  </a:lnTo>
                  <a:lnTo>
                    <a:pt x="37762" y="273013"/>
                  </a:lnTo>
                  <a:lnTo>
                    <a:pt x="41191" y="277070"/>
                  </a:lnTo>
                  <a:lnTo>
                    <a:pt x="44747" y="281017"/>
                  </a:lnTo>
                  <a:lnTo>
                    <a:pt x="48426" y="284849"/>
                  </a:lnTo>
                  <a:lnTo>
                    <a:pt x="52225" y="288563"/>
                  </a:lnTo>
                  <a:lnTo>
                    <a:pt x="56141" y="292153"/>
                  </a:lnTo>
                  <a:lnTo>
                    <a:pt x="60168" y="295617"/>
                  </a:lnTo>
                  <a:lnTo>
                    <a:pt x="64304" y="298952"/>
                  </a:lnTo>
                  <a:lnTo>
                    <a:pt x="68543" y="302154"/>
                  </a:lnTo>
                  <a:lnTo>
                    <a:pt x="72882" y="305219"/>
                  </a:lnTo>
                  <a:lnTo>
                    <a:pt x="77317" y="308144"/>
                  </a:lnTo>
                  <a:lnTo>
                    <a:pt x="81842" y="310928"/>
                  </a:lnTo>
                  <a:lnTo>
                    <a:pt x="86453" y="313566"/>
                  </a:lnTo>
                  <a:lnTo>
                    <a:pt x="91146" y="316056"/>
                  </a:lnTo>
                  <a:lnTo>
                    <a:pt x="95915" y="318396"/>
                  </a:lnTo>
                  <a:lnTo>
                    <a:pt x="100756" y="320583"/>
                  </a:lnTo>
                  <a:lnTo>
                    <a:pt x="105665" y="322616"/>
                  </a:lnTo>
                  <a:lnTo>
                    <a:pt x="110635" y="324491"/>
                  </a:lnTo>
                  <a:lnTo>
                    <a:pt x="115663" y="32620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71746" y="4826449"/>
              <a:ext cx="51488" cy="159040"/>
            </a:xfrm>
            <a:custGeom>
              <a:avLst/>
              <a:pathLst>
                <a:path w="51488" h="159040">
                  <a:moveTo>
                    <a:pt x="0" y="159040"/>
                  </a:moveTo>
                  <a:lnTo>
                    <a:pt x="514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71746" y="4826449"/>
              <a:ext cx="51488" cy="159040"/>
            </a:xfrm>
            <a:custGeom>
              <a:avLst/>
              <a:pathLst>
                <a:path w="51488" h="159040">
                  <a:moveTo>
                    <a:pt x="0" y="159040"/>
                  </a:moveTo>
                  <a:lnTo>
                    <a:pt x="514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71746" y="4826449"/>
              <a:ext cx="105502" cy="167160"/>
            </a:xfrm>
            <a:custGeom>
              <a:avLst/>
              <a:pathLst>
                <a:path w="105502" h="167160">
                  <a:moveTo>
                    <a:pt x="0" y="159040"/>
                  </a:moveTo>
                  <a:lnTo>
                    <a:pt x="5403" y="160689"/>
                  </a:lnTo>
                  <a:lnTo>
                    <a:pt x="10859" y="162154"/>
                  </a:lnTo>
                  <a:lnTo>
                    <a:pt x="16361" y="163435"/>
                  </a:lnTo>
                  <a:lnTo>
                    <a:pt x="21903" y="164528"/>
                  </a:lnTo>
                  <a:lnTo>
                    <a:pt x="27479" y="165434"/>
                  </a:lnTo>
                  <a:lnTo>
                    <a:pt x="33083" y="166151"/>
                  </a:lnTo>
                  <a:lnTo>
                    <a:pt x="38708" y="166678"/>
                  </a:lnTo>
                  <a:lnTo>
                    <a:pt x="44347" y="167014"/>
                  </a:lnTo>
                  <a:lnTo>
                    <a:pt x="49994" y="167160"/>
                  </a:lnTo>
                  <a:lnTo>
                    <a:pt x="55643" y="167115"/>
                  </a:lnTo>
                  <a:lnTo>
                    <a:pt x="61288" y="166879"/>
                  </a:lnTo>
                  <a:lnTo>
                    <a:pt x="66921" y="166453"/>
                  </a:lnTo>
                  <a:lnTo>
                    <a:pt x="72536" y="165837"/>
                  </a:lnTo>
                  <a:lnTo>
                    <a:pt x="78128" y="165031"/>
                  </a:lnTo>
                  <a:lnTo>
                    <a:pt x="83689" y="164036"/>
                  </a:lnTo>
                  <a:lnTo>
                    <a:pt x="89213" y="162855"/>
                  </a:lnTo>
                  <a:lnTo>
                    <a:pt x="94694" y="161487"/>
                  </a:lnTo>
                  <a:lnTo>
                    <a:pt x="100126" y="159935"/>
                  </a:lnTo>
                  <a:lnTo>
                    <a:pt x="105502" y="158200"/>
                  </a:lnTo>
                  <a:lnTo>
                    <a:pt x="5148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659281"/>
              <a:ext cx="167165" cy="325368"/>
            </a:xfrm>
            <a:custGeom>
              <a:avLst/>
              <a:pathLst>
                <a:path w="167165" h="325368">
                  <a:moveTo>
                    <a:pt x="54014" y="325368"/>
                  </a:moveTo>
                  <a:lnTo>
                    <a:pt x="59041" y="323561"/>
                  </a:lnTo>
                  <a:lnTo>
                    <a:pt x="64009" y="321594"/>
                  </a:lnTo>
                  <a:lnTo>
                    <a:pt x="68911" y="319470"/>
                  </a:lnTo>
                  <a:lnTo>
                    <a:pt x="73743" y="317190"/>
                  </a:lnTo>
                  <a:lnTo>
                    <a:pt x="78499" y="314757"/>
                  </a:lnTo>
                  <a:lnTo>
                    <a:pt x="83175" y="312173"/>
                  </a:lnTo>
                  <a:lnTo>
                    <a:pt x="87767" y="309441"/>
                  </a:lnTo>
                  <a:lnTo>
                    <a:pt x="92268" y="306564"/>
                  </a:lnTo>
                  <a:lnTo>
                    <a:pt x="96676" y="303544"/>
                  </a:lnTo>
                  <a:lnTo>
                    <a:pt x="100984" y="300385"/>
                  </a:lnTo>
                  <a:lnTo>
                    <a:pt x="105190" y="297090"/>
                  </a:lnTo>
                  <a:lnTo>
                    <a:pt x="109288" y="293662"/>
                  </a:lnTo>
                  <a:lnTo>
                    <a:pt x="113274" y="290105"/>
                  </a:lnTo>
                  <a:lnTo>
                    <a:pt x="117145" y="286422"/>
                  </a:lnTo>
                  <a:lnTo>
                    <a:pt x="120896" y="282618"/>
                  </a:lnTo>
                  <a:lnTo>
                    <a:pt x="124524" y="278696"/>
                  </a:lnTo>
                  <a:lnTo>
                    <a:pt x="128024" y="274660"/>
                  </a:lnTo>
                  <a:lnTo>
                    <a:pt x="131394" y="270514"/>
                  </a:lnTo>
                  <a:lnTo>
                    <a:pt x="134629" y="266262"/>
                  </a:lnTo>
                  <a:lnTo>
                    <a:pt x="137727" y="261909"/>
                  </a:lnTo>
                  <a:lnTo>
                    <a:pt x="140684" y="257460"/>
                  </a:lnTo>
                  <a:lnTo>
                    <a:pt x="143498" y="252918"/>
                  </a:lnTo>
                  <a:lnTo>
                    <a:pt x="146165" y="248289"/>
                  </a:lnTo>
                  <a:lnTo>
                    <a:pt x="148682" y="243576"/>
                  </a:lnTo>
                  <a:lnTo>
                    <a:pt x="151048" y="238786"/>
                  </a:lnTo>
                  <a:lnTo>
                    <a:pt x="153260" y="233923"/>
                  </a:lnTo>
                  <a:lnTo>
                    <a:pt x="155314" y="228991"/>
                  </a:lnTo>
                  <a:lnTo>
                    <a:pt x="157211" y="223996"/>
                  </a:lnTo>
                  <a:lnTo>
                    <a:pt x="158947" y="218943"/>
                  </a:lnTo>
                  <a:lnTo>
                    <a:pt x="160520" y="213838"/>
                  </a:lnTo>
                  <a:lnTo>
                    <a:pt x="161929" y="208684"/>
                  </a:lnTo>
                  <a:lnTo>
                    <a:pt x="163173" y="203489"/>
                  </a:lnTo>
                  <a:lnTo>
                    <a:pt x="164251" y="198256"/>
                  </a:lnTo>
                  <a:lnTo>
                    <a:pt x="165160" y="192991"/>
                  </a:lnTo>
                  <a:lnTo>
                    <a:pt x="165901" y="187700"/>
                  </a:lnTo>
                  <a:lnTo>
                    <a:pt x="166473" y="182388"/>
                  </a:lnTo>
                  <a:lnTo>
                    <a:pt x="166874" y="177061"/>
                  </a:lnTo>
                  <a:lnTo>
                    <a:pt x="167105" y="171723"/>
                  </a:lnTo>
                  <a:lnTo>
                    <a:pt x="167165" y="166381"/>
                  </a:lnTo>
                  <a:lnTo>
                    <a:pt x="167055" y="161039"/>
                  </a:lnTo>
                  <a:lnTo>
                    <a:pt x="166773" y="155704"/>
                  </a:lnTo>
                  <a:lnTo>
                    <a:pt x="166322" y="150380"/>
                  </a:lnTo>
                  <a:lnTo>
                    <a:pt x="165701" y="145074"/>
                  </a:lnTo>
                  <a:lnTo>
                    <a:pt x="164910" y="139790"/>
                  </a:lnTo>
                  <a:lnTo>
                    <a:pt x="163951" y="134534"/>
                  </a:lnTo>
                  <a:lnTo>
                    <a:pt x="162824" y="129312"/>
                  </a:lnTo>
                  <a:lnTo>
                    <a:pt x="161532" y="124128"/>
                  </a:lnTo>
                  <a:lnTo>
                    <a:pt x="160074" y="118988"/>
                  </a:lnTo>
                  <a:lnTo>
                    <a:pt x="158452" y="113898"/>
                  </a:lnTo>
                  <a:lnTo>
                    <a:pt x="156669" y="108861"/>
                  </a:lnTo>
                  <a:lnTo>
                    <a:pt x="154726" y="103885"/>
                  </a:lnTo>
                  <a:lnTo>
                    <a:pt x="152625" y="98972"/>
                  </a:lnTo>
                  <a:lnTo>
                    <a:pt x="150368" y="94130"/>
                  </a:lnTo>
                  <a:lnTo>
                    <a:pt x="147957" y="89362"/>
                  </a:lnTo>
                  <a:lnTo>
                    <a:pt x="145395" y="84674"/>
                  </a:lnTo>
                  <a:lnTo>
                    <a:pt x="142685" y="80070"/>
                  </a:lnTo>
                  <a:lnTo>
                    <a:pt x="139829" y="75555"/>
                  </a:lnTo>
                  <a:lnTo>
                    <a:pt x="136830" y="71133"/>
                  </a:lnTo>
                  <a:lnTo>
                    <a:pt x="133691" y="66810"/>
                  </a:lnTo>
                  <a:lnTo>
                    <a:pt x="130416" y="62589"/>
                  </a:lnTo>
                  <a:lnTo>
                    <a:pt x="127007" y="58475"/>
                  </a:lnTo>
                  <a:lnTo>
                    <a:pt x="123469" y="54472"/>
                  </a:lnTo>
                  <a:lnTo>
                    <a:pt x="119805" y="50584"/>
                  </a:lnTo>
                  <a:lnTo>
                    <a:pt x="116018" y="46815"/>
                  </a:lnTo>
                  <a:lnTo>
                    <a:pt x="112113" y="43169"/>
                  </a:lnTo>
                  <a:lnTo>
                    <a:pt x="108093" y="39649"/>
                  </a:lnTo>
                  <a:lnTo>
                    <a:pt x="103963" y="36260"/>
                  </a:lnTo>
                  <a:lnTo>
                    <a:pt x="99727" y="33005"/>
                  </a:lnTo>
                  <a:lnTo>
                    <a:pt x="95389" y="29887"/>
                  </a:lnTo>
                  <a:lnTo>
                    <a:pt x="90953" y="26909"/>
                  </a:lnTo>
                  <a:lnTo>
                    <a:pt x="86424" y="24074"/>
                  </a:lnTo>
                  <a:lnTo>
                    <a:pt x="81808" y="21385"/>
                  </a:lnTo>
                  <a:lnTo>
                    <a:pt x="77107" y="18845"/>
                  </a:lnTo>
                  <a:lnTo>
                    <a:pt x="72328" y="16457"/>
                  </a:lnTo>
                  <a:lnTo>
                    <a:pt x="67475" y="14223"/>
                  </a:lnTo>
                  <a:lnTo>
                    <a:pt x="62553" y="12144"/>
                  </a:lnTo>
                  <a:lnTo>
                    <a:pt x="57568" y="10225"/>
                  </a:lnTo>
                  <a:lnTo>
                    <a:pt x="52523" y="8465"/>
                  </a:lnTo>
                  <a:lnTo>
                    <a:pt x="47425" y="6868"/>
                  </a:lnTo>
                  <a:lnTo>
                    <a:pt x="42278" y="5434"/>
                  </a:lnTo>
                  <a:lnTo>
                    <a:pt x="37088" y="4166"/>
                  </a:lnTo>
                  <a:lnTo>
                    <a:pt x="31860" y="3064"/>
                  </a:lnTo>
                  <a:lnTo>
                    <a:pt x="26600" y="2130"/>
                  </a:lnTo>
                  <a:lnTo>
                    <a:pt x="21313" y="1364"/>
                  </a:lnTo>
                  <a:lnTo>
                    <a:pt x="16004" y="767"/>
                  </a:lnTo>
                  <a:lnTo>
                    <a:pt x="10678" y="341"/>
                  </a:lnTo>
                  <a:lnTo>
                    <a:pt x="534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61307" y="4213821"/>
              <a:ext cx="247137" cy="334322"/>
            </a:xfrm>
            <a:custGeom>
              <a:avLst/>
              <a:pathLst>
                <a:path w="247137" h="334322">
                  <a:moveTo>
                    <a:pt x="167164" y="0"/>
                  </a:moveTo>
                  <a:lnTo>
                    <a:pt x="161827" y="85"/>
                  </a:lnTo>
                  <a:lnTo>
                    <a:pt x="156495" y="340"/>
                  </a:lnTo>
                  <a:lnTo>
                    <a:pt x="151174" y="766"/>
                  </a:lnTo>
                  <a:lnTo>
                    <a:pt x="145869" y="1361"/>
                  </a:lnTo>
                  <a:lnTo>
                    <a:pt x="140586" y="2126"/>
                  </a:lnTo>
                  <a:lnTo>
                    <a:pt x="135330" y="3059"/>
                  </a:lnTo>
                  <a:lnTo>
                    <a:pt x="130107" y="4159"/>
                  </a:lnTo>
                  <a:lnTo>
                    <a:pt x="124921" y="5425"/>
                  </a:lnTo>
                  <a:lnTo>
                    <a:pt x="119778" y="6856"/>
                  </a:lnTo>
                  <a:lnTo>
                    <a:pt x="114684" y="8451"/>
                  </a:lnTo>
                  <a:lnTo>
                    <a:pt x="109643" y="10207"/>
                  </a:lnTo>
                  <a:lnTo>
                    <a:pt x="104661" y="12124"/>
                  </a:lnTo>
                  <a:lnTo>
                    <a:pt x="99743" y="14198"/>
                  </a:lnTo>
                  <a:lnTo>
                    <a:pt x="94893" y="16429"/>
                  </a:lnTo>
                  <a:lnTo>
                    <a:pt x="90117" y="18813"/>
                  </a:lnTo>
                  <a:lnTo>
                    <a:pt x="85420" y="21349"/>
                  </a:lnTo>
                  <a:lnTo>
                    <a:pt x="80806" y="24033"/>
                  </a:lnTo>
                  <a:lnTo>
                    <a:pt x="76280" y="26864"/>
                  </a:lnTo>
                  <a:lnTo>
                    <a:pt x="71847" y="29837"/>
                  </a:lnTo>
                  <a:lnTo>
                    <a:pt x="67510" y="32950"/>
                  </a:lnTo>
                  <a:lnTo>
                    <a:pt x="63276" y="36200"/>
                  </a:lnTo>
                  <a:lnTo>
                    <a:pt x="59147" y="39584"/>
                  </a:lnTo>
                  <a:lnTo>
                    <a:pt x="55129" y="43098"/>
                  </a:lnTo>
                  <a:lnTo>
                    <a:pt x="51225" y="46738"/>
                  </a:lnTo>
                  <a:lnTo>
                    <a:pt x="47439" y="50501"/>
                  </a:lnTo>
                  <a:lnTo>
                    <a:pt x="43775" y="54383"/>
                  </a:lnTo>
                  <a:lnTo>
                    <a:pt x="40237" y="58380"/>
                  </a:lnTo>
                  <a:lnTo>
                    <a:pt x="36828" y="62488"/>
                  </a:lnTo>
                  <a:lnTo>
                    <a:pt x="33553" y="66703"/>
                  </a:lnTo>
                  <a:lnTo>
                    <a:pt x="30413" y="71020"/>
                  </a:lnTo>
                  <a:lnTo>
                    <a:pt x="27413" y="75436"/>
                  </a:lnTo>
                  <a:lnTo>
                    <a:pt x="24555" y="79944"/>
                  </a:lnTo>
                  <a:lnTo>
                    <a:pt x="21843" y="84542"/>
                  </a:lnTo>
                  <a:lnTo>
                    <a:pt x="19279" y="89224"/>
                  </a:lnTo>
                  <a:lnTo>
                    <a:pt x="16866" y="93985"/>
                  </a:lnTo>
                  <a:lnTo>
                    <a:pt x="14606" y="98821"/>
                  </a:lnTo>
                  <a:lnTo>
                    <a:pt x="12502" y="103727"/>
                  </a:lnTo>
                  <a:lnTo>
                    <a:pt x="10555" y="108698"/>
                  </a:lnTo>
                  <a:lnTo>
                    <a:pt x="8768" y="113728"/>
                  </a:lnTo>
                  <a:lnTo>
                    <a:pt x="7143" y="118812"/>
                  </a:lnTo>
                  <a:lnTo>
                    <a:pt x="5680" y="123946"/>
                  </a:lnTo>
                  <a:lnTo>
                    <a:pt x="4383" y="129124"/>
                  </a:lnTo>
                  <a:lnTo>
                    <a:pt x="3251" y="134341"/>
                  </a:lnTo>
                  <a:lnTo>
                    <a:pt x="2287" y="139591"/>
                  </a:lnTo>
                  <a:lnTo>
                    <a:pt x="1490" y="144869"/>
                  </a:lnTo>
                  <a:lnTo>
                    <a:pt x="863" y="150170"/>
                  </a:lnTo>
                  <a:lnTo>
                    <a:pt x="405" y="155488"/>
                  </a:lnTo>
                  <a:lnTo>
                    <a:pt x="117" y="160819"/>
                  </a:lnTo>
                  <a:lnTo>
                    <a:pt x="0" y="166155"/>
                  </a:lnTo>
                  <a:lnTo>
                    <a:pt x="52" y="171493"/>
                  </a:lnTo>
                  <a:lnTo>
                    <a:pt x="276" y="176826"/>
                  </a:lnTo>
                  <a:lnTo>
                    <a:pt x="669" y="182150"/>
                  </a:lnTo>
                  <a:lnTo>
                    <a:pt x="1233" y="187458"/>
                  </a:lnTo>
                  <a:lnTo>
                    <a:pt x="1965" y="192746"/>
                  </a:lnTo>
                  <a:lnTo>
                    <a:pt x="2866" y="198007"/>
                  </a:lnTo>
                  <a:lnTo>
                    <a:pt x="3934" y="203237"/>
                  </a:lnTo>
                  <a:lnTo>
                    <a:pt x="5169" y="208430"/>
                  </a:lnTo>
                  <a:lnTo>
                    <a:pt x="6569" y="213582"/>
                  </a:lnTo>
                  <a:lnTo>
                    <a:pt x="8133" y="218685"/>
                  </a:lnTo>
                  <a:lnTo>
                    <a:pt x="9859" y="223737"/>
                  </a:lnTo>
                  <a:lnTo>
                    <a:pt x="11745" y="228730"/>
                  </a:lnTo>
                  <a:lnTo>
                    <a:pt x="13790" y="233661"/>
                  </a:lnTo>
                  <a:lnTo>
                    <a:pt x="15991" y="238524"/>
                  </a:lnTo>
                  <a:lnTo>
                    <a:pt x="18347" y="243314"/>
                  </a:lnTo>
                  <a:lnTo>
                    <a:pt x="20854" y="248027"/>
                  </a:lnTo>
                  <a:lnTo>
                    <a:pt x="23510" y="252657"/>
                  </a:lnTo>
                  <a:lnTo>
                    <a:pt x="26313" y="257200"/>
                  </a:lnTo>
                  <a:lnTo>
                    <a:pt x="29259" y="261651"/>
                  </a:lnTo>
                  <a:lnTo>
                    <a:pt x="32346" y="266006"/>
                  </a:lnTo>
                  <a:lnTo>
                    <a:pt x="35571" y="270260"/>
                  </a:lnTo>
                  <a:lnTo>
                    <a:pt x="38930" y="274409"/>
                  </a:lnTo>
                  <a:lnTo>
                    <a:pt x="42419" y="278449"/>
                  </a:lnTo>
                  <a:lnTo>
                    <a:pt x="46036" y="282375"/>
                  </a:lnTo>
                  <a:lnTo>
                    <a:pt x="49776" y="286184"/>
                  </a:lnTo>
                  <a:lnTo>
                    <a:pt x="53636" y="289871"/>
                  </a:lnTo>
                  <a:lnTo>
                    <a:pt x="57611" y="293433"/>
                  </a:lnTo>
                  <a:lnTo>
                    <a:pt x="61699" y="296867"/>
                  </a:lnTo>
                  <a:lnTo>
                    <a:pt x="65893" y="300168"/>
                  </a:lnTo>
                  <a:lnTo>
                    <a:pt x="70191" y="303333"/>
                  </a:lnTo>
                  <a:lnTo>
                    <a:pt x="74588" y="306360"/>
                  </a:lnTo>
                  <a:lnTo>
                    <a:pt x="79080" y="309245"/>
                  </a:lnTo>
                  <a:lnTo>
                    <a:pt x="83661" y="311985"/>
                  </a:lnTo>
                  <a:lnTo>
                    <a:pt x="88327" y="314577"/>
                  </a:lnTo>
                  <a:lnTo>
                    <a:pt x="93074" y="317019"/>
                  </a:lnTo>
                  <a:lnTo>
                    <a:pt x="97896" y="319308"/>
                  </a:lnTo>
                  <a:lnTo>
                    <a:pt x="102789" y="321442"/>
                  </a:lnTo>
                  <a:lnTo>
                    <a:pt x="107748" y="323419"/>
                  </a:lnTo>
                  <a:lnTo>
                    <a:pt x="112767" y="325236"/>
                  </a:lnTo>
                  <a:lnTo>
                    <a:pt x="117842" y="326893"/>
                  </a:lnTo>
                  <a:lnTo>
                    <a:pt x="122966" y="328386"/>
                  </a:lnTo>
                  <a:lnTo>
                    <a:pt x="128136" y="329715"/>
                  </a:lnTo>
                  <a:lnTo>
                    <a:pt x="133346" y="330878"/>
                  </a:lnTo>
                  <a:lnTo>
                    <a:pt x="138590" y="331874"/>
                  </a:lnTo>
                  <a:lnTo>
                    <a:pt x="143864" y="332703"/>
                  </a:lnTo>
                  <a:lnTo>
                    <a:pt x="149161" y="333362"/>
                  </a:lnTo>
                  <a:lnTo>
                    <a:pt x="154476" y="333852"/>
                  </a:lnTo>
                  <a:lnTo>
                    <a:pt x="159805" y="334172"/>
                  </a:lnTo>
                  <a:lnTo>
                    <a:pt x="165141" y="334322"/>
                  </a:lnTo>
                  <a:lnTo>
                    <a:pt x="170479" y="334302"/>
                  </a:lnTo>
                  <a:lnTo>
                    <a:pt x="175813" y="334110"/>
                  </a:lnTo>
                  <a:lnTo>
                    <a:pt x="181139" y="333749"/>
                  </a:lnTo>
                  <a:lnTo>
                    <a:pt x="186451" y="333218"/>
                  </a:lnTo>
                  <a:lnTo>
                    <a:pt x="191742" y="332518"/>
                  </a:lnTo>
                  <a:lnTo>
                    <a:pt x="197009" y="331649"/>
                  </a:lnTo>
                  <a:lnTo>
                    <a:pt x="202246" y="330612"/>
                  </a:lnTo>
                  <a:lnTo>
                    <a:pt x="207446" y="329408"/>
                  </a:lnTo>
                  <a:lnTo>
                    <a:pt x="212606" y="328040"/>
                  </a:lnTo>
                  <a:lnTo>
                    <a:pt x="217719" y="326507"/>
                  </a:lnTo>
                  <a:lnTo>
                    <a:pt x="222781" y="324811"/>
                  </a:lnTo>
                  <a:lnTo>
                    <a:pt x="227786" y="322955"/>
                  </a:lnTo>
                  <a:lnTo>
                    <a:pt x="232729" y="320940"/>
                  </a:lnTo>
                  <a:lnTo>
                    <a:pt x="237605" y="318768"/>
                  </a:lnTo>
                  <a:lnTo>
                    <a:pt x="242409" y="316442"/>
                  </a:lnTo>
                  <a:lnTo>
                    <a:pt x="247137" y="313964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380988"/>
              <a:ext cx="79973" cy="146796"/>
            </a:xfrm>
            <a:custGeom>
              <a:avLst/>
              <a:pathLst>
                <a:path w="79973" h="146796">
                  <a:moveTo>
                    <a:pt x="79973" y="14679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380988"/>
              <a:ext cx="159839" cy="146796"/>
            </a:xfrm>
            <a:custGeom>
              <a:avLst/>
              <a:pathLst>
                <a:path w="159839" h="146796">
                  <a:moveTo>
                    <a:pt x="79973" y="146796"/>
                  </a:moveTo>
                  <a:lnTo>
                    <a:pt x="84871" y="144019"/>
                  </a:lnTo>
                  <a:lnTo>
                    <a:pt x="89674" y="141079"/>
                  </a:lnTo>
                  <a:lnTo>
                    <a:pt x="94375" y="137979"/>
                  </a:lnTo>
                  <a:lnTo>
                    <a:pt x="98968" y="134722"/>
                  </a:lnTo>
                  <a:lnTo>
                    <a:pt x="103449" y="131312"/>
                  </a:lnTo>
                  <a:lnTo>
                    <a:pt x="107813" y="127754"/>
                  </a:lnTo>
                  <a:lnTo>
                    <a:pt x="112055" y="124050"/>
                  </a:lnTo>
                  <a:lnTo>
                    <a:pt x="116169" y="120206"/>
                  </a:lnTo>
                  <a:lnTo>
                    <a:pt x="120152" y="116225"/>
                  </a:lnTo>
                  <a:lnTo>
                    <a:pt x="123998" y="112112"/>
                  </a:lnTo>
                  <a:lnTo>
                    <a:pt x="127704" y="107872"/>
                  </a:lnTo>
                  <a:lnTo>
                    <a:pt x="131265" y="103510"/>
                  </a:lnTo>
                  <a:lnTo>
                    <a:pt x="134676" y="99030"/>
                  </a:lnTo>
                  <a:lnTo>
                    <a:pt x="137935" y="94438"/>
                  </a:lnTo>
                  <a:lnTo>
                    <a:pt x="141038" y="89739"/>
                  </a:lnTo>
                  <a:lnTo>
                    <a:pt x="143980" y="84938"/>
                  </a:lnTo>
                  <a:lnTo>
                    <a:pt x="146759" y="80040"/>
                  </a:lnTo>
                  <a:lnTo>
                    <a:pt x="149372" y="75052"/>
                  </a:lnTo>
                  <a:lnTo>
                    <a:pt x="151815" y="69979"/>
                  </a:lnTo>
                  <a:lnTo>
                    <a:pt x="154085" y="64826"/>
                  </a:lnTo>
                  <a:lnTo>
                    <a:pt x="156181" y="59600"/>
                  </a:lnTo>
                  <a:lnTo>
                    <a:pt x="158100" y="54306"/>
                  </a:lnTo>
                  <a:lnTo>
                    <a:pt x="159839" y="48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167162" cy="216117"/>
            </a:xfrm>
            <a:custGeom>
              <a:avLst/>
              <a:pathLst>
                <a:path w="167162" h="216117">
                  <a:moveTo>
                    <a:pt x="159839" y="216117"/>
                  </a:moveTo>
                  <a:lnTo>
                    <a:pt x="161333" y="210945"/>
                  </a:lnTo>
                  <a:lnTo>
                    <a:pt x="162659" y="205727"/>
                  </a:lnTo>
                  <a:lnTo>
                    <a:pt x="163816" y="200469"/>
                  </a:lnTo>
                  <a:lnTo>
                    <a:pt x="164804" y="195177"/>
                  </a:lnTo>
                  <a:lnTo>
                    <a:pt x="165620" y="189856"/>
                  </a:lnTo>
                  <a:lnTo>
                    <a:pt x="166265" y="184511"/>
                  </a:lnTo>
                  <a:lnTo>
                    <a:pt x="166737" y="179148"/>
                  </a:lnTo>
                  <a:lnTo>
                    <a:pt x="167036" y="173773"/>
                  </a:lnTo>
                  <a:lnTo>
                    <a:pt x="167162" y="168391"/>
                  </a:lnTo>
                  <a:lnTo>
                    <a:pt x="167115" y="163007"/>
                  </a:lnTo>
                  <a:lnTo>
                    <a:pt x="166895" y="157628"/>
                  </a:lnTo>
                  <a:lnTo>
                    <a:pt x="166501" y="152259"/>
                  </a:lnTo>
                  <a:lnTo>
                    <a:pt x="165934" y="146905"/>
                  </a:lnTo>
                  <a:lnTo>
                    <a:pt x="165196" y="141572"/>
                  </a:lnTo>
                  <a:lnTo>
                    <a:pt x="164286" y="136266"/>
                  </a:lnTo>
                  <a:lnTo>
                    <a:pt x="163206" y="130992"/>
                  </a:lnTo>
                  <a:lnTo>
                    <a:pt x="161956" y="125755"/>
                  </a:lnTo>
                  <a:lnTo>
                    <a:pt x="160539" y="120562"/>
                  </a:lnTo>
                  <a:lnTo>
                    <a:pt x="158955" y="115416"/>
                  </a:lnTo>
                  <a:lnTo>
                    <a:pt x="157206" y="110325"/>
                  </a:lnTo>
                  <a:lnTo>
                    <a:pt x="155294" y="105292"/>
                  </a:lnTo>
                  <a:lnTo>
                    <a:pt x="153221" y="100323"/>
                  </a:lnTo>
                  <a:lnTo>
                    <a:pt x="150989" y="95424"/>
                  </a:lnTo>
                  <a:lnTo>
                    <a:pt x="148601" y="90599"/>
                  </a:lnTo>
                  <a:lnTo>
                    <a:pt x="146058" y="85854"/>
                  </a:lnTo>
                  <a:lnTo>
                    <a:pt x="143364" y="81193"/>
                  </a:lnTo>
                  <a:lnTo>
                    <a:pt x="140521" y="76621"/>
                  </a:lnTo>
                  <a:lnTo>
                    <a:pt x="137533" y="72143"/>
                  </a:lnTo>
                  <a:lnTo>
                    <a:pt x="134402" y="67764"/>
                  </a:lnTo>
                  <a:lnTo>
                    <a:pt x="131131" y="63487"/>
                  </a:lnTo>
                  <a:lnTo>
                    <a:pt x="127724" y="59319"/>
                  </a:lnTo>
                  <a:lnTo>
                    <a:pt x="124185" y="55262"/>
                  </a:lnTo>
                  <a:lnTo>
                    <a:pt x="120518" y="51321"/>
                  </a:lnTo>
                  <a:lnTo>
                    <a:pt x="116725" y="47500"/>
                  </a:lnTo>
                  <a:lnTo>
                    <a:pt x="112811" y="43803"/>
                  </a:lnTo>
                  <a:lnTo>
                    <a:pt x="108780" y="40235"/>
                  </a:lnTo>
                  <a:lnTo>
                    <a:pt x="104636" y="36798"/>
                  </a:lnTo>
                  <a:lnTo>
                    <a:pt x="100384" y="33496"/>
                  </a:lnTo>
                  <a:lnTo>
                    <a:pt x="96028" y="30333"/>
                  </a:lnTo>
                  <a:lnTo>
                    <a:pt x="91572" y="27312"/>
                  </a:lnTo>
                  <a:lnTo>
                    <a:pt x="87021" y="24435"/>
                  </a:lnTo>
                  <a:lnTo>
                    <a:pt x="82379" y="21707"/>
                  </a:lnTo>
                  <a:lnTo>
                    <a:pt x="77653" y="19130"/>
                  </a:lnTo>
                  <a:lnTo>
                    <a:pt x="72846" y="16706"/>
                  </a:lnTo>
                  <a:lnTo>
                    <a:pt x="67963" y="14439"/>
                  </a:lnTo>
                  <a:lnTo>
                    <a:pt x="63010" y="12329"/>
                  </a:lnTo>
                  <a:lnTo>
                    <a:pt x="57991" y="10381"/>
                  </a:lnTo>
                  <a:lnTo>
                    <a:pt x="52912" y="8595"/>
                  </a:lnTo>
                  <a:lnTo>
                    <a:pt x="47779" y="6973"/>
                  </a:lnTo>
                  <a:lnTo>
                    <a:pt x="42595" y="5518"/>
                  </a:lnTo>
                  <a:lnTo>
                    <a:pt x="37368" y="4230"/>
                  </a:lnTo>
                  <a:lnTo>
                    <a:pt x="32102" y="3111"/>
                  </a:lnTo>
                  <a:lnTo>
                    <a:pt x="26803" y="2162"/>
                  </a:lnTo>
                  <a:lnTo>
                    <a:pt x="21475" y="1385"/>
                  </a:lnTo>
                  <a:lnTo>
                    <a:pt x="16126" y="779"/>
                  </a:lnTo>
                  <a:lnTo>
                    <a:pt x="10760" y="346"/>
                  </a:lnTo>
                  <a:lnTo>
                    <a:pt x="538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1857" y="3707720"/>
              <a:ext cx="254044" cy="334331"/>
            </a:xfrm>
            <a:custGeom>
              <a:avLst/>
              <a:pathLst>
                <a:path w="254044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0" y="1350"/>
                  </a:lnTo>
                  <a:lnTo>
                    <a:pt x="140690" y="2107"/>
                  </a:lnTo>
                  <a:lnTo>
                    <a:pt x="135456" y="3032"/>
                  </a:lnTo>
                  <a:lnTo>
                    <a:pt x="130254" y="4123"/>
                  </a:lnTo>
                  <a:lnTo>
                    <a:pt x="125090" y="5378"/>
                  </a:lnTo>
                  <a:lnTo>
                    <a:pt x="119968" y="6797"/>
                  </a:lnTo>
                  <a:lnTo>
                    <a:pt x="114894" y="8378"/>
                  </a:lnTo>
                  <a:lnTo>
                    <a:pt x="109872" y="10120"/>
                  </a:lnTo>
                  <a:lnTo>
                    <a:pt x="104909" y="12020"/>
                  </a:lnTo>
                  <a:lnTo>
                    <a:pt x="100008" y="14077"/>
                  </a:lnTo>
                  <a:lnTo>
                    <a:pt x="95176" y="16289"/>
                  </a:lnTo>
                  <a:lnTo>
                    <a:pt x="90416" y="18653"/>
                  </a:lnTo>
                  <a:lnTo>
                    <a:pt x="85733" y="21168"/>
                  </a:lnTo>
                  <a:lnTo>
                    <a:pt x="81133" y="23830"/>
                  </a:lnTo>
                  <a:lnTo>
                    <a:pt x="76620" y="26637"/>
                  </a:lnTo>
                  <a:lnTo>
                    <a:pt x="72198" y="29586"/>
                  </a:lnTo>
                  <a:lnTo>
                    <a:pt x="67873" y="32674"/>
                  </a:lnTo>
                  <a:lnTo>
                    <a:pt x="63648" y="35898"/>
                  </a:lnTo>
                  <a:lnTo>
                    <a:pt x="59527" y="39255"/>
                  </a:lnTo>
                  <a:lnTo>
                    <a:pt x="55515" y="42741"/>
                  </a:lnTo>
                  <a:lnTo>
                    <a:pt x="51616" y="46352"/>
                  </a:lnTo>
                  <a:lnTo>
                    <a:pt x="47834" y="50086"/>
                  </a:lnTo>
                  <a:lnTo>
                    <a:pt x="44172" y="53939"/>
                  </a:lnTo>
                  <a:lnTo>
                    <a:pt x="40635" y="57905"/>
                  </a:lnTo>
                  <a:lnTo>
                    <a:pt x="37226" y="61982"/>
                  </a:lnTo>
                  <a:lnTo>
                    <a:pt x="33947" y="66166"/>
                  </a:lnTo>
                  <a:lnTo>
                    <a:pt x="30804" y="70452"/>
                  </a:lnTo>
                  <a:lnTo>
                    <a:pt x="27798" y="74835"/>
                  </a:lnTo>
                  <a:lnTo>
                    <a:pt x="24934" y="79312"/>
                  </a:lnTo>
                  <a:lnTo>
                    <a:pt x="22213" y="83877"/>
                  </a:lnTo>
                  <a:lnTo>
                    <a:pt x="19638" y="88527"/>
                  </a:lnTo>
                  <a:lnTo>
                    <a:pt x="17213" y="93256"/>
                  </a:lnTo>
                  <a:lnTo>
                    <a:pt x="14939" y="98060"/>
                  </a:lnTo>
                  <a:lnTo>
                    <a:pt x="12819" y="102933"/>
                  </a:lnTo>
                  <a:lnTo>
                    <a:pt x="10855" y="107872"/>
                  </a:lnTo>
                  <a:lnTo>
                    <a:pt x="9049" y="112871"/>
                  </a:lnTo>
                  <a:lnTo>
                    <a:pt x="7403" y="117924"/>
                  </a:lnTo>
                  <a:lnTo>
                    <a:pt x="5918" y="123027"/>
                  </a:lnTo>
                  <a:lnTo>
                    <a:pt x="4597" y="128175"/>
                  </a:lnTo>
                  <a:lnTo>
                    <a:pt x="3439" y="133362"/>
                  </a:lnTo>
                  <a:lnTo>
                    <a:pt x="2447" y="138584"/>
                  </a:lnTo>
                  <a:lnTo>
                    <a:pt x="1622" y="143834"/>
                  </a:lnTo>
                  <a:lnTo>
                    <a:pt x="964" y="149108"/>
                  </a:lnTo>
                  <a:lnTo>
                    <a:pt x="474" y="154400"/>
                  </a:lnTo>
                  <a:lnTo>
                    <a:pt x="152" y="159705"/>
                  </a:lnTo>
                  <a:lnTo>
                    <a:pt x="0" y="165018"/>
                  </a:lnTo>
                  <a:lnTo>
                    <a:pt x="16" y="170333"/>
                  </a:lnTo>
                  <a:lnTo>
                    <a:pt x="201" y="175644"/>
                  </a:lnTo>
                  <a:lnTo>
                    <a:pt x="555" y="180947"/>
                  </a:lnTo>
                  <a:lnTo>
                    <a:pt x="1077" y="186237"/>
                  </a:lnTo>
                  <a:lnTo>
                    <a:pt x="1767" y="191506"/>
                  </a:lnTo>
                  <a:lnTo>
                    <a:pt x="2624" y="196752"/>
                  </a:lnTo>
                  <a:lnTo>
                    <a:pt x="3648" y="201967"/>
                  </a:lnTo>
                  <a:lnTo>
                    <a:pt x="4837" y="207147"/>
                  </a:lnTo>
                  <a:lnTo>
                    <a:pt x="6190" y="212287"/>
                  </a:lnTo>
                  <a:lnTo>
                    <a:pt x="7706" y="217381"/>
                  </a:lnTo>
                  <a:lnTo>
                    <a:pt x="9382" y="222424"/>
                  </a:lnTo>
                  <a:lnTo>
                    <a:pt x="11219" y="227412"/>
                  </a:lnTo>
                  <a:lnTo>
                    <a:pt x="13213" y="232338"/>
                  </a:lnTo>
                  <a:lnTo>
                    <a:pt x="15362" y="237199"/>
                  </a:lnTo>
                  <a:lnTo>
                    <a:pt x="17665" y="241989"/>
                  </a:lnTo>
                  <a:lnTo>
                    <a:pt x="20119" y="246703"/>
                  </a:lnTo>
                  <a:lnTo>
                    <a:pt x="22722" y="251337"/>
                  </a:lnTo>
                  <a:lnTo>
                    <a:pt x="25471" y="255886"/>
                  </a:lnTo>
                  <a:lnTo>
                    <a:pt x="28363" y="260345"/>
                  </a:lnTo>
                  <a:lnTo>
                    <a:pt x="31395" y="264710"/>
                  </a:lnTo>
                  <a:lnTo>
                    <a:pt x="34564" y="268977"/>
                  </a:lnTo>
                  <a:lnTo>
                    <a:pt x="37868" y="273140"/>
                  </a:lnTo>
                  <a:lnTo>
                    <a:pt x="41302" y="277196"/>
                  </a:lnTo>
                  <a:lnTo>
                    <a:pt x="44863" y="281141"/>
                  </a:lnTo>
                  <a:lnTo>
                    <a:pt x="48548" y="284971"/>
                  </a:lnTo>
                  <a:lnTo>
                    <a:pt x="52353" y="288682"/>
                  </a:lnTo>
                  <a:lnTo>
                    <a:pt x="56274" y="292270"/>
                  </a:lnTo>
                  <a:lnTo>
                    <a:pt x="60307" y="295732"/>
                  </a:lnTo>
                  <a:lnTo>
                    <a:pt x="64448" y="299063"/>
                  </a:lnTo>
                  <a:lnTo>
                    <a:pt x="68693" y="302262"/>
                  </a:lnTo>
                  <a:lnTo>
                    <a:pt x="73037" y="305323"/>
                  </a:lnTo>
                  <a:lnTo>
                    <a:pt x="77477" y="308245"/>
                  </a:lnTo>
                  <a:lnTo>
                    <a:pt x="82007" y="311025"/>
                  </a:lnTo>
                  <a:lnTo>
                    <a:pt x="86623" y="313659"/>
                  </a:lnTo>
                  <a:lnTo>
                    <a:pt x="91321" y="316145"/>
                  </a:lnTo>
                  <a:lnTo>
                    <a:pt x="96095" y="318480"/>
                  </a:lnTo>
                  <a:lnTo>
                    <a:pt x="100941" y="320663"/>
                  </a:lnTo>
                  <a:lnTo>
                    <a:pt x="105854" y="322690"/>
                  </a:lnTo>
                  <a:lnTo>
                    <a:pt x="110829" y="324560"/>
                  </a:lnTo>
                  <a:lnTo>
                    <a:pt x="115861" y="326271"/>
                  </a:lnTo>
                  <a:lnTo>
                    <a:pt x="120945" y="327821"/>
                  </a:lnTo>
                  <a:lnTo>
                    <a:pt x="126075" y="329209"/>
                  </a:lnTo>
                  <a:lnTo>
                    <a:pt x="131247" y="330433"/>
                  </a:lnTo>
                  <a:lnTo>
                    <a:pt x="136455" y="331492"/>
                  </a:lnTo>
                  <a:lnTo>
                    <a:pt x="141694" y="332384"/>
                  </a:lnTo>
                  <a:lnTo>
                    <a:pt x="146960" y="333110"/>
                  </a:lnTo>
                  <a:lnTo>
                    <a:pt x="152245" y="333668"/>
                  </a:lnTo>
                  <a:lnTo>
                    <a:pt x="157545" y="334058"/>
                  </a:lnTo>
                  <a:lnTo>
                    <a:pt x="162856" y="334279"/>
                  </a:lnTo>
                  <a:lnTo>
                    <a:pt x="168170" y="334331"/>
                  </a:lnTo>
                  <a:lnTo>
                    <a:pt x="173484" y="334214"/>
                  </a:lnTo>
                  <a:lnTo>
                    <a:pt x="178791" y="333929"/>
                  </a:lnTo>
                  <a:lnTo>
                    <a:pt x="184086" y="333475"/>
                  </a:lnTo>
                  <a:lnTo>
                    <a:pt x="189365" y="332852"/>
                  </a:lnTo>
                  <a:lnTo>
                    <a:pt x="194620" y="332062"/>
                  </a:lnTo>
                  <a:lnTo>
                    <a:pt x="199848" y="331106"/>
                  </a:lnTo>
                  <a:lnTo>
                    <a:pt x="205043" y="329984"/>
                  </a:lnTo>
                  <a:lnTo>
                    <a:pt x="210200" y="328697"/>
                  </a:lnTo>
                  <a:lnTo>
                    <a:pt x="215313" y="327247"/>
                  </a:lnTo>
                  <a:lnTo>
                    <a:pt x="220378" y="325635"/>
                  </a:lnTo>
                  <a:lnTo>
                    <a:pt x="225388" y="323863"/>
                  </a:lnTo>
                  <a:lnTo>
                    <a:pt x="230340" y="321932"/>
                  </a:lnTo>
                  <a:lnTo>
                    <a:pt x="235228" y="319845"/>
                  </a:lnTo>
                  <a:lnTo>
                    <a:pt x="240047" y="317604"/>
                  </a:lnTo>
                  <a:lnTo>
                    <a:pt x="244793" y="315211"/>
                  </a:lnTo>
                  <a:lnTo>
                    <a:pt x="249460" y="312668"/>
                  </a:lnTo>
                  <a:lnTo>
                    <a:pt x="254044" y="30997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30"/>
              <a:ext cx="167166" cy="309969"/>
            </a:xfrm>
            <a:custGeom>
              <a:avLst/>
              <a:pathLst>
                <a:path w="167166" h="309969">
                  <a:moveTo>
                    <a:pt x="86890" y="309969"/>
                  </a:moveTo>
                  <a:lnTo>
                    <a:pt x="91402" y="307124"/>
                  </a:lnTo>
                  <a:lnTo>
                    <a:pt x="95820" y="304137"/>
                  </a:lnTo>
                  <a:lnTo>
                    <a:pt x="100141" y="301011"/>
                  </a:lnTo>
                  <a:lnTo>
                    <a:pt x="104360" y="297748"/>
                  </a:lnTo>
                  <a:lnTo>
                    <a:pt x="108473" y="294352"/>
                  </a:lnTo>
                  <a:lnTo>
                    <a:pt x="112475" y="290827"/>
                  </a:lnTo>
                  <a:lnTo>
                    <a:pt x="116363" y="287176"/>
                  </a:lnTo>
                  <a:lnTo>
                    <a:pt x="120132" y="283403"/>
                  </a:lnTo>
                  <a:lnTo>
                    <a:pt x="123780" y="279512"/>
                  </a:lnTo>
                  <a:lnTo>
                    <a:pt x="127301" y="275506"/>
                  </a:lnTo>
                  <a:lnTo>
                    <a:pt x="130692" y="271390"/>
                  </a:lnTo>
                  <a:lnTo>
                    <a:pt x="133951" y="267167"/>
                  </a:lnTo>
                  <a:lnTo>
                    <a:pt x="137073" y="262843"/>
                  </a:lnTo>
                  <a:lnTo>
                    <a:pt x="140056" y="258422"/>
                  </a:lnTo>
                  <a:lnTo>
                    <a:pt x="142896" y="253908"/>
                  </a:lnTo>
                  <a:lnTo>
                    <a:pt x="145591" y="249305"/>
                  </a:lnTo>
                  <a:lnTo>
                    <a:pt x="148137" y="244619"/>
                  </a:lnTo>
                  <a:lnTo>
                    <a:pt x="150533" y="239854"/>
                  </a:lnTo>
                  <a:lnTo>
                    <a:pt x="152775" y="235015"/>
                  </a:lnTo>
                  <a:lnTo>
                    <a:pt x="154862" y="230106"/>
                  </a:lnTo>
                  <a:lnTo>
                    <a:pt x="156791" y="225134"/>
                  </a:lnTo>
                  <a:lnTo>
                    <a:pt x="158561" y="220103"/>
                  </a:lnTo>
                  <a:lnTo>
                    <a:pt x="160169" y="215018"/>
                  </a:lnTo>
                  <a:lnTo>
                    <a:pt x="161615" y="209884"/>
                  </a:lnTo>
                  <a:lnTo>
                    <a:pt x="162895" y="204707"/>
                  </a:lnTo>
                  <a:lnTo>
                    <a:pt x="164010" y="199491"/>
                  </a:lnTo>
                  <a:lnTo>
                    <a:pt x="164958" y="194242"/>
                  </a:lnTo>
                  <a:lnTo>
                    <a:pt x="165738" y="188966"/>
                  </a:lnTo>
                  <a:lnTo>
                    <a:pt x="166350" y="183668"/>
                  </a:lnTo>
                  <a:lnTo>
                    <a:pt x="166792" y="178353"/>
                  </a:lnTo>
                  <a:lnTo>
                    <a:pt x="167064" y="173027"/>
                  </a:lnTo>
                  <a:lnTo>
                    <a:pt x="167166" y="167694"/>
                  </a:lnTo>
                  <a:lnTo>
                    <a:pt x="167098" y="162361"/>
                  </a:lnTo>
                  <a:lnTo>
                    <a:pt x="166860" y="157033"/>
                  </a:lnTo>
                  <a:lnTo>
                    <a:pt x="166452" y="151715"/>
                  </a:lnTo>
                  <a:lnTo>
                    <a:pt x="165875" y="146413"/>
                  </a:lnTo>
                  <a:lnTo>
                    <a:pt x="165129" y="141132"/>
                  </a:lnTo>
                  <a:lnTo>
                    <a:pt x="164214" y="135878"/>
                  </a:lnTo>
                  <a:lnTo>
                    <a:pt x="163133" y="130655"/>
                  </a:lnTo>
                  <a:lnTo>
                    <a:pt x="161886" y="125470"/>
                  </a:lnTo>
                  <a:lnTo>
                    <a:pt x="160473" y="120327"/>
                  </a:lnTo>
                  <a:lnTo>
                    <a:pt x="158898" y="115231"/>
                  </a:lnTo>
                  <a:lnTo>
                    <a:pt x="157160" y="110189"/>
                  </a:lnTo>
                  <a:lnTo>
                    <a:pt x="155263" y="105204"/>
                  </a:lnTo>
                  <a:lnTo>
                    <a:pt x="153208" y="100283"/>
                  </a:lnTo>
                  <a:lnTo>
                    <a:pt x="150996" y="95429"/>
                  </a:lnTo>
                  <a:lnTo>
                    <a:pt x="148631" y="90649"/>
                  </a:lnTo>
                  <a:lnTo>
                    <a:pt x="146115" y="85947"/>
                  </a:lnTo>
                  <a:lnTo>
                    <a:pt x="143450" y="81327"/>
                  </a:lnTo>
                  <a:lnTo>
                    <a:pt x="140639" y="76794"/>
                  </a:lnTo>
                  <a:lnTo>
                    <a:pt x="137685" y="72354"/>
                  </a:lnTo>
                  <a:lnTo>
                    <a:pt x="134590" y="68010"/>
                  </a:lnTo>
                  <a:lnTo>
                    <a:pt x="131359" y="63767"/>
                  </a:lnTo>
                  <a:lnTo>
                    <a:pt x="127994" y="59629"/>
                  </a:lnTo>
                  <a:lnTo>
                    <a:pt x="124498" y="55601"/>
                  </a:lnTo>
                  <a:lnTo>
                    <a:pt x="120876" y="51686"/>
                  </a:lnTo>
                  <a:lnTo>
                    <a:pt x="117131" y="47888"/>
                  </a:lnTo>
                  <a:lnTo>
                    <a:pt x="113267" y="44213"/>
                  </a:lnTo>
                  <a:lnTo>
                    <a:pt x="109287" y="40662"/>
                  </a:lnTo>
                  <a:lnTo>
                    <a:pt x="105196" y="37240"/>
                  </a:lnTo>
                  <a:lnTo>
                    <a:pt x="100998" y="33950"/>
                  </a:lnTo>
                  <a:lnTo>
                    <a:pt x="96697" y="30796"/>
                  </a:lnTo>
                  <a:lnTo>
                    <a:pt x="92298" y="27781"/>
                  </a:lnTo>
                  <a:lnTo>
                    <a:pt x="87805" y="24907"/>
                  </a:lnTo>
                  <a:lnTo>
                    <a:pt x="83223" y="22179"/>
                  </a:lnTo>
                  <a:lnTo>
                    <a:pt x="78555" y="19598"/>
                  </a:lnTo>
                  <a:lnTo>
                    <a:pt x="73808" y="17167"/>
                  </a:lnTo>
                  <a:lnTo>
                    <a:pt x="68986" y="14888"/>
                  </a:lnTo>
                  <a:lnTo>
                    <a:pt x="64093" y="12765"/>
                  </a:lnTo>
                  <a:lnTo>
                    <a:pt x="59135" y="10799"/>
                  </a:lnTo>
                  <a:lnTo>
                    <a:pt x="54117" y="8992"/>
                  </a:lnTo>
                  <a:lnTo>
                    <a:pt x="49044" y="7346"/>
                  </a:lnTo>
                  <a:lnTo>
                    <a:pt x="43921" y="5863"/>
                  </a:lnTo>
                  <a:lnTo>
                    <a:pt x="38753" y="4544"/>
                  </a:lnTo>
                  <a:lnTo>
                    <a:pt x="33546" y="3391"/>
                  </a:lnTo>
                  <a:lnTo>
                    <a:pt x="28305" y="2404"/>
                  </a:lnTo>
                  <a:lnTo>
                    <a:pt x="23035" y="1585"/>
                  </a:lnTo>
                  <a:lnTo>
                    <a:pt x="17741" y="934"/>
                  </a:lnTo>
                  <a:lnTo>
                    <a:pt x="12430" y="453"/>
                  </a:lnTo>
                  <a:lnTo>
                    <a:pt x="7105" y="141"/>
                  </a:lnTo>
                  <a:lnTo>
                    <a:pt x="1774" y="0"/>
                  </a:lnTo>
                  <a:lnTo>
                    <a:pt x="0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1774" cy="167167"/>
            </a:xfrm>
            <a:custGeom>
              <a:avLst/>
              <a:pathLst>
                <a:path w="1774" h="167167">
                  <a:moveTo>
                    <a:pt x="177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2025-06-06T03:07:23Z</dcterms:modified>
  <cp:category/>
</cp:coreProperties>
</file>